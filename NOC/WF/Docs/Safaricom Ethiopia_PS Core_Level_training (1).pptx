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tiff" ContentType="image/tiff"/>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tags/tag4.xml" ContentType="application/vnd.openxmlformats-officedocument.presentationml.tags+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3.xml" ContentType="application/vnd.openxmlformats-officedocument.theme+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4.xml" ContentType="application/vnd.openxmlformats-officedocument.theme+xml"/>
  <Override PartName="/ppt/tags/tag9.xml" ContentType="application/vnd.openxmlformats-officedocument.presentationml.tags+xml"/>
  <Override PartName="/ppt/tags/tag10.xml" ContentType="application/vnd.openxmlformats-officedocument.presentationml.tags+xml"/>
  <Override PartName="/ppt/slideLayouts/slideLayout22.xml" ContentType="application/vnd.openxmlformats-officedocument.presentationml.slideLayout+xml"/>
  <Override PartName="/ppt/theme/theme5.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6.xml" ContentType="application/vnd.openxmlformats-officedocument.theme+xml"/>
  <Override PartName="/ppt/tags/tag11.xml" ContentType="application/vnd.openxmlformats-officedocument.presentationml.tags+xml"/>
  <Override PartName="/ppt/slideLayouts/slideLayout31.xml" ContentType="application/vnd.openxmlformats-officedocument.presentationml.slideLayout+xml"/>
  <Override PartName="/ppt/theme/theme7.xml" ContentType="application/vnd.openxmlformats-officedocument.theme+xml"/>
  <Override PartName="/ppt/slideLayouts/slideLayout32.xml" ContentType="application/vnd.openxmlformats-officedocument.presentationml.slideLayout+xml"/>
  <Override PartName="/ppt/theme/theme8.xml" ContentType="application/vnd.openxmlformats-officedocument.theme+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9.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10.xml" ContentType="application/vnd.openxmlformats-officedocument.theme+xml"/>
  <Override PartName="/ppt/slideLayouts/slideLayout46.xml" ContentType="application/vnd.openxmlformats-officedocument.presentationml.slideLayout+xml"/>
  <Override PartName="/ppt/theme/theme11.xml" ContentType="application/vnd.openxmlformats-officedocument.theme+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slideLayouts/slideLayout47.xml" ContentType="application/vnd.openxmlformats-officedocument.presentationml.slideLayout+xml"/>
  <Override PartName="/ppt/theme/theme12.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13.xml" ContentType="application/vnd.openxmlformats-officedocument.theme+xml"/>
  <Override PartName="/ppt/tags/tag18.xml" ContentType="application/vnd.openxmlformats-officedocument.presentationml.tags+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14.xml" ContentType="application/vnd.openxmlformats-officedocument.theme+xml"/>
  <Override PartName="/ppt/tags/tag19.xml" ContentType="application/vnd.openxmlformats-officedocument.presentationml.tags+xml"/>
  <Override PartName="/ppt/tags/tag20.xml" ContentType="application/vnd.openxmlformats-officedocument.presentationml.tags+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theme/theme15.xml" ContentType="application/vnd.openxmlformats-officedocument.theme+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16.xml" ContentType="application/vnd.openxmlformats-officedocument.them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17.xml" ContentType="application/vnd.openxmlformats-officedocument.theme+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slideLayouts/slideLayout90.xml" ContentType="application/vnd.openxmlformats-officedocument.presentationml.slideLayout+xml"/>
  <Override PartName="/ppt/theme/theme18.xml" ContentType="application/vnd.openxmlformats-officedocument.theme+xml"/>
  <Override PartName="/ppt/slideLayouts/slideLayout91.xml" ContentType="application/vnd.openxmlformats-officedocument.presentationml.slideLayout+xml"/>
  <Override PartName="/ppt/theme/theme19.xml" ContentType="application/vnd.openxmlformats-officedocument.theme+xml"/>
  <Override PartName="/ppt/slideLayouts/slideLayout92.xml" ContentType="application/vnd.openxmlformats-officedocument.presentationml.slideLayout+xml"/>
  <Override PartName="/ppt/theme/theme20.xml" ContentType="application/vnd.openxmlformats-officedocument.theme+xml"/>
  <Override PartName="/ppt/tags/tag32.xml" ContentType="application/vnd.openxmlformats-officedocument.presentationml.tags+xml"/>
  <Override PartName="/ppt/theme/theme2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heme/themeOverride1.xml" ContentType="application/vnd.openxmlformats-officedocument.themeOverride+xml"/>
  <Override PartName="/ppt/theme/themeOverride2.xml" ContentType="application/vnd.openxmlformats-officedocument.themeOverr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tags/tag33.xml" ContentType="application/vnd.openxmlformats-officedocument.presentationml.tags+xml"/>
  <Override PartName="/ppt/notesSlides/notesSlide8.xml" ContentType="application/vnd.openxmlformats-officedocument.presentationml.notesSlide+xml"/>
  <Override PartName="/ppt/notesSlides/notesSlide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6"/>
    <p:sldMasterId id="2147483665" r:id="rId7"/>
    <p:sldMasterId id="2147483721" r:id="rId8"/>
    <p:sldMasterId id="2147483725" r:id="rId9"/>
    <p:sldMasterId id="2147483732" r:id="rId10"/>
    <p:sldMasterId id="2147483739" r:id="rId11"/>
    <p:sldMasterId id="2147483742" r:id="rId12"/>
    <p:sldMasterId id="2147483846" r:id="rId13"/>
    <p:sldMasterId id="2147483863" r:id="rId14"/>
    <p:sldMasterId id="2147483866" r:id="rId15"/>
    <p:sldMasterId id="2147483879" r:id="rId16"/>
    <p:sldMasterId id="2147483886" r:id="rId17"/>
    <p:sldMasterId id="2147483907" r:id="rId18"/>
    <p:sldMasterId id="2147483919" r:id="rId19"/>
    <p:sldMasterId id="2147483935" r:id="rId20"/>
    <p:sldMasterId id="2147483940" r:id="rId21"/>
    <p:sldMasterId id="2147483957" r:id="rId22"/>
    <p:sldMasterId id="2147483974" r:id="rId23"/>
    <p:sldMasterId id="2147483980" r:id="rId24"/>
    <p:sldMasterId id="2147483982" r:id="rId25"/>
  </p:sldMasterIdLst>
  <p:notesMasterIdLst>
    <p:notesMasterId r:id="rId76"/>
  </p:notesMasterIdLst>
  <p:sldIdLst>
    <p:sldId id="2134391531" r:id="rId26"/>
    <p:sldId id="414" r:id="rId27"/>
    <p:sldId id="2134391544" r:id="rId28"/>
    <p:sldId id="264" r:id="rId29"/>
    <p:sldId id="265" r:id="rId30"/>
    <p:sldId id="261" r:id="rId31"/>
    <p:sldId id="262" r:id="rId32"/>
    <p:sldId id="263" r:id="rId33"/>
    <p:sldId id="266" r:id="rId34"/>
    <p:sldId id="267" r:id="rId35"/>
    <p:sldId id="268" r:id="rId36"/>
    <p:sldId id="269" r:id="rId37"/>
    <p:sldId id="270" r:id="rId38"/>
    <p:sldId id="271" r:id="rId39"/>
    <p:sldId id="272" r:id="rId40"/>
    <p:sldId id="274" r:id="rId41"/>
    <p:sldId id="273" r:id="rId42"/>
    <p:sldId id="275" r:id="rId43"/>
    <p:sldId id="287" r:id="rId44"/>
    <p:sldId id="2134391545" r:id="rId45"/>
    <p:sldId id="2134391546" r:id="rId46"/>
    <p:sldId id="349" r:id="rId47"/>
    <p:sldId id="350" r:id="rId48"/>
    <p:sldId id="351" r:id="rId49"/>
    <p:sldId id="343" r:id="rId50"/>
    <p:sldId id="344" r:id="rId51"/>
    <p:sldId id="345" r:id="rId52"/>
    <p:sldId id="346" r:id="rId53"/>
    <p:sldId id="347" r:id="rId54"/>
    <p:sldId id="348" r:id="rId55"/>
    <p:sldId id="352" r:id="rId56"/>
    <p:sldId id="353" r:id="rId57"/>
    <p:sldId id="2134391547" r:id="rId58"/>
    <p:sldId id="327" r:id="rId59"/>
    <p:sldId id="328" r:id="rId60"/>
    <p:sldId id="329" r:id="rId61"/>
    <p:sldId id="260" r:id="rId62"/>
    <p:sldId id="301" r:id="rId63"/>
    <p:sldId id="303" r:id="rId64"/>
    <p:sldId id="2134391532" r:id="rId65"/>
    <p:sldId id="2134391542" r:id="rId66"/>
    <p:sldId id="2134391543" r:id="rId67"/>
    <p:sldId id="2076137025" r:id="rId68"/>
    <p:sldId id="2134391533" r:id="rId69"/>
    <p:sldId id="2134391534" r:id="rId70"/>
    <p:sldId id="2134391541" r:id="rId71"/>
    <p:sldId id="2134391535" r:id="rId72"/>
    <p:sldId id="2134391536" r:id="rId73"/>
    <p:sldId id="2134391537" r:id="rId74"/>
    <p:sldId id="4251" r:id="rId75"/>
  </p:sldIdLst>
  <p:sldSz cx="12192000" cy="6858000"/>
  <p:notesSz cx="6797675" cy="9928225"/>
  <p:custDataLst>
    <p:tags r:id="rId77"/>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Packet Core Network" id="{8C05C86C-66E4-4080-8FF4-8097DEB26028}">
          <p14:sldIdLst>
            <p14:sldId id="2134391531"/>
            <p14:sldId id="414"/>
            <p14:sldId id="2134391544"/>
            <p14:sldId id="264"/>
            <p14:sldId id="265"/>
            <p14:sldId id="261"/>
            <p14:sldId id="262"/>
            <p14:sldId id="263"/>
            <p14:sldId id="266"/>
            <p14:sldId id="267"/>
            <p14:sldId id="268"/>
            <p14:sldId id="269"/>
            <p14:sldId id="270"/>
            <p14:sldId id="271"/>
            <p14:sldId id="272"/>
            <p14:sldId id="274"/>
            <p14:sldId id="273"/>
            <p14:sldId id="275"/>
            <p14:sldId id="287"/>
            <p14:sldId id="2134391545"/>
            <p14:sldId id="2134391546"/>
            <p14:sldId id="349"/>
            <p14:sldId id="350"/>
            <p14:sldId id="351"/>
            <p14:sldId id="343"/>
            <p14:sldId id="344"/>
            <p14:sldId id="345"/>
            <p14:sldId id="346"/>
            <p14:sldId id="347"/>
            <p14:sldId id="348"/>
            <p14:sldId id="352"/>
            <p14:sldId id="353"/>
            <p14:sldId id="2134391547"/>
            <p14:sldId id="327"/>
            <p14:sldId id="328"/>
            <p14:sldId id="329"/>
            <p14:sldId id="260"/>
            <p14:sldId id="301"/>
            <p14:sldId id="303"/>
            <p14:sldId id="2134391532"/>
            <p14:sldId id="2134391542"/>
            <p14:sldId id="2134391543"/>
            <p14:sldId id="2076137025"/>
            <p14:sldId id="2134391533"/>
            <p14:sldId id="2134391534"/>
            <p14:sldId id="2134391541"/>
            <p14:sldId id="2134391535"/>
            <p14:sldId id="2134391536"/>
            <p14:sldId id="2134391537"/>
            <p14:sldId id="4251"/>
          </p14:sldIdLst>
        </p14:section>
      </p14:sectionLst>
    </p:ext>
    <p:ext uri="{EFAFB233-063F-42B5-8137-9DF3F51BA10A}">
      <p15:sldGuideLst xmlns:p15="http://schemas.microsoft.com/office/powerpoint/2012/main">
        <p15:guide id="1" orient="horz" pos="2136"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4ACF0"/>
    <a:srgbClr val="808080"/>
    <a:srgbClr val="000000"/>
    <a:srgbClr val="FFFFFF"/>
    <a:srgbClr val="F4C8CF"/>
    <a:srgbClr val="F20000"/>
    <a:srgbClr val="FFC000"/>
    <a:srgbClr val="9DB1CF"/>
    <a:srgbClr val="B7CFF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D7AC3CCA-C797-4891-BE02-D94E43425B78}" styleName="Medium Style 4">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w="12700" cmpd="sng">
              <a:solidFill>
                <a:schemeClr val="dk1"/>
              </a:solid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25400" cmpd="sng">
              <a:solidFill>
                <a:schemeClr val="dk1"/>
              </a:solidFill>
            </a:ln>
          </a:top>
        </a:tcBdr>
        <a:fill>
          <a:solidFill>
            <a:schemeClr val="dk1">
              <a:tint val="20000"/>
            </a:schemeClr>
          </a:solidFill>
        </a:fill>
      </a:tcStyle>
    </a:lastRow>
    <a:firstRow>
      <a:tcTxStyle b="on"/>
      <a:tcStyle>
        <a:tcBdr/>
        <a:fill>
          <a:solidFill>
            <a:schemeClr val="dk1">
              <a:tint val="20000"/>
            </a:schemeClr>
          </a:solidFill>
        </a:fill>
      </a:tcStyle>
    </a:firstRow>
  </a:tblStyle>
  <a:tblStyle styleId="{69CF1AB2-1976-4502-BF36-3FF5EA218861}" styleName="Medium Style 4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25400" cmpd="sng">
              <a:solidFill>
                <a:schemeClr val="accent1"/>
              </a:solidFill>
            </a:ln>
          </a:top>
        </a:tcBdr>
        <a:fill>
          <a:solidFill>
            <a:schemeClr val="accent1">
              <a:tint val="20000"/>
            </a:schemeClr>
          </a:solidFill>
        </a:fill>
      </a:tcStyle>
    </a:lastRow>
    <a:firstRow>
      <a:tcTxStyle b="on"/>
      <a:tcStyle>
        <a:tcBdr/>
        <a:fill>
          <a:solidFill>
            <a:schemeClr val="accent1">
              <a:tint val="20000"/>
            </a:schemeClr>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9227" autoAdjust="0"/>
    <p:restoredTop sz="78914" autoAdjust="0"/>
  </p:normalViewPr>
  <p:slideViewPr>
    <p:cSldViewPr snapToGrid="0" showGuides="1">
      <p:cViewPr varScale="1">
        <p:scale>
          <a:sx n="72" d="100"/>
          <a:sy n="72" d="100"/>
        </p:scale>
        <p:origin x="486" y="78"/>
      </p:cViewPr>
      <p:guideLst>
        <p:guide orient="horz" pos="2136"/>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xml"/><Relationship Id="rId21" Type="http://schemas.openxmlformats.org/officeDocument/2006/relationships/slideMaster" Target="slideMasters/slideMaster16.xml"/><Relationship Id="rId42" Type="http://schemas.openxmlformats.org/officeDocument/2006/relationships/slide" Target="slides/slide17.xml"/><Relationship Id="rId47" Type="http://schemas.openxmlformats.org/officeDocument/2006/relationships/slide" Target="slides/slide22.xml"/><Relationship Id="rId63" Type="http://schemas.openxmlformats.org/officeDocument/2006/relationships/slide" Target="slides/slide38.xml"/><Relationship Id="rId68" Type="http://schemas.openxmlformats.org/officeDocument/2006/relationships/slide" Target="slides/slide43.xml"/><Relationship Id="rId16" Type="http://schemas.openxmlformats.org/officeDocument/2006/relationships/slideMaster" Target="slideMasters/slideMaster11.xml"/><Relationship Id="rId11" Type="http://schemas.openxmlformats.org/officeDocument/2006/relationships/slideMaster" Target="slideMasters/slideMaster6.xml"/><Relationship Id="rId32" Type="http://schemas.openxmlformats.org/officeDocument/2006/relationships/slide" Target="slides/slide7.xml"/><Relationship Id="rId37" Type="http://schemas.openxmlformats.org/officeDocument/2006/relationships/slide" Target="slides/slide12.xml"/><Relationship Id="rId53" Type="http://schemas.openxmlformats.org/officeDocument/2006/relationships/slide" Target="slides/slide28.xml"/><Relationship Id="rId58" Type="http://schemas.openxmlformats.org/officeDocument/2006/relationships/slide" Target="slides/slide33.xml"/><Relationship Id="rId74" Type="http://schemas.openxmlformats.org/officeDocument/2006/relationships/slide" Target="slides/slide49.xml"/><Relationship Id="rId79" Type="http://schemas.openxmlformats.org/officeDocument/2006/relationships/viewProps" Target="viewProps.xml"/><Relationship Id="rId5" Type="http://schemas.openxmlformats.org/officeDocument/2006/relationships/customXml" Target="../customXml/item5.xml"/><Relationship Id="rId61" Type="http://schemas.openxmlformats.org/officeDocument/2006/relationships/slide" Target="slides/slide36.xml"/><Relationship Id="rId19" Type="http://schemas.openxmlformats.org/officeDocument/2006/relationships/slideMaster" Target="slideMasters/slideMaster14.xml"/><Relationship Id="rId14" Type="http://schemas.openxmlformats.org/officeDocument/2006/relationships/slideMaster" Target="slideMasters/slideMaster9.xml"/><Relationship Id="rId22" Type="http://schemas.openxmlformats.org/officeDocument/2006/relationships/slideMaster" Target="slideMasters/slideMaster17.xml"/><Relationship Id="rId27" Type="http://schemas.openxmlformats.org/officeDocument/2006/relationships/slide" Target="slides/slide2.xml"/><Relationship Id="rId30" Type="http://schemas.openxmlformats.org/officeDocument/2006/relationships/slide" Target="slides/slide5.xml"/><Relationship Id="rId35" Type="http://schemas.openxmlformats.org/officeDocument/2006/relationships/slide" Target="slides/slide10.xml"/><Relationship Id="rId43" Type="http://schemas.openxmlformats.org/officeDocument/2006/relationships/slide" Target="slides/slide18.xml"/><Relationship Id="rId48" Type="http://schemas.openxmlformats.org/officeDocument/2006/relationships/slide" Target="slides/slide23.xml"/><Relationship Id="rId56" Type="http://schemas.openxmlformats.org/officeDocument/2006/relationships/slide" Target="slides/slide31.xml"/><Relationship Id="rId64" Type="http://schemas.openxmlformats.org/officeDocument/2006/relationships/slide" Target="slides/slide39.xml"/><Relationship Id="rId69" Type="http://schemas.openxmlformats.org/officeDocument/2006/relationships/slide" Target="slides/slide44.xml"/><Relationship Id="rId77" Type="http://schemas.openxmlformats.org/officeDocument/2006/relationships/tags" Target="tags/tag1.xml"/><Relationship Id="rId8" Type="http://schemas.openxmlformats.org/officeDocument/2006/relationships/slideMaster" Target="slideMasters/slideMaster3.xml"/><Relationship Id="rId51" Type="http://schemas.openxmlformats.org/officeDocument/2006/relationships/slide" Target="slides/slide26.xml"/><Relationship Id="rId72" Type="http://schemas.openxmlformats.org/officeDocument/2006/relationships/slide" Target="slides/slide47.xml"/><Relationship Id="rId80"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Master" Target="slideMasters/slideMaster7.xml"/><Relationship Id="rId17" Type="http://schemas.openxmlformats.org/officeDocument/2006/relationships/slideMaster" Target="slideMasters/slideMaster12.xml"/><Relationship Id="rId25" Type="http://schemas.openxmlformats.org/officeDocument/2006/relationships/slideMaster" Target="slideMasters/slideMaster20.xml"/><Relationship Id="rId33" Type="http://schemas.openxmlformats.org/officeDocument/2006/relationships/slide" Target="slides/slide8.xml"/><Relationship Id="rId38" Type="http://schemas.openxmlformats.org/officeDocument/2006/relationships/slide" Target="slides/slide13.xml"/><Relationship Id="rId46" Type="http://schemas.openxmlformats.org/officeDocument/2006/relationships/slide" Target="slides/slide21.xml"/><Relationship Id="rId59" Type="http://schemas.openxmlformats.org/officeDocument/2006/relationships/slide" Target="slides/slide34.xml"/><Relationship Id="rId67" Type="http://schemas.openxmlformats.org/officeDocument/2006/relationships/slide" Target="slides/slide42.xml"/><Relationship Id="rId20" Type="http://schemas.openxmlformats.org/officeDocument/2006/relationships/slideMaster" Target="slideMasters/slideMaster15.xml"/><Relationship Id="rId41" Type="http://schemas.openxmlformats.org/officeDocument/2006/relationships/slide" Target="slides/slide16.xml"/><Relationship Id="rId54" Type="http://schemas.openxmlformats.org/officeDocument/2006/relationships/slide" Target="slides/slide29.xml"/><Relationship Id="rId62" Type="http://schemas.openxmlformats.org/officeDocument/2006/relationships/slide" Target="slides/slide37.xml"/><Relationship Id="rId70" Type="http://schemas.openxmlformats.org/officeDocument/2006/relationships/slide" Target="slides/slide45.xml"/><Relationship Id="rId75" Type="http://schemas.openxmlformats.org/officeDocument/2006/relationships/slide" Target="slides/slide50.xml"/><Relationship Id="rId1" Type="http://schemas.openxmlformats.org/officeDocument/2006/relationships/customXml" Target="../customXml/item1.xml"/><Relationship Id="rId6" Type="http://schemas.openxmlformats.org/officeDocument/2006/relationships/slideMaster" Target="slideMasters/slideMaster1.xml"/><Relationship Id="rId15" Type="http://schemas.openxmlformats.org/officeDocument/2006/relationships/slideMaster" Target="slideMasters/slideMaster10.xml"/><Relationship Id="rId23" Type="http://schemas.openxmlformats.org/officeDocument/2006/relationships/slideMaster" Target="slideMasters/slideMaster18.xml"/><Relationship Id="rId28" Type="http://schemas.openxmlformats.org/officeDocument/2006/relationships/slide" Target="slides/slide3.xml"/><Relationship Id="rId36" Type="http://schemas.openxmlformats.org/officeDocument/2006/relationships/slide" Target="slides/slide11.xml"/><Relationship Id="rId49" Type="http://schemas.openxmlformats.org/officeDocument/2006/relationships/slide" Target="slides/slide24.xml"/><Relationship Id="rId57" Type="http://schemas.openxmlformats.org/officeDocument/2006/relationships/slide" Target="slides/slide32.xml"/><Relationship Id="rId10" Type="http://schemas.openxmlformats.org/officeDocument/2006/relationships/slideMaster" Target="slideMasters/slideMaster5.xml"/><Relationship Id="rId31" Type="http://schemas.openxmlformats.org/officeDocument/2006/relationships/slide" Target="slides/slide6.xml"/><Relationship Id="rId44" Type="http://schemas.openxmlformats.org/officeDocument/2006/relationships/slide" Target="slides/slide19.xml"/><Relationship Id="rId52" Type="http://schemas.openxmlformats.org/officeDocument/2006/relationships/slide" Target="slides/slide27.xml"/><Relationship Id="rId60" Type="http://schemas.openxmlformats.org/officeDocument/2006/relationships/slide" Target="slides/slide35.xml"/><Relationship Id="rId65" Type="http://schemas.openxmlformats.org/officeDocument/2006/relationships/slide" Target="slides/slide40.xml"/><Relationship Id="rId73" Type="http://schemas.openxmlformats.org/officeDocument/2006/relationships/slide" Target="slides/slide48.xml"/><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customXml" Target="../customXml/item4.xml"/><Relationship Id="rId9" Type="http://schemas.openxmlformats.org/officeDocument/2006/relationships/slideMaster" Target="slideMasters/slideMaster4.xml"/><Relationship Id="rId13" Type="http://schemas.openxmlformats.org/officeDocument/2006/relationships/slideMaster" Target="slideMasters/slideMaster8.xml"/><Relationship Id="rId18" Type="http://schemas.openxmlformats.org/officeDocument/2006/relationships/slideMaster" Target="slideMasters/slideMaster13.xml"/><Relationship Id="rId39" Type="http://schemas.openxmlformats.org/officeDocument/2006/relationships/slide" Target="slides/slide14.xml"/><Relationship Id="rId34" Type="http://schemas.openxmlformats.org/officeDocument/2006/relationships/slide" Target="slides/slide9.xml"/><Relationship Id="rId50" Type="http://schemas.openxmlformats.org/officeDocument/2006/relationships/slide" Target="slides/slide25.xml"/><Relationship Id="rId55" Type="http://schemas.openxmlformats.org/officeDocument/2006/relationships/slide" Target="slides/slide30.xml"/><Relationship Id="rId76" Type="http://schemas.openxmlformats.org/officeDocument/2006/relationships/notesMaster" Target="notesMasters/notesMaster1.xml"/><Relationship Id="rId7" Type="http://schemas.openxmlformats.org/officeDocument/2006/relationships/slideMaster" Target="slideMasters/slideMaster2.xml"/><Relationship Id="rId71" Type="http://schemas.openxmlformats.org/officeDocument/2006/relationships/slide" Target="slides/slide46.xml"/><Relationship Id="rId2" Type="http://schemas.openxmlformats.org/officeDocument/2006/relationships/customXml" Target="../customXml/item2.xml"/><Relationship Id="rId29" Type="http://schemas.openxmlformats.org/officeDocument/2006/relationships/slide" Target="slides/slide4.xml"/><Relationship Id="rId24" Type="http://schemas.openxmlformats.org/officeDocument/2006/relationships/slideMaster" Target="slideMasters/slideMaster19.xml"/><Relationship Id="rId40" Type="http://schemas.openxmlformats.org/officeDocument/2006/relationships/slide" Target="slides/slide15.xml"/><Relationship Id="rId45" Type="http://schemas.openxmlformats.org/officeDocument/2006/relationships/slide" Target="slides/slide20.xml"/><Relationship Id="rId66" Type="http://schemas.openxmlformats.org/officeDocument/2006/relationships/slide" Target="slides/slide4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16.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19.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28.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5659" cy="498136"/>
          </a:xfrm>
          <a:prstGeom prst="rect">
            <a:avLst/>
          </a:prstGeom>
        </p:spPr>
        <p:txBody>
          <a:bodyPr vert="horz" lIns="95570" tIns="47785" rIns="95570" bIns="47785" rtlCol="0"/>
          <a:lstStyle>
            <a:lvl1pPr algn="l">
              <a:defRPr sz="1200"/>
            </a:lvl1pPr>
          </a:lstStyle>
          <a:p>
            <a:endParaRPr lang="en-US" dirty="0"/>
          </a:p>
        </p:txBody>
      </p:sp>
      <p:sp>
        <p:nvSpPr>
          <p:cNvPr id="3" name="Date Placeholder 2"/>
          <p:cNvSpPr>
            <a:spLocks noGrp="1"/>
          </p:cNvSpPr>
          <p:nvPr>
            <p:ph type="dt" idx="1"/>
          </p:nvPr>
        </p:nvSpPr>
        <p:spPr>
          <a:xfrm>
            <a:off x="3850443" y="0"/>
            <a:ext cx="2945659" cy="498136"/>
          </a:xfrm>
          <a:prstGeom prst="rect">
            <a:avLst/>
          </a:prstGeom>
        </p:spPr>
        <p:txBody>
          <a:bodyPr vert="horz" lIns="95570" tIns="47785" rIns="95570" bIns="47785" rtlCol="0"/>
          <a:lstStyle>
            <a:lvl1pPr algn="r">
              <a:defRPr sz="1200"/>
            </a:lvl1pPr>
          </a:lstStyle>
          <a:p>
            <a:fld id="{869E5B1A-7B4A-40DA-97E1-E9A0A8D65195}" type="datetimeFigureOut">
              <a:rPr lang="en-US" smtClean="0"/>
              <a:t>4/13/2023</a:t>
            </a:fld>
            <a:endParaRPr lang="en-US" dirty="0"/>
          </a:p>
        </p:txBody>
      </p:sp>
      <p:sp>
        <p:nvSpPr>
          <p:cNvPr id="4" name="Slide Image Placeholder 3"/>
          <p:cNvSpPr>
            <a:spLocks noGrp="1" noRot="1" noChangeAspect="1"/>
          </p:cNvSpPr>
          <p:nvPr>
            <p:ph type="sldImg" idx="2"/>
          </p:nvPr>
        </p:nvSpPr>
        <p:spPr>
          <a:xfrm>
            <a:off x="420688" y="1241425"/>
            <a:ext cx="5956300" cy="3351213"/>
          </a:xfrm>
          <a:prstGeom prst="rect">
            <a:avLst/>
          </a:prstGeom>
          <a:noFill/>
          <a:ln w="12700">
            <a:solidFill>
              <a:prstClr val="black"/>
            </a:solidFill>
          </a:ln>
        </p:spPr>
        <p:txBody>
          <a:bodyPr vert="horz" lIns="95570" tIns="47785" rIns="95570" bIns="47785" rtlCol="0" anchor="ctr"/>
          <a:lstStyle/>
          <a:p>
            <a:endParaRPr lang="en-US" dirty="0"/>
          </a:p>
        </p:txBody>
      </p:sp>
      <p:sp>
        <p:nvSpPr>
          <p:cNvPr id="5" name="Notes Placeholder 4"/>
          <p:cNvSpPr>
            <a:spLocks noGrp="1"/>
          </p:cNvSpPr>
          <p:nvPr>
            <p:ph type="body" sz="quarter" idx="3"/>
          </p:nvPr>
        </p:nvSpPr>
        <p:spPr>
          <a:xfrm>
            <a:off x="679768" y="4777958"/>
            <a:ext cx="5438140" cy="3909239"/>
          </a:xfrm>
          <a:prstGeom prst="rect">
            <a:avLst/>
          </a:prstGeom>
        </p:spPr>
        <p:txBody>
          <a:bodyPr vert="horz" lIns="95570" tIns="47785" rIns="95570" bIns="47785"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9430092"/>
            <a:ext cx="2945659" cy="498134"/>
          </a:xfrm>
          <a:prstGeom prst="rect">
            <a:avLst/>
          </a:prstGeom>
        </p:spPr>
        <p:txBody>
          <a:bodyPr vert="horz" lIns="95570" tIns="47785" rIns="95570" bIns="47785"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50443" y="9430092"/>
            <a:ext cx="2945659" cy="498134"/>
          </a:xfrm>
          <a:prstGeom prst="rect">
            <a:avLst/>
          </a:prstGeom>
        </p:spPr>
        <p:txBody>
          <a:bodyPr vert="horz" lIns="95570" tIns="47785" rIns="95570" bIns="47785" rtlCol="0" anchor="b"/>
          <a:lstStyle>
            <a:lvl1pPr algn="r">
              <a:defRPr sz="1200"/>
            </a:lvl1pPr>
          </a:lstStyle>
          <a:p>
            <a:fld id="{97D39FB2-E96B-458B-91B2-D91DAF9F9EAD}" type="slidenum">
              <a:rPr lang="en-US" smtClean="0"/>
              <a:t>‹#›</a:t>
            </a:fld>
            <a:endParaRPr lang="en-US" dirty="0"/>
          </a:p>
        </p:txBody>
      </p:sp>
    </p:spTree>
    <p:extLst>
      <p:ext uri="{BB962C8B-B14F-4D97-AF65-F5344CB8AC3E}">
        <p14:creationId xmlns:p14="http://schemas.microsoft.com/office/powerpoint/2010/main" val="390350692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2</a:t>
            </a:fld>
            <a:endParaRPr lang="en-US"/>
          </a:p>
        </p:txBody>
      </p:sp>
    </p:spTree>
    <p:extLst>
      <p:ext uri="{BB962C8B-B14F-4D97-AF65-F5344CB8AC3E}">
        <p14:creationId xmlns:p14="http://schemas.microsoft.com/office/powerpoint/2010/main" val="14250728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3</a:t>
            </a:fld>
            <a:endParaRPr lang="en-US"/>
          </a:p>
        </p:txBody>
      </p:sp>
    </p:spTree>
    <p:extLst>
      <p:ext uri="{BB962C8B-B14F-4D97-AF65-F5344CB8AC3E}">
        <p14:creationId xmlns:p14="http://schemas.microsoft.com/office/powerpoint/2010/main" val="384838732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40</a:t>
            </a:fld>
            <a:endParaRPr lang="en-US"/>
          </a:p>
        </p:txBody>
      </p:sp>
    </p:spTree>
    <p:extLst>
      <p:ext uri="{BB962C8B-B14F-4D97-AF65-F5344CB8AC3E}">
        <p14:creationId xmlns:p14="http://schemas.microsoft.com/office/powerpoint/2010/main" val="417939546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849B53-7EFA-419C-A2C8-3C0EF8492C0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102744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44</a:t>
            </a:fld>
            <a:endParaRPr lang="en-US"/>
          </a:p>
        </p:txBody>
      </p:sp>
    </p:spTree>
    <p:extLst>
      <p:ext uri="{BB962C8B-B14F-4D97-AF65-F5344CB8AC3E}">
        <p14:creationId xmlns:p14="http://schemas.microsoft.com/office/powerpoint/2010/main" val="344538574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45</a:t>
            </a:fld>
            <a:endParaRPr lang="en-US"/>
          </a:p>
        </p:txBody>
      </p:sp>
    </p:spTree>
    <p:extLst>
      <p:ext uri="{BB962C8B-B14F-4D97-AF65-F5344CB8AC3E}">
        <p14:creationId xmlns:p14="http://schemas.microsoft.com/office/powerpoint/2010/main" val="410784406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47</a:t>
            </a:fld>
            <a:endParaRPr lang="en-US"/>
          </a:p>
        </p:txBody>
      </p:sp>
    </p:spTree>
    <p:extLst>
      <p:ext uri="{BB962C8B-B14F-4D97-AF65-F5344CB8AC3E}">
        <p14:creationId xmlns:p14="http://schemas.microsoft.com/office/powerpoint/2010/main" val="24470042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48</a:t>
            </a:fld>
            <a:endParaRPr lang="en-US"/>
          </a:p>
        </p:txBody>
      </p:sp>
    </p:spTree>
    <p:extLst>
      <p:ext uri="{BB962C8B-B14F-4D97-AF65-F5344CB8AC3E}">
        <p14:creationId xmlns:p14="http://schemas.microsoft.com/office/powerpoint/2010/main" val="14384858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49</a:t>
            </a:fld>
            <a:endParaRPr lang="en-US"/>
          </a:p>
        </p:txBody>
      </p:sp>
    </p:spTree>
    <p:extLst>
      <p:ext uri="{BB962C8B-B14F-4D97-AF65-F5344CB8AC3E}">
        <p14:creationId xmlns:p14="http://schemas.microsoft.com/office/powerpoint/2010/main" val="14652932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7.xml"/><Relationship Id="rId1" Type="http://schemas.openxmlformats.org/officeDocument/2006/relationships/vmlDrawing" Target="../drawings/vmlDrawing4.vml"/><Relationship Id="rId5" Type="http://schemas.openxmlformats.org/officeDocument/2006/relationships/image" Target="../media/image1.emf"/><Relationship Id="rId4" Type="http://schemas.openxmlformats.org/officeDocument/2006/relationships/oleObject" Target="../embeddings/oleObject4.bin"/></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3" Type="http://schemas.openxmlformats.org/officeDocument/2006/relationships/slideMaster" Target="../slideMasters/slideMaster3.xml"/><Relationship Id="rId7" Type="http://schemas.openxmlformats.org/officeDocument/2006/relationships/image" Target="../media/image9.png"/><Relationship Id="rId2" Type="http://schemas.openxmlformats.org/officeDocument/2006/relationships/tags" Target="../tags/tag8.xml"/><Relationship Id="rId1" Type="http://schemas.openxmlformats.org/officeDocument/2006/relationships/vmlDrawing" Target="../drawings/vmlDrawing5.vml"/><Relationship Id="rId6" Type="http://schemas.openxmlformats.org/officeDocument/2006/relationships/image" Target="../media/image8.jpg"/><Relationship Id="rId5" Type="http://schemas.openxmlformats.org/officeDocument/2006/relationships/image" Target="../media/image1.emf"/><Relationship Id="rId4" Type="http://schemas.openxmlformats.org/officeDocument/2006/relationships/oleObject" Target="../embeddings/oleObject5.bin"/></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3" Type="http://schemas.openxmlformats.org/officeDocument/2006/relationships/slideMaster" Target="../slideMasters/slideMaster4.xml"/><Relationship Id="rId2" Type="http://schemas.openxmlformats.org/officeDocument/2006/relationships/tags" Target="../tags/tag10.xml"/><Relationship Id="rId1" Type="http://schemas.openxmlformats.org/officeDocument/2006/relationships/vmlDrawing" Target="../drawings/vmlDrawing7.vml"/><Relationship Id="rId5" Type="http://schemas.openxmlformats.org/officeDocument/2006/relationships/image" Target="../media/image1.emf"/><Relationship Id="rId4" Type="http://schemas.openxmlformats.org/officeDocument/2006/relationships/oleObject" Target="../embeddings/oleObject7.bin"/></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32.xml.rels><?xml version="1.0" encoding="UTF-8" standalone="yes"?>
<Relationships xmlns="http://schemas.openxmlformats.org/package/2006/relationships"><Relationship Id="rId3" Type="http://schemas.openxmlformats.org/officeDocument/2006/relationships/slideMaster" Target="../slideMasters/slideMaster8.xml"/><Relationship Id="rId2" Type="http://schemas.openxmlformats.org/officeDocument/2006/relationships/tags" Target="../tags/tag14.xml"/><Relationship Id="rId1" Type="http://schemas.openxmlformats.org/officeDocument/2006/relationships/vmlDrawing" Target="../drawings/vmlDrawing10.vml"/><Relationship Id="rId5" Type="http://schemas.openxmlformats.org/officeDocument/2006/relationships/image" Target="../media/image1.emf"/><Relationship Id="rId4" Type="http://schemas.openxmlformats.org/officeDocument/2006/relationships/oleObject" Target="../embeddings/oleObject10.bin"/></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xml.rels><?xml version="1.0" encoding="UTF-8" standalone="yes"?>
<Relationships xmlns="http://schemas.openxmlformats.org/package/2006/relationships"><Relationship Id="rId3" Type="http://schemas.openxmlformats.org/officeDocument/2006/relationships/slideMaster" Target="../slideMasters/slideMaster11.xml"/><Relationship Id="rId2" Type="http://schemas.openxmlformats.org/officeDocument/2006/relationships/tags" Target="../tags/tag17.xml"/><Relationship Id="rId1" Type="http://schemas.openxmlformats.org/officeDocument/2006/relationships/vmlDrawing" Target="../drawings/vmlDrawing12.vml"/><Relationship Id="rId5" Type="http://schemas.openxmlformats.org/officeDocument/2006/relationships/image" Target="../media/image1.emf"/><Relationship Id="rId4" Type="http://schemas.openxmlformats.org/officeDocument/2006/relationships/oleObject" Target="../embeddings/oleObject12.bin"/></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9.xml.rels><?xml version="1.0" encoding="UTF-8" standalone="yes"?>
<Relationships xmlns="http://schemas.openxmlformats.org/package/2006/relationships"><Relationship Id="rId3" Type="http://schemas.openxmlformats.org/officeDocument/2006/relationships/slideMaster" Target="../slideMasters/slideMaster14.xml"/><Relationship Id="rId2" Type="http://schemas.openxmlformats.org/officeDocument/2006/relationships/tags" Target="../tags/tag20.xml"/><Relationship Id="rId1" Type="http://schemas.openxmlformats.org/officeDocument/2006/relationships/vmlDrawing" Target="../drawings/vmlDrawing15.vml"/><Relationship Id="rId5" Type="http://schemas.openxmlformats.org/officeDocument/2006/relationships/image" Target="../media/image1.emf"/><Relationship Id="rId4" Type="http://schemas.openxmlformats.org/officeDocument/2006/relationships/oleObject" Target="../embeddings/oleObject15.bin"/></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4.xml.rels><?xml version="1.0" encoding="UTF-8" standalone="yes"?>
<Relationships xmlns="http://schemas.openxmlformats.org/package/2006/relationships"><Relationship Id="rId3" Type="http://schemas.openxmlformats.org/officeDocument/2006/relationships/slideMaster" Target="../slideMasters/slideMaster15.xml"/><Relationship Id="rId2" Type="http://schemas.openxmlformats.org/officeDocument/2006/relationships/tags" Target="../tags/tag23.xml"/><Relationship Id="rId1" Type="http://schemas.openxmlformats.org/officeDocument/2006/relationships/vmlDrawing" Target="../drawings/vmlDrawing17.vml"/><Relationship Id="rId5" Type="http://schemas.openxmlformats.org/officeDocument/2006/relationships/image" Target="../media/image1.emf"/><Relationship Id="rId4" Type="http://schemas.openxmlformats.org/officeDocument/2006/relationships/oleObject" Target="../embeddings/oleObject17.bin"/></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5.xml"/></Relationships>
</file>

<file path=ppt/slideLayouts/_rels/slideLayout66.xml.rels><?xml version="1.0" encoding="UTF-8" standalone="yes"?>
<Relationships xmlns="http://schemas.openxmlformats.org/package/2006/relationships"><Relationship Id="rId3" Type="http://schemas.openxmlformats.org/officeDocument/2006/relationships/slideMaster" Target="../slideMasters/slideMaster16.xml"/><Relationship Id="rId2" Type="http://schemas.openxmlformats.org/officeDocument/2006/relationships/tags" Target="../tags/tag26.xml"/><Relationship Id="rId1" Type="http://schemas.openxmlformats.org/officeDocument/2006/relationships/vmlDrawing" Target="../drawings/vmlDrawing19.vml"/><Relationship Id="rId5" Type="http://schemas.openxmlformats.org/officeDocument/2006/relationships/image" Target="../media/image1.emf"/><Relationship Id="rId4" Type="http://schemas.openxmlformats.org/officeDocument/2006/relationships/oleObject" Target="../embeddings/oleObject19.bin"/></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4.xml.rels><?xml version="1.0" encoding="UTF-8" standalone="yes"?>
<Relationships xmlns="http://schemas.openxmlformats.org/package/2006/relationships"><Relationship Id="rId3" Type="http://schemas.openxmlformats.org/officeDocument/2006/relationships/slideMaster" Target="../slideMasters/slideMaster16.xml"/><Relationship Id="rId2" Type="http://schemas.openxmlformats.org/officeDocument/2006/relationships/tags" Target="../tags/tag27.xml"/><Relationship Id="rId1" Type="http://schemas.openxmlformats.org/officeDocument/2006/relationships/vmlDrawing" Target="../drawings/vmlDrawing20.vml"/><Relationship Id="rId5" Type="http://schemas.openxmlformats.org/officeDocument/2006/relationships/image" Target="../media/image16.emf"/><Relationship Id="rId4" Type="http://schemas.openxmlformats.org/officeDocument/2006/relationships/oleObject" Target="../embeddings/oleObject20.bin"/></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xml.rels><?xml version="1.0" encoding="UTF-8" standalone="yes"?>
<Relationships xmlns="http://schemas.openxmlformats.org/package/2006/relationships"><Relationship Id="rId3" Type="http://schemas.openxmlformats.org/officeDocument/2006/relationships/slideMaster" Target="../slideMasters/slideMaster16.xml"/><Relationship Id="rId2" Type="http://schemas.openxmlformats.org/officeDocument/2006/relationships/tags" Target="../tags/tag28.xml"/><Relationship Id="rId1" Type="http://schemas.openxmlformats.org/officeDocument/2006/relationships/vmlDrawing" Target="../drawings/vmlDrawing21.vml"/><Relationship Id="rId5" Type="http://schemas.openxmlformats.org/officeDocument/2006/relationships/image" Target="../media/image5.emf"/><Relationship Id="rId4" Type="http://schemas.openxmlformats.org/officeDocument/2006/relationships/oleObject" Target="../embeddings/oleObject21.bin"/></Relationships>
</file>

<file path=ppt/slideLayouts/_rels/slideLayout81.xml.rels><?xml version="1.0" encoding="UTF-8" standalone="yes"?>
<Relationships xmlns="http://schemas.openxmlformats.org/package/2006/relationships"><Relationship Id="rId3" Type="http://schemas.openxmlformats.org/officeDocument/2006/relationships/slideMaster" Target="../slideMasters/slideMaster17.xml"/><Relationship Id="rId2" Type="http://schemas.openxmlformats.org/officeDocument/2006/relationships/tags" Target="../tags/tag31.xml"/><Relationship Id="rId1" Type="http://schemas.openxmlformats.org/officeDocument/2006/relationships/vmlDrawing" Target="../drawings/vmlDrawing23.vml"/><Relationship Id="rId5" Type="http://schemas.openxmlformats.org/officeDocument/2006/relationships/image" Target="../media/image1.emf"/><Relationship Id="rId4" Type="http://schemas.openxmlformats.org/officeDocument/2006/relationships/oleObject" Target="../embeddings/oleObject23.bin"/></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8.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8.tiff"/><Relationship Id="rId1" Type="http://schemas.openxmlformats.org/officeDocument/2006/relationships/slideMaster" Target="../slideMasters/slideMaster1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ஸ்லைடு தலைப்பு">
    <p:spTree>
      <p:nvGrpSpPr>
        <p:cNvPr id="1" name=""/>
        <p:cNvGrpSpPr/>
        <p:nvPr/>
      </p:nvGrpSpPr>
      <p:grpSpPr>
        <a:xfrm>
          <a:off x="0" y="0"/>
          <a:ext cx="0" cy="0"/>
          <a:chOff x="0" y="0"/>
          <a:chExt cx="0" cy="0"/>
        </a:xfrm>
      </p:grpSpPr>
      <p:sp>
        <p:nvSpPr>
          <p:cNvPr id="2" name="தலைப்பு 1">
            <a:extLst>
              <a:ext uri="{FF2B5EF4-FFF2-40B4-BE49-F238E27FC236}">
                <a16:creationId xmlns:a16="http://schemas.microsoft.com/office/drawing/2014/main" id="{EA1F1002-6AA1-47D3-A820-1F98C9326CB8}"/>
              </a:ext>
            </a:extLst>
          </p:cNvPr>
          <p:cNvSpPr>
            <a:spLocks noGrp="1"/>
          </p:cNvSpPr>
          <p:nvPr>
            <p:ph type="ctrTitle"/>
          </p:nvPr>
        </p:nvSpPr>
        <p:spPr>
          <a:xfrm>
            <a:off x="1524000" y="1122363"/>
            <a:ext cx="9144000" cy="2387600"/>
          </a:xfrm>
        </p:spPr>
        <p:txBody>
          <a:bodyPr anchor="b"/>
          <a:lstStyle>
            <a:lvl1pPr algn="ctr">
              <a:defRPr sz="6000"/>
            </a:lvl1pPr>
          </a:lstStyle>
          <a:p>
            <a:r>
              <a:rPr lang="ta-IN"/>
              <a:t>தலைமைத் தலைப்பு நடையைத் திருத்த, கிளிக் செய்யவும்</a:t>
            </a:r>
          </a:p>
        </p:txBody>
      </p:sp>
      <p:sp>
        <p:nvSpPr>
          <p:cNvPr id="3" name="துணைத்தலைப்பு 2">
            <a:extLst>
              <a:ext uri="{FF2B5EF4-FFF2-40B4-BE49-F238E27FC236}">
                <a16:creationId xmlns:a16="http://schemas.microsoft.com/office/drawing/2014/main" id="{A855310F-4A11-44DE-83F1-9FD6CB01CF9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a-IN"/>
              <a:t>தலைமை துணைத் தலைப்பு நடையைத் திருத்த, கிளிக் செய்யவும்</a:t>
            </a:r>
          </a:p>
        </p:txBody>
      </p:sp>
    </p:spTree>
    <p:extLst>
      <p:ext uri="{BB962C8B-B14F-4D97-AF65-F5344CB8AC3E}">
        <p14:creationId xmlns:p14="http://schemas.microsoft.com/office/powerpoint/2010/main" val="367158289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3-1 Blue - EXTERNAL title slide">
    <p:spTree>
      <p:nvGrpSpPr>
        <p:cNvPr id="1" name=""/>
        <p:cNvGrpSpPr/>
        <p:nvPr/>
      </p:nvGrpSpPr>
      <p:grpSpPr>
        <a:xfrm>
          <a:off x="0" y="0"/>
          <a:ext cx="0" cy="0"/>
          <a:chOff x="0" y="0"/>
          <a:chExt cx="0" cy="0"/>
        </a:xfrm>
      </p:grpSpPr>
      <p:sp>
        <p:nvSpPr>
          <p:cNvPr id="84"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bg1"/>
                </a:solidFill>
                <a:latin typeface="Nokia Pure Text" panose="020B0503020202020204" pitchFamily="34" charset="0"/>
                <a:ea typeface="Nokia Pure Text" panose="020B0503020202020204" pitchFamily="34" charset="0"/>
              </a:defRPr>
            </a:lvl1pPr>
          </a:lstStyle>
          <a:p>
            <a:r>
              <a:rPr lang="en-US">
                <a:cs typeface="Arial" panose="020B0604020202020204" pitchFamily="34" charset="0"/>
              </a:rPr>
              <a:t>&lt;Change information classification in footer&gt;</a:t>
            </a:r>
            <a:endParaRPr lang="en-US" dirty="0">
              <a:cs typeface="Arial" panose="020B0604020202020204" pitchFamily="34" charset="0"/>
            </a:endParaRPr>
          </a:p>
        </p:txBody>
      </p:sp>
      <p:sp>
        <p:nvSpPr>
          <p:cNvPr id="6" name="Text Placeholder 42"/>
          <p:cNvSpPr>
            <a:spLocks noGrp="1"/>
          </p:cNvSpPr>
          <p:nvPr>
            <p:ph type="body" sz="quarter" idx="11" hasCustomPrompt="1"/>
          </p:nvPr>
        </p:nvSpPr>
        <p:spPr>
          <a:xfrm>
            <a:off x="489600" y="1200000"/>
            <a:ext cx="11145600" cy="2640000"/>
          </a:xfrm>
          <a:prstGeom prst="rect">
            <a:avLst/>
          </a:prstGeom>
        </p:spPr>
        <p:txBody>
          <a:bodyPr lIns="0" tIns="0" rIns="0" bIns="0"/>
          <a:lstStyle>
            <a:lvl1pPr marL="0" indent="0">
              <a:spcBef>
                <a:spcPts val="0"/>
              </a:spcBef>
              <a:spcAft>
                <a:spcPts val="800"/>
              </a:spcAft>
              <a:buNone/>
              <a:defRPr sz="8800" baseline="0">
                <a:solidFill>
                  <a:schemeClr val="bg1"/>
                </a:solidFill>
                <a:latin typeface="Nokia Pure Headline Ultra Light" panose="020B0204020202020204" pitchFamily="34" charset="0"/>
              </a:defRPr>
            </a:lvl1pPr>
          </a:lstStyle>
          <a:p>
            <a:pPr lvl="0"/>
            <a:r>
              <a:rPr lang="en-US" dirty="0"/>
              <a:t>Main headline in sentence case here</a:t>
            </a:r>
          </a:p>
        </p:txBody>
      </p:sp>
      <p:sp>
        <p:nvSpPr>
          <p:cNvPr id="8" name="Text Placeholder 3"/>
          <p:cNvSpPr>
            <a:spLocks noGrp="1"/>
          </p:cNvSpPr>
          <p:nvPr>
            <p:ph type="body" sz="quarter" idx="12"/>
          </p:nvPr>
        </p:nvSpPr>
        <p:spPr>
          <a:xfrm>
            <a:off x="556800" y="4080000"/>
            <a:ext cx="11078400" cy="2102400"/>
          </a:xfrm>
          <a:prstGeom prst="rect">
            <a:avLst/>
          </a:prstGeom>
        </p:spPr>
        <p:txBody>
          <a:bodyPr lIns="0" tIns="0" rIns="0" bIns="0"/>
          <a:lstStyle>
            <a:lvl1pPr marL="307192" indent="-307192">
              <a:spcBef>
                <a:spcPts val="0"/>
              </a:spcBef>
              <a:spcAft>
                <a:spcPts val="800"/>
              </a:spcAft>
              <a:defRPr sz="2133">
                <a:solidFill>
                  <a:schemeClr val="bg1"/>
                </a:solidFill>
                <a:latin typeface="Nokia Pure Text Light" panose="020B0403020202020204" pitchFamily="34" charset="0"/>
                <a:ea typeface="Nokia Pure Text Light" panose="020B0403020202020204" pitchFamily="34" charset="0"/>
              </a:defRPr>
            </a:lvl1pPr>
            <a:lvl2pPr marL="614385" indent="-307192">
              <a:spcBef>
                <a:spcPts val="0"/>
              </a:spcBef>
              <a:spcAft>
                <a:spcPts val="800"/>
              </a:spcAft>
              <a:defRPr sz="1867">
                <a:solidFill>
                  <a:schemeClr val="bg1"/>
                </a:solidFill>
                <a:latin typeface="Nokia Pure Text Light" panose="020B0403020202020204" pitchFamily="34" charset="0"/>
                <a:ea typeface="Nokia Pure Text Light" panose="020B0403020202020204" pitchFamily="34" charset="0"/>
              </a:defRPr>
            </a:lvl2pPr>
            <a:lvl3pPr marL="921577">
              <a:spcBef>
                <a:spcPts val="0"/>
              </a:spcBef>
              <a:spcAft>
                <a:spcPts val="800"/>
              </a:spcAft>
              <a:defRPr sz="1600">
                <a:solidFill>
                  <a:schemeClr val="bg1"/>
                </a:solidFill>
                <a:latin typeface="Nokia Pure Text Light" panose="020B0403020202020204" pitchFamily="34" charset="0"/>
                <a:ea typeface="Nokia Pure Text Light" panose="020B0403020202020204" pitchFamily="34" charset="0"/>
              </a:defRPr>
            </a:lvl3pPr>
            <a:lvl4pPr marL="1228769">
              <a:spcBef>
                <a:spcPts val="0"/>
              </a:spcBef>
              <a:spcAft>
                <a:spcPts val="800"/>
              </a:spcAft>
              <a:defRPr sz="1333">
                <a:solidFill>
                  <a:schemeClr val="bg1"/>
                </a:solidFill>
                <a:latin typeface="Nokia Pure Text Light" panose="020B0403020202020204" pitchFamily="34" charset="0"/>
                <a:ea typeface="Nokia Pure Text Light" panose="020B0403020202020204" pitchFamily="34" charset="0"/>
              </a:defRPr>
            </a:lvl4pPr>
            <a:lvl5pPr marL="1535962" indent="-304792">
              <a:spcBef>
                <a:spcPts val="0"/>
              </a:spcBef>
              <a:spcAft>
                <a:spcPts val="800"/>
              </a:spcAft>
              <a:buFont typeface="Arial" panose="020B0604020202020204" pitchFamily="34" charset="0"/>
              <a:buChar char="•"/>
              <a:defRPr sz="1200">
                <a:solidFill>
                  <a:schemeClr val="bg1"/>
                </a:solidFill>
                <a:latin typeface="Nokia Pure Text Light" panose="020B0403020202020204" pitchFamily="34" charset="0"/>
                <a:ea typeface="Nokia Pure Text Light" panose="020B0403020202020204" pitchFamily="34" charset="0"/>
              </a:defRPr>
            </a:lvl5pPr>
            <a:lvl6pPr marL="1843154" indent="-304792">
              <a:spcBef>
                <a:spcPts val="0"/>
              </a:spcBef>
              <a:spcAft>
                <a:spcPts val="800"/>
              </a:spcAft>
              <a:buFont typeface="Nokia Pure Text" panose="020B0503020202020204" pitchFamily="34" charset="0"/>
              <a:buChar char="‒"/>
              <a:defRPr sz="1067" baseline="0">
                <a:solidFill>
                  <a:schemeClr val="bg1"/>
                </a:solidFill>
                <a:latin typeface="Nokia Pure Text Light" panose="020B0403020202020204" pitchFamily="34" charset="0"/>
                <a:ea typeface="Nokia Pure Text Light" panose="020B0403020202020204" pitchFamily="34" charset="0"/>
              </a:defRPr>
            </a:lvl6pPr>
            <a:lvl7pPr marL="2150346">
              <a:spcBef>
                <a:spcPts val="0"/>
              </a:spcBef>
              <a:spcAft>
                <a:spcPts val="800"/>
              </a:spcAft>
              <a:defRPr sz="933">
                <a:solidFill>
                  <a:schemeClr val="bg1"/>
                </a:solidFill>
                <a:latin typeface="Nokia Pure Text Light" panose="020B0403020202020204" pitchFamily="34" charset="0"/>
                <a:ea typeface="Nokia Pure Text Light" panose="020B0403020202020204" pitchFamily="34" charset="0"/>
              </a:defRPr>
            </a:lvl7pPr>
            <a:lvl8pPr marL="2457539">
              <a:spcBef>
                <a:spcPts val="0"/>
              </a:spcBef>
              <a:spcAft>
                <a:spcPts val="800"/>
              </a:spcAft>
              <a:defRPr sz="800">
                <a:solidFill>
                  <a:schemeClr val="bg1"/>
                </a:solidFill>
                <a:latin typeface="Nokia Pure Text Light" panose="020B0403020202020204" pitchFamily="34" charset="0"/>
                <a:ea typeface="Nokia Pure Text Light" panose="020B0403020202020204" pitchFamily="34" charset="0"/>
              </a:defRPr>
            </a:lvl8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sz="1067" dirty="0"/>
              <a:t>Sixth level</a:t>
            </a:r>
          </a:p>
          <a:p>
            <a:pPr lvl="6"/>
            <a:r>
              <a:rPr lang="en-US" dirty="0"/>
              <a:t>Seventh level</a:t>
            </a:r>
          </a:p>
          <a:p>
            <a:pPr lvl="7"/>
            <a:r>
              <a:rPr lang="en-US" sz="800" dirty="0"/>
              <a:t>Eighth Level</a:t>
            </a:r>
            <a:endParaRPr lang="en-US" dirty="0"/>
          </a:p>
        </p:txBody>
      </p:sp>
      <p:pic>
        <p:nvPicPr>
          <p:cNvPr id="9" name="Picture 8"/>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26651" y="45393"/>
            <a:ext cx="2119941" cy="892384"/>
          </a:xfrm>
          <a:prstGeom prst="rect">
            <a:avLst/>
          </a:prstGeom>
        </p:spPr>
      </p:pic>
    </p:spTree>
    <p:extLst>
      <p:ext uri="{BB962C8B-B14F-4D97-AF65-F5344CB8AC3E}">
        <p14:creationId xmlns:p14="http://schemas.microsoft.com/office/powerpoint/2010/main" val="375959402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10"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
        <p:nvSpPr>
          <p:cNvPr id="7"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mn-lt"/>
              </a:defRPr>
            </a:lvl1pPr>
          </a:lstStyle>
          <a:p>
            <a:r>
              <a:rPr lang="en-US" dirty="0">
                <a:cs typeface="Arial" panose="020B0604020202020204" pitchFamily="34" charset="0"/>
              </a:rPr>
              <a:t>Confidential</a:t>
            </a:r>
          </a:p>
        </p:txBody>
      </p:sp>
    </p:spTree>
    <p:extLst>
      <p:ext uri="{BB962C8B-B14F-4D97-AF65-F5344CB8AC3E}">
        <p14:creationId xmlns:p14="http://schemas.microsoft.com/office/powerpoint/2010/main" val="1341548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F0D89-E229-464A-A665-A68378E2D6FE}"/>
              </a:ext>
            </a:extLst>
          </p:cNvPr>
          <p:cNvSpPr>
            <a:spLocks noGrp="1"/>
          </p:cNvSpPr>
          <p:nvPr>
            <p:ph type="title"/>
          </p:nvPr>
        </p:nvSpPr>
        <p:spPr/>
        <p:txBody>
          <a:bodyPr/>
          <a:lstStyle/>
          <a:p>
            <a:r>
              <a:rPr lang="en-US"/>
              <a:t>Click to edit Master title style</a:t>
            </a:r>
            <a:endParaRPr lang="en-ZA"/>
          </a:p>
        </p:txBody>
      </p:sp>
      <p:sp>
        <p:nvSpPr>
          <p:cNvPr id="3" name="Date Placeholder 2">
            <a:extLst>
              <a:ext uri="{FF2B5EF4-FFF2-40B4-BE49-F238E27FC236}">
                <a16:creationId xmlns:a16="http://schemas.microsoft.com/office/drawing/2014/main" id="{DC4A117F-A787-4B78-93E5-C0919FD13B01}"/>
              </a:ext>
            </a:extLst>
          </p:cNvPr>
          <p:cNvSpPr>
            <a:spLocks noGrp="1"/>
          </p:cNvSpPr>
          <p:nvPr>
            <p:ph type="dt" sz="half" idx="10"/>
          </p:nvPr>
        </p:nvSpPr>
        <p:spPr/>
        <p:txBody>
          <a:bodyPr/>
          <a:lstStyle/>
          <a:p>
            <a:fld id="{F12285E4-5B65-455D-82B4-8DF74394967D}" type="datetimeFigureOut">
              <a:rPr lang="en-ZA" smtClean="0"/>
              <a:t>2023/04/13</a:t>
            </a:fld>
            <a:endParaRPr lang="en-ZA"/>
          </a:p>
        </p:txBody>
      </p:sp>
      <p:sp>
        <p:nvSpPr>
          <p:cNvPr id="4" name="Footer Placeholder 3">
            <a:extLst>
              <a:ext uri="{FF2B5EF4-FFF2-40B4-BE49-F238E27FC236}">
                <a16:creationId xmlns:a16="http://schemas.microsoft.com/office/drawing/2014/main" id="{2B370AAA-A9CD-4DDF-AF25-F7A47932FC09}"/>
              </a:ext>
            </a:extLst>
          </p:cNvPr>
          <p:cNvSpPr>
            <a:spLocks noGrp="1"/>
          </p:cNvSpPr>
          <p:nvPr>
            <p:ph type="ftr" sz="quarter" idx="11"/>
          </p:nvPr>
        </p:nvSpPr>
        <p:spPr/>
        <p:txBody>
          <a:bodyPr/>
          <a:lstStyle/>
          <a:p>
            <a:endParaRPr lang="en-ZA"/>
          </a:p>
        </p:txBody>
      </p:sp>
      <p:sp>
        <p:nvSpPr>
          <p:cNvPr id="5" name="Slide Number Placeholder 4">
            <a:extLst>
              <a:ext uri="{FF2B5EF4-FFF2-40B4-BE49-F238E27FC236}">
                <a16:creationId xmlns:a16="http://schemas.microsoft.com/office/drawing/2014/main" id="{50D0E30E-D4C9-4A69-8C67-6772C6DDE366}"/>
              </a:ext>
            </a:extLst>
          </p:cNvPr>
          <p:cNvSpPr>
            <a:spLocks noGrp="1"/>
          </p:cNvSpPr>
          <p:nvPr>
            <p:ph type="sldNum" sz="quarter" idx="12"/>
          </p:nvPr>
        </p:nvSpPr>
        <p:spPr/>
        <p:txBody>
          <a:bodyPr/>
          <a:lstStyle/>
          <a:p>
            <a:fld id="{9E3611F4-1FFA-4E5E-947D-08AF336A5A08}" type="slidenum">
              <a:rPr lang="en-ZA" smtClean="0"/>
              <a:t>‹#›</a:t>
            </a:fld>
            <a:endParaRPr lang="en-ZA"/>
          </a:p>
        </p:txBody>
      </p:sp>
    </p:spTree>
    <p:extLst>
      <p:ext uri="{BB962C8B-B14F-4D97-AF65-F5344CB8AC3E}">
        <p14:creationId xmlns:p14="http://schemas.microsoft.com/office/powerpoint/2010/main" val="13840663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337985671"/>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4115"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425610642"/>
      </p:ext>
    </p:extLst>
  </p:cSld>
  <p:clrMapOvr>
    <a:masterClrMapping/>
  </p:clrMapOvr>
  <p:hf sldNum="0" hdr="0"/>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1_Blank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2D543A0E-70E6-46DB-8F7C-06A0214599E8}"/>
              </a:ext>
            </a:extLst>
          </p:cNvPr>
          <p:cNvSpPr>
            <a:spLocks noGrp="1"/>
          </p:cNvSpPr>
          <p:nvPr>
            <p:ph type="ftr" sz="quarter" idx="13"/>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409205333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a:xfrm>
            <a:off x="3072000" y="6422400"/>
            <a:ext cx="6048000" cy="163200"/>
          </a:xfrm>
          <a:prstGeom prst="rect">
            <a:avLst/>
          </a:prstGeom>
        </p:spPr>
        <p:txBody>
          <a:bodyPr/>
          <a:lstStyle/>
          <a:p>
            <a:r>
              <a:rPr lang="en-GB"/>
              <a:t>Confidential</a:t>
            </a:r>
            <a:endParaRPr lang="en-US"/>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116265660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1.3_Single Text Layout">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55A8DD9F-0E00-4850-88BD-7E19D6116F02}"/>
              </a:ext>
            </a:extLst>
          </p:cNvPr>
          <p:cNvGraphicFramePr>
            <a:graphicFrameLocks noChangeAspect="1"/>
          </p:cNvGraphicFramePr>
          <p:nvPr userDrawn="1">
            <p:custDataLst>
              <p:tags r:id="rId2"/>
            </p:custDataLst>
            <p:extLst>
              <p:ext uri="{D42A27DB-BD31-4B8C-83A1-F6EECF244321}">
                <p14:modId xmlns:p14="http://schemas.microsoft.com/office/powerpoint/2010/main" val="1496159850"/>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spid="_x0000_s5139" name="think-cell Slide" r:id="rId4" imgW="216" imgH="216" progId="TCLayout.ActiveDocument.1">
                  <p:embed/>
                </p:oleObj>
              </mc:Choice>
              <mc:Fallback>
                <p:oleObj name="think-cell Slide" r:id="rId4" imgW="216" imgH="216" progId="TCLayout.ActiveDocument.1">
                  <p:embed/>
                  <p:pic>
                    <p:nvPicPr>
                      <p:cNvPr id="8" name="Object 7" hidden="1">
                        <a:extLst>
                          <a:ext uri="{FF2B5EF4-FFF2-40B4-BE49-F238E27FC236}">
                            <a16:creationId xmlns:a16="http://schemas.microsoft.com/office/drawing/2014/main" id="{55A8DD9F-0E00-4850-88BD-7E19D6116F02}"/>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pic>
        <p:nvPicPr>
          <p:cNvPr id="7" name="Picture 6">
            <a:extLst>
              <a:ext uri="{FF2B5EF4-FFF2-40B4-BE49-F238E27FC236}">
                <a16:creationId xmlns:a16="http://schemas.microsoft.com/office/drawing/2014/main" id="{B1FAC40E-B6E5-44EE-AD7A-64DD383D57B5}"/>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t="4969" b="13253"/>
          <a:stretch/>
        </p:blipFill>
        <p:spPr>
          <a:xfrm>
            <a:off x="0" y="0"/>
            <a:ext cx="12192000" cy="6858000"/>
          </a:xfrm>
          <a:prstGeom prst="rect">
            <a:avLst/>
          </a:prstGeom>
        </p:spPr>
      </p:pic>
      <p:sp>
        <p:nvSpPr>
          <p:cNvPr id="3" name="Footer Placeholder 2">
            <a:extLst>
              <a:ext uri="{FF2B5EF4-FFF2-40B4-BE49-F238E27FC236}">
                <a16:creationId xmlns:a16="http://schemas.microsoft.com/office/drawing/2014/main" id="{CD5DDEE8-FF3C-4742-BB8C-B09BB2526ACE}"/>
              </a:ext>
            </a:extLst>
          </p:cNvPr>
          <p:cNvSpPr>
            <a:spLocks noGrp="1"/>
          </p:cNvSpPr>
          <p:nvPr>
            <p:ph type="ftr" sz="quarter" idx="10"/>
          </p:nvPr>
        </p:nvSpPr>
        <p:spPr>
          <a:xfrm>
            <a:off x="3072000" y="6422400"/>
            <a:ext cx="6048000" cy="163200"/>
          </a:xfrm>
          <a:prstGeom prst="rect">
            <a:avLst/>
          </a:prstGeom>
        </p:spPr>
        <p:txBody>
          <a:bodyPr/>
          <a:lstStyle/>
          <a:p>
            <a:r>
              <a:rPr lang="en-GB"/>
              <a:t>Confidential</a:t>
            </a:r>
            <a:endParaRPr lang="en-US"/>
          </a:p>
        </p:txBody>
      </p:sp>
      <p:sp>
        <p:nvSpPr>
          <p:cNvPr id="4" name="Text Placeholder 12">
            <a:extLst>
              <a:ext uri="{FF2B5EF4-FFF2-40B4-BE49-F238E27FC236}">
                <a16:creationId xmlns:a16="http://schemas.microsoft.com/office/drawing/2014/main" id="{B4B383DF-E841-4958-AC70-1FE077578D06}"/>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6D425CB6-0BAB-4AB6-ADCE-D68F0C1DF88A}"/>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9" name="TextBox 8">
            <a:extLst>
              <a:ext uri="{FF2B5EF4-FFF2-40B4-BE49-F238E27FC236}">
                <a16:creationId xmlns:a16="http://schemas.microsoft.com/office/drawing/2014/main" id="{1D04CD97-C312-470C-97AF-234D566842F6}"/>
              </a:ext>
            </a:extLst>
          </p:cNvPr>
          <p:cNvSpPr txBox="1"/>
          <p:nvPr userDrawn="1"/>
        </p:nvSpPr>
        <p:spPr>
          <a:xfrm>
            <a:off x="1007701" y="6421171"/>
            <a:ext cx="2400000" cy="164212"/>
          </a:xfrm>
          <a:prstGeom prst="rect">
            <a:avLst/>
          </a:prstGeom>
          <a:noFill/>
        </p:spPr>
        <p:txBody>
          <a:bodyPr wrap="square" lIns="0" tIns="0" rIns="0" bIns="0" anchor="b">
            <a:spAutoFit/>
          </a:bodyPr>
          <a:lstStyle/>
          <a:p>
            <a:r>
              <a:rPr lang="en-US" sz="1067">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2019 Nokia</a:t>
            </a:r>
          </a:p>
        </p:txBody>
      </p:sp>
      <p:sp>
        <p:nvSpPr>
          <p:cNvPr id="10" name="Slide Number Placeholder 5">
            <a:extLst>
              <a:ext uri="{FF2B5EF4-FFF2-40B4-BE49-F238E27FC236}">
                <a16:creationId xmlns:a16="http://schemas.microsoft.com/office/drawing/2014/main" id="{9E8AF8A7-F735-4903-BE76-3D6C2B65D873}"/>
              </a:ext>
            </a:extLst>
          </p:cNvPr>
          <p:cNvSpPr txBox="1">
            <a:spLocks/>
          </p:cNvSpPr>
          <p:nvPr userDrawn="1"/>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1" name="Picture 10">
            <a:extLst>
              <a:ext uri="{FF2B5EF4-FFF2-40B4-BE49-F238E27FC236}">
                <a16:creationId xmlns:a16="http://schemas.microsoft.com/office/drawing/2014/main" id="{7C383111-A50E-4353-ABAD-4C6A60FA37D3}"/>
              </a:ext>
            </a:extLst>
          </p:cNvPr>
          <p:cNvPicPr>
            <a:picLocks noChangeAspect="1"/>
          </p:cNvPicPr>
          <p:nvPr userDrawn="1"/>
        </p:nvPicPr>
        <p:blipFill>
          <a:blip r:embed="rId7" cstate="hqprint">
            <a:extLst>
              <a:ext uri="{28A0092B-C50C-407E-A947-70E740481C1C}">
                <a14:useLocalDpi xmlns:a14="http://schemas.microsoft.com/office/drawing/2010/main" val="0"/>
              </a:ext>
            </a:extLst>
          </a:blip>
          <a:stretch>
            <a:fillRect/>
          </a:stretch>
        </p:blipFill>
        <p:spPr>
          <a:xfrm>
            <a:off x="10501084" y="6198577"/>
            <a:ext cx="1345536" cy="566400"/>
          </a:xfrm>
          <a:prstGeom prst="rect">
            <a:avLst/>
          </a:prstGeom>
        </p:spPr>
      </p:pic>
    </p:spTree>
    <p:extLst>
      <p:ext uri="{BB962C8B-B14F-4D97-AF65-F5344CB8AC3E}">
        <p14:creationId xmlns:p14="http://schemas.microsoft.com/office/powerpoint/2010/main" val="279615323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4_Single Table">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6" name="Table Placeholder 2">
            <a:extLst>
              <a:ext uri="{FF2B5EF4-FFF2-40B4-BE49-F238E27FC236}">
                <a16:creationId xmlns:a16="http://schemas.microsoft.com/office/drawing/2014/main" id="{1CF4B30C-BC0A-4BED-8EEF-4DDEF7B9FABC}"/>
              </a:ext>
            </a:extLst>
          </p:cNvPr>
          <p:cNvSpPr>
            <a:spLocks noGrp="1"/>
          </p:cNvSpPr>
          <p:nvPr>
            <p:ph type="tbl" sz="quarter" idx="13"/>
          </p:nvPr>
        </p:nvSpPr>
        <p:spPr>
          <a:xfrm>
            <a:off x="556800" y="1435200"/>
            <a:ext cx="11078400" cy="4752000"/>
          </a:xfrm>
          <a:prstGeom prst="rect">
            <a:avLst/>
          </a:prstGeom>
        </p:spPr>
        <p:txBody>
          <a:bodyPr/>
          <a:lstStyle>
            <a:lvl1pPr marL="0" indent="0">
              <a:buNone/>
              <a:defRPr sz="1333">
                <a:solidFill>
                  <a:schemeClr val="tx2"/>
                </a:solidFill>
                <a:latin typeface="+mn-lt"/>
              </a:defRPr>
            </a:lvl1pPr>
          </a:lstStyle>
          <a:p>
            <a:r>
              <a:rPr lang="en-US"/>
              <a:t>Click icon to add table</a:t>
            </a:r>
          </a:p>
        </p:txBody>
      </p:sp>
      <p:sp>
        <p:nvSpPr>
          <p:cNvPr id="4" name="Footer Placeholder 3">
            <a:extLst>
              <a:ext uri="{FF2B5EF4-FFF2-40B4-BE49-F238E27FC236}">
                <a16:creationId xmlns:a16="http://schemas.microsoft.com/office/drawing/2014/main" id="{D6746ED1-96F6-4AE8-9D3A-0266CB4B7380}"/>
              </a:ext>
            </a:extLst>
          </p:cNvPr>
          <p:cNvSpPr>
            <a:spLocks noGrp="1"/>
          </p:cNvSpPr>
          <p:nvPr>
            <p:ph type="ftr" sz="quarter" idx="14"/>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50627381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5_Single SmartAr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7" name="SmartArt Placeholder 2">
            <a:extLst>
              <a:ext uri="{FF2B5EF4-FFF2-40B4-BE49-F238E27FC236}">
                <a16:creationId xmlns:a16="http://schemas.microsoft.com/office/drawing/2014/main" id="{9E969AE7-D418-4354-A166-2D9EC9AFFBD5}"/>
              </a:ext>
            </a:extLst>
          </p:cNvPr>
          <p:cNvSpPr>
            <a:spLocks noGrp="1"/>
          </p:cNvSpPr>
          <p:nvPr>
            <p:ph type="dgm" sz="quarter" idx="14"/>
          </p:nvPr>
        </p:nvSpPr>
        <p:spPr>
          <a:xfrm>
            <a:off x="556800" y="1435200"/>
            <a:ext cx="11078400" cy="4752000"/>
          </a:xfrm>
          <a:prstGeom prst="rect">
            <a:avLst/>
          </a:prstGeom>
        </p:spPr>
        <p:txBody>
          <a:bodyPr/>
          <a:lstStyle>
            <a:lvl1pPr marL="0" indent="0">
              <a:buNone/>
              <a:defRPr sz="1333">
                <a:solidFill>
                  <a:schemeClr val="tx2"/>
                </a:solidFill>
              </a:defRPr>
            </a:lvl1pPr>
          </a:lstStyle>
          <a:p>
            <a:r>
              <a:rPr lang="en-US"/>
              <a:t>Click icon to add SmartArt graphic</a:t>
            </a:r>
          </a:p>
        </p:txBody>
      </p:sp>
      <p:sp>
        <p:nvSpPr>
          <p:cNvPr id="4" name="Footer Placeholder 3">
            <a:extLst>
              <a:ext uri="{FF2B5EF4-FFF2-40B4-BE49-F238E27FC236}">
                <a16:creationId xmlns:a16="http://schemas.microsoft.com/office/drawing/2014/main" id="{5EB72D45-B478-45D6-BC5D-D958ACDFA9E3}"/>
              </a:ext>
            </a:extLst>
          </p:cNvPr>
          <p:cNvSpPr>
            <a:spLocks noGrp="1"/>
          </p:cNvSpPr>
          <p:nvPr>
            <p:ph type="ftr" sz="quarter" idx="15"/>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187359957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1.6_Two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6" name="Text Placeholder 3">
            <a:extLst>
              <a:ext uri="{FF2B5EF4-FFF2-40B4-BE49-F238E27FC236}">
                <a16:creationId xmlns:a16="http://schemas.microsoft.com/office/drawing/2014/main" id="{D48EFACD-CEB2-4692-815C-86D19FBB4A40}"/>
              </a:ext>
            </a:extLst>
          </p:cNvPr>
          <p:cNvSpPr>
            <a:spLocks noGrp="1"/>
          </p:cNvSpPr>
          <p:nvPr>
            <p:ph type="body" sz="quarter" idx="12"/>
          </p:nvPr>
        </p:nvSpPr>
        <p:spPr>
          <a:xfrm>
            <a:off x="5568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8" name="Text Placeholder 3">
            <a:extLst>
              <a:ext uri="{FF2B5EF4-FFF2-40B4-BE49-F238E27FC236}">
                <a16:creationId xmlns:a16="http://schemas.microsoft.com/office/drawing/2014/main" id="{3CBCB907-9E7B-4CB2-B9DE-4FC3076D2A87}"/>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4" name="Footer Placeholder 3">
            <a:extLst>
              <a:ext uri="{FF2B5EF4-FFF2-40B4-BE49-F238E27FC236}">
                <a16:creationId xmlns:a16="http://schemas.microsoft.com/office/drawing/2014/main" id="{1E14DFDF-6038-42CF-9F88-F60BDA6A7F2B}"/>
              </a:ext>
            </a:extLst>
          </p:cNvPr>
          <p:cNvSpPr>
            <a:spLocks noGrp="1"/>
          </p:cNvSpPr>
          <p:nvPr>
            <p:ph type="ftr" sz="quarter" idx="14"/>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5971329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7_Two Column Mixed">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7" name="Text Placeholder 3">
            <a:extLst>
              <a:ext uri="{FF2B5EF4-FFF2-40B4-BE49-F238E27FC236}">
                <a16:creationId xmlns:a16="http://schemas.microsoft.com/office/drawing/2014/main" id="{8C469832-DACB-40B0-988E-5D708FA93741}"/>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able Placeholder 4">
            <a:extLst>
              <a:ext uri="{FF2B5EF4-FFF2-40B4-BE49-F238E27FC236}">
                <a16:creationId xmlns:a16="http://schemas.microsoft.com/office/drawing/2014/main" id="{B3F0CABE-2F16-456A-A120-390FEDFE43A9}"/>
              </a:ext>
            </a:extLst>
          </p:cNvPr>
          <p:cNvSpPr>
            <a:spLocks noGrp="1"/>
          </p:cNvSpPr>
          <p:nvPr>
            <p:ph type="tbl" sz="quarter" idx="14"/>
          </p:nvPr>
        </p:nvSpPr>
        <p:spPr>
          <a:xfrm>
            <a:off x="556800" y="1440000"/>
            <a:ext cx="5347200" cy="4747200"/>
          </a:xfrm>
          <a:prstGeom prst="rect">
            <a:avLst/>
          </a:prstGeom>
        </p:spPr>
        <p:txBody>
          <a:bodyPr>
            <a:normAutofit/>
          </a:bodyPr>
          <a:lstStyle>
            <a:lvl1pPr marL="0" indent="0">
              <a:buNone/>
              <a:defRPr sz="2133">
                <a:solidFill>
                  <a:schemeClr val="tx2"/>
                </a:solidFill>
                <a:latin typeface="+mn-lt"/>
              </a:defRPr>
            </a:lvl1pPr>
          </a:lstStyle>
          <a:p>
            <a:r>
              <a:rPr lang="en-US" noProof="0"/>
              <a:t>Click icon to add table</a:t>
            </a:r>
          </a:p>
        </p:txBody>
      </p:sp>
      <p:sp>
        <p:nvSpPr>
          <p:cNvPr id="4" name="Footer Placeholder 3">
            <a:extLst>
              <a:ext uri="{FF2B5EF4-FFF2-40B4-BE49-F238E27FC236}">
                <a16:creationId xmlns:a16="http://schemas.microsoft.com/office/drawing/2014/main" id="{5828BA92-8F61-4F9A-B36F-9769D72C71AE}"/>
              </a:ext>
            </a:extLst>
          </p:cNvPr>
          <p:cNvSpPr>
            <a:spLocks noGrp="1"/>
          </p:cNvSpPr>
          <p:nvPr>
            <p:ph type="ftr" sz="quarter" idx="15"/>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136590788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8_Three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8" name="Text Placeholder 3">
            <a:extLst>
              <a:ext uri="{FF2B5EF4-FFF2-40B4-BE49-F238E27FC236}">
                <a16:creationId xmlns:a16="http://schemas.microsoft.com/office/drawing/2014/main" id="{2B478DF6-0668-488C-9E0C-4567E0DE8FCC}"/>
              </a:ext>
            </a:extLst>
          </p:cNvPr>
          <p:cNvSpPr>
            <a:spLocks noGrp="1"/>
          </p:cNvSpPr>
          <p:nvPr>
            <p:ph type="body" sz="quarter" idx="12"/>
          </p:nvPr>
        </p:nvSpPr>
        <p:spPr>
          <a:xfrm>
            <a:off x="556800"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0" name="Text Placeholder 3">
            <a:extLst>
              <a:ext uri="{FF2B5EF4-FFF2-40B4-BE49-F238E27FC236}">
                <a16:creationId xmlns:a16="http://schemas.microsoft.com/office/drawing/2014/main" id="{2EC091DE-89A6-4271-8BB9-BAB40C67B3E9}"/>
              </a:ext>
            </a:extLst>
          </p:cNvPr>
          <p:cNvSpPr>
            <a:spLocks noGrp="1"/>
          </p:cNvSpPr>
          <p:nvPr>
            <p:ph type="body" sz="quarter" idx="13"/>
          </p:nvPr>
        </p:nvSpPr>
        <p:spPr>
          <a:xfrm>
            <a:off x="4367808"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1" name="Text Placeholder 3">
            <a:extLst>
              <a:ext uri="{FF2B5EF4-FFF2-40B4-BE49-F238E27FC236}">
                <a16:creationId xmlns:a16="http://schemas.microsoft.com/office/drawing/2014/main" id="{4D1772D9-E08D-420E-AB34-CCAC26D77FE0}"/>
              </a:ext>
            </a:extLst>
          </p:cNvPr>
          <p:cNvSpPr>
            <a:spLocks noGrp="1"/>
          </p:cNvSpPr>
          <p:nvPr>
            <p:ph type="body" sz="quarter" idx="14"/>
          </p:nvPr>
        </p:nvSpPr>
        <p:spPr>
          <a:xfrm>
            <a:off x="8179200"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4" name="Footer Placeholder 3">
            <a:extLst>
              <a:ext uri="{FF2B5EF4-FFF2-40B4-BE49-F238E27FC236}">
                <a16:creationId xmlns:a16="http://schemas.microsoft.com/office/drawing/2014/main" id="{1ED23F99-89E3-4290-B5FE-D72F99F36EA5}"/>
              </a:ext>
            </a:extLst>
          </p:cNvPr>
          <p:cNvSpPr>
            <a:spLocks noGrp="1"/>
          </p:cNvSpPr>
          <p:nvPr>
            <p:ph type="ftr" sz="quarter" idx="15"/>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387874274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9_Three Column Table">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9" name="Table Placeholder 2">
            <a:extLst>
              <a:ext uri="{FF2B5EF4-FFF2-40B4-BE49-F238E27FC236}">
                <a16:creationId xmlns:a16="http://schemas.microsoft.com/office/drawing/2014/main" id="{D0874136-2C1C-4222-98DA-D238FBD9743F}"/>
              </a:ext>
            </a:extLst>
          </p:cNvPr>
          <p:cNvSpPr>
            <a:spLocks noGrp="1"/>
          </p:cNvSpPr>
          <p:nvPr>
            <p:ph type="tbl" sz="quarter" idx="15"/>
          </p:nvPr>
        </p:nvSpPr>
        <p:spPr>
          <a:xfrm>
            <a:off x="556416"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12" name="Table Placeholder 2">
            <a:extLst>
              <a:ext uri="{FF2B5EF4-FFF2-40B4-BE49-F238E27FC236}">
                <a16:creationId xmlns:a16="http://schemas.microsoft.com/office/drawing/2014/main" id="{B9EA6A3E-9087-42C1-89A6-8204E100E361}"/>
              </a:ext>
            </a:extLst>
          </p:cNvPr>
          <p:cNvSpPr>
            <a:spLocks noGrp="1"/>
          </p:cNvSpPr>
          <p:nvPr>
            <p:ph type="tbl" sz="quarter" idx="16"/>
          </p:nvPr>
        </p:nvSpPr>
        <p:spPr>
          <a:xfrm>
            <a:off x="8176564"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13" name="Table Placeholder 2">
            <a:extLst>
              <a:ext uri="{FF2B5EF4-FFF2-40B4-BE49-F238E27FC236}">
                <a16:creationId xmlns:a16="http://schemas.microsoft.com/office/drawing/2014/main" id="{98BD97D8-C9D8-4E9B-90F2-C010D6EE811E}"/>
              </a:ext>
            </a:extLst>
          </p:cNvPr>
          <p:cNvSpPr>
            <a:spLocks noGrp="1"/>
          </p:cNvSpPr>
          <p:nvPr>
            <p:ph type="tbl" sz="quarter" idx="17"/>
          </p:nvPr>
        </p:nvSpPr>
        <p:spPr>
          <a:xfrm>
            <a:off x="4365172"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4" name="Footer Placeholder 3">
            <a:extLst>
              <a:ext uri="{FF2B5EF4-FFF2-40B4-BE49-F238E27FC236}">
                <a16:creationId xmlns:a16="http://schemas.microsoft.com/office/drawing/2014/main" id="{7BC81E09-B357-4439-BD31-02945978E3D5}"/>
              </a:ext>
            </a:extLst>
          </p:cNvPr>
          <p:cNvSpPr>
            <a:spLocks noGrp="1"/>
          </p:cNvSpPr>
          <p:nvPr>
            <p:ph type="ftr" sz="quarter" idx="18"/>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30314856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10_Four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8" name="Text Placeholder 3">
            <a:extLst>
              <a:ext uri="{FF2B5EF4-FFF2-40B4-BE49-F238E27FC236}">
                <a16:creationId xmlns:a16="http://schemas.microsoft.com/office/drawing/2014/main" id="{09C1B709-09CD-404B-B852-419096D0681C}"/>
              </a:ext>
            </a:extLst>
          </p:cNvPr>
          <p:cNvSpPr>
            <a:spLocks noGrp="1"/>
          </p:cNvSpPr>
          <p:nvPr>
            <p:ph type="body" sz="quarter" idx="12"/>
          </p:nvPr>
        </p:nvSpPr>
        <p:spPr>
          <a:xfrm>
            <a:off x="5568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0" name="Text Placeholder 3">
            <a:extLst>
              <a:ext uri="{FF2B5EF4-FFF2-40B4-BE49-F238E27FC236}">
                <a16:creationId xmlns:a16="http://schemas.microsoft.com/office/drawing/2014/main" id="{2D9B7F28-94B8-42B4-A97D-4EBCB20F679F}"/>
              </a:ext>
            </a:extLst>
          </p:cNvPr>
          <p:cNvSpPr>
            <a:spLocks noGrp="1"/>
          </p:cNvSpPr>
          <p:nvPr>
            <p:ph type="body" sz="quarter" idx="13"/>
          </p:nvPr>
        </p:nvSpPr>
        <p:spPr>
          <a:xfrm>
            <a:off x="34080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1" name="Text Placeholder 3">
            <a:extLst>
              <a:ext uri="{FF2B5EF4-FFF2-40B4-BE49-F238E27FC236}">
                <a16:creationId xmlns:a16="http://schemas.microsoft.com/office/drawing/2014/main" id="{7AB4DD6D-9400-4306-8B75-2CFF920828FC}"/>
              </a:ext>
            </a:extLst>
          </p:cNvPr>
          <p:cNvSpPr>
            <a:spLocks noGrp="1"/>
          </p:cNvSpPr>
          <p:nvPr>
            <p:ph type="body" sz="quarter" idx="14"/>
          </p:nvPr>
        </p:nvSpPr>
        <p:spPr>
          <a:xfrm>
            <a:off x="62592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5" name="Text Placeholder 3">
            <a:extLst>
              <a:ext uri="{FF2B5EF4-FFF2-40B4-BE49-F238E27FC236}">
                <a16:creationId xmlns:a16="http://schemas.microsoft.com/office/drawing/2014/main" id="{7D6FBD4C-557B-402F-9039-EF287BD8EA52}"/>
              </a:ext>
            </a:extLst>
          </p:cNvPr>
          <p:cNvSpPr>
            <a:spLocks noGrp="1"/>
          </p:cNvSpPr>
          <p:nvPr>
            <p:ph type="body" sz="quarter" idx="15"/>
          </p:nvPr>
        </p:nvSpPr>
        <p:spPr>
          <a:xfrm>
            <a:off x="91104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4" name="Footer Placeholder 3">
            <a:extLst>
              <a:ext uri="{FF2B5EF4-FFF2-40B4-BE49-F238E27FC236}">
                <a16:creationId xmlns:a16="http://schemas.microsoft.com/office/drawing/2014/main" id="{CCEF9DDB-0B87-42B5-98DF-391316BABF9E}"/>
              </a:ext>
            </a:extLst>
          </p:cNvPr>
          <p:cNvSpPr>
            <a:spLocks noGrp="1"/>
          </p:cNvSpPr>
          <p:nvPr>
            <p:ph type="ftr" sz="quarter" idx="16"/>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18585915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Picture Placeholder 2">
            <a:extLst>
              <a:ext uri="{FF2B5EF4-FFF2-40B4-BE49-F238E27FC236}">
                <a16:creationId xmlns:a16="http://schemas.microsoft.com/office/drawing/2014/main" id="{49AC4A1E-8B43-41AC-B80A-9536A7B19A96}"/>
              </a:ext>
            </a:extLst>
          </p:cNvPr>
          <p:cNvSpPr>
            <a:spLocks noGrp="1"/>
          </p:cNvSpPr>
          <p:nvPr>
            <p:ph type="pic" idx="1" hasCustomPrompt="1"/>
          </p:nvPr>
        </p:nvSpPr>
        <p:spPr>
          <a:xfrm>
            <a:off x="5049636" y="1749575"/>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a:extLst>
              <a:ext uri="{FF2B5EF4-FFF2-40B4-BE49-F238E27FC236}">
                <a16:creationId xmlns:a16="http://schemas.microsoft.com/office/drawing/2014/main" id="{DEFFE00B-8A7D-494E-A28F-6EFFE0B67136}"/>
              </a:ext>
            </a:extLst>
          </p:cNvPr>
          <p:cNvSpPr>
            <a:spLocks noGrp="1"/>
          </p:cNvSpPr>
          <p:nvPr>
            <p:ph type="pic" idx="12" hasCustomPrompt="1"/>
          </p:nvPr>
        </p:nvSpPr>
        <p:spPr>
          <a:xfrm>
            <a:off x="2745380"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a:extLst>
              <a:ext uri="{FF2B5EF4-FFF2-40B4-BE49-F238E27FC236}">
                <a16:creationId xmlns:a16="http://schemas.microsoft.com/office/drawing/2014/main" id="{69273BF6-6A30-485D-BB2E-5D50A6DE770D}"/>
              </a:ext>
            </a:extLst>
          </p:cNvPr>
          <p:cNvSpPr>
            <a:spLocks noGrp="1"/>
          </p:cNvSpPr>
          <p:nvPr>
            <p:ph type="pic" idx="13" hasCustomPrompt="1"/>
          </p:nvPr>
        </p:nvSpPr>
        <p:spPr>
          <a:xfrm>
            <a:off x="441124"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a:extLst>
              <a:ext uri="{FF2B5EF4-FFF2-40B4-BE49-F238E27FC236}">
                <a16:creationId xmlns:a16="http://schemas.microsoft.com/office/drawing/2014/main" id="{5594527B-50BA-4678-9EFC-574E274EC3E6}"/>
              </a:ext>
            </a:extLst>
          </p:cNvPr>
          <p:cNvSpPr>
            <a:spLocks noGrp="1"/>
          </p:cNvSpPr>
          <p:nvPr>
            <p:ph type="pic" idx="14" hasCustomPrompt="1"/>
          </p:nvPr>
        </p:nvSpPr>
        <p:spPr>
          <a:xfrm>
            <a:off x="9658148"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a:extLst>
              <a:ext uri="{FF2B5EF4-FFF2-40B4-BE49-F238E27FC236}">
                <a16:creationId xmlns:a16="http://schemas.microsoft.com/office/drawing/2014/main" id="{E6960263-8498-4373-8C7B-6D6B7D484482}"/>
              </a:ext>
            </a:extLst>
          </p:cNvPr>
          <p:cNvSpPr>
            <a:spLocks noGrp="1"/>
          </p:cNvSpPr>
          <p:nvPr>
            <p:ph type="pic" idx="15" hasCustomPrompt="1"/>
          </p:nvPr>
        </p:nvSpPr>
        <p:spPr>
          <a:xfrm>
            <a:off x="7353892"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itle 1">
            <a:extLst>
              <a:ext uri="{FF2B5EF4-FFF2-40B4-BE49-F238E27FC236}">
                <a16:creationId xmlns:a16="http://schemas.microsoft.com/office/drawing/2014/main" id="{49DB2CC1-2BD7-4EA8-A698-02DBEEA2B585}"/>
              </a:ext>
            </a:extLst>
          </p:cNvPr>
          <p:cNvSpPr>
            <a:spLocks noGrp="1"/>
          </p:cNvSpPr>
          <p:nvPr>
            <p:ph type="title" hasCustomPrompt="1"/>
          </p:nvPr>
        </p:nvSpPr>
        <p:spPr>
          <a:xfrm>
            <a:off x="556800" y="372332"/>
            <a:ext cx="10198469"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0" name="Text Placeholder 2">
            <a:extLst>
              <a:ext uri="{FF2B5EF4-FFF2-40B4-BE49-F238E27FC236}">
                <a16:creationId xmlns:a16="http://schemas.microsoft.com/office/drawing/2014/main" id="{128B3F13-9C4C-4437-83EE-0EE7A4699E5C}"/>
              </a:ext>
            </a:extLst>
          </p:cNvPr>
          <p:cNvSpPr>
            <a:spLocks noGrp="1"/>
          </p:cNvSpPr>
          <p:nvPr>
            <p:ph type="body" sz="quarter" idx="16" hasCustomPrompt="1"/>
          </p:nvPr>
        </p:nvSpPr>
        <p:spPr>
          <a:xfrm>
            <a:off x="556683" y="787200"/>
            <a:ext cx="10198469"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37841198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FB9143-E2C7-4146-A635-8FB534F1A853}"/>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2366ABAA-19CF-4FF7-A8C5-5D14A035C7DF}"/>
              </a:ext>
            </a:extLst>
          </p:cNvPr>
          <p:cNvSpPr>
            <a:spLocks noGrp="1"/>
          </p:cNvSpPr>
          <p:nvPr>
            <p:ph type="pic" idx="1" hasCustomPrompt="1"/>
          </p:nvPr>
        </p:nvSpPr>
        <p:spPr>
          <a:xfrm>
            <a:off x="0" y="-1"/>
            <a:ext cx="12192000" cy="4102100"/>
          </a:xfrm>
          <a:prstGeom prst="rect">
            <a:avLst/>
          </a:prstGeom>
          <a:solidFill>
            <a:schemeClr val="bg1">
              <a:lumMod val="85000"/>
            </a:schemeClr>
          </a:solidFill>
        </p:spPr>
        <p:txBody>
          <a:bodyPr anchor="ctr"/>
          <a:lstStyle>
            <a:lvl1pPr marL="0" indent="0" algn="ctr">
              <a:buNone/>
              <a:defRPr sz="2133"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013981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FB9143-E2C7-4146-A635-8FB534F1A853}"/>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2366ABAA-19CF-4FF7-A8C5-5D14A035C7DF}"/>
              </a:ext>
            </a:extLst>
          </p:cNvPr>
          <p:cNvSpPr>
            <a:spLocks noGrp="1"/>
          </p:cNvSpPr>
          <p:nvPr>
            <p:ph type="pic" idx="1" hasCustomPrompt="1"/>
          </p:nvPr>
        </p:nvSpPr>
        <p:spPr>
          <a:xfrm>
            <a:off x="0" y="2095500"/>
            <a:ext cx="12192000" cy="2717799"/>
          </a:xfrm>
          <a:prstGeom prst="rect">
            <a:avLst/>
          </a:prstGeom>
          <a:solidFill>
            <a:schemeClr val="bg1">
              <a:lumMod val="85000"/>
            </a:schemeClr>
          </a:solidFill>
        </p:spPr>
        <p:txBody>
          <a:bodyPr anchor="ctr"/>
          <a:lstStyle>
            <a:lvl1pPr marL="0" indent="0" algn="ctr">
              <a:buNone/>
              <a:defRPr sz="2133"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2442347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D3D5DA43-D3B2-48C7-AABF-658E3D8C4712}"/>
              </a:ext>
            </a:extLst>
          </p:cNvPr>
          <p:cNvGraphicFramePr>
            <a:graphicFrameLocks noChangeAspect="1"/>
          </p:cNvGraphicFramePr>
          <p:nvPr userDrawn="1">
            <p:custDataLst>
              <p:tags r:id="rId2"/>
            </p:custDataLst>
            <p:extLst>
              <p:ext uri="{D42A27DB-BD31-4B8C-83A1-F6EECF244321}">
                <p14:modId xmlns:p14="http://schemas.microsoft.com/office/powerpoint/2010/main" val="1686902971"/>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7187" name="think-cell Slide" r:id="rId4" imgW="270" imgH="270" progId="TCLayout.ActiveDocument.1">
                  <p:embed/>
                </p:oleObj>
              </mc:Choice>
              <mc:Fallback>
                <p:oleObj name="think-cell Slide" r:id="rId4" imgW="270" imgH="270" progId="TCLayout.ActiveDocument.1">
                  <p:embed/>
                  <p:pic>
                    <p:nvPicPr>
                      <p:cNvPr id="6" name="Object 5" hidden="1">
                        <a:extLst>
                          <a:ext uri="{FF2B5EF4-FFF2-40B4-BE49-F238E27FC236}">
                            <a16:creationId xmlns:a16="http://schemas.microsoft.com/office/drawing/2014/main" id="{D3D5DA43-D3B2-48C7-AABF-658E3D8C4712}"/>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7B60C18F-9B77-4DCD-8497-0447A4A7FA1F}"/>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72E1D441-2084-4925-965B-C0FA5A76E09D}"/>
              </a:ext>
            </a:extLst>
          </p:cNvPr>
          <p:cNvSpPr>
            <a:spLocks noGrp="1"/>
          </p:cNvSpPr>
          <p:nvPr>
            <p:ph type="pic" idx="11" hasCustomPrompt="1"/>
          </p:nvPr>
        </p:nvSpPr>
        <p:spPr>
          <a:xfrm>
            <a:off x="3887755" y="0"/>
            <a:ext cx="4416491" cy="6858000"/>
          </a:xfrm>
          <a:prstGeom prst="rect">
            <a:avLst/>
          </a:prstGeom>
          <a:solidFill>
            <a:schemeClr val="bg1">
              <a:lumMod val="95000"/>
            </a:schemeClr>
          </a:solidFill>
          <a:effectLst/>
        </p:spPr>
        <p:txBody>
          <a:bodyPr anchor="ctr"/>
          <a:lstStyle>
            <a:lvl1pPr marL="0" indent="0" algn="ctr">
              <a:buNone/>
              <a:defRPr sz="1600" b="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748528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EE9D86-53A1-4375-A699-FD3E7C6D80B9}"/>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4DF892E0-3762-4A4C-BABA-33BD9EDCB502}"/>
              </a:ext>
            </a:extLst>
          </p:cNvPr>
          <p:cNvSpPr>
            <a:spLocks noGrp="1"/>
          </p:cNvSpPr>
          <p:nvPr>
            <p:ph type="pic" idx="11" hasCustomPrompt="1"/>
          </p:nvPr>
        </p:nvSpPr>
        <p:spPr>
          <a:xfrm>
            <a:off x="9144000" y="931704"/>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a:extLst>
              <a:ext uri="{FF2B5EF4-FFF2-40B4-BE49-F238E27FC236}">
                <a16:creationId xmlns:a16="http://schemas.microsoft.com/office/drawing/2014/main" id="{A66A9D25-AA4A-4C83-9A86-ABD5DD9B067D}"/>
              </a:ext>
            </a:extLst>
          </p:cNvPr>
          <p:cNvSpPr>
            <a:spLocks noGrp="1"/>
          </p:cNvSpPr>
          <p:nvPr>
            <p:ph type="pic" idx="12" hasCustomPrompt="1"/>
          </p:nvPr>
        </p:nvSpPr>
        <p:spPr>
          <a:xfrm>
            <a:off x="6099847" y="3438142"/>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a:extLst>
              <a:ext uri="{FF2B5EF4-FFF2-40B4-BE49-F238E27FC236}">
                <a16:creationId xmlns:a16="http://schemas.microsoft.com/office/drawing/2014/main" id="{71ED421E-EB81-4736-82BC-6302B4493C3A}"/>
              </a:ext>
            </a:extLst>
          </p:cNvPr>
          <p:cNvSpPr>
            <a:spLocks noGrp="1"/>
          </p:cNvSpPr>
          <p:nvPr>
            <p:ph type="pic" idx="13" hasCustomPrompt="1"/>
          </p:nvPr>
        </p:nvSpPr>
        <p:spPr>
          <a:xfrm>
            <a:off x="3052571" y="932723"/>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a:extLst>
              <a:ext uri="{FF2B5EF4-FFF2-40B4-BE49-F238E27FC236}">
                <a16:creationId xmlns:a16="http://schemas.microsoft.com/office/drawing/2014/main" id="{7B34B74E-A410-4714-A11B-9A0A269B99FE}"/>
              </a:ext>
            </a:extLst>
          </p:cNvPr>
          <p:cNvSpPr>
            <a:spLocks noGrp="1"/>
          </p:cNvSpPr>
          <p:nvPr>
            <p:ph type="pic" idx="14" hasCustomPrompt="1"/>
          </p:nvPr>
        </p:nvSpPr>
        <p:spPr>
          <a:xfrm>
            <a:off x="0" y="3439160"/>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9793027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6"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mn-lt"/>
              </a:defRPr>
            </a:lvl1pPr>
          </a:lstStyle>
          <a:p>
            <a:r>
              <a:rPr lang="en-US" dirty="0">
                <a:cs typeface="Arial" panose="020B0604020202020204" pitchFamily="34" charset="0"/>
              </a:rPr>
              <a:t>&lt;Change information classification in footer&gt;</a:t>
            </a:r>
          </a:p>
        </p:txBody>
      </p:sp>
      <p:sp>
        <p:nvSpPr>
          <p:cNvPr id="10" name="Title 1"/>
          <p:cNvSpPr>
            <a:spLocks noGrp="1"/>
          </p:cNvSpPr>
          <p:nvPr>
            <p:ph type="title" hasCustomPrompt="1"/>
          </p:nvPr>
        </p:nvSpPr>
        <p:spPr>
          <a:xfrm>
            <a:off x="556800" y="372332"/>
            <a:ext cx="10200211"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0200211"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pic>
        <p:nvPicPr>
          <p:cNvPr id="67" name="Picture 66"/>
          <p:cNvPicPr>
            <a:picLocks noChangeAspect="1"/>
          </p:cNvPicPr>
          <p:nvPr userDrawn="1"/>
        </p:nvPicPr>
        <p:blipFill>
          <a:blip r:embed="rId2"/>
          <a:stretch>
            <a:fillRect/>
          </a:stretch>
        </p:blipFill>
        <p:spPr>
          <a:xfrm>
            <a:off x="10755153" y="158512"/>
            <a:ext cx="1014804" cy="792000"/>
          </a:xfrm>
          <a:prstGeom prst="rect">
            <a:avLst/>
          </a:prstGeom>
        </p:spPr>
      </p:pic>
    </p:spTree>
    <p:extLst>
      <p:ext uri="{BB962C8B-B14F-4D97-AF65-F5344CB8AC3E}">
        <p14:creationId xmlns:p14="http://schemas.microsoft.com/office/powerpoint/2010/main" val="328101958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Final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808230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Nokia White 1">
    <p:spTree>
      <p:nvGrpSpPr>
        <p:cNvPr id="1" name=""/>
        <p:cNvGrpSpPr/>
        <p:nvPr/>
      </p:nvGrpSpPr>
      <p:grpSpPr>
        <a:xfrm>
          <a:off x="0" y="0"/>
          <a:ext cx="0" cy="0"/>
          <a:chOff x="0" y="0"/>
          <a:chExt cx="0" cy="0"/>
        </a:xfrm>
      </p:grpSpPr>
      <p:sp>
        <p:nvSpPr>
          <p:cNvPr id="3" name="Content Placeholder 2"/>
          <p:cNvSpPr>
            <a:spLocks noGrp="1"/>
          </p:cNvSpPr>
          <p:nvPr>
            <p:ph sz="quarter" idx="15"/>
          </p:nvPr>
        </p:nvSpPr>
        <p:spPr>
          <a:xfrm>
            <a:off x="557491" y="1440000"/>
            <a:ext cx="11078400" cy="4747200"/>
          </a:xfrm>
          <a:prstGeom prst="rect">
            <a:avLst/>
          </a:prstGeom>
        </p:spPr>
        <p:txBody>
          <a:bodyPr lIns="0" tIns="0" rIns="0" bIns="0"/>
          <a:lstStyle>
            <a:lvl1pPr>
              <a:defRPr sz="2133">
                <a:solidFill>
                  <a:schemeClr val="bg1"/>
                </a:solidFill>
              </a:defRPr>
            </a:lvl1pPr>
            <a:lvl2pPr marL="614385">
              <a:defRPr sz="1867"/>
            </a:lvl2pPr>
            <a:lvl3pPr marL="921577" indent="-307192">
              <a:defRPr sz="1600"/>
            </a:lvl3pPr>
            <a:lvl4pPr marL="1228769">
              <a:defRPr sz="1333"/>
            </a:lvl4pPr>
            <a:lvl5pPr marL="1535962">
              <a:defRPr sz="1067"/>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
        <p:nvSpPr>
          <p:cNvPr id="8" name="Title 1"/>
          <p:cNvSpPr>
            <a:spLocks noGrp="1"/>
          </p:cNvSpPr>
          <p:nvPr>
            <p:ph type="title" hasCustomPrompt="1"/>
          </p:nvPr>
        </p:nvSpPr>
        <p:spPr>
          <a:xfrm>
            <a:off x="557493" y="372332"/>
            <a:ext cx="11078400" cy="412800"/>
          </a:xfrm>
        </p:spPr>
        <p:txBody>
          <a:bodyPr/>
          <a:lstStyle>
            <a:lvl1pPr>
              <a:defRPr sz="2667" b="0">
                <a:solidFill>
                  <a:schemeClr val="bg1"/>
                </a:solidFill>
                <a:latin typeface="+mj-lt"/>
              </a:defRPr>
            </a:lvl1pPr>
          </a:lstStyle>
          <a:p>
            <a:r>
              <a:rPr lang="en-GB" noProof="0" dirty="0"/>
              <a:t>Click to edit headline</a:t>
            </a:r>
          </a:p>
        </p:txBody>
      </p:sp>
      <p:sp>
        <p:nvSpPr>
          <p:cNvPr id="7"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1"/>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pic>
        <p:nvPicPr>
          <p:cNvPr id="9" name="Picture 8">
            <a:extLst>
              <a:ext uri="{FF2B5EF4-FFF2-40B4-BE49-F238E27FC236}">
                <a16:creationId xmlns:a16="http://schemas.microsoft.com/office/drawing/2014/main" id="{4A9FE3B2-D9A0-4F21-AECC-43D9C08EE142}"/>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spTree>
    <p:extLst>
      <p:ext uri="{BB962C8B-B14F-4D97-AF65-F5344CB8AC3E}">
        <p14:creationId xmlns:p14="http://schemas.microsoft.com/office/powerpoint/2010/main" val="107001577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Nokia Blue Separator">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4943069" y="3240618"/>
            <a:ext cx="2321432" cy="376767"/>
          </a:xfrm>
          <a:prstGeom prst="rect">
            <a:avLst/>
          </a:prstGeom>
        </p:spPr>
      </p:pic>
    </p:spTree>
    <p:extLst>
      <p:ext uri="{BB962C8B-B14F-4D97-AF65-F5344CB8AC3E}">
        <p14:creationId xmlns:p14="http://schemas.microsoft.com/office/powerpoint/2010/main" val="320693018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3 Content">
    <p:spTree>
      <p:nvGrpSpPr>
        <p:cNvPr id="1" name=""/>
        <p:cNvGrpSpPr/>
        <p:nvPr/>
      </p:nvGrpSpPr>
      <p:grpSpPr>
        <a:xfrm>
          <a:off x="0" y="0"/>
          <a:ext cx="0" cy="0"/>
          <a:chOff x="0" y="0"/>
          <a:chExt cx="0" cy="0"/>
        </a:xfrm>
      </p:grpSpPr>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
        <p:nvSpPr>
          <p:cNvPr id="6" name="Content Placeholder 5">
            <a:extLst>
              <a:ext uri="{FF2B5EF4-FFF2-40B4-BE49-F238E27FC236}">
                <a16:creationId xmlns:a16="http://schemas.microsoft.com/office/drawing/2014/main" id="{6192CEEA-D10B-4027-B574-871A2D467B46}"/>
              </a:ext>
            </a:extLst>
          </p:cNvPr>
          <p:cNvSpPr>
            <a:spLocks noGrp="1"/>
          </p:cNvSpPr>
          <p:nvPr>
            <p:ph sz="quarter" idx="13" hasCustomPrompt="1"/>
          </p:nvPr>
        </p:nvSpPr>
        <p:spPr>
          <a:xfrm>
            <a:off x="556684" y="1440000"/>
            <a:ext cx="11078400" cy="4656000"/>
          </a:xfrm>
          <a:prstGeom prst="rect">
            <a:avLst/>
          </a:prstGeom>
        </p:spPr>
        <p:txBody>
          <a:bodyPr lIns="0" tIns="0" rIns="0" bIns="0"/>
          <a:lstStyle>
            <a:lvl1pPr marL="0" indent="0">
              <a:lnSpc>
                <a:spcPct val="100000"/>
              </a:lnSpc>
              <a:spcBef>
                <a:spcPts val="0"/>
              </a:spcBef>
              <a:spcAft>
                <a:spcPts val="800"/>
              </a:spcAft>
              <a:buNone/>
              <a:defRPr sz="2133">
                <a:solidFill>
                  <a:schemeClr val="tx2"/>
                </a:solidFill>
              </a:defRPr>
            </a:lvl1pPr>
            <a:lvl2pPr marL="307192" indent="0">
              <a:lnSpc>
                <a:spcPct val="100000"/>
              </a:lnSpc>
              <a:spcBef>
                <a:spcPts val="0"/>
              </a:spcBef>
              <a:spcAft>
                <a:spcPts val="800"/>
              </a:spcAft>
              <a:buNone/>
              <a:defRPr sz="1867">
                <a:solidFill>
                  <a:schemeClr val="tx2"/>
                </a:solidFill>
              </a:defRPr>
            </a:lvl2pPr>
            <a:lvl3pPr marL="619185" indent="0">
              <a:lnSpc>
                <a:spcPct val="100000"/>
              </a:lnSpc>
              <a:spcBef>
                <a:spcPts val="0"/>
              </a:spcBef>
              <a:spcAft>
                <a:spcPts val="800"/>
              </a:spcAft>
              <a:buNone/>
              <a:defRPr sz="1600">
                <a:solidFill>
                  <a:schemeClr val="tx2"/>
                </a:solidFill>
              </a:defRPr>
            </a:lvl3pPr>
            <a:lvl4pPr marL="926377" indent="0">
              <a:lnSpc>
                <a:spcPct val="100000"/>
              </a:lnSpc>
              <a:spcBef>
                <a:spcPts val="0"/>
              </a:spcBef>
              <a:spcAft>
                <a:spcPts val="800"/>
              </a:spcAft>
              <a:buNone/>
              <a:defRPr sz="1333">
                <a:solidFill>
                  <a:schemeClr val="tx2"/>
                </a:solidFill>
              </a:defRPr>
            </a:lvl4pPr>
            <a:lvl5pPr marL="1828754" indent="0">
              <a:buNone/>
              <a:defRPr sz="1067">
                <a:solidFill>
                  <a:schemeClr val="tx2"/>
                </a:solidFill>
              </a:defRPr>
            </a:lvl5p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154548542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10"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142379967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3_Nokia White 1">
    <p:spTree>
      <p:nvGrpSpPr>
        <p:cNvPr id="1" name=""/>
        <p:cNvGrpSpPr/>
        <p:nvPr/>
      </p:nvGrpSpPr>
      <p:grpSpPr>
        <a:xfrm>
          <a:off x="0" y="0"/>
          <a:ext cx="0" cy="0"/>
          <a:chOff x="0" y="0"/>
          <a:chExt cx="0" cy="0"/>
        </a:xfrm>
      </p:grpSpPr>
      <p:sp>
        <p:nvSpPr>
          <p:cNvPr id="8" name="Title 1"/>
          <p:cNvSpPr>
            <a:spLocks noGrp="1"/>
          </p:cNvSpPr>
          <p:nvPr>
            <p:ph type="title" hasCustomPrompt="1"/>
          </p:nvPr>
        </p:nvSpPr>
        <p:spPr>
          <a:xfrm>
            <a:off x="557493" y="372332"/>
            <a:ext cx="11078400" cy="902811"/>
          </a:xfrm>
        </p:spPr>
        <p:txBody>
          <a:bodyPr>
            <a:spAutoFit/>
          </a:bodyPr>
          <a:lstStyle>
            <a:lvl1pPr marL="829713" indent="-829713">
              <a:tabLst/>
              <a:defRPr sz="5867" b="0">
                <a:solidFill>
                  <a:schemeClr val="bg1"/>
                </a:solidFill>
                <a:latin typeface="+mj-lt"/>
              </a:defRPr>
            </a:lvl1pPr>
          </a:lstStyle>
          <a:p>
            <a:r>
              <a:rPr lang="en-GB" noProof="0" dirty="0"/>
              <a:t>Click to edit headline</a:t>
            </a:r>
          </a:p>
        </p:txBody>
      </p:sp>
    </p:spTree>
    <p:extLst>
      <p:ext uri="{BB962C8B-B14F-4D97-AF65-F5344CB8AC3E}">
        <p14:creationId xmlns:p14="http://schemas.microsoft.com/office/powerpoint/2010/main" val="226518354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3869CE-13AA-4A11-B4C0-EFDBCBC34897}"/>
              </a:ext>
            </a:extLst>
          </p:cNvPr>
          <p:cNvSpPr>
            <a:spLocks noGrp="1"/>
          </p:cNvSpPr>
          <p:nvPr>
            <p:ph type="ctrTitle"/>
          </p:nvPr>
        </p:nvSpPr>
        <p:spPr>
          <a:xfrm>
            <a:off x="1524000" y="2586633"/>
            <a:ext cx="9144000" cy="92333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566DE996-8311-40DF-9590-DE1F56EB195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27F6FCD4-8DC3-4DF1-8068-4E9FCFCC0F38}"/>
              </a:ext>
            </a:extLst>
          </p:cNvPr>
          <p:cNvSpPr>
            <a:spLocks noGrp="1"/>
          </p:cNvSpPr>
          <p:nvPr>
            <p:ph type="dt" sz="half" idx="10"/>
          </p:nvPr>
        </p:nvSpPr>
        <p:spPr/>
        <p:txBody>
          <a:bodyPr/>
          <a:lstStyle/>
          <a:p>
            <a:fld id="{F95114AD-8D48-432F-B927-A7CBD614477B}" type="datetimeFigureOut">
              <a:rPr lang="en-GB" smtClean="0"/>
              <a:t>13/04/2023</a:t>
            </a:fld>
            <a:endParaRPr lang="en-GB"/>
          </a:p>
        </p:txBody>
      </p:sp>
      <p:sp>
        <p:nvSpPr>
          <p:cNvPr id="6" name="Slide Number Placeholder 5">
            <a:extLst>
              <a:ext uri="{FF2B5EF4-FFF2-40B4-BE49-F238E27FC236}">
                <a16:creationId xmlns:a16="http://schemas.microsoft.com/office/drawing/2014/main" id="{AA51C941-8D21-4D85-B41F-5057929EF1DC}"/>
              </a:ext>
            </a:extLst>
          </p:cNvPr>
          <p:cNvSpPr>
            <a:spLocks noGrp="1"/>
          </p:cNvSpPr>
          <p:nvPr>
            <p:ph type="sldNum" sz="quarter" idx="12"/>
          </p:nvPr>
        </p:nvSpPr>
        <p:spPr/>
        <p:txBody>
          <a:bodyPr/>
          <a:lstStyle/>
          <a:p>
            <a:fld id="{E31ED26E-352E-4474-A42E-112A5F33EA1C}" type="slidenum">
              <a:rPr lang="en-GB" smtClean="0"/>
              <a:t>‹#›</a:t>
            </a:fld>
            <a:endParaRPr lang="en-GB"/>
          </a:p>
        </p:txBody>
      </p:sp>
    </p:spTree>
    <p:extLst>
      <p:ext uri="{BB962C8B-B14F-4D97-AF65-F5344CB8AC3E}">
        <p14:creationId xmlns:p14="http://schemas.microsoft.com/office/powerpoint/2010/main" val="300648698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1-1 White - plain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68"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40393113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Confidential</a:t>
            </a:r>
            <a:endParaRPr lang="en-US" dirty="0"/>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363120886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4_Nokia Blue Plain">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7E74539-BCD2-4FA8-ABCE-459FFBD5ADD3}"/>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grpSp>
        <p:nvGrpSpPr>
          <p:cNvPr id="1746" name="Group 1745">
            <a:extLst>
              <a:ext uri="{FF2B5EF4-FFF2-40B4-BE49-F238E27FC236}">
                <a16:creationId xmlns:a16="http://schemas.microsoft.com/office/drawing/2014/main" id="{4450FA0A-BB0F-4938-A15B-2F29108AE768}"/>
              </a:ext>
            </a:extLst>
          </p:cNvPr>
          <p:cNvGrpSpPr/>
          <p:nvPr userDrawn="1"/>
        </p:nvGrpSpPr>
        <p:grpSpPr>
          <a:xfrm>
            <a:off x="-267252" y="-541866"/>
            <a:ext cx="12726504" cy="8669865"/>
            <a:chOff x="-200439" y="-406400"/>
            <a:chExt cx="9544878" cy="6502399"/>
          </a:xfrm>
          <a:solidFill>
            <a:schemeClr val="bg1">
              <a:alpha val="10000"/>
            </a:schemeClr>
          </a:solidFill>
        </p:grpSpPr>
        <p:sp>
          <p:nvSpPr>
            <p:cNvPr id="1545" name="Freeform 5">
              <a:extLst>
                <a:ext uri="{FF2B5EF4-FFF2-40B4-BE49-F238E27FC236}">
                  <a16:creationId xmlns:a16="http://schemas.microsoft.com/office/drawing/2014/main" id="{2FB48C98-E9CE-49B9-A449-77D7F01DB126}"/>
                </a:ext>
              </a:extLst>
            </p:cNvPr>
            <p:cNvSpPr>
              <a:spLocks noEditPoints="1"/>
            </p:cNvSpPr>
            <p:nvPr userDrawn="1"/>
          </p:nvSpPr>
          <p:spPr bwMode="auto">
            <a:xfrm>
              <a:off x="610354" y="-13747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6"/>
                    <a:pt x="86" y="26"/>
                    <a:pt x="86" y="26"/>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6" name="Freeform 6">
              <a:extLst>
                <a:ext uri="{FF2B5EF4-FFF2-40B4-BE49-F238E27FC236}">
                  <a16:creationId xmlns:a16="http://schemas.microsoft.com/office/drawing/2014/main" id="{57C9CB61-E54C-40F5-9EDC-B210D32519F3}"/>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7" name="Freeform 7">
              <a:extLst>
                <a:ext uri="{FF2B5EF4-FFF2-40B4-BE49-F238E27FC236}">
                  <a16:creationId xmlns:a16="http://schemas.microsoft.com/office/drawing/2014/main" id="{F8213690-8583-4C7A-BB03-F034E67E0241}"/>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8" name="Freeform 8">
              <a:extLst>
                <a:ext uri="{FF2B5EF4-FFF2-40B4-BE49-F238E27FC236}">
                  <a16:creationId xmlns:a16="http://schemas.microsoft.com/office/drawing/2014/main" id="{688EEFD4-4881-4DD9-8519-2C8935C89572}"/>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9" name="Freeform 9">
              <a:extLst>
                <a:ext uri="{FF2B5EF4-FFF2-40B4-BE49-F238E27FC236}">
                  <a16:creationId xmlns:a16="http://schemas.microsoft.com/office/drawing/2014/main" id="{A2EF0BD1-21F0-4623-AFE0-14F613FCB9F4}"/>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0" name="Freeform 10">
              <a:extLst>
                <a:ext uri="{FF2B5EF4-FFF2-40B4-BE49-F238E27FC236}">
                  <a16:creationId xmlns:a16="http://schemas.microsoft.com/office/drawing/2014/main" id="{AE0096BB-176C-4745-A2BC-50B5859D040D}"/>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1" name="Freeform 11">
              <a:extLst>
                <a:ext uri="{FF2B5EF4-FFF2-40B4-BE49-F238E27FC236}">
                  <a16:creationId xmlns:a16="http://schemas.microsoft.com/office/drawing/2014/main" id="{DA5EF227-C234-413C-989B-E4F8F55E6F40}"/>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2" name="Freeform 12">
              <a:extLst>
                <a:ext uri="{FF2B5EF4-FFF2-40B4-BE49-F238E27FC236}">
                  <a16:creationId xmlns:a16="http://schemas.microsoft.com/office/drawing/2014/main" id="{E8CB77DF-F93D-4182-B061-7616EA2BFEB2}"/>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3" name="Freeform 13">
              <a:extLst>
                <a:ext uri="{FF2B5EF4-FFF2-40B4-BE49-F238E27FC236}">
                  <a16:creationId xmlns:a16="http://schemas.microsoft.com/office/drawing/2014/main" id="{BAD6F146-7DDD-4978-9D9F-843D09A8ED28}"/>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4" name="Freeform 14">
              <a:extLst>
                <a:ext uri="{FF2B5EF4-FFF2-40B4-BE49-F238E27FC236}">
                  <a16:creationId xmlns:a16="http://schemas.microsoft.com/office/drawing/2014/main" id="{2B4AE744-1626-4C42-809F-40E421F5FEED}"/>
                </a:ext>
              </a:extLst>
            </p:cNvPr>
            <p:cNvSpPr>
              <a:spLocks noEditPoints="1"/>
            </p:cNvSpPr>
            <p:nvPr userDrawn="1"/>
          </p:nvSpPr>
          <p:spPr bwMode="auto">
            <a:xfrm>
              <a:off x="2530970" y="1470064"/>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5" name="Freeform 15">
              <a:extLst>
                <a:ext uri="{FF2B5EF4-FFF2-40B4-BE49-F238E27FC236}">
                  <a16:creationId xmlns:a16="http://schemas.microsoft.com/office/drawing/2014/main" id="{758E0115-1047-41BB-A6AF-F7B1A25F2BF3}"/>
                </a:ext>
              </a:extLst>
            </p:cNvPr>
            <p:cNvSpPr>
              <a:spLocks noEditPoints="1"/>
            </p:cNvSpPr>
            <p:nvPr userDrawn="1"/>
          </p:nvSpPr>
          <p:spPr bwMode="auto">
            <a:xfrm>
              <a:off x="1248552" y="546884"/>
              <a:ext cx="295017" cy="291003"/>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68 w 196"/>
                <a:gd name="T39" fmla="*/ 53 h 193"/>
                <a:gd name="T40" fmla="*/ 53 w 196"/>
                <a:gd name="T41" fmla="*/ 67 h 193"/>
                <a:gd name="T42" fmla="*/ 45 w 196"/>
                <a:gd name="T43" fmla="*/ 86 h 193"/>
                <a:gd name="T44" fmla="*/ 45 w 196"/>
                <a:gd name="T45" fmla="*/ 107 h 193"/>
                <a:gd name="T46" fmla="*/ 53 w 196"/>
                <a:gd name="T47" fmla="*/ 126 h 193"/>
                <a:gd name="T48" fmla="*/ 68 w 196"/>
                <a:gd name="T49" fmla="*/ 141 h 193"/>
                <a:gd name="T50" fmla="*/ 88 w 196"/>
                <a:gd name="T51" fmla="*/ 148 h 193"/>
                <a:gd name="T52" fmla="*/ 109 w 196"/>
                <a:gd name="T53" fmla="*/ 148 h 193"/>
                <a:gd name="T54" fmla="*/ 128 w 196"/>
                <a:gd name="T55" fmla="*/ 141 h 193"/>
                <a:gd name="T56" fmla="*/ 143 w 196"/>
                <a:gd name="T57" fmla="*/ 126 h 193"/>
                <a:gd name="T58" fmla="*/ 151 w 196"/>
                <a:gd name="T59" fmla="*/ 107 h 193"/>
                <a:gd name="T60" fmla="*/ 184 w 196"/>
                <a:gd name="T61" fmla="*/ 94 h 193"/>
                <a:gd name="T62" fmla="*/ 189 w 196"/>
                <a:gd name="T63" fmla="*/ 60 h 193"/>
                <a:gd name="T64" fmla="*/ 168 w 196"/>
                <a:gd name="T65" fmla="*/ 29 h 193"/>
                <a:gd name="T66" fmla="*/ 136 w 196"/>
                <a:gd name="T67" fmla="*/ 8 h 193"/>
                <a:gd name="T68" fmla="*/ 101 w 196"/>
                <a:gd name="T69" fmla="*/ 13 h 193"/>
                <a:gd name="T70" fmla="*/ 88 w 196"/>
                <a:gd name="T71" fmla="*/ 45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60" y="8"/>
                  </a:move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6" name="Freeform 16">
              <a:extLst>
                <a:ext uri="{FF2B5EF4-FFF2-40B4-BE49-F238E27FC236}">
                  <a16:creationId xmlns:a16="http://schemas.microsoft.com/office/drawing/2014/main" id="{1EF10799-7EA4-400C-8C6E-399B1B26F9B4}"/>
                </a:ext>
              </a:extLst>
            </p:cNvPr>
            <p:cNvSpPr>
              <a:spLocks noEditPoints="1"/>
            </p:cNvSpPr>
            <p:nvPr userDrawn="1"/>
          </p:nvSpPr>
          <p:spPr bwMode="auto">
            <a:xfrm>
              <a:off x="2199829" y="574981"/>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7" name="Freeform 17">
              <a:extLst>
                <a:ext uri="{FF2B5EF4-FFF2-40B4-BE49-F238E27FC236}">
                  <a16:creationId xmlns:a16="http://schemas.microsoft.com/office/drawing/2014/main" id="{C0D566DF-0B51-48BC-9C92-0DED2C282EFC}"/>
                </a:ext>
              </a:extLst>
            </p:cNvPr>
            <p:cNvSpPr>
              <a:spLocks noEditPoints="1"/>
            </p:cNvSpPr>
            <p:nvPr userDrawn="1"/>
          </p:nvSpPr>
          <p:spPr bwMode="auto">
            <a:xfrm>
              <a:off x="2553046" y="-73252"/>
              <a:ext cx="194671" cy="186644"/>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8" name="Freeform 18">
              <a:extLst>
                <a:ext uri="{FF2B5EF4-FFF2-40B4-BE49-F238E27FC236}">
                  <a16:creationId xmlns:a16="http://schemas.microsoft.com/office/drawing/2014/main" id="{6F0C6B77-C7E0-4AF0-9EB8-093ED73635F9}"/>
                </a:ext>
              </a:extLst>
            </p:cNvPr>
            <p:cNvSpPr>
              <a:spLocks noEditPoints="1"/>
            </p:cNvSpPr>
            <p:nvPr userDrawn="1"/>
          </p:nvSpPr>
          <p:spPr bwMode="auto">
            <a:xfrm>
              <a:off x="2111525" y="1421898"/>
              <a:ext cx="124429" cy="122422"/>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9" name="Freeform 19">
              <a:extLst>
                <a:ext uri="{FF2B5EF4-FFF2-40B4-BE49-F238E27FC236}">
                  <a16:creationId xmlns:a16="http://schemas.microsoft.com/office/drawing/2014/main" id="{432A0F20-DC98-41EF-9D22-ED6308F8363D}"/>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0" name="Freeform 20">
              <a:extLst>
                <a:ext uri="{FF2B5EF4-FFF2-40B4-BE49-F238E27FC236}">
                  <a16:creationId xmlns:a16="http://schemas.microsoft.com/office/drawing/2014/main" id="{F726FB74-B101-4790-8EED-4359690AD9D8}"/>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1" name="Freeform 21">
              <a:extLst>
                <a:ext uri="{FF2B5EF4-FFF2-40B4-BE49-F238E27FC236}">
                  <a16:creationId xmlns:a16="http://schemas.microsoft.com/office/drawing/2014/main" id="{416C9149-C8B0-4AE9-A065-DE1624144574}"/>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2" name="Freeform 22">
              <a:extLst>
                <a:ext uri="{FF2B5EF4-FFF2-40B4-BE49-F238E27FC236}">
                  <a16:creationId xmlns:a16="http://schemas.microsoft.com/office/drawing/2014/main" id="{760A0034-9CF2-4355-BF7D-C427D6B66442}"/>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3" name="Freeform 23">
              <a:extLst>
                <a:ext uri="{FF2B5EF4-FFF2-40B4-BE49-F238E27FC236}">
                  <a16:creationId xmlns:a16="http://schemas.microsoft.com/office/drawing/2014/main" id="{83C025FC-E6E9-434A-8400-1D04E1BD8509}"/>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4" name="Freeform 24">
              <a:extLst>
                <a:ext uri="{FF2B5EF4-FFF2-40B4-BE49-F238E27FC236}">
                  <a16:creationId xmlns:a16="http://schemas.microsoft.com/office/drawing/2014/main" id="{CD80D7A2-8863-4711-AA2E-1A60DF55DB87}"/>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5" name="Freeform 25">
              <a:extLst>
                <a:ext uri="{FF2B5EF4-FFF2-40B4-BE49-F238E27FC236}">
                  <a16:creationId xmlns:a16="http://schemas.microsoft.com/office/drawing/2014/main" id="{603225AE-4EBF-4004-B367-CE472CAD08BF}"/>
                </a:ext>
              </a:extLst>
            </p:cNvPr>
            <p:cNvSpPr>
              <a:spLocks noEditPoints="1"/>
            </p:cNvSpPr>
            <p:nvPr userDrawn="1"/>
          </p:nvSpPr>
          <p:spPr bwMode="auto">
            <a:xfrm>
              <a:off x="261151" y="532835"/>
              <a:ext cx="329134" cy="323114"/>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6" name="Freeform 26">
              <a:extLst>
                <a:ext uri="{FF2B5EF4-FFF2-40B4-BE49-F238E27FC236}">
                  <a16:creationId xmlns:a16="http://schemas.microsoft.com/office/drawing/2014/main" id="{E6D29670-F9E8-4FAA-A3DA-3B8699E912E3}"/>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7" name="Freeform 27">
              <a:extLst>
                <a:ext uri="{FF2B5EF4-FFF2-40B4-BE49-F238E27FC236}">
                  <a16:creationId xmlns:a16="http://schemas.microsoft.com/office/drawing/2014/main" id="{832BF7B1-101C-4F55-9AD7-DD95C681444D}"/>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8" name="Freeform 28">
              <a:extLst>
                <a:ext uri="{FF2B5EF4-FFF2-40B4-BE49-F238E27FC236}">
                  <a16:creationId xmlns:a16="http://schemas.microsoft.com/office/drawing/2014/main" id="{48C77F52-A778-40DA-A7EA-15E2A62B31F8}"/>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9" name="Freeform 29">
              <a:extLst>
                <a:ext uri="{FF2B5EF4-FFF2-40B4-BE49-F238E27FC236}">
                  <a16:creationId xmlns:a16="http://schemas.microsoft.com/office/drawing/2014/main" id="{5391C78E-D1FE-4CD2-8B11-1E24148F7CE2}"/>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0" name="Freeform 30">
              <a:extLst>
                <a:ext uri="{FF2B5EF4-FFF2-40B4-BE49-F238E27FC236}">
                  <a16:creationId xmlns:a16="http://schemas.microsoft.com/office/drawing/2014/main" id="{CFC4A79F-CCA0-4C45-BC68-44375656F0ED}"/>
                </a:ext>
              </a:extLst>
            </p:cNvPr>
            <p:cNvSpPr>
              <a:spLocks noEditPoints="1"/>
            </p:cNvSpPr>
            <p:nvPr userDrawn="1"/>
          </p:nvSpPr>
          <p:spPr bwMode="auto">
            <a:xfrm>
              <a:off x="475891" y="199688"/>
              <a:ext cx="118408" cy="118408"/>
            </a:xfrm>
            <a:custGeom>
              <a:avLst/>
              <a:gdLst>
                <a:gd name="T0" fmla="*/ 78 w 78"/>
                <a:gd name="T1" fmla="*/ 39 h 78"/>
                <a:gd name="T2" fmla="*/ 78 w 78"/>
                <a:gd name="T3" fmla="*/ 39 h 78"/>
                <a:gd name="T4" fmla="*/ 78 w 78"/>
                <a:gd name="T5" fmla="*/ 39 h 78"/>
                <a:gd name="T6" fmla="*/ 39 w 78"/>
                <a:gd name="T7" fmla="*/ 0 h 78"/>
                <a:gd name="T8" fmla="*/ 11 w 78"/>
                <a:gd name="T9" fmla="*/ 12 h 78"/>
                <a:gd name="T10" fmla="*/ 0 w 78"/>
                <a:gd name="T11" fmla="*/ 39 h 78"/>
                <a:gd name="T12" fmla="*/ 11 w 78"/>
                <a:gd name="T13" fmla="*/ 66 h 78"/>
                <a:gd name="T14" fmla="*/ 39 w 78"/>
                <a:gd name="T15" fmla="*/ 78 h 78"/>
                <a:gd name="T16" fmla="*/ 39 w 78"/>
                <a:gd name="T17" fmla="*/ 78 h 78"/>
                <a:gd name="T18" fmla="*/ 47 w 78"/>
                <a:gd name="T19" fmla="*/ 77 h 78"/>
                <a:gd name="T20" fmla="*/ 52 w 78"/>
                <a:gd name="T21" fmla="*/ 75 h 78"/>
                <a:gd name="T22" fmla="*/ 53 w 78"/>
                <a:gd name="T23" fmla="*/ 75 h 78"/>
                <a:gd name="T24" fmla="*/ 67 w 78"/>
                <a:gd name="T25" fmla="*/ 66 h 78"/>
                <a:gd name="T26" fmla="*/ 78 w 78"/>
                <a:gd name="T27" fmla="*/ 39 h 78"/>
                <a:gd name="T28" fmla="*/ 75 w 78"/>
                <a:gd name="T29" fmla="*/ 39 h 78"/>
                <a:gd name="T30" fmla="*/ 72 w 78"/>
                <a:gd name="T31" fmla="*/ 39 h 78"/>
                <a:gd name="T32" fmla="*/ 63 w 78"/>
                <a:gd name="T33" fmla="*/ 62 h 78"/>
                <a:gd name="T34" fmla="*/ 39 w 78"/>
                <a:gd name="T35" fmla="*/ 72 h 78"/>
                <a:gd name="T36" fmla="*/ 15 w 78"/>
                <a:gd name="T37" fmla="*/ 62 h 78"/>
                <a:gd name="T38" fmla="*/ 6 w 78"/>
                <a:gd name="T39" fmla="*/ 39 h 78"/>
                <a:gd name="T40" fmla="*/ 15 w 78"/>
                <a:gd name="T41" fmla="*/ 16 h 78"/>
                <a:gd name="T42" fmla="*/ 39 w 78"/>
                <a:gd name="T43" fmla="*/ 6 h 78"/>
                <a:gd name="T44" fmla="*/ 63 w 78"/>
                <a:gd name="T45" fmla="*/ 16 h 78"/>
                <a:gd name="T46" fmla="*/ 72 w 78"/>
                <a:gd name="T47" fmla="*/ 39 h 78"/>
                <a:gd name="T48" fmla="*/ 75 w 78"/>
                <a:gd name="T49" fmla="*/ 39 h 78"/>
                <a:gd name="T50" fmla="*/ 78 w 78"/>
                <a:gd name="T51" fmla="*/ 39 h 78"/>
                <a:gd name="T52" fmla="*/ 78 w 78"/>
                <a:gd name="T53" fmla="*/ 39 h 78"/>
                <a:gd name="T54" fmla="*/ 67 w 78"/>
                <a:gd name="T55" fmla="*/ 12 h 78"/>
                <a:gd name="T56" fmla="*/ 39 w 78"/>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78">
                  <a:moveTo>
                    <a:pt x="78" y="39"/>
                  </a:moveTo>
                  <a:cubicBezTo>
                    <a:pt x="78" y="39"/>
                    <a:pt x="78" y="39"/>
                    <a:pt x="78" y="39"/>
                  </a:cubicBezTo>
                  <a:cubicBezTo>
                    <a:pt x="78" y="39"/>
                    <a:pt x="78" y="39"/>
                    <a:pt x="78" y="39"/>
                  </a:cubicBezTo>
                  <a:moveTo>
                    <a:pt x="39" y="0"/>
                  </a:move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1" name="Freeform 31">
              <a:extLst>
                <a:ext uri="{FF2B5EF4-FFF2-40B4-BE49-F238E27FC236}">
                  <a16:creationId xmlns:a16="http://schemas.microsoft.com/office/drawing/2014/main" id="{5506607F-8B84-45F6-AAF7-5F98D7734595}"/>
                </a:ext>
              </a:extLst>
            </p:cNvPr>
            <p:cNvSpPr>
              <a:spLocks noEditPoints="1"/>
            </p:cNvSpPr>
            <p:nvPr userDrawn="1"/>
          </p:nvSpPr>
          <p:spPr bwMode="auto">
            <a:xfrm>
              <a:off x="542119" y="312075"/>
              <a:ext cx="26091" cy="28097"/>
            </a:xfrm>
            <a:custGeom>
              <a:avLst/>
              <a:gdLst>
                <a:gd name="T0" fmla="*/ 18 w 18"/>
                <a:gd name="T1" fmla="*/ 9 h 18"/>
                <a:gd name="T2" fmla="*/ 18 w 18"/>
                <a:gd name="T3" fmla="*/ 9 h 18"/>
                <a:gd name="T4" fmla="*/ 18 w 18"/>
                <a:gd name="T5" fmla="*/ 9 h 18"/>
                <a:gd name="T6" fmla="*/ 9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2" name="Freeform 32">
              <a:extLst>
                <a:ext uri="{FF2B5EF4-FFF2-40B4-BE49-F238E27FC236}">
                  <a16:creationId xmlns:a16="http://schemas.microsoft.com/office/drawing/2014/main" id="{0F6AEAAD-9BFC-4172-9D15-ABB85B9A4642}"/>
                </a:ext>
              </a:extLst>
            </p:cNvPr>
            <p:cNvSpPr>
              <a:spLocks noEditPoints="1"/>
            </p:cNvSpPr>
            <p:nvPr userDrawn="1"/>
          </p:nvSpPr>
          <p:spPr bwMode="auto">
            <a:xfrm>
              <a:off x="550146" y="336158"/>
              <a:ext cx="22077" cy="24083"/>
            </a:xfrm>
            <a:custGeom>
              <a:avLst/>
              <a:gdLst>
                <a:gd name="T0" fmla="*/ 15 w 15"/>
                <a:gd name="T1" fmla="*/ 8 h 15"/>
                <a:gd name="T2" fmla="*/ 15 w 15"/>
                <a:gd name="T3" fmla="*/ 8 h 15"/>
                <a:gd name="T4" fmla="*/ 15 w 15"/>
                <a:gd name="T5" fmla="*/ 8 h 15"/>
                <a:gd name="T6" fmla="*/ 8 w 15"/>
                <a:gd name="T7" fmla="*/ 0 h 15"/>
                <a:gd name="T8" fmla="*/ 3 w 15"/>
                <a:gd name="T9" fmla="*/ 2 h 15"/>
                <a:gd name="T10" fmla="*/ 0 w 15"/>
                <a:gd name="T11" fmla="*/ 8 h 15"/>
                <a:gd name="T12" fmla="*/ 8 w 15"/>
                <a:gd name="T13" fmla="*/ 15 h 15"/>
                <a:gd name="T14" fmla="*/ 13 w 15"/>
                <a:gd name="T15" fmla="*/ 13 h 15"/>
                <a:gd name="T16" fmla="*/ 15 w 15"/>
                <a:gd name="T17" fmla="*/ 9 h 15"/>
                <a:gd name="T18" fmla="*/ 15 w 15"/>
                <a:gd name="T19" fmla="*/ 8 h 15"/>
                <a:gd name="T20" fmla="*/ 12 w 15"/>
                <a:gd name="T21" fmla="*/ 8 h 15"/>
                <a:gd name="T22" fmla="*/ 9 w 15"/>
                <a:gd name="T23" fmla="*/ 8 h 15"/>
                <a:gd name="T24" fmla="*/ 8 w 15"/>
                <a:gd name="T25" fmla="*/ 9 h 15"/>
                <a:gd name="T26" fmla="*/ 6 w 15"/>
                <a:gd name="T27" fmla="*/ 8 h 15"/>
                <a:gd name="T28" fmla="*/ 8 w 15"/>
                <a:gd name="T29" fmla="*/ 6 h 15"/>
                <a:gd name="T30" fmla="*/ 9 w 15"/>
                <a:gd name="T31" fmla="*/ 8 h 15"/>
                <a:gd name="T32" fmla="*/ 12 w 15"/>
                <a:gd name="T33" fmla="*/ 8 h 15"/>
                <a:gd name="T34" fmla="*/ 15 w 15"/>
                <a:gd name="T35" fmla="*/ 8 h 15"/>
                <a:gd name="T36" fmla="*/ 15 w 15"/>
                <a:gd name="T37" fmla="*/ 8 h 15"/>
                <a:gd name="T38" fmla="*/ 9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15" y="8"/>
                  </a:moveTo>
                  <a:cubicBezTo>
                    <a:pt x="15" y="8"/>
                    <a:pt x="15" y="8"/>
                    <a:pt x="15" y="8"/>
                  </a:cubicBezTo>
                  <a:cubicBezTo>
                    <a:pt x="15" y="8"/>
                    <a:pt x="15" y="8"/>
                    <a:pt x="15" y="8"/>
                  </a:cubicBezTo>
                  <a:moveTo>
                    <a:pt x="8" y="0"/>
                  </a:moveTo>
                  <a:cubicBezTo>
                    <a:pt x="6" y="0"/>
                    <a:pt x="4" y="1"/>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3" name="Freeform 33">
              <a:extLst>
                <a:ext uri="{FF2B5EF4-FFF2-40B4-BE49-F238E27FC236}">
                  <a16:creationId xmlns:a16="http://schemas.microsoft.com/office/drawing/2014/main" id="{DE57903C-6FA0-4ACA-B458-AFC3A1681B70}"/>
                </a:ext>
              </a:extLst>
            </p:cNvPr>
            <p:cNvSpPr>
              <a:spLocks noEditPoints="1"/>
            </p:cNvSpPr>
            <p:nvPr userDrawn="1"/>
          </p:nvSpPr>
          <p:spPr bwMode="auto">
            <a:xfrm>
              <a:off x="570216" y="348199"/>
              <a:ext cx="20069" cy="18063"/>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1" y="3"/>
                    <a:pt x="0" y="4"/>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4" name="Freeform 34">
              <a:extLst>
                <a:ext uri="{FF2B5EF4-FFF2-40B4-BE49-F238E27FC236}">
                  <a16:creationId xmlns:a16="http://schemas.microsoft.com/office/drawing/2014/main" id="{6F98865E-0A92-4C98-AA59-9EDEA8A568D7}"/>
                </a:ext>
              </a:extLst>
            </p:cNvPr>
            <p:cNvSpPr>
              <a:spLocks noEditPoints="1"/>
            </p:cNvSpPr>
            <p:nvPr userDrawn="1"/>
          </p:nvSpPr>
          <p:spPr bwMode="auto">
            <a:xfrm>
              <a:off x="2175746" y="1154978"/>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58 w 79"/>
                <a:gd name="T43" fmla="*/ 69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58" y="69"/>
                    <a:pt x="58" y="69"/>
                    <a:pt x="58" y="69"/>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5" name="Freeform 35">
              <a:extLst>
                <a:ext uri="{FF2B5EF4-FFF2-40B4-BE49-F238E27FC236}">
                  <a16:creationId xmlns:a16="http://schemas.microsoft.com/office/drawing/2014/main" id="{10DD7E47-3A7C-4E65-A8DE-9BE086499A82}"/>
                </a:ext>
              </a:extLst>
            </p:cNvPr>
            <p:cNvSpPr>
              <a:spLocks noEditPoints="1"/>
            </p:cNvSpPr>
            <p:nvPr userDrawn="1"/>
          </p:nvSpPr>
          <p:spPr bwMode="auto">
            <a:xfrm>
              <a:off x="2171732" y="1251310"/>
              <a:ext cx="28097" cy="28097"/>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2"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6" name="Freeform 36">
              <a:extLst>
                <a:ext uri="{FF2B5EF4-FFF2-40B4-BE49-F238E27FC236}">
                  <a16:creationId xmlns:a16="http://schemas.microsoft.com/office/drawing/2014/main" id="{019AD22B-BE07-4AE1-8165-2928D4AA531C}"/>
                </a:ext>
              </a:extLst>
            </p:cNvPr>
            <p:cNvSpPr>
              <a:spLocks noEditPoints="1"/>
            </p:cNvSpPr>
            <p:nvPr userDrawn="1"/>
          </p:nvSpPr>
          <p:spPr bwMode="auto">
            <a:xfrm>
              <a:off x="2159691" y="1271379"/>
              <a:ext cx="22077" cy="20069"/>
            </a:xfrm>
            <a:custGeom>
              <a:avLst/>
              <a:gdLst>
                <a:gd name="T0" fmla="*/ 8 w 15"/>
                <a:gd name="T1" fmla="*/ 8 h 14"/>
                <a:gd name="T2" fmla="*/ 7 w 15"/>
                <a:gd name="T3" fmla="*/ 8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7" y="6"/>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4" y="1"/>
                    <a:pt x="4" y="1"/>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7" name="Freeform 37">
              <a:extLst>
                <a:ext uri="{FF2B5EF4-FFF2-40B4-BE49-F238E27FC236}">
                  <a16:creationId xmlns:a16="http://schemas.microsoft.com/office/drawing/2014/main" id="{1E69AF7A-1989-48D9-BC80-3F601938A24E}"/>
                </a:ext>
              </a:extLst>
            </p:cNvPr>
            <p:cNvSpPr>
              <a:spLocks noEditPoints="1"/>
            </p:cNvSpPr>
            <p:nvPr userDrawn="1"/>
          </p:nvSpPr>
          <p:spPr bwMode="auto">
            <a:xfrm>
              <a:off x="2161698" y="1291448"/>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6 w 13"/>
                <a:gd name="T19" fmla="*/ 0 h 13"/>
                <a:gd name="T20" fmla="*/ 6 w 13"/>
                <a:gd name="T21" fmla="*/ 0 h 13"/>
                <a:gd name="T22" fmla="*/ 4 w 13"/>
                <a:gd name="T23" fmla="*/ 0 h 13"/>
                <a:gd name="T24" fmla="*/ 3 w 13"/>
                <a:gd name="T25" fmla="*/ 1 h 13"/>
                <a:gd name="T26" fmla="*/ 0 w 13"/>
                <a:gd name="T27" fmla="*/ 6 h 13"/>
                <a:gd name="T28" fmla="*/ 1 w 13"/>
                <a:gd name="T29" fmla="*/ 10 h 13"/>
                <a:gd name="T30" fmla="*/ 6 w 13"/>
                <a:gd name="T31" fmla="*/ 13 h 13"/>
                <a:gd name="T32" fmla="*/ 6 w 13"/>
                <a:gd name="T33" fmla="*/ 13 h 13"/>
                <a:gd name="T34" fmla="*/ 10 w 13"/>
                <a:gd name="T35" fmla="*/ 12 h 13"/>
                <a:gd name="T36" fmla="*/ 10 w 13"/>
                <a:gd name="T37" fmla="*/ 12 h 13"/>
                <a:gd name="T38" fmla="*/ 13 w 13"/>
                <a:gd name="T39" fmla="*/ 6 h 13"/>
                <a:gd name="T40" fmla="*/ 12 w 13"/>
                <a:gd name="T41" fmla="*/ 3 h 13"/>
                <a:gd name="T42" fmla="*/ 8 w 13"/>
                <a:gd name="T43" fmla="*/ 0 h 13"/>
                <a:gd name="T44" fmla="*/ 6 w 13"/>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6" y="0"/>
                  </a:moveTo>
                  <a:cubicBezTo>
                    <a:pt x="6" y="0"/>
                    <a:pt x="6" y="0"/>
                    <a:pt x="6" y="0"/>
                  </a:cubicBezTo>
                  <a:cubicBezTo>
                    <a:pt x="6" y="0"/>
                    <a:pt x="5"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8" name="Freeform 38">
              <a:extLst>
                <a:ext uri="{FF2B5EF4-FFF2-40B4-BE49-F238E27FC236}">
                  <a16:creationId xmlns:a16="http://schemas.microsoft.com/office/drawing/2014/main" id="{C646FD07-0E04-463A-A435-C28D4F78D9E3}"/>
                </a:ext>
              </a:extLst>
            </p:cNvPr>
            <p:cNvSpPr>
              <a:spLocks noEditPoints="1"/>
            </p:cNvSpPr>
            <p:nvPr userDrawn="1"/>
          </p:nvSpPr>
          <p:spPr bwMode="auto">
            <a:xfrm>
              <a:off x="2370417"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9" name="Freeform 39">
              <a:extLst>
                <a:ext uri="{FF2B5EF4-FFF2-40B4-BE49-F238E27FC236}">
                  <a16:creationId xmlns:a16="http://schemas.microsoft.com/office/drawing/2014/main" id="{5145B67C-AB7F-409B-B60E-A8826E30781C}"/>
                </a:ext>
              </a:extLst>
            </p:cNvPr>
            <p:cNvSpPr>
              <a:spLocks noEditPoints="1"/>
            </p:cNvSpPr>
            <p:nvPr userDrawn="1"/>
          </p:nvSpPr>
          <p:spPr bwMode="auto">
            <a:xfrm>
              <a:off x="2364396" y="1036571"/>
              <a:ext cx="42146" cy="42146"/>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20 w 28"/>
                <a:gd name="T17" fmla="*/ 23 h 27"/>
                <a:gd name="T18" fmla="*/ 19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2 w 28"/>
                <a:gd name="T37" fmla="*/ 25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20" y="23"/>
                    <a:pt x="20" y="23"/>
                    <a:pt x="20" y="23"/>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0" name="Freeform 40">
              <a:extLst>
                <a:ext uri="{FF2B5EF4-FFF2-40B4-BE49-F238E27FC236}">
                  <a16:creationId xmlns:a16="http://schemas.microsoft.com/office/drawing/2014/main" id="{AB1C9C8B-C218-4A5D-90B8-9C0C79AEB7B7}"/>
                </a:ext>
              </a:extLst>
            </p:cNvPr>
            <p:cNvSpPr>
              <a:spLocks noEditPoints="1"/>
            </p:cNvSpPr>
            <p:nvPr userDrawn="1"/>
          </p:nvSpPr>
          <p:spPr bwMode="auto">
            <a:xfrm>
              <a:off x="2342320" y="1072695"/>
              <a:ext cx="34118" cy="30104"/>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3 w 22"/>
                <a:gd name="T17" fmla="*/ 14 h 21"/>
                <a:gd name="T18" fmla="*/ 11 w 22"/>
                <a:gd name="T19" fmla="*/ 15 h 21"/>
                <a:gd name="T20" fmla="*/ 11 w 22"/>
                <a:gd name="T21" fmla="*/ 0 h 21"/>
                <a:gd name="T22" fmla="*/ 11 w 22"/>
                <a:gd name="T23" fmla="*/ 0 h 21"/>
                <a:gd name="T24" fmla="*/ 5 w 22"/>
                <a:gd name="T25" fmla="*/ 2 h 21"/>
                <a:gd name="T26" fmla="*/ 0 w 22"/>
                <a:gd name="T27" fmla="*/ 11 h 21"/>
                <a:gd name="T28" fmla="*/ 2 w 22"/>
                <a:gd name="T29" fmla="*/ 16 h 21"/>
                <a:gd name="T30" fmla="*/ 11 w 22"/>
                <a:gd name="T31" fmla="*/ 21 h 21"/>
                <a:gd name="T32" fmla="*/ 11 w 22"/>
                <a:gd name="T33" fmla="*/ 21 h 21"/>
                <a:gd name="T34" fmla="*/ 17 w 22"/>
                <a:gd name="T35" fmla="*/ 20 h 21"/>
                <a:gd name="T36" fmla="*/ 17 w 22"/>
                <a:gd name="T37" fmla="*/ 20 h 21"/>
                <a:gd name="T38" fmla="*/ 22 w 22"/>
                <a:gd name="T39" fmla="*/ 11 h 21"/>
                <a:gd name="T40" fmla="*/ 20 w 22"/>
                <a:gd name="T41" fmla="*/ 5 h 21"/>
                <a:gd name="T42" fmla="*/ 11 w 22"/>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1" name="Freeform 41">
              <a:extLst>
                <a:ext uri="{FF2B5EF4-FFF2-40B4-BE49-F238E27FC236}">
                  <a16:creationId xmlns:a16="http://schemas.microsoft.com/office/drawing/2014/main" id="{D8746D9D-8095-4AFD-91A0-B15F14AD8C04}"/>
                </a:ext>
              </a:extLst>
            </p:cNvPr>
            <p:cNvSpPr>
              <a:spLocks noEditPoints="1"/>
            </p:cNvSpPr>
            <p:nvPr userDrawn="1"/>
          </p:nvSpPr>
          <p:spPr bwMode="auto">
            <a:xfrm>
              <a:off x="2346334" y="1108820"/>
              <a:ext cx="28097"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2 w 18"/>
                <a:gd name="T17" fmla="*/ 15 h 19"/>
                <a:gd name="T18" fmla="*/ 11 w 18"/>
                <a:gd name="T19" fmla="*/ 12 h 19"/>
                <a:gd name="T20" fmla="*/ 9 w 18"/>
                <a:gd name="T21" fmla="*/ 13 h 19"/>
                <a:gd name="T22" fmla="*/ 9 w 18"/>
                <a:gd name="T23" fmla="*/ 0 h 19"/>
                <a:gd name="T24" fmla="*/ 9 w 18"/>
                <a:gd name="T25" fmla="*/ 0 h 19"/>
                <a:gd name="T26" fmla="*/ 4 w 18"/>
                <a:gd name="T27" fmla="*/ 2 h 19"/>
                <a:gd name="T28" fmla="*/ 0 w 18"/>
                <a:gd name="T29" fmla="*/ 10 h 19"/>
                <a:gd name="T30" fmla="*/ 1 w 18"/>
                <a:gd name="T31" fmla="*/ 14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2" y="15"/>
                    <a:pt x="12" y="15"/>
                    <a:pt x="12" y="15"/>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2" name="Freeform 42">
              <a:extLst>
                <a:ext uri="{FF2B5EF4-FFF2-40B4-BE49-F238E27FC236}">
                  <a16:creationId xmlns:a16="http://schemas.microsoft.com/office/drawing/2014/main" id="{3286B30C-50DB-435A-8423-FCDE194C49B8}"/>
                </a:ext>
              </a:extLst>
            </p:cNvPr>
            <p:cNvSpPr>
              <a:spLocks noEditPoints="1"/>
            </p:cNvSpPr>
            <p:nvPr userDrawn="1"/>
          </p:nvSpPr>
          <p:spPr bwMode="auto">
            <a:xfrm>
              <a:off x="1973048" y="-283978"/>
              <a:ext cx="120415" cy="114395"/>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9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3"/>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9"/>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3" name="Freeform 43">
              <a:extLst>
                <a:ext uri="{FF2B5EF4-FFF2-40B4-BE49-F238E27FC236}">
                  <a16:creationId xmlns:a16="http://schemas.microsoft.com/office/drawing/2014/main" id="{A571FBF2-5AFF-4A9C-83B6-C6F15915C384}"/>
                </a:ext>
              </a:extLst>
            </p:cNvPr>
            <p:cNvSpPr>
              <a:spLocks noEditPoints="1"/>
            </p:cNvSpPr>
            <p:nvPr userDrawn="1"/>
          </p:nvSpPr>
          <p:spPr bwMode="auto">
            <a:xfrm>
              <a:off x="1971041" y="-187646"/>
              <a:ext cx="26091" cy="26090"/>
            </a:xfrm>
            <a:custGeom>
              <a:avLst/>
              <a:gdLst>
                <a:gd name="T0" fmla="*/ 9 w 18"/>
                <a:gd name="T1" fmla="*/ 12 h 18"/>
                <a:gd name="T2" fmla="*/ 6 w 18"/>
                <a:gd name="T3" fmla="*/ 11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6 h 18"/>
                <a:gd name="T34" fmla="*/ 5 w 18"/>
                <a:gd name="T35" fmla="*/ 17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1"/>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8" y="0"/>
                    <a:pt x="6" y="0"/>
                    <a:pt x="4" y="1"/>
                  </a:cubicBezTo>
                  <a:cubicBezTo>
                    <a:pt x="2" y="3"/>
                    <a:pt x="0" y="6"/>
                    <a:pt x="0" y="9"/>
                  </a:cubicBezTo>
                  <a:cubicBezTo>
                    <a:pt x="0" y="10"/>
                    <a:pt x="0" y="12"/>
                    <a:pt x="1" y="13"/>
                  </a:cubicBezTo>
                  <a:cubicBezTo>
                    <a:pt x="3" y="14"/>
                    <a:pt x="4" y="15"/>
                    <a:pt x="5" y="16"/>
                  </a:cubicBezTo>
                  <a:cubicBezTo>
                    <a:pt x="5" y="16"/>
                    <a:pt x="5" y="16"/>
                    <a:pt x="5" y="16"/>
                  </a:cubicBezTo>
                  <a:cubicBezTo>
                    <a:pt x="5" y="17"/>
                    <a:pt x="5" y="17"/>
                    <a:pt x="5" y="17"/>
                  </a:cubicBezTo>
                  <a:cubicBezTo>
                    <a:pt x="7"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4" name="Freeform 44">
              <a:extLst>
                <a:ext uri="{FF2B5EF4-FFF2-40B4-BE49-F238E27FC236}">
                  <a16:creationId xmlns:a16="http://schemas.microsoft.com/office/drawing/2014/main" id="{02640F72-F878-461A-8124-1D38D72E3A56}"/>
                </a:ext>
              </a:extLst>
            </p:cNvPr>
            <p:cNvSpPr>
              <a:spLocks noEditPoints="1"/>
            </p:cNvSpPr>
            <p:nvPr userDrawn="1"/>
          </p:nvSpPr>
          <p:spPr bwMode="auto">
            <a:xfrm>
              <a:off x="1956993" y="-169584"/>
              <a:ext cx="22077" cy="22077"/>
            </a:xfrm>
            <a:custGeom>
              <a:avLst/>
              <a:gdLst>
                <a:gd name="T0" fmla="*/ 8 w 15"/>
                <a:gd name="T1" fmla="*/ 8 h 14"/>
                <a:gd name="T2" fmla="*/ 7 w 15"/>
                <a:gd name="T3" fmla="*/ 8 h 14"/>
                <a:gd name="T4" fmla="*/ 7 w 15"/>
                <a:gd name="T5" fmla="*/ 8 h 14"/>
                <a:gd name="T6" fmla="*/ 6 w 15"/>
                <a:gd name="T7" fmla="*/ 7 h 14"/>
                <a:gd name="T8" fmla="*/ 7 w 15"/>
                <a:gd name="T9" fmla="*/ 6 h 14"/>
                <a:gd name="T10" fmla="*/ 8 w 15"/>
                <a:gd name="T11" fmla="*/ 6 h 14"/>
                <a:gd name="T12" fmla="*/ 9 w 15"/>
                <a:gd name="T13" fmla="*/ 7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4 w 15"/>
                <a:gd name="T55" fmla="*/ 3 h 14"/>
                <a:gd name="T56" fmla="*/ 10 w 15"/>
                <a:gd name="T57" fmla="*/ 0 h 14"/>
                <a:gd name="T58" fmla="*/ 8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8" y="8"/>
                  </a:moveTo>
                  <a:cubicBezTo>
                    <a:pt x="7" y="8"/>
                    <a:pt x="7" y="8"/>
                    <a:pt x="7" y="8"/>
                  </a:cubicBez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9"/>
                    <a:pt x="1" y="10"/>
                    <a:pt x="1" y="11"/>
                  </a:cubicBezTo>
                  <a:cubicBezTo>
                    <a:pt x="1" y="11"/>
                    <a:pt x="1" y="11"/>
                    <a:pt x="1" y="11"/>
                  </a:cubicBezTo>
                  <a:cubicBezTo>
                    <a:pt x="3"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4" y="3"/>
                    <a:pt x="14" y="3"/>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5" name="Freeform 45">
              <a:extLst>
                <a:ext uri="{FF2B5EF4-FFF2-40B4-BE49-F238E27FC236}">
                  <a16:creationId xmlns:a16="http://schemas.microsoft.com/office/drawing/2014/main" id="{FB4C8DEA-B029-4D09-B048-C564B1B92FEB}"/>
                </a:ext>
              </a:extLst>
            </p:cNvPr>
            <p:cNvSpPr>
              <a:spLocks noEditPoints="1"/>
            </p:cNvSpPr>
            <p:nvPr userDrawn="1"/>
          </p:nvSpPr>
          <p:spPr bwMode="auto">
            <a:xfrm>
              <a:off x="1961007" y="-147508"/>
              <a:ext cx="18063" cy="20069"/>
            </a:xfrm>
            <a:custGeom>
              <a:avLst/>
              <a:gdLst>
                <a:gd name="T0" fmla="*/ 7 w 13"/>
                <a:gd name="T1" fmla="*/ 7 h 13"/>
                <a:gd name="T2" fmla="*/ 7 w 13"/>
                <a:gd name="T3" fmla="*/ 7 h 13"/>
                <a:gd name="T4" fmla="*/ 6 w 13"/>
                <a:gd name="T5" fmla="*/ 6 h 13"/>
                <a:gd name="T6" fmla="*/ 6 w 13"/>
                <a:gd name="T7" fmla="*/ 6 h 13"/>
                <a:gd name="T8" fmla="*/ 6 w 13"/>
                <a:gd name="T9" fmla="*/ 6 h 13"/>
                <a:gd name="T10" fmla="*/ 6 w 13"/>
                <a:gd name="T11" fmla="*/ 6 h 13"/>
                <a:gd name="T12" fmla="*/ 7 w 13"/>
                <a:gd name="T13" fmla="*/ 6 h 13"/>
                <a:gd name="T14" fmla="*/ 7 w 13"/>
                <a:gd name="T15" fmla="*/ 6 h 13"/>
                <a:gd name="T16" fmla="*/ 7 w 13"/>
                <a:gd name="T17" fmla="*/ 7 h 13"/>
                <a:gd name="T18" fmla="*/ 6 w 13"/>
                <a:gd name="T19" fmla="*/ 7 h 13"/>
                <a:gd name="T20" fmla="*/ 6 w 13"/>
                <a:gd name="T21" fmla="*/ 6 h 13"/>
                <a:gd name="T22" fmla="*/ 6 w 13"/>
                <a:gd name="T23" fmla="*/ 0 h 13"/>
                <a:gd name="T24" fmla="*/ 6 w 13"/>
                <a:gd name="T25" fmla="*/ 0 h 13"/>
                <a:gd name="T26" fmla="*/ 4 w 13"/>
                <a:gd name="T27" fmla="*/ 0 h 13"/>
                <a:gd name="T28" fmla="*/ 3 w 13"/>
                <a:gd name="T29" fmla="*/ 1 h 13"/>
                <a:gd name="T30" fmla="*/ 0 w 13"/>
                <a:gd name="T31" fmla="*/ 6 h 13"/>
                <a:gd name="T32" fmla="*/ 1 w 13"/>
                <a:gd name="T33" fmla="*/ 10 h 13"/>
                <a:gd name="T34" fmla="*/ 1 w 13"/>
                <a:gd name="T35" fmla="*/ 10 h 13"/>
                <a:gd name="T36" fmla="*/ 6 w 13"/>
                <a:gd name="T37" fmla="*/ 13 h 13"/>
                <a:gd name="T38" fmla="*/ 6 w 13"/>
                <a:gd name="T39" fmla="*/ 13 h 13"/>
                <a:gd name="T40" fmla="*/ 10 w 13"/>
                <a:gd name="T41" fmla="*/ 12 h 13"/>
                <a:gd name="T42" fmla="*/ 10 w 13"/>
                <a:gd name="T43" fmla="*/ 12 h 13"/>
                <a:gd name="T44" fmla="*/ 13 w 13"/>
                <a:gd name="T45" fmla="*/ 6 h 13"/>
                <a:gd name="T46" fmla="*/ 12 w 13"/>
                <a:gd name="T47" fmla="*/ 3 h 13"/>
                <a:gd name="T48" fmla="*/ 12 w 13"/>
                <a:gd name="T49" fmla="*/ 3 h 13"/>
                <a:gd name="T50" fmla="*/ 8 w 13"/>
                <a:gd name="T51" fmla="*/ 0 h 13"/>
                <a:gd name="T52" fmla="*/ 6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cubicBezTo>
                    <a:pt x="6" y="6"/>
                    <a:pt x="6" y="6"/>
                    <a:pt x="6" y="6"/>
                  </a:cubicBezTo>
                  <a:moveTo>
                    <a:pt x="6" y="0"/>
                  </a:moveTo>
                  <a:cubicBezTo>
                    <a:pt x="6" y="0"/>
                    <a:pt x="6" y="0"/>
                    <a:pt x="6" y="0"/>
                  </a:cubicBezTo>
                  <a:cubicBezTo>
                    <a:pt x="6" y="0"/>
                    <a:pt x="5" y="0"/>
                    <a:pt x="4" y="0"/>
                  </a:cubicBezTo>
                  <a:cubicBezTo>
                    <a:pt x="4" y="0"/>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6" name="Freeform 46">
              <a:extLst>
                <a:ext uri="{FF2B5EF4-FFF2-40B4-BE49-F238E27FC236}">
                  <a16:creationId xmlns:a16="http://schemas.microsoft.com/office/drawing/2014/main" id="{C8369B20-E2F8-4138-8A1C-47B2181F2497}"/>
                </a:ext>
              </a:extLst>
            </p:cNvPr>
            <p:cNvSpPr>
              <a:spLocks noEditPoints="1"/>
            </p:cNvSpPr>
            <p:nvPr userDrawn="1"/>
          </p:nvSpPr>
          <p:spPr bwMode="auto">
            <a:xfrm>
              <a:off x="1350905" y="87301"/>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7" name="Freeform 47">
              <a:extLst>
                <a:ext uri="{FF2B5EF4-FFF2-40B4-BE49-F238E27FC236}">
                  <a16:creationId xmlns:a16="http://schemas.microsoft.com/office/drawing/2014/main" id="{F00459A4-BD7B-4CDA-8159-ACA9F331FFDD}"/>
                </a:ext>
              </a:extLst>
            </p:cNvPr>
            <p:cNvSpPr>
              <a:spLocks noEditPoints="1"/>
            </p:cNvSpPr>
            <p:nvPr userDrawn="1"/>
          </p:nvSpPr>
          <p:spPr bwMode="auto">
            <a:xfrm>
              <a:off x="1445230"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8" name="Freeform 48">
              <a:extLst>
                <a:ext uri="{FF2B5EF4-FFF2-40B4-BE49-F238E27FC236}">
                  <a16:creationId xmlns:a16="http://schemas.microsoft.com/office/drawing/2014/main" id="{5547930A-84AC-4136-B4A0-773402E79C73}"/>
                </a:ext>
              </a:extLst>
            </p:cNvPr>
            <p:cNvSpPr>
              <a:spLocks/>
            </p:cNvSpPr>
            <p:nvPr userDrawn="1"/>
          </p:nvSpPr>
          <p:spPr bwMode="auto">
            <a:xfrm>
              <a:off x="1457271" y="283978"/>
              <a:ext cx="28097" cy="28097"/>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9" name="Freeform 49">
              <a:extLst>
                <a:ext uri="{FF2B5EF4-FFF2-40B4-BE49-F238E27FC236}">
                  <a16:creationId xmlns:a16="http://schemas.microsoft.com/office/drawing/2014/main" id="{BBC876ED-90F2-41B6-94E1-6B21114C4A49}"/>
                </a:ext>
              </a:extLst>
            </p:cNvPr>
            <p:cNvSpPr>
              <a:spLocks noEditPoints="1"/>
            </p:cNvSpPr>
            <p:nvPr userDrawn="1"/>
          </p:nvSpPr>
          <p:spPr bwMode="auto">
            <a:xfrm>
              <a:off x="1485368" y="300033"/>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0" name="Freeform 50">
              <a:extLst>
                <a:ext uri="{FF2B5EF4-FFF2-40B4-BE49-F238E27FC236}">
                  <a16:creationId xmlns:a16="http://schemas.microsoft.com/office/drawing/2014/main" id="{C1A38A7B-58C2-44DD-8A2C-06611B0EB450}"/>
                </a:ext>
              </a:extLst>
            </p:cNvPr>
            <p:cNvSpPr>
              <a:spLocks noEditPoints="1"/>
            </p:cNvSpPr>
            <p:nvPr userDrawn="1"/>
          </p:nvSpPr>
          <p:spPr bwMode="auto">
            <a:xfrm>
              <a:off x="1567652" y="1514216"/>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1" name="Freeform 51">
              <a:extLst>
                <a:ext uri="{FF2B5EF4-FFF2-40B4-BE49-F238E27FC236}">
                  <a16:creationId xmlns:a16="http://schemas.microsoft.com/office/drawing/2014/main" id="{CED37FD8-FC90-465A-A232-0230C7EAEA3D}"/>
                </a:ext>
              </a:extLst>
            </p:cNvPr>
            <p:cNvSpPr>
              <a:spLocks noEditPoints="1"/>
            </p:cNvSpPr>
            <p:nvPr userDrawn="1"/>
          </p:nvSpPr>
          <p:spPr bwMode="auto">
            <a:xfrm>
              <a:off x="1676025" y="1700859"/>
              <a:ext cx="38132" cy="38132"/>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2" name="Freeform 52">
              <a:extLst>
                <a:ext uri="{FF2B5EF4-FFF2-40B4-BE49-F238E27FC236}">
                  <a16:creationId xmlns:a16="http://schemas.microsoft.com/office/drawing/2014/main" id="{2D5D9139-C472-48BD-9999-88BFF5377832}"/>
                </a:ext>
              </a:extLst>
            </p:cNvPr>
            <p:cNvSpPr>
              <a:spLocks/>
            </p:cNvSpPr>
            <p:nvPr userDrawn="1"/>
          </p:nvSpPr>
          <p:spPr bwMode="auto">
            <a:xfrm>
              <a:off x="1690073" y="1740997"/>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3" name="Freeform 53">
              <a:extLst>
                <a:ext uri="{FF2B5EF4-FFF2-40B4-BE49-F238E27FC236}">
                  <a16:creationId xmlns:a16="http://schemas.microsoft.com/office/drawing/2014/main" id="{9E242EB0-7265-425A-AB62-4AB927AB786C}"/>
                </a:ext>
              </a:extLst>
            </p:cNvPr>
            <p:cNvSpPr>
              <a:spLocks noEditPoints="1"/>
            </p:cNvSpPr>
            <p:nvPr userDrawn="1"/>
          </p:nvSpPr>
          <p:spPr bwMode="auto">
            <a:xfrm>
              <a:off x="1722184" y="1759060"/>
              <a:ext cx="26091"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4" name="Freeform 54">
              <a:extLst>
                <a:ext uri="{FF2B5EF4-FFF2-40B4-BE49-F238E27FC236}">
                  <a16:creationId xmlns:a16="http://schemas.microsoft.com/office/drawing/2014/main" id="{866C7490-020D-425F-B553-61896C58AA44}"/>
                </a:ext>
              </a:extLst>
            </p:cNvPr>
            <p:cNvSpPr>
              <a:spLocks noEditPoints="1"/>
            </p:cNvSpPr>
            <p:nvPr userDrawn="1"/>
          </p:nvSpPr>
          <p:spPr bwMode="auto">
            <a:xfrm>
              <a:off x="1527514" y="709444"/>
              <a:ext cx="168581" cy="164567"/>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5" name="Freeform 55">
              <a:extLst>
                <a:ext uri="{FF2B5EF4-FFF2-40B4-BE49-F238E27FC236}">
                  <a16:creationId xmlns:a16="http://schemas.microsoft.com/office/drawing/2014/main" id="{B0A0A997-83BD-4C14-9F27-9784DE4CB8BB}"/>
                </a:ext>
              </a:extLst>
            </p:cNvPr>
            <p:cNvSpPr>
              <a:spLocks/>
            </p:cNvSpPr>
            <p:nvPr userDrawn="1"/>
          </p:nvSpPr>
          <p:spPr bwMode="auto">
            <a:xfrm>
              <a:off x="1623846" y="869997"/>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6" name="Freeform 56">
              <a:extLst>
                <a:ext uri="{FF2B5EF4-FFF2-40B4-BE49-F238E27FC236}">
                  <a16:creationId xmlns:a16="http://schemas.microsoft.com/office/drawing/2014/main" id="{D5133583-3D0F-4F94-B69A-F3D7E06D30A1}"/>
                </a:ext>
              </a:extLst>
            </p:cNvPr>
            <p:cNvSpPr>
              <a:spLocks/>
            </p:cNvSpPr>
            <p:nvPr userDrawn="1"/>
          </p:nvSpPr>
          <p:spPr bwMode="auto">
            <a:xfrm>
              <a:off x="1635887" y="90612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7" name="Freeform 57">
              <a:extLst>
                <a:ext uri="{FF2B5EF4-FFF2-40B4-BE49-F238E27FC236}">
                  <a16:creationId xmlns:a16="http://schemas.microsoft.com/office/drawing/2014/main" id="{5E21B130-F925-49B2-89C2-CB047E3F91D3}"/>
                </a:ext>
              </a:extLst>
            </p:cNvPr>
            <p:cNvSpPr>
              <a:spLocks noEditPoints="1"/>
            </p:cNvSpPr>
            <p:nvPr userDrawn="1"/>
          </p:nvSpPr>
          <p:spPr bwMode="auto">
            <a:xfrm>
              <a:off x="1661976" y="92217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8" name="Freeform 58">
              <a:extLst>
                <a:ext uri="{FF2B5EF4-FFF2-40B4-BE49-F238E27FC236}">
                  <a16:creationId xmlns:a16="http://schemas.microsoft.com/office/drawing/2014/main" id="{C76832D7-B9C5-4FA0-8F0D-A360EA0F83CE}"/>
                </a:ext>
              </a:extLst>
            </p:cNvPr>
            <p:cNvSpPr>
              <a:spLocks noEditPoints="1"/>
            </p:cNvSpPr>
            <p:nvPr userDrawn="1"/>
          </p:nvSpPr>
          <p:spPr bwMode="auto">
            <a:xfrm>
              <a:off x="1126131" y="926190"/>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9" name="Freeform 59">
              <a:extLst>
                <a:ext uri="{FF2B5EF4-FFF2-40B4-BE49-F238E27FC236}">
                  <a16:creationId xmlns:a16="http://schemas.microsoft.com/office/drawing/2014/main" id="{A7436198-622D-41E4-913F-8D266C986232}"/>
                </a:ext>
              </a:extLst>
            </p:cNvPr>
            <p:cNvSpPr>
              <a:spLocks noEditPoints="1"/>
            </p:cNvSpPr>
            <p:nvPr userDrawn="1"/>
          </p:nvSpPr>
          <p:spPr bwMode="auto">
            <a:xfrm>
              <a:off x="1290698" y="1066674"/>
              <a:ext cx="40138"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3 w 26"/>
                <a:gd name="T15" fmla="*/ 19 h 25"/>
                <a:gd name="T16" fmla="*/ 8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13 w 26"/>
                <a:gd name="T31" fmla="*/ 0 h 25"/>
                <a:gd name="T32" fmla="*/ 6 w 26"/>
                <a:gd name="T33" fmla="*/ 2 h 25"/>
                <a:gd name="T34" fmla="*/ 0 w 26"/>
                <a:gd name="T35" fmla="*/ 12 h 25"/>
                <a:gd name="T36" fmla="*/ 3 w 26"/>
                <a:gd name="T37" fmla="*/ 20 h 25"/>
                <a:gd name="T38" fmla="*/ 13 w 26"/>
                <a:gd name="T39" fmla="*/ 25 h 25"/>
                <a:gd name="T40" fmla="*/ 13 w 26"/>
                <a:gd name="T41" fmla="*/ 25 h 25"/>
                <a:gd name="T42" fmla="*/ 21 w 26"/>
                <a:gd name="T43" fmla="*/ 23 h 25"/>
                <a:gd name="T44" fmla="*/ 26 w 26"/>
                <a:gd name="T45" fmla="*/ 12 h 25"/>
                <a:gd name="T46" fmla="*/ 24 w 26"/>
                <a:gd name="T47" fmla="*/ 5 h 25"/>
                <a:gd name="T48" fmla="*/ 24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moveTo>
                    <a:pt x="13" y="0"/>
                  </a:moveTo>
                  <a:cubicBezTo>
                    <a:pt x="13" y="0"/>
                    <a:pt x="13" y="0"/>
                    <a:pt x="13" y="0"/>
                  </a:cubicBez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0" name="Freeform 60">
              <a:extLst>
                <a:ext uri="{FF2B5EF4-FFF2-40B4-BE49-F238E27FC236}">
                  <a16:creationId xmlns:a16="http://schemas.microsoft.com/office/drawing/2014/main" id="{423B0272-55E6-4EDF-90C0-79967C9E6352}"/>
                </a:ext>
              </a:extLst>
            </p:cNvPr>
            <p:cNvSpPr>
              <a:spLocks noEditPoints="1"/>
            </p:cNvSpPr>
            <p:nvPr userDrawn="1"/>
          </p:nvSpPr>
          <p:spPr bwMode="auto">
            <a:xfrm>
              <a:off x="1324815" y="1090757"/>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1" name="Freeform 61">
              <a:extLst>
                <a:ext uri="{FF2B5EF4-FFF2-40B4-BE49-F238E27FC236}">
                  <a16:creationId xmlns:a16="http://schemas.microsoft.com/office/drawing/2014/main" id="{0F733707-20DB-4395-B80B-F403648D417C}"/>
                </a:ext>
              </a:extLst>
            </p:cNvPr>
            <p:cNvSpPr>
              <a:spLocks noEditPoints="1"/>
            </p:cNvSpPr>
            <p:nvPr userDrawn="1"/>
          </p:nvSpPr>
          <p:spPr bwMode="auto">
            <a:xfrm>
              <a:off x="1360939" y="1088751"/>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9 w 17"/>
                <a:gd name="T19" fmla="*/ 12 h 18"/>
                <a:gd name="T20" fmla="*/ 9 w 17"/>
                <a:gd name="T21" fmla="*/ 0 h 18"/>
                <a:gd name="T22" fmla="*/ 9 w 17"/>
                <a:gd name="T23" fmla="*/ 0 h 18"/>
                <a:gd name="T24" fmla="*/ 3 w 17"/>
                <a:gd name="T25" fmla="*/ 2 h 18"/>
                <a:gd name="T26" fmla="*/ 0 w 17"/>
                <a:gd name="T27" fmla="*/ 9 h 18"/>
                <a:gd name="T28" fmla="*/ 2 w 17"/>
                <a:gd name="T29" fmla="*/ 14 h 18"/>
                <a:gd name="T30" fmla="*/ 9 w 17"/>
                <a:gd name="T31" fmla="*/ 18 h 18"/>
                <a:gd name="T32" fmla="*/ 9 w 17"/>
                <a:gd name="T33" fmla="*/ 18 h 18"/>
                <a:gd name="T34" fmla="*/ 9 w 17"/>
                <a:gd name="T35" fmla="*/ 18 h 18"/>
                <a:gd name="T36" fmla="*/ 14 w 17"/>
                <a:gd name="T37" fmla="*/ 16 h 18"/>
                <a:gd name="T38" fmla="*/ 17 w 17"/>
                <a:gd name="T39" fmla="*/ 9 h 18"/>
                <a:gd name="T40" fmla="*/ 16 w 17"/>
                <a:gd name="T41" fmla="*/ 4 h 18"/>
                <a:gd name="T42" fmla="*/ 13 w 17"/>
                <a:gd name="T43" fmla="*/ 6 h 18"/>
                <a:gd name="T44" fmla="*/ 16 w 17"/>
                <a:gd name="T45" fmla="*/ 4 h 18"/>
                <a:gd name="T46" fmla="*/ 9 w 1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2"/>
                    <a:pt x="9" y="12"/>
                    <a:pt x="9" y="12"/>
                  </a:cubicBezTo>
                  <a:moveTo>
                    <a:pt x="9" y="0"/>
                  </a:move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9" y="18"/>
                    <a:pt x="9" y="18"/>
                    <a:pt x="9" y="18"/>
                  </a:cubicBezTo>
                  <a:cubicBezTo>
                    <a:pt x="10" y="18"/>
                    <a:pt x="12" y="17"/>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2" name="Freeform 62">
              <a:extLst>
                <a:ext uri="{FF2B5EF4-FFF2-40B4-BE49-F238E27FC236}">
                  <a16:creationId xmlns:a16="http://schemas.microsoft.com/office/drawing/2014/main" id="{1E21D690-BECD-4830-8666-9C9F22A5EEAE}"/>
                </a:ext>
              </a:extLst>
            </p:cNvPr>
            <p:cNvSpPr>
              <a:spLocks/>
            </p:cNvSpPr>
            <p:nvPr userDrawn="1"/>
          </p:nvSpPr>
          <p:spPr bwMode="auto">
            <a:xfrm>
              <a:off x="-200439"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1"/>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3" name="Freeform 63">
              <a:extLst>
                <a:ext uri="{FF2B5EF4-FFF2-40B4-BE49-F238E27FC236}">
                  <a16:creationId xmlns:a16="http://schemas.microsoft.com/office/drawing/2014/main" id="{645F2063-B187-40CA-89D1-D6F03059BAB6}"/>
                </a:ext>
              </a:extLst>
            </p:cNvPr>
            <p:cNvSpPr>
              <a:spLocks noEditPoints="1"/>
            </p:cNvSpPr>
            <p:nvPr userDrawn="1"/>
          </p:nvSpPr>
          <p:spPr bwMode="auto">
            <a:xfrm>
              <a:off x="90564" y="811797"/>
              <a:ext cx="62215" cy="62215"/>
            </a:xfrm>
            <a:custGeom>
              <a:avLst/>
              <a:gdLst>
                <a:gd name="T0" fmla="*/ 35 w 42"/>
                <a:gd name="T1" fmla="*/ 10 h 41"/>
                <a:gd name="T2" fmla="*/ 35 w 42"/>
                <a:gd name="T3" fmla="*/ 10 h 41"/>
                <a:gd name="T4" fmla="*/ 38 w 42"/>
                <a:gd name="T5" fmla="*/ 9 h 41"/>
                <a:gd name="T6" fmla="*/ 35 w 42"/>
                <a:gd name="T7" fmla="*/ 10 h 41"/>
                <a:gd name="T8" fmla="*/ 21 w 42"/>
                <a:gd name="T9" fmla="*/ 35 h 41"/>
                <a:gd name="T10" fmla="*/ 9 w 42"/>
                <a:gd name="T11" fmla="*/ 29 h 41"/>
                <a:gd name="T12" fmla="*/ 7 w 42"/>
                <a:gd name="T13" fmla="*/ 21 h 41"/>
                <a:gd name="T14" fmla="*/ 12 w 42"/>
                <a:gd name="T15" fmla="*/ 9 h 41"/>
                <a:gd name="T16" fmla="*/ 21 w 42"/>
                <a:gd name="T17" fmla="*/ 6 h 41"/>
                <a:gd name="T18" fmla="*/ 33 w 42"/>
                <a:gd name="T19" fmla="*/ 12 h 41"/>
                <a:gd name="T20" fmla="*/ 33 w 42"/>
                <a:gd name="T21" fmla="*/ 12 h 41"/>
                <a:gd name="T22" fmla="*/ 36 w 42"/>
                <a:gd name="T23" fmla="*/ 21 h 41"/>
                <a:gd name="T24" fmla="*/ 30 w 42"/>
                <a:gd name="T25" fmla="*/ 32 h 41"/>
                <a:gd name="T26" fmla="*/ 21 w 42"/>
                <a:gd name="T27" fmla="*/ 35 h 41"/>
                <a:gd name="T28" fmla="*/ 21 w 42"/>
                <a:gd name="T29" fmla="*/ 0 h 41"/>
                <a:gd name="T30" fmla="*/ 21 w 42"/>
                <a:gd name="T31" fmla="*/ 0 h 41"/>
                <a:gd name="T32" fmla="*/ 9 w 42"/>
                <a:gd name="T33" fmla="*/ 4 h 41"/>
                <a:gd name="T34" fmla="*/ 1 w 42"/>
                <a:gd name="T35" fmla="*/ 21 h 41"/>
                <a:gd name="T36" fmla="*/ 5 w 42"/>
                <a:gd name="T37" fmla="*/ 33 h 41"/>
                <a:gd name="T38" fmla="*/ 21 w 42"/>
                <a:gd name="T39" fmla="*/ 41 h 41"/>
                <a:gd name="T40" fmla="*/ 21 w 42"/>
                <a:gd name="T41" fmla="*/ 41 h 41"/>
                <a:gd name="T42" fmla="*/ 34 w 42"/>
                <a:gd name="T43" fmla="*/ 37 h 41"/>
                <a:gd name="T44" fmla="*/ 42 w 42"/>
                <a:gd name="T45" fmla="*/ 21 h 41"/>
                <a:gd name="T46" fmla="*/ 38 w 42"/>
                <a:gd name="T47" fmla="*/ 9 h 41"/>
                <a:gd name="T48" fmla="*/ 38 w 42"/>
                <a:gd name="T49" fmla="*/ 9 h 41"/>
                <a:gd name="T50" fmla="*/ 21 w 42"/>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1">
                  <a:moveTo>
                    <a:pt x="35" y="10"/>
                  </a:moveTo>
                  <a:cubicBezTo>
                    <a:pt x="35" y="10"/>
                    <a:pt x="35" y="10"/>
                    <a:pt x="35" y="10"/>
                  </a:cubicBezTo>
                  <a:cubicBezTo>
                    <a:pt x="38" y="9"/>
                    <a:pt x="38" y="9"/>
                    <a:pt x="38" y="9"/>
                  </a:cubicBezTo>
                  <a:cubicBezTo>
                    <a:pt x="35" y="10"/>
                    <a:pt x="35" y="10"/>
                    <a:pt x="35" y="10"/>
                  </a:cubicBezTo>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4"/>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4" name="Freeform 64">
              <a:extLst>
                <a:ext uri="{FF2B5EF4-FFF2-40B4-BE49-F238E27FC236}">
                  <a16:creationId xmlns:a16="http://schemas.microsoft.com/office/drawing/2014/main" id="{6AA29256-D6BA-47BF-BC15-90E33CA212F5}"/>
                </a:ext>
              </a:extLst>
            </p:cNvPr>
            <p:cNvSpPr>
              <a:spLocks noEditPoints="1"/>
            </p:cNvSpPr>
            <p:nvPr userDrawn="1"/>
          </p:nvSpPr>
          <p:spPr bwMode="auto">
            <a:xfrm>
              <a:off x="150771" y="859963"/>
              <a:ext cx="48166" cy="4415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8 w 31"/>
                <a:gd name="T15" fmla="*/ 6 h 30"/>
                <a:gd name="T16" fmla="*/ 25 w 31"/>
                <a:gd name="T17" fmla="*/ 7 h 30"/>
                <a:gd name="T18" fmla="*/ 23 w 31"/>
                <a:gd name="T19" fmla="*/ 9 h 30"/>
                <a:gd name="T20" fmla="*/ 25 w 31"/>
                <a:gd name="T21" fmla="*/ 15 h 30"/>
                <a:gd name="T22" fmla="*/ 21 w 31"/>
                <a:gd name="T23" fmla="*/ 22 h 30"/>
                <a:gd name="T24" fmla="*/ 16 w 31"/>
                <a:gd name="T25" fmla="*/ 24 h 30"/>
                <a:gd name="T26" fmla="*/ 15 w 31"/>
                <a:gd name="T27" fmla="*/ 0 h 30"/>
                <a:gd name="T28" fmla="*/ 15 w 31"/>
                <a:gd name="T29" fmla="*/ 0 h 30"/>
                <a:gd name="T30" fmla="*/ 6 w 31"/>
                <a:gd name="T31" fmla="*/ 3 h 30"/>
                <a:gd name="T32" fmla="*/ 0 w 31"/>
                <a:gd name="T33" fmla="*/ 15 h 30"/>
                <a:gd name="T34" fmla="*/ 3 w 31"/>
                <a:gd name="T35" fmla="*/ 24 h 30"/>
                <a:gd name="T36" fmla="*/ 15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5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5" name="Freeform 65">
              <a:extLst>
                <a:ext uri="{FF2B5EF4-FFF2-40B4-BE49-F238E27FC236}">
                  <a16:creationId xmlns:a16="http://schemas.microsoft.com/office/drawing/2014/main" id="{71DA035F-6D70-4C2C-9565-B98F0C7F1DEF}"/>
                </a:ext>
              </a:extLst>
            </p:cNvPr>
            <p:cNvSpPr>
              <a:spLocks noEditPoints="1"/>
            </p:cNvSpPr>
            <p:nvPr userDrawn="1"/>
          </p:nvSpPr>
          <p:spPr bwMode="auto">
            <a:xfrm>
              <a:off x="210979" y="855949"/>
              <a:ext cx="40138" cy="36124"/>
            </a:xfrm>
            <a:custGeom>
              <a:avLst/>
              <a:gdLst>
                <a:gd name="T0" fmla="*/ 19 w 26"/>
                <a:gd name="T1" fmla="*/ 8 h 25"/>
                <a:gd name="T2" fmla="*/ 21 w 26"/>
                <a:gd name="T3" fmla="*/ 6 h 25"/>
                <a:gd name="T4" fmla="*/ 23 w 26"/>
                <a:gd name="T5" fmla="*/ 5 h 25"/>
                <a:gd name="T6" fmla="*/ 21 w 26"/>
                <a:gd name="T7" fmla="*/ 6 h 25"/>
                <a:gd name="T8" fmla="*/ 19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5 w 26"/>
                <a:gd name="T31" fmla="*/ 2 h 25"/>
                <a:gd name="T32" fmla="*/ 0 w 26"/>
                <a:gd name="T33" fmla="*/ 12 h 25"/>
                <a:gd name="T34" fmla="*/ 2 w 26"/>
                <a:gd name="T35" fmla="*/ 20 h 25"/>
                <a:gd name="T36" fmla="*/ 13 w 26"/>
                <a:gd name="T37" fmla="*/ 25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3" y="5"/>
                    <a:pt x="23" y="5"/>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6" name="Freeform 66">
              <a:extLst>
                <a:ext uri="{FF2B5EF4-FFF2-40B4-BE49-F238E27FC236}">
                  <a16:creationId xmlns:a16="http://schemas.microsoft.com/office/drawing/2014/main" id="{B9A9308A-D47E-48B4-A63B-DA8684C64EB5}"/>
                </a:ext>
              </a:extLst>
            </p:cNvPr>
            <p:cNvSpPr>
              <a:spLocks/>
            </p:cNvSpPr>
            <p:nvPr userDrawn="1"/>
          </p:nvSpPr>
          <p:spPr bwMode="auto">
            <a:xfrm>
              <a:off x="1009730" y="245847"/>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0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0"/>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7" name="Freeform 67">
              <a:extLst>
                <a:ext uri="{FF2B5EF4-FFF2-40B4-BE49-F238E27FC236}">
                  <a16:creationId xmlns:a16="http://schemas.microsoft.com/office/drawing/2014/main" id="{1F112491-8EF2-429A-801B-7BE246FF17DA}"/>
                </a:ext>
              </a:extLst>
            </p:cNvPr>
            <p:cNvSpPr>
              <a:spLocks noEditPoints="1"/>
            </p:cNvSpPr>
            <p:nvPr userDrawn="1"/>
          </p:nvSpPr>
          <p:spPr bwMode="auto">
            <a:xfrm>
              <a:off x="989661" y="247854"/>
              <a:ext cx="34118" cy="34118"/>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8" name="Freeform 68">
              <a:extLst>
                <a:ext uri="{FF2B5EF4-FFF2-40B4-BE49-F238E27FC236}">
                  <a16:creationId xmlns:a16="http://schemas.microsoft.com/office/drawing/2014/main" id="{ACBF516D-9FA2-43D2-8B69-3CE14BC83DC0}"/>
                </a:ext>
              </a:extLst>
            </p:cNvPr>
            <p:cNvSpPr>
              <a:spLocks noEditPoints="1"/>
            </p:cNvSpPr>
            <p:nvPr userDrawn="1"/>
          </p:nvSpPr>
          <p:spPr bwMode="auto">
            <a:xfrm>
              <a:off x="965578" y="233806"/>
              <a:ext cx="28097" cy="26090"/>
            </a:xfrm>
            <a:custGeom>
              <a:avLst/>
              <a:gdLst>
                <a:gd name="T0" fmla="*/ 10 w 18"/>
                <a:gd name="T1" fmla="*/ 6 h 18"/>
                <a:gd name="T2" fmla="*/ 11 w 18"/>
                <a:gd name="T3" fmla="*/ 4 h 18"/>
                <a:gd name="T4" fmla="*/ 10 w 18"/>
                <a:gd name="T5" fmla="*/ 6 h 18"/>
                <a:gd name="T6" fmla="*/ 12 w 18"/>
                <a:gd name="T7" fmla="*/ 9 h 18"/>
                <a:gd name="T8" fmla="*/ 12 w 18"/>
                <a:gd name="T9" fmla="*/ 10 h 18"/>
                <a:gd name="T10" fmla="*/ 11 w 18"/>
                <a:gd name="T11" fmla="*/ 11 h 18"/>
                <a:gd name="T12" fmla="*/ 9 w 18"/>
                <a:gd name="T13" fmla="*/ 12 h 18"/>
                <a:gd name="T14" fmla="*/ 9 w 18"/>
                <a:gd name="T15" fmla="*/ 12 h 18"/>
                <a:gd name="T16" fmla="*/ 8 w 18"/>
                <a:gd name="T17" fmla="*/ 12 h 18"/>
                <a:gd name="T18" fmla="*/ 6 w 18"/>
                <a:gd name="T19" fmla="*/ 9 h 18"/>
                <a:gd name="T20" fmla="*/ 6 w 18"/>
                <a:gd name="T21" fmla="*/ 8 h 18"/>
                <a:gd name="T22" fmla="*/ 7 w 18"/>
                <a:gd name="T23" fmla="*/ 7 h 18"/>
                <a:gd name="T24" fmla="*/ 9 w 18"/>
                <a:gd name="T25" fmla="*/ 6 h 18"/>
                <a:gd name="T26" fmla="*/ 9 w 18"/>
                <a:gd name="T27" fmla="*/ 6 h 18"/>
                <a:gd name="T28" fmla="*/ 10 w 18"/>
                <a:gd name="T29" fmla="*/ 6 h 18"/>
                <a:gd name="T30" fmla="*/ 9 w 18"/>
                <a:gd name="T31" fmla="*/ 0 h 18"/>
                <a:gd name="T32" fmla="*/ 4 w 18"/>
                <a:gd name="T33" fmla="*/ 2 h 18"/>
                <a:gd name="T34" fmla="*/ 0 w 18"/>
                <a:gd name="T35" fmla="*/ 6 h 18"/>
                <a:gd name="T36" fmla="*/ 0 w 18"/>
                <a:gd name="T37" fmla="*/ 9 h 18"/>
                <a:gd name="T38" fmla="*/ 6 w 18"/>
                <a:gd name="T39" fmla="*/ 17 h 18"/>
                <a:gd name="T40" fmla="*/ 9 w 18"/>
                <a:gd name="T41" fmla="*/ 18 h 18"/>
                <a:gd name="T42" fmla="*/ 14 w 18"/>
                <a:gd name="T43" fmla="*/ 16 h 18"/>
                <a:gd name="T44" fmla="*/ 18 w 18"/>
                <a:gd name="T45" fmla="*/ 12 h 18"/>
                <a:gd name="T46" fmla="*/ 18 w 18"/>
                <a:gd name="T47" fmla="*/ 9 h 18"/>
                <a:gd name="T48" fmla="*/ 12 w 18"/>
                <a:gd name="T49" fmla="*/ 1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10" y="6"/>
                  </a:move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9" name="Freeform 69">
              <a:extLst>
                <a:ext uri="{FF2B5EF4-FFF2-40B4-BE49-F238E27FC236}">
                  <a16:creationId xmlns:a16="http://schemas.microsoft.com/office/drawing/2014/main" id="{09794DC8-05A8-450C-B428-FA858DDEADEE}"/>
                </a:ext>
              </a:extLst>
            </p:cNvPr>
            <p:cNvSpPr>
              <a:spLocks noEditPoints="1"/>
            </p:cNvSpPr>
            <p:nvPr userDrawn="1"/>
          </p:nvSpPr>
          <p:spPr bwMode="auto">
            <a:xfrm>
              <a:off x="963571" y="209723"/>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7 w 16"/>
                <a:gd name="T15" fmla="*/ 9 h 15"/>
                <a:gd name="T16" fmla="*/ 6 w 16"/>
                <a:gd name="T17" fmla="*/ 7 h 15"/>
                <a:gd name="T18" fmla="*/ 6 w 16"/>
                <a:gd name="T19" fmla="*/ 7 h 15"/>
                <a:gd name="T20" fmla="*/ 6 w 16"/>
                <a:gd name="T21" fmla="*/ 6 h 15"/>
                <a:gd name="T22" fmla="*/ 8 w 16"/>
                <a:gd name="T23" fmla="*/ 6 h 15"/>
                <a:gd name="T24" fmla="*/ 8 w 16"/>
                <a:gd name="T25" fmla="*/ 6 h 15"/>
                <a:gd name="T26" fmla="*/ 8 w 16"/>
                <a:gd name="T27" fmla="*/ 6 h 15"/>
                <a:gd name="T28" fmla="*/ 8 w 16"/>
                <a:gd name="T29" fmla="*/ 0 h 15"/>
                <a:gd name="T30" fmla="*/ 3 w 16"/>
                <a:gd name="T31" fmla="*/ 1 h 15"/>
                <a:gd name="T32" fmla="*/ 0 w 16"/>
                <a:gd name="T33" fmla="*/ 5 h 15"/>
                <a:gd name="T34" fmla="*/ 0 w 16"/>
                <a:gd name="T35" fmla="*/ 7 h 15"/>
                <a:gd name="T36" fmla="*/ 5 w 16"/>
                <a:gd name="T37" fmla="*/ 15 h 15"/>
                <a:gd name="T38" fmla="*/ 8 w 16"/>
                <a:gd name="T39" fmla="*/ 15 h 15"/>
                <a:gd name="T40" fmla="*/ 13 w 16"/>
                <a:gd name="T41" fmla="*/ 14 h 15"/>
                <a:gd name="T42" fmla="*/ 15 w 16"/>
                <a:gd name="T43" fmla="*/ 10 h 15"/>
                <a:gd name="T44" fmla="*/ 16 w 16"/>
                <a:gd name="T45" fmla="*/ 8 h 15"/>
                <a:gd name="T46" fmla="*/ 11 w 16"/>
                <a:gd name="T47" fmla="*/ 0 h 15"/>
                <a:gd name="T48" fmla="*/ 11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0" name="Freeform 70">
              <a:extLst>
                <a:ext uri="{FF2B5EF4-FFF2-40B4-BE49-F238E27FC236}">
                  <a16:creationId xmlns:a16="http://schemas.microsoft.com/office/drawing/2014/main" id="{940C3DD9-C776-41DC-81FE-E3A15D6B1A1B}"/>
                </a:ext>
              </a:extLst>
            </p:cNvPr>
            <p:cNvSpPr>
              <a:spLocks noEditPoints="1"/>
            </p:cNvSpPr>
            <p:nvPr userDrawn="1"/>
          </p:nvSpPr>
          <p:spPr bwMode="auto">
            <a:xfrm>
              <a:off x="909384" y="-11038"/>
              <a:ext cx="152525" cy="148512"/>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6 w 101"/>
                <a:gd name="T23" fmla="*/ 28 h 99"/>
                <a:gd name="T24" fmla="*/ 6 w 101"/>
                <a:gd name="T25" fmla="*/ 28 h 99"/>
                <a:gd name="T26" fmla="*/ 0 w 101"/>
                <a:gd name="T27" fmla="*/ 50 h 99"/>
                <a:gd name="T28" fmla="*/ 28 w 101"/>
                <a:gd name="T29" fmla="*/ 94 h 99"/>
                <a:gd name="T30" fmla="*/ 51 w 101"/>
                <a:gd name="T31" fmla="*/ 99 h 99"/>
                <a:gd name="T32" fmla="*/ 96 w 101"/>
                <a:gd name="T33" fmla="*/ 72 h 99"/>
                <a:gd name="T34" fmla="*/ 101 w 101"/>
                <a:gd name="T35" fmla="*/ 50 h 99"/>
                <a:gd name="T36" fmla="*/ 74 w 101"/>
                <a:gd name="T37" fmla="*/ 6 h 99"/>
                <a:gd name="T38" fmla="*/ 75 w 101"/>
                <a:gd name="T39" fmla="*/ 13 h 99"/>
                <a:gd name="T40" fmla="*/ 71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1"/>
                  </a:moveTo>
                  <a:cubicBezTo>
                    <a:pt x="19" y="15"/>
                    <a:pt x="34" y="6"/>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1" name="Freeform 71">
              <a:extLst>
                <a:ext uri="{FF2B5EF4-FFF2-40B4-BE49-F238E27FC236}">
                  <a16:creationId xmlns:a16="http://schemas.microsoft.com/office/drawing/2014/main" id="{9B76EE03-014F-4AF4-BB9B-059C96206DD2}"/>
                </a:ext>
              </a:extLst>
            </p:cNvPr>
            <p:cNvSpPr>
              <a:spLocks noEditPoints="1"/>
            </p:cNvSpPr>
            <p:nvPr userDrawn="1"/>
          </p:nvSpPr>
          <p:spPr bwMode="auto">
            <a:xfrm>
              <a:off x="905371" y="115397"/>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1 w 23"/>
                <a:gd name="T39" fmla="*/ 16 h 22"/>
                <a:gd name="T40" fmla="*/ 23 w 23"/>
                <a:gd name="T41" fmla="*/ 11 h 22"/>
                <a:gd name="T42" fmla="*/ 16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2" name="Freeform 72">
              <a:extLst>
                <a:ext uri="{FF2B5EF4-FFF2-40B4-BE49-F238E27FC236}">
                  <a16:creationId xmlns:a16="http://schemas.microsoft.com/office/drawing/2014/main" id="{D32A6BE3-D914-4F98-A7E8-B70B55FA28DF}"/>
                </a:ext>
              </a:extLst>
            </p:cNvPr>
            <p:cNvSpPr>
              <a:spLocks noEditPoints="1"/>
            </p:cNvSpPr>
            <p:nvPr userDrawn="1"/>
          </p:nvSpPr>
          <p:spPr bwMode="auto">
            <a:xfrm>
              <a:off x="889315" y="141488"/>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6 w 17"/>
                <a:gd name="T19" fmla="*/ 7 h 17"/>
                <a:gd name="T20" fmla="*/ 9 w 17"/>
                <a:gd name="T21" fmla="*/ 0 h 17"/>
                <a:gd name="T22" fmla="*/ 1 w 17"/>
                <a:gd name="T23" fmla="*/ 5 h 17"/>
                <a:gd name="T24" fmla="*/ 1 w 17"/>
                <a:gd name="T25" fmla="*/ 5 h 17"/>
                <a:gd name="T26" fmla="*/ 0 w 17"/>
                <a:gd name="T27" fmla="*/ 9 h 17"/>
                <a:gd name="T28" fmla="*/ 5 w 17"/>
                <a:gd name="T29" fmla="*/ 16 h 17"/>
                <a:gd name="T30" fmla="*/ 9 w 17"/>
                <a:gd name="T31" fmla="*/ 17 h 17"/>
                <a:gd name="T32" fmla="*/ 17 w 17"/>
                <a:gd name="T33" fmla="*/ 12 h 17"/>
                <a:gd name="T34" fmla="*/ 17 w 17"/>
                <a:gd name="T35" fmla="*/ 9 h 17"/>
                <a:gd name="T36" fmla="*/ 13 w 17"/>
                <a:gd name="T37" fmla="*/ 1 h 17"/>
                <a:gd name="T38" fmla="*/ 9 w 17"/>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5"/>
                    <a:pt x="17" y="12"/>
                  </a:cubicBezTo>
                  <a:cubicBezTo>
                    <a:pt x="17" y="11"/>
                    <a:pt x="17" y="10"/>
                    <a:pt x="17" y="9"/>
                  </a:cubicBezTo>
                  <a:cubicBezTo>
                    <a:pt x="17"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3" name="Freeform 73">
              <a:extLst>
                <a:ext uri="{FF2B5EF4-FFF2-40B4-BE49-F238E27FC236}">
                  <a16:creationId xmlns:a16="http://schemas.microsoft.com/office/drawing/2014/main" id="{4B58C118-0FD2-4A17-9B72-0AB94E62005A}"/>
                </a:ext>
              </a:extLst>
            </p:cNvPr>
            <p:cNvSpPr>
              <a:spLocks noEditPoints="1"/>
            </p:cNvSpPr>
            <p:nvPr userDrawn="1"/>
          </p:nvSpPr>
          <p:spPr bwMode="auto">
            <a:xfrm>
              <a:off x="865232" y="143494"/>
              <a:ext cx="22077" cy="24083"/>
            </a:xfrm>
            <a:custGeom>
              <a:avLst/>
              <a:gdLst>
                <a:gd name="T0" fmla="*/ 6 w 15"/>
                <a:gd name="T1" fmla="*/ 7 h 15"/>
                <a:gd name="T2" fmla="*/ 6 w 15"/>
                <a:gd name="T3" fmla="*/ 6 h 15"/>
                <a:gd name="T4" fmla="*/ 6 w 15"/>
                <a:gd name="T5" fmla="*/ 7 h 15"/>
                <a:gd name="T6" fmla="*/ 6 w 15"/>
                <a:gd name="T7" fmla="*/ 7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6 w 15"/>
                <a:gd name="T23" fmla="*/ 7 h 15"/>
                <a:gd name="T24" fmla="*/ 6 w 15"/>
                <a:gd name="T25" fmla="*/ 7 h 15"/>
                <a:gd name="T26" fmla="*/ 6 w 15"/>
                <a:gd name="T27" fmla="*/ 7 h 15"/>
                <a:gd name="T28" fmla="*/ 6 w 15"/>
                <a:gd name="T29" fmla="*/ 7 h 15"/>
                <a:gd name="T30" fmla="*/ 7 w 15"/>
                <a:gd name="T31" fmla="*/ 0 h 15"/>
                <a:gd name="T32" fmla="*/ 1 w 15"/>
                <a:gd name="T33" fmla="*/ 4 h 15"/>
                <a:gd name="T34" fmla="*/ 1 w 15"/>
                <a:gd name="T35" fmla="*/ 4 h 15"/>
                <a:gd name="T36" fmla="*/ 1 w 15"/>
                <a:gd name="T37" fmla="*/ 4 h 15"/>
                <a:gd name="T38" fmla="*/ 1 w 15"/>
                <a:gd name="T39" fmla="*/ 4 h 15"/>
                <a:gd name="T40" fmla="*/ 1 w 15"/>
                <a:gd name="T41" fmla="*/ 4 h 15"/>
                <a:gd name="T42" fmla="*/ 1 w 15"/>
                <a:gd name="T43" fmla="*/ 4 h 15"/>
                <a:gd name="T44" fmla="*/ 0 w 15"/>
                <a:gd name="T45" fmla="*/ 7 h 15"/>
                <a:gd name="T46" fmla="*/ 4 w 15"/>
                <a:gd name="T47" fmla="*/ 14 h 15"/>
                <a:gd name="T48" fmla="*/ 7 w 15"/>
                <a:gd name="T49" fmla="*/ 15 h 15"/>
                <a:gd name="T50" fmla="*/ 7 w 15"/>
                <a:gd name="T51" fmla="*/ 15 h 15"/>
                <a:gd name="T52" fmla="*/ 14 w 15"/>
                <a:gd name="T53" fmla="*/ 11 h 15"/>
                <a:gd name="T54" fmla="*/ 15 w 15"/>
                <a:gd name="T55" fmla="*/ 7 h 15"/>
                <a:gd name="T56" fmla="*/ 11 w 15"/>
                <a:gd name="T57" fmla="*/ 0 h 15"/>
                <a:gd name="T58" fmla="*/ 7 w 15"/>
                <a:gd name="T59" fmla="*/ 0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6" y="6"/>
                    <a:pt x="6" y="6"/>
                  </a:cubicBezTo>
                  <a:cubicBezTo>
                    <a:pt x="6" y="7"/>
                    <a:pt x="6" y="7"/>
                    <a:pt x="6" y="7"/>
                  </a:cubicBezTo>
                  <a:cubicBezTo>
                    <a:pt x="6" y="7"/>
                    <a:pt x="6" y="7"/>
                    <a:pt x="6" y="7"/>
                  </a:cubicBezTo>
                  <a:moveTo>
                    <a:pt x="6" y="7"/>
                  </a:move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cubicBezTo>
                    <a:pt x="6" y="8"/>
                    <a:pt x="6" y="8"/>
                    <a:pt x="6" y="7"/>
                  </a:cubicBezTo>
                  <a:cubicBezTo>
                    <a:pt x="6" y="7"/>
                    <a:pt x="6" y="7"/>
                    <a:pt x="6" y="7"/>
                  </a:cubicBezTo>
                  <a:cubicBezTo>
                    <a:pt x="6" y="7"/>
                    <a:pt x="6" y="7"/>
                    <a:pt x="6" y="7"/>
                  </a:cubicBezTo>
                  <a:cubicBezTo>
                    <a:pt x="6" y="7"/>
                    <a:pt x="6" y="7"/>
                    <a:pt x="6" y="7"/>
                  </a:cubicBezTo>
                  <a:moveTo>
                    <a:pt x="7" y="0"/>
                  </a:moveTo>
                  <a:cubicBezTo>
                    <a:pt x="5" y="0"/>
                    <a:pt x="2" y="1"/>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4" name="Freeform 74">
              <a:extLst>
                <a:ext uri="{FF2B5EF4-FFF2-40B4-BE49-F238E27FC236}">
                  <a16:creationId xmlns:a16="http://schemas.microsoft.com/office/drawing/2014/main" id="{4B35AB54-82BE-4F6E-842F-FD9BAE7E0764}"/>
                </a:ext>
              </a:extLst>
            </p:cNvPr>
            <p:cNvSpPr>
              <a:spLocks noEditPoints="1"/>
            </p:cNvSpPr>
            <p:nvPr userDrawn="1"/>
          </p:nvSpPr>
          <p:spPr bwMode="auto">
            <a:xfrm>
              <a:off x="1399071" y="1357677"/>
              <a:ext cx="152525" cy="148512"/>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51 w 101"/>
                <a:gd name="T23" fmla="*/ 0 h 98"/>
                <a:gd name="T24" fmla="*/ 6 w 101"/>
                <a:gd name="T25" fmla="*/ 27 h 98"/>
                <a:gd name="T26" fmla="*/ 6 w 101"/>
                <a:gd name="T27" fmla="*/ 27 h 98"/>
                <a:gd name="T28" fmla="*/ 0 w 101"/>
                <a:gd name="T29" fmla="*/ 49 h 98"/>
                <a:gd name="T30" fmla="*/ 28 w 101"/>
                <a:gd name="T31" fmla="*/ 93 h 98"/>
                <a:gd name="T32" fmla="*/ 51 w 101"/>
                <a:gd name="T33" fmla="*/ 98 h 98"/>
                <a:gd name="T34" fmla="*/ 51 w 101"/>
                <a:gd name="T35" fmla="*/ 98 h 98"/>
                <a:gd name="T36" fmla="*/ 96 w 101"/>
                <a:gd name="T37" fmla="*/ 71 h 98"/>
                <a:gd name="T38" fmla="*/ 101 w 101"/>
                <a:gd name="T39" fmla="*/ 49 h 98"/>
                <a:gd name="T40" fmla="*/ 73 w 101"/>
                <a:gd name="T41" fmla="*/ 5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51" y="98"/>
                    <a:pt x="51" y="98"/>
                    <a:pt x="51" y="98"/>
                  </a:cubicBezTo>
                  <a:cubicBezTo>
                    <a:pt x="69" y="98"/>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5" name="Freeform 75">
              <a:extLst>
                <a:ext uri="{FF2B5EF4-FFF2-40B4-BE49-F238E27FC236}">
                  <a16:creationId xmlns:a16="http://schemas.microsoft.com/office/drawing/2014/main" id="{AAEC0F45-7DB8-413C-A44E-E3AA67CAC715}"/>
                </a:ext>
              </a:extLst>
            </p:cNvPr>
            <p:cNvSpPr>
              <a:spLocks noEditPoints="1"/>
            </p:cNvSpPr>
            <p:nvPr userDrawn="1"/>
          </p:nvSpPr>
          <p:spPr bwMode="auto">
            <a:xfrm>
              <a:off x="1395057" y="1484112"/>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22 w 23"/>
                <a:gd name="T37" fmla="*/ 16 h 22"/>
                <a:gd name="T38" fmla="*/ 23 w 23"/>
                <a:gd name="T39" fmla="*/ 11 h 22"/>
                <a:gd name="T40" fmla="*/ 17 w 23"/>
                <a:gd name="T41" fmla="*/ 1 h 22"/>
                <a:gd name="T42" fmla="*/ 12 w 23"/>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6" name="Freeform 76">
              <a:extLst>
                <a:ext uri="{FF2B5EF4-FFF2-40B4-BE49-F238E27FC236}">
                  <a16:creationId xmlns:a16="http://schemas.microsoft.com/office/drawing/2014/main" id="{5D7176DB-6BBD-4572-A100-0BC8D99A2DC0}"/>
                </a:ext>
              </a:extLst>
            </p:cNvPr>
            <p:cNvSpPr>
              <a:spLocks noEditPoints="1"/>
            </p:cNvSpPr>
            <p:nvPr userDrawn="1"/>
          </p:nvSpPr>
          <p:spPr bwMode="auto">
            <a:xfrm>
              <a:off x="1379002" y="1508195"/>
              <a:ext cx="26091" cy="26090"/>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9" y="0"/>
                    <a:pt x="9" y="0"/>
                    <a:pt x="9" y="0"/>
                  </a:cubicBez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7" name="Freeform 77">
              <a:extLst>
                <a:ext uri="{FF2B5EF4-FFF2-40B4-BE49-F238E27FC236}">
                  <a16:creationId xmlns:a16="http://schemas.microsoft.com/office/drawing/2014/main" id="{3F022FC2-5C6D-4D1C-B502-4D07AE9B2D2B}"/>
                </a:ext>
              </a:extLst>
            </p:cNvPr>
            <p:cNvSpPr>
              <a:spLocks noEditPoints="1"/>
            </p:cNvSpPr>
            <p:nvPr userDrawn="1"/>
          </p:nvSpPr>
          <p:spPr bwMode="auto">
            <a:xfrm>
              <a:off x="1354919" y="1512209"/>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8" name="Freeform 78">
              <a:extLst>
                <a:ext uri="{FF2B5EF4-FFF2-40B4-BE49-F238E27FC236}">
                  <a16:creationId xmlns:a16="http://schemas.microsoft.com/office/drawing/2014/main" id="{67089B9B-2D3D-4388-A3F7-953B1F9AE845}"/>
                </a:ext>
              </a:extLst>
            </p:cNvPr>
            <p:cNvSpPr>
              <a:spLocks noEditPoints="1"/>
            </p:cNvSpPr>
            <p:nvPr userDrawn="1"/>
          </p:nvSpPr>
          <p:spPr bwMode="auto">
            <a:xfrm>
              <a:off x="817066" y="1526258"/>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5 w 101"/>
                <a:gd name="T39" fmla="*/ 71 h 99"/>
                <a:gd name="T40" fmla="*/ 100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9" name="Freeform 79">
              <a:extLst>
                <a:ext uri="{FF2B5EF4-FFF2-40B4-BE49-F238E27FC236}">
                  <a16:creationId xmlns:a16="http://schemas.microsoft.com/office/drawing/2014/main" id="{33E79F0F-82E7-41CD-9AA0-CBE771DDA213}"/>
                </a:ext>
              </a:extLst>
            </p:cNvPr>
            <p:cNvSpPr>
              <a:spLocks noEditPoints="1"/>
            </p:cNvSpPr>
            <p:nvPr userDrawn="1"/>
          </p:nvSpPr>
          <p:spPr bwMode="auto">
            <a:xfrm>
              <a:off x="813053" y="1652693"/>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6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0" name="Freeform 80">
              <a:extLst>
                <a:ext uri="{FF2B5EF4-FFF2-40B4-BE49-F238E27FC236}">
                  <a16:creationId xmlns:a16="http://schemas.microsoft.com/office/drawing/2014/main" id="{A02E3539-254D-45B3-B175-5BBF4102125E}"/>
                </a:ext>
              </a:extLst>
            </p:cNvPr>
            <p:cNvSpPr>
              <a:spLocks noEditPoints="1"/>
            </p:cNvSpPr>
            <p:nvPr userDrawn="1"/>
          </p:nvSpPr>
          <p:spPr bwMode="auto">
            <a:xfrm>
              <a:off x="794990" y="1676776"/>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1" name="Freeform 81">
              <a:extLst>
                <a:ext uri="{FF2B5EF4-FFF2-40B4-BE49-F238E27FC236}">
                  <a16:creationId xmlns:a16="http://schemas.microsoft.com/office/drawing/2014/main" id="{F820BB7F-DD96-42DC-B582-3F5CA8976673}"/>
                </a:ext>
              </a:extLst>
            </p:cNvPr>
            <p:cNvSpPr>
              <a:spLocks noEditPoints="1"/>
            </p:cNvSpPr>
            <p:nvPr userDrawn="1"/>
          </p:nvSpPr>
          <p:spPr bwMode="auto">
            <a:xfrm>
              <a:off x="770907" y="1680789"/>
              <a:ext cx="22077"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7 h 15"/>
                <a:gd name="T42" fmla="*/ 11 w 15"/>
                <a:gd name="T43" fmla="*/ 1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2" name="Freeform 82">
              <a:extLst>
                <a:ext uri="{FF2B5EF4-FFF2-40B4-BE49-F238E27FC236}">
                  <a16:creationId xmlns:a16="http://schemas.microsoft.com/office/drawing/2014/main" id="{62664847-6A04-46DC-820D-80C6D0012D98}"/>
                </a:ext>
              </a:extLst>
            </p:cNvPr>
            <p:cNvSpPr>
              <a:spLocks noEditPoints="1"/>
            </p:cNvSpPr>
            <p:nvPr userDrawn="1"/>
          </p:nvSpPr>
          <p:spPr bwMode="auto">
            <a:xfrm>
              <a:off x="1858654" y="1104806"/>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3" name="Freeform 83">
              <a:extLst>
                <a:ext uri="{FF2B5EF4-FFF2-40B4-BE49-F238E27FC236}">
                  <a16:creationId xmlns:a16="http://schemas.microsoft.com/office/drawing/2014/main" id="{B3614BBD-279C-473A-888E-FC50068B6983}"/>
                </a:ext>
              </a:extLst>
            </p:cNvPr>
            <p:cNvSpPr>
              <a:spLocks noEditPoints="1"/>
            </p:cNvSpPr>
            <p:nvPr userDrawn="1"/>
          </p:nvSpPr>
          <p:spPr bwMode="auto">
            <a:xfrm>
              <a:off x="1842598" y="1213179"/>
              <a:ext cx="34118" cy="32111"/>
            </a:xfrm>
            <a:custGeom>
              <a:avLst/>
              <a:gdLst>
                <a:gd name="T0" fmla="*/ 11 w 22"/>
                <a:gd name="T1" fmla="*/ 16 h 22"/>
                <a:gd name="T2" fmla="*/ 8 w 22"/>
                <a:gd name="T3" fmla="*/ 15 h 22"/>
                <a:gd name="T4" fmla="*/ 6 w 22"/>
                <a:gd name="T5" fmla="*/ 11 h 22"/>
                <a:gd name="T6" fmla="*/ 7 w 22"/>
                <a:gd name="T7" fmla="*/ 8 h 22"/>
                <a:gd name="T8" fmla="*/ 5 w 22"/>
                <a:gd name="T9" fmla="*/ 6 h 22"/>
                <a:gd name="T10" fmla="*/ 7 w 22"/>
                <a:gd name="T11" fmla="*/ 8 h 22"/>
                <a:gd name="T12" fmla="*/ 11 w 22"/>
                <a:gd name="T13" fmla="*/ 6 h 22"/>
                <a:gd name="T14" fmla="*/ 14 w 22"/>
                <a:gd name="T15" fmla="*/ 7 h 22"/>
                <a:gd name="T16" fmla="*/ 16 w 22"/>
                <a:gd name="T17" fmla="*/ 11 h 22"/>
                <a:gd name="T18" fmla="*/ 15 w 22"/>
                <a:gd name="T19" fmla="*/ 14 h 22"/>
                <a:gd name="T20" fmla="*/ 11 w 22"/>
                <a:gd name="T21" fmla="*/ 16 h 22"/>
                <a:gd name="T22" fmla="*/ 11 w 22"/>
                <a:gd name="T23" fmla="*/ 0 h 22"/>
                <a:gd name="T24" fmla="*/ 11 w 22"/>
                <a:gd name="T25" fmla="*/ 0 h 22"/>
                <a:gd name="T26" fmla="*/ 11 w 22"/>
                <a:gd name="T27" fmla="*/ 0 h 22"/>
                <a:gd name="T28" fmla="*/ 3 w 22"/>
                <a:gd name="T29" fmla="*/ 5 h 22"/>
                <a:gd name="T30" fmla="*/ 3 w 22"/>
                <a:gd name="T31" fmla="*/ 5 h 22"/>
                <a:gd name="T32" fmla="*/ 0 w 22"/>
                <a:gd name="T33" fmla="*/ 11 h 22"/>
                <a:gd name="T34" fmla="*/ 5 w 22"/>
                <a:gd name="T35" fmla="*/ 19 h 22"/>
                <a:gd name="T36" fmla="*/ 11 w 22"/>
                <a:gd name="T37" fmla="*/ 22 h 22"/>
                <a:gd name="T38" fmla="*/ 11 w 22"/>
                <a:gd name="T39" fmla="*/ 22 h 22"/>
                <a:gd name="T40" fmla="*/ 11 w 22"/>
                <a:gd name="T41" fmla="*/ 22 h 22"/>
                <a:gd name="T42" fmla="*/ 20 w 22"/>
                <a:gd name="T43" fmla="*/ 17 h 22"/>
                <a:gd name="T44" fmla="*/ 22 w 22"/>
                <a:gd name="T45" fmla="*/ 11 h 22"/>
                <a:gd name="T46" fmla="*/ 17 w 22"/>
                <a:gd name="T47" fmla="*/ 3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1" y="16"/>
                  </a:moveTo>
                  <a:cubicBezTo>
                    <a:pt x="10" y="16"/>
                    <a:pt x="9" y="15"/>
                    <a:pt x="8" y="15"/>
                  </a:cubicBezTo>
                  <a:cubicBezTo>
                    <a:pt x="7" y="14"/>
                    <a:pt x="6" y="12"/>
                    <a:pt x="6" y="11"/>
                  </a:cubicBezTo>
                  <a:cubicBezTo>
                    <a:pt x="6" y="10"/>
                    <a:pt x="7" y="9"/>
                    <a:pt x="7" y="8"/>
                  </a:cubicBezTo>
                  <a:cubicBezTo>
                    <a:pt x="5" y="6"/>
                    <a:pt x="5" y="6"/>
                    <a:pt x="5" y="6"/>
                  </a:cubicBezTo>
                  <a:cubicBezTo>
                    <a:pt x="7" y="8"/>
                    <a:pt x="7" y="8"/>
                    <a:pt x="7" y="8"/>
                  </a:cubicBezTo>
                  <a:cubicBezTo>
                    <a:pt x="8" y="7"/>
                    <a:pt x="10" y="7"/>
                    <a:pt x="11" y="6"/>
                  </a:cubicBezTo>
                  <a:cubicBezTo>
                    <a:pt x="12" y="7"/>
                    <a:pt x="13" y="7"/>
                    <a:pt x="14" y="7"/>
                  </a:cubicBezTo>
                  <a:cubicBezTo>
                    <a:pt x="15" y="8"/>
                    <a:pt x="16" y="10"/>
                    <a:pt x="16" y="11"/>
                  </a:cubicBezTo>
                  <a:cubicBezTo>
                    <a:pt x="16" y="12"/>
                    <a:pt x="15" y="13"/>
                    <a:pt x="15" y="14"/>
                  </a:cubicBezTo>
                  <a:cubicBezTo>
                    <a:pt x="14" y="15"/>
                    <a:pt x="12" y="16"/>
                    <a:pt x="11" y="16"/>
                  </a:cubicBezTo>
                  <a:moveTo>
                    <a:pt x="11" y="0"/>
                  </a:moveTo>
                  <a:cubicBezTo>
                    <a:pt x="11" y="0"/>
                    <a:pt x="11" y="0"/>
                    <a:pt x="11" y="0"/>
                  </a:cubicBezTo>
                  <a:cubicBezTo>
                    <a:pt x="11" y="0"/>
                    <a:pt x="11" y="0"/>
                    <a:pt x="11" y="0"/>
                  </a:cubicBezTo>
                  <a:cubicBezTo>
                    <a:pt x="8" y="0"/>
                    <a:pt x="5" y="2"/>
                    <a:pt x="3" y="5"/>
                  </a:cubicBezTo>
                  <a:cubicBezTo>
                    <a:pt x="3" y="5"/>
                    <a:pt x="3" y="5"/>
                    <a:pt x="3" y="5"/>
                  </a:cubicBezTo>
                  <a:cubicBezTo>
                    <a:pt x="1" y="7"/>
                    <a:pt x="0" y="9"/>
                    <a:pt x="0" y="11"/>
                  </a:cubicBezTo>
                  <a:cubicBezTo>
                    <a:pt x="0" y="14"/>
                    <a:pt x="2" y="17"/>
                    <a:pt x="5" y="19"/>
                  </a:cubicBezTo>
                  <a:cubicBezTo>
                    <a:pt x="7" y="21"/>
                    <a:pt x="9" y="22"/>
                    <a:pt x="11" y="22"/>
                  </a:cubicBezTo>
                  <a:cubicBezTo>
                    <a:pt x="11" y="22"/>
                    <a:pt x="11" y="22"/>
                    <a:pt x="11" y="22"/>
                  </a:cubicBezTo>
                  <a:cubicBezTo>
                    <a:pt x="11" y="22"/>
                    <a:pt x="11" y="22"/>
                    <a:pt x="11" y="22"/>
                  </a:cubicBezTo>
                  <a:cubicBezTo>
                    <a:pt x="14" y="22"/>
                    <a:pt x="17" y="20"/>
                    <a:pt x="20" y="17"/>
                  </a:cubicBezTo>
                  <a:cubicBezTo>
                    <a:pt x="21" y="16"/>
                    <a:pt x="22" y="13"/>
                    <a:pt x="22" y="11"/>
                  </a:cubicBezTo>
                  <a:cubicBezTo>
                    <a:pt x="22" y="8"/>
                    <a:pt x="20" y="5"/>
                    <a:pt x="17" y="3"/>
                  </a:cubicBezTo>
                  <a:cubicBezTo>
                    <a:pt x="16"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4" name="Freeform 84">
              <a:extLst>
                <a:ext uri="{FF2B5EF4-FFF2-40B4-BE49-F238E27FC236}">
                  <a16:creationId xmlns:a16="http://schemas.microsoft.com/office/drawing/2014/main" id="{7A46EFDC-A257-4B6B-9589-5323CB79B36D}"/>
                </a:ext>
              </a:extLst>
            </p:cNvPr>
            <p:cNvSpPr>
              <a:spLocks noEditPoints="1"/>
            </p:cNvSpPr>
            <p:nvPr userDrawn="1"/>
          </p:nvSpPr>
          <p:spPr bwMode="auto">
            <a:xfrm>
              <a:off x="1822529" y="1233248"/>
              <a:ext cx="26091" cy="26090"/>
            </a:xfrm>
            <a:custGeom>
              <a:avLst/>
              <a:gdLst>
                <a:gd name="T0" fmla="*/ 9 w 17"/>
                <a:gd name="T1" fmla="*/ 11 h 17"/>
                <a:gd name="T2" fmla="*/ 7 w 17"/>
                <a:gd name="T3" fmla="*/ 10 h 17"/>
                <a:gd name="T4" fmla="*/ 6 w 17"/>
                <a:gd name="T5" fmla="*/ 8 h 17"/>
                <a:gd name="T6" fmla="*/ 7 w 17"/>
                <a:gd name="T7" fmla="*/ 7 h 17"/>
                <a:gd name="T8" fmla="*/ 4 w 17"/>
                <a:gd name="T9" fmla="*/ 5 h 17"/>
                <a:gd name="T10" fmla="*/ 7 w 17"/>
                <a:gd name="T11" fmla="*/ 7 h 17"/>
                <a:gd name="T12" fmla="*/ 9 w 17"/>
                <a:gd name="T13" fmla="*/ 6 h 17"/>
                <a:gd name="T14" fmla="*/ 10 w 17"/>
                <a:gd name="T15" fmla="*/ 6 h 17"/>
                <a:gd name="T16" fmla="*/ 11 w 17"/>
                <a:gd name="T17" fmla="*/ 8 h 17"/>
                <a:gd name="T18" fmla="*/ 11 w 17"/>
                <a:gd name="T19" fmla="*/ 10 h 17"/>
                <a:gd name="T20" fmla="*/ 9 w 17"/>
                <a:gd name="T21" fmla="*/ 11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9 w 17"/>
                <a:gd name="T41" fmla="*/ 17 h 17"/>
                <a:gd name="T42" fmla="*/ 15 w 17"/>
                <a:gd name="T43" fmla="*/ 13 h 17"/>
                <a:gd name="T44" fmla="*/ 17 w 17"/>
                <a:gd name="T45" fmla="*/ 8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9" y="11"/>
                  </a:moveTo>
                  <a:cubicBezTo>
                    <a:pt x="8" y="11"/>
                    <a:pt x="8" y="10"/>
                    <a:pt x="7" y="10"/>
                  </a:cubicBezTo>
                  <a:cubicBezTo>
                    <a:pt x="7" y="10"/>
                    <a:pt x="6" y="9"/>
                    <a:pt x="6" y="8"/>
                  </a:cubicBezTo>
                  <a:cubicBezTo>
                    <a:pt x="6" y="8"/>
                    <a:pt x="6" y="7"/>
                    <a:pt x="7" y="7"/>
                  </a:cubicBezTo>
                  <a:cubicBezTo>
                    <a:pt x="4" y="5"/>
                    <a:pt x="4" y="5"/>
                    <a:pt x="4" y="5"/>
                  </a:cubicBezTo>
                  <a:cubicBezTo>
                    <a:pt x="7" y="7"/>
                    <a:pt x="7" y="7"/>
                    <a:pt x="7" y="7"/>
                  </a:cubicBezTo>
                  <a:cubicBezTo>
                    <a:pt x="7" y="6"/>
                    <a:pt x="8" y="6"/>
                    <a:pt x="9" y="6"/>
                  </a:cubicBezTo>
                  <a:cubicBezTo>
                    <a:pt x="9" y="6"/>
                    <a:pt x="10" y="6"/>
                    <a:pt x="10" y="6"/>
                  </a:cubicBezTo>
                  <a:cubicBezTo>
                    <a:pt x="11" y="7"/>
                    <a:pt x="11" y="8"/>
                    <a:pt x="11" y="8"/>
                  </a:cubicBezTo>
                  <a:cubicBezTo>
                    <a:pt x="11" y="9"/>
                    <a:pt x="11" y="9"/>
                    <a:pt x="11" y="10"/>
                  </a:cubicBezTo>
                  <a:cubicBezTo>
                    <a:pt x="10" y="10"/>
                    <a:pt x="9" y="11"/>
                    <a:pt x="9" y="11"/>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9" y="17"/>
                    <a:pt x="9" y="17"/>
                    <a:pt x="9" y="17"/>
                  </a:cubicBezTo>
                  <a:cubicBezTo>
                    <a:pt x="11" y="17"/>
                    <a:pt x="14" y="15"/>
                    <a:pt x="15" y="13"/>
                  </a:cubicBezTo>
                  <a:cubicBezTo>
                    <a:pt x="16" y="12"/>
                    <a:pt x="17" y="10"/>
                    <a:pt x="17" y="8"/>
                  </a:cubicBezTo>
                  <a:cubicBezTo>
                    <a:pt x="17" y="6"/>
                    <a:pt x="16" y="3"/>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5" name="Freeform 85">
              <a:extLst>
                <a:ext uri="{FF2B5EF4-FFF2-40B4-BE49-F238E27FC236}">
                  <a16:creationId xmlns:a16="http://schemas.microsoft.com/office/drawing/2014/main" id="{8D8D753E-3AB4-4120-9131-1346F1F478F5}"/>
                </a:ext>
              </a:extLst>
            </p:cNvPr>
            <p:cNvSpPr>
              <a:spLocks noEditPoints="1"/>
            </p:cNvSpPr>
            <p:nvPr userDrawn="1"/>
          </p:nvSpPr>
          <p:spPr bwMode="auto">
            <a:xfrm>
              <a:off x="1800454" y="1231241"/>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7 w 15"/>
                <a:gd name="T37" fmla="*/ 14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7" y="14"/>
                    <a:pt x="7" y="14"/>
                    <a:pt x="7" y="14"/>
                  </a:cubicBezTo>
                  <a:cubicBezTo>
                    <a:pt x="10" y="14"/>
                    <a:pt x="12" y="13"/>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6" name="Freeform 86">
              <a:extLst>
                <a:ext uri="{FF2B5EF4-FFF2-40B4-BE49-F238E27FC236}">
                  <a16:creationId xmlns:a16="http://schemas.microsoft.com/office/drawing/2014/main" id="{17926DF5-10A5-4502-8F0F-687D6F1CB9B2}"/>
                </a:ext>
              </a:extLst>
            </p:cNvPr>
            <p:cNvSpPr>
              <a:spLocks noEditPoints="1"/>
            </p:cNvSpPr>
            <p:nvPr userDrawn="1"/>
          </p:nvSpPr>
          <p:spPr bwMode="auto">
            <a:xfrm>
              <a:off x="696652" y="-308061"/>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7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3 w 241"/>
                <a:gd name="T83" fmla="*/ 143 h 203"/>
                <a:gd name="T84" fmla="*/ 53 w 241"/>
                <a:gd name="T85" fmla="*/ 167 h 203"/>
                <a:gd name="T86" fmla="*/ 115 w 241"/>
                <a:gd name="T87" fmla="*/ 169 h 203"/>
                <a:gd name="T88" fmla="*/ 134 w 241"/>
                <a:gd name="T89" fmla="*/ 151 h 203"/>
                <a:gd name="T90" fmla="*/ 152 w 241"/>
                <a:gd name="T91" fmla="*/ 160 h 203"/>
                <a:gd name="T92" fmla="*/ 175 w 241"/>
                <a:gd name="T93" fmla="*/ 157 h 203"/>
                <a:gd name="T94" fmla="*/ 213 w 241"/>
                <a:gd name="T95" fmla="*/ 202 h 203"/>
                <a:gd name="T96" fmla="*/ 214 w 241"/>
                <a:gd name="T97" fmla="*/ 191 h 203"/>
                <a:gd name="T98" fmla="*/ 205 w 241"/>
                <a:gd name="T99" fmla="*/ 124 h 203"/>
                <a:gd name="T100" fmla="*/ 222 w 241"/>
                <a:gd name="T101" fmla="*/ 104 h 203"/>
                <a:gd name="T102" fmla="*/ 237 w 241"/>
                <a:gd name="T103" fmla="*/ 65 h 203"/>
                <a:gd name="T104" fmla="*/ 218 w 241"/>
                <a:gd name="T105" fmla="*/ 54 h 203"/>
                <a:gd name="T106" fmla="*/ 207 w 241"/>
                <a:gd name="T107" fmla="*/ 53 h 203"/>
                <a:gd name="T108" fmla="*/ 207 w 241"/>
                <a:gd name="T109" fmla="*/ 39 h 203"/>
                <a:gd name="T110" fmla="*/ 200 w 241"/>
                <a:gd name="T111" fmla="*/ 7 h 203"/>
                <a:gd name="T112" fmla="*/ 195 w 241"/>
                <a:gd name="T113" fmla="*/ 5 h 203"/>
                <a:gd name="T114" fmla="*/ 174 w 241"/>
                <a:gd name="T115" fmla="*/ 2 h 203"/>
                <a:gd name="T116" fmla="*/ 122 w 241"/>
                <a:gd name="T117" fmla="*/ 5 h 203"/>
                <a:gd name="T118" fmla="*/ 120 w 241"/>
                <a:gd name="T119" fmla="*/ 7 h 203"/>
                <a:gd name="T120" fmla="*/ 117 w 241"/>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7"/>
                  </a:cubicBezTo>
                  <a:cubicBezTo>
                    <a:pt x="175" y="150"/>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7" name="Freeform 87">
              <a:extLst>
                <a:ext uri="{FF2B5EF4-FFF2-40B4-BE49-F238E27FC236}">
                  <a16:creationId xmlns:a16="http://schemas.microsoft.com/office/drawing/2014/main" id="{F9314E41-280A-4816-8BDB-548E616411F9}"/>
                </a:ext>
              </a:extLst>
            </p:cNvPr>
            <p:cNvSpPr>
              <a:spLocks/>
            </p:cNvSpPr>
            <p:nvPr userDrawn="1"/>
          </p:nvSpPr>
          <p:spPr bwMode="auto">
            <a:xfrm>
              <a:off x="724749" y="-119411"/>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8" name="Freeform 88">
              <a:extLst>
                <a:ext uri="{FF2B5EF4-FFF2-40B4-BE49-F238E27FC236}">
                  <a16:creationId xmlns:a16="http://schemas.microsoft.com/office/drawing/2014/main" id="{FBB1008D-F048-4766-A609-C5633E00E13D}"/>
                </a:ext>
              </a:extLst>
            </p:cNvPr>
            <p:cNvSpPr>
              <a:spLocks/>
            </p:cNvSpPr>
            <p:nvPr userDrawn="1"/>
          </p:nvSpPr>
          <p:spPr bwMode="auto">
            <a:xfrm>
              <a:off x="1017758" y="-3010"/>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9" name="Freeform 89">
              <a:extLst>
                <a:ext uri="{FF2B5EF4-FFF2-40B4-BE49-F238E27FC236}">
                  <a16:creationId xmlns:a16="http://schemas.microsoft.com/office/drawing/2014/main" id="{C4057D8D-756E-4F2D-955D-0BE2C4EAD3BC}"/>
                </a:ext>
              </a:extLst>
            </p:cNvPr>
            <p:cNvSpPr>
              <a:spLocks noEditPoints="1"/>
            </p:cNvSpPr>
            <p:nvPr userDrawn="1"/>
          </p:nvSpPr>
          <p:spPr bwMode="auto">
            <a:xfrm>
              <a:off x="331394" y="1512209"/>
              <a:ext cx="361244" cy="315086"/>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3 w 240"/>
                <a:gd name="T81" fmla="*/ 143 h 209"/>
                <a:gd name="T82" fmla="*/ 53 w 240"/>
                <a:gd name="T83" fmla="*/ 166 h 209"/>
                <a:gd name="T84" fmla="*/ 115 w 240"/>
                <a:gd name="T85" fmla="*/ 168 h 209"/>
                <a:gd name="T86" fmla="*/ 134 w 240"/>
                <a:gd name="T87" fmla="*/ 151 h 209"/>
                <a:gd name="T88" fmla="*/ 152 w 240"/>
                <a:gd name="T89" fmla="*/ 160 h 209"/>
                <a:gd name="T90" fmla="*/ 175 w 240"/>
                <a:gd name="T91" fmla="*/ 157 h 209"/>
                <a:gd name="T92" fmla="*/ 217 w 240"/>
                <a:gd name="T93" fmla="*/ 209 h 209"/>
                <a:gd name="T94" fmla="*/ 204 w 240"/>
                <a:gd name="T95" fmla="*/ 123 h 209"/>
                <a:gd name="T96" fmla="*/ 204 w 240"/>
                <a:gd name="T97" fmla="*/ 123 h 209"/>
                <a:gd name="T98" fmla="*/ 207 w 240"/>
                <a:gd name="T99" fmla="*/ 111 h 209"/>
                <a:gd name="T100" fmla="*/ 240 w 240"/>
                <a:gd name="T101" fmla="*/ 80 h 209"/>
                <a:gd name="T102" fmla="*/ 228 w 240"/>
                <a:gd name="T103" fmla="*/ 55 h 209"/>
                <a:gd name="T104" fmla="*/ 215 w 240"/>
                <a:gd name="T105" fmla="*/ 53 h 209"/>
                <a:gd name="T106" fmla="*/ 204 w 240"/>
                <a:gd name="T107" fmla="*/ 48 h 209"/>
                <a:gd name="T108" fmla="*/ 207 w 240"/>
                <a:gd name="T109" fmla="*/ 14 h 209"/>
                <a:gd name="T110" fmla="*/ 195 w 240"/>
                <a:gd name="T111" fmla="*/ 4 h 209"/>
                <a:gd name="T112" fmla="*/ 190 w 240"/>
                <a:gd name="T113" fmla="*/ 2 h 209"/>
                <a:gd name="T114" fmla="*/ 123 w 240"/>
                <a:gd name="T115" fmla="*/ 3 h 209"/>
                <a:gd name="T116" fmla="*/ 121 w 240"/>
                <a:gd name="T117" fmla="*/ 5 h 209"/>
                <a:gd name="T118" fmla="*/ 119 w 240"/>
                <a:gd name="T119" fmla="*/ 5 h 209"/>
                <a:gd name="T120" fmla="*/ 105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8"/>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0" name="Freeform 90">
              <a:extLst>
                <a:ext uri="{FF2B5EF4-FFF2-40B4-BE49-F238E27FC236}">
                  <a16:creationId xmlns:a16="http://schemas.microsoft.com/office/drawing/2014/main" id="{FAEAA2BF-F96E-4355-BF54-CCEF119C963A}"/>
                </a:ext>
              </a:extLst>
            </p:cNvPr>
            <p:cNvSpPr>
              <a:spLocks noEditPoints="1"/>
            </p:cNvSpPr>
            <p:nvPr userDrawn="1"/>
          </p:nvSpPr>
          <p:spPr bwMode="auto">
            <a:xfrm>
              <a:off x="1485368" y="-406400"/>
              <a:ext cx="361244" cy="315086"/>
            </a:xfrm>
            <a:custGeom>
              <a:avLst/>
              <a:gdLst>
                <a:gd name="T0" fmla="*/ 217 w 240"/>
                <a:gd name="T1" fmla="*/ 210 h 210"/>
                <a:gd name="T2" fmla="*/ 214 w 240"/>
                <a:gd name="T3" fmla="*/ 190 h 210"/>
                <a:gd name="T4" fmla="*/ 214 w 240"/>
                <a:gd name="T5" fmla="*/ 190 h 210"/>
                <a:gd name="T6" fmla="*/ 112 w 240"/>
                <a:gd name="T7" fmla="*/ 7 h 210"/>
                <a:gd name="T8" fmla="*/ 116 w 240"/>
                <a:gd name="T9" fmla="*/ 11 h 210"/>
                <a:gd name="T10" fmla="*/ 123 w 240"/>
                <a:gd name="T11" fmla="*/ 12 h 210"/>
                <a:gd name="T12" fmla="*/ 174 w 240"/>
                <a:gd name="T13" fmla="*/ 8 h 210"/>
                <a:gd name="T14" fmla="*/ 190 w 240"/>
                <a:gd name="T15" fmla="*/ 9 h 210"/>
                <a:gd name="T16" fmla="*/ 196 w 240"/>
                <a:gd name="T17" fmla="*/ 12 h 210"/>
                <a:gd name="T18" fmla="*/ 201 w 240"/>
                <a:gd name="T19" fmla="*/ 37 h 210"/>
                <a:gd name="T20" fmla="*/ 203 w 240"/>
                <a:gd name="T21" fmla="*/ 58 h 210"/>
                <a:gd name="T22" fmla="*/ 218 w 240"/>
                <a:gd name="T23" fmla="*/ 60 h 210"/>
                <a:gd name="T24" fmla="*/ 226 w 240"/>
                <a:gd name="T25" fmla="*/ 61 h 210"/>
                <a:gd name="T26" fmla="*/ 232 w 240"/>
                <a:gd name="T27" fmla="*/ 91 h 210"/>
                <a:gd name="T28" fmla="*/ 198 w 240"/>
                <a:gd name="T29" fmla="*/ 120 h 210"/>
                <a:gd name="T30" fmla="*/ 182 w 240"/>
                <a:gd name="T31" fmla="*/ 125 h 210"/>
                <a:gd name="T32" fmla="*/ 177 w 240"/>
                <a:gd name="T33" fmla="*/ 147 h 210"/>
                <a:gd name="T34" fmla="*/ 158 w 240"/>
                <a:gd name="T35" fmla="*/ 155 h 210"/>
                <a:gd name="T36" fmla="*/ 140 w 240"/>
                <a:gd name="T37" fmla="*/ 147 h 210"/>
                <a:gd name="T38" fmla="*/ 128 w 240"/>
                <a:gd name="T39" fmla="*/ 148 h 210"/>
                <a:gd name="T40" fmla="*/ 121 w 240"/>
                <a:gd name="T41" fmla="*/ 159 h 210"/>
                <a:gd name="T42" fmla="*/ 78 w 240"/>
                <a:gd name="T43" fmla="*/ 171 h 210"/>
                <a:gd name="T44" fmla="*/ 57 w 240"/>
                <a:gd name="T45" fmla="*/ 158 h 210"/>
                <a:gd name="T46" fmla="*/ 56 w 240"/>
                <a:gd name="T47" fmla="*/ 131 h 210"/>
                <a:gd name="T48" fmla="*/ 17 w 240"/>
                <a:gd name="T49" fmla="*/ 120 h 210"/>
                <a:gd name="T50" fmla="*/ 19 w 240"/>
                <a:gd name="T51" fmla="*/ 86 h 210"/>
                <a:gd name="T52" fmla="*/ 28 w 240"/>
                <a:gd name="T53" fmla="*/ 78 h 210"/>
                <a:gd name="T54" fmla="*/ 23 w 240"/>
                <a:gd name="T55" fmla="*/ 55 h 210"/>
                <a:gd name="T56" fmla="*/ 41 w 240"/>
                <a:gd name="T57" fmla="*/ 11 h 210"/>
                <a:gd name="T58" fmla="*/ 68 w 240"/>
                <a:gd name="T59" fmla="*/ 22 h 210"/>
                <a:gd name="T60" fmla="*/ 82 w 240"/>
                <a:gd name="T61" fmla="*/ 9 h 210"/>
                <a:gd name="T62" fmla="*/ 106 w 240"/>
                <a:gd name="T63" fmla="*/ 6 h 210"/>
                <a:gd name="T64" fmla="*/ 76 w 240"/>
                <a:gd name="T65" fmla="*/ 4 h 210"/>
                <a:gd name="T66" fmla="*/ 75 w 240"/>
                <a:gd name="T67" fmla="*/ 11 h 210"/>
                <a:gd name="T68" fmla="*/ 68 w 240"/>
                <a:gd name="T69" fmla="*/ 16 h 210"/>
                <a:gd name="T70" fmla="*/ 41 w 240"/>
                <a:gd name="T71" fmla="*/ 5 h 210"/>
                <a:gd name="T72" fmla="*/ 17 w 240"/>
                <a:gd name="T73" fmla="*/ 55 h 210"/>
                <a:gd name="T74" fmla="*/ 22 w 240"/>
                <a:gd name="T75" fmla="*/ 78 h 210"/>
                <a:gd name="T76" fmla="*/ 7 w 240"/>
                <a:gd name="T77" fmla="*/ 85 h 210"/>
                <a:gd name="T78" fmla="*/ 13 w 240"/>
                <a:gd name="T79" fmla="*/ 125 h 210"/>
                <a:gd name="T80" fmla="*/ 17 w 240"/>
                <a:gd name="T81" fmla="*/ 126 h 210"/>
                <a:gd name="T82" fmla="*/ 45 w 240"/>
                <a:gd name="T83" fmla="*/ 129 h 210"/>
                <a:gd name="T84" fmla="*/ 52 w 240"/>
                <a:gd name="T85" fmla="*/ 152 h 210"/>
                <a:gd name="T86" fmla="*/ 64 w 240"/>
                <a:gd name="T87" fmla="*/ 175 h 210"/>
                <a:gd name="T88" fmla="*/ 128 w 240"/>
                <a:gd name="T89" fmla="*/ 161 h 210"/>
                <a:gd name="T90" fmla="*/ 141 w 240"/>
                <a:gd name="T91" fmla="*/ 155 h 210"/>
                <a:gd name="T92" fmla="*/ 153 w 240"/>
                <a:gd name="T93" fmla="*/ 161 h 210"/>
                <a:gd name="T94" fmla="*/ 182 w 240"/>
                <a:gd name="T95" fmla="*/ 151 h 210"/>
                <a:gd name="T96" fmla="*/ 215 w 240"/>
                <a:gd name="T97" fmla="*/ 194 h 210"/>
                <a:gd name="T98" fmla="*/ 205 w 240"/>
                <a:gd name="T99" fmla="*/ 124 h 210"/>
                <a:gd name="T100" fmla="*/ 207 w 240"/>
                <a:gd name="T101" fmla="*/ 112 h 210"/>
                <a:gd name="T102" fmla="*/ 240 w 240"/>
                <a:gd name="T103" fmla="*/ 81 h 210"/>
                <a:gd name="T104" fmla="*/ 228 w 240"/>
                <a:gd name="T105" fmla="*/ 55 h 210"/>
                <a:gd name="T106" fmla="*/ 215 w 240"/>
                <a:gd name="T107" fmla="*/ 54 h 210"/>
                <a:gd name="T108" fmla="*/ 204 w 240"/>
                <a:gd name="T109" fmla="*/ 48 h 210"/>
                <a:gd name="T110" fmla="*/ 207 w 240"/>
                <a:gd name="T111" fmla="*/ 15 h 210"/>
                <a:gd name="T112" fmla="*/ 195 w 240"/>
                <a:gd name="T113" fmla="*/ 5 h 210"/>
                <a:gd name="T114" fmla="*/ 190 w 240"/>
                <a:gd name="T115" fmla="*/ 3 h 210"/>
                <a:gd name="T116" fmla="*/ 123 w 240"/>
                <a:gd name="T117" fmla="*/ 4 h 210"/>
                <a:gd name="T118" fmla="*/ 121 w 240"/>
                <a:gd name="T119" fmla="*/ 6 h 210"/>
                <a:gd name="T120" fmla="*/ 119 w 240"/>
                <a:gd name="T121" fmla="*/ 6 h 210"/>
                <a:gd name="T122" fmla="*/ 106 w 240"/>
                <a:gd name="T1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10">
                  <a:moveTo>
                    <a:pt x="216" y="200"/>
                  </a:moveTo>
                  <a:cubicBezTo>
                    <a:pt x="214" y="200"/>
                    <a:pt x="213" y="200"/>
                    <a:pt x="212" y="200"/>
                  </a:cubicBezTo>
                  <a:cubicBezTo>
                    <a:pt x="217" y="210"/>
                    <a:pt x="217" y="210"/>
                    <a:pt x="217" y="210"/>
                  </a:cubicBezTo>
                  <a:cubicBezTo>
                    <a:pt x="216" y="200"/>
                    <a:pt x="216" y="200"/>
                    <a:pt x="216" y="200"/>
                  </a:cubicBezTo>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3" y="8"/>
                  </a:cubicBezTo>
                  <a:cubicBezTo>
                    <a:pt x="114" y="8"/>
                    <a:pt x="114" y="8"/>
                    <a:pt x="114" y="8"/>
                  </a:cubicBezTo>
                  <a:cubicBezTo>
                    <a:pt x="114" y="9"/>
                    <a:pt x="115" y="10"/>
                    <a:pt x="116" y="11"/>
                  </a:cubicBezTo>
                  <a:cubicBezTo>
                    <a:pt x="117" y="12"/>
                    <a:pt x="118" y="13"/>
                    <a:pt x="120" y="13"/>
                  </a:cubicBezTo>
                  <a:cubicBezTo>
                    <a:pt x="120" y="13"/>
                    <a:pt x="120" y="13"/>
                    <a:pt x="120" y="13"/>
                  </a:cubicBezTo>
                  <a:cubicBezTo>
                    <a:pt x="121" y="13"/>
                    <a:pt x="122" y="12"/>
                    <a:pt x="123" y="12"/>
                  </a:cubicBezTo>
                  <a:cubicBezTo>
                    <a:pt x="124" y="11"/>
                    <a:pt x="125" y="10"/>
                    <a:pt x="126" y="10"/>
                  </a:cubicBezTo>
                  <a:cubicBezTo>
                    <a:pt x="127" y="10"/>
                    <a:pt x="128" y="9"/>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1"/>
                    <a:pt x="198" y="45"/>
                    <a:pt x="198" y="48"/>
                  </a:cubicBezTo>
                  <a:cubicBezTo>
                    <a:pt x="198" y="51"/>
                    <a:pt x="199" y="53"/>
                    <a:pt x="200" y="55"/>
                  </a:cubicBezTo>
                  <a:cubicBezTo>
                    <a:pt x="201" y="56"/>
                    <a:pt x="202" y="57"/>
                    <a:pt x="203" y="58"/>
                  </a:cubicBezTo>
                  <a:cubicBezTo>
                    <a:pt x="205" y="59"/>
                    <a:pt x="207" y="59"/>
                    <a:pt x="209" y="59"/>
                  </a:cubicBezTo>
                  <a:cubicBezTo>
                    <a:pt x="211" y="60"/>
                    <a:pt x="213" y="60"/>
                    <a:pt x="215" y="60"/>
                  </a:cubicBezTo>
                  <a:cubicBezTo>
                    <a:pt x="216" y="60"/>
                    <a:pt x="217" y="60"/>
                    <a:pt x="218" y="60"/>
                  </a:cubicBezTo>
                  <a:cubicBezTo>
                    <a:pt x="218" y="60"/>
                    <a:pt x="218" y="60"/>
                    <a:pt x="218" y="60"/>
                  </a:cubicBezTo>
                  <a:cubicBezTo>
                    <a:pt x="218" y="60"/>
                    <a:pt x="219" y="60"/>
                    <a:pt x="219" y="60"/>
                  </a:cubicBezTo>
                  <a:cubicBezTo>
                    <a:pt x="222" y="60"/>
                    <a:pt x="224" y="60"/>
                    <a:pt x="226" y="61"/>
                  </a:cubicBezTo>
                  <a:cubicBezTo>
                    <a:pt x="226" y="61"/>
                    <a:pt x="227" y="62"/>
                    <a:pt x="228" y="63"/>
                  </a:cubicBezTo>
                  <a:cubicBezTo>
                    <a:pt x="231" y="67"/>
                    <a:pt x="235" y="74"/>
                    <a:pt x="234" y="81"/>
                  </a:cubicBezTo>
                  <a:cubicBezTo>
                    <a:pt x="234"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8" y="132"/>
                    <a:pt x="179" y="136"/>
                    <a:pt x="179" y="139"/>
                  </a:cubicBezTo>
                  <a:cubicBezTo>
                    <a:pt x="179" y="143"/>
                    <a:pt x="178" y="145"/>
                    <a:pt x="177" y="147"/>
                  </a:cubicBezTo>
                  <a:cubicBezTo>
                    <a:pt x="175" y="150"/>
                    <a:pt x="172" y="152"/>
                    <a:pt x="169" y="153"/>
                  </a:cubicBezTo>
                  <a:cubicBezTo>
                    <a:pt x="165" y="155"/>
                    <a:pt x="161" y="155"/>
                    <a:pt x="158" y="155"/>
                  </a:cubicBezTo>
                  <a:cubicBezTo>
                    <a:pt x="158" y="155"/>
                    <a:pt x="158" y="155"/>
                    <a:pt x="158" y="155"/>
                  </a:cubicBezTo>
                  <a:cubicBezTo>
                    <a:pt x="157" y="155"/>
                    <a:pt x="156" y="155"/>
                    <a:pt x="155" y="155"/>
                  </a:cubicBezTo>
                  <a:cubicBezTo>
                    <a:pt x="155" y="155"/>
                    <a:pt x="154" y="155"/>
                    <a:pt x="154" y="155"/>
                  </a:cubicBezTo>
                  <a:cubicBezTo>
                    <a:pt x="150" y="152"/>
                    <a:pt x="145" y="149"/>
                    <a:pt x="140" y="147"/>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5"/>
                    <a:pt x="93" y="171"/>
                    <a:pt x="78" y="171"/>
                  </a:cubicBezTo>
                  <a:cubicBezTo>
                    <a:pt x="78" y="171"/>
                    <a:pt x="78" y="171"/>
                    <a:pt x="78" y="171"/>
                  </a:cubicBezTo>
                  <a:cubicBezTo>
                    <a:pt x="78" y="171"/>
                    <a:pt x="78" y="171"/>
                    <a:pt x="78" y="171"/>
                  </a:cubicBezTo>
                  <a:cubicBezTo>
                    <a:pt x="72" y="171"/>
                    <a:pt x="66" y="170"/>
                    <a:pt x="63" y="168"/>
                  </a:cubicBezTo>
                  <a:cubicBezTo>
                    <a:pt x="61" y="167"/>
                    <a:pt x="59"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3" y="121"/>
                  </a:cubicBezTo>
                  <a:cubicBezTo>
                    <a:pt x="39" y="120"/>
                    <a:pt x="33" y="119"/>
                    <a:pt x="29" y="119"/>
                  </a:cubicBezTo>
                  <a:cubicBezTo>
                    <a:pt x="24" y="119"/>
                    <a:pt x="19" y="120"/>
                    <a:pt x="17" y="120"/>
                  </a:cubicBezTo>
                  <a:cubicBezTo>
                    <a:pt x="9" y="109"/>
                    <a:pt x="6" y="102"/>
                    <a:pt x="6" y="97"/>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5" y="12"/>
                    <a:pt x="48" y="14"/>
                  </a:cubicBezTo>
                  <a:cubicBezTo>
                    <a:pt x="56" y="19"/>
                    <a:pt x="63" y="21"/>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6"/>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37" y="5"/>
                    <a:pt x="33" y="7"/>
                    <a:pt x="30" y="11"/>
                  </a:cubicBezTo>
                  <a:cubicBezTo>
                    <a:pt x="25" y="15"/>
                    <a:pt x="22" y="23"/>
                    <a:pt x="20" y="30"/>
                  </a:cubicBezTo>
                  <a:cubicBezTo>
                    <a:pt x="18" y="38"/>
                    <a:pt x="17" y="47"/>
                    <a:pt x="17" y="55"/>
                  </a:cubicBezTo>
                  <a:cubicBezTo>
                    <a:pt x="17" y="59"/>
                    <a:pt x="17" y="63"/>
                    <a:pt x="18" y="67"/>
                  </a:cubicBezTo>
                  <a:cubicBezTo>
                    <a:pt x="19" y="70"/>
                    <a:pt x="19" y="74"/>
                    <a:pt x="21" y="76"/>
                  </a:cubicBezTo>
                  <a:cubicBezTo>
                    <a:pt x="22" y="77"/>
                    <a:pt x="22" y="77"/>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7"/>
                  </a:cubicBezTo>
                  <a:cubicBezTo>
                    <a:pt x="0" y="104"/>
                    <a:pt x="4" y="113"/>
                    <a:pt x="13" y="125"/>
                  </a:cubicBezTo>
                  <a:cubicBezTo>
                    <a:pt x="15" y="127"/>
                    <a:pt x="15" y="127"/>
                    <a:pt x="15" y="127"/>
                  </a:cubicBezTo>
                  <a:cubicBezTo>
                    <a:pt x="16" y="126"/>
                    <a:pt x="16" y="126"/>
                    <a:pt x="16" y="126"/>
                  </a:cubicBezTo>
                  <a:cubicBezTo>
                    <a:pt x="17" y="126"/>
                    <a:pt x="17" y="126"/>
                    <a:pt x="17" y="126"/>
                  </a:cubicBezTo>
                  <a:cubicBezTo>
                    <a:pt x="18" y="126"/>
                    <a:pt x="23" y="125"/>
                    <a:pt x="29" y="125"/>
                  </a:cubicBezTo>
                  <a:cubicBezTo>
                    <a:pt x="29" y="125"/>
                    <a:pt x="29" y="125"/>
                    <a:pt x="29" y="125"/>
                  </a:cubicBezTo>
                  <a:cubicBezTo>
                    <a:pt x="34" y="125"/>
                    <a:pt x="41" y="126"/>
                    <a:pt x="45" y="129"/>
                  </a:cubicBezTo>
                  <a:cubicBezTo>
                    <a:pt x="48" y="130"/>
                    <a:pt x="49"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8" y="161"/>
                  </a:cubicBezTo>
                  <a:cubicBezTo>
                    <a:pt x="130" y="159"/>
                    <a:pt x="132" y="157"/>
                    <a:pt x="133" y="155"/>
                  </a:cubicBezTo>
                  <a:cubicBezTo>
                    <a:pt x="134" y="154"/>
                    <a:pt x="134" y="153"/>
                    <a:pt x="134" y="151"/>
                  </a:cubicBezTo>
                  <a:cubicBezTo>
                    <a:pt x="136" y="152"/>
                    <a:pt x="139" y="153"/>
                    <a:pt x="141"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3"/>
                  </a:cubicBezTo>
                  <a:cubicBezTo>
                    <a:pt x="209" y="194"/>
                    <a:pt x="209" y="194"/>
                    <a:pt x="209" y="194"/>
                  </a:cubicBezTo>
                  <a:cubicBezTo>
                    <a:pt x="211" y="194"/>
                    <a:pt x="213" y="194"/>
                    <a:pt x="215" y="194"/>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3" y="99"/>
                    <a:pt x="236" y="95"/>
                  </a:cubicBezTo>
                  <a:cubicBezTo>
                    <a:pt x="239" y="91"/>
                    <a:pt x="240" y="86"/>
                    <a:pt x="240" y="81"/>
                  </a:cubicBezTo>
                  <a:cubicBezTo>
                    <a:pt x="240"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1" y="54"/>
                    <a:pt x="208"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199"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1" name="Freeform 91">
              <a:extLst>
                <a:ext uri="{FF2B5EF4-FFF2-40B4-BE49-F238E27FC236}">
                  <a16:creationId xmlns:a16="http://schemas.microsoft.com/office/drawing/2014/main" id="{EF7168B0-AE2C-49FC-AA60-9A333795F059}"/>
                </a:ext>
              </a:extLst>
            </p:cNvPr>
            <p:cNvSpPr>
              <a:spLocks noEditPoints="1"/>
            </p:cNvSpPr>
            <p:nvPr userDrawn="1"/>
          </p:nvSpPr>
          <p:spPr bwMode="auto">
            <a:xfrm>
              <a:off x="1081979" y="-265916"/>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1"/>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2" name="Freeform 92">
              <a:extLst>
                <a:ext uri="{FF2B5EF4-FFF2-40B4-BE49-F238E27FC236}">
                  <a16:creationId xmlns:a16="http://schemas.microsoft.com/office/drawing/2014/main" id="{67D6E663-31A9-42A4-B18F-FD86CD0B907E}"/>
                </a:ext>
              </a:extLst>
            </p:cNvPr>
            <p:cNvSpPr>
              <a:spLocks noEditPoints="1"/>
            </p:cNvSpPr>
            <p:nvPr userDrawn="1"/>
          </p:nvSpPr>
          <p:spPr bwMode="auto">
            <a:xfrm>
              <a:off x="2322251" y="-302041"/>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29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3" name="Freeform 93">
              <a:extLst>
                <a:ext uri="{FF2B5EF4-FFF2-40B4-BE49-F238E27FC236}">
                  <a16:creationId xmlns:a16="http://schemas.microsoft.com/office/drawing/2014/main" id="{C9EB4D3C-4B9B-41B5-AEFE-1BAB19440906}"/>
                </a:ext>
              </a:extLst>
            </p:cNvPr>
            <p:cNvSpPr>
              <a:spLocks noEditPoints="1"/>
            </p:cNvSpPr>
            <p:nvPr userDrawn="1"/>
          </p:nvSpPr>
          <p:spPr bwMode="auto">
            <a:xfrm>
              <a:off x="2368410" y="488683"/>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4" name="Freeform 94">
              <a:extLst>
                <a:ext uri="{FF2B5EF4-FFF2-40B4-BE49-F238E27FC236}">
                  <a16:creationId xmlns:a16="http://schemas.microsoft.com/office/drawing/2014/main" id="{3EC82ECA-5A94-49BB-A244-22F9AC1EE41C}"/>
                </a:ext>
              </a:extLst>
            </p:cNvPr>
            <p:cNvSpPr>
              <a:spLocks noEditPoints="1"/>
            </p:cNvSpPr>
            <p:nvPr userDrawn="1"/>
          </p:nvSpPr>
          <p:spPr bwMode="auto">
            <a:xfrm>
              <a:off x="2368410" y="635188"/>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5" name="Freeform 95">
              <a:extLst>
                <a:ext uri="{FF2B5EF4-FFF2-40B4-BE49-F238E27FC236}">
                  <a16:creationId xmlns:a16="http://schemas.microsoft.com/office/drawing/2014/main" id="{290A99E1-5704-4940-8B53-4018C593523E}"/>
                </a:ext>
              </a:extLst>
            </p:cNvPr>
            <p:cNvSpPr>
              <a:spLocks noEditPoints="1"/>
            </p:cNvSpPr>
            <p:nvPr userDrawn="1"/>
          </p:nvSpPr>
          <p:spPr bwMode="auto">
            <a:xfrm>
              <a:off x="1300732" y="-43148"/>
              <a:ext cx="180622" cy="108373"/>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6" name="Freeform 96">
              <a:extLst>
                <a:ext uri="{FF2B5EF4-FFF2-40B4-BE49-F238E27FC236}">
                  <a16:creationId xmlns:a16="http://schemas.microsoft.com/office/drawing/2014/main" id="{4659323C-AFCA-49E3-A99F-950A23176C14}"/>
                </a:ext>
              </a:extLst>
            </p:cNvPr>
            <p:cNvSpPr>
              <a:spLocks noEditPoints="1"/>
            </p:cNvSpPr>
            <p:nvPr userDrawn="1"/>
          </p:nvSpPr>
          <p:spPr bwMode="auto">
            <a:xfrm>
              <a:off x="52432" y="189654"/>
              <a:ext cx="224774" cy="136470"/>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7" name="Freeform 97">
              <a:extLst>
                <a:ext uri="{FF2B5EF4-FFF2-40B4-BE49-F238E27FC236}">
                  <a16:creationId xmlns:a16="http://schemas.microsoft.com/office/drawing/2014/main" id="{6AFF1EC2-F05C-4179-853F-2377A8634C36}"/>
                </a:ext>
              </a:extLst>
            </p:cNvPr>
            <p:cNvSpPr>
              <a:spLocks noEditPoints="1"/>
            </p:cNvSpPr>
            <p:nvPr userDrawn="1"/>
          </p:nvSpPr>
          <p:spPr bwMode="auto">
            <a:xfrm>
              <a:off x="1696094" y="900101"/>
              <a:ext cx="178616" cy="110381"/>
            </a:xfrm>
            <a:custGeom>
              <a:avLst/>
              <a:gdLst>
                <a:gd name="T0" fmla="*/ 113 w 119"/>
                <a:gd name="T1" fmla="*/ 57 h 73"/>
                <a:gd name="T2" fmla="*/ 113 w 119"/>
                <a:gd name="T3" fmla="*/ 57 h 73"/>
                <a:gd name="T4" fmla="*/ 113 w 119"/>
                <a:gd name="T5" fmla="*/ 57 h 73"/>
                <a:gd name="T6" fmla="*/ 113 w 119"/>
                <a:gd name="T7" fmla="*/ 57 h 73"/>
                <a:gd name="T8" fmla="*/ 33 w 119"/>
                <a:gd name="T9" fmla="*/ 19 h 73"/>
                <a:gd name="T10" fmla="*/ 33 w 119"/>
                <a:gd name="T11" fmla="*/ 19 h 73"/>
                <a:gd name="T12" fmla="*/ 49 w 119"/>
                <a:gd name="T13" fmla="*/ 6 h 73"/>
                <a:gd name="T14" fmla="*/ 101 w 119"/>
                <a:gd name="T15" fmla="*/ 6 h 73"/>
                <a:gd name="T16" fmla="*/ 107 w 119"/>
                <a:gd name="T17" fmla="*/ 9 h 73"/>
                <a:gd name="T18" fmla="*/ 111 w 119"/>
                <a:gd name="T19" fmla="*/ 14 h 73"/>
                <a:gd name="T20" fmla="*/ 113 w 119"/>
                <a:gd name="T21" fmla="*/ 20 h 73"/>
                <a:gd name="T22" fmla="*/ 113 w 119"/>
                <a:gd name="T23" fmla="*/ 57 h 73"/>
                <a:gd name="T24" fmla="*/ 110 w 119"/>
                <a:gd name="T25" fmla="*/ 62 h 73"/>
                <a:gd name="T26" fmla="*/ 106 w 119"/>
                <a:gd name="T27" fmla="*/ 65 h 73"/>
                <a:gd name="T28" fmla="*/ 102 w 119"/>
                <a:gd name="T29" fmla="*/ 67 h 73"/>
                <a:gd name="T30" fmla="*/ 42 w 119"/>
                <a:gd name="T31" fmla="*/ 67 h 73"/>
                <a:gd name="T32" fmla="*/ 37 w 119"/>
                <a:gd name="T33" fmla="*/ 65 h 73"/>
                <a:gd name="T34" fmla="*/ 34 w 119"/>
                <a:gd name="T35" fmla="*/ 62 h 73"/>
                <a:gd name="T36" fmla="*/ 33 w 119"/>
                <a:gd name="T37" fmla="*/ 55 h 73"/>
                <a:gd name="T38" fmla="*/ 33 w 119"/>
                <a:gd name="T39" fmla="*/ 53 h 73"/>
                <a:gd name="T40" fmla="*/ 33 w 119"/>
                <a:gd name="T41" fmla="*/ 51 h 73"/>
                <a:gd name="T42" fmla="*/ 21 w 119"/>
                <a:gd name="T43" fmla="*/ 37 h 73"/>
                <a:gd name="T44" fmla="*/ 33 w 119"/>
                <a:gd name="T45" fmla="*/ 43 h 73"/>
                <a:gd name="T46" fmla="*/ 34 w 119"/>
                <a:gd name="T47" fmla="*/ 19 h 73"/>
                <a:gd name="T48" fmla="*/ 37 w 119"/>
                <a:gd name="T49" fmla="*/ 13 h 73"/>
                <a:gd name="T50" fmla="*/ 49 w 119"/>
                <a:gd name="T51" fmla="*/ 6 h 73"/>
                <a:gd name="T52" fmla="*/ 102 w 119"/>
                <a:gd name="T53" fmla="*/ 0 h 73"/>
                <a:gd name="T54" fmla="*/ 49 w 119"/>
                <a:gd name="T55" fmla="*/ 0 h 73"/>
                <a:gd name="T56" fmla="*/ 48 w 119"/>
                <a:gd name="T57" fmla="*/ 0 h 73"/>
                <a:gd name="T58" fmla="*/ 31 w 119"/>
                <a:gd name="T59" fmla="*/ 10 h 73"/>
                <a:gd name="T60" fmla="*/ 28 w 119"/>
                <a:gd name="T61" fmla="*/ 18 h 73"/>
                <a:gd name="T62" fmla="*/ 28 w 119"/>
                <a:gd name="T63" fmla="*/ 19 h 73"/>
                <a:gd name="T64" fmla="*/ 28 w 119"/>
                <a:gd name="T65" fmla="*/ 33 h 73"/>
                <a:gd name="T66" fmla="*/ 0 w 119"/>
                <a:gd name="T67" fmla="*/ 20 h 73"/>
                <a:gd name="T68" fmla="*/ 27 w 119"/>
                <a:gd name="T69" fmla="*/ 53 h 73"/>
                <a:gd name="T70" fmla="*/ 27 w 119"/>
                <a:gd name="T71" fmla="*/ 55 h 73"/>
                <a:gd name="T72" fmla="*/ 29 w 119"/>
                <a:gd name="T73" fmla="*/ 65 h 73"/>
                <a:gd name="T74" fmla="*/ 37 w 119"/>
                <a:gd name="T75" fmla="*/ 72 h 73"/>
                <a:gd name="T76" fmla="*/ 41 w 119"/>
                <a:gd name="T77" fmla="*/ 73 h 73"/>
                <a:gd name="T78" fmla="*/ 42 w 119"/>
                <a:gd name="T79" fmla="*/ 73 h 73"/>
                <a:gd name="T80" fmla="*/ 102 w 119"/>
                <a:gd name="T81" fmla="*/ 73 h 73"/>
                <a:gd name="T82" fmla="*/ 102 w 119"/>
                <a:gd name="T83" fmla="*/ 73 h 73"/>
                <a:gd name="T84" fmla="*/ 110 w 119"/>
                <a:gd name="T85" fmla="*/ 70 h 73"/>
                <a:gd name="T86" fmla="*/ 117 w 119"/>
                <a:gd name="T87" fmla="*/ 63 h 73"/>
                <a:gd name="T88" fmla="*/ 119 w 119"/>
                <a:gd name="T89" fmla="*/ 59 h 73"/>
                <a:gd name="T90" fmla="*/ 119 w 119"/>
                <a:gd name="T91" fmla="*/ 58 h 73"/>
                <a:gd name="T92" fmla="*/ 119 w 119"/>
                <a:gd name="T93" fmla="*/ 20 h 73"/>
                <a:gd name="T94" fmla="*/ 119 w 119"/>
                <a:gd name="T95" fmla="*/ 20 h 73"/>
                <a:gd name="T96" fmla="*/ 116 w 119"/>
                <a:gd name="T97" fmla="*/ 10 h 73"/>
                <a:gd name="T98" fmla="*/ 107 w 119"/>
                <a:gd name="T99" fmla="*/ 2 h 73"/>
                <a:gd name="T100" fmla="*/ 102 w 119"/>
                <a:gd name="T101" fmla="*/ 0 h 73"/>
                <a:gd name="T102" fmla="*/ 102 w 119"/>
                <a:gd name="T10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73">
                  <a:moveTo>
                    <a:pt x="113" y="57"/>
                  </a:moveTo>
                  <a:cubicBezTo>
                    <a:pt x="113" y="57"/>
                    <a:pt x="113" y="57"/>
                    <a:pt x="113" y="57"/>
                  </a:cubicBezTo>
                  <a:cubicBezTo>
                    <a:pt x="113" y="57"/>
                    <a:pt x="113" y="57"/>
                    <a:pt x="113" y="57"/>
                  </a:cubicBezTo>
                  <a:cubicBezTo>
                    <a:pt x="113" y="57"/>
                    <a:pt x="113" y="57"/>
                    <a:pt x="113" y="57"/>
                  </a:cubicBezTo>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8" name="Freeform 98">
              <a:extLst>
                <a:ext uri="{FF2B5EF4-FFF2-40B4-BE49-F238E27FC236}">
                  <a16:creationId xmlns:a16="http://schemas.microsoft.com/office/drawing/2014/main" id="{F1E3C34F-12C2-43C9-8B89-7CB450FB021D}"/>
                </a:ext>
              </a:extLst>
            </p:cNvPr>
            <p:cNvSpPr>
              <a:spLocks noEditPoints="1"/>
            </p:cNvSpPr>
            <p:nvPr userDrawn="1"/>
          </p:nvSpPr>
          <p:spPr bwMode="auto">
            <a:xfrm>
              <a:off x="477898" y="456573"/>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9" name="Freeform 99">
              <a:extLst>
                <a:ext uri="{FF2B5EF4-FFF2-40B4-BE49-F238E27FC236}">
                  <a16:creationId xmlns:a16="http://schemas.microsoft.com/office/drawing/2014/main" id="{E7CB3FCD-4D05-4143-BFC5-71326D856D28}"/>
                </a:ext>
              </a:extLst>
            </p:cNvPr>
            <p:cNvSpPr>
              <a:spLocks/>
            </p:cNvSpPr>
            <p:nvPr userDrawn="1"/>
          </p:nvSpPr>
          <p:spPr bwMode="auto">
            <a:xfrm>
              <a:off x="1475334" y="-125432"/>
              <a:ext cx="638198" cy="192664"/>
            </a:xfrm>
            <a:custGeom>
              <a:avLst/>
              <a:gdLst>
                <a:gd name="T0" fmla="*/ 223 w 425"/>
                <a:gd name="T1" fmla="*/ 7 h 128"/>
                <a:gd name="T2" fmla="*/ 345 w 425"/>
                <a:gd name="T3" fmla="*/ 6 h 128"/>
                <a:gd name="T4" fmla="*/ 371 w 425"/>
                <a:gd name="T5" fmla="*/ 7 h 128"/>
                <a:gd name="T6" fmla="*/ 372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91 w 425"/>
                <a:gd name="T43" fmla="*/ 25 h 128"/>
                <a:gd name="T44" fmla="*/ 217 w 425"/>
                <a:gd name="T45" fmla="*/ 7 h 128"/>
                <a:gd name="T46" fmla="*/ 83 w 425"/>
                <a:gd name="T47" fmla="*/ 20 h 128"/>
                <a:gd name="T48" fmla="*/ 38 w 425"/>
                <a:gd name="T49" fmla="*/ 42 h 128"/>
                <a:gd name="T50" fmla="*/ 30 w 425"/>
                <a:gd name="T51" fmla="*/ 74 h 128"/>
                <a:gd name="T52" fmla="*/ 30 w 425"/>
                <a:gd name="T53" fmla="*/ 74 h 128"/>
                <a:gd name="T54" fmla="*/ 49 w 425"/>
                <a:gd name="T55" fmla="*/ 105 h 128"/>
                <a:gd name="T56" fmla="*/ 0 w 425"/>
                <a:gd name="T57" fmla="*/ 128 h 128"/>
                <a:gd name="T58" fmla="*/ 39 w 425"/>
                <a:gd name="T59" fmla="*/ 124 h 128"/>
                <a:gd name="T60" fmla="*/ 91 w 425"/>
                <a:gd name="T61" fmla="*/ 119 h 128"/>
                <a:gd name="T62" fmla="*/ 101 w 425"/>
                <a:gd name="T63" fmla="*/ 118 h 128"/>
                <a:gd name="T64" fmla="*/ 101 w 425"/>
                <a:gd name="T65" fmla="*/ 118 h 128"/>
                <a:gd name="T66" fmla="*/ 368 w 425"/>
                <a:gd name="T67" fmla="*/ 113 h 128"/>
                <a:gd name="T68" fmla="*/ 396 w 425"/>
                <a:gd name="T69" fmla="*/ 103 h 128"/>
                <a:gd name="T70" fmla="*/ 425 w 425"/>
                <a:gd name="T71" fmla="*/ 46 h 128"/>
                <a:gd name="T72" fmla="*/ 417 w 425"/>
                <a:gd name="T73" fmla="*/ 22 h 128"/>
                <a:gd name="T74" fmla="*/ 373 w 425"/>
                <a:gd name="T75" fmla="*/ 1 h 128"/>
                <a:gd name="T76" fmla="*/ 372 w 425"/>
                <a:gd name="T7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8">
                  <a:moveTo>
                    <a:pt x="345" y="0"/>
                  </a:moveTo>
                  <a:cubicBezTo>
                    <a:pt x="314" y="0"/>
                    <a:pt x="268" y="3"/>
                    <a:pt x="223" y="7"/>
                  </a:cubicBezTo>
                  <a:cubicBezTo>
                    <a:pt x="224" y="13"/>
                    <a:pt x="224" y="13"/>
                    <a:pt x="224" y="13"/>
                  </a:cubicBezTo>
                  <a:cubicBezTo>
                    <a:pt x="268" y="9"/>
                    <a:pt x="31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4" y="17"/>
                    <a:pt x="220" y="13"/>
                  </a:cubicBezTo>
                  <a:cubicBezTo>
                    <a:pt x="217" y="7"/>
                    <a:pt x="217" y="7"/>
                    <a:pt x="217" y="7"/>
                  </a:cubicBezTo>
                  <a:cubicBezTo>
                    <a:pt x="206" y="8"/>
                    <a:pt x="195" y="9"/>
                    <a:pt x="184" y="10"/>
                  </a:cubicBezTo>
                  <a:cubicBezTo>
                    <a:pt x="129" y="15"/>
                    <a:pt x="85" y="19"/>
                    <a:pt x="83" y="20"/>
                  </a:cubicBezTo>
                  <a:cubicBezTo>
                    <a:pt x="81" y="20"/>
                    <a:pt x="69" y="20"/>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0" name="Freeform 100">
              <a:extLst>
                <a:ext uri="{FF2B5EF4-FFF2-40B4-BE49-F238E27FC236}">
                  <a16:creationId xmlns:a16="http://schemas.microsoft.com/office/drawing/2014/main" id="{C0659D03-9FA4-41A9-A751-02B4703CEB5D}"/>
                </a:ext>
              </a:extLst>
            </p:cNvPr>
            <p:cNvSpPr>
              <a:spLocks/>
            </p:cNvSpPr>
            <p:nvPr userDrawn="1"/>
          </p:nvSpPr>
          <p:spPr bwMode="auto">
            <a:xfrm>
              <a:off x="1800454" y="-115397"/>
              <a:ext cx="10035" cy="10035"/>
            </a:xfrm>
            <a:custGeom>
              <a:avLst/>
              <a:gdLst>
                <a:gd name="T0" fmla="*/ 6 w 7"/>
                <a:gd name="T1" fmla="*/ 0 h 6"/>
                <a:gd name="T2" fmla="*/ 0 w 7"/>
                <a:gd name="T3" fmla="*/ 0 h 6"/>
                <a:gd name="T4" fmla="*/ 3 w 7"/>
                <a:gd name="T5" fmla="*/ 6 h 6"/>
                <a:gd name="T6" fmla="*/ 7 w 7"/>
                <a:gd name="T7" fmla="*/ 6 h 6"/>
                <a:gd name="T8" fmla="*/ 6 w 7"/>
                <a:gd name="T9" fmla="*/ 0 h 6"/>
              </a:gdLst>
              <a:ahLst/>
              <a:cxnLst>
                <a:cxn ang="0">
                  <a:pos x="T0" y="T1"/>
                </a:cxn>
                <a:cxn ang="0">
                  <a:pos x="T2" y="T3"/>
                </a:cxn>
                <a:cxn ang="0">
                  <a:pos x="T4" y="T5"/>
                </a:cxn>
                <a:cxn ang="0">
                  <a:pos x="T6" y="T7"/>
                </a:cxn>
                <a:cxn ang="0">
                  <a:pos x="T8" y="T9"/>
                </a:cxn>
              </a:cxnLst>
              <a:rect l="0" t="0" r="r" b="b"/>
              <a:pathLst>
                <a:path w="7" h="6">
                  <a:moveTo>
                    <a:pt x="6" y="0"/>
                  </a:moveTo>
                  <a:cubicBezTo>
                    <a:pt x="4" y="0"/>
                    <a:pt x="2" y="0"/>
                    <a:pt x="0" y="0"/>
                  </a:cubicBezTo>
                  <a:cubicBezTo>
                    <a:pt x="3" y="6"/>
                    <a:pt x="3" y="6"/>
                    <a:pt x="3" y="6"/>
                  </a:cubicBezTo>
                  <a:cubicBezTo>
                    <a:pt x="4" y="6"/>
                    <a:pt x="5" y="6"/>
                    <a:pt x="7" y="6"/>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1" name="Freeform 101">
              <a:extLst>
                <a:ext uri="{FF2B5EF4-FFF2-40B4-BE49-F238E27FC236}">
                  <a16:creationId xmlns:a16="http://schemas.microsoft.com/office/drawing/2014/main" id="{EF54BCCF-78B9-4E3C-94FE-0915186C0979}"/>
                </a:ext>
              </a:extLst>
            </p:cNvPr>
            <p:cNvSpPr>
              <a:spLocks/>
            </p:cNvSpPr>
            <p:nvPr userDrawn="1"/>
          </p:nvSpPr>
          <p:spPr bwMode="auto">
            <a:xfrm>
              <a:off x="66481" y="-29100"/>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2" name="Freeform 102">
              <a:extLst>
                <a:ext uri="{FF2B5EF4-FFF2-40B4-BE49-F238E27FC236}">
                  <a16:creationId xmlns:a16="http://schemas.microsoft.com/office/drawing/2014/main" id="{38C11D8E-942C-445A-A90A-F8DDAB003FFA}"/>
                </a:ext>
              </a:extLst>
            </p:cNvPr>
            <p:cNvSpPr>
              <a:spLocks noEditPoints="1"/>
            </p:cNvSpPr>
            <p:nvPr userDrawn="1"/>
          </p:nvSpPr>
          <p:spPr bwMode="auto">
            <a:xfrm>
              <a:off x="630423" y="-27093"/>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3" name="Freeform 103">
              <a:extLst>
                <a:ext uri="{FF2B5EF4-FFF2-40B4-BE49-F238E27FC236}">
                  <a16:creationId xmlns:a16="http://schemas.microsoft.com/office/drawing/2014/main" id="{8953DBFB-C1F0-4B5D-8B84-6B85921CC185}"/>
                </a:ext>
              </a:extLst>
            </p:cNvPr>
            <p:cNvSpPr>
              <a:spLocks noEditPoints="1"/>
            </p:cNvSpPr>
            <p:nvPr userDrawn="1"/>
          </p:nvSpPr>
          <p:spPr bwMode="auto">
            <a:xfrm>
              <a:off x="620389" y="548891"/>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5 h 128"/>
                <a:gd name="T64" fmla="*/ 83 w 425"/>
                <a:gd name="T65" fmla="*/ 25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9 w 425"/>
                <a:gd name="T77" fmla="*/ 15 h 128"/>
                <a:gd name="T78" fmla="*/ 409 w 425"/>
                <a:gd name="T79" fmla="*/ 14 h 128"/>
                <a:gd name="T80" fmla="*/ 372 w 425"/>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8">
                  <a:moveTo>
                    <a:pt x="210" y="7"/>
                  </a:moveTo>
                  <a:cubicBezTo>
                    <a:pt x="201" y="8"/>
                    <a:pt x="192" y="9"/>
                    <a:pt x="184" y="10"/>
                  </a:cubicBezTo>
                  <a:cubicBezTo>
                    <a:pt x="129" y="15"/>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4" name="Freeform 104">
              <a:extLst>
                <a:ext uri="{FF2B5EF4-FFF2-40B4-BE49-F238E27FC236}">
                  <a16:creationId xmlns:a16="http://schemas.microsoft.com/office/drawing/2014/main" id="{9B4C4057-89C4-4FAF-8F18-48798B1D52B5}"/>
                </a:ext>
              </a:extLst>
            </p:cNvPr>
            <p:cNvSpPr>
              <a:spLocks noEditPoints="1"/>
            </p:cNvSpPr>
            <p:nvPr userDrawn="1"/>
          </p:nvSpPr>
          <p:spPr bwMode="auto">
            <a:xfrm>
              <a:off x="2193809" y="715465"/>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9"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0"/>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5" name="Freeform 105">
              <a:extLst>
                <a:ext uri="{FF2B5EF4-FFF2-40B4-BE49-F238E27FC236}">
                  <a16:creationId xmlns:a16="http://schemas.microsoft.com/office/drawing/2014/main" id="{C6AAE403-B67E-4A72-A468-BF49EFA45092}"/>
                </a:ext>
              </a:extLst>
            </p:cNvPr>
            <p:cNvSpPr>
              <a:spLocks noEditPoints="1"/>
            </p:cNvSpPr>
            <p:nvPr userDrawn="1"/>
          </p:nvSpPr>
          <p:spPr bwMode="auto">
            <a:xfrm>
              <a:off x="2250002" y="-31107"/>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1 h 275"/>
                <a:gd name="T64" fmla="*/ 80 w 80"/>
                <a:gd name="T65" fmla="*/ 220 h 275"/>
                <a:gd name="T66" fmla="*/ 71 w 80"/>
                <a:gd name="T67" fmla="*/ 62 h 275"/>
                <a:gd name="T68" fmla="*/ 57 w 80"/>
                <a:gd name="T69" fmla="*/ 33 h 275"/>
                <a:gd name="T70" fmla="*/ 37 w 80"/>
                <a:gd name="T71" fmla="*/ 28 h 275"/>
                <a:gd name="T72" fmla="*/ 36 w 80"/>
                <a:gd name="T73" fmla="*/ 28 h 275"/>
                <a:gd name="T74" fmla="*/ 24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6" name="Freeform 106">
              <a:extLst>
                <a:ext uri="{FF2B5EF4-FFF2-40B4-BE49-F238E27FC236}">
                  <a16:creationId xmlns:a16="http://schemas.microsoft.com/office/drawing/2014/main" id="{A835C49F-BBA2-4349-B291-BD361385878F}"/>
                </a:ext>
              </a:extLst>
            </p:cNvPr>
            <p:cNvSpPr>
              <a:spLocks noEditPoints="1"/>
            </p:cNvSpPr>
            <p:nvPr userDrawn="1"/>
          </p:nvSpPr>
          <p:spPr bwMode="auto">
            <a:xfrm>
              <a:off x="1519486" y="1303490"/>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368 w 426"/>
                <a:gd name="T21" fmla="*/ 106 h 127"/>
                <a:gd name="T22" fmla="*/ 101 w 426"/>
                <a:gd name="T23" fmla="*/ 112 h 127"/>
                <a:gd name="T24" fmla="*/ 57 w 426"/>
                <a:gd name="T25" fmla="*/ 116 h 127"/>
                <a:gd name="T26" fmla="*/ 72 w 426"/>
                <a:gd name="T27" fmla="*/ 105 h 127"/>
                <a:gd name="T28" fmla="*/ 39 w 426"/>
                <a:gd name="T29" fmla="*/ 83 h 127"/>
                <a:gd name="T30" fmla="*/ 37 w 426"/>
                <a:gd name="T31" fmla="*/ 74 h 127"/>
                <a:gd name="T32" fmla="*/ 37 w 426"/>
                <a:gd name="T33" fmla="*/ 73 h 127"/>
                <a:gd name="T34" fmla="*/ 44 w 426"/>
                <a:gd name="T35" fmla="*/ 45 h 127"/>
                <a:gd name="T36" fmla="*/ 79 w 426"/>
                <a:gd name="T37" fmla="*/ 26 h 127"/>
                <a:gd name="T38" fmla="*/ 83 w 426"/>
                <a:gd name="T39" fmla="*/ 25 h 127"/>
                <a:gd name="T40" fmla="*/ 84 w 426"/>
                <a:gd name="T41" fmla="*/ 25 h 127"/>
                <a:gd name="T42" fmla="*/ 346 w 426"/>
                <a:gd name="T43" fmla="*/ 0 h 127"/>
                <a:gd name="T44" fmla="*/ 83 w 426"/>
                <a:gd name="T45" fmla="*/ 19 h 127"/>
                <a:gd name="T46" fmla="*/ 39 w 426"/>
                <a:gd name="T47" fmla="*/ 42 h 127"/>
                <a:gd name="T48" fmla="*/ 31 w 426"/>
                <a:gd name="T49" fmla="*/ 74 h 127"/>
                <a:gd name="T50" fmla="*/ 31 w 426"/>
                <a:gd name="T51" fmla="*/ 74 h 127"/>
                <a:gd name="T52" fmla="*/ 50 w 426"/>
                <a:gd name="T53" fmla="*/ 105 h 127"/>
                <a:gd name="T54" fmla="*/ 0 w 426"/>
                <a:gd name="T55" fmla="*/ 127 h 127"/>
                <a:gd name="T56" fmla="*/ 39 w 426"/>
                <a:gd name="T57" fmla="*/ 123 h 127"/>
                <a:gd name="T58" fmla="*/ 92 w 426"/>
                <a:gd name="T59" fmla="*/ 119 h 127"/>
                <a:gd name="T60" fmla="*/ 101 w 426"/>
                <a:gd name="T61" fmla="*/ 118 h 127"/>
                <a:gd name="T62" fmla="*/ 102 w 426"/>
                <a:gd name="T63" fmla="*/ 118 h 127"/>
                <a:gd name="T64" fmla="*/ 369 w 426"/>
                <a:gd name="T65" fmla="*/ 112 h 127"/>
                <a:gd name="T66" fmla="*/ 397 w 426"/>
                <a:gd name="T67" fmla="*/ 102 h 127"/>
                <a:gd name="T68" fmla="*/ 405 w 426"/>
                <a:gd name="T69" fmla="*/ 91 h 127"/>
                <a:gd name="T70" fmla="*/ 416 w 426"/>
                <a:gd name="T71" fmla="*/ 82 h 127"/>
                <a:gd name="T72" fmla="*/ 426 w 426"/>
                <a:gd name="T73" fmla="*/ 44 h 127"/>
                <a:gd name="T74" fmla="*/ 374 w 426"/>
                <a:gd name="T75" fmla="*/ 1 h 127"/>
                <a:gd name="T76" fmla="*/ 372 w 426"/>
                <a:gd name="T77" fmla="*/ 1 h 127"/>
                <a:gd name="T78" fmla="*/ 346 w 426"/>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4"/>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7"/>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7" name="Freeform 107">
              <a:extLst>
                <a:ext uri="{FF2B5EF4-FFF2-40B4-BE49-F238E27FC236}">
                  <a16:creationId xmlns:a16="http://schemas.microsoft.com/office/drawing/2014/main" id="{C9CBFB84-0A49-425E-8010-4E89EFC13B56}"/>
                </a:ext>
              </a:extLst>
            </p:cNvPr>
            <p:cNvSpPr>
              <a:spLocks/>
            </p:cNvSpPr>
            <p:nvPr userDrawn="1"/>
          </p:nvSpPr>
          <p:spPr bwMode="auto">
            <a:xfrm>
              <a:off x="212958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8" name="Freeform 108">
              <a:extLst>
                <a:ext uri="{FF2B5EF4-FFF2-40B4-BE49-F238E27FC236}">
                  <a16:creationId xmlns:a16="http://schemas.microsoft.com/office/drawing/2014/main" id="{752CB2A9-103A-43B1-8815-83E747DB110E}"/>
                </a:ext>
              </a:extLst>
            </p:cNvPr>
            <p:cNvSpPr>
              <a:spLocks noEditPoints="1"/>
            </p:cNvSpPr>
            <p:nvPr userDrawn="1"/>
          </p:nvSpPr>
          <p:spPr bwMode="auto">
            <a:xfrm>
              <a:off x="2067373" y="35121"/>
              <a:ext cx="148512" cy="47162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4 w 99"/>
                <a:gd name="T13" fmla="*/ 6 h 313"/>
                <a:gd name="T14" fmla="*/ 35 w 99"/>
                <a:gd name="T15" fmla="*/ 6 h 313"/>
                <a:gd name="T16" fmla="*/ 76 w 99"/>
                <a:gd name="T17" fmla="*/ 31 h 313"/>
                <a:gd name="T18" fmla="*/ 79 w 99"/>
                <a:gd name="T19" fmla="*/ 42 h 313"/>
                <a:gd name="T20" fmla="*/ 79 w 99"/>
                <a:gd name="T21" fmla="*/ 42 h 313"/>
                <a:gd name="T22" fmla="*/ 85 w 99"/>
                <a:gd name="T23" fmla="*/ 233 h 313"/>
                <a:gd name="T24" fmla="*/ 87 w 99"/>
                <a:gd name="T25" fmla="*/ 258 h 313"/>
                <a:gd name="T26" fmla="*/ 80 w 99"/>
                <a:gd name="T27" fmla="*/ 254 h 313"/>
                <a:gd name="T28" fmla="*/ 64 w 99"/>
                <a:gd name="T29" fmla="*/ 277 h 313"/>
                <a:gd name="T30" fmla="*/ 57 w 99"/>
                <a:gd name="T31" fmla="*/ 279 h 313"/>
                <a:gd name="T32" fmla="*/ 57 w 99"/>
                <a:gd name="T33" fmla="*/ 279 h 313"/>
                <a:gd name="T34" fmla="*/ 36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7 w 99"/>
                <a:gd name="T63" fmla="*/ 285 h 313"/>
                <a:gd name="T64" fmla="*/ 57 w 99"/>
                <a:gd name="T65" fmla="*/ 285 h 313"/>
                <a:gd name="T66" fmla="*/ 81 w 99"/>
                <a:gd name="T67" fmla="*/ 271 h 313"/>
                <a:gd name="T68" fmla="*/ 99 w 99"/>
                <a:gd name="T69" fmla="*/ 313 h 313"/>
                <a:gd name="T70" fmla="*/ 95 w 99"/>
                <a:gd name="T71" fmla="*/ 278 h 313"/>
                <a:gd name="T72" fmla="*/ 91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9" name="Freeform 109">
              <a:extLst>
                <a:ext uri="{FF2B5EF4-FFF2-40B4-BE49-F238E27FC236}">
                  <a16:creationId xmlns:a16="http://schemas.microsoft.com/office/drawing/2014/main" id="{D5364D19-C9CF-4EF4-909C-877E7D599860}"/>
                </a:ext>
              </a:extLst>
            </p:cNvPr>
            <p:cNvSpPr>
              <a:spLocks noEditPoints="1"/>
            </p:cNvSpPr>
            <p:nvPr userDrawn="1"/>
          </p:nvSpPr>
          <p:spPr bwMode="auto">
            <a:xfrm>
              <a:off x="-150266" y="43148"/>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7 w 116"/>
                <a:gd name="T11" fmla="*/ 46 h 365"/>
                <a:gd name="T12" fmla="*/ 39 w 116"/>
                <a:gd name="T13" fmla="*/ 6 h 365"/>
                <a:gd name="T14" fmla="*/ 40 w 116"/>
                <a:gd name="T15" fmla="*/ 6 h 365"/>
                <a:gd name="T16" fmla="*/ 40 w 116"/>
                <a:gd name="T17" fmla="*/ 6 h 365"/>
                <a:gd name="T18" fmla="*/ 70 w 116"/>
                <a:gd name="T19" fmla="*/ 13 h 365"/>
                <a:gd name="T20" fmla="*/ 93 w 116"/>
                <a:gd name="T21" fmla="*/ 45 h 365"/>
                <a:gd name="T22" fmla="*/ 94 w 116"/>
                <a:gd name="T23" fmla="*/ 49 h 365"/>
                <a:gd name="T24" fmla="*/ 100 w 116"/>
                <a:gd name="T25" fmla="*/ 275 h 365"/>
                <a:gd name="T26" fmla="*/ 101 w 116"/>
                <a:gd name="T27" fmla="*/ 289 h 365"/>
                <a:gd name="T28" fmla="*/ 94 w 116"/>
                <a:gd name="T29" fmla="*/ 283 h 365"/>
                <a:gd name="T30" fmla="*/ 90 w 116"/>
                <a:gd name="T31" fmla="*/ 317 h 365"/>
                <a:gd name="T32" fmla="*/ 69 w 116"/>
                <a:gd name="T33" fmla="*/ 330 h 365"/>
                <a:gd name="T34" fmla="*/ 67 w 116"/>
                <a:gd name="T35" fmla="*/ 330 h 365"/>
                <a:gd name="T36" fmla="*/ 64 w 116"/>
                <a:gd name="T37" fmla="*/ 331 h 365"/>
                <a:gd name="T38" fmla="*/ 27 w 116"/>
                <a:gd name="T39" fmla="*/ 304 h 365"/>
                <a:gd name="T40" fmla="*/ 24 w 116"/>
                <a:gd name="T41" fmla="*/ 292 h 365"/>
                <a:gd name="T42" fmla="*/ 24 w 116"/>
                <a:gd name="T43" fmla="*/ 291 h 365"/>
                <a:gd name="T44" fmla="*/ 24 w 116"/>
                <a:gd name="T45" fmla="*/ 291 h 365"/>
                <a:gd name="T46" fmla="*/ 13 w 116"/>
                <a:gd name="T47" fmla="*/ 185 h 365"/>
                <a:gd name="T48" fmla="*/ 7 w 116"/>
                <a:gd name="T49" fmla="*/ 47 h 365"/>
                <a:gd name="T50" fmla="*/ 7 w 116"/>
                <a:gd name="T51" fmla="*/ 46 h 365"/>
                <a:gd name="T52" fmla="*/ 19 w 116"/>
                <a:gd name="T53" fmla="*/ 7 h 365"/>
                <a:gd name="T54" fmla="*/ 1 w 116"/>
                <a:gd name="T55" fmla="*/ 45 h 365"/>
                <a:gd name="T56" fmla="*/ 0 w 116"/>
                <a:gd name="T57" fmla="*/ 66 h 365"/>
                <a:gd name="T58" fmla="*/ 18 w 116"/>
                <a:gd name="T59" fmla="*/ 292 h 365"/>
                <a:gd name="T60" fmla="*/ 39 w 116"/>
                <a:gd name="T61" fmla="*/ 329 h 365"/>
                <a:gd name="T62" fmla="*/ 64 w 116"/>
                <a:gd name="T63" fmla="*/ 337 h 365"/>
                <a:gd name="T64" fmla="*/ 67 w 116"/>
                <a:gd name="T65" fmla="*/ 336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5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7" y="46"/>
                  </a:move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7" y="46"/>
                    <a:pt x="7" y="46"/>
                    <a:pt x="7" y="46"/>
                  </a:cubicBezTo>
                  <a:moveTo>
                    <a:pt x="39" y="0"/>
                  </a:moveTo>
                  <a:cubicBezTo>
                    <a:pt x="36" y="0"/>
                    <a:pt x="28" y="1"/>
                    <a:pt x="19" y="7"/>
                  </a:cubicBezTo>
                  <a:cubicBezTo>
                    <a:pt x="11" y="13"/>
                    <a:pt x="3" y="24"/>
                    <a:pt x="1" y="45"/>
                  </a:cubicBezTo>
                  <a:cubicBezTo>
                    <a:pt x="1" y="45"/>
                    <a:pt x="1" y="45"/>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0" name="Freeform 110">
              <a:extLst>
                <a:ext uri="{FF2B5EF4-FFF2-40B4-BE49-F238E27FC236}">
                  <a16:creationId xmlns:a16="http://schemas.microsoft.com/office/drawing/2014/main" id="{7F0BE551-7D52-457E-8D96-CBD474CDE5F7}"/>
                </a:ext>
              </a:extLst>
            </p:cNvPr>
            <p:cNvSpPr>
              <a:spLocks/>
            </p:cNvSpPr>
            <p:nvPr userDrawn="1"/>
          </p:nvSpPr>
          <p:spPr bwMode="auto">
            <a:xfrm>
              <a:off x="18315" y="576987"/>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1" name="Freeform 111">
              <a:extLst>
                <a:ext uri="{FF2B5EF4-FFF2-40B4-BE49-F238E27FC236}">
                  <a16:creationId xmlns:a16="http://schemas.microsoft.com/office/drawing/2014/main" id="{5F055657-CB59-4DC4-B078-408CC2C02D4A}"/>
                </a:ext>
              </a:extLst>
            </p:cNvPr>
            <p:cNvSpPr>
              <a:spLocks noEditPoints="1"/>
            </p:cNvSpPr>
            <p:nvPr userDrawn="1"/>
          </p:nvSpPr>
          <p:spPr bwMode="auto">
            <a:xfrm>
              <a:off x="1543569" y="83287"/>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2" name="Freeform 112">
              <a:extLst>
                <a:ext uri="{FF2B5EF4-FFF2-40B4-BE49-F238E27FC236}">
                  <a16:creationId xmlns:a16="http://schemas.microsoft.com/office/drawing/2014/main" id="{25290D7A-AF1E-4540-88D5-75E1EAEB3873}"/>
                </a:ext>
              </a:extLst>
            </p:cNvPr>
            <p:cNvSpPr>
              <a:spLocks noEditPoints="1"/>
            </p:cNvSpPr>
            <p:nvPr userDrawn="1"/>
          </p:nvSpPr>
          <p:spPr bwMode="auto">
            <a:xfrm>
              <a:off x="-180370" y="-275950"/>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3" name="Freeform 113">
              <a:extLst>
                <a:ext uri="{FF2B5EF4-FFF2-40B4-BE49-F238E27FC236}">
                  <a16:creationId xmlns:a16="http://schemas.microsoft.com/office/drawing/2014/main" id="{A4F7EC5C-FFDB-494F-9868-88D4BDB68D99}"/>
                </a:ext>
              </a:extLst>
            </p:cNvPr>
            <p:cNvSpPr>
              <a:spLocks noEditPoints="1"/>
            </p:cNvSpPr>
            <p:nvPr userDrawn="1"/>
          </p:nvSpPr>
          <p:spPr bwMode="auto">
            <a:xfrm>
              <a:off x="1888758" y="892073"/>
              <a:ext cx="238823" cy="180622"/>
            </a:xfrm>
            <a:custGeom>
              <a:avLst/>
              <a:gdLst>
                <a:gd name="T0" fmla="*/ 5 w 159"/>
                <a:gd name="T1" fmla="*/ 45 h 121"/>
                <a:gd name="T2" fmla="*/ 5 w 159"/>
                <a:gd name="T3" fmla="*/ 45 h 121"/>
                <a:gd name="T4" fmla="*/ 45 w 159"/>
                <a:gd name="T5" fmla="*/ 32 h 121"/>
                <a:gd name="T6" fmla="*/ 85 w 159"/>
                <a:gd name="T7" fmla="*/ 16 h 121"/>
                <a:gd name="T8" fmla="*/ 71 w 159"/>
                <a:gd name="T9" fmla="*/ 31 h 121"/>
                <a:gd name="T10" fmla="*/ 123 w 159"/>
                <a:gd name="T11" fmla="*/ 33 h 121"/>
                <a:gd name="T12" fmla="*/ 123 w 159"/>
                <a:gd name="T13" fmla="*/ 33 h 121"/>
                <a:gd name="T14" fmla="*/ 140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7 w 159"/>
                <a:gd name="T27" fmla="*/ 105 h 121"/>
                <a:gd name="T28" fmla="*/ 116 w 159"/>
                <a:gd name="T29" fmla="*/ 115 h 121"/>
                <a:gd name="T30" fmla="*/ 22 w 159"/>
                <a:gd name="T31" fmla="*/ 115 h 121"/>
                <a:gd name="T32" fmla="*/ 14 w 159"/>
                <a:gd name="T33" fmla="*/ 110 h 121"/>
                <a:gd name="T34" fmla="*/ 9 w 159"/>
                <a:gd name="T35" fmla="*/ 104 h 121"/>
                <a:gd name="T36" fmla="*/ 6 w 159"/>
                <a:gd name="T37" fmla="*/ 95 h 121"/>
                <a:gd name="T38" fmla="*/ 6 w 159"/>
                <a:gd name="T39" fmla="*/ 94 h 121"/>
                <a:gd name="T40" fmla="*/ 6 w 159"/>
                <a:gd name="T41" fmla="*/ 93 h 121"/>
                <a:gd name="T42" fmla="*/ 6 w 159"/>
                <a:gd name="T43" fmla="*/ 45 h 121"/>
                <a:gd name="T44" fmla="*/ 12 w 159"/>
                <a:gd name="T45" fmla="*/ 38 h 121"/>
                <a:gd name="T46" fmla="*/ 36 w 159"/>
                <a:gd name="T47" fmla="*/ 31 h 121"/>
                <a:gd name="T48" fmla="*/ 45 w 159"/>
                <a:gd name="T49" fmla="*/ 32 h 121"/>
                <a:gd name="T50" fmla="*/ 45 w 159"/>
                <a:gd name="T51" fmla="*/ 32 h 121"/>
                <a:gd name="T52" fmla="*/ 111 w 159"/>
                <a:gd name="T53" fmla="*/ 0 h 121"/>
                <a:gd name="T54" fmla="*/ 45 w 159"/>
                <a:gd name="T55" fmla="*/ 26 h 121"/>
                <a:gd name="T56" fmla="*/ 36 w 159"/>
                <a:gd name="T57" fmla="*/ 25 h 121"/>
                <a:gd name="T58" fmla="*/ 36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4 w 159"/>
                <a:gd name="T71" fmla="*/ 107 h 121"/>
                <a:gd name="T72" fmla="*/ 15 w 159"/>
                <a:gd name="T73" fmla="*/ 118 h 121"/>
                <a:gd name="T74" fmla="*/ 21 w 159"/>
                <a:gd name="T75" fmla="*/ 121 h 121"/>
                <a:gd name="T76" fmla="*/ 22 w 159"/>
                <a:gd name="T77" fmla="*/ 121 h 121"/>
                <a:gd name="T78" fmla="*/ 22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5 w 159"/>
                <a:gd name="T103" fmla="*/ 25 h 121"/>
                <a:gd name="T104" fmla="*/ 111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4" name="Freeform 114">
              <a:extLst>
                <a:ext uri="{FF2B5EF4-FFF2-40B4-BE49-F238E27FC236}">
                  <a16:creationId xmlns:a16="http://schemas.microsoft.com/office/drawing/2014/main" id="{E64AB751-81DD-4833-8C03-1A70E15CA8E5}"/>
                </a:ext>
              </a:extLst>
            </p:cNvPr>
            <p:cNvSpPr>
              <a:spLocks noEditPoints="1"/>
            </p:cNvSpPr>
            <p:nvPr userDrawn="1"/>
          </p:nvSpPr>
          <p:spPr bwMode="auto">
            <a:xfrm>
              <a:off x="1527514" y="233806"/>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5" name="Freeform 115">
              <a:extLst>
                <a:ext uri="{FF2B5EF4-FFF2-40B4-BE49-F238E27FC236}">
                  <a16:creationId xmlns:a16="http://schemas.microsoft.com/office/drawing/2014/main" id="{575E127B-258A-4CC3-BDA0-F635C89D61C0}"/>
                </a:ext>
              </a:extLst>
            </p:cNvPr>
            <p:cNvSpPr>
              <a:spLocks noEditPoints="1"/>
            </p:cNvSpPr>
            <p:nvPr userDrawn="1"/>
          </p:nvSpPr>
          <p:spPr bwMode="auto">
            <a:xfrm>
              <a:off x="2336299" y="1405843"/>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7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5"/>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1"/>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6" name="Freeform 116">
              <a:extLst>
                <a:ext uri="{FF2B5EF4-FFF2-40B4-BE49-F238E27FC236}">
                  <a16:creationId xmlns:a16="http://schemas.microsoft.com/office/drawing/2014/main" id="{18A8C374-6ADF-40F6-9596-393B3E0A9D26}"/>
                </a:ext>
              </a:extLst>
            </p:cNvPr>
            <p:cNvSpPr>
              <a:spLocks/>
            </p:cNvSpPr>
            <p:nvPr userDrawn="1"/>
          </p:nvSpPr>
          <p:spPr bwMode="auto">
            <a:xfrm>
              <a:off x="2545018" y="1570410"/>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7" name="Freeform 117">
              <a:extLst>
                <a:ext uri="{FF2B5EF4-FFF2-40B4-BE49-F238E27FC236}">
                  <a16:creationId xmlns:a16="http://schemas.microsoft.com/office/drawing/2014/main" id="{B3AEE8E8-E7CF-4933-842D-D12B14D7C08D}"/>
                </a:ext>
              </a:extLst>
            </p:cNvPr>
            <p:cNvSpPr>
              <a:spLocks noEditPoints="1"/>
            </p:cNvSpPr>
            <p:nvPr userDrawn="1"/>
          </p:nvSpPr>
          <p:spPr bwMode="auto">
            <a:xfrm>
              <a:off x="1515472" y="1010480"/>
              <a:ext cx="313078" cy="282975"/>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9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3"/>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9"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8" name="Freeform 118">
              <a:extLst>
                <a:ext uri="{FF2B5EF4-FFF2-40B4-BE49-F238E27FC236}">
                  <a16:creationId xmlns:a16="http://schemas.microsoft.com/office/drawing/2014/main" id="{882BF489-CF60-4D61-8400-18ABC55D1F9A}"/>
                </a:ext>
              </a:extLst>
            </p:cNvPr>
            <p:cNvSpPr>
              <a:spLocks noEditPoints="1"/>
            </p:cNvSpPr>
            <p:nvPr userDrawn="1"/>
          </p:nvSpPr>
          <p:spPr bwMode="auto">
            <a:xfrm>
              <a:off x="1866681" y="1500167"/>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19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19"/>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9" name="Freeform 119">
              <a:extLst>
                <a:ext uri="{FF2B5EF4-FFF2-40B4-BE49-F238E27FC236}">
                  <a16:creationId xmlns:a16="http://schemas.microsoft.com/office/drawing/2014/main" id="{7F95F642-1AD5-4DC2-AA0D-322E6B82EC82}"/>
                </a:ext>
              </a:extLst>
            </p:cNvPr>
            <p:cNvSpPr>
              <a:spLocks noEditPoints="1"/>
            </p:cNvSpPr>
            <p:nvPr userDrawn="1"/>
          </p:nvSpPr>
          <p:spPr bwMode="auto">
            <a:xfrm>
              <a:off x="355477" y="837886"/>
              <a:ext cx="315086" cy="282975"/>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13 w 209"/>
                <a:gd name="T25" fmla="*/ 115 h 188"/>
                <a:gd name="T26" fmla="*/ 6 w 209"/>
                <a:gd name="T27" fmla="*/ 96 h 188"/>
                <a:gd name="T28" fmla="*/ 14 w 209"/>
                <a:gd name="T29" fmla="*/ 69 h 188"/>
                <a:gd name="T30" fmla="*/ 14 w 209"/>
                <a:gd name="T31" fmla="*/ 69 h 188"/>
                <a:gd name="T32" fmla="*/ 84 w 209"/>
                <a:gd name="T33" fmla="*/ 8 h 188"/>
                <a:gd name="T34" fmla="*/ 88 w 209"/>
                <a:gd name="T35" fmla="*/ 1 h 188"/>
                <a:gd name="T36" fmla="*/ 87 w 209"/>
                <a:gd name="T37" fmla="*/ 1 h 188"/>
                <a:gd name="T38" fmla="*/ 82 w 209"/>
                <a:gd name="T39" fmla="*/ 2 h 188"/>
                <a:gd name="T40" fmla="*/ 22 w 209"/>
                <a:gd name="T41" fmla="*/ 41 h 188"/>
                <a:gd name="T42" fmla="*/ 0 w 209"/>
                <a:gd name="T43" fmla="*/ 96 h 188"/>
                <a:gd name="T44" fmla="*/ 8 w 209"/>
                <a:gd name="T45" fmla="*/ 119 h 188"/>
                <a:gd name="T46" fmla="*/ 14 w 209"/>
                <a:gd name="T47" fmla="*/ 167 h 188"/>
                <a:gd name="T48" fmla="*/ 13 w 209"/>
                <a:gd name="T49" fmla="*/ 173 h 188"/>
                <a:gd name="T50" fmla="*/ 10 w 209"/>
                <a:gd name="T51" fmla="*/ 188 h 188"/>
                <a:gd name="T52" fmla="*/ 40 w 209"/>
                <a:gd name="T53" fmla="*/ 143 h 188"/>
                <a:gd name="T54" fmla="*/ 85 w 209"/>
                <a:gd name="T55" fmla="*/ 165 h 188"/>
                <a:gd name="T56" fmla="*/ 156 w 209"/>
                <a:gd name="T57" fmla="*/ 162 h 188"/>
                <a:gd name="T58" fmla="*/ 156 w 209"/>
                <a:gd name="T59" fmla="*/ 161 h 188"/>
                <a:gd name="T60" fmla="*/ 193 w 209"/>
                <a:gd name="T61" fmla="*/ 126 h 188"/>
                <a:gd name="T62" fmla="*/ 193 w 209"/>
                <a:gd name="T63" fmla="*/ 126 h 188"/>
                <a:gd name="T64" fmla="*/ 198 w 209"/>
                <a:gd name="T65" fmla="*/ 119 h 188"/>
                <a:gd name="T66" fmla="*/ 209 w 209"/>
                <a:gd name="T67" fmla="*/ 79 h 188"/>
                <a:gd name="T68" fmla="*/ 203 w 209"/>
                <a:gd name="T69" fmla="*/ 47 h 188"/>
                <a:gd name="T70" fmla="*/ 154 w 209"/>
                <a:gd name="T7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0" name="Freeform 120">
              <a:extLst>
                <a:ext uri="{FF2B5EF4-FFF2-40B4-BE49-F238E27FC236}">
                  <a16:creationId xmlns:a16="http://schemas.microsoft.com/office/drawing/2014/main" id="{44D3AB2C-1085-4FDC-B2A6-7605380DE2C5}"/>
                </a:ext>
              </a:extLst>
            </p:cNvPr>
            <p:cNvSpPr>
              <a:spLocks/>
            </p:cNvSpPr>
            <p:nvPr userDrawn="1"/>
          </p:nvSpPr>
          <p:spPr bwMode="auto">
            <a:xfrm>
              <a:off x="487933" y="839894"/>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1" name="Freeform 121">
              <a:extLst>
                <a:ext uri="{FF2B5EF4-FFF2-40B4-BE49-F238E27FC236}">
                  <a16:creationId xmlns:a16="http://schemas.microsoft.com/office/drawing/2014/main" id="{F794039A-FEEB-41F3-8187-40391BFCBC66}"/>
                </a:ext>
              </a:extLst>
            </p:cNvPr>
            <p:cNvSpPr>
              <a:spLocks/>
            </p:cNvSpPr>
            <p:nvPr userDrawn="1"/>
          </p:nvSpPr>
          <p:spPr bwMode="auto">
            <a:xfrm>
              <a:off x="1216442" y="308061"/>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2" name="Freeform 122">
              <a:extLst>
                <a:ext uri="{FF2B5EF4-FFF2-40B4-BE49-F238E27FC236}">
                  <a16:creationId xmlns:a16="http://schemas.microsoft.com/office/drawing/2014/main" id="{B4A19E78-C1AB-459A-A557-AC4FC1837386}"/>
                </a:ext>
              </a:extLst>
            </p:cNvPr>
            <p:cNvSpPr>
              <a:spLocks/>
            </p:cNvSpPr>
            <p:nvPr userDrawn="1"/>
          </p:nvSpPr>
          <p:spPr bwMode="auto">
            <a:xfrm>
              <a:off x="1391044" y="556918"/>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3" name="Freeform 123">
              <a:extLst>
                <a:ext uri="{FF2B5EF4-FFF2-40B4-BE49-F238E27FC236}">
                  <a16:creationId xmlns:a16="http://schemas.microsoft.com/office/drawing/2014/main" id="{ED013941-C04C-4F03-8E3A-E6D33CED7693}"/>
                </a:ext>
              </a:extLst>
            </p:cNvPr>
            <p:cNvSpPr>
              <a:spLocks/>
            </p:cNvSpPr>
            <p:nvPr userDrawn="1"/>
          </p:nvSpPr>
          <p:spPr bwMode="auto">
            <a:xfrm>
              <a:off x="1232497" y="578995"/>
              <a:ext cx="6021" cy="12041"/>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4" name="Freeform 124">
              <a:extLst>
                <a:ext uri="{FF2B5EF4-FFF2-40B4-BE49-F238E27FC236}">
                  <a16:creationId xmlns:a16="http://schemas.microsoft.com/office/drawing/2014/main" id="{44BADACF-72F8-413E-A4C2-0EF816630F93}"/>
                </a:ext>
              </a:extLst>
            </p:cNvPr>
            <p:cNvSpPr>
              <a:spLocks/>
            </p:cNvSpPr>
            <p:nvPr userDrawn="1"/>
          </p:nvSpPr>
          <p:spPr bwMode="auto">
            <a:xfrm>
              <a:off x="1234504" y="568960"/>
              <a:ext cx="8028" cy="14049"/>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5" name="Freeform 125">
              <a:extLst>
                <a:ext uri="{FF2B5EF4-FFF2-40B4-BE49-F238E27FC236}">
                  <a16:creationId xmlns:a16="http://schemas.microsoft.com/office/drawing/2014/main" id="{33FA0B33-B9B9-40AB-847B-2F1F55B8EA83}"/>
                </a:ext>
              </a:extLst>
            </p:cNvPr>
            <p:cNvSpPr>
              <a:spLocks noEditPoints="1"/>
            </p:cNvSpPr>
            <p:nvPr userDrawn="1"/>
          </p:nvSpPr>
          <p:spPr bwMode="auto">
            <a:xfrm>
              <a:off x="2370417" y="109377"/>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6" name="Freeform 126">
              <a:extLst>
                <a:ext uri="{FF2B5EF4-FFF2-40B4-BE49-F238E27FC236}">
                  <a16:creationId xmlns:a16="http://schemas.microsoft.com/office/drawing/2014/main" id="{5A9A2FC7-567C-426C-B67D-BA0B8D0D98CF}"/>
                </a:ext>
              </a:extLst>
            </p:cNvPr>
            <p:cNvSpPr>
              <a:spLocks noEditPoints="1"/>
            </p:cNvSpPr>
            <p:nvPr userDrawn="1"/>
          </p:nvSpPr>
          <p:spPr bwMode="auto">
            <a:xfrm>
              <a:off x="2613253" y="109377"/>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7" name="Freeform 127">
              <a:extLst>
                <a:ext uri="{FF2B5EF4-FFF2-40B4-BE49-F238E27FC236}">
                  <a16:creationId xmlns:a16="http://schemas.microsoft.com/office/drawing/2014/main" id="{4DA8FF61-296C-4791-A6AF-F6ADDA18F2A3}"/>
                </a:ext>
              </a:extLst>
            </p:cNvPr>
            <p:cNvSpPr>
              <a:spLocks/>
            </p:cNvSpPr>
            <p:nvPr userDrawn="1"/>
          </p:nvSpPr>
          <p:spPr bwMode="auto">
            <a:xfrm>
              <a:off x="2370417"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8" name="Freeform 128">
              <a:extLst>
                <a:ext uri="{FF2B5EF4-FFF2-40B4-BE49-F238E27FC236}">
                  <a16:creationId xmlns:a16="http://schemas.microsoft.com/office/drawing/2014/main" id="{9B48CD32-DA24-48E5-8112-16CABB75276B}"/>
                </a:ext>
              </a:extLst>
            </p:cNvPr>
            <p:cNvSpPr>
              <a:spLocks noEditPoints="1"/>
            </p:cNvSpPr>
            <p:nvPr userDrawn="1"/>
          </p:nvSpPr>
          <p:spPr bwMode="auto">
            <a:xfrm>
              <a:off x="202951" y="1171034"/>
              <a:ext cx="351210" cy="313078"/>
            </a:xfrm>
            <a:custGeom>
              <a:avLst/>
              <a:gdLst>
                <a:gd name="T0" fmla="*/ 94 w 233"/>
                <a:gd name="T1" fmla="*/ 8 h 208"/>
                <a:gd name="T2" fmla="*/ 120 w 233"/>
                <a:gd name="T3" fmla="*/ 6 h 208"/>
                <a:gd name="T4" fmla="*/ 221 w 233"/>
                <a:gd name="T5" fmla="*/ 56 h 208"/>
                <a:gd name="T6" fmla="*/ 217 w 233"/>
                <a:gd name="T7" fmla="*/ 130 h 208"/>
                <a:gd name="T8" fmla="*/ 172 w 233"/>
                <a:gd name="T9" fmla="*/ 175 h 208"/>
                <a:gd name="T10" fmla="*/ 124 w 233"/>
                <a:gd name="T11" fmla="*/ 185 h 208"/>
                <a:gd name="T12" fmla="*/ 99 w 233"/>
                <a:gd name="T13" fmla="*/ 179 h 208"/>
                <a:gd name="T14" fmla="*/ 98 w 233"/>
                <a:gd name="T15" fmla="*/ 178 h 208"/>
                <a:gd name="T16" fmla="*/ 68 w 233"/>
                <a:gd name="T17" fmla="*/ 165 h 208"/>
                <a:gd name="T18" fmla="*/ 43 w 233"/>
                <a:gd name="T19" fmla="*/ 151 h 208"/>
                <a:gd name="T20" fmla="*/ 23 w 233"/>
                <a:gd name="T21" fmla="*/ 171 h 208"/>
                <a:gd name="T22" fmla="*/ 15 w 233"/>
                <a:gd name="T23" fmla="*/ 129 h 208"/>
                <a:gd name="T24" fmla="*/ 14 w 233"/>
                <a:gd name="T25" fmla="*/ 128 h 208"/>
                <a:gd name="T26" fmla="*/ 6 w 233"/>
                <a:gd name="T27" fmla="*/ 107 h 208"/>
                <a:gd name="T28" fmla="*/ 15 w 233"/>
                <a:gd name="T29" fmla="*/ 77 h 208"/>
                <a:gd name="T30" fmla="*/ 15 w 233"/>
                <a:gd name="T31" fmla="*/ 77 h 208"/>
                <a:gd name="T32" fmla="*/ 94 w 233"/>
                <a:gd name="T33" fmla="*/ 8 h 208"/>
                <a:gd name="T34" fmla="*/ 93 w 233"/>
                <a:gd name="T35" fmla="*/ 2 h 208"/>
                <a:gd name="T36" fmla="*/ 92 w 233"/>
                <a:gd name="T37" fmla="*/ 2 h 208"/>
                <a:gd name="T38" fmla="*/ 9 w 233"/>
                <a:gd name="T39" fmla="*/ 75 h 208"/>
                <a:gd name="T40" fmla="*/ 5 w 233"/>
                <a:gd name="T41" fmla="*/ 127 h 208"/>
                <a:gd name="T42" fmla="*/ 17 w 233"/>
                <a:gd name="T43" fmla="*/ 171 h 208"/>
                <a:gd name="T44" fmla="*/ 15 w 233"/>
                <a:gd name="T45" fmla="*/ 192 h 208"/>
                <a:gd name="T46" fmla="*/ 15 w 233"/>
                <a:gd name="T47" fmla="*/ 194 h 208"/>
                <a:gd name="T48" fmla="*/ 20 w 233"/>
                <a:gd name="T49" fmla="*/ 196 h 208"/>
                <a:gd name="T50" fmla="*/ 56 w 233"/>
                <a:gd name="T51" fmla="*/ 166 h 208"/>
                <a:gd name="T52" fmla="*/ 124 w 233"/>
                <a:gd name="T53" fmla="*/ 191 h 208"/>
                <a:gd name="T54" fmla="*/ 175 w 233"/>
                <a:gd name="T55" fmla="*/ 180 h 208"/>
                <a:gd name="T56" fmla="*/ 222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9" name="Freeform 129">
              <a:extLst>
                <a:ext uri="{FF2B5EF4-FFF2-40B4-BE49-F238E27FC236}">
                  <a16:creationId xmlns:a16="http://schemas.microsoft.com/office/drawing/2014/main" id="{90E84DE3-2E67-45E1-A009-3241BEE3C39F}"/>
                </a:ext>
              </a:extLst>
            </p:cNvPr>
            <p:cNvSpPr>
              <a:spLocks noEditPoints="1"/>
            </p:cNvSpPr>
            <p:nvPr userDrawn="1"/>
          </p:nvSpPr>
          <p:spPr bwMode="auto">
            <a:xfrm>
              <a:off x="1774363" y="338165"/>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6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0 h 117"/>
                <a:gd name="T50" fmla="*/ 72 w 169"/>
                <a:gd name="T51" fmla="*/ 0 h 117"/>
                <a:gd name="T52" fmla="*/ 72 w 169"/>
                <a:gd name="T53" fmla="*/ 0 h 117"/>
                <a:gd name="T54" fmla="*/ 53 w 169"/>
                <a:gd name="T55" fmla="*/ 5 h 117"/>
                <a:gd name="T56" fmla="*/ 39 w 169"/>
                <a:gd name="T57" fmla="*/ 21 h 117"/>
                <a:gd name="T58" fmla="*/ 37 w 169"/>
                <a:gd name="T59" fmla="*/ 31 h 117"/>
                <a:gd name="T60" fmla="*/ 36 w 169"/>
                <a:gd name="T61" fmla="*/ 31 h 117"/>
                <a:gd name="T62" fmla="*/ 36 w 169"/>
                <a:gd name="T63" fmla="*/ 57 h 117"/>
                <a:gd name="T64" fmla="*/ 0 w 169"/>
                <a:gd name="T65" fmla="*/ 38 h 117"/>
                <a:gd name="T66" fmla="*/ 8 w 169"/>
                <a:gd name="T67" fmla="*/ 48 h 117"/>
                <a:gd name="T68" fmla="*/ 11 w 169"/>
                <a:gd name="T69" fmla="*/ 47 h 117"/>
                <a:gd name="T70" fmla="*/ 8 w 169"/>
                <a:gd name="T71" fmla="*/ 48 h 117"/>
                <a:gd name="T72" fmla="*/ 36 w 169"/>
                <a:gd name="T73" fmla="*/ 86 h 117"/>
                <a:gd name="T74" fmla="*/ 40 w 169"/>
                <a:gd name="T75" fmla="*/ 102 h 117"/>
                <a:gd name="T76" fmla="*/ 54 w 169"/>
                <a:gd name="T77" fmla="*/ 114 h 117"/>
                <a:gd name="T78" fmla="*/ 62 w 169"/>
                <a:gd name="T79" fmla="*/ 117 h 117"/>
                <a:gd name="T80" fmla="*/ 62 w 169"/>
                <a:gd name="T81" fmla="*/ 117 h 117"/>
                <a:gd name="T82" fmla="*/ 132 w 169"/>
                <a:gd name="T83" fmla="*/ 117 h 117"/>
                <a:gd name="T84" fmla="*/ 132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0 w 169"/>
                <a:gd name="T97" fmla="*/ 5 h 117"/>
                <a:gd name="T98" fmla="*/ 136 w 169"/>
                <a:gd name="T99" fmla="*/ 0 h 117"/>
                <a:gd name="T100" fmla="*/ 136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0" name="Freeform 130">
              <a:extLst>
                <a:ext uri="{FF2B5EF4-FFF2-40B4-BE49-F238E27FC236}">
                  <a16:creationId xmlns:a16="http://schemas.microsoft.com/office/drawing/2014/main" id="{DF8D7C55-126D-417D-8336-E7C35503027C}"/>
                </a:ext>
              </a:extLst>
            </p:cNvPr>
            <p:cNvSpPr>
              <a:spLocks noEditPoints="1"/>
            </p:cNvSpPr>
            <p:nvPr userDrawn="1"/>
          </p:nvSpPr>
          <p:spPr bwMode="auto">
            <a:xfrm>
              <a:off x="538105" y="1395808"/>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19 h 70"/>
                <a:gd name="T20" fmla="*/ 30 w 104"/>
                <a:gd name="T21" fmla="*/ 19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4 w 104"/>
                <a:gd name="T65" fmla="*/ 0 h 70"/>
                <a:gd name="T66" fmla="*/ 46 w 104"/>
                <a:gd name="T67" fmla="*/ 0 h 70"/>
                <a:gd name="T68" fmla="*/ 46 w 104"/>
                <a:gd name="T69" fmla="*/ 0 h 70"/>
                <a:gd name="T70" fmla="*/ 35 w 104"/>
                <a:gd name="T71" fmla="*/ 3 h 70"/>
                <a:gd name="T72" fmla="*/ 26 w 104"/>
                <a:gd name="T73" fmla="*/ 13 h 70"/>
                <a:gd name="T74" fmla="*/ 24 w 104"/>
                <a:gd name="T75" fmla="*/ 19 h 70"/>
                <a:gd name="T76" fmla="*/ 24 w 104"/>
                <a:gd name="T77" fmla="*/ 19 h 70"/>
                <a:gd name="T78" fmla="*/ 24 w 104"/>
                <a:gd name="T79" fmla="*/ 32 h 70"/>
                <a:gd name="T80" fmla="*/ 0 w 104"/>
                <a:gd name="T81" fmla="*/ 19 h 70"/>
                <a:gd name="T82" fmla="*/ 8 w 104"/>
                <a:gd name="T83" fmla="*/ 30 h 70"/>
                <a:gd name="T84" fmla="*/ 10 w 104"/>
                <a:gd name="T85" fmla="*/ 28 h 70"/>
                <a:gd name="T86" fmla="*/ 8 w 104"/>
                <a:gd name="T87" fmla="*/ 30 h 70"/>
                <a:gd name="T88" fmla="*/ 24 w 104"/>
                <a:gd name="T89" fmla="*/ 51 h 70"/>
                <a:gd name="T90" fmla="*/ 27 w 104"/>
                <a:gd name="T91" fmla="*/ 61 h 70"/>
                <a:gd name="T92" fmla="*/ 35 w 104"/>
                <a:gd name="T93" fmla="*/ 69 h 70"/>
                <a:gd name="T94" fmla="*/ 40 w 104"/>
                <a:gd name="T95" fmla="*/ 70 h 70"/>
                <a:gd name="T96" fmla="*/ 40 w 104"/>
                <a:gd name="T97" fmla="*/ 70 h 70"/>
                <a:gd name="T98" fmla="*/ 81 w 104"/>
                <a:gd name="T99" fmla="*/ 70 h 70"/>
                <a:gd name="T100" fmla="*/ 81 w 104"/>
                <a:gd name="T101" fmla="*/ 70 h 70"/>
                <a:gd name="T102" fmla="*/ 100 w 104"/>
                <a:gd name="T103" fmla="*/ 64 h 70"/>
                <a:gd name="T104" fmla="*/ 104 w 104"/>
                <a:gd name="T105" fmla="*/ 55 h 70"/>
                <a:gd name="T106" fmla="*/ 104 w 104"/>
                <a:gd name="T107" fmla="*/ 53 h 70"/>
                <a:gd name="T108" fmla="*/ 104 w 104"/>
                <a:gd name="T109" fmla="*/ 20 h 70"/>
                <a:gd name="T110" fmla="*/ 104 w 104"/>
                <a:gd name="T111" fmla="*/ 19 h 70"/>
                <a:gd name="T112" fmla="*/ 93 w 104"/>
                <a:gd name="T113" fmla="*/ 3 h 70"/>
                <a:gd name="T114" fmla="*/ 84 w 104"/>
                <a:gd name="T115" fmla="*/ 0 h 70"/>
                <a:gd name="T116" fmla="*/ 84 w 104"/>
                <a:gd name="T1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19"/>
                  </a:moveTo>
                  <a:cubicBezTo>
                    <a:pt x="30" y="19"/>
                    <a:pt x="30" y="19"/>
                    <a:pt x="30" y="19"/>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1" name="Freeform 131">
              <a:extLst>
                <a:ext uri="{FF2B5EF4-FFF2-40B4-BE49-F238E27FC236}">
                  <a16:creationId xmlns:a16="http://schemas.microsoft.com/office/drawing/2014/main" id="{7EF99BB5-DAA8-4A56-8ACE-CE3657BD671D}"/>
                </a:ext>
              </a:extLst>
            </p:cNvPr>
            <p:cNvSpPr>
              <a:spLocks noEditPoints="1"/>
            </p:cNvSpPr>
            <p:nvPr userDrawn="1"/>
          </p:nvSpPr>
          <p:spPr bwMode="auto">
            <a:xfrm>
              <a:off x="-17809" y="1526258"/>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6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2" name="Freeform 132">
              <a:extLst>
                <a:ext uri="{FF2B5EF4-FFF2-40B4-BE49-F238E27FC236}">
                  <a16:creationId xmlns:a16="http://schemas.microsoft.com/office/drawing/2014/main" id="{21DE1106-B47F-4D95-80CA-C66B19390F2E}"/>
                </a:ext>
              </a:extLst>
            </p:cNvPr>
            <p:cNvSpPr>
              <a:spLocks noEditPoints="1"/>
            </p:cNvSpPr>
            <p:nvPr userDrawn="1"/>
          </p:nvSpPr>
          <p:spPr bwMode="auto">
            <a:xfrm>
              <a:off x="869246" y="1016502"/>
              <a:ext cx="168581" cy="114395"/>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49 w 112"/>
                <a:gd name="T17" fmla="*/ 6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90 w 112"/>
                <a:gd name="T53" fmla="*/ 6 h 76"/>
                <a:gd name="T54" fmla="*/ 90 w 112"/>
                <a:gd name="T55" fmla="*/ 6 h 76"/>
                <a:gd name="T56" fmla="*/ 90 w 112"/>
                <a:gd name="T57" fmla="*/ 6 h 76"/>
                <a:gd name="T58" fmla="*/ 90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2" y="7"/>
                    <a:pt x="45" y="6"/>
                    <a:pt x="49" y="6"/>
                  </a:cubicBezTo>
                  <a:cubicBezTo>
                    <a:pt x="49" y="6"/>
                    <a:pt x="49" y="6"/>
                    <a:pt x="49" y="6"/>
                  </a:cubicBez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8"/>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3" name="Freeform 133">
              <a:extLst>
                <a:ext uri="{FF2B5EF4-FFF2-40B4-BE49-F238E27FC236}">
                  <a16:creationId xmlns:a16="http://schemas.microsoft.com/office/drawing/2014/main" id="{D64FF92A-16CB-4DE9-9DCA-18C8A8889004}"/>
                </a:ext>
              </a:extLst>
            </p:cNvPr>
            <p:cNvSpPr>
              <a:spLocks noEditPoints="1"/>
            </p:cNvSpPr>
            <p:nvPr userDrawn="1"/>
          </p:nvSpPr>
          <p:spPr bwMode="auto">
            <a:xfrm>
              <a:off x="855197" y="741554"/>
              <a:ext cx="252871" cy="234809"/>
            </a:xfrm>
            <a:custGeom>
              <a:avLst/>
              <a:gdLst>
                <a:gd name="T0" fmla="*/ 7 w 167"/>
                <a:gd name="T1" fmla="*/ 64 h 155"/>
                <a:gd name="T2" fmla="*/ 9 w 167"/>
                <a:gd name="T3" fmla="*/ 61 h 155"/>
                <a:gd name="T4" fmla="*/ 7 w 167"/>
                <a:gd name="T5" fmla="*/ 64 h 155"/>
                <a:gd name="T6" fmla="*/ 71 w 167"/>
                <a:gd name="T7" fmla="*/ 6 h 155"/>
                <a:gd name="T8" fmla="*/ 135 w 167"/>
                <a:gd name="T9" fmla="*/ 6 h 155"/>
                <a:gd name="T10" fmla="*/ 146 w 167"/>
                <a:gd name="T11" fmla="*/ 11 h 155"/>
                <a:gd name="T12" fmla="*/ 161 w 167"/>
                <a:gd name="T13" fmla="*/ 42 h 155"/>
                <a:gd name="T14" fmla="*/ 161 w 167"/>
                <a:gd name="T15" fmla="*/ 120 h 155"/>
                <a:gd name="T16" fmla="*/ 161 w 167"/>
                <a:gd name="T17" fmla="*/ 121 h 155"/>
                <a:gd name="T18" fmla="*/ 161 w 167"/>
                <a:gd name="T19" fmla="*/ 121 h 155"/>
                <a:gd name="T20" fmla="*/ 161 w 167"/>
                <a:gd name="T21" fmla="*/ 123 h 155"/>
                <a:gd name="T22" fmla="*/ 157 w 167"/>
                <a:gd name="T23" fmla="*/ 138 h 155"/>
                <a:gd name="T24" fmla="*/ 131 w 167"/>
                <a:gd name="T25" fmla="*/ 149 h 155"/>
                <a:gd name="T26" fmla="*/ 61 w 167"/>
                <a:gd name="T27" fmla="*/ 149 h 155"/>
                <a:gd name="T28" fmla="*/ 51 w 167"/>
                <a:gd name="T29" fmla="*/ 143 h 155"/>
                <a:gd name="T30" fmla="*/ 41 w 167"/>
                <a:gd name="T31" fmla="*/ 113 h 155"/>
                <a:gd name="T32" fmla="*/ 41 w 167"/>
                <a:gd name="T33" fmla="*/ 112 h 155"/>
                <a:gd name="T34" fmla="*/ 18 w 167"/>
                <a:gd name="T35" fmla="*/ 71 h 155"/>
                <a:gd name="T36" fmla="*/ 41 w 167"/>
                <a:gd name="T37" fmla="*/ 87 h 155"/>
                <a:gd name="T38" fmla="*/ 41 w 167"/>
                <a:gd name="T39" fmla="*/ 41 h 155"/>
                <a:gd name="T40" fmla="*/ 46 w 167"/>
                <a:gd name="T41" fmla="*/ 22 h 155"/>
                <a:gd name="T42" fmla="*/ 56 w 167"/>
                <a:gd name="T43" fmla="*/ 11 h 155"/>
                <a:gd name="T44" fmla="*/ 71 w 167"/>
                <a:gd name="T45" fmla="*/ 6 h 155"/>
                <a:gd name="T46" fmla="*/ 71 w 167"/>
                <a:gd name="T47" fmla="*/ 6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4" name="Freeform 134">
              <a:extLst>
                <a:ext uri="{FF2B5EF4-FFF2-40B4-BE49-F238E27FC236}">
                  <a16:creationId xmlns:a16="http://schemas.microsoft.com/office/drawing/2014/main" id="{AF02F0D0-74D8-41FF-AFDB-F0417DD1784A}"/>
                </a:ext>
              </a:extLst>
            </p:cNvPr>
            <p:cNvSpPr>
              <a:spLocks noEditPoints="1"/>
            </p:cNvSpPr>
            <p:nvPr userDrawn="1"/>
          </p:nvSpPr>
          <p:spPr bwMode="auto">
            <a:xfrm>
              <a:off x="233054" y="279964"/>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5" name="Freeform 135">
              <a:extLst>
                <a:ext uri="{FF2B5EF4-FFF2-40B4-BE49-F238E27FC236}">
                  <a16:creationId xmlns:a16="http://schemas.microsoft.com/office/drawing/2014/main" id="{40E3A980-8A0D-4A03-9716-C8F74208586E}"/>
                </a:ext>
              </a:extLst>
            </p:cNvPr>
            <p:cNvSpPr>
              <a:spLocks/>
            </p:cNvSpPr>
            <p:nvPr userDrawn="1"/>
          </p:nvSpPr>
          <p:spPr bwMode="auto">
            <a:xfrm>
              <a:off x="473884"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6" name="Freeform 136">
              <a:extLst>
                <a:ext uri="{FF2B5EF4-FFF2-40B4-BE49-F238E27FC236}">
                  <a16:creationId xmlns:a16="http://schemas.microsoft.com/office/drawing/2014/main" id="{541EE097-AAD5-4A71-A546-489AD330B5AB}"/>
                </a:ext>
              </a:extLst>
            </p:cNvPr>
            <p:cNvSpPr>
              <a:spLocks noEditPoints="1"/>
            </p:cNvSpPr>
            <p:nvPr userDrawn="1"/>
          </p:nvSpPr>
          <p:spPr bwMode="auto">
            <a:xfrm>
              <a:off x="1005716" y="1080723"/>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0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7" name="Freeform 137">
              <a:extLst>
                <a:ext uri="{FF2B5EF4-FFF2-40B4-BE49-F238E27FC236}">
                  <a16:creationId xmlns:a16="http://schemas.microsoft.com/office/drawing/2014/main" id="{A2513827-77D4-43A2-A5B5-A1B8592DBF81}"/>
                </a:ext>
              </a:extLst>
            </p:cNvPr>
            <p:cNvSpPr>
              <a:spLocks noEditPoints="1"/>
            </p:cNvSpPr>
            <p:nvPr userDrawn="1"/>
          </p:nvSpPr>
          <p:spPr bwMode="auto">
            <a:xfrm>
              <a:off x="102605" y="428476"/>
              <a:ext cx="180622" cy="250865"/>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8" name="Freeform 138">
              <a:extLst>
                <a:ext uri="{FF2B5EF4-FFF2-40B4-BE49-F238E27FC236}">
                  <a16:creationId xmlns:a16="http://schemas.microsoft.com/office/drawing/2014/main" id="{562028CC-7CA2-4775-9074-B66E55D5F971}"/>
                </a:ext>
              </a:extLst>
            </p:cNvPr>
            <p:cNvSpPr>
              <a:spLocks/>
            </p:cNvSpPr>
            <p:nvPr userDrawn="1"/>
          </p:nvSpPr>
          <p:spPr bwMode="auto">
            <a:xfrm>
              <a:off x="273192" y="633181"/>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9" name="Freeform 139">
              <a:extLst>
                <a:ext uri="{FF2B5EF4-FFF2-40B4-BE49-F238E27FC236}">
                  <a16:creationId xmlns:a16="http://schemas.microsoft.com/office/drawing/2014/main" id="{8B23749D-6BB6-4D77-A34A-3C9394A55594}"/>
                </a:ext>
              </a:extLst>
            </p:cNvPr>
            <p:cNvSpPr>
              <a:spLocks noEditPoints="1"/>
            </p:cNvSpPr>
            <p:nvPr userDrawn="1"/>
          </p:nvSpPr>
          <p:spPr bwMode="auto">
            <a:xfrm>
              <a:off x="1513465"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2 w 219"/>
                <a:gd name="T29" fmla="*/ 37 h 131"/>
                <a:gd name="T30" fmla="*/ 212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7 w 219"/>
                <a:gd name="T43" fmla="*/ 125 h 131"/>
                <a:gd name="T44" fmla="*/ 99 w 219"/>
                <a:gd name="T45" fmla="*/ 125 h 131"/>
                <a:gd name="T46" fmla="*/ 87 w 219"/>
                <a:gd name="T47" fmla="*/ 120 h 131"/>
                <a:gd name="T48" fmla="*/ 79 w 219"/>
                <a:gd name="T49" fmla="*/ 111 h 131"/>
                <a:gd name="T50" fmla="*/ 76 w 219"/>
                <a:gd name="T51" fmla="*/ 95 h 131"/>
                <a:gd name="T52" fmla="*/ 76 w 219"/>
                <a:gd name="T53" fmla="*/ 94 h 131"/>
                <a:gd name="T54" fmla="*/ 33 w 219"/>
                <a:gd name="T55" fmla="*/ 51 h 131"/>
                <a:gd name="T56" fmla="*/ 76 w 219"/>
                <a:gd name="T57" fmla="*/ 74 h 131"/>
                <a:gd name="T58" fmla="*/ 76 w 219"/>
                <a:gd name="T59" fmla="*/ 35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0" name="Freeform 140">
              <a:extLst>
                <a:ext uri="{FF2B5EF4-FFF2-40B4-BE49-F238E27FC236}">
                  <a16:creationId xmlns:a16="http://schemas.microsoft.com/office/drawing/2014/main" id="{4C2345B1-BD1E-4D9A-8DFB-573D0AE89AF9}"/>
                </a:ext>
              </a:extLst>
            </p:cNvPr>
            <p:cNvSpPr>
              <a:spLocks noEditPoints="1"/>
            </p:cNvSpPr>
            <p:nvPr userDrawn="1"/>
          </p:nvSpPr>
          <p:spPr bwMode="auto">
            <a:xfrm>
              <a:off x="1864675" y="542870"/>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6 h 137"/>
                <a:gd name="T38" fmla="*/ 37 w 140"/>
                <a:gd name="T39" fmla="*/ 106 h 137"/>
                <a:gd name="T40" fmla="*/ 21 w 140"/>
                <a:gd name="T41" fmla="*/ 104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2 h 137"/>
                <a:gd name="T78" fmla="*/ 41 w 140"/>
                <a:gd name="T79" fmla="*/ 111 h 137"/>
                <a:gd name="T80" fmla="*/ 94 w 140"/>
                <a:gd name="T81" fmla="*/ 137 h 137"/>
                <a:gd name="T82" fmla="*/ 75 w 140"/>
                <a:gd name="T83" fmla="*/ 109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1" name="Freeform 141">
              <a:extLst>
                <a:ext uri="{FF2B5EF4-FFF2-40B4-BE49-F238E27FC236}">
                  <a16:creationId xmlns:a16="http://schemas.microsoft.com/office/drawing/2014/main" id="{FFC9B202-F08A-42C4-8AAB-4C01669089B1}"/>
                </a:ext>
              </a:extLst>
            </p:cNvPr>
            <p:cNvSpPr>
              <a:spLocks noEditPoints="1"/>
            </p:cNvSpPr>
            <p:nvPr userDrawn="1"/>
          </p:nvSpPr>
          <p:spPr bwMode="auto">
            <a:xfrm>
              <a:off x="817066" y="364255"/>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6 w 141"/>
                <a:gd name="T17" fmla="*/ 27 h 137"/>
                <a:gd name="T18" fmla="*/ 11 w 141"/>
                <a:gd name="T19" fmla="*/ 17 h 137"/>
                <a:gd name="T20" fmla="*/ 16 w 141"/>
                <a:gd name="T21" fmla="*/ 11 h 137"/>
                <a:gd name="T22" fmla="*/ 25 w 141"/>
                <a:gd name="T23" fmla="*/ 8 h 137"/>
                <a:gd name="T24" fmla="*/ 25 w 141"/>
                <a:gd name="T25" fmla="*/ 5 h 137"/>
                <a:gd name="T26" fmla="*/ 25 w 141"/>
                <a:gd name="T27" fmla="*/ 8 h 137"/>
                <a:gd name="T28" fmla="*/ 100 w 141"/>
                <a:gd name="T29" fmla="*/ 6 h 137"/>
                <a:gd name="T30" fmla="*/ 100 w 141"/>
                <a:gd name="T31" fmla="*/ 6 h 137"/>
                <a:gd name="T32" fmla="*/ 117 w 141"/>
                <a:gd name="T33" fmla="*/ 10 h 137"/>
                <a:gd name="T34" fmla="*/ 128 w 141"/>
                <a:gd name="T35" fmla="*/ 16 h 137"/>
                <a:gd name="T36" fmla="*/ 135 w 141"/>
                <a:gd name="T37" fmla="*/ 27 h 137"/>
                <a:gd name="T38" fmla="*/ 135 w 141"/>
                <a:gd name="T39" fmla="*/ 82 h 137"/>
                <a:gd name="T40" fmla="*/ 131 w 141"/>
                <a:gd name="T41" fmla="*/ 91 h 137"/>
                <a:gd name="T42" fmla="*/ 107 w 141"/>
                <a:gd name="T43" fmla="*/ 103 h 137"/>
                <a:gd name="T44" fmla="*/ 64 w 141"/>
                <a:gd name="T45" fmla="*/ 104 h 137"/>
                <a:gd name="T46" fmla="*/ 77 w 141"/>
                <a:gd name="T47" fmla="*/ 122 h 137"/>
                <a:gd name="T48" fmla="*/ 43 w 141"/>
                <a:gd name="T49" fmla="*/ 105 h 137"/>
                <a:gd name="T50" fmla="*/ 42 w 141"/>
                <a:gd name="T51" fmla="*/ 105 h 137"/>
                <a:gd name="T52" fmla="*/ 42 w 141"/>
                <a:gd name="T53" fmla="*/ 105 h 137"/>
                <a:gd name="T54" fmla="*/ 38 w 141"/>
                <a:gd name="T55" fmla="*/ 105 h 137"/>
                <a:gd name="T56" fmla="*/ 38 w 141"/>
                <a:gd name="T57" fmla="*/ 105 h 137"/>
                <a:gd name="T58" fmla="*/ 22 w 141"/>
                <a:gd name="T59" fmla="*/ 103 h 137"/>
                <a:gd name="T60" fmla="*/ 14 w 141"/>
                <a:gd name="T61" fmla="*/ 100 h 137"/>
                <a:gd name="T62" fmla="*/ 9 w 141"/>
                <a:gd name="T63" fmla="*/ 94 h 137"/>
                <a:gd name="T64" fmla="*/ 6 w 141"/>
                <a:gd name="T65" fmla="*/ 27 h 137"/>
                <a:gd name="T66" fmla="*/ 100 w 141"/>
                <a:gd name="T67" fmla="*/ 0 h 137"/>
                <a:gd name="T68" fmla="*/ 25 w 141"/>
                <a:gd name="T69" fmla="*/ 2 h 137"/>
                <a:gd name="T70" fmla="*/ 13 w 141"/>
                <a:gd name="T71" fmla="*/ 6 h 137"/>
                <a:gd name="T72" fmla="*/ 3 w 141"/>
                <a:gd name="T73" fmla="*/ 19 h 137"/>
                <a:gd name="T74" fmla="*/ 0 w 141"/>
                <a:gd name="T75" fmla="*/ 26 h 137"/>
                <a:gd name="T76" fmla="*/ 0 w 141"/>
                <a:gd name="T77" fmla="*/ 26 h 137"/>
                <a:gd name="T78" fmla="*/ 3 w 141"/>
                <a:gd name="T79" fmla="*/ 96 h 137"/>
                <a:gd name="T80" fmla="*/ 3 w 141"/>
                <a:gd name="T81" fmla="*/ 97 h 137"/>
                <a:gd name="T82" fmla="*/ 11 w 141"/>
                <a:gd name="T83" fmla="*/ 105 h 137"/>
                <a:gd name="T84" fmla="*/ 25 w 141"/>
                <a:gd name="T85" fmla="*/ 110 h 137"/>
                <a:gd name="T86" fmla="*/ 38 w 141"/>
                <a:gd name="T87" fmla="*/ 111 h 137"/>
                <a:gd name="T88" fmla="*/ 42 w 141"/>
                <a:gd name="T89" fmla="*/ 111 h 137"/>
                <a:gd name="T90" fmla="*/ 79 w 141"/>
                <a:gd name="T91" fmla="*/ 129 h 137"/>
                <a:gd name="T92" fmla="*/ 89 w 141"/>
                <a:gd name="T93" fmla="*/ 129 h 137"/>
                <a:gd name="T94" fmla="*/ 76 w 141"/>
                <a:gd name="T95" fmla="*/ 109 h 137"/>
                <a:gd name="T96" fmla="*/ 108 w 141"/>
                <a:gd name="T97" fmla="*/ 109 h 137"/>
                <a:gd name="T98" fmla="*/ 108 w 141"/>
                <a:gd name="T99" fmla="*/ 109 h 137"/>
                <a:gd name="T100" fmla="*/ 136 w 141"/>
                <a:gd name="T101" fmla="*/ 94 h 137"/>
                <a:gd name="T102" fmla="*/ 141 w 141"/>
                <a:gd name="T103" fmla="*/ 82 h 137"/>
                <a:gd name="T104" fmla="*/ 141 w 141"/>
                <a:gd name="T105" fmla="*/ 82 h 137"/>
                <a:gd name="T106" fmla="*/ 141 w 141"/>
                <a:gd name="T107" fmla="*/ 26 h 137"/>
                <a:gd name="T108" fmla="*/ 141 w 141"/>
                <a:gd name="T109" fmla="*/ 26 h 137"/>
                <a:gd name="T110" fmla="*/ 131 w 141"/>
                <a:gd name="T111" fmla="*/ 11 h 137"/>
                <a:gd name="T112" fmla="*/ 111 w 141"/>
                <a:gd name="T113" fmla="*/ 2 h 137"/>
                <a:gd name="T114" fmla="*/ 100 w 141"/>
                <a:gd name="T115" fmla="*/ 0 h 137"/>
                <a:gd name="T116" fmla="*/ 100 w 141"/>
                <a:gd name="T11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6" y="27"/>
                  </a:moveTo>
                  <a:cubicBezTo>
                    <a:pt x="7" y="26"/>
                    <a:pt x="8" y="21"/>
                    <a:pt x="11" y="17"/>
                  </a:cubicBezTo>
                  <a:cubicBezTo>
                    <a:pt x="12" y="15"/>
                    <a:pt x="14" y="12"/>
                    <a:pt x="16" y="11"/>
                  </a:cubicBezTo>
                  <a:cubicBezTo>
                    <a:pt x="19"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2" name="Freeform 142">
              <a:extLst>
                <a:ext uri="{FF2B5EF4-FFF2-40B4-BE49-F238E27FC236}">
                  <a16:creationId xmlns:a16="http://schemas.microsoft.com/office/drawing/2014/main" id="{1A875C63-6FE3-4E75-A75A-50526EF0A5DD}"/>
                </a:ext>
              </a:extLst>
            </p:cNvPr>
            <p:cNvSpPr>
              <a:spLocks/>
            </p:cNvSpPr>
            <p:nvPr userDrawn="1"/>
          </p:nvSpPr>
          <p:spPr bwMode="auto">
            <a:xfrm>
              <a:off x="935474" y="558926"/>
              <a:ext cx="22077" cy="8028"/>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3" name="Freeform 143">
              <a:extLst>
                <a:ext uri="{FF2B5EF4-FFF2-40B4-BE49-F238E27FC236}">
                  <a16:creationId xmlns:a16="http://schemas.microsoft.com/office/drawing/2014/main" id="{812DCBA9-8ED1-429E-9A8E-075DDB40BEEB}"/>
                </a:ext>
              </a:extLst>
            </p:cNvPr>
            <p:cNvSpPr>
              <a:spLocks noEditPoints="1"/>
            </p:cNvSpPr>
            <p:nvPr userDrawn="1"/>
          </p:nvSpPr>
          <p:spPr bwMode="auto">
            <a:xfrm>
              <a:off x="658520" y="143494"/>
              <a:ext cx="232802" cy="230796"/>
            </a:xfrm>
            <a:custGeom>
              <a:avLst/>
              <a:gdLst>
                <a:gd name="T0" fmla="*/ 0 w 155"/>
                <a:gd name="T1" fmla="*/ 31 h 153"/>
                <a:gd name="T2" fmla="*/ 0 w 155"/>
                <a:gd name="T3" fmla="*/ 31 h 153"/>
                <a:gd name="T4" fmla="*/ 3 w 155"/>
                <a:gd name="T5" fmla="*/ 30 h 153"/>
                <a:gd name="T6" fmla="*/ 6 w 155"/>
                <a:gd name="T7" fmla="*/ 30 h 153"/>
                <a:gd name="T8" fmla="*/ 3 w 155"/>
                <a:gd name="T9" fmla="*/ 30 h 153"/>
                <a:gd name="T10" fmla="*/ 0 w 155"/>
                <a:gd name="T11" fmla="*/ 31 h 153"/>
                <a:gd name="T12" fmla="*/ 25 w 155"/>
                <a:gd name="T13" fmla="*/ 9 h 153"/>
                <a:gd name="T14" fmla="*/ 101 w 155"/>
                <a:gd name="T15" fmla="*/ 6 h 153"/>
                <a:gd name="T16" fmla="*/ 109 w 155"/>
                <a:gd name="T17" fmla="*/ 13 h 153"/>
                <a:gd name="T18" fmla="*/ 116 w 155"/>
                <a:gd name="T19" fmla="*/ 29 h 153"/>
                <a:gd name="T20" fmla="*/ 117 w 155"/>
                <a:gd name="T21" fmla="*/ 40 h 153"/>
                <a:gd name="T22" fmla="*/ 117 w 155"/>
                <a:gd name="T23" fmla="*/ 40 h 153"/>
                <a:gd name="T24" fmla="*/ 117 w 155"/>
                <a:gd name="T25" fmla="*/ 41 h 153"/>
                <a:gd name="T26" fmla="*/ 138 w 155"/>
                <a:gd name="T27" fmla="*/ 77 h 153"/>
                <a:gd name="T28" fmla="*/ 117 w 155"/>
                <a:gd name="T29" fmla="*/ 65 h 153"/>
                <a:gd name="T30" fmla="*/ 119 w 155"/>
                <a:gd name="T31" fmla="*/ 111 h 153"/>
                <a:gd name="T32" fmla="*/ 108 w 155"/>
                <a:gd name="T33" fmla="*/ 137 h 153"/>
                <a:gd name="T34" fmla="*/ 101 w 155"/>
                <a:gd name="T35" fmla="*/ 141 h 153"/>
                <a:gd name="T36" fmla="*/ 98 w 155"/>
                <a:gd name="T37" fmla="*/ 142 h 153"/>
                <a:gd name="T38" fmla="*/ 98 w 155"/>
                <a:gd name="T39" fmla="*/ 142 h 153"/>
                <a:gd name="T40" fmla="*/ 98 w 155"/>
                <a:gd name="T41" fmla="*/ 142 h 153"/>
                <a:gd name="T42" fmla="*/ 37 w 155"/>
                <a:gd name="T43" fmla="*/ 147 h 153"/>
                <a:gd name="T44" fmla="*/ 23 w 155"/>
                <a:gd name="T45" fmla="*/ 139 h 153"/>
                <a:gd name="T46" fmla="*/ 12 w 155"/>
                <a:gd name="T47" fmla="*/ 121 h 153"/>
                <a:gd name="T48" fmla="*/ 10 w 155"/>
                <a:gd name="T49" fmla="*/ 114 h 153"/>
                <a:gd name="T50" fmla="*/ 10 w 155"/>
                <a:gd name="T51" fmla="*/ 112 h 153"/>
                <a:gd name="T52" fmla="*/ 10 w 155"/>
                <a:gd name="T53" fmla="*/ 111 h 153"/>
                <a:gd name="T54" fmla="*/ 10 w 155"/>
                <a:gd name="T55" fmla="*/ 111 h 153"/>
                <a:gd name="T56" fmla="*/ 6 w 155"/>
                <a:gd name="T57" fmla="*/ 30 h 153"/>
                <a:gd name="T58" fmla="*/ 6 w 155"/>
                <a:gd name="T59" fmla="*/ 30 h 153"/>
                <a:gd name="T60" fmla="*/ 6 w 155"/>
                <a:gd name="T61" fmla="*/ 29 h 153"/>
                <a:gd name="T62" fmla="*/ 9 w 155"/>
                <a:gd name="T63" fmla="*/ 20 h 153"/>
                <a:gd name="T64" fmla="*/ 19 w 155"/>
                <a:gd name="T65" fmla="*/ 11 h 153"/>
                <a:gd name="T66" fmla="*/ 24 w 155"/>
                <a:gd name="T67" fmla="*/ 9 h 153"/>
                <a:gd name="T68" fmla="*/ 25 w 155"/>
                <a:gd name="T69" fmla="*/ 9 h 153"/>
                <a:gd name="T70" fmla="*/ 25 w 155"/>
                <a:gd name="T71" fmla="*/ 9 h 153"/>
                <a:gd name="T72" fmla="*/ 102 w 155"/>
                <a:gd name="T73" fmla="*/ 0 h 153"/>
                <a:gd name="T74" fmla="*/ 24 w 155"/>
                <a:gd name="T75" fmla="*/ 3 h 153"/>
                <a:gd name="T76" fmla="*/ 24 w 155"/>
                <a:gd name="T77" fmla="*/ 3 h 153"/>
                <a:gd name="T78" fmla="*/ 12 w 155"/>
                <a:gd name="T79" fmla="*/ 8 h 153"/>
                <a:gd name="T80" fmla="*/ 4 w 155"/>
                <a:gd name="T81" fmla="*/ 17 h 153"/>
                <a:gd name="T82" fmla="*/ 0 w 155"/>
                <a:gd name="T83" fmla="*/ 29 h 153"/>
                <a:gd name="T84" fmla="*/ 0 w 155"/>
                <a:gd name="T85" fmla="*/ 31 h 153"/>
                <a:gd name="T86" fmla="*/ 0 w 155"/>
                <a:gd name="T87" fmla="*/ 31 h 153"/>
                <a:gd name="T88" fmla="*/ 4 w 155"/>
                <a:gd name="T89" fmla="*/ 112 h 153"/>
                <a:gd name="T90" fmla="*/ 4 w 155"/>
                <a:gd name="T91" fmla="*/ 112 h 153"/>
                <a:gd name="T92" fmla="*/ 9 w 155"/>
                <a:gd name="T93" fmla="*/ 130 h 153"/>
                <a:gd name="T94" fmla="*/ 19 w 155"/>
                <a:gd name="T95" fmla="*/ 144 h 153"/>
                <a:gd name="T96" fmla="*/ 36 w 155"/>
                <a:gd name="T97" fmla="*/ 153 h 153"/>
                <a:gd name="T98" fmla="*/ 36 w 155"/>
                <a:gd name="T99" fmla="*/ 153 h 153"/>
                <a:gd name="T100" fmla="*/ 98 w 155"/>
                <a:gd name="T101" fmla="*/ 148 h 153"/>
                <a:gd name="T102" fmla="*/ 99 w 155"/>
                <a:gd name="T103" fmla="*/ 148 h 153"/>
                <a:gd name="T104" fmla="*/ 111 w 155"/>
                <a:gd name="T105" fmla="*/ 142 h 153"/>
                <a:gd name="T106" fmla="*/ 125 w 155"/>
                <a:gd name="T107" fmla="*/ 111 h 153"/>
                <a:gd name="T108" fmla="*/ 125 w 155"/>
                <a:gd name="T109" fmla="*/ 111 h 153"/>
                <a:gd name="T110" fmla="*/ 123 w 155"/>
                <a:gd name="T111" fmla="*/ 75 h 153"/>
                <a:gd name="T112" fmla="*/ 155 w 155"/>
                <a:gd name="T113" fmla="*/ 94 h 153"/>
                <a:gd name="T114" fmla="*/ 123 w 155"/>
                <a:gd name="T115" fmla="*/ 40 h 153"/>
                <a:gd name="T116" fmla="*/ 120 w 155"/>
                <a:gd name="T117" fmla="*/ 22 h 153"/>
                <a:gd name="T118" fmla="*/ 114 w 155"/>
                <a:gd name="T119" fmla="*/ 9 h 153"/>
                <a:gd name="T120" fmla="*/ 103 w 155"/>
                <a:gd name="T121" fmla="*/ 0 h 153"/>
                <a:gd name="T122" fmla="*/ 102 w 155"/>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4"/>
                    <a:pt x="14" y="139"/>
                    <a:pt x="19" y="144"/>
                  </a:cubicBezTo>
                  <a:cubicBezTo>
                    <a:pt x="23" y="148"/>
                    <a:pt x="29" y="151"/>
                    <a:pt x="36" y="153"/>
                  </a:cubicBezTo>
                  <a:cubicBezTo>
                    <a:pt x="36" y="153"/>
                    <a:pt x="36" y="153"/>
                    <a:pt x="36" y="153"/>
                  </a:cubicBezTo>
                  <a:cubicBezTo>
                    <a:pt x="98" y="148"/>
                    <a:pt x="98" y="148"/>
                    <a:pt x="98"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4" name="Freeform 144">
              <a:extLst>
                <a:ext uri="{FF2B5EF4-FFF2-40B4-BE49-F238E27FC236}">
                  <a16:creationId xmlns:a16="http://schemas.microsoft.com/office/drawing/2014/main" id="{5C1ECE00-EF5A-4B2E-AAC3-3152D9E8B8DF}"/>
                </a:ext>
              </a:extLst>
            </p:cNvPr>
            <p:cNvSpPr>
              <a:spLocks noEditPoints="1"/>
            </p:cNvSpPr>
            <p:nvPr userDrawn="1"/>
          </p:nvSpPr>
          <p:spPr bwMode="auto">
            <a:xfrm>
              <a:off x="2083428" y="50072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5" name="Freeform 145">
              <a:extLst>
                <a:ext uri="{FF2B5EF4-FFF2-40B4-BE49-F238E27FC236}">
                  <a16:creationId xmlns:a16="http://schemas.microsoft.com/office/drawing/2014/main" id="{B1BE2B37-F4ED-480D-99B5-3E92A3A40135}"/>
                </a:ext>
              </a:extLst>
            </p:cNvPr>
            <p:cNvSpPr>
              <a:spLocks noEditPoints="1"/>
            </p:cNvSpPr>
            <p:nvPr userDrawn="1"/>
          </p:nvSpPr>
          <p:spPr bwMode="auto">
            <a:xfrm>
              <a:off x="2374431" y="-35120"/>
              <a:ext cx="114395" cy="172595"/>
            </a:xfrm>
            <a:custGeom>
              <a:avLst/>
              <a:gdLst>
                <a:gd name="T0" fmla="*/ 18 w 76"/>
                <a:gd name="T1" fmla="*/ 83 h 115"/>
                <a:gd name="T2" fmla="*/ 18 w 76"/>
                <a:gd name="T3" fmla="*/ 83 h 115"/>
                <a:gd name="T4" fmla="*/ 18 w 76"/>
                <a:gd name="T5" fmla="*/ 83 h 115"/>
                <a:gd name="T6" fmla="*/ 18 w 76"/>
                <a:gd name="T7" fmla="*/ 83 h 115"/>
                <a:gd name="T8" fmla="*/ 16 w 76"/>
                <a:gd name="T9" fmla="*/ 9 h 115"/>
                <a:gd name="T10" fmla="*/ 59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69 w 76"/>
                <a:gd name="T27" fmla="*/ 78 h 115"/>
                <a:gd name="T28" fmla="*/ 66 w 76"/>
                <a:gd name="T29" fmla="*/ 81 h 115"/>
                <a:gd name="T30" fmla="*/ 54 w 76"/>
                <a:gd name="T31" fmla="*/ 84 h 115"/>
                <a:gd name="T32" fmla="*/ 54 w 76"/>
                <a:gd name="T33" fmla="*/ 84 h 115"/>
                <a:gd name="T34" fmla="*/ 53 w 76"/>
                <a:gd name="T35" fmla="*/ 84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6 w 76"/>
                <a:gd name="T59" fmla="*/ 9 h 115"/>
                <a:gd name="T60" fmla="*/ 16 w 76"/>
                <a:gd name="T61" fmla="*/ 9 h 115"/>
                <a:gd name="T62" fmla="*/ 59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4 w 76"/>
                <a:gd name="T81" fmla="*/ 88 h 115"/>
                <a:gd name="T82" fmla="*/ 15 w 76"/>
                <a:gd name="T83" fmla="*/ 88 h 115"/>
                <a:gd name="T84" fmla="*/ 37 w 76"/>
                <a:gd name="T85" fmla="*/ 89 h 115"/>
                <a:gd name="T86" fmla="*/ 25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59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6" name="Freeform 146">
              <a:extLst>
                <a:ext uri="{FF2B5EF4-FFF2-40B4-BE49-F238E27FC236}">
                  <a16:creationId xmlns:a16="http://schemas.microsoft.com/office/drawing/2014/main" id="{BB391E7C-F1FE-4DF0-85AE-4AB5396E8558}"/>
                </a:ext>
              </a:extLst>
            </p:cNvPr>
            <p:cNvSpPr>
              <a:spLocks noEditPoints="1"/>
            </p:cNvSpPr>
            <p:nvPr userDrawn="1"/>
          </p:nvSpPr>
          <p:spPr bwMode="auto">
            <a:xfrm>
              <a:off x="682603" y="408407"/>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7" name="Freeform 147">
              <a:extLst>
                <a:ext uri="{FF2B5EF4-FFF2-40B4-BE49-F238E27FC236}">
                  <a16:creationId xmlns:a16="http://schemas.microsoft.com/office/drawing/2014/main" id="{A361360F-A90E-478E-B27E-00A4C486DECC}"/>
                </a:ext>
              </a:extLst>
            </p:cNvPr>
            <p:cNvSpPr>
              <a:spLocks noEditPoints="1"/>
            </p:cNvSpPr>
            <p:nvPr userDrawn="1"/>
          </p:nvSpPr>
          <p:spPr bwMode="auto">
            <a:xfrm>
              <a:off x="-576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6 w 76"/>
                <a:gd name="T29" fmla="*/ 81 h 115"/>
                <a:gd name="T30" fmla="*/ 55 w 76"/>
                <a:gd name="T31" fmla="*/ 83 h 115"/>
                <a:gd name="T32" fmla="*/ 55 w 76"/>
                <a:gd name="T33" fmla="*/ 83 h 115"/>
                <a:gd name="T34" fmla="*/ 54 w 76"/>
                <a:gd name="T35" fmla="*/ 83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7 h 115"/>
                <a:gd name="T72" fmla="*/ 1 w 76"/>
                <a:gd name="T73" fmla="*/ 22 h 115"/>
                <a:gd name="T74" fmla="*/ 0 w 76"/>
                <a:gd name="T75" fmla="*/ 39 h 115"/>
                <a:gd name="T76" fmla="*/ 1 w 76"/>
                <a:gd name="T77" fmla="*/ 60 h 115"/>
                <a:gd name="T78" fmla="*/ 8 w 76"/>
                <a:gd name="T79" fmla="*/ 81 h 115"/>
                <a:gd name="T80" fmla="*/ 15 w 76"/>
                <a:gd name="T81" fmla="*/ 87 h 115"/>
                <a:gd name="T82" fmla="*/ 15 w 76"/>
                <a:gd name="T83" fmla="*/ 88 h 115"/>
                <a:gd name="T84" fmla="*/ 37 w 76"/>
                <a:gd name="T85" fmla="*/ 89 h 115"/>
                <a:gd name="T86" fmla="*/ 26 w 76"/>
                <a:gd name="T87" fmla="*/ 115 h 115"/>
                <a:gd name="T88" fmla="*/ 56 w 76"/>
                <a:gd name="T89" fmla="*/ 89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8" name="Freeform 148">
              <a:extLst>
                <a:ext uri="{FF2B5EF4-FFF2-40B4-BE49-F238E27FC236}">
                  <a16:creationId xmlns:a16="http://schemas.microsoft.com/office/drawing/2014/main" id="{972D27D8-D029-4E35-A1E3-ED8417A3EF0A}"/>
                </a:ext>
              </a:extLst>
            </p:cNvPr>
            <p:cNvSpPr>
              <a:spLocks noEditPoints="1"/>
            </p:cNvSpPr>
            <p:nvPr userDrawn="1"/>
          </p:nvSpPr>
          <p:spPr bwMode="auto">
            <a:xfrm>
              <a:off x="1140179" y="74155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8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9" name="Freeform 149">
              <a:extLst>
                <a:ext uri="{FF2B5EF4-FFF2-40B4-BE49-F238E27FC236}">
                  <a16:creationId xmlns:a16="http://schemas.microsoft.com/office/drawing/2014/main" id="{EEA17429-0F22-42A1-87CD-A391985DFAA3}"/>
                </a:ext>
              </a:extLst>
            </p:cNvPr>
            <p:cNvSpPr>
              <a:spLocks noEditPoints="1"/>
            </p:cNvSpPr>
            <p:nvPr userDrawn="1"/>
          </p:nvSpPr>
          <p:spPr bwMode="auto">
            <a:xfrm>
              <a:off x="714713" y="765637"/>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0" name="Freeform 150">
              <a:extLst>
                <a:ext uri="{FF2B5EF4-FFF2-40B4-BE49-F238E27FC236}">
                  <a16:creationId xmlns:a16="http://schemas.microsoft.com/office/drawing/2014/main" id="{DA2F567A-4BEE-4185-8372-5B1A6D827B1F}"/>
                </a:ext>
              </a:extLst>
            </p:cNvPr>
            <p:cNvSpPr>
              <a:spLocks noEditPoints="1"/>
            </p:cNvSpPr>
            <p:nvPr userDrawn="1"/>
          </p:nvSpPr>
          <p:spPr bwMode="auto">
            <a:xfrm>
              <a:off x="221013" y="960308"/>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6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39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4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6" y="7"/>
                    <a:pt x="16" y="7"/>
                    <a:pt x="16"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1" name="Freeform 151">
              <a:extLst>
                <a:ext uri="{FF2B5EF4-FFF2-40B4-BE49-F238E27FC236}">
                  <a16:creationId xmlns:a16="http://schemas.microsoft.com/office/drawing/2014/main" id="{64E3F29F-435A-4A34-84D0-12C11E9ED18F}"/>
                </a:ext>
              </a:extLst>
            </p:cNvPr>
            <p:cNvSpPr>
              <a:spLocks noEditPoints="1"/>
            </p:cNvSpPr>
            <p:nvPr userDrawn="1"/>
          </p:nvSpPr>
          <p:spPr bwMode="auto">
            <a:xfrm>
              <a:off x="662534" y="1219199"/>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2" name="Freeform 152">
              <a:extLst>
                <a:ext uri="{FF2B5EF4-FFF2-40B4-BE49-F238E27FC236}">
                  <a16:creationId xmlns:a16="http://schemas.microsoft.com/office/drawing/2014/main" id="{ADF0035A-6A74-498A-92BB-895AE193AF24}"/>
                </a:ext>
              </a:extLst>
            </p:cNvPr>
            <p:cNvSpPr>
              <a:spLocks noEditPoints="1"/>
            </p:cNvSpPr>
            <p:nvPr userDrawn="1"/>
          </p:nvSpPr>
          <p:spPr bwMode="auto">
            <a:xfrm>
              <a:off x="-150266" y="1161000"/>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2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5 w 167"/>
                <a:gd name="T87" fmla="*/ 179 h 247"/>
                <a:gd name="T88" fmla="*/ 167 w 167"/>
                <a:gd name="T89" fmla="*/ 172 h 247"/>
                <a:gd name="T90" fmla="*/ 166 w 167"/>
                <a:gd name="T91" fmla="*/ 170 h 247"/>
                <a:gd name="T92" fmla="*/ 166 w 167"/>
                <a:gd name="T93" fmla="*/ 60 h 247"/>
                <a:gd name="T94" fmla="*/ 151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3" name="Freeform 153">
              <a:extLst>
                <a:ext uri="{FF2B5EF4-FFF2-40B4-BE49-F238E27FC236}">
                  <a16:creationId xmlns:a16="http://schemas.microsoft.com/office/drawing/2014/main" id="{0B8CBBC9-1EC0-4698-9F2A-E933A048DB47}"/>
                </a:ext>
              </a:extLst>
            </p:cNvPr>
            <p:cNvSpPr>
              <a:spLocks noEditPoints="1"/>
            </p:cNvSpPr>
            <p:nvPr userDrawn="1"/>
          </p:nvSpPr>
          <p:spPr bwMode="auto">
            <a:xfrm>
              <a:off x="712707" y="1353663"/>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72 w 244"/>
                <a:gd name="T47" fmla="*/ 48 h 98"/>
                <a:gd name="T48" fmla="*/ 69 w 244"/>
                <a:gd name="T49" fmla="*/ 34 h 98"/>
                <a:gd name="T50" fmla="*/ 72 w 244"/>
                <a:gd name="T51" fmla="*/ 23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4" name="Freeform 154">
              <a:extLst>
                <a:ext uri="{FF2B5EF4-FFF2-40B4-BE49-F238E27FC236}">
                  <a16:creationId xmlns:a16="http://schemas.microsoft.com/office/drawing/2014/main" id="{2C2AF738-A276-402B-8733-6EE3BBC07B01}"/>
                </a:ext>
              </a:extLst>
            </p:cNvPr>
            <p:cNvSpPr>
              <a:spLocks noEditPoints="1"/>
            </p:cNvSpPr>
            <p:nvPr userDrawn="1"/>
          </p:nvSpPr>
          <p:spPr bwMode="auto">
            <a:xfrm>
              <a:off x="1720177" y="731520"/>
              <a:ext cx="301037" cy="118408"/>
            </a:xfrm>
            <a:custGeom>
              <a:avLst/>
              <a:gdLst>
                <a:gd name="T0" fmla="*/ 19 w 199"/>
                <a:gd name="T1" fmla="*/ 10 h 79"/>
                <a:gd name="T2" fmla="*/ 71 w 199"/>
                <a:gd name="T3" fmla="*/ 6 h 79"/>
                <a:gd name="T4" fmla="*/ 134 w 199"/>
                <a:gd name="T5" fmla="*/ 17 h 79"/>
                <a:gd name="T6" fmla="*/ 137 w 199"/>
                <a:gd name="T7" fmla="*/ 19 h 79"/>
                <a:gd name="T8" fmla="*/ 138 w 199"/>
                <a:gd name="T9" fmla="*/ 35 h 79"/>
                <a:gd name="T10" fmla="*/ 137 w 199"/>
                <a:gd name="T11" fmla="*/ 38 h 79"/>
                <a:gd name="T12" fmla="*/ 137 w 199"/>
                <a:gd name="T13" fmla="*/ 38 h 79"/>
                <a:gd name="T14" fmla="*/ 133 w 199"/>
                <a:gd name="T15" fmla="*/ 52 h 79"/>
                <a:gd name="T16" fmla="*/ 139 w 199"/>
                <a:gd name="T17" fmla="*/ 62 h 79"/>
                <a:gd name="T18" fmla="*/ 142 w 199"/>
                <a:gd name="T19" fmla="*/ 63 h 79"/>
                <a:gd name="T20" fmla="*/ 87 w 199"/>
                <a:gd name="T21" fmla="*/ 73 h 79"/>
                <a:gd name="T22" fmla="*/ 76 w 199"/>
                <a:gd name="T23" fmla="*/ 73 h 79"/>
                <a:gd name="T24" fmla="*/ 75 w 199"/>
                <a:gd name="T25" fmla="*/ 73 h 79"/>
                <a:gd name="T26" fmla="*/ 71 w 199"/>
                <a:gd name="T27" fmla="*/ 73 h 79"/>
                <a:gd name="T28" fmla="*/ 12 w 199"/>
                <a:gd name="T29" fmla="*/ 58 h 79"/>
                <a:gd name="T30" fmla="*/ 10 w 199"/>
                <a:gd name="T31" fmla="*/ 56 h 79"/>
                <a:gd name="T32" fmla="*/ 13 w 199"/>
                <a:gd name="T33" fmla="*/ 15 h 79"/>
                <a:gd name="T34" fmla="*/ 19 w 199"/>
                <a:gd name="T35" fmla="*/ 11 h 79"/>
                <a:gd name="T36" fmla="*/ 71 w 199"/>
                <a:gd name="T37" fmla="*/ 0 h 79"/>
                <a:gd name="T38" fmla="*/ 18 w 199"/>
                <a:gd name="T39" fmla="*/ 5 h 79"/>
                <a:gd name="T40" fmla="*/ 18 w 199"/>
                <a:gd name="T41" fmla="*/ 5 h 79"/>
                <a:gd name="T42" fmla="*/ 0 w 199"/>
                <a:gd name="T43" fmla="*/ 35 h 79"/>
                <a:gd name="T44" fmla="*/ 4 w 199"/>
                <a:gd name="T45" fmla="*/ 59 h 79"/>
                <a:gd name="T46" fmla="*/ 18 w 199"/>
                <a:gd name="T47" fmla="*/ 69 h 79"/>
                <a:gd name="T48" fmla="*/ 71 w 199"/>
                <a:gd name="T49" fmla="*/ 79 h 79"/>
                <a:gd name="T50" fmla="*/ 87 w 199"/>
                <a:gd name="T51" fmla="*/ 79 h 79"/>
                <a:gd name="T52" fmla="*/ 199 w 199"/>
                <a:gd name="T53" fmla="*/ 59 h 79"/>
                <a:gd name="T54" fmla="*/ 140 w 199"/>
                <a:gd name="T55" fmla="*/ 56 h 79"/>
                <a:gd name="T56" fmla="*/ 139 w 199"/>
                <a:gd name="T57" fmla="*/ 52 h 79"/>
                <a:gd name="T58" fmla="*/ 142 w 199"/>
                <a:gd name="T59" fmla="*/ 41 h 79"/>
                <a:gd name="T60" fmla="*/ 141 w 199"/>
                <a:gd name="T61" fmla="*/ 15 h 79"/>
                <a:gd name="T62" fmla="*/ 141 w 199"/>
                <a:gd name="T63" fmla="*/ 14 h 79"/>
                <a:gd name="T64" fmla="*/ 137 w 199"/>
                <a:gd name="T65" fmla="*/ 18 h 79"/>
                <a:gd name="T66" fmla="*/ 141 w 199"/>
                <a:gd name="T67"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3"/>
                    <a:pt x="161" y="63"/>
                    <a:pt x="161" y="63"/>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5" name="Freeform 155">
              <a:extLst>
                <a:ext uri="{FF2B5EF4-FFF2-40B4-BE49-F238E27FC236}">
                  <a16:creationId xmlns:a16="http://schemas.microsoft.com/office/drawing/2014/main" id="{D17A6827-6575-4261-BB4A-F9222E339B59}"/>
                </a:ext>
              </a:extLst>
            </p:cNvPr>
            <p:cNvSpPr>
              <a:spLocks noEditPoints="1"/>
            </p:cNvSpPr>
            <p:nvPr userDrawn="1"/>
          </p:nvSpPr>
          <p:spPr bwMode="auto">
            <a:xfrm>
              <a:off x="152778" y="-221764"/>
              <a:ext cx="387335" cy="156539"/>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76 w 257"/>
                <a:gd name="T17" fmla="*/ 69 h 104"/>
                <a:gd name="T18" fmla="*/ 183 w 257"/>
                <a:gd name="T19" fmla="*/ 81 h 104"/>
                <a:gd name="T20" fmla="*/ 187 w 257"/>
                <a:gd name="T21" fmla="*/ 83 h 104"/>
                <a:gd name="T22" fmla="*/ 114 w 257"/>
                <a:gd name="T23" fmla="*/ 98 h 104"/>
                <a:gd name="T24" fmla="*/ 100 w 257"/>
                <a:gd name="T25" fmla="*/ 98 h 104"/>
                <a:gd name="T26" fmla="*/ 98 w 257"/>
                <a:gd name="T27" fmla="*/ 97 h 104"/>
                <a:gd name="T28" fmla="*/ 93 w 257"/>
                <a:gd name="T29" fmla="*/ 98 h 104"/>
                <a:gd name="T30" fmla="*/ 13 w 257"/>
                <a:gd name="T31" fmla="*/ 78 h 104"/>
                <a:gd name="T32" fmla="*/ 11 w 257"/>
                <a:gd name="T33" fmla="*/ 75 h 104"/>
                <a:gd name="T34" fmla="*/ 15 w 257"/>
                <a:gd name="T35" fmla="*/ 19 h 104"/>
                <a:gd name="T36" fmla="*/ 24 w 257"/>
                <a:gd name="T37" fmla="*/ 14 h 104"/>
                <a:gd name="T38" fmla="*/ 24 w 257"/>
                <a:gd name="T39" fmla="*/ 13 h 104"/>
                <a:gd name="T40" fmla="*/ 93 w 257"/>
                <a:gd name="T41" fmla="*/ 0 h 104"/>
                <a:gd name="T42" fmla="*/ 23 w 257"/>
                <a:gd name="T43" fmla="*/ 8 h 104"/>
                <a:gd name="T44" fmla="*/ 11 w 257"/>
                <a:gd name="T45" fmla="*/ 15 h 104"/>
                <a:gd name="T46" fmla="*/ 5 w 257"/>
                <a:gd name="T47" fmla="*/ 77 h 104"/>
                <a:gd name="T48" fmla="*/ 5 w 257"/>
                <a:gd name="T49" fmla="*/ 78 h 104"/>
                <a:gd name="T50" fmla="*/ 93 w 257"/>
                <a:gd name="T51" fmla="*/ 104 h 104"/>
                <a:gd name="T52" fmla="*/ 98 w 257"/>
                <a:gd name="T53" fmla="*/ 103 h 104"/>
                <a:gd name="T54" fmla="*/ 240 w 257"/>
                <a:gd name="T55" fmla="*/ 84 h 104"/>
                <a:gd name="T56" fmla="*/ 188 w 257"/>
                <a:gd name="T57" fmla="*/ 77 h 104"/>
                <a:gd name="T58" fmla="*/ 184 w 257"/>
                <a:gd name="T59" fmla="*/ 75 h 104"/>
                <a:gd name="T60" fmla="*/ 187 w 257"/>
                <a:gd name="T61" fmla="*/ 54 h 104"/>
                <a:gd name="T62" fmla="*/ 186 w 257"/>
                <a:gd name="T63" fmla="*/ 20 h 104"/>
                <a:gd name="T64" fmla="*/ 185 w 257"/>
                <a:gd name="T65" fmla="*/ 19 h 104"/>
                <a:gd name="T66" fmla="*/ 181 w 257"/>
                <a:gd name="T67" fmla="*/ 23 h 104"/>
                <a:gd name="T68" fmla="*/ 185 w 257"/>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7"/>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3"/>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6"/>
                    <a:pt x="187" y="76"/>
                    <a:pt x="187" y="76"/>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6" name="Freeform 156">
              <a:extLst>
                <a:ext uri="{FF2B5EF4-FFF2-40B4-BE49-F238E27FC236}">
                  <a16:creationId xmlns:a16="http://schemas.microsoft.com/office/drawing/2014/main" id="{F50D43D9-A871-42E3-886B-7D576011180E}"/>
                </a:ext>
              </a:extLst>
            </p:cNvPr>
            <p:cNvSpPr>
              <a:spLocks noEditPoints="1"/>
            </p:cNvSpPr>
            <p:nvPr userDrawn="1"/>
          </p:nvSpPr>
          <p:spPr bwMode="auto">
            <a:xfrm>
              <a:off x="-180370" y="958301"/>
              <a:ext cx="415432" cy="170588"/>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7"/>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7" name="Freeform 157">
              <a:extLst>
                <a:ext uri="{FF2B5EF4-FFF2-40B4-BE49-F238E27FC236}">
                  <a16:creationId xmlns:a16="http://schemas.microsoft.com/office/drawing/2014/main" id="{BA425F75-FF39-4FD3-A538-2E4EE3E53D72}"/>
                </a:ext>
              </a:extLst>
            </p:cNvPr>
            <p:cNvSpPr>
              <a:spLocks noEditPoints="1"/>
            </p:cNvSpPr>
            <p:nvPr userDrawn="1"/>
          </p:nvSpPr>
          <p:spPr bwMode="auto">
            <a:xfrm>
              <a:off x="618381" y="976364"/>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8" name="Freeform 158">
              <a:extLst>
                <a:ext uri="{FF2B5EF4-FFF2-40B4-BE49-F238E27FC236}">
                  <a16:creationId xmlns:a16="http://schemas.microsoft.com/office/drawing/2014/main" id="{02419E7D-E9CE-408F-98C6-D1B59F01300C}"/>
                </a:ext>
              </a:extLst>
            </p:cNvPr>
            <p:cNvSpPr>
              <a:spLocks/>
            </p:cNvSpPr>
            <p:nvPr userDrawn="1"/>
          </p:nvSpPr>
          <p:spPr bwMode="auto">
            <a:xfrm>
              <a:off x="642464" y="1018508"/>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9" name="Freeform 159">
              <a:extLst>
                <a:ext uri="{FF2B5EF4-FFF2-40B4-BE49-F238E27FC236}">
                  <a16:creationId xmlns:a16="http://schemas.microsoft.com/office/drawing/2014/main" id="{B2596061-795F-4619-BDC8-AA5C3B1D16D2}"/>
                </a:ext>
              </a:extLst>
            </p:cNvPr>
            <p:cNvSpPr>
              <a:spLocks noEditPoints="1"/>
            </p:cNvSpPr>
            <p:nvPr userDrawn="1"/>
          </p:nvSpPr>
          <p:spPr bwMode="auto">
            <a:xfrm>
              <a:off x="989661" y="1460029"/>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7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0" name="Freeform 160">
              <a:extLst>
                <a:ext uri="{FF2B5EF4-FFF2-40B4-BE49-F238E27FC236}">
                  <a16:creationId xmlns:a16="http://schemas.microsoft.com/office/drawing/2014/main" id="{90CFB3BD-9CB8-4B13-B922-E99E41B71152}"/>
                </a:ext>
              </a:extLst>
            </p:cNvPr>
            <p:cNvSpPr>
              <a:spLocks noEditPoints="1"/>
            </p:cNvSpPr>
            <p:nvPr userDrawn="1"/>
          </p:nvSpPr>
          <p:spPr bwMode="auto">
            <a:xfrm>
              <a:off x="1332842" y="861969"/>
              <a:ext cx="254879" cy="200691"/>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1" name="Freeform 161">
              <a:extLst>
                <a:ext uri="{FF2B5EF4-FFF2-40B4-BE49-F238E27FC236}">
                  <a16:creationId xmlns:a16="http://schemas.microsoft.com/office/drawing/2014/main" id="{F8C0A369-1BAA-44A2-A39A-2CE28D00E4FA}"/>
                </a:ext>
              </a:extLst>
            </p:cNvPr>
            <p:cNvSpPr>
              <a:spLocks noEditPoints="1"/>
            </p:cNvSpPr>
            <p:nvPr userDrawn="1"/>
          </p:nvSpPr>
          <p:spPr bwMode="auto">
            <a:xfrm>
              <a:off x="2304188" y="1233248"/>
              <a:ext cx="254879" cy="198685"/>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26 w 169"/>
                <a:gd name="T31" fmla="*/ 82 h 132"/>
                <a:gd name="T32" fmla="*/ 8 w 169"/>
                <a:gd name="T33" fmla="*/ 45 h 132"/>
                <a:gd name="T34" fmla="*/ 7 w 169"/>
                <a:gd name="T35" fmla="*/ 45 h 132"/>
                <a:gd name="T36" fmla="*/ 7 w 169"/>
                <a:gd name="T37" fmla="*/ 44 h 132"/>
                <a:gd name="T38" fmla="*/ 7 w 169"/>
                <a:gd name="T39" fmla="*/ 44 h 132"/>
                <a:gd name="T40" fmla="*/ 6 w 169"/>
                <a:gd name="T41" fmla="*/ 33 h 132"/>
                <a:gd name="T42" fmla="*/ 10 w 169"/>
                <a:gd name="T43" fmla="*/ 18 h 132"/>
                <a:gd name="T44" fmla="*/ 27 w 169"/>
                <a:gd name="T45" fmla="*/ 7 h 132"/>
                <a:gd name="T46" fmla="*/ 108 w 169"/>
                <a:gd name="T47" fmla="*/ 0 h 132"/>
                <a:gd name="T48" fmla="*/ 27 w 169"/>
                <a:gd name="T49" fmla="*/ 1 h 132"/>
                <a:gd name="T50" fmla="*/ 26 w 169"/>
                <a:gd name="T51" fmla="*/ 1 h 132"/>
                <a:gd name="T52" fmla="*/ 26 w 169"/>
                <a:gd name="T53" fmla="*/ 2 h 132"/>
                <a:gd name="T54" fmla="*/ 5 w 169"/>
                <a:gd name="T55" fmla="*/ 15 h 132"/>
                <a:gd name="T56" fmla="*/ 0 w 169"/>
                <a:gd name="T57" fmla="*/ 33 h 132"/>
                <a:gd name="T58" fmla="*/ 2 w 169"/>
                <a:gd name="T59" fmla="*/ 46 h 132"/>
                <a:gd name="T60" fmla="*/ 23 w 169"/>
                <a:gd name="T61" fmla="*/ 87 h 132"/>
                <a:gd name="T62" fmla="*/ 37 w 169"/>
                <a:gd name="T63" fmla="*/ 93 h 132"/>
                <a:gd name="T64" fmla="*/ 42 w 169"/>
                <a:gd name="T65" fmla="*/ 132 h 132"/>
                <a:gd name="T66" fmla="*/ 43 w 169"/>
                <a:gd name="T67" fmla="*/ 132 h 132"/>
                <a:gd name="T68" fmla="*/ 55 w 169"/>
                <a:gd name="T69" fmla="*/ 94 h 132"/>
                <a:gd name="T70" fmla="*/ 125 w 169"/>
                <a:gd name="T71" fmla="*/ 94 h 132"/>
                <a:gd name="T72" fmla="*/ 126 w 169"/>
                <a:gd name="T73" fmla="*/ 94 h 132"/>
                <a:gd name="T74" fmla="*/ 160 w 169"/>
                <a:gd name="T75" fmla="*/ 68 h 132"/>
                <a:gd name="T76" fmla="*/ 169 w 169"/>
                <a:gd name="T77" fmla="*/ 42 h 132"/>
                <a:gd name="T78" fmla="*/ 161 w 169"/>
                <a:gd name="T79" fmla="*/ 17 h 132"/>
                <a:gd name="T80" fmla="*/ 161 w 169"/>
                <a:gd name="T81" fmla="*/ 17 h 132"/>
                <a:gd name="T82" fmla="*/ 160 w 169"/>
                <a:gd name="T83" fmla="*/ 15 h 132"/>
                <a:gd name="T84" fmla="*/ 160 w 169"/>
                <a:gd name="T85" fmla="*/ 14 h 132"/>
                <a:gd name="T86" fmla="*/ 159 w 169"/>
                <a:gd name="T87" fmla="*/ 14 h 132"/>
                <a:gd name="T88" fmla="*/ 151 w 169"/>
                <a:gd name="T89" fmla="*/ 6 h 132"/>
                <a:gd name="T90" fmla="*/ 144 w 169"/>
                <a:gd name="T91" fmla="*/ 2 h 132"/>
                <a:gd name="T92" fmla="*/ 139 w 169"/>
                <a:gd name="T93" fmla="*/ 1 h 132"/>
                <a:gd name="T94" fmla="*/ 108 w 169"/>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2" name="Freeform 162">
              <a:extLst>
                <a:ext uri="{FF2B5EF4-FFF2-40B4-BE49-F238E27FC236}">
                  <a16:creationId xmlns:a16="http://schemas.microsoft.com/office/drawing/2014/main" id="{20D9D183-8580-4C87-85E1-43D689677E56}"/>
                </a:ext>
              </a:extLst>
            </p:cNvPr>
            <p:cNvSpPr>
              <a:spLocks/>
            </p:cNvSpPr>
            <p:nvPr userDrawn="1"/>
          </p:nvSpPr>
          <p:spPr bwMode="auto">
            <a:xfrm>
              <a:off x="2368410"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3" name="Freeform 163">
              <a:extLst>
                <a:ext uri="{FF2B5EF4-FFF2-40B4-BE49-F238E27FC236}">
                  <a16:creationId xmlns:a16="http://schemas.microsoft.com/office/drawing/2014/main" id="{CA81AF87-9C8D-41DD-ACC6-3BB542A9C7B1}"/>
                </a:ext>
              </a:extLst>
            </p:cNvPr>
            <p:cNvSpPr>
              <a:spLocks noEditPoints="1"/>
            </p:cNvSpPr>
            <p:nvPr userDrawn="1"/>
          </p:nvSpPr>
          <p:spPr bwMode="auto">
            <a:xfrm>
              <a:off x="1055889" y="5018"/>
              <a:ext cx="282975" cy="242837"/>
            </a:xfrm>
            <a:custGeom>
              <a:avLst/>
              <a:gdLst>
                <a:gd name="T0" fmla="*/ 144 w 188"/>
                <a:gd name="T1" fmla="*/ 116 h 162"/>
                <a:gd name="T2" fmla="*/ 91 w 188"/>
                <a:gd name="T3" fmla="*/ 23 h 162"/>
                <a:gd name="T4" fmla="*/ 67 w 188"/>
                <a:gd name="T5" fmla="*/ 15 h 162"/>
                <a:gd name="T6" fmla="*/ 78 w 188"/>
                <a:gd name="T7" fmla="*/ 6 h 162"/>
                <a:gd name="T8" fmla="*/ 90 w 188"/>
                <a:gd name="T9" fmla="*/ 29 h 162"/>
                <a:gd name="T10" fmla="*/ 124 w 188"/>
                <a:gd name="T11" fmla="*/ 11 h 162"/>
                <a:gd name="T12" fmla="*/ 158 w 188"/>
                <a:gd name="T13" fmla="*/ 36 h 162"/>
                <a:gd name="T14" fmla="*/ 170 w 188"/>
                <a:gd name="T15" fmla="*/ 64 h 162"/>
                <a:gd name="T16" fmla="*/ 181 w 188"/>
                <a:gd name="T17" fmla="*/ 68 h 162"/>
                <a:gd name="T18" fmla="*/ 173 w 188"/>
                <a:gd name="T19" fmla="*/ 93 h 162"/>
                <a:gd name="T20" fmla="*/ 172 w 188"/>
                <a:gd name="T21" fmla="*/ 144 h 162"/>
                <a:gd name="T22" fmla="*/ 138 w 188"/>
                <a:gd name="T23" fmla="*/ 125 h 162"/>
                <a:gd name="T24" fmla="*/ 123 w 188"/>
                <a:gd name="T25" fmla="*/ 140 h 162"/>
                <a:gd name="T26" fmla="*/ 107 w 188"/>
                <a:gd name="T27" fmla="*/ 131 h 162"/>
                <a:gd name="T28" fmla="*/ 75 w 188"/>
                <a:gd name="T29" fmla="*/ 148 h 162"/>
                <a:gd name="T30" fmla="*/ 44 w 188"/>
                <a:gd name="T31" fmla="*/ 119 h 162"/>
                <a:gd name="T32" fmla="*/ 20 w 188"/>
                <a:gd name="T33" fmla="*/ 112 h 162"/>
                <a:gd name="T34" fmla="*/ 8 w 188"/>
                <a:gd name="T35" fmla="*/ 89 h 162"/>
                <a:gd name="T36" fmla="*/ 19 w 188"/>
                <a:gd name="T37" fmla="*/ 57 h 162"/>
                <a:gd name="T38" fmla="*/ 41 w 188"/>
                <a:gd name="T39" fmla="*/ 28 h 162"/>
                <a:gd name="T40" fmla="*/ 67 w 188"/>
                <a:gd name="T41" fmla="*/ 19 h 162"/>
                <a:gd name="T42" fmla="*/ 71 w 188"/>
                <a:gd name="T43" fmla="*/ 3 h 162"/>
                <a:gd name="T44" fmla="*/ 60 w 188"/>
                <a:gd name="T45" fmla="*/ 15 h 162"/>
                <a:gd name="T46" fmla="*/ 54 w 188"/>
                <a:gd name="T47" fmla="*/ 24 h 162"/>
                <a:gd name="T48" fmla="*/ 38 w 188"/>
                <a:gd name="T49" fmla="*/ 21 h 162"/>
                <a:gd name="T50" fmla="*/ 35 w 188"/>
                <a:gd name="T51" fmla="*/ 20 h 162"/>
                <a:gd name="T52" fmla="*/ 14 w 188"/>
                <a:gd name="T53" fmla="*/ 59 h 162"/>
                <a:gd name="T54" fmla="*/ 9 w 188"/>
                <a:gd name="T55" fmla="*/ 82 h 162"/>
                <a:gd name="T56" fmla="*/ 5 w 188"/>
                <a:gd name="T57" fmla="*/ 83 h 162"/>
                <a:gd name="T58" fmla="*/ 3 w 188"/>
                <a:gd name="T59" fmla="*/ 109 h 162"/>
                <a:gd name="T60" fmla="*/ 21 w 188"/>
                <a:gd name="T61" fmla="*/ 118 h 162"/>
                <a:gd name="T62" fmla="*/ 41 w 188"/>
                <a:gd name="T63" fmla="*/ 133 h 162"/>
                <a:gd name="T64" fmla="*/ 41 w 188"/>
                <a:gd name="T65" fmla="*/ 138 h 162"/>
                <a:gd name="T66" fmla="*/ 75 w 188"/>
                <a:gd name="T67" fmla="*/ 154 h 162"/>
                <a:gd name="T68" fmla="*/ 102 w 188"/>
                <a:gd name="T69" fmla="*/ 139 h 162"/>
                <a:gd name="T70" fmla="*/ 110 w 188"/>
                <a:gd name="T71" fmla="*/ 140 h 162"/>
                <a:gd name="T72" fmla="*/ 111 w 188"/>
                <a:gd name="T73" fmla="*/ 141 h 162"/>
                <a:gd name="T74" fmla="*/ 144 w 188"/>
                <a:gd name="T75" fmla="*/ 137 h 162"/>
                <a:gd name="T76" fmla="*/ 145 w 188"/>
                <a:gd name="T77" fmla="*/ 121 h 162"/>
                <a:gd name="T78" fmla="*/ 182 w 188"/>
                <a:gd name="T79" fmla="*/ 162 h 162"/>
                <a:gd name="T80" fmla="*/ 187 w 188"/>
                <a:gd name="T81" fmla="*/ 160 h 162"/>
                <a:gd name="T82" fmla="*/ 165 w 188"/>
                <a:gd name="T83" fmla="*/ 124 h 162"/>
                <a:gd name="T84" fmla="*/ 173 w 188"/>
                <a:gd name="T85" fmla="*/ 99 h 162"/>
                <a:gd name="T86" fmla="*/ 185 w 188"/>
                <a:gd name="T87" fmla="*/ 63 h 162"/>
                <a:gd name="T88" fmla="*/ 173 w 188"/>
                <a:gd name="T89" fmla="*/ 58 h 162"/>
                <a:gd name="T90" fmla="*/ 161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5" y="117"/>
                  </a:moveTo>
                  <a:cubicBezTo>
                    <a:pt x="145" y="117"/>
                    <a:pt x="145" y="117"/>
                    <a:pt x="145" y="117"/>
                  </a:cubicBezTo>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8"/>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3"/>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8"/>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4" name="Freeform 164">
              <a:extLst>
                <a:ext uri="{FF2B5EF4-FFF2-40B4-BE49-F238E27FC236}">
                  <a16:creationId xmlns:a16="http://schemas.microsoft.com/office/drawing/2014/main" id="{0D5FE985-006B-416B-AB92-E03563040969}"/>
                </a:ext>
              </a:extLst>
            </p:cNvPr>
            <p:cNvSpPr>
              <a:spLocks noEditPoints="1"/>
            </p:cNvSpPr>
            <p:nvPr userDrawn="1"/>
          </p:nvSpPr>
          <p:spPr bwMode="auto">
            <a:xfrm>
              <a:off x="1766336" y="47162"/>
              <a:ext cx="282975" cy="242837"/>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5" name="Freeform 165">
              <a:extLst>
                <a:ext uri="{FF2B5EF4-FFF2-40B4-BE49-F238E27FC236}">
                  <a16:creationId xmlns:a16="http://schemas.microsoft.com/office/drawing/2014/main" id="{63DC3B6C-6A37-468C-AA85-7B99A62FDCF2}"/>
                </a:ext>
              </a:extLst>
            </p:cNvPr>
            <p:cNvSpPr>
              <a:spLocks noEditPoints="1"/>
            </p:cNvSpPr>
            <p:nvPr userDrawn="1"/>
          </p:nvSpPr>
          <p:spPr bwMode="auto">
            <a:xfrm>
              <a:off x="1196372" y="1144944"/>
              <a:ext cx="282975" cy="242837"/>
            </a:xfrm>
            <a:custGeom>
              <a:avLst/>
              <a:gdLst>
                <a:gd name="T0" fmla="*/ 168 w 188"/>
                <a:gd name="T1" fmla="*/ 112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8 h 162"/>
                <a:gd name="T18" fmla="*/ 173 w 188"/>
                <a:gd name="T19" fmla="*/ 110 h 162"/>
                <a:gd name="T20" fmla="*/ 160 w 188"/>
                <a:gd name="T21" fmla="*/ 110 h 162"/>
                <a:gd name="T22" fmla="*/ 143 w 188"/>
                <a:gd name="T23" fmla="*/ 122 h 162"/>
                <a:gd name="T24" fmla="*/ 114 w 188"/>
                <a:gd name="T25" fmla="*/ 148 h 162"/>
                <a:gd name="T26" fmla="*/ 99 w 188"/>
                <a:gd name="T27" fmla="*/ 145 h 162"/>
                <a:gd name="T28" fmla="*/ 82 w 188"/>
                <a:gd name="T29" fmla="*/ 131 h 162"/>
                <a:gd name="T30" fmla="*/ 78 w 188"/>
                <a:gd name="T31" fmla="*/ 132 h 162"/>
                <a:gd name="T32" fmla="*/ 65 w 188"/>
                <a:gd name="T33" fmla="*/ 139 h 162"/>
                <a:gd name="T34" fmla="*/ 50 w 188"/>
                <a:gd name="T35" fmla="*/ 133 h 162"/>
                <a:gd name="T36" fmla="*/ 49 w 188"/>
                <a:gd name="T37" fmla="*/ 115 h 162"/>
                <a:gd name="T38" fmla="*/ 17 w 188"/>
                <a:gd name="T39" fmla="*/ 144 h 162"/>
                <a:gd name="T40" fmla="*/ 29 w 188"/>
                <a:gd name="T41" fmla="*/ 97 h 162"/>
                <a:gd name="T42" fmla="*/ 8 w 188"/>
                <a:gd name="T43" fmla="*/ 84 h 162"/>
                <a:gd name="T44" fmla="*/ 11 w 188"/>
                <a:gd name="T45" fmla="*/ 64 h 162"/>
                <a:gd name="T46" fmla="*/ 19 w 188"/>
                <a:gd name="T47" fmla="*/ 64 h 162"/>
                <a:gd name="T48" fmla="*/ 32 w 188"/>
                <a:gd name="T49" fmla="*/ 40 h 162"/>
                <a:gd name="T50" fmla="*/ 53 w 188"/>
                <a:gd name="T51" fmla="*/ 12 h 162"/>
                <a:gd name="T52" fmla="*/ 86 w 188"/>
                <a:gd name="T53" fmla="*/ 17 h 162"/>
                <a:gd name="T54" fmla="*/ 95 w 188"/>
                <a:gd name="T55" fmla="*/ 24 h 162"/>
                <a:gd name="T56" fmla="*/ 99 w 188"/>
                <a:gd name="T57" fmla="*/ 28 h 162"/>
                <a:gd name="T58" fmla="*/ 106 w 188"/>
                <a:gd name="T59" fmla="*/ 1 h 162"/>
                <a:gd name="T60" fmla="*/ 89 w 188"/>
                <a:gd name="T61" fmla="*/ 12 h 162"/>
                <a:gd name="T62" fmla="*/ 51 w 188"/>
                <a:gd name="T63" fmla="*/ 7 h 162"/>
                <a:gd name="T64" fmla="*/ 28 w 188"/>
                <a:gd name="T65" fmla="*/ 44 h 162"/>
                <a:gd name="T66" fmla="*/ 19 w 188"/>
                <a:gd name="T67" fmla="*/ 58 h 162"/>
                <a:gd name="T68" fmla="*/ 14 w 188"/>
                <a:gd name="T69" fmla="*/ 57 h 162"/>
                <a:gd name="T70" fmla="*/ 0 w 188"/>
                <a:gd name="T71" fmla="*/ 75 h 162"/>
                <a:gd name="T72" fmla="*/ 15 w 188"/>
                <a:gd name="T73" fmla="*/ 98 h 162"/>
                <a:gd name="T74" fmla="*/ 23 w 188"/>
                <a:gd name="T75" fmla="*/ 123 h 162"/>
                <a:gd name="T76" fmla="*/ 2 w 188"/>
                <a:gd name="T77" fmla="*/ 157 h 162"/>
                <a:gd name="T78" fmla="*/ 1 w 188"/>
                <a:gd name="T79" fmla="*/ 159 h 162"/>
                <a:gd name="T80" fmla="*/ 4 w 188"/>
                <a:gd name="T81" fmla="*/ 162 h 162"/>
                <a:gd name="T82" fmla="*/ 16 w 188"/>
                <a:gd name="T83" fmla="*/ 155 h 162"/>
                <a:gd name="T84" fmla="*/ 44 w 188"/>
                <a:gd name="T85" fmla="*/ 124 h 162"/>
                <a:gd name="T86" fmla="*/ 45 w 188"/>
                <a:gd name="T87" fmla="*/ 137 h 162"/>
                <a:gd name="T88" fmla="*/ 65 w 188"/>
                <a:gd name="T89" fmla="*/ 145 h 162"/>
                <a:gd name="T90" fmla="*/ 78 w 188"/>
                <a:gd name="T91" fmla="*/ 139 h 162"/>
                <a:gd name="T92" fmla="*/ 79 w 188"/>
                <a:gd name="T93" fmla="*/ 138 h 162"/>
                <a:gd name="T94" fmla="*/ 95 w 188"/>
                <a:gd name="T95" fmla="*/ 149 h 162"/>
                <a:gd name="T96" fmla="*/ 114 w 188"/>
                <a:gd name="T97" fmla="*/ 154 h 162"/>
                <a:gd name="T98" fmla="*/ 148 w 188"/>
                <a:gd name="T99" fmla="*/ 139 h 162"/>
                <a:gd name="T100" fmla="*/ 147 w 188"/>
                <a:gd name="T101" fmla="*/ 132 h 162"/>
                <a:gd name="T102" fmla="*/ 160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8" y="139"/>
                  </a:moveTo>
                  <a:cubicBezTo>
                    <a:pt x="78" y="139"/>
                    <a:pt x="78" y="139"/>
                    <a:pt x="78" y="139"/>
                  </a:cubicBezTo>
                  <a:moveTo>
                    <a:pt x="168" y="112"/>
                  </a:move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14" y="148"/>
                    <a:pt x="114"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7"/>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6" name="Freeform 166">
              <a:extLst>
                <a:ext uri="{FF2B5EF4-FFF2-40B4-BE49-F238E27FC236}">
                  <a16:creationId xmlns:a16="http://schemas.microsoft.com/office/drawing/2014/main" id="{13C3594C-4364-428F-AC6A-91D18CD229C6}"/>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close/>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7" name="Freeform 167">
              <a:extLst>
                <a:ext uri="{FF2B5EF4-FFF2-40B4-BE49-F238E27FC236}">
                  <a16:creationId xmlns:a16="http://schemas.microsoft.com/office/drawing/2014/main" id="{6502A299-E4EF-4A30-A955-6F5BE1A404A2}"/>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8" name="Freeform 168">
              <a:extLst>
                <a:ext uri="{FF2B5EF4-FFF2-40B4-BE49-F238E27FC236}">
                  <a16:creationId xmlns:a16="http://schemas.microsoft.com/office/drawing/2014/main" id="{F44DA005-70D3-4778-9516-BB1E89342099}"/>
                </a:ext>
              </a:extLst>
            </p:cNvPr>
            <p:cNvSpPr>
              <a:spLocks noEditPoints="1"/>
            </p:cNvSpPr>
            <p:nvPr userDrawn="1"/>
          </p:nvSpPr>
          <p:spPr bwMode="auto">
            <a:xfrm>
              <a:off x="2964463"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9" name="Freeform 169">
              <a:extLst>
                <a:ext uri="{FF2B5EF4-FFF2-40B4-BE49-F238E27FC236}">
                  <a16:creationId xmlns:a16="http://schemas.microsoft.com/office/drawing/2014/main" id="{9262B6EB-A61A-4F09-9AFE-77558CAF856D}"/>
                </a:ext>
              </a:extLst>
            </p:cNvPr>
            <p:cNvSpPr>
              <a:spLocks noEditPoints="1"/>
            </p:cNvSpPr>
            <p:nvPr userDrawn="1"/>
          </p:nvSpPr>
          <p:spPr bwMode="auto">
            <a:xfrm>
              <a:off x="2737682" y="-199687"/>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0" name="Freeform 170">
              <a:extLst>
                <a:ext uri="{FF2B5EF4-FFF2-40B4-BE49-F238E27FC236}">
                  <a16:creationId xmlns:a16="http://schemas.microsoft.com/office/drawing/2014/main" id="{05132B6D-A1D6-4C9B-B22F-0CAECAAB15A7}"/>
                </a:ext>
              </a:extLst>
            </p:cNvPr>
            <p:cNvSpPr>
              <a:spLocks noEditPoints="1"/>
            </p:cNvSpPr>
            <p:nvPr userDrawn="1"/>
          </p:nvSpPr>
          <p:spPr bwMode="auto">
            <a:xfrm>
              <a:off x="2735675" y="-103356"/>
              <a:ext cx="26091"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7 h 18"/>
                <a:gd name="T34" fmla="*/ 5 w 18"/>
                <a:gd name="T35" fmla="*/ 18 h 18"/>
                <a:gd name="T36" fmla="*/ 9 w 18"/>
                <a:gd name="T37" fmla="*/ 18 h 18"/>
                <a:gd name="T38" fmla="*/ 9 w 18"/>
                <a:gd name="T39" fmla="*/ 18 h 18"/>
                <a:gd name="T40" fmla="*/ 14 w 18"/>
                <a:gd name="T41" fmla="*/ 17 h 18"/>
                <a:gd name="T42" fmla="*/ 12 w 18"/>
                <a:gd name="T43" fmla="*/ 14 h 18"/>
                <a:gd name="T44" fmla="*/ 14 w 18"/>
                <a:gd name="T45" fmla="*/ 17 h 18"/>
                <a:gd name="T46" fmla="*/ 18 w 18"/>
                <a:gd name="T47" fmla="*/ 9 h 18"/>
                <a:gd name="T48" fmla="*/ 17 w 18"/>
                <a:gd name="T49" fmla="*/ 5 h 18"/>
                <a:gd name="T50" fmla="*/ 17 w 18"/>
                <a:gd name="T51" fmla="*/ 5 h 18"/>
                <a:gd name="T52" fmla="*/ 12 w 18"/>
                <a:gd name="T53" fmla="*/ 1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1" name="Freeform 171">
              <a:extLst>
                <a:ext uri="{FF2B5EF4-FFF2-40B4-BE49-F238E27FC236}">
                  <a16:creationId xmlns:a16="http://schemas.microsoft.com/office/drawing/2014/main" id="{C94FDA08-D114-4C05-9631-19958A82BB81}"/>
                </a:ext>
              </a:extLst>
            </p:cNvPr>
            <p:cNvSpPr>
              <a:spLocks noEditPoints="1"/>
            </p:cNvSpPr>
            <p:nvPr userDrawn="1"/>
          </p:nvSpPr>
          <p:spPr bwMode="auto">
            <a:xfrm>
              <a:off x="2721626" y="-83286"/>
              <a:ext cx="22077" cy="22077"/>
            </a:xfrm>
            <a:custGeom>
              <a:avLst/>
              <a:gdLst>
                <a:gd name="T0" fmla="*/ 8 w 15"/>
                <a:gd name="T1" fmla="*/ 9 h 15"/>
                <a:gd name="T2" fmla="*/ 6 w 15"/>
                <a:gd name="T3" fmla="*/ 8 h 15"/>
                <a:gd name="T4" fmla="*/ 6 w 15"/>
                <a:gd name="T5" fmla="*/ 8 h 15"/>
                <a:gd name="T6" fmla="*/ 7 w 15"/>
                <a:gd name="T7" fmla="*/ 7 h 15"/>
                <a:gd name="T8" fmla="*/ 7 w 15"/>
                <a:gd name="T9" fmla="*/ 7 h 15"/>
                <a:gd name="T10" fmla="*/ 8 w 15"/>
                <a:gd name="T11" fmla="*/ 6 h 15"/>
                <a:gd name="T12" fmla="*/ 9 w 15"/>
                <a:gd name="T13" fmla="*/ 7 h 15"/>
                <a:gd name="T14" fmla="*/ 9 w 15"/>
                <a:gd name="T15" fmla="*/ 7 h 15"/>
                <a:gd name="T16" fmla="*/ 9 w 15"/>
                <a:gd name="T17" fmla="*/ 8 h 15"/>
                <a:gd name="T18" fmla="*/ 8 w 15"/>
                <a:gd name="T19" fmla="*/ 9 h 15"/>
                <a:gd name="T20" fmla="*/ 8 w 15"/>
                <a:gd name="T21" fmla="*/ 9 h 15"/>
                <a:gd name="T22" fmla="*/ 8 w 15"/>
                <a:gd name="T23" fmla="*/ 9 h 15"/>
                <a:gd name="T24" fmla="*/ 8 w 15"/>
                <a:gd name="T25" fmla="*/ 0 h 15"/>
                <a:gd name="T26" fmla="*/ 8 w 15"/>
                <a:gd name="T27" fmla="*/ 0 h 15"/>
                <a:gd name="T28" fmla="*/ 4 w 15"/>
                <a:gd name="T29" fmla="*/ 1 h 15"/>
                <a:gd name="T30" fmla="*/ 4 w 15"/>
                <a:gd name="T31" fmla="*/ 1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4 w 15"/>
                <a:gd name="T55" fmla="*/ 4 h 15"/>
                <a:gd name="T56" fmla="*/ 14 w 15"/>
                <a:gd name="T57" fmla="*/ 4 h 15"/>
                <a:gd name="T58" fmla="*/ 10 w 15"/>
                <a:gd name="T59" fmla="*/ 1 h 15"/>
                <a:gd name="T60" fmla="*/ 8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8" y="9"/>
                  </a:moveTo>
                  <a:cubicBezTo>
                    <a:pt x="7" y="9"/>
                    <a:pt x="7" y="9"/>
                    <a:pt x="6" y="8"/>
                  </a:cubicBezTo>
                  <a:cubicBezTo>
                    <a:pt x="6" y="8"/>
                    <a:pt x="6" y="8"/>
                    <a:pt x="6" y="8"/>
                  </a:cubicBezTo>
                  <a:cubicBezTo>
                    <a:pt x="6" y="7"/>
                    <a:pt x="6" y="7"/>
                    <a:pt x="7" y="7"/>
                  </a:cubicBezTo>
                  <a:cubicBezTo>
                    <a:pt x="7" y="7"/>
                    <a:pt x="7"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4" y="1"/>
                    <a:pt x="4" y="1"/>
                    <a:pt x="4" y="1"/>
                  </a:cubicBezTo>
                  <a:cubicBezTo>
                    <a:pt x="4" y="1"/>
                    <a:pt x="4"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4" y="4"/>
                    <a:pt x="14" y="4"/>
                    <a:pt x="14" y="4"/>
                  </a:cubicBezTo>
                  <a:cubicBezTo>
                    <a:pt x="13" y="2"/>
                    <a:pt x="12"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2" name="Freeform 172">
              <a:extLst>
                <a:ext uri="{FF2B5EF4-FFF2-40B4-BE49-F238E27FC236}">
                  <a16:creationId xmlns:a16="http://schemas.microsoft.com/office/drawing/2014/main" id="{4F9050B0-6F03-449E-B9BE-49B9103D15E9}"/>
                </a:ext>
              </a:extLst>
            </p:cNvPr>
            <p:cNvSpPr>
              <a:spLocks noEditPoints="1"/>
            </p:cNvSpPr>
            <p:nvPr userDrawn="1"/>
          </p:nvSpPr>
          <p:spPr bwMode="auto">
            <a:xfrm>
              <a:off x="2725640" y="-61211"/>
              <a:ext cx="18063" cy="18063"/>
            </a:xfrm>
            <a:custGeom>
              <a:avLst/>
              <a:gdLst>
                <a:gd name="T0" fmla="*/ 6 w 13"/>
                <a:gd name="T1" fmla="*/ 7 h 13"/>
                <a:gd name="T2" fmla="*/ 6 w 13"/>
                <a:gd name="T3" fmla="*/ 7 h 13"/>
                <a:gd name="T4" fmla="*/ 6 w 13"/>
                <a:gd name="T5" fmla="*/ 6 h 13"/>
                <a:gd name="T6" fmla="*/ 6 w 13"/>
                <a:gd name="T7" fmla="*/ 6 h 13"/>
                <a:gd name="T8" fmla="*/ 7 w 13"/>
                <a:gd name="T9" fmla="*/ 6 h 13"/>
                <a:gd name="T10" fmla="*/ 7 w 13"/>
                <a:gd name="T11" fmla="*/ 7 h 13"/>
                <a:gd name="T12" fmla="*/ 7 w 13"/>
                <a:gd name="T13" fmla="*/ 7 h 13"/>
                <a:gd name="T14" fmla="*/ 6 w 13"/>
                <a:gd name="T15" fmla="*/ 7 h 13"/>
                <a:gd name="T16" fmla="*/ 6 w 13"/>
                <a:gd name="T17" fmla="*/ 7 h 13"/>
                <a:gd name="T18" fmla="*/ 6 w 13"/>
                <a:gd name="T19" fmla="*/ 0 h 13"/>
                <a:gd name="T20" fmla="*/ 6 w 13"/>
                <a:gd name="T21" fmla="*/ 0 h 13"/>
                <a:gd name="T22" fmla="*/ 4 w 13"/>
                <a:gd name="T23" fmla="*/ 1 h 13"/>
                <a:gd name="T24" fmla="*/ 3 w 13"/>
                <a:gd name="T25" fmla="*/ 1 h 13"/>
                <a:gd name="T26" fmla="*/ 0 w 13"/>
                <a:gd name="T27" fmla="*/ 7 h 13"/>
                <a:gd name="T28" fmla="*/ 1 w 13"/>
                <a:gd name="T29" fmla="*/ 10 h 13"/>
                <a:gd name="T30" fmla="*/ 1 w 13"/>
                <a:gd name="T31" fmla="*/ 10 h 13"/>
                <a:gd name="T32" fmla="*/ 6 w 13"/>
                <a:gd name="T33" fmla="*/ 13 h 13"/>
                <a:gd name="T34" fmla="*/ 6 w 13"/>
                <a:gd name="T35" fmla="*/ 13 h 13"/>
                <a:gd name="T36" fmla="*/ 10 w 13"/>
                <a:gd name="T37" fmla="*/ 12 h 13"/>
                <a:gd name="T38" fmla="*/ 10 w 13"/>
                <a:gd name="T39" fmla="*/ 12 h 13"/>
                <a:gd name="T40" fmla="*/ 13 w 13"/>
                <a:gd name="T41" fmla="*/ 7 h 13"/>
                <a:gd name="T42" fmla="*/ 12 w 13"/>
                <a:gd name="T43" fmla="*/ 3 h 13"/>
                <a:gd name="T44" fmla="*/ 12 w 13"/>
                <a:gd name="T45" fmla="*/ 3 h 13"/>
                <a:gd name="T46" fmla="*/ 8 w 13"/>
                <a:gd name="T47" fmla="*/ 0 h 13"/>
                <a:gd name="T48" fmla="*/ 6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6" y="7"/>
                    <a:pt x="6" y="7"/>
                    <a:pt x="6" y="7"/>
                  </a:cubicBezTo>
                  <a:cubicBezTo>
                    <a:pt x="6" y="7"/>
                    <a:pt x="6" y="7"/>
                    <a:pt x="6" y="7"/>
                  </a:cubicBezTo>
                  <a:moveTo>
                    <a:pt x="6" y="0"/>
                  </a:moveTo>
                  <a:cubicBezTo>
                    <a:pt x="6" y="0"/>
                    <a:pt x="6" y="0"/>
                    <a:pt x="6" y="0"/>
                  </a:cubicBezTo>
                  <a:cubicBezTo>
                    <a:pt x="5" y="0"/>
                    <a:pt x="5"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9"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3" name="Freeform 173">
              <a:extLst>
                <a:ext uri="{FF2B5EF4-FFF2-40B4-BE49-F238E27FC236}">
                  <a16:creationId xmlns:a16="http://schemas.microsoft.com/office/drawing/2014/main" id="{B3DF6E99-FD2C-43A3-AFCB-BF218E43C292}"/>
                </a:ext>
              </a:extLst>
            </p:cNvPr>
            <p:cNvSpPr>
              <a:spLocks noEditPoints="1"/>
            </p:cNvSpPr>
            <p:nvPr userDrawn="1"/>
          </p:nvSpPr>
          <p:spPr bwMode="auto">
            <a:xfrm>
              <a:off x="2928339" y="108674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4" name="Freeform 174">
              <a:extLst>
                <a:ext uri="{FF2B5EF4-FFF2-40B4-BE49-F238E27FC236}">
                  <a16:creationId xmlns:a16="http://schemas.microsoft.com/office/drawing/2014/main" id="{2BED4CB1-D032-4E8F-B435-8C8E58D2D87E}"/>
                </a:ext>
              </a:extLst>
            </p:cNvPr>
            <p:cNvSpPr>
              <a:spLocks noEditPoints="1"/>
            </p:cNvSpPr>
            <p:nvPr userDrawn="1"/>
          </p:nvSpPr>
          <p:spPr bwMode="auto">
            <a:xfrm>
              <a:off x="2924325"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5" name="Freeform 175">
              <a:extLst>
                <a:ext uri="{FF2B5EF4-FFF2-40B4-BE49-F238E27FC236}">
                  <a16:creationId xmlns:a16="http://schemas.microsoft.com/office/drawing/2014/main" id="{72CB63A8-C7C1-42DA-9CCE-5F14A339F460}"/>
                </a:ext>
              </a:extLst>
            </p:cNvPr>
            <p:cNvSpPr>
              <a:spLocks noEditPoints="1"/>
            </p:cNvSpPr>
            <p:nvPr userDrawn="1"/>
          </p:nvSpPr>
          <p:spPr bwMode="auto">
            <a:xfrm>
              <a:off x="2906262" y="1237262"/>
              <a:ext cx="26091" cy="28097"/>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6 w 17"/>
                <a:gd name="T19" fmla="*/ 8 h 18"/>
                <a:gd name="T20" fmla="*/ 8 w 17"/>
                <a:gd name="T21" fmla="*/ 0 h 18"/>
                <a:gd name="T22" fmla="*/ 1 w 17"/>
                <a:gd name="T23" fmla="*/ 5 h 18"/>
                <a:gd name="T24" fmla="*/ 3 w 17"/>
                <a:gd name="T25" fmla="*/ 7 h 18"/>
                <a:gd name="T26" fmla="*/ 1 w 17"/>
                <a:gd name="T27" fmla="*/ 5 h 18"/>
                <a:gd name="T28" fmla="*/ 0 w 17"/>
                <a:gd name="T29" fmla="*/ 9 h 18"/>
                <a:gd name="T30" fmla="*/ 4 w 17"/>
                <a:gd name="T31" fmla="*/ 17 h 18"/>
                <a:gd name="T32" fmla="*/ 8 w 17"/>
                <a:gd name="T33" fmla="*/ 18 h 18"/>
                <a:gd name="T34" fmla="*/ 8 w 17"/>
                <a:gd name="T35" fmla="*/ 18 h 18"/>
                <a:gd name="T36" fmla="*/ 8 w 17"/>
                <a:gd name="T37" fmla="*/ 18 h 18"/>
                <a:gd name="T38" fmla="*/ 16 w 17"/>
                <a:gd name="T39" fmla="*/ 13 h 18"/>
                <a:gd name="T40" fmla="*/ 17 w 17"/>
                <a:gd name="T41" fmla="*/ 9 h 18"/>
                <a:gd name="T42" fmla="*/ 12 w 17"/>
                <a:gd name="T43" fmla="*/ 1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6" name="Freeform 176">
              <a:extLst>
                <a:ext uri="{FF2B5EF4-FFF2-40B4-BE49-F238E27FC236}">
                  <a16:creationId xmlns:a16="http://schemas.microsoft.com/office/drawing/2014/main" id="{4F385DD0-DEE4-4B11-A141-6E2DB4D166EE}"/>
                </a:ext>
              </a:extLst>
            </p:cNvPr>
            <p:cNvSpPr>
              <a:spLocks noEditPoints="1"/>
            </p:cNvSpPr>
            <p:nvPr userDrawn="1"/>
          </p:nvSpPr>
          <p:spPr bwMode="auto">
            <a:xfrm>
              <a:off x="2882179" y="1241276"/>
              <a:ext cx="24083" cy="22077"/>
            </a:xfrm>
            <a:custGeom>
              <a:avLst/>
              <a:gdLst>
                <a:gd name="T0" fmla="*/ 6 w 16"/>
                <a:gd name="T1" fmla="*/ 7 h 15"/>
                <a:gd name="T2" fmla="*/ 8 w 16"/>
                <a:gd name="T3" fmla="*/ 6 h 15"/>
                <a:gd name="T4" fmla="*/ 9 w 16"/>
                <a:gd name="T5" fmla="*/ 6 h 15"/>
                <a:gd name="T6" fmla="*/ 9 w 16"/>
                <a:gd name="T7" fmla="*/ 6 h 15"/>
                <a:gd name="T8" fmla="*/ 10 w 16"/>
                <a:gd name="T9" fmla="*/ 8 h 15"/>
                <a:gd name="T10" fmla="*/ 9 w 16"/>
                <a:gd name="T11" fmla="*/ 8 h 15"/>
                <a:gd name="T12" fmla="*/ 8 w 16"/>
                <a:gd name="T13" fmla="*/ 9 h 15"/>
                <a:gd name="T14" fmla="*/ 7 w 16"/>
                <a:gd name="T15" fmla="*/ 9 h 15"/>
                <a:gd name="T16" fmla="*/ 6 w 16"/>
                <a:gd name="T17" fmla="*/ 8 h 15"/>
                <a:gd name="T18" fmla="*/ 6 w 16"/>
                <a:gd name="T19" fmla="*/ 7 h 15"/>
                <a:gd name="T20" fmla="*/ 8 w 16"/>
                <a:gd name="T21" fmla="*/ 0 h 15"/>
                <a:gd name="T22" fmla="*/ 1 w 16"/>
                <a:gd name="T23" fmla="*/ 4 h 15"/>
                <a:gd name="T24" fmla="*/ 1 w 16"/>
                <a:gd name="T25" fmla="*/ 4 h 15"/>
                <a:gd name="T26" fmla="*/ 0 w 16"/>
                <a:gd name="T27" fmla="*/ 8 h 15"/>
                <a:gd name="T28" fmla="*/ 5 w 16"/>
                <a:gd name="T29" fmla="*/ 14 h 15"/>
                <a:gd name="T30" fmla="*/ 8 w 16"/>
                <a:gd name="T31" fmla="*/ 15 h 15"/>
                <a:gd name="T32" fmla="*/ 15 w 16"/>
                <a:gd name="T33" fmla="*/ 11 h 15"/>
                <a:gd name="T34" fmla="*/ 16 w 16"/>
                <a:gd name="T35" fmla="*/ 8 h 15"/>
                <a:gd name="T36" fmla="*/ 11 w 16"/>
                <a:gd name="T37" fmla="*/ 1 h 15"/>
                <a:gd name="T38" fmla="*/ 11 w 16"/>
                <a:gd name="T39" fmla="*/ 1 h 15"/>
                <a:gd name="T40" fmla="*/ 8 w 16"/>
                <a:gd name="T41" fmla="*/ 0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6" y="7"/>
                  </a:moveTo>
                  <a:cubicBezTo>
                    <a:pt x="7" y="7"/>
                    <a:pt x="7" y="6"/>
                    <a:pt x="8" y="6"/>
                  </a:cubicBezTo>
                  <a:cubicBezTo>
                    <a:pt x="9" y="6"/>
                    <a:pt x="9" y="6"/>
                    <a:pt x="9" y="6"/>
                  </a:cubicBezTo>
                  <a:cubicBezTo>
                    <a:pt x="9" y="6"/>
                    <a:pt x="9" y="6"/>
                    <a:pt x="9" y="6"/>
                  </a:cubicBezTo>
                  <a:cubicBezTo>
                    <a:pt x="9" y="7"/>
                    <a:pt x="10" y="7"/>
                    <a:pt x="10" y="8"/>
                  </a:cubicBezTo>
                  <a:cubicBezTo>
                    <a:pt x="9" y="8"/>
                    <a:pt x="9" y="8"/>
                    <a:pt x="9" y="8"/>
                  </a:cubicBezTo>
                  <a:cubicBezTo>
                    <a:pt x="9" y="9"/>
                    <a:pt x="9" y="9"/>
                    <a:pt x="8" y="9"/>
                  </a:cubicBezTo>
                  <a:cubicBezTo>
                    <a:pt x="7" y="9"/>
                    <a:pt x="7" y="9"/>
                    <a:pt x="7" y="9"/>
                  </a:cubicBezTo>
                  <a:cubicBezTo>
                    <a:pt x="7" y="9"/>
                    <a:pt x="6" y="8"/>
                    <a:pt x="6" y="8"/>
                  </a:cubicBezTo>
                  <a:cubicBezTo>
                    <a:pt x="6" y="7"/>
                    <a:pt x="6" y="7"/>
                    <a:pt x="6" y="7"/>
                  </a:cubicBezTo>
                  <a:moveTo>
                    <a:pt x="8" y="0"/>
                  </a:moveTo>
                  <a:cubicBezTo>
                    <a:pt x="5" y="0"/>
                    <a:pt x="2" y="2"/>
                    <a:pt x="1" y="4"/>
                  </a:cubicBezTo>
                  <a:cubicBezTo>
                    <a:pt x="1" y="4"/>
                    <a:pt x="1" y="4"/>
                    <a:pt x="1" y="4"/>
                  </a:cubicBezTo>
                  <a:cubicBezTo>
                    <a:pt x="1" y="5"/>
                    <a:pt x="0" y="7"/>
                    <a:pt x="0" y="8"/>
                  </a:cubicBezTo>
                  <a:cubicBezTo>
                    <a:pt x="0" y="11"/>
                    <a:pt x="2" y="13"/>
                    <a:pt x="5" y="14"/>
                  </a:cubicBezTo>
                  <a:cubicBezTo>
                    <a:pt x="6" y="15"/>
                    <a:pt x="7" y="15"/>
                    <a:pt x="8" y="15"/>
                  </a:cubicBezTo>
                  <a:cubicBezTo>
                    <a:pt x="11" y="15"/>
                    <a:pt x="13" y="14"/>
                    <a:pt x="15" y="11"/>
                  </a:cubicBezTo>
                  <a:cubicBezTo>
                    <a:pt x="15" y="10"/>
                    <a:pt x="16" y="9"/>
                    <a:pt x="16" y="8"/>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7" name="Freeform 177">
              <a:extLst>
                <a:ext uri="{FF2B5EF4-FFF2-40B4-BE49-F238E27FC236}">
                  <a16:creationId xmlns:a16="http://schemas.microsoft.com/office/drawing/2014/main" id="{D171E819-5457-4CC3-894D-CF67EBBBE798}"/>
                </a:ext>
              </a:extLst>
            </p:cNvPr>
            <p:cNvSpPr>
              <a:spLocks noEditPoints="1"/>
            </p:cNvSpPr>
            <p:nvPr userDrawn="1"/>
          </p:nvSpPr>
          <p:spPr bwMode="auto">
            <a:xfrm>
              <a:off x="2842041" y="518787"/>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8" name="Freeform 178">
              <a:extLst>
                <a:ext uri="{FF2B5EF4-FFF2-40B4-BE49-F238E27FC236}">
                  <a16:creationId xmlns:a16="http://schemas.microsoft.com/office/drawing/2014/main" id="{65B1F8F6-BD8D-4F8A-9306-17CEA42C4286}"/>
                </a:ext>
              </a:extLst>
            </p:cNvPr>
            <p:cNvSpPr>
              <a:spLocks noEditPoints="1"/>
            </p:cNvSpPr>
            <p:nvPr userDrawn="1"/>
          </p:nvSpPr>
          <p:spPr bwMode="auto">
            <a:xfrm>
              <a:off x="2890207" y="1385774"/>
              <a:ext cx="180622" cy="248857"/>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8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9" name="Freeform 179">
              <a:extLst>
                <a:ext uri="{FF2B5EF4-FFF2-40B4-BE49-F238E27FC236}">
                  <a16:creationId xmlns:a16="http://schemas.microsoft.com/office/drawing/2014/main" id="{C90944E1-71F0-490C-B3FE-6CF10F9A39EA}"/>
                </a:ext>
              </a:extLst>
            </p:cNvPr>
            <p:cNvSpPr>
              <a:spLocks noEditPoints="1"/>
            </p:cNvSpPr>
            <p:nvPr userDrawn="1"/>
          </p:nvSpPr>
          <p:spPr bwMode="auto">
            <a:xfrm>
              <a:off x="2671454" y="-406400"/>
              <a:ext cx="331141"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4 h 131"/>
                <a:gd name="T30" fmla="*/ 208 w 219"/>
                <a:gd name="T31" fmla="*/ 115 h 131"/>
                <a:gd name="T32" fmla="*/ 177 w 219"/>
                <a:gd name="T33" fmla="*/ 125 h 131"/>
                <a:gd name="T34" fmla="*/ 99 w 219"/>
                <a:gd name="T35" fmla="*/ 125 h 131"/>
                <a:gd name="T36" fmla="*/ 87 w 219"/>
                <a:gd name="T37" fmla="*/ 120 h 131"/>
                <a:gd name="T38" fmla="*/ 79 w 219"/>
                <a:gd name="T39" fmla="*/ 111 h 131"/>
                <a:gd name="T40" fmla="*/ 76 w 219"/>
                <a:gd name="T41" fmla="*/ 95 h 131"/>
                <a:gd name="T42" fmla="*/ 76 w 219"/>
                <a:gd name="T43" fmla="*/ 94 h 131"/>
                <a:gd name="T44" fmla="*/ 33 w 219"/>
                <a:gd name="T45" fmla="*/ 51 h 131"/>
                <a:gd name="T46" fmla="*/ 76 w 219"/>
                <a:gd name="T47" fmla="*/ 74 h 131"/>
                <a:gd name="T48" fmla="*/ 76 w 219"/>
                <a:gd name="T49" fmla="*/ 35 h 131"/>
                <a:gd name="T50" fmla="*/ 182 w 219"/>
                <a:gd name="T51" fmla="*/ 0 h 131"/>
                <a:gd name="T52" fmla="*/ 110 w 219"/>
                <a:gd name="T53" fmla="*/ 0 h 131"/>
                <a:gd name="T54" fmla="*/ 110 w 219"/>
                <a:gd name="T55" fmla="*/ 0 h 131"/>
                <a:gd name="T56" fmla="*/ 89 w 219"/>
                <a:gd name="T57" fmla="*/ 6 h 131"/>
                <a:gd name="T58" fmla="*/ 73 w 219"/>
                <a:gd name="T59" fmla="*/ 24 h 131"/>
                <a:gd name="T60" fmla="*/ 70 w 219"/>
                <a:gd name="T61" fmla="*/ 35 h 131"/>
                <a:gd name="T62" fmla="*/ 70 w 219"/>
                <a:gd name="T63" fmla="*/ 35 h 131"/>
                <a:gd name="T64" fmla="*/ 70 w 219"/>
                <a:gd name="T65" fmla="*/ 64 h 131"/>
                <a:gd name="T66" fmla="*/ 0 w 219"/>
                <a:gd name="T67" fmla="*/ 25 h 131"/>
                <a:gd name="T68" fmla="*/ 14 w 219"/>
                <a:gd name="T69" fmla="*/ 40 h 131"/>
                <a:gd name="T70" fmla="*/ 17 w 219"/>
                <a:gd name="T71" fmla="*/ 38 h 131"/>
                <a:gd name="T72" fmla="*/ 14 w 219"/>
                <a:gd name="T73" fmla="*/ 40 h 131"/>
                <a:gd name="T74" fmla="*/ 70 w 219"/>
                <a:gd name="T75" fmla="*/ 97 h 131"/>
                <a:gd name="T76" fmla="*/ 74 w 219"/>
                <a:gd name="T77" fmla="*/ 114 h 131"/>
                <a:gd name="T78" fmla="*/ 89 w 219"/>
                <a:gd name="T79" fmla="*/ 128 h 131"/>
                <a:gd name="T80" fmla="*/ 98 w 219"/>
                <a:gd name="T81" fmla="*/ 131 h 131"/>
                <a:gd name="T82" fmla="*/ 98 w 219"/>
                <a:gd name="T83" fmla="*/ 131 h 131"/>
                <a:gd name="T84" fmla="*/ 178 w 219"/>
                <a:gd name="T85" fmla="*/ 131 h 131"/>
                <a:gd name="T86" fmla="*/ 178 w 219"/>
                <a:gd name="T87" fmla="*/ 131 h 131"/>
                <a:gd name="T88" fmla="*/ 212 w 219"/>
                <a:gd name="T89" fmla="*/ 119 h 131"/>
                <a:gd name="T90" fmla="*/ 219 w 219"/>
                <a:gd name="T91" fmla="*/ 104 h 131"/>
                <a:gd name="T92" fmla="*/ 218 w 219"/>
                <a:gd name="T93" fmla="*/ 101 h 131"/>
                <a:gd name="T94" fmla="*/ 218 w 219"/>
                <a:gd name="T95" fmla="*/ 36 h 131"/>
                <a:gd name="T96" fmla="*/ 218 w 219"/>
                <a:gd name="T97" fmla="*/ 36 h 131"/>
                <a:gd name="T98" fmla="*/ 198 w 219"/>
                <a:gd name="T99" fmla="*/ 5 h 131"/>
                <a:gd name="T100" fmla="*/ 182 w 219"/>
                <a:gd name="T101" fmla="*/ 0 h 131"/>
                <a:gd name="T102" fmla="*/ 182 w 219"/>
                <a:gd name="T10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8"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0" name="Freeform 180">
              <a:extLst>
                <a:ext uri="{FF2B5EF4-FFF2-40B4-BE49-F238E27FC236}">
                  <a16:creationId xmlns:a16="http://schemas.microsoft.com/office/drawing/2014/main" id="{EF379A0D-4189-40A5-A48B-ABAEBE78B569}"/>
                </a:ext>
              </a:extLst>
            </p:cNvPr>
            <p:cNvSpPr>
              <a:spLocks noEditPoints="1"/>
            </p:cNvSpPr>
            <p:nvPr userDrawn="1"/>
          </p:nvSpPr>
          <p:spPr bwMode="auto">
            <a:xfrm>
              <a:off x="2878165"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1" name="Freeform 181">
              <a:extLst>
                <a:ext uri="{FF2B5EF4-FFF2-40B4-BE49-F238E27FC236}">
                  <a16:creationId xmlns:a16="http://schemas.microsoft.com/office/drawing/2014/main" id="{416AEE1C-1EE7-4843-88D6-6FEC166DFA6D}"/>
                </a:ext>
              </a:extLst>
            </p:cNvPr>
            <p:cNvSpPr>
              <a:spLocks noEditPoints="1"/>
            </p:cNvSpPr>
            <p:nvPr userDrawn="1"/>
          </p:nvSpPr>
          <p:spPr bwMode="auto">
            <a:xfrm>
              <a:off x="2791869" y="65225"/>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2" name="Freeform 182">
              <a:extLst>
                <a:ext uri="{FF2B5EF4-FFF2-40B4-BE49-F238E27FC236}">
                  <a16:creationId xmlns:a16="http://schemas.microsoft.com/office/drawing/2014/main" id="{DFAE0537-1C1C-482C-A823-5B2D10C0DFE3}"/>
                </a:ext>
              </a:extLst>
            </p:cNvPr>
            <p:cNvSpPr>
              <a:spLocks noEditPoints="1"/>
            </p:cNvSpPr>
            <p:nvPr userDrawn="1"/>
          </p:nvSpPr>
          <p:spPr bwMode="auto">
            <a:xfrm>
              <a:off x="2683496" y="1269373"/>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3" name="Freeform 183">
              <a:extLst>
                <a:ext uri="{FF2B5EF4-FFF2-40B4-BE49-F238E27FC236}">
                  <a16:creationId xmlns:a16="http://schemas.microsoft.com/office/drawing/2014/main" id="{BFBA2B31-ED60-4985-9E5A-CE0D908A0C4A}"/>
                </a:ext>
              </a:extLst>
            </p:cNvPr>
            <p:cNvSpPr>
              <a:spLocks noEditPoints="1"/>
            </p:cNvSpPr>
            <p:nvPr userDrawn="1"/>
          </p:nvSpPr>
          <p:spPr bwMode="auto">
            <a:xfrm>
              <a:off x="2793875" y="292006"/>
              <a:ext cx="282975" cy="244843"/>
            </a:xfrm>
            <a:custGeom>
              <a:avLst/>
              <a:gdLst>
                <a:gd name="T0" fmla="*/ 77 w 188"/>
                <a:gd name="T1" fmla="*/ 139 h 162"/>
                <a:gd name="T2" fmla="*/ 106 w 188"/>
                <a:gd name="T3" fmla="*/ 9 h 162"/>
                <a:gd name="T4" fmla="*/ 114 w 188"/>
                <a:gd name="T5" fmla="*/ 7 h 162"/>
                <a:gd name="T6" fmla="*/ 123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8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4" name="Freeform 184">
              <a:extLst>
                <a:ext uri="{FF2B5EF4-FFF2-40B4-BE49-F238E27FC236}">
                  <a16:creationId xmlns:a16="http://schemas.microsoft.com/office/drawing/2014/main" id="{2B2E9409-8978-4300-BBD3-ACE3772DC891}"/>
                </a:ext>
              </a:extLst>
            </p:cNvPr>
            <p:cNvSpPr>
              <a:spLocks noEditPoints="1"/>
            </p:cNvSpPr>
            <p:nvPr userDrawn="1"/>
          </p:nvSpPr>
          <p:spPr bwMode="auto">
            <a:xfrm>
              <a:off x="2545018" y="946259"/>
              <a:ext cx="363252" cy="313078"/>
            </a:xfrm>
            <a:custGeom>
              <a:avLst/>
              <a:gdLst>
                <a:gd name="T0" fmla="*/ 99 w 242"/>
                <a:gd name="T1" fmla="*/ 180 h 208"/>
                <a:gd name="T2" fmla="*/ 142 w 242"/>
                <a:gd name="T3" fmla="*/ 6 h 208"/>
                <a:gd name="T4" fmla="*/ 158 w 242"/>
                <a:gd name="T5" fmla="*/ 18 h 208"/>
                <a:gd name="T6" fmla="*/ 165 w 242"/>
                <a:gd name="T7" fmla="*/ 35 h 208"/>
                <a:gd name="T8" fmla="*/ 217 w 242"/>
                <a:gd name="T9" fmla="*/ 44 h 208"/>
                <a:gd name="T10" fmla="*/ 220 w 242"/>
                <a:gd name="T11" fmla="*/ 72 h 208"/>
                <a:gd name="T12" fmla="*/ 234 w 242"/>
                <a:gd name="T13" fmla="*/ 113 h 208"/>
                <a:gd name="T14" fmla="*/ 219 w 242"/>
                <a:gd name="T15" fmla="*/ 145 h 208"/>
                <a:gd name="T16" fmla="*/ 194 w 242"/>
                <a:gd name="T17" fmla="*/ 146 h 208"/>
                <a:gd name="T18" fmla="*/ 146 w 242"/>
                <a:gd name="T19" fmla="*/ 192 h 208"/>
                <a:gd name="T20" fmla="*/ 127 w 242"/>
                <a:gd name="T21" fmla="*/ 188 h 208"/>
                <a:gd name="T22" fmla="*/ 105 w 242"/>
                <a:gd name="T23" fmla="*/ 170 h 208"/>
                <a:gd name="T24" fmla="*/ 83 w 242"/>
                <a:gd name="T25" fmla="*/ 181 h 208"/>
                <a:gd name="T26" fmla="*/ 62 w 242"/>
                <a:gd name="T27" fmla="*/ 172 h 208"/>
                <a:gd name="T28" fmla="*/ 56 w 242"/>
                <a:gd name="T29" fmla="*/ 144 h 208"/>
                <a:gd name="T30" fmla="*/ 42 w 242"/>
                <a:gd name="T31" fmla="*/ 142 h 208"/>
                <a:gd name="T32" fmla="*/ 8 w 242"/>
                <a:gd name="T33" fmla="*/ 109 h 208"/>
                <a:gd name="T34" fmla="*/ 17 w 242"/>
                <a:gd name="T35" fmla="*/ 80 h 208"/>
                <a:gd name="T36" fmla="*/ 45 w 242"/>
                <a:gd name="T37" fmla="*/ 65 h 208"/>
                <a:gd name="T38" fmla="*/ 67 w 242"/>
                <a:gd name="T39" fmla="*/ 14 h 208"/>
                <a:gd name="T40" fmla="*/ 119 w 242"/>
                <a:gd name="T41" fmla="*/ 27 h 208"/>
                <a:gd name="T42" fmla="*/ 122 w 242"/>
                <a:gd name="T43" fmla="*/ 30 h 208"/>
                <a:gd name="T44" fmla="*/ 136 w 242"/>
                <a:gd name="T45" fmla="*/ 1 h 208"/>
                <a:gd name="T46" fmla="*/ 82 w 242"/>
                <a:gd name="T47" fmla="*/ 5 h 208"/>
                <a:gd name="T48" fmla="*/ 35 w 242"/>
                <a:gd name="T49" fmla="*/ 56 h 208"/>
                <a:gd name="T50" fmla="*/ 19 w 242"/>
                <a:gd name="T51" fmla="*/ 75 h 208"/>
                <a:gd name="T52" fmla="*/ 2 w 242"/>
                <a:gd name="T53" fmla="*/ 85 h 208"/>
                <a:gd name="T54" fmla="*/ 18 w 242"/>
                <a:gd name="T55" fmla="*/ 126 h 208"/>
                <a:gd name="T56" fmla="*/ 29 w 242"/>
                <a:gd name="T57" fmla="*/ 160 h 208"/>
                <a:gd name="T58" fmla="*/ 1 w 242"/>
                <a:gd name="T59" fmla="*/ 204 h 208"/>
                <a:gd name="T60" fmla="*/ 4 w 242"/>
                <a:gd name="T61" fmla="*/ 208 h 208"/>
                <a:gd name="T62" fmla="*/ 18 w 242"/>
                <a:gd name="T63" fmla="*/ 199 h 208"/>
                <a:gd name="T64" fmla="*/ 56 w 242"/>
                <a:gd name="T65" fmla="*/ 175 h 208"/>
                <a:gd name="T66" fmla="*/ 83 w 242"/>
                <a:gd name="T67" fmla="*/ 187 h 208"/>
                <a:gd name="T68" fmla="*/ 99 w 242"/>
                <a:gd name="T69" fmla="*/ 180 h 208"/>
                <a:gd name="T70" fmla="*/ 122 w 242"/>
                <a:gd name="T71" fmla="*/ 192 h 208"/>
                <a:gd name="T72" fmla="*/ 146 w 242"/>
                <a:gd name="T73" fmla="*/ 198 h 208"/>
                <a:gd name="T74" fmla="*/ 189 w 242"/>
                <a:gd name="T75" fmla="*/ 178 h 208"/>
                <a:gd name="T76" fmla="*/ 206 w 242"/>
                <a:gd name="T77" fmla="*/ 149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3" y="202"/>
                  </a:moveTo>
                  <a:cubicBezTo>
                    <a:pt x="3" y="202"/>
                    <a:pt x="3" y="202"/>
                    <a:pt x="3" y="202"/>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6" y="192"/>
                    <a:pt x="146"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6" y="149"/>
                    <a:pt x="206"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5" name="Freeform 185">
              <a:extLst>
                <a:ext uri="{FF2B5EF4-FFF2-40B4-BE49-F238E27FC236}">
                  <a16:creationId xmlns:a16="http://schemas.microsoft.com/office/drawing/2014/main" id="{2FBBB3CB-5FDF-4429-A4E6-5C9000460EBC}"/>
                </a:ext>
              </a:extLst>
            </p:cNvPr>
            <p:cNvSpPr>
              <a:spLocks/>
            </p:cNvSpPr>
            <p:nvPr userDrawn="1"/>
          </p:nvSpPr>
          <p:spPr bwMode="auto">
            <a:xfrm>
              <a:off x="2545018" y="1255324"/>
              <a:ext cx="2008" cy="4014"/>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6" name="Freeform 186">
              <a:extLst>
                <a:ext uri="{FF2B5EF4-FFF2-40B4-BE49-F238E27FC236}">
                  <a16:creationId xmlns:a16="http://schemas.microsoft.com/office/drawing/2014/main" id="{3B7CF0BA-9328-441C-A529-EC4C5DF6A236}"/>
                </a:ext>
              </a:extLst>
            </p:cNvPr>
            <p:cNvSpPr>
              <a:spLocks noEditPoints="1"/>
            </p:cNvSpPr>
            <p:nvPr userDrawn="1"/>
          </p:nvSpPr>
          <p:spPr bwMode="auto">
            <a:xfrm>
              <a:off x="3827436" y="-137474"/>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7" name="Freeform 187">
              <a:extLst>
                <a:ext uri="{FF2B5EF4-FFF2-40B4-BE49-F238E27FC236}">
                  <a16:creationId xmlns:a16="http://schemas.microsoft.com/office/drawing/2014/main" id="{CEFF2346-3C92-4C2D-A63C-1CB027FB1C55}"/>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close/>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8" name="Freeform 188">
              <a:extLst>
                <a:ext uri="{FF2B5EF4-FFF2-40B4-BE49-F238E27FC236}">
                  <a16:creationId xmlns:a16="http://schemas.microsoft.com/office/drawing/2014/main" id="{8F4BE5C6-5886-437B-B676-1759D9D3E0D4}"/>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9" name="Freeform 189">
              <a:extLst>
                <a:ext uri="{FF2B5EF4-FFF2-40B4-BE49-F238E27FC236}">
                  <a16:creationId xmlns:a16="http://schemas.microsoft.com/office/drawing/2014/main" id="{346F8C58-27AE-45E7-A18E-C52BC677F909}"/>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0" name="Freeform 190">
              <a:extLst>
                <a:ext uri="{FF2B5EF4-FFF2-40B4-BE49-F238E27FC236}">
                  <a16:creationId xmlns:a16="http://schemas.microsoft.com/office/drawing/2014/main" id="{4C0E293A-67BE-42EA-9E30-7B47B8098927}"/>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1" name="Freeform 191">
              <a:extLst>
                <a:ext uri="{FF2B5EF4-FFF2-40B4-BE49-F238E27FC236}">
                  <a16:creationId xmlns:a16="http://schemas.microsoft.com/office/drawing/2014/main" id="{5418420C-F667-4CE5-B75C-07C0A979B04E}"/>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2" name="Freeform 192">
              <a:extLst>
                <a:ext uri="{FF2B5EF4-FFF2-40B4-BE49-F238E27FC236}">
                  <a16:creationId xmlns:a16="http://schemas.microsoft.com/office/drawing/2014/main" id="{BB9B5535-E72F-4953-B102-58A3F99AFEF7}"/>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3" name="Freeform 193">
              <a:extLst>
                <a:ext uri="{FF2B5EF4-FFF2-40B4-BE49-F238E27FC236}">
                  <a16:creationId xmlns:a16="http://schemas.microsoft.com/office/drawing/2014/main" id="{E5477068-84E5-42C4-B079-EF9A3A2A7016}"/>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4" name="Freeform 194">
              <a:extLst>
                <a:ext uri="{FF2B5EF4-FFF2-40B4-BE49-F238E27FC236}">
                  <a16:creationId xmlns:a16="http://schemas.microsoft.com/office/drawing/2014/main" id="{A217CD6C-E9B9-4CC5-AD23-8F81DC57219F}"/>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5" name="Freeform 195">
              <a:extLst>
                <a:ext uri="{FF2B5EF4-FFF2-40B4-BE49-F238E27FC236}">
                  <a16:creationId xmlns:a16="http://schemas.microsoft.com/office/drawing/2014/main" id="{3B7DF576-BB40-420E-BA66-5A7F16AFCB9A}"/>
                </a:ext>
              </a:extLst>
            </p:cNvPr>
            <p:cNvSpPr>
              <a:spLocks noEditPoints="1"/>
            </p:cNvSpPr>
            <p:nvPr userDrawn="1"/>
          </p:nvSpPr>
          <p:spPr bwMode="auto">
            <a:xfrm>
              <a:off x="5748051"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6" name="Freeform 196">
              <a:extLst>
                <a:ext uri="{FF2B5EF4-FFF2-40B4-BE49-F238E27FC236}">
                  <a16:creationId xmlns:a16="http://schemas.microsoft.com/office/drawing/2014/main" id="{8ED472F3-39B2-449F-ADFF-9AD8B5511C1A}"/>
                </a:ext>
              </a:extLst>
            </p:cNvPr>
            <p:cNvSpPr>
              <a:spLocks noEditPoints="1"/>
            </p:cNvSpPr>
            <p:nvPr userDrawn="1"/>
          </p:nvSpPr>
          <p:spPr bwMode="auto">
            <a:xfrm>
              <a:off x="4465634" y="546884"/>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7" name="Freeform 197">
              <a:extLst>
                <a:ext uri="{FF2B5EF4-FFF2-40B4-BE49-F238E27FC236}">
                  <a16:creationId xmlns:a16="http://schemas.microsoft.com/office/drawing/2014/main" id="{EBBEC605-2860-4ADD-AD3B-BD9E0F310EE1}"/>
                </a:ext>
              </a:extLst>
            </p:cNvPr>
            <p:cNvSpPr>
              <a:spLocks noEditPoints="1"/>
            </p:cNvSpPr>
            <p:nvPr userDrawn="1"/>
          </p:nvSpPr>
          <p:spPr bwMode="auto">
            <a:xfrm>
              <a:off x="5414903" y="574981"/>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8" name="Freeform 198">
              <a:extLst>
                <a:ext uri="{FF2B5EF4-FFF2-40B4-BE49-F238E27FC236}">
                  <a16:creationId xmlns:a16="http://schemas.microsoft.com/office/drawing/2014/main" id="{E6693E7B-AE09-429E-AF54-1F1C01B216CE}"/>
                </a:ext>
              </a:extLst>
            </p:cNvPr>
            <p:cNvSpPr>
              <a:spLocks noEditPoints="1"/>
            </p:cNvSpPr>
            <p:nvPr userDrawn="1"/>
          </p:nvSpPr>
          <p:spPr bwMode="auto">
            <a:xfrm>
              <a:off x="5770128" y="-73252"/>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9" name="Freeform 199">
              <a:extLst>
                <a:ext uri="{FF2B5EF4-FFF2-40B4-BE49-F238E27FC236}">
                  <a16:creationId xmlns:a16="http://schemas.microsoft.com/office/drawing/2014/main" id="{62C971D3-AFEE-4244-BEBF-F881541C30F0}"/>
                </a:ext>
              </a:extLst>
            </p:cNvPr>
            <p:cNvSpPr>
              <a:spLocks noEditPoints="1"/>
            </p:cNvSpPr>
            <p:nvPr userDrawn="1"/>
          </p:nvSpPr>
          <p:spPr bwMode="auto">
            <a:xfrm>
              <a:off x="5326599" y="1421898"/>
              <a:ext cx="126436" cy="122422"/>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0" name="Freeform 200">
              <a:extLst>
                <a:ext uri="{FF2B5EF4-FFF2-40B4-BE49-F238E27FC236}">
                  <a16:creationId xmlns:a16="http://schemas.microsoft.com/office/drawing/2014/main" id="{0F33B6D1-5DD7-46F2-AD8C-B4E17B401700}"/>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1" name="Freeform 201">
              <a:extLst>
                <a:ext uri="{FF2B5EF4-FFF2-40B4-BE49-F238E27FC236}">
                  <a16:creationId xmlns:a16="http://schemas.microsoft.com/office/drawing/2014/main" id="{C633E209-6B49-4738-97FB-F61F1D43BC3B}"/>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2" name="Freeform 202">
              <a:extLst>
                <a:ext uri="{FF2B5EF4-FFF2-40B4-BE49-F238E27FC236}">
                  <a16:creationId xmlns:a16="http://schemas.microsoft.com/office/drawing/2014/main" id="{8B9A377B-93D3-4399-BCD6-5441546AF6D2}"/>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3" name="Freeform 203">
              <a:extLst>
                <a:ext uri="{FF2B5EF4-FFF2-40B4-BE49-F238E27FC236}">
                  <a16:creationId xmlns:a16="http://schemas.microsoft.com/office/drawing/2014/main" id="{AD2782B9-7D90-4906-B9A9-ADA7073DBFAC}"/>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4" name="Freeform 204">
              <a:extLst>
                <a:ext uri="{FF2B5EF4-FFF2-40B4-BE49-F238E27FC236}">
                  <a16:creationId xmlns:a16="http://schemas.microsoft.com/office/drawing/2014/main" id="{2F30D162-90DE-4681-9102-2F39E791E44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5" name="Freeform 206">
              <a:extLst>
                <a:ext uri="{FF2B5EF4-FFF2-40B4-BE49-F238E27FC236}">
                  <a16:creationId xmlns:a16="http://schemas.microsoft.com/office/drawing/2014/main" id="{1A8CFC96-1E28-49F2-8968-037FA8AC821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6" name="Freeform 207">
              <a:extLst>
                <a:ext uri="{FF2B5EF4-FFF2-40B4-BE49-F238E27FC236}">
                  <a16:creationId xmlns:a16="http://schemas.microsoft.com/office/drawing/2014/main" id="{83C42033-4D65-419A-A875-75B5DAB0D75B}"/>
                </a:ext>
              </a:extLst>
            </p:cNvPr>
            <p:cNvSpPr>
              <a:spLocks noEditPoints="1"/>
            </p:cNvSpPr>
            <p:nvPr userDrawn="1"/>
          </p:nvSpPr>
          <p:spPr bwMode="auto">
            <a:xfrm>
              <a:off x="3478233" y="532835"/>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7" name="Freeform 208">
              <a:extLst>
                <a:ext uri="{FF2B5EF4-FFF2-40B4-BE49-F238E27FC236}">
                  <a16:creationId xmlns:a16="http://schemas.microsoft.com/office/drawing/2014/main" id="{3D5B4BE9-D8C6-41AF-9426-0F34ED174278}"/>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8" name="Freeform 209">
              <a:extLst>
                <a:ext uri="{FF2B5EF4-FFF2-40B4-BE49-F238E27FC236}">
                  <a16:creationId xmlns:a16="http://schemas.microsoft.com/office/drawing/2014/main" id="{B5A1FBBB-2A8C-47FA-9D1B-A6B8A69A215D}"/>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9" name="Freeform 210">
              <a:extLst>
                <a:ext uri="{FF2B5EF4-FFF2-40B4-BE49-F238E27FC236}">
                  <a16:creationId xmlns:a16="http://schemas.microsoft.com/office/drawing/2014/main" id="{DE2ED5B7-DC0B-462E-ABB9-B2D7979ADEDC}"/>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0" name="Freeform 211">
              <a:extLst>
                <a:ext uri="{FF2B5EF4-FFF2-40B4-BE49-F238E27FC236}">
                  <a16:creationId xmlns:a16="http://schemas.microsoft.com/office/drawing/2014/main" id="{9DD06BD0-54D0-431E-B9F3-5D60453B61F8}"/>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1" name="Freeform 212">
              <a:extLst>
                <a:ext uri="{FF2B5EF4-FFF2-40B4-BE49-F238E27FC236}">
                  <a16:creationId xmlns:a16="http://schemas.microsoft.com/office/drawing/2014/main" id="{579B3468-56D2-4939-A24D-CE0ACF324077}"/>
                </a:ext>
              </a:extLst>
            </p:cNvPr>
            <p:cNvSpPr>
              <a:spLocks noEditPoints="1"/>
            </p:cNvSpPr>
            <p:nvPr userDrawn="1"/>
          </p:nvSpPr>
          <p:spPr bwMode="auto">
            <a:xfrm>
              <a:off x="3692972"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2" name="Freeform 213">
              <a:extLst>
                <a:ext uri="{FF2B5EF4-FFF2-40B4-BE49-F238E27FC236}">
                  <a16:creationId xmlns:a16="http://schemas.microsoft.com/office/drawing/2014/main" id="{6B242AA0-66E3-43CF-9C07-1F4CE62C6B07}"/>
                </a:ext>
              </a:extLst>
            </p:cNvPr>
            <p:cNvSpPr>
              <a:spLocks noEditPoints="1"/>
            </p:cNvSpPr>
            <p:nvPr userDrawn="1"/>
          </p:nvSpPr>
          <p:spPr bwMode="auto">
            <a:xfrm>
              <a:off x="3759201" y="312075"/>
              <a:ext cx="26091" cy="28097"/>
            </a:xfrm>
            <a:custGeom>
              <a:avLst/>
              <a:gdLst>
                <a:gd name="T0" fmla="*/ 18 w 18"/>
                <a:gd name="T1" fmla="*/ 9 h 18"/>
                <a:gd name="T2" fmla="*/ 18 w 18"/>
                <a:gd name="T3" fmla="*/ 9 h 18"/>
                <a:gd name="T4" fmla="*/ 18 w 18"/>
                <a:gd name="T5" fmla="*/ 9 h 18"/>
                <a:gd name="T6" fmla="*/ 9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3" name="Freeform 214">
              <a:extLst>
                <a:ext uri="{FF2B5EF4-FFF2-40B4-BE49-F238E27FC236}">
                  <a16:creationId xmlns:a16="http://schemas.microsoft.com/office/drawing/2014/main" id="{1A7F6ECE-4B8F-4BA3-B734-804D689C7533}"/>
                </a:ext>
              </a:extLst>
            </p:cNvPr>
            <p:cNvSpPr>
              <a:spLocks noEditPoints="1"/>
            </p:cNvSpPr>
            <p:nvPr userDrawn="1"/>
          </p:nvSpPr>
          <p:spPr bwMode="auto">
            <a:xfrm>
              <a:off x="3767229" y="336158"/>
              <a:ext cx="22077"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4" y="1"/>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4" name="Freeform 215">
              <a:extLst>
                <a:ext uri="{FF2B5EF4-FFF2-40B4-BE49-F238E27FC236}">
                  <a16:creationId xmlns:a16="http://schemas.microsoft.com/office/drawing/2014/main" id="{2C61750B-6884-4CC0-96A9-299D9D6FE999}"/>
                </a:ext>
              </a:extLst>
            </p:cNvPr>
            <p:cNvSpPr>
              <a:spLocks noEditPoints="1"/>
            </p:cNvSpPr>
            <p:nvPr userDrawn="1"/>
          </p:nvSpPr>
          <p:spPr bwMode="auto">
            <a:xfrm>
              <a:off x="3785290" y="348199"/>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1"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5" name="Freeform 216">
              <a:extLst>
                <a:ext uri="{FF2B5EF4-FFF2-40B4-BE49-F238E27FC236}">
                  <a16:creationId xmlns:a16="http://schemas.microsoft.com/office/drawing/2014/main" id="{EE45358A-6673-43E7-998F-79D7AB79E2FB}"/>
                </a:ext>
              </a:extLst>
            </p:cNvPr>
            <p:cNvSpPr>
              <a:spLocks noEditPoints="1"/>
            </p:cNvSpPr>
            <p:nvPr userDrawn="1"/>
          </p:nvSpPr>
          <p:spPr bwMode="auto">
            <a:xfrm>
              <a:off x="5390820" y="1154978"/>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6" name="Freeform 217">
              <a:extLst>
                <a:ext uri="{FF2B5EF4-FFF2-40B4-BE49-F238E27FC236}">
                  <a16:creationId xmlns:a16="http://schemas.microsoft.com/office/drawing/2014/main" id="{B7895499-8D09-42B3-9B5D-739C88F59662}"/>
                </a:ext>
              </a:extLst>
            </p:cNvPr>
            <p:cNvSpPr>
              <a:spLocks noEditPoints="1"/>
            </p:cNvSpPr>
            <p:nvPr userDrawn="1"/>
          </p:nvSpPr>
          <p:spPr bwMode="auto">
            <a:xfrm>
              <a:off x="5388814" y="1251310"/>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7 w 19"/>
                <a:gd name="T49" fmla="*/ 4 h 18"/>
                <a:gd name="T50" fmla="*/ 13 w 19"/>
                <a:gd name="T51" fmla="*/ 0 h 18"/>
                <a:gd name="T52" fmla="*/ 10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7" name="Freeform 218">
              <a:extLst>
                <a:ext uri="{FF2B5EF4-FFF2-40B4-BE49-F238E27FC236}">
                  <a16:creationId xmlns:a16="http://schemas.microsoft.com/office/drawing/2014/main" id="{F4493BAA-DB4F-45EA-B45F-433992F73590}"/>
                </a:ext>
              </a:extLst>
            </p:cNvPr>
            <p:cNvSpPr>
              <a:spLocks noEditPoints="1"/>
            </p:cNvSpPr>
            <p:nvPr userDrawn="1"/>
          </p:nvSpPr>
          <p:spPr bwMode="auto">
            <a:xfrm>
              <a:off x="5376773" y="1271379"/>
              <a:ext cx="20069" cy="20069"/>
            </a:xfrm>
            <a:custGeom>
              <a:avLst/>
              <a:gdLst>
                <a:gd name="T0" fmla="*/ 7 w 14"/>
                <a:gd name="T1" fmla="*/ 8 h 14"/>
                <a:gd name="T2" fmla="*/ 6 w 14"/>
                <a:gd name="T3" fmla="*/ 8 h 14"/>
                <a:gd name="T4" fmla="*/ 6 w 14"/>
                <a:gd name="T5" fmla="*/ 7 h 14"/>
                <a:gd name="T6" fmla="*/ 6 w 14"/>
                <a:gd name="T7" fmla="*/ 6 h 14"/>
                <a:gd name="T8" fmla="*/ 6 w 14"/>
                <a:gd name="T9" fmla="*/ 6 h 14"/>
                <a:gd name="T10" fmla="*/ 7 w 14"/>
                <a:gd name="T11" fmla="*/ 6 h 14"/>
                <a:gd name="T12" fmla="*/ 8 w 14"/>
                <a:gd name="T13" fmla="*/ 6 h 14"/>
                <a:gd name="T14" fmla="*/ 8 w 14"/>
                <a:gd name="T15" fmla="*/ 7 h 14"/>
                <a:gd name="T16" fmla="*/ 8 w 14"/>
                <a:gd name="T17" fmla="*/ 8 h 14"/>
                <a:gd name="T18" fmla="*/ 7 w 14"/>
                <a:gd name="T19" fmla="*/ 8 h 14"/>
                <a:gd name="T20" fmla="*/ 7 w 14"/>
                <a:gd name="T21" fmla="*/ 0 h 14"/>
                <a:gd name="T22" fmla="*/ 7 w 14"/>
                <a:gd name="T23" fmla="*/ 0 h 14"/>
                <a:gd name="T24" fmla="*/ 3 w 14"/>
                <a:gd name="T25" fmla="*/ 1 h 14"/>
                <a:gd name="T26" fmla="*/ 3 w 14"/>
                <a:gd name="T27" fmla="*/ 1 h 14"/>
                <a:gd name="T28" fmla="*/ 0 w 14"/>
                <a:gd name="T29" fmla="*/ 7 h 14"/>
                <a:gd name="T30" fmla="*/ 1 w 14"/>
                <a:gd name="T31" fmla="*/ 11 h 14"/>
                <a:gd name="T32" fmla="*/ 5 w 14"/>
                <a:gd name="T33" fmla="*/ 14 h 14"/>
                <a:gd name="T34" fmla="*/ 8 w 14"/>
                <a:gd name="T35" fmla="*/ 14 h 14"/>
                <a:gd name="T36" fmla="*/ 8 w 14"/>
                <a:gd name="T37" fmla="*/ 14 h 14"/>
                <a:gd name="T38" fmla="*/ 10 w 14"/>
                <a:gd name="T39" fmla="*/ 14 h 14"/>
                <a:gd name="T40" fmla="*/ 11 w 14"/>
                <a:gd name="T41" fmla="*/ 13 h 14"/>
                <a:gd name="T42" fmla="*/ 9 w 14"/>
                <a:gd name="T43" fmla="*/ 11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7"/>
                    <a:pt x="6" y="7"/>
                    <a:pt x="6" y="7"/>
                  </a:cubicBezTo>
                  <a:cubicBezTo>
                    <a:pt x="6" y="7"/>
                    <a:pt x="6" y="6"/>
                    <a:pt x="6" y="6"/>
                  </a:cubicBezTo>
                  <a:cubicBezTo>
                    <a:pt x="6" y="6"/>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3" y="1"/>
                    <a:pt x="3" y="1"/>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4"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8" name="Freeform 219">
              <a:extLst>
                <a:ext uri="{FF2B5EF4-FFF2-40B4-BE49-F238E27FC236}">
                  <a16:creationId xmlns:a16="http://schemas.microsoft.com/office/drawing/2014/main" id="{60103817-CD1B-4D46-B6BF-8A974EB57CC6}"/>
                </a:ext>
              </a:extLst>
            </p:cNvPr>
            <p:cNvSpPr>
              <a:spLocks noEditPoints="1"/>
            </p:cNvSpPr>
            <p:nvPr userDrawn="1"/>
          </p:nvSpPr>
          <p:spPr bwMode="auto">
            <a:xfrm>
              <a:off x="5378779" y="1291448"/>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9" name="Freeform 220">
              <a:extLst>
                <a:ext uri="{FF2B5EF4-FFF2-40B4-BE49-F238E27FC236}">
                  <a16:creationId xmlns:a16="http://schemas.microsoft.com/office/drawing/2014/main" id="{DDE1BD54-33AE-4EB7-9992-D1E47FEAA136}"/>
                </a:ext>
              </a:extLst>
            </p:cNvPr>
            <p:cNvSpPr>
              <a:spLocks noEditPoints="1"/>
            </p:cNvSpPr>
            <p:nvPr userDrawn="1"/>
          </p:nvSpPr>
          <p:spPr bwMode="auto">
            <a:xfrm>
              <a:off x="5587498" y="867990"/>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0" name="Freeform 221">
              <a:extLst>
                <a:ext uri="{FF2B5EF4-FFF2-40B4-BE49-F238E27FC236}">
                  <a16:creationId xmlns:a16="http://schemas.microsoft.com/office/drawing/2014/main" id="{C871F0DC-63D3-4319-895D-F4650BBAAD08}"/>
                </a:ext>
              </a:extLst>
            </p:cNvPr>
            <p:cNvSpPr>
              <a:spLocks noEditPoints="1"/>
            </p:cNvSpPr>
            <p:nvPr userDrawn="1"/>
          </p:nvSpPr>
          <p:spPr bwMode="auto">
            <a:xfrm>
              <a:off x="5583484" y="1036571"/>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20 w 28"/>
                <a:gd name="T17" fmla="*/ 23 h 27"/>
                <a:gd name="T18" fmla="*/ 18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1 w 28"/>
                <a:gd name="T37" fmla="*/ 25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20" y="23"/>
                    <a:pt x="20" y="23"/>
                    <a:pt x="20" y="23"/>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1" name="Freeform 222">
              <a:extLst>
                <a:ext uri="{FF2B5EF4-FFF2-40B4-BE49-F238E27FC236}">
                  <a16:creationId xmlns:a16="http://schemas.microsoft.com/office/drawing/2014/main" id="{81CA1C43-29E4-4DC1-9FF3-F2992D3D2F38}"/>
                </a:ext>
              </a:extLst>
            </p:cNvPr>
            <p:cNvSpPr>
              <a:spLocks noEditPoints="1"/>
            </p:cNvSpPr>
            <p:nvPr userDrawn="1"/>
          </p:nvSpPr>
          <p:spPr bwMode="auto">
            <a:xfrm>
              <a:off x="5559401"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2" name="Freeform 223">
              <a:extLst>
                <a:ext uri="{FF2B5EF4-FFF2-40B4-BE49-F238E27FC236}">
                  <a16:creationId xmlns:a16="http://schemas.microsoft.com/office/drawing/2014/main" id="{C5E9F937-00D6-4EEE-A297-2BD7BA470E87}"/>
                </a:ext>
              </a:extLst>
            </p:cNvPr>
            <p:cNvSpPr>
              <a:spLocks noEditPoints="1"/>
            </p:cNvSpPr>
            <p:nvPr userDrawn="1"/>
          </p:nvSpPr>
          <p:spPr bwMode="auto">
            <a:xfrm>
              <a:off x="5563415" y="1108820"/>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4 w 19"/>
                <a:gd name="T37" fmla="*/ 17 h 19"/>
                <a:gd name="T38" fmla="*/ 19 w 19"/>
                <a:gd name="T39" fmla="*/ 10 h 19"/>
                <a:gd name="T40" fmla="*/ 17 w 19"/>
                <a:gd name="T41" fmla="*/ 5 h 19"/>
                <a:gd name="T42" fmla="*/ 10 w 1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3" name="Freeform 224">
              <a:extLst>
                <a:ext uri="{FF2B5EF4-FFF2-40B4-BE49-F238E27FC236}">
                  <a16:creationId xmlns:a16="http://schemas.microsoft.com/office/drawing/2014/main" id="{0E03628C-D873-4ACB-9BB1-E1D8F655EAD3}"/>
                </a:ext>
              </a:extLst>
            </p:cNvPr>
            <p:cNvSpPr>
              <a:spLocks noEditPoints="1"/>
            </p:cNvSpPr>
            <p:nvPr userDrawn="1"/>
          </p:nvSpPr>
          <p:spPr bwMode="auto">
            <a:xfrm>
              <a:off x="5190129" y="-283978"/>
              <a:ext cx="118408"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9"/>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4" name="Freeform 225">
              <a:extLst>
                <a:ext uri="{FF2B5EF4-FFF2-40B4-BE49-F238E27FC236}">
                  <a16:creationId xmlns:a16="http://schemas.microsoft.com/office/drawing/2014/main" id="{5A52842B-E042-4CF2-ACB4-CAEB1520E207}"/>
                </a:ext>
              </a:extLst>
            </p:cNvPr>
            <p:cNvSpPr>
              <a:spLocks noEditPoints="1"/>
            </p:cNvSpPr>
            <p:nvPr userDrawn="1"/>
          </p:nvSpPr>
          <p:spPr bwMode="auto">
            <a:xfrm>
              <a:off x="5186115" y="-187646"/>
              <a:ext cx="30104" cy="26090"/>
            </a:xfrm>
            <a:custGeom>
              <a:avLst/>
              <a:gdLst>
                <a:gd name="T0" fmla="*/ 10 w 19"/>
                <a:gd name="T1" fmla="*/ 12 h 18"/>
                <a:gd name="T2" fmla="*/ 7 w 19"/>
                <a:gd name="T3" fmla="*/ 11 h 18"/>
                <a:gd name="T4" fmla="*/ 7 w 19"/>
                <a:gd name="T5" fmla="*/ 11 h 18"/>
                <a:gd name="T6" fmla="*/ 6 w 19"/>
                <a:gd name="T7" fmla="*/ 9 h 18"/>
                <a:gd name="T8" fmla="*/ 8 w 19"/>
                <a:gd name="T9" fmla="*/ 6 h 18"/>
                <a:gd name="T10" fmla="*/ 10 w 19"/>
                <a:gd name="T11" fmla="*/ 6 h 18"/>
                <a:gd name="T12" fmla="*/ 12 w 19"/>
                <a:gd name="T13" fmla="*/ 7 h 18"/>
                <a:gd name="T14" fmla="*/ 13 w 19"/>
                <a:gd name="T15" fmla="*/ 9 h 18"/>
                <a:gd name="T16" fmla="*/ 11 w 19"/>
                <a:gd name="T17" fmla="*/ 12 h 18"/>
                <a:gd name="T18" fmla="*/ 13 w 19"/>
                <a:gd name="T19" fmla="*/ 14 h 18"/>
                <a:gd name="T20" fmla="*/ 11 w 19"/>
                <a:gd name="T21" fmla="*/ 12 h 18"/>
                <a:gd name="T22" fmla="*/ 10 w 19"/>
                <a:gd name="T23" fmla="*/ 12 h 18"/>
                <a:gd name="T24" fmla="*/ 10 w 19"/>
                <a:gd name="T25" fmla="*/ 0 h 18"/>
                <a:gd name="T26" fmla="*/ 10 w 19"/>
                <a:gd name="T27" fmla="*/ 0 h 18"/>
                <a:gd name="T28" fmla="*/ 5 w 19"/>
                <a:gd name="T29" fmla="*/ 1 h 18"/>
                <a:gd name="T30" fmla="*/ 0 w 19"/>
                <a:gd name="T31" fmla="*/ 9 h 18"/>
                <a:gd name="T32" fmla="*/ 2 w 19"/>
                <a:gd name="T33" fmla="*/ 13 h 18"/>
                <a:gd name="T34" fmla="*/ 5 w 19"/>
                <a:gd name="T35" fmla="*/ 16 h 18"/>
                <a:gd name="T36" fmla="*/ 5 w 19"/>
                <a:gd name="T37" fmla="*/ 16 h 18"/>
                <a:gd name="T38" fmla="*/ 5 w 19"/>
                <a:gd name="T39" fmla="*/ 16 h 18"/>
                <a:gd name="T40" fmla="*/ 6 w 19"/>
                <a:gd name="T41" fmla="*/ 17 h 18"/>
                <a:gd name="T42" fmla="*/ 10 w 19"/>
                <a:gd name="T43" fmla="*/ 18 h 18"/>
                <a:gd name="T44" fmla="*/ 10 w 19"/>
                <a:gd name="T45" fmla="*/ 18 h 18"/>
                <a:gd name="T46" fmla="*/ 14 w 19"/>
                <a:gd name="T47" fmla="*/ 17 h 18"/>
                <a:gd name="T48" fmla="*/ 14 w 19"/>
                <a:gd name="T49" fmla="*/ 17 h 18"/>
                <a:gd name="T50" fmla="*/ 19 w 19"/>
                <a:gd name="T51" fmla="*/ 9 h 18"/>
                <a:gd name="T52" fmla="*/ 18 w 19"/>
                <a:gd name="T53" fmla="*/ 5 h 18"/>
                <a:gd name="T54" fmla="*/ 17 w 19"/>
                <a:gd name="T55" fmla="*/ 4 h 18"/>
                <a:gd name="T56" fmla="*/ 13 w 19"/>
                <a:gd name="T57" fmla="*/ 0 h 18"/>
                <a:gd name="T58" fmla="*/ 10 w 19"/>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8">
                  <a:moveTo>
                    <a:pt x="10" y="12"/>
                  </a:moveTo>
                  <a:cubicBezTo>
                    <a:pt x="8" y="12"/>
                    <a:pt x="7" y="11"/>
                    <a:pt x="7" y="11"/>
                  </a:cubicBezTo>
                  <a:cubicBezTo>
                    <a:pt x="7" y="11"/>
                    <a:pt x="7" y="11"/>
                    <a:pt x="7" y="11"/>
                  </a:cubicBezTo>
                  <a:cubicBezTo>
                    <a:pt x="7"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2" y="13"/>
                  </a:cubicBezTo>
                  <a:cubicBezTo>
                    <a:pt x="3" y="14"/>
                    <a:pt x="4" y="15"/>
                    <a:pt x="5" y="16"/>
                  </a:cubicBezTo>
                  <a:cubicBezTo>
                    <a:pt x="5" y="16"/>
                    <a:pt x="5" y="16"/>
                    <a:pt x="5" y="16"/>
                  </a:cubicBezTo>
                  <a:cubicBezTo>
                    <a:pt x="5" y="16"/>
                    <a:pt x="5" y="16"/>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5" name="Freeform 226">
              <a:extLst>
                <a:ext uri="{FF2B5EF4-FFF2-40B4-BE49-F238E27FC236}">
                  <a16:creationId xmlns:a16="http://schemas.microsoft.com/office/drawing/2014/main" id="{93A5ACA9-B828-4792-B039-95A333FD4D93}"/>
                </a:ext>
              </a:extLst>
            </p:cNvPr>
            <p:cNvSpPr>
              <a:spLocks noEditPoints="1"/>
            </p:cNvSpPr>
            <p:nvPr userDrawn="1"/>
          </p:nvSpPr>
          <p:spPr bwMode="auto">
            <a:xfrm>
              <a:off x="5174074" y="-169584"/>
              <a:ext cx="24083" cy="22077"/>
            </a:xfrm>
            <a:custGeom>
              <a:avLst/>
              <a:gdLst>
                <a:gd name="T0" fmla="*/ 7 w 15"/>
                <a:gd name="T1" fmla="*/ 8 h 14"/>
                <a:gd name="T2" fmla="*/ 6 w 15"/>
                <a:gd name="T3" fmla="*/ 8 h 14"/>
                <a:gd name="T4" fmla="*/ 6 w 15"/>
                <a:gd name="T5" fmla="*/ 7 h 14"/>
                <a:gd name="T6" fmla="*/ 6 w 15"/>
                <a:gd name="T7" fmla="*/ 6 h 14"/>
                <a:gd name="T8" fmla="*/ 7 w 15"/>
                <a:gd name="T9" fmla="*/ 6 h 14"/>
                <a:gd name="T10" fmla="*/ 8 w 15"/>
                <a:gd name="T11" fmla="*/ 7 h 14"/>
                <a:gd name="T12" fmla="*/ 8 w 15"/>
                <a:gd name="T13" fmla="*/ 7 h 14"/>
                <a:gd name="T14" fmla="*/ 9 w 15"/>
                <a:gd name="T15" fmla="*/ 7 h 14"/>
                <a:gd name="T16" fmla="*/ 8 w 15"/>
                <a:gd name="T17" fmla="*/ 8 h 14"/>
                <a:gd name="T18" fmla="*/ 7 w 15"/>
                <a:gd name="T19" fmla="*/ 8 h 14"/>
                <a:gd name="T20" fmla="*/ 7 w 15"/>
                <a:gd name="T21" fmla="*/ 0 h 14"/>
                <a:gd name="T22" fmla="*/ 7 w 15"/>
                <a:gd name="T23" fmla="*/ 0 h 14"/>
                <a:gd name="T24" fmla="*/ 3 w 15"/>
                <a:gd name="T25" fmla="*/ 1 h 14"/>
                <a:gd name="T26" fmla="*/ 0 w 15"/>
                <a:gd name="T27" fmla="*/ 7 h 14"/>
                <a:gd name="T28" fmla="*/ 1 w 15"/>
                <a:gd name="T29" fmla="*/ 11 h 14"/>
                <a:gd name="T30" fmla="*/ 5 w 15"/>
                <a:gd name="T31" fmla="*/ 14 h 14"/>
                <a:gd name="T32" fmla="*/ 8 w 15"/>
                <a:gd name="T33" fmla="*/ 14 h 14"/>
                <a:gd name="T34" fmla="*/ 8 w 15"/>
                <a:gd name="T35" fmla="*/ 14 h 14"/>
                <a:gd name="T36" fmla="*/ 10 w 15"/>
                <a:gd name="T37" fmla="*/ 14 h 14"/>
                <a:gd name="T38" fmla="*/ 11 w 15"/>
                <a:gd name="T39" fmla="*/ 13 h 14"/>
                <a:gd name="T40" fmla="*/ 9 w 15"/>
                <a:gd name="T41" fmla="*/ 11 h 14"/>
                <a:gd name="T42" fmla="*/ 11 w 15"/>
                <a:gd name="T43" fmla="*/ 13 h 14"/>
                <a:gd name="T44" fmla="*/ 15 w 15"/>
                <a:gd name="T45" fmla="*/ 7 h 14"/>
                <a:gd name="T46" fmla="*/ 14 w 15"/>
                <a:gd name="T47" fmla="*/ 4 h 14"/>
                <a:gd name="T48" fmla="*/ 13 w 15"/>
                <a:gd name="T49" fmla="*/ 3 h 14"/>
                <a:gd name="T50" fmla="*/ 13 w 15"/>
                <a:gd name="T51" fmla="*/ 3 h 14"/>
                <a:gd name="T52" fmla="*/ 13 w 15"/>
                <a:gd name="T53" fmla="*/ 3 h 14"/>
                <a:gd name="T54" fmla="*/ 10 w 15"/>
                <a:gd name="T55" fmla="*/ 0 h 14"/>
                <a:gd name="T56" fmla="*/ 7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9" y="7"/>
                    <a:pt x="9" y="7"/>
                    <a:pt x="9" y="7"/>
                  </a:cubicBezTo>
                  <a:cubicBezTo>
                    <a:pt x="9" y="8"/>
                    <a:pt x="8" y="8"/>
                    <a:pt x="8" y="8"/>
                  </a:cubicBezTo>
                  <a:cubicBezTo>
                    <a:pt x="7" y="8"/>
                    <a:pt x="7" y="8"/>
                    <a:pt x="7" y="8"/>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5" y="10"/>
                    <a:pt x="15" y="7"/>
                  </a:cubicBezTo>
                  <a:cubicBezTo>
                    <a:pt x="15" y="6"/>
                    <a:pt x="14" y="5"/>
                    <a:pt x="14" y="4"/>
                  </a:cubicBezTo>
                  <a:cubicBezTo>
                    <a:pt x="14" y="4"/>
                    <a:pt x="14" y="4"/>
                    <a:pt x="13" y="3"/>
                  </a:cubicBezTo>
                  <a:cubicBezTo>
                    <a:pt x="13" y="3"/>
                    <a:pt x="13" y="3"/>
                    <a:pt x="13" y="3"/>
                  </a:cubicBezTo>
                  <a:cubicBezTo>
                    <a:pt x="13" y="3"/>
                    <a:pt x="13" y="3"/>
                    <a:pt x="13" y="3"/>
                  </a:cubicBezTo>
                  <a:cubicBezTo>
                    <a:pt x="12" y="2"/>
                    <a:pt x="11"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6" name="Freeform 227">
              <a:extLst>
                <a:ext uri="{FF2B5EF4-FFF2-40B4-BE49-F238E27FC236}">
                  <a16:creationId xmlns:a16="http://schemas.microsoft.com/office/drawing/2014/main" id="{D6801734-A733-431F-B3E1-609AEB7A814A}"/>
                </a:ext>
              </a:extLst>
            </p:cNvPr>
            <p:cNvSpPr>
              <a:spLocks noEditPoints="1"/>
            </p:cNvSpPr>
            <p:nvPr userDrawn="1"/>
          </p:nvSpPr>
          <p:spPr bwMode="auto">
            <a:xfrm>
              <a:off x="5176081" y="-147508"/>
              <a:ext cx="20069" cy="20069"/>
            </a:xfrm>
            <a:custGeom>
              <a:avLst/>
              <a:gdLst>
                <a:gd name="T0" fmla="*/ 7 w 13"/>
                <a:gd name="T1" fmla="*/ 7 h 13"/>
                <a:gd name="T2" fmla="*/ 6 w 13"/>
                <a:gd name="T3" fmla="*/ 6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0 h 13"/>
                <a:gd name="T22" fmla="*/ 7 w 13"/>
                <a:gd name="T23" fmla="*/ 0 h 13"/>
                <a:gd name="T24" fmla="*/ 4 w 13"/>
                <a:gd name="T25" fmla="*/ 0 h 13"/>
                <a:gd name="T26" fmla="*/ 3 w 13"/>
                <a:gd name="T27" fmla="*/ 1 h 13"/>
                <a:gd name="T28" fmla="*/ 3 w 13"/>
                <a:gd name="T29" fmla="*/ 1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9 w 13"/>
                <a:gd name="T43" fmla="*/ 9 h 13"/>
                <a:gd name="T44" fmla="*/ 10 w 13"/>
                <a:gd name="T45" fmla="*/ 12 h 13"/>
                <a:gd name="T46" fmla="*/ 13 w 13"/>
                <a:gd name="T47" fmla="*/ 6 h 13"/>
                <a:gd name="T48" fmla="*/ 12 w 13"/>
                <a:gd name="T49" fmla="*/ 3 h 13"/>
                <a:gd name="T50" fmla="*/ 9 w 13"/>
                <a:gd name="T51" fmla="*/ 0 h 13"/>
                <a:gd name="T52" fmla="*/ 7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1"/>
                    <a:pt x="3" y="1"/>
                  </a:cubicBezTo>
                  <a:cubicBezTo>
                    <a:pt x="3" y="1"/>
                    <a:pt x="3" y="1"/>
                    <a:pt x="3" y="1"/>
                  </a:cubicBezTo>
                  <a:cubicBezTo>
                    <a:pt x="3" y="1"/>
                    <a:pt x="3" y="1"/>
                    <a:pt x="3" y="1"/>
                  </a:cubicBezTo>
                  <a:cubicBezTo>
                    <a:pt x="1" y="2"/>
                    <a:pt x="0" y="4"/>
                    <a:pt x="0" y="6"/>
                  </a:cubicBezTo>
                  <a:cubicBezTo>
                    <a:pt x="0" y="7"/>
                    <a:pt x="1" y="9"/>
                    <a:pt x="1" y="10"/>
                  </a:cubicBezTo>
                  <a:cubicBezTo>
                    <a:pt x="3"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7" name="Freeform 228">
              <a:extLst>
                <a:ext uri="{FF2B5EF4-FFF2-40B4-BE49-F238E27FC236}">
                  <a16:creationId xmlns:a16="http://schemas.microsoft.com/office/drawing/2014/main" id="{9C48134C-0498-4746-8B44-0958316FD1D6}"/>
                </a:ext>
              </a:extLst>
            </p:cNvPr>
            <p:cNvSpPr>
              <a:spLocks noEditPoints="1"/>
            </p:cNvSpPr>
            <p:nvPr userDrawn="1"/>
          </p:nvSpPr>
          <p:spPr bwMode="auto">
            <a:xfrm>
              <a:off x="4567986"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8" name="Freeform 229">
              <a:extLst>
                <a:ext uri="{FF2B5EF4-FFF2-40B4-BE49-F238E27FC236}">
                  <a16:creationId xmlns:a16="http://schemas.microsoft.com/office/drawing/2014/main" id="{08C6DC09-1CDD-4888-B8E0-055ED68B44E8}"/>
                </a:ext>
              </a:extLst>
            </p:cNvPr>
            <p:cNvSpPr>
              <a:spLocks noEditPoints="1"/>
            </p:cNvSpPr>
            <p:nvPr userDrawn="1"/>
          </p:nvSpPr>
          <p:spPr bwMode="auto">
            <a:xfrm>
              <a:off x="4662312" y="247854"/>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9" name="Freeform 230">
              <a:extLst>
                <a:ext uri="{FF2B5EF4-FFF2-40B4-BE49-F238E27FC236}">
                  <a16:creationId xmlns:a16="http://schemas.microsoft.com/office/drawing/2014/main" id="{EDDECDDA-C0F8-4867-80B2-6B4A5FC6990D}"/>
                </a:ext>
              </a:extLst>
            </p:cNvPr>
            <p:cNvSpPr>
              <a:spLocks/>
            </p:cNvSpPr>
            <p:nvPr userDrawn="1"/>
          </p:nvSpPr>
          <p:spPr bwMode="auto">
            <a:xfrm>
              <a:off x="4674353"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0" name="Freeform 231">
              <a:extLst>
                <a:ext uri="{FF2B5EF4-FFF2-40B4-BE49-F238E27FC236}">
                  <a16:creationId xmlns:a16="http://schemas.microsoft.com/office/drawing/2014/main" id="{BB7A1FBD-FF24-41B6-93F4-5F5B8FE7E295}"/>
                </a:ext>
              </a:extLst>
            </p:cNvPr>
            <p:cNvSpPr>
              <a:spLocks noEditPoints="1"/>
            </p:cNvSpPr>
            <p:nvPr userDrawn="1"/>
          </p:nvSpPr>
          <p:spPr bwMode="auto">
            <a:xfrm>
              <a:off x="4700442" y="300033"/>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1" name="Freeform 232">
              <a:extLst>
                <a:ext uri="{FF2B5EF4-FFF2-40B4-BE49-F238E27FC236}">
                  <a16:creationId xmlns:a16="http://schemas.microsoft.com/office/drawing/2014/main" id="{83AFF126-EA59-4BC8-96E9-2E3D517D9F0C}"/>
                </a:ext>
              </a:extLst>
            </p:cNvPr>
            <p:cNvSpPr>
              <a:spLocks noEditPoints="1"/>
            </p:cNvSpPr>
            <p:nvPr userDrawn="1"/>
          </p:nvSpPr>
          <p:spPr bwMode="auto">
            <a:xfrm>
              <a:off x="4784733" y="1514216"/>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2" name="Freeform 233">
              <a:extLst>
                <a:ext uri="{FF2B5EF4-FFF2-40B4-BE49-F238E27FC236}">
                  <a16:creationId xmlns:a16="http://schemas.microsoft.com/office/drawing/2014/main" id="{567EDE22-1142-4EA4-93B1-5D3A85931A78}"/>
                </a:ext>
              </a:extLst>
            </p:cNvPr>
            <p:cNvSpPr>
              <a:spLocks noEditPoints="1"/>
            </p:cNvSpPr>
            <p:nvPr userDrawn="1"/>
          </p:nvSpPr>
          <p:spPr bwMode="auto">
            <a:xfrm>
              <a:off x="4895114" y="1706880"/>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6"/>
                    <a:pt x="14" y="27"/>
                  </a:cubicBezTo>
                  <a:cubicBezTo>
                    <a:pt x="21" y="26"/>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3" name="Freeform 234">
              <a:extLst>
                <a:ext uri="{FF2B5EF4-FFF2-40B4-BE49-F238E27FC236}">
                  <a16:creationId xmlns:a16="http://schemas.microsoft.com/office/drawing/2014/main" id="{CDF768A1-EE60-4E86-815F-E3EEB23DE64F}"/>
                </a:ext>
              </a:extLst>
            </p:cNvPr>
            <p:cNvSpPr>
              <a:spLocks/>
            </p:cNvSpPr>
            <p:nvPr userDrawn="1"/>
          </p:nvSpPr>
          <p:spPr bwMode="auto">
            <a:xfrm>
              <a:off x="4911169" y="1749024"/>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4" name="Freeform 235">
              <a:extLst>
                <a:ext uri="{FF2B5EF4-FFF2-40B4-BE49-F238E27FC236}">
                  <a16:creationId xmlns:a16="http://schemas.microsoft.com/office/drawing/2014/main" id="{348EBCBD-C463-4E35-9F42-9FF875DB4133}"/>
                </a:ext>
              </a:extLst>
            </p:cNvPr>
            <p:cNvSpPr>
              <a:spLocks noEditPoints="1"/>
            </p:cNvSpPr>
            <p:nvPr userDrawn="1"/>
          </p:nvSpPr>
          <p:spPr bwMode="auto">
            <a:xfrm>
              <a:off x="4943280" y="1767087"/>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5" name="Freeform 236">
              <a:extLst>
                <a:ext uri="{FF2B5EF4-FFF2-40B4-BE49-F238E27FC236}">
                  <a16:creationId xmlns:a16="http://schemas.microsoft.com/office/drawing/2014/main" id="{E6513D26-EFD3-4B10-8B9C-2355631F3C80}"/>
                </a:ext>
              </a:extLst>
            </p:cNvPr>
            <p:cNvSpPr>
              <a:spLocks noEditPoints="1"/>
            </p:cNvSpPr>
            <p:nvPr userDrawn="1"/>
          </p:nvSpPr>
          <p:spPr bwMode="auto">
            <a:xfrm>
              <a:off x="4746602" y="709444"/>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6" name="Freeform 237">
              <a:extLst>
                <a:ext uri="{FF2B5EF4-FFF2-40B4-BE49-F238E27FC236}">
                  <a16:creationId xmlns:a16="http://schemas.microsoft.com/office/drawing/2014/main" id="{B2F75829-FC8C-4D06-B278-AA3EF5C0079C}"/>
                </a:ext>
              </a:extLst>
            </p:cNvPr>
            <p:cNvSpPr>
              <a:spLocks/>
            </p:cNvSpPr>
            <p:nvPr userDrawn="1"/>
          </p:nvSpPr>
          <p:spPr bwMode="auto">
            <a:xfrm>
              <a:off x="4838920"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7" name="Freeform 238">
              <a:extLst>
                <a:ext uri="{FF2B5EF4-FFF2-40B4-BE49-F238E27FC236}">
                  <a16:creationId xmlns:a16="http://schemas.microsoft.com/office/drawing/2014/main" id="{12F5A784-B2CA-4BAB-AC4F-91CA09B0A331}"/>
                </a:ext>
              </a:extLst>
            </p:cNvPr>
            <p:cNvSpPr>
              <a:spLocks/>
            </p:cNvSpPr>
            <p:nvPr userDrawn="1"/>
          </p:nvSpPr>
          <p:spPr bwMode="auto">
            <a:xfrm>
              <a:off x="4852968" y="906121"/>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8" name="Freeform 239">
              <a:extLst>
                <a:ext uri="{FF2B5EF4-FFF2-40B4-BE49-F238E27FC236}">
                  <a16:creationId xmlns:a16="http://schemas.microsoft.com/office/drawing/2014/main" id="{7940D110-233A-42EC-AD6F-F2B1ACFDCDAC}"/>
                </a:ext>
              </a:extLst>
            </p:cNvPr>
            <p:cNvSpPr>
              <a:spLocks noEditPoints="1"/>
            </p:cNvSpPr>
            <p:nvPr userDrawn="1"/>
          </p:nvSpPr>
          <p:spPr bwMode="auto">
            <a:xfrm>
              <a:off x="4879058"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9" name="Freeform 240">
              <a:extLst>
                <a:ext uri="{FF2B5EF4-FFF2-40B4-BE49-F238E27FC236}">
                  <a16:creationId xmlns:a16="http://schemas.microsoft.com/office/drawing/2014/main" id="{49D4105E-3B93-4C0C-933C-915C030AA94B}"/>
                </a:ext>
              </a:extLst>
            </p:cNvPr>
            <p:cNvSpPr>
              <a:spLocks noEditPoints="1"/>
            </p:cNvSpPr>
            <p:nvPr userDrawn="1"/>
          </p:nvSpPr>
          <p:spPr bwMode="auto">
            <a:xfrm>
              <a:off x="4343212"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0" name="Freeform 241">
              <a:extLst>
                <a:ext uri="{FF2B5EF4-FFF2-40B4-BE49-F238E27FC236}">
                  <a16:creationId xmlns:a16="http://schemas.microsoft.com/office/drawing/2014/main" id="{481DE165-420B-4F91-A16D-AE505E77882B}"/>
                </a:ext>
              </a:extLst>
            </p:cNvPr>
            <p:cNvSpPr>
              <a:spLocks noEditPoints="1"/>
            </p:cNvSpPr>
            <p:nvPr userDrawn="1"/>
          </p:nvSpPr>
          <p:spPr bwMode="auto">
            <a:xfrm>
              <a:off x="4507779" y="1066674"/>
              <a:ext cx="40138"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1" name="Freeform 242">
              <a:extLst>
                <a:ext uri="{FF2B5EF4-FFF2-40B4-BE49-F238E27FC236}">
                  <a16:creationId xmlns:a16="http://schemas.microsoft.com/office/drawing/2014/main" id="{34F97DBB-3F68-4660-8F79-4F28DBD50BF7}"/>
                </a:ext>
              </a:extLst>
            </p:cNvPr>
            <p:cNvSpPr>
              <a:spLocks noEditPoints="1"/>
            </p:cNvSpPr>
            <p:nvPr userDrawn="1"/>
          </p:nvSpPr>
          <p:spPr bwMode="auto">
            <a:xfrm>
              <a:off x="4543903" y="1090757"/>
              <a:ext cx="30104" cy="30104"/>
            </a:xfrm>
            <a:custGeom>
              <a:avLst/>
              <a:gdLst>
                <a:gd name="T0" fmla="*/ 4 w 20"/>
                <a:gd name="T1" fmla="*/ 2 h 20"/>
                <a:gd name="T2" fmla="*/ 4 w 20"/>
                <a:gd name="T3" fmla="*/ 2 h 20"/>
                <a:gd name="T4" fmla="*/ 4 w 20"/>
                <a:gd name="T5" fmla="*/ 2 h 20"/>
                <a:gd name="T6" fmla="*/ 4 w 20"/>
                <a:gd name="T7" fmla="*/ 2 h 20"/>
                <a:gd name="T8" fmla="*/ 13 w 20"/>
                <a:gd name="T9" fmla="*/ 8 h 20"/>
                <a:gd name="T10" fmla="*/ 15 w 20"/>
                <a:gd name="T11" fmla="*/ 6 h 20"/>
                <a:gd name="T12" fmla="*/ 13 w 20"/>
                <a:gd name="T13" fmla="*/ 8 h 20"/>
                <a:gd name="T14" fmla="*/ 14 w 20"/>
                <a:gd name="T15" fmla="*/ 10 h 20"/>
                <a:gd name="T16" fmla="*/ 12 w 20"/>
                <a:gd name="T17" fmla="*/ 13 h 20"/>
                <a:gd name="T18" fmla="*/ 10 w 20"/>
                <a:gd name="T19" fmla="*/ 14 h 20"/>
                <a:gd name="T20" fmla="*/ 7 w 20"/>
                <a:gd name="T21" fmla="*/ 12 h 20"/>
                <a:gd name="T22" fmla="*/ 6 w 20"/>
                <a:gd name="T23" fmla="*/ 10 h 20"/>
                <a:gd name="T24" fmla="*/ 7 w 20"/>
                <a:gd name="T25" fmla="*/ 7 h 20"/>
                <a:gd name="T26" fmla="*/ 7 w 20"/>
                <a:gd name="T27" fmla="*/ 7 h 20"/>
                <a:gd name="T28" fmla="*/ 10 w 20"/>
                <a:gd name="T29" fmla="*/ 6 h 20"/>
                <a:gd name="T30" fmla="*/ 13 w 20"/>
                <a:gd name="T31" fmla="*/ 8 h 20"/>
                <a:gd name="T32" fmla="*/ 10 w 20"/>
                <a:gd name="T33" fmla="*/ 0 h 20"/>
                <a:gd name="T34" fmla="*/ 10 w 20"/>
                <a:gd name="T35" fmla="*/ 0 h 20"/>
                <a:gd name="T36" fmla="*/ 10 w 20"/>
                <a:gd name="T37" fmla="*/ 0 h 20"/>
                <a:gd name="T38" fmla="*/ 4 w 20"/>
                <a:gd name="T39" fmla="*/ 2 h 20"/>
                <a:gd name="T40" fmla="*/ 4 w 20"/>
                <a:gd name="T41" fmla="*/ 2 h 20"/>
                <a:gd name="T42" fmla="*/ 0 w 20"/>
                <a:gd name="T43" fmla="*/ 10 h 20"/>
                <a:gd name="T44" fmla="*/ 2 w 20"/>
                <a:gd name="T45" fmla="*/ 16 h 20"/>
                <a:gd name="T46" fmla="*/ 10 w 20"/>
                <a:gd name="T47" fmla="*/ 20 h 20"/>
                <a:gd name="T48" fmla="*/ 10 w 20"/>
                <a:gd name="T49" fmla="*/ 20 h 20"/>
                <a:gd name="T50" fmla="*/ 16 w 20"/>
                <a:gd name="T51" fmla="*/ 18 h 20"/>
                <a:gd name="T52" fmla="*/ 20 w 20"/>
                <a:gd name="T53" fmla="*/ 10 h 20"/>
                <a:gd name="T54" fmla="*/ 18 w 20"/>
                <a:gd name="T55" fmla="*/ 4 h 20"/>
                <a:gd name="T56" fmla="*/ 18 w 20"/>
                <a:gd name="T57" fmla="*/ 4 h 20"/>
                <a:gd name="T58" fmla="*/ 10 w 20"/>
                <a:gd name="T5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0">
                  <a:moveTo>
                    <a:pt x="4" y="2"/>
                  </a:moveTo>
                  <a:cubicBezTo>
                    <a:pt x="4" y="2"/>
                    <a:pt x="4" y="2"/>
                    <a:pt x="4" y="2"/>
                  </a:cubicBezTo>
                  <a:cubicBezTo>
                    <a:pt x="4" y="2"/>
                    <a:pt x="4" y="2"/>
                    <a:pt x="4" y="2"/>
                  </a:cubicBezTo>
                  <a:cubicBezTo>
                    <a:pt x="4" y="2"/>
                    <a:pt x="4" y="2"/>
                    <a:pt x="4" y="2"/>
                  </a:cubicBezTo>
                  <a:moveTo>
                    <a:pt x="13" y="8"/>
                  </a:move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7" y="7"/>
                    <a:pt x="7" y="7"/>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4" y="2"/>
                    <a:pt x="4" y="2"/>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2" name="Freeform 243">
              <a:extLst>
                <a:ext uri="{FF2B5EF4-FFF2-40B4-BE49-F238E27FC236}">
                  <a16:creationId xmlns:a16="http://schemas.microsoft.com/office/drawing/2014/main" id="{10527A01-B35E-425A-8537-CE3A9276114C}"/>
                </a:ext>
              </a:extLst>
            </p:cNvPr>
            <p:cNvSpPr>
              <a:spLocks noEditPoints="1"/>
            </p:cNvSpPr>
            <p:nvPr userDrawn="1"/>
          </p:nvSpPr>
          <p:spPr bwMode="auto">
            <a:xfrm>
              <a:off x="4576014" y="1088751"/>
              <a:ext cx="28097" cy="26090"/>
            </a:xfrm>
            <a:custGeom>
              <a:avLst/>
              <a:gdLst>
                <a:gd name="T0" fmla="*/ 9 w 18"/>
                <a:gd name="T1" fmla="*/ 12 h 18"/>
                <a:gd name="T2" fmla="*/ 7 w 18"/>
                <a:gd name="T3" fmla="*/ 11 h 18"/>
                <a:gd name="T4" fmla="*/ 6 w 18"/>
                <a:gd name="T5" fmla="*/ 9 h 18"/>
                <a:gd name="T6" fmla="*/ 7 w 18"/>
                <a:gd name="T7" fmla="*/ 7 h 18"/>
                <a:gd name="T8" fmla="*/ 9 w 18"/>
                <a:gd name="T9" fmla="*/ 6 h 18"/>
                <a:gd name="T10" fmla="*/ 11 w 18"/>
                <a:gd name="T11" fmla="*/ 8 h 18"/>
                <a:gd name="T12" fmla="*/ 11 w 18"/>
                <a:gd name="T13" fmla="*/ 8 h 18"/>
                <a:gd name="T14" fmla="*/ 12 w 18"/>
                <a:gd name="T15" fmla="*/ 9 h 18"/>
                <a:gd name="T16" fmla="*/ 11 w 18"/>
                <a:gd name="T17" fmla="*/ 11 h 18"/>
                <a:gd name="T18" fmla="*/ 9 w 18"/>
                <a:gd name="T19" fmla="*/ 12 h 18"/>
                <a:gd name="T20" fmla="*/ 9 w 18"/>
                <a:gd name="T21" fmla="*/ 0 h 18"/>
                <a:gd name="T22" fmla="*/ 9 w 18"/>
                <a:gd name="T23" fmla="*/ 0 h 18"/>
                <a:gd name="T24" fmla="*/ 4 w 18"/>
                <a:gd name="T25" fmla="*/ 2 h 18"/>
                <a:gd name="T26" fmla="*/ 0 w 18"/>
                <a:gd name="T27" fmla="*/ 9 h 18"/>
                <a:gd name="T28" fmla="*/ 2 w 18"/>
                <a:gd name="T29" fmla="*/ 14 h 18"/>
                <a:gd name="T30" fmla="*/ 9 w 18"/>
                <a:gd name="T31" fmla="*/ 18 h 18"/>
                <a:gd name="T32" fmla="*/ 9 w 18"/>
                <a:gd name="T33" fmla="*/ 18 h 18"/>
                <a:gd name="T34" fmla="*/ 9 w 18"/>
                <a:gd name="T35" fmla="*/ 18 h 18"/>
                <a:gd name="T36" fmla="*/ 14 w 18"/>
                <a:gd name="T37" fmla="*/ 16 h 18"/>
                <a:gd name="T38" fmla="*/ 18 w 18"/>
                <a:gd name="T39" fmla="*/ 9 h 18"/>
                <a:gd name="T40" fmla="*/ 16 w 18"/>
                <a:gd name="T41" fmla="*/ 4 h 18"/>
                <a:gd name="T42" fmla="*/ 14 w 18"/>
                <a:gd name="T43" fmla="*/ 6 h 18"/>
                <a:gd name="T44" fmla="*/ 16 w 18"/>
                <a:gd name="T45" fmla="*/ 4 h 18"/>
                <a:gd name="T46" fmla="*/ 9 w 1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8">
                  <a:moveTo>
                    <a:pt x="9" y="12"/>
                  </a:moveTo>
                  <a:cubicBezTo>
                    <a:pt x="8" y="12"/>
                    <a:pt x="7" y="11"/>
                    <a:pt x="7" y="11"/>
                  </a:cubicBez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moveTo>
                    <a:pt x="9" y="0"/>
                  </a:moveTo>
                  <a:cubicBezTo>
                    <a:pt x="9" y="0"/>
                    <a:pt x="9" y="0"/>
                    <a:pt x="9" y="0"/>
                  </a:cubicBezTo>
                  <a:cubicBezTo>
                    <a:pt x="7" y="0"/>
                    <a:pt x="5" y="1"/>
                    <a:pt x="4" y="2"/>
                  </a:cubicBezTo>
                  <a:cubicBezTo>
                    <a:pt x="2"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3" name="Freeform 244">
              <a:extLst>
                <a:ext uri="{FF2B5EF4-FFF2-40B4-BE49-F238E27FC236}">
                  <a16:creationId xmlns:a16="http://schemas.microsoft.com/office/drawing/2014/main" id="{681335FB-7885-4F61-9469-549354287CE7}"/>
                </a:ext>
              </a:extLst>
            </p:cNvPr>
            <p:cNvSpPr>
              <a:spLocks/>
            </p:cNvSpPr>
            <p:nvPr userDrawn="1"/>
          </p:nvSpPr>
          <p:spPr bwMode="auto">
            <a:xfrm>
              <a:off x="3014636"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4" name="Freeform 245">
              <a:extLst>
                <a:ext uri="{FF2B5EF4-FFF2-40B4-BE49-F238E27FC236}">
                  <a16:creationId xmlns:a16="http://schemas.microsoft.com/office/drawing/2014/main" id="{14ABEE6B-62A5-43B0-AFB2-66ECF0D45ECD}"/>
                </a:ext>
              </a:extLst>
            </p:cNvPr>
            <p:cNvSpPr>
              <a:spLocks noEditPoints="1"/>
            </p:cNvSpPr>
            <p:nvPr userDrawn="1"/>
          </p:nvSpPr>
          <p:spPr bwMode="auto">
            <a:xfrm>
              <a:off x="3068823" y="835880"/>
              <a:ext cx="24083" cy="20069"/>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5" name="Freeform 246">
              <a:extLst>
                <a:ext uri="{FF2B5EF4-FFF2-40B4-BE49-F238E27FC236}">
                  <a16:creationId xmlns:a16="http://schemas.microsoft.com/office/drawing/2014/main" id="{9C261D75-A00C-4469-A23F-055DBCDCCD5D}"/>
                </a:ext>
              </a:extLst>
            </p:cNvPr>
            <p:cNvSpPr>
              <a:spLocks noEditPoints="1"/>
            </p:cNvSpPr>
            <p:nvPr userDrawn="1"/>
          </p:nvSpPr>
          <p:spPr bwMode="auto">
            <a:xfrm>
              <a:off x="3307645" y="811797"/>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4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4"/>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6" name="Freeform 247">
              <a:extLst>
                <a:ext uri="{FF2B5EF4-FFF2-40B4-BE49-F238E27FC236}">
                  <a16:creationId xmlns:a16="http://schemas.microsoft.com/office/drawing/2014/main" id="{83767575-A567-4C1B-AA46-9F9A33AC2CD5}"/>
                </a:ext>
              </a:extLst>
            </p:cNvPr>
            <p:cNvSpPr>
              <a:spLocks noEditPoints="1"/>
            </p:cNvSpPr>
            <p:nvPr userDrawn="1"/>
          </p:nvSpPr>
          <p:spPr bwMode="auto">
            <a:xfrm>
              <a:off x="3369860" y="859963"/>
              <a:ext cx="44152" cy="44152"/>
            </a:xfrm>
            <a:custGeom>
              <a:avLst/>
              <a:gdLst>
                <a:gd name="T0" fmla="*/ 9 w 30"/>
                <a:gd name="T1" fmla="*/ 7 h 30"/>
                <a:gd name="T2" fmla="*/ 15 w 30"/>
                <a:gd name="T3" fmla="*/ 6 h 30"/>
                <a:gd name="T4" fmla="*/ 22 w 30"/>
                <a:gd name="T5" fmla="*/ 9 h 30"/>
                <a:gd name="T6" fmla="*/ 25 w 30"/>
                <a:gd name="T7" fmla="*/ 7 h 30"/>
                <a:gd name="T8" fmla="*/ 22 w 30"/>
                <a:gd name="T9" fmla="*/ 9 h 30"/>
                <a:gd name="T10" fmla="*/ 24 w 30"/>
                <a:gd name="T11" fmla="*/ 15 h 30"/>
                <a:gd name="T12" fmla="*/ 21 w 30"/>
                <a:gd name="T13" fmla="*/ 22 h 30"/>
                <a:gd name="T14" fmla="*/ 15 w 30"/>
                <a:gd name="T15" fmla="*/ 24 h 30"/>
                <a:gd name="T16" fmla="*/ 7 w 30"/>
                <a:gd name="T17" fmla="*/ 20 h 30"/>
                <a:gd name="T18" fmla="*/ 6 w 30"/>
                <a:gd name="T19" fmla="*/ 15 h 30"/>
                <a:gd name="T20" fmla="*/ 9 w 30"/>
                <a:gd name="T21" fmla="*/ 7 h 30"/>
                <a:gd name="T22" fmla="*/ 9 w 30"/>
                <a:gd name="T23" fmla="*/ 7 h 30"/>
                <a:gd name="T24" fmla="*/ 15 w 30"/>
                <a:gd name="T25" fmla="*/ 0 h 30"/>
                <a:gd name="T26" fmla="*/ 15 w 30"/>
                <a:gd name="T27" fmla="*/ 0 h 30"/>
                <a:gd name="T28" fmla="*/ 6 w 30"/>
                <a:gd name="T29" fmla="*/ 3 h 30"/>
                <a:gd name="T30" fmla="*/ 0 w 30"/>
                <a:gd name="T31" fmla="*/ 15 h 30"/>
                <a:gd name="T32" fmla="*/ 3 w 30"/>
                <a:gd name="T33" fmla="*/ 24 h 30"/>
                <a:gd name="T34" fmla="*/ 15 w 30"/>
                <a:gd name="T35" fmla="*/ 30 h 30"/>
                <a:gd name="T36" fmla="*/ 15 w 30"/>
                <a:gd name="T37" fmla="*/ 30 h 30"/>
                <a:gd name="T38" fmla="*/ 24 w 30"/>
                <a:gd name="T39" fmla="*/ 27 h 30"/>
                <a:gd name="T40" fmla="*/ 30 w 30"/>
                <a:gd name="T41" fmla="*/ 15 h 30"/>
                <a:gd name="T42" fmla="*/ 27 w 30"/>
                <a:gd name="T43" fmla="*/ 6 h 30"/>
                <a:gd name="T44" fmla="*/ 27 w 30"/>
                <a:gd name="T45" fmla="*/ 6 h 30"/>
                <a:gd name="T46" fmla="*/ 15 w 30"/>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0">
                  <a:moveTo>
                    <a:pt x="9" y="7"/>
                  </a:moveTo>
                  <a:cubicBezTo>
                    <a:pt x="11" y="6"/>
                    <a:pt x="13" y="6"/>
                    <a:pt x="15" y="6"/>
                  </a:cubicBezTo>
                  <a:cubicBezTo>
                    <a:pt x="18" y="6"/>
                    <a:pt x="21" y="7"/>
                    <a:pt x="22" y="9"/>
                  </a:cubicBezTo>
                  <a:cubicBezTo>
                    <a:pt x="25" y="7"/>
                    <a:pt x="25" y="7"/>
                    <a:pt x="25" y="7"/>
                  </a:cubicBezTo>
                  <a:cubicBezTo>
                    <a:pt x="22" y="9"/>
                    <a:pt x="22" y="9"/>
                    <a:pt x="22" y="9"/>
                  </a:cubicBezTo>
                  <a:cubicBezTo>
                    <a:pt x="24" y="11"/>
                    <a:pt x="24" y="13"/>
                    <a:pt x="24" y="15"/>
                  </a:cubicBezTo>
                  <a:cubicBezTo>
                    <a:pt x="24" y="17"/>
                    <a:pt x="23" y="20"/>
                    <a:pt x="21" y="22"/>
                  </a:cubicBezTo>
                  <a:cubicBezTo>
                    <a:pt x="19" y="23"/>
                    <a:pt x="17" y="24"/>
                    <a:pt x="15" y="24"/>
                  </a:cubicBezTo>
                  <a:cubicBezTo>
                    <a:pt x="12" y="24"/>
                    <a:pt x="9" y="23"/>
                    <a:pt x="7" y="20"/>
                  </a:cubicBezTo>
                  <a:cubicBezTo>
                    <a:pt x="6" y="18"/>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2" y="6"/>
                    <a:pt x="0" y="10"/>
                    <a:pt x="0" y="15"/>
                  </a:cubicBezTo>
                  <a:cubicBezTo>
                    <a:pt x="0" y="18"/>
                    <a:pt x="1" y="21"/>
                    <a:pt x="3" y="24"/>
                  </a:cubicBezTo>
                  <a:cubicBezTo>
                    <a:pt x="6" y="28"/>
                    <a:pt x="10" y="30"/>
                    <a:pt x="15" y="30"/>
                  </a:cubicBezTo>
                  <a:cubicBezTo>
                    <a:pt x="15" y="30"/>
                    <a:pt x="15" y="30"/>
                    <a:pt x="15" y="30"/>
                  </a:cubicBezTo>
                  <a:cubicBezTo>
                    <a:pt x="18" y="30"/>
                    <a:pt x="21" y="29"/>
                    <a:pt x="24" y="27"/>
                  </a:cubicBezTo>
                  <a:cubicBezTo>
                    <a:pt x="28" y="24"/>
                    <a:pt x="30" y="19"/>
                    <a:pt x="30" y="15"/>
                  </a:cubicBezTo>
                  <a:cubicBezTo>
                    <a:pt x="30" y="11"/>
                    <a:pt x="29" y="8"/>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7" name="Freeform 248">
              <a:extLst>
                <a:ext uri="{FF2B5EF4-FFF2-40B4-BE49-F238E27FC236}">
                  <a16:creationId xmlns:a16="http://schemas.microsoft.com/office/drawing/2014/main" id="{3C001A54-433D-41CF-B531-124B12E1B2C6}"/>
                </a:ext>
              </a:extLst>
            </p:cNvPr>
            <p:cNvSpPr>
              <a:spLocks noEditPoints="1"/>
            </p:cNvSpPr>
            <p:nvPr userDrawn="1"/>
          </p:nvSpPr>
          <p:spPr bwMode="auto">
            <a:xfrm>
              <a:off x="3428060" y="855949"/>
              <a:ext cx="38132"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8 w 26"/>
                <a:gd name="T15" fmla="*/ 18 h 25"/>
                <a:gd name="T16" fmla="*/ 13 w 26"/>
                <a:gd name="T17" fmla="*/ 19 h 25"/>
                <a:gd name="T18" fmla="*/ 8 w 26"/>
                <a:gd name="T19" fmla="*/ 16 h 25"/>
                <a:gd name="T20" fmla="*/ 8 w 26"/>
                <a:gd name="T21" fmla="*/ 16 h 25"/>
                <a:gd name="T22" fmla="*/ 6 w 26"/>
                <a:gd name="T23" fmla="*/ 12 h 25"/>
                <a:gd name="T24" fmla="*/ 9 w 26"/>
                <a:gd name="T25" fmla="*/ 7 h 25"/>
                <a:gd name="T26" fmla="*/ 9 w 26"/>
                <a:gd name="T27" fmla="*/ 7 h 25"/>
                <a:gd name="T28" fmla="*/ 13 w 26"/>
                <a:gd name="T29" fmla="*/ 6 h 25"/>
                <a:gd name="T30" fmla="*/ 19 w 26"/>
                <a:gd name="T31" fmla="*/ 8 h 25"/>
                <a:gd name="T32" fmla="*/ 13 w 26"/>
                <a:gd name="T33" fmla="*/ 0 h 25"/>
                <a:gd name="T34" fmla="*/ 13 w 26"/>
                <a:gd name="T35" fmla="*/ 0 h 25"/>
                <a:gd name="T36" fmla="*/ 6 w 26"/>
                <a:gd name="T37" fmla="*/ 2 h 25"/>
                <a:gd name="T38" fmla="*/ 6 w 26"/>
                <a:gd name="T39" fmla="*/ 2 h 25"/>
                <a:gd name="T40" fmla="*/ 0 w 26"/>
                <a:gd name="T41" fmla="*/ 12 h 25"/>
                <a:gd name="T42" fmla="*/ 3 w 26"/>
                <a:gd name="T43" fmla="*/ 20 h 25"/>
                <a:gd name="T44" fmla="*/ 3 w 26"/>
                <a:gd name="T45" fmla="*/ 20 h 25"/>
                <a:gd name="T46" fmla="*/ 13 w 26"/>
                <a:gd name="T47" fmla="*/ 25 h 25"/>
                <a:gd name="T48" fmla="*/ 13 w 26"/>
                <a:gd name="T49" fmla="*/ 25 h 25"/>
                <a:gd name="T50" fmla="*/ 13 w 26"/>
                <a:gd name="T51" fmla="*/ 25 h 25"/>
                <a:gd name="T52" fmla="*/ 21 w 26"/>
                <a:gd name="T53" fmla="*/ 23 h 25"/>
                <a:gd name="T54" fmla="*/ 21 w 26"/>
                <a:gd name="T55" fmla="*/ 23 h 25"/>
                <a:gd name="T56" fmla="*/ 26 w 26"/>
                <a:gd name="T57" fmla="*/ 12 h 25"/>
                <a:gd name="T58" fmla="*/ 24 w 26"/>
                <a:gd name="T59" fmla="*/ 5 h 25"/>
                <a:gd name="T60" fmla="*/ 24 w 26"/>
                <a:gd name="T61" fmla="*/ 5 h 25"/>
                <a:gd name="T62" fmla="*/ 13 w 26"/>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8" name="Freeform 249">
              <a:extLst>
                <a:ext uri="{FF2B5EF4-FFF2-40B4-BE49-F238E27FC236}">
                  <a16:creationId xmlns:a16="http://schemas.microsoft.com/office/drawing/2014/main" id="{760694F3-5CA0-45C1-8BEE-1EE9E8B7EE87}"/>
                </a:ext>
              </a:extLst>
            </p:cNvPr>
            <p:cNvSpPr>
              <a:spLocks/>
            </p:cNvSpPr>
            <p:nvPr userDrawn="1"/>
          </p:nvSpPr>
          <p:spPr bwMode="auto">
            <a:xfrm>
              <a:off x="4224805" y="245847"/>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9" name="Freeform 250">
              <a:extLst>
                <a:ext uri="{FF2B5EF4-FFF2-40B4-BE49-F238E27FC236}">
                  <a16:creationId xmlns:a16="http://schemas.microsoft.com/office/drawing/2014/main" id="{497C056A-2D9E-4209-A819-0380F52BDFF6}"/>
                </a:ext>
              </a:extLst>
            </p:cNvPr>
            <p:cNvSpPr>
              <a:spLocks noEditPoints="1"/>
            </p:cNvSpPr>
            <p:nvPr userDrawn="1"/>
          </p:nvSpPr>
          <p:spPr bwMode="auto">
            <a:xfrm>
              <a:off x="4206742" y="247854"/>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0" name="Freeform 251">
              <a:extLst>
                <a:ext uri="{FF2B5EF4-FFF2-40B4-BE49-F238E27FC236}">
                  <a16:creationId xmlns:a16="http://schemas.microsoft.com/office/drawing/2014/main" id="{F1255550-62F0-4673-9541-33CD9C2B97DE}"/>
                </a:ext>
              </a:extLst>
            </p:cNvPr>
            <p:cNvSpPr>
              <a:spLocks noEditPoints="1"/>
            </p:cNvSpPr>
            <p:nvPr userDrawn="1"/>
          </p:nvSpPr>
          <p:spPr bwMode="auto">
            <a:xfrm>
              <a:off x="4182659" y="233806"/>
              <a:ext cx="28097" cy="26090"/>
            </a:xfrm>
            <a:custGeom>
              <a:avLst/>
              <a:gdLst>
                <a:gd name="T0" fmla="*/ 13 w 19"/>
                <a:gd name="T1" fmla="*/ 1 h 18"/>
                <a:gd name="T2" fmla="*/ 13 w 19"/>
                <a:gd name="T3" fmla="*/ 1 h 18"/>
                <a:gd name="T4" fmla="*/ 13 w 19"/>
                <a:gd name="T5" fmla="*/ 1 h 18"/>
                <a:gd name="T6" fmla="*/ 13 w 19"/>
                <a:gd name="T7" fmla="*/ 1 h 18"/>
                <a:gd name="T8" fmla="*/ 13 w 19"/>
                <a:gd name="T9" fmla="*/ 1 h 18"/>
                <a:gd name="T10" fmla="*/ 9 w 19"/>
                <a:gd name="T11" fmla="*/ 0 h 18"/>
                <a:gd name="T12" fmla="*/ 4 w 19"/>
                <a:gd name="T13" fmla="*/ 2 h 18"/>
                <a:gd name="T14" fmla="*/ 1 w 19"/>
                <a:gd name="T15" fmla="*/ 6 h 18"/>
                <a:gd name="T16" fmla="*/ 0 w 19"/>
                <a:gd name="T17" fmla="*/ 9 h 18"/>
                <a:gd name="T18" fmla="*/ 7 w 19"/>
                <a:gd name="T19" fmla="*/ 17 h 18"/>
                <a:gd name="T20" fmla="*/ 10 w 19"/>
                <a:gd name="T21" fmla="*/ 18 h 18"/>
                <a:gd name="T22" fmla="*/ 15 w 19"/>
                <a:gd name="T23" fmla="*/ 16 h 18"/>
                <a:gd name="T24" fmla="*/ 18 w 19"/>
                <a:gd name="T25" fmla="*/ 12 h 18"/>
                <a:gd name="T26" fmla="*/ 18 w 19"/>
                <a:gd name="T27" fmla="*/ 12 h 18"/>
                <a:gd name="T28" fmla="*/ 19 w 19"/>
                <a:gd name="T29" fmla="*/ 9 h 18"/>
                <a:gd name="T30" fmla="*/ 13 w 19"/>
                <a:gd name="T31" fmla="*/ 1 h 18"/>
                <a:gd name="T32" fmla="*/ 12 w 19"/>
                <a:gd name="T33" fmla="*/ 4 h 18"/>
                <a:gd name="T34" fmla="*/ 11 w 19"/>
                <a:gd name="T35" fmla="*/ 6 h 18"/>
                <a:gd name="T36" fmla="*/ 13 w 19"/>
                <a:gd name="T37" fmla="*/ 9 h 18"/>
                <a:gd name="T38" fmla="*/ 13 w 19"/>
                <a:gd name="T39" fmla="*/ 10 h 18"/>
                <a:gd name="T40" fmla="*/ 13 w 19"/>
                <a:gd name="T41" fmla="*/ 10 h 18"/>
                <a:gd name="T42" fmla="*/ 12 w 19"/>
                <a:gd name="T43" fmla="*/ 11 h 18"/>
                <a:gd name="T44" fmla="*/ 10 w 19"/>
                <a:gd name="T45" fmla="*/ 12 h 18"/>
                <a:gd name="T46" fmla="*/ 10 w 19"/>
                <a:gd name="T47" fmla="*/ 12 h 18"/>
                <a:gd name="T48" fmla="*/ 9 w 19"/>
                <a:gd name="T49" fmla="*/ 12 h 18"/>
                <a:gd name="T50" fmla="*/ 6 w 19"/>
                <a:gd name="T51" fmla="*/ 9 h 18"/>
                <a:gd name="T52" fmla="*/ 6 w 19"/>
                <a:gd name="T53" fmla="*/ 8 h 18"/>
                <a:gd name="T54" fmla="*/ 7 w 19"/>
                <a:gd name="T55" fmla="*/ 7 h 18"/>
                <a:gd name="T56" fmla="*/ 9 w 19"/>
                <a:gd name="T57" fmla="*/ 6 h 18"/>
                <a:gd name="T58" fmla="*/ 9 w 19"/>
                <a:gd name="T59" fmla="*/ 6 h 18"/>
                <a:gd name="T60" fmla="*/ 11 w 19"/>
                <a:gd name="T61" fmla="*/ 6 h 18"/>
                <a:gd name="T62" fmla="*/ 11 w 19"/>
                <a:gd name="T63" fmla="*/ 6 h 18"/>
                <a:gd name="T64" fmla="*/ 12 w 19"/>
                <a:gd name="T65" fmla="*/ 4 h 18"/>
                <a:gd name="T66" fmla="*/ 13 w 19"/>
                <a:gd name="T67" fmla="*/ 1 h 18"/>
                <a:gd name="T68" fmla="*/ 13 w 19"/>
                <a:gd name="T69" fmla="*/ 1 h 18"/>
                <a:gd name="T70" fmla="*/ 13 w 19"/>
                <a:gd name="T71" fmla="*/ 1 h 18"/>
                <a:gd name="T72" fmla="*/ 9 w 19"/>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8">
                  <a:moveTo>
                    <a:pt x="13" y="1"/>
                  </a:moveTo>
                  <a:cubicBezTo>
                    <a:pt x="13" y="1"/>
                    <a:pt x="13" y="1"/>
                    <a:pt x="13" y="1"/>
                  </a:cubicBezTo>
                  <a:cubicBezTo>
                    <a:pt x="13" y="1"/>
                    <a:pt x="13" y="1"/>
                    <a:pt x="13" y="1"/>
                  </a:cubicBezTo>
                  <a:cubicBezTo>
                    <a:pt x="13" y="1"/>
                    <a:pt x="13" y="1"/>
                    <a:pt x="13" y="1"/>
                  </a:cubicBezTo>
                  <a:cubicBezTo>
                    <a:pt x="13" y="1"/>
                    <a:pt x="13" y="1"/>
                    <a:pt x="13" y="1"/>
                  </a:cubicBezTo>
                  <a:moveTo>
                    <a:pt x="9" y="0"/>
                  </a:moveTo>
                  <a:cubicBezTo>
                    <a:pt x="7" y="0"/>
                    <a:pt x="6" y="1"/>
                    <a:pt x="4" y="2"/>
                  </a:cubicBezTo>
                  <a:cubicBezTo>
                    <a:pt x="3" y="3"/>
                    <a:pt x="1" y="4"/>
                    <a:pt x="1" y="6"/>
                  </a:cubicBezTo>
                  <a:cubicBezTo>
                    <a:pt x="0" y="7"/>
                    <a:pt x="0" y="8"/>
                    <a:pt x="0" y="9"/>
                  </a:cubicBezTo>
                  <a:cubicBezTo>
                    <a:pt x="0" y="12"/>
                    <a:pt x="3" y="16"/>
                    <a:pt x="7"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7" y="11"/>
                    <a:pt x="6" y="10"/>
                    <a:pt x="6" y="9"/>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1" y="6"/>
                    <a:pt x="11" y="6"/>
                    <a:pt x="11" y="6"/>
                  </a:cubicBezTo>
                  <a:cubicBezTo>
                    <a:pt x="12" y="4"/>
                    <a:pt x="12" y="4"/>
                    <a:pt x="12" y="4"/>
                  </a:cubicBezTo>
                  <a:cubicBezTo>
                    <a:pt x="13" y="1"/>
                    <a:pt x="13" y="1"/>
                    <a:pt x="13" y="1"/>
                  </a:cubicBezTo>
                  <a:cubicBezTo>
                    <a:pt x="13" y="1"/>
                    <a:pt x="13" y="1"/>
                    <a:pt x="13" y="1"/>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1" name="Freeform 252">
              <a:extLst>
                <a:ext uri="{FF2B5EF4-FFF2-40B4-BE49-F238E27FC236}">
                  <a16:creationId xmlns:a16="http://schemas.microsoft.com/office/drawing/2014/main" id="{EBF66A75-31F1-4143-B395-2C34DEA15870}"/>
                </a:ext>
              </a:extLst>
            </p:cNvPr>
            <p:cNvSpPr>
              <a:spLocks noEditPoints="1"/>
            </p:cNvSpPr>
            <p:nvPr userDrawn="1"/>
          </p:nvSpPr>
          <p:spPr bwMode="auto">
            <a:xfrm>
              <a:off x="4178645" y="209723"/>
              <a:ext cx="24083" cy="22077"/>
            </a:xfrm>
            <a:custGeom>
              <a:avLst/>
              <a:gdLst>
                <a:gd name="T0" fmla="*/ 9 w 16"/>
                <a:gd name="T1" fmla="*/ 6 h 15"/>
                <a:gd name="T2" fmla="*/ 9 w 16"/>
                <a:gd name="T3" fmla="*/ 6 h 15"/>
                <a:gd name="T4" fmla="*/ 10 w 16"/>
                <a:gd name="T5" fmla="*/ 3 h 15"/>
                <a:gd name="T6" fmla="*/ 11 w 16"/>
                <a:gd name="T7" fmla="*/ 0 h 15"/>
                <a:gd name="T8" fmla="*/ 10 w 16"/>
                <a:gd name="T9" fmla="*/ 3 h 15"/>
                <a:gd name="T10" fmla="*/ 9 w 16"/>
                <a:gd name="T11" fmla="*/ 6 h 15"/>
                <a:gd name="T12" fmla="*/ 10 w 16"/>
                <a:gd name="T13" fmla="*/ 8 h 15"/>
                <a:gd name="T14" fmla="*/ 10 w 16"/>
                <a:gd name="T15" fmla="*/ 8 h 15"/>
                <a:gd name="T16" fmla="*/ 10 w 16"/>
                <a:gd name="T17" fmla="*/ 9 h 15"/>
                <a:gd name="T18" fmla="*/ 9 w 16"/>
                <a:gd name="T19" fmla="*/ 9 h 15"/>
                <a:gd name="T20" fmla="*/ 8 w 16"/>
                <a:gd name="T21" fmla="*/ 9 h 15"/>
                <a:gd name="T22" fmla="*/ 8 w 16"/>
                <a:gd name="T23" fmla="*/ 9 h 15"/>
                <a:gd name="T24" fmla="*/ 6 w 16"/>
                <a:gd name="T25" fmla="*/ 7 h 15"/>
                <a:gd name="T26" fmla="*/ 6 w 16"/>
                <a:gd name="T27" fmla="*/ 7 h 15"/>
                <a:gd name="T28" fmla="*/ 7 w 16"/>
                <a:gd name="T29" fmla="*/ 6 h 15"/>
                <a:gd name="T30" fmla="*/ 8 w 16"/>
                <a:gd name="T31" fmla="*/ 6 h 15"/>
                <a:gd name="T32" fmla="*/ 8 w 16"/>
                <a:gd name="T33" fmla="*/ 6 h 15"/>
                <a:gd name="T34" fmla="*/ 9 w 16"/>
                <a:gd name="T35" fmla="*/ 6 h 15"/>
                <a:gd name="T36" fmla="*/ 8 w 16"/>
                <a:gd name="T37" fmla="*/ 0 h 15"/>
                <a:gd name="T38" fmla="*/ 4 w 16"/>
                <a:gd name="T39" fmla="*/ 1 h 15"/>
                <a:gd name="T40" fmla="*/ 1 w 16"/>
                <a:gd name="T41" fmla="*/ 5 h 15"/>
                <a:gd name="T42" fmla="*/ 0 w 16"/>
                <a:gd name="T43" fmla="*/ 7 h 15"/>
                <a:gd name="T44" fmla="*/ 6 w 16"/>
                <a:gd name="T45" fmla="*/ 15 h 15"/>
                <a:gd name="T46" fmla="*/ 6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9" y="6"/>
                    <a:pt x="9" y="6"/>
                    <a:pt x="9" y="6"/>
                  </a:cubicBezTo>
                  <a:cubicBezTo>
                    <a:pt x="10" y="3"/>
                    <a:pt x="10" y="3"/>
                    <a:pt x="10" y="3"/>
                  </a:cubicBezTo>
                  <a:cubicBezTo>
                    <a:pt x="11" y="0"/>
                    <a:pt x="11" y="0"/>
                    <a:pt x="11" y="0"/>
                  </a:cubicBez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2" name="Freeform 253">
              <a:extLst>
                <a:ext uri="{FF2B5EF4-FFF2-40B4-BE49-F238E27FC236}">
                  <a16:creationId xmlns:a16="http://schemas.microsoft.com/office/drawing/2014/main" id="{FB94DE1E-4933-43F8-B8F3-D570C8B89D50}"/>
                </a:ext>
              </a:extLst>
            </p:cNvPr>
            <p:cNvSpPr>
              <a:spLocks noEditPoints="1"/>
            </p:cNvSpPr>
            <p:nvPr userDrawn="1"/>
          </p:nvSpPr>
          <p:spPr bwMode="auto">
            <a:xfrm>
              <a:off x="4128473" y="-11038"/>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1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3" name="Freeform 254">
              <a:extLst>
                <a:ext uri="{FF2B5EF4-FFF2-40B4-BE49-F238E27FC236}">
                  <a16:creationId xmlns:a16="http://schemas.microsoft.com/office/drawing/2014/main" id="{1C6D7F36-E0EC-41A1-945E-C02581EC54A7}"/>
                </a:ext>
              </a:extLst>
            </p:cNvPr>
            <p:cNvSpPr>
              <a:spLocks noEditPoints="1"/>
            </p:cNvSpPr>
            <p:nvPr userDrawn="1"/>
          </p:nvSpPr>
          <p:spPr bwMode="auto">
            <a:xfrm>
              <a:off x="4122451" y="115397"/>
              <a:ext cx="34118" cy="34118"/>
            </a:xfrm>
            <a:custGeom>
              <a:avLst/>
              <a:gdLst>
                <a:gd name="T0" fmla="*/ 6 w 22"/>
                <a:gd name="T1" fmla="*/ 9 h 22"/>
                <a:gd name="T2" fmla="*/ 11 w 22"/>
                <a:gd name="T3" fmla="*/ 6 h 22"/>
                <a:gd name="T4" fmla="*/ 13 w 22"/>
                <a:gd name="T5" fmla="*/ 7 h 22"/>
                <a:gd name="T6" fmla="*/ 13 w 22"/>
                <a:gd name="T7" fmla="*/ 7 h 22"/>
                <a:gd name="T8" fmla="*/ 13 w 22"/>
                <a:gd name="T9" fmla="*/ 7 h 22"/>
                <a:gd name="T10" fmla="*/ 16 w 22"/>
                <a:gd name="T11" fmla="*/ 11 h 22"/>
                <a:gd name="T12" fmla="*/ 16 w 22"/>
                <a:gd name="T13" fmla="*/ 13 h 22"/>
                <a:gd name="T14" fmla="*/ 11 w 22"/>
                <a:gd name="T15" fmla="*/ 16 h 22"/>
                <a:gd name="T16" fmla="*/ 9 w 22"/>
                <a:gd name="T17" fmla="*/ 15 h 22"/>
                <a:gd name="T18" fmla="*/ 6 w 22"/>
                <a:gd name="T19" fmla="*/ 11 h 22"/>
                <a:gd name="T20" fmla="*/ 6 w 22"/>
                <a:gd name="T21" fmla="*/ 9 h 22"/>
                <a:gd name="T22" fmla="*/ 6 w 22"/>
                <a:gd name="T23" fmla="*/ 9 h 22"/>
                <a:gd name="T24" fmla="*/ 11 w 22"/>
                <a:gd name="T25" fmla="*/ 0 h 22"/>
                <a:gd name="T26" fmla="*/ 11 w 22"/>
                <a:gd name="T27" fmla="*/ 0 h 22"/>
                <a:gd name="T28" fmla="*/ 1 w 22"/>
                <a:gd name="T29" fmla="*/ 6 h 22"/>
                <a:gd name="T30" fmla="*/ 4 w 22"/>
                <a:gd name="T31" fmla="*/ 7 h 22"/>
                <a:gd name="T32" fmla="*/ 1 w 22"/>
                <a:gd name="T33" fmla="*/ 6 h 22"/>
                <a:gd name="T34" fmla="*/ 0 w 22"/>
                <a:gd name="T35" fmla="*/ 1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4" name="Freeform 255">
              <a:extLst>
                <a:ext uri="{FF2B5EF4-FFF2-40B4-BE49-F238E27FC236}">
                  <a16:creationId xmlns:a16="http://schemas.microsoft.com/office/drawing/2014/main" id="{EA9295E7-8DBE-4B5D-8C66-711EB85CF259}"/>
                </a:ext>
              </a:extLst>
            </p:cNvPr>
            <p:cNvSpPr>
              <a:spLocks noEditPoints="1"/>
            </p:cNvSpPr>
            <p:nvPr userDrawn="1"/>
          </p:nvSpPr>
          <p:spPr bwMode="auto">
            <a:xfrm>
              <a:off x="4106396" y="141488"/>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8 w 17"/>
                <a:gd name="T19" fmla="*/ 0 h 17"/>
                <a:gd name="T20" fmla="*/ 0 w 17"/>
                <a:gd name="T21" fmla="*/ 5 h 17"/>
                <a:gd name="T22" fmla="*/ 0 w 17"/>
                <a:gd name="T23" fmla="*/ 5 h 17"/>
                <a:gd name="T24" fmla="*/ 0 w 17"/>
                <a:gd name="T25" fmla="*/ 9 h 17"/>
                <a:gd name="T26" fmla="*/ 4 w 17"/>
                <a:gd name="T27" fmla="*/ 16 h 17"/>
                <a:gd name="T28" fmla="*/ 8 w 17"/>
                <a:gd name="T29" fmla="*/ 17 h 17"/>
                <a:gd name="T30" fmla="*/ 16 w 17"/>
                <a:gd name="T31" fmla="*/ 12 h 17"/>
                <a:gd name="T32" fmla="*/ 17 w 17"/>
                <a:gd name="T33" fmla="*/ 9 h 17"/>
                <a:gd name="T34" fmla="*/ 12 w 17"/>
                <a:gd name="T35" fmla="*/ 1 h 17"/>
                <a:gd name="T36" fmla="*/ 8 w 17"/>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9"/>
                    <a:pt x="6" y="9"/>
                  </a:cubicBezTo>
                  <a:cubicBezTo>
                    <a:pt x="6" y="8"/>
                    <a:pt x="6" y="8"/>
                    <a:pt x="6" y="7"/>
                  </a:cubicBezTo>
                  <a:moveTo>
                    <a:pt x="8" y="0"/>
                  </a:moveTo>
                  <a:cubicBezTo>
                    <a:pt x="5" y="0"/>
                    <a:pt x="2" y="2"/>
                    <a:pt x="0" y="5"/>
                  </a:cubicBezTo>
                  <a:cubicBezTo>
                    <a:pt x="0" y="5"/>
                    <a:pt x="0" y="5"/>
                    <a:pt x="0" y="5"/>
                  </a:cubicBezTo>
                  <a:cubicBezTo>
                    <a:pt x="0" y="6"/>
                    <a:pt x="0" y="7"/>
                    <a:pt x="0" y="9"/>
                  </a:cubicBezTo>
                  <a:cubicBezTo>
                    <a:pt x="0" y="12"/>
                    <a:pt x="1" y="15"/>
                    <a:pt x="4" y="16"/>
                  </a:cubicBezTo>
                  <a:cubicBezTo>
                    <a:pt x="6" y="17"/>
                    <a:pt x="7" y="17"/>
                    <a:pt x="8" y="17"/>
                  </a:cubicBezTo>
                  <a:cubicBezTo>
                    <a:pt x="11" y="17"/>
                    <a:pt x="14" y="15"/>
                    <a:pt x="16" y="12"/>
                  </a:cubicBezTo>
                  <a:cubicBezTo>
                    <a:pt x="17" y="11"/>
                    <a:pt x="17" y="10"/>
                    <a:pt x="17" y="9"/>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5" name="Freeform 256">
              <a:extLst>
                <a:ext uri="{FF2B5EF4-FFF2-40B4-BE49-F238E27FC236}">
                  <a16:creationId xmlns:a16="http://schemas.microsoft.com/office/drawing/2014/main" id="{FB838D1B-A02E-4362-9BEA-1DAB30B807B6}"/>
                </a:ext>
              </a:extLst>
            </p:cNvPr>
            <p:cNvSpPr>
              <a:spLocks noEditPoints="1"/>
            </p:cNvSpPr>
            <p:nvPr userDrawn="1"/>
          </p:nvSpPr>
          <p:spPr bwMode="auto">
            <a:xfrm>
              <a:off x="4080307" y="143494"/>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11 h 15"/>
                <a:gd name="T38" fmla="*/ 15 w 15"/>
                <a:gd name="T39" fmla="*/ 7 h 15"/>
                <a:gd name="T40" fmla="*/ 11 w 15"/>
                <a:gd name="T41" fmla="*/ 0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6" name="Freeform 257">
              <a:extLst>
                <a:ext uri="{FF2B5EF4-FFF2-40B4-BE49-F238E27FC236}">
                  <a16:creationId xmlns:a16="http://schemas.microsoft.com/office/drawing/2014/main" id="{6729A293-DC5A-465C-A195-B5499EA9E227}"/>
                </a:ext>
              </a:extLst>
            </p:cNvPr>
            <p:cNvSpPr>
              <a:spLocks noEditPoints="1"/>
            </p:cNvSpPr>
            <p:nvPr userDrawn="1"/>
          </p:nvSpPr>
          <p:spPr bwMode="auto">
            <a:xfrm>
              <a:off x="4616152" y="1357677"/>
              <a:ext cx="152525"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50" y="98"/>
                    <a:pt x="50" y="98"/>
                    <a:pt x="50" y="98"/>
                  </a:cubicBezTo>
                  <a:cubicBezTo>
                    <a:pt x="69" y="98"/>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7" name="Freeform 258">
              <a:extLst>
                <a:ext uri="{FF2B5EF4-FFF2-40B4-BE49-F238E27FC236}">
                  <a16:creationId xmlns:a16="http://schemas.microsoft.com/office/drawing/2014/main" id="{453D2355-6A49-4784-9CEC-E5BF2409AE74}"/>
                </a:ext>
              </a:extLst>
            </p:cNvPr>
            <p:cNvSpPr>
              <a:spLocks noEditPoints="1"/>
            </p:cNvSpPr>
            <p:nvPr userDrawn="1"/>
          </p:nvSpPr>
          <p:spPr bwMode="auto">
            <a:xfrm>
              <a:off x="4612138"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4 w 22"/>
                <a:gd name="T29" fmla="*/ 7 h 22"/>
                <a:gd name="T30" fmla="*/ 1 w 22"/>
                <a:gd name="T31" fmla="*/ 6 h 22"/>
                <a:gd name="T32" fmla="*/ 0 w 22"/>
                <a:gd name="T33" fmla="*/ 11 h 22"/>
                <a:gd name="T34" fmla="*/ 6 w 22"/>
                <a:gd name="T35" fmla="*/ 21 h 22"/>
                <a:gd name="T36" fmla="*/ 6 w 22"/>
                <a:gd name="T37" fmla="*/ 21 h 22"/>
                <a:gd name="T38" fmla="*/ 11 w 22"/>
                <a:gd name="T39" fmla="*/ 22 h 22"/>
                <a:gd name="T40" fmla="*/ 21 w 22"/>
                <a:gd name="T41" fmla="*/ 16 h 22"/>
                <a:gd name="T42" fmla="*/ 22 w 22"/>
                <a:gd name="T43" fmla="*/ 1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8" name="Freeform 259">
              <a:extLst>
                <a:ext uri="{FF2B5EF4-FFF2-40B4-BE49-F238E27FC236}">
                  <a16:creationId xmlns:a16="http://schemas.microsoft.com/office/drawing/2014/main" id="{7F598C61-15CC-441F-BB6B-EB8633BF08A4}"/>
                </a:ext>
              </a:extLst>
            </p:cNvPr>
            <p:cNvSpPr>
              <a:spLocks noEditPoints="1"/>
            </p:cNvSpPr>
            <p:nvPr userDrawn="1"/>
          </p:nvSpPr>
          <p:spPr bwMode="auto">
            <a:xfrm>
              <a:off x="4596083" y="1508195"/>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6 w 17"/>
                <a:gd name="T19" fmla="*/ 7 h 17"/>
                <a:gd name="T20" fmla="*/ 8 w 17"/>
                <a:gd name="T21" fmla="*/ 0 h 17"/>
                <a:gd name="T22" fmla="*/ 0 w 17"/>
                <a:gd name="T23" fmla="*/ 5 h 17"/>
                <a:gd name="T24" fmla="*/ 3 w 17"/>
                <a:gd name="T25" fmla="*/ 6 h 17"/>
                <a:gd name="T26" fmla="*/ 0 w 17"/>
                <a:gd name="T27" fmla="*/ 5 h 17"/>
                <a:gd name="T28" fmla="*/ 0 w 17"/>
                <a:gd name="T29" fmla="*/ 9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9 h 17"/>
                <a:gd name="T42" fmla="*/ 12 w 17"/>
                <a:gd name="T43" fmla="*/ 1 h 17"/>
                <a:gd name="T44" fmla="*/ 8 w 17"/>
                <a:gd name="T45" fmla="*/ 0 h 17"/>
                <a:gd name="T46" fmla="*/ 8 w 17"/>
                <a:gd name="T47" fmla="*/ 0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9" name="Freeform 260">
              <a:extLst>
                <a:ext uri="{FF2B5EF4-FFF2-40B4-BE49-F238E27FC236}">
                  <a16:creationId xmlns:a16="http://schemas.microsoft.com/office/drawing/2014/main" id="{6D3CF27A-39AA-42DA-B9FF-816A23B3A591}"/>
                </a:ext>
              </a:extLst>
            </p:cNvPr>
            <p:cNvSpPr>
              <a:spLocks noEditPoints="1"/>
            </p:cNvSpPr>
            <p:nvPr userDrawn="1"/>
          </p:nvSpPr>
          <p:spPr bwMode="auto">
            <a:xfrm>
              <a:off x="4569994" y="1512209"/>
              <a:ext cx="24083" cy="22077"/>
            </a:xfrm>
            <a:custGeom>
              <a:avLst/>
              <a:gdLst>
                <a:gd name="T0" fmla="*/ 8 w 16"/>
                <a:gd name="T1" fmla="*/ 9 h 15"/>
                <a:gd name="T2" fmla="*/ 7 w 16"/>
                <a:gd name="T3" fmla="*/ 9 h 15"/>
                <a:gd name="T4" fmla="*/ 7 w 16"/>
                <a:gd name="T5" fmla="*/ 9 h 15"/>
                <a:gd name="T6" fmla="*/ 6 w 16"/>
                <a:gd name="T7" fmla="*/ 7 h 15"/>
                <a:gd name="T8" fmla="*/ 6 w 16"/>
                <a:gd name="T9" fmla="*/ 7 h 15"/>
                <a:gd name="T10" fmla="*/ 4 w 16"/>
                <a:gd name="T11" fmla="*/ 5 h 15"/>
                <a:gd name="T12" fmla="*/ 6 w 16"/>
                <a:gd name="T13" fmla="*/ 7 h 15"/>
                <a:gd name="T14" fmla="*/ 8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5 w 16"/>
                <a:gd name="T35" fmla="*/ 14 h 15"/>
                <a:gd name="T36" fmla="*/ 8 w 16"/>
                <a:gd name="T37" fmla="*/ 15 h 15"/>
                <a:gd name="T38" fmla="*/ 8 w 16"/>
                <a:gd name="T39" fmla="*/ 15 h 15"/>
                <a:gd name="T40" fmla="*/ 15 w 16"/>
                <a:gd name="T41" fmla="*/ 11 h 15"/>
                <a:gd name="T42" fmla="*/ 16 w 16"/>
                <a:gd name="T43" fmla="*/ 7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5" y="14"/>
                    <a:pt x="5" y="14"/>
                    <a:pt x="5" y="14"/>
                  </a:cubicBezTo>
                  <a:cubicBezTo>
                    <a:pt x="6" y="15"/>
                    <a:pt x="7" y="15"/>
                    <a:pt x="8" y="15"/>
                  </a:cubicBezTo>
                  <a:cubicBezTo>
                    <a:pt x="8" y="15"/>
                    <a:pt x="8" y="15"/>
                    <a:pt x="8" y="15"/>
                  </a:cubicBezTo>
                  <a:cubicBezTo>
                    <a:pt x="11" y="15"/>
                    <a:pt x="13" y="13"/>
                    <a:pt x="15" y="11"/>
                  </a:cubicBezTo>
                  <a:cubicBezTo>
                    <a:pt x="15" y="10"/>
                    <a:pt x="16" y="8"/>
                    <a:pt x="16" y="7"/>
                  </a:cubicBezTo>
                  <a:cubicBezTo>
                    <a:pt x="16"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0" name="Freeform 261">
              <a:extLst>
                <a:ext uri="{FF2B5EF4-FFF2-40B4-BE49-F238E27FC236}">
                  <a16:creationId xmlns:a16="http://schemas.microsoft.com/office/drawing/2014/main" id="{E17FA27E-3646-4AB2-854B-077264CE52BC}"/>
                </a:ext>
              </a:extLst>
            </p:cNvPr>
            <p:cNvSpPr>
              <a:spLocks noEditPoints="1"/>
            </p:cNvSpPr>
            <p:nvPr userDrawn="1"/>
          </p:nvSpPr>
          <p:spPr bwMode="auto">
            <a:xfrm>
              <a:off x="4032141" y="1526258"/>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1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1" name="Freeform 262">
              <a:extLst>
                <a:ext uri="{FF2B5EF4-FFF2-40B4-BE49-F238E27FC236}">
                  <a16:creationId xmlns:a16="http://schemas.microsoft.com/office/drawing/2014/main" id="{A8BB3DA1-61C8-4415-A4E2-4F9EFC9D3B72}"/>
                </a:ext>
              </a:extLst>
            </p:cNvPr>
            <p:cNvSpPr>
              <a:spLocks noEditPoints="1"/>
            </p:cNvSpPr>
            <p:nvPr userDrawn="1"/>
          </p:nvSpPr>
          <p:spPr bwMode="auto">
            <a:xfrm>
              <a:off x="4028127" y="1652693"/>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9 w 22"/>
                <a:gd name="T17" fmla="*/ 16 h 22"/>
                <a:gd name="T18" fmla="*/ 6 w 22"/>
                <a:gd name="T19" fmla="*/ 11 h 22"/>
                <a:gd name="T20" fmla="*/ 7 w 22"/>
                <a:gd name="T21" fmla="*/ 9 h 22"/>
                <a:gd name="T22" fmla="*/ 4 w 22"/>
                <a:gd name="T23" fmla="*/ 8 h 22"/>
                <a:gd name="T24" fmla="*/ 7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9" y="16"/>
                    <a:pt x="9"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6" y="21"/>
                    <a:pt x="6" y="21"/>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2" name="Freeform 263">
              <a:extLst>
                <a:ext uri="{FF2B5EF4-FFF2-40B4-BE49-F238E27FC236}">
                  <a16:creationId xmlns:a16="http://schemas.microsoft.com/office/drawing/2014/main" id="{90E8EF05-740E-442F-AB77-56520C2EAF72}"/>
                </a:ext>
              </a:extLst>
            </p:cNvPr>
            <p:cNvSpPr>
              <a:spLocks noEditPoints="1"/>
            </p:cNvSpPr>
            <p:nvPr userDrawn="1"/>
          </p:nvSpPr>
          <p:spPr bwMode="auto">
            <a:xfrm>
              <a:off x="4012072" y="1676776"/>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9 w 17"/>
                <a:gd name="T39" fmla="*/ 17 h 17"/>
                <a:gd name="T40" fmla="*/ 9 w 17"/>
                <a:gd name="T41" fmla="*/ 17 h 17"/>
                <a:gd name="T42" fmla="*/ 16 w 17"/>
                <a:gd name="T43" fmla="*/ 13 h 17"/>
                <a:gd name="T44" fmla="*/ 16 w 17"/>
                <a:gd name="T45" fmla="*/ 13 h 17"/>
                <a:gd name="T46" fmla="*/ 17 w 17"/>
                <a:gd name="T47" fmla="*/ 9 h 17"/>
                <a:gd name="T48" fmla="*/ 12 w 17"/>
                <a:gd name="T49" fmla="*/ 1 h 17"/>
                <a:gd name="T50" fmla="*/ 12 w 17"/>
                <a:gd name="T51" fmla="*/ 1 h 17"/>
                <a:gd name="T52" fmla="*/ 9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6" y="13"/>
                    <a:pt x="16" y="13"/>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3" name="Freeform 264">
              <a:extLst>
                <a:ext uri="{FF2B5EF4-FFF2-40B4-BE49-F238E27FC236}">
                  <a16:creationId xmlns:a16="http://schemas.microsoft.com/office/drawing/2014/main" id="{80B8895C-08FB-465C-9419-3AE8B1BD0D90}"/>
                </a:ext>
              </a:extLst>
            </p:cNvPr>
            <p:cNvSpPr>
              <a:spLocks noEditPoints="1"/>
            </p:cNvSpPr>
            <p:nvPr userDrawn="1"/>
          </p:nvSpPr>
          <p:spPr bwMode="auto">
            <a:xfrm>
              <a:off x="3987989" y="1680789"/>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7 w 15"/>
                <a:gd name="T13" fmla="*/ 9 h 15"/>
                <a:gd name="T14" fmla="*/ 6 w 15"/>
                <a:gd name="T15" fmla="*/ 9 h 15"/>
                <a:gd name="T16" fmla="*/ 6 w 15"/>
                <a:gd name="T17" fmla="*/ 9 h 15"/>
                <a:gd name="T18" fmla="*/ 6 w 15"/>
                <a:gd name="T19" fmla="*/ 7 h 15"/>
                <a:gd name="T20" fmla="*/ 6 w 15"/>
                <a:gd name="T21" fmla="*/ 7 h 15"/>
                <a:gd name="T22" fmla="*/ 6 w 15"/>
                <a:gd name="T23" fmla="*/ 7 h 15"/>
                <a:gd name="T24" fmla="*/ 7 w 15"/>
                <a:gd name="T25" fmla="*/ 0 h 15"/>
                <a:gd name="T26" fmla="*/ 0 w 15"/>
                <a:gd name="T27" fmla="*/ 4 h 15"/>
                <a:gd name="T28" fmla="*/ 0 w 15"/>
                <a:gd name="T29" fmla="*/ 4 h 15"/>
                <a:gd name="T30" fmla="*/ 0 w 15"/>
                <a:gd name="T31" fmla="*/ 4 h 15"/>
                <a:gd name="T32" fmla="*/ 0 w 15"/>
                <a:gd name="T33" fmla="*/ 4 h 15"/>
                <a:gd name="T34" fmla="*/ 0 w 15"/>
                <a:gd name="T35" fmla="*/ 4 h 15"/>
                <a:gd name="T36" fmla="*/ 0 w 15"/>
                <a:gd name="T37" fmla="*/ 7 h 15"/>
                <a:gd name="T38" fmla="*/ 4 w 15"/>
                <a:gd name="T39" fmla="*/ 14 h 15"/>
                <a:gd name="T40" fmla="*/ 4 w 15"/>
                <a:gd name="T41" fmla="*/ 14 h 15"/>
                <a:gd name="T42" fmla="*/ 7 w 15"/>
                <a:gd name="T43" fmla="*/ 15 h 15"/>
                <a:gd name="T44" fmla="*/ 7 w 15"/>
                <a:gd name="T45" fmla="*/ 15 h 15"/>
                <a:gd name="T46" fmla="*/ 7 w 15"/>
                <a:gd name="T47" fmla="*/ 15 h 15"/>
                <a:gd name="T48" fmla="*/ 14 w 15"/>
                <a:gd name="T49" fmla="*/ 11 h 15"/>
                <a:gd name="T50" fmla="*/ 15 w 15"/>
                <a:gd name="T51" fmla="*/ 7 h 15"/>
                <a:gd name="T52" fmla="*/ 11 w 15"/>
                <a:gd name="T53" fmla="*/ 1 h 15"/>
                <a:gd name="T54" fmla="*/ 11 w 15"/>
                <a:gd name="T55" fmla="*/ 1 h 15"/>
                <a:gd name="T56" fmla="*/ 7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5" y="10"/>
                    <a:pt x="15" y="9"/>
                    <a:pt x="15" y="7"/>
                  </a:cubicBezTo>
                  <a:cubicBezTo>
                    <a:pt x="15" y="5"/>
                    <a:pt x="13" y="2"/>
                    <a:pt x="11" y="1"/>
                  </a:cubicBezTo>
                  <a:cubicBezTo>
                    <a:pt x="11" y="1"/>
                    <a:pt x="11" y="1"/>
                    <a:pt x="11"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4" name="Freeform 265">
              <a:extLst>
                <a:ext uri="{FF2B5EF4-FFF2-40B4-BE49-F238E27FC236}">
                  <a16:creationId xmlns:a16="http://schemas.microsoft.com/office/drawing/2014/main" id="{24C5BEC7-093A-48FA-9771-ED5C1924F124}"/>
                </a:ext>
              </a:extLst>
            </p:cNvPr>
            <p:cNvSpPr>
              <a:spLocks noEditPoints="1"/>
            </p:cNvSpPr>
            <p:nvPr userDrawn="1"/>
          </p:nvSpPr>
          <p:spPr bwMode="auto">
            <a:xfrm>
              <a:off x="5075736"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5" name="Freeform 266">
              <a:extLst>
                <a:ext uri="{FF2B5EF4-FFF2-40B4-BE49-F238E27FC236}">
                  <a16:creationId xmlns:a16="http://schemas.microsoft.com/office/drawing/2014/main" id="{49F0E042-7F11-4C07-BC09-13B67261D355}"/>
                </a:ext>
              </a:extLst>
            </p:cNvPr>
            <p:cNvSpPr>
              <a:spLocks noEditPoints="1"/>
            </p:cNvSpPr>
            <p:nvPr userDrawn="1"/>
          </p:nvSpPr>
          <p:spPr bwMode="auto">
            <a:xfrm>
              <a:off x="5059680" y="1213179"/>
              <a:ext cx="32111" cy="32111"/>
            </a:xfrm>
            <a:custGeom>
              <a:avLst/>
              <a:gdLst>
                <a:gd name="T0" fmla="*/ 8 w 21"/>
                <a:gd name="T1" fmla="*/ 15 h 22"/>
                <a:gd name="T2" fmla="*/ 6 w 21"/>
                <a:gd name="T3" fmla="*/ 11 h 22"/>
                <a:gd name="T4" fmla="*/ 7 w 21"/>
                <a:gd name="T5" fmla="*/ 8 h 22"/>
                <a:gd name="T6" fmla="*/ 4 w 21"/>
                <a:gd name="T7" fmla="*/ 6 h 22"/>
                <a:gd name="T8" fmla="*/ 7 w 21"/>
                <a:gd name="T9" fmla="*/ 8 h 22"/>
                <a:gd name="T10" fmla="*/ 10 w 21"/>
                <a:gd name="T11" fmla="*/ 6 h 22"/>
                <a:gd name="T12" fmla="*/ 13 w 21"/>
                <a:gd name="T13" fmla="*/ 7 h 22"/>
                <a:gd name="T14" fmla="*/ 15 w 21"/>
                <a:gd name="T15" fmla="*/ 11 h 22"/>
                <a:gd name="T16" fmla="*/ 14 w 21"/>
                <a:gd name="T17" fmla="*/ 14 h 22"/>
                <a:gd name="T18" fmla="*/ 10 w 21"/>
                <a:gd name="T19" fmla="*/ 16 h 22"/>
                <a:gd name="T20" fmla="*/ 8 w 21"/>
                <a:gd name="T21" fmla="*/ 15 h 22"/>
                <a:gd name="T22" fmla="*/ 8 w 21"/>
                <a:gd name="T23" fmla="*/ 15 h 22"/>
                <a:gd name="T24" fmla="*/ 10 w 21"/>
                <a:gd name="T25" fmla="*/ 0 h 22"/>
                <a:gd name="T26" fmla="*/ 10 w 21"/>
                <a:gd name="T27" fmla="*/ 0 h 22"/>
                <a:gd name="T28" fmla="*/ 10 w 21"/>
                <a:gd name="T29" fmla="*/ 0 h 22"/>
                <a:gd name="T30" fmla="*/ 2 w 21"/>
                <a:gd name="T31" fmla="*/ 5 h 22"/>
                <a:gd name="T32" fmla="*/ 2 w 21"/>
                <a:gd name="T33" fmla="*/ 5 h 22"/>
                <a:gd name="T34" fmla="*/ 0 w 21"/>
                <a:gd name="T35" fmla="*/ 11 h 22"/>
                <a:gd name="T36" fmla="*/ 4 w 21"/>
                <a:gd name="T37" fmla="*/ 19 h 22"/>
                <a:gd name="T38" fmla="*/ 4 w 21"/>
                <a:gd name="T39" fmla="*/ 19 h 22"/>
                <a:gd name="T40" fmla="*/ 10 w 21"/>
                <a:gd name="T41" fmla="*/ 22 h 22"/>
                <a:gd name="T42" fmla="*/ 10 w 21"/>
                <a:gd name="T43" fmla="*/ 22 h 22"/>
                <a:gd name="T44" fmla="*/ 10 w 21"/>
                <a:gd name="T45" fmla="*/ 22 h 22"/>
                <a:gd name="T46" fmla="*/ 19 w 21"/>
                <a:gd name="T47" fmla="*/ 17 h 22"/>
                <a:gd name="T48" fmla="*/ 21 w 21"/>
                <a:gd name="T49" fmla="*/ 11 h 22"/>
                <a:gd name="T50" fmla="*/ 17 w 21"/>
                <a:gd name="T51" fmla="*/ 3 h 22"/>
                <a:gd name="T52" fmla="*/ 10 w 21"/>
                <a:gd name="T5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2">
                  <a:moveTo>
                    <a:pt x="8" y="15"/>
                  </a:move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5" y="8"/>
                    <a:pt x="15" y="10"/>
                    <a:pt x="15" y="11"/>
                  </a:cubicBezTo>
                  <a:cubicBezTo>
                    <a:pt x="15" y="12"/>
                    <a:pt x="15" y="13"/>
                    <a:pt x="14" y="14"/>
                  </a:cubicBezTo>
                  <a:cubicBezTo>
                    <a:pt x="13" y="15"/>
                    <a:pt x="12" y="16"/>
                    <a:pt x="10" y="16"/>
                  </a:cubicBezTo>
                  <a:cubicBezTo>
                    <a:pt x="9" y="16"/>
                    <a:pt x="8" y="15"/>
                    <a:pt x="8" y="15"/>
                  </a:cubicBezTo>
                  <a:cubicBezTo>
                    <a:pt x="8" y="15"/>
                    <a:pt x="8" y="15"/>
                    <a:pt x="8" y="15"/>
                  </a:cubicBezTo>
                  <a:moveTo>
                    <a:pt x="10" y="0"/>
                  </a:moveTo>
                  <a:cubicBezTo>
                    <a:pt x="10" y="0"/>
                    <a:pt x="10" y="0"/>
                    <a:pt x="10" y="0"/>
                  </a:cubicBezTo>
                  <a:cubicBezTo>
                    <a:pt x="10" y="0"/>
                    <a:pt x="10" y="0"/>
                    <a:pt x="10" y="0"/>
                  </a:cubicBezTo>
                  <a:cubicBezTo>
                    <a:pt x="7" y="0"/>
                    <a:pt x="4" y="2"/>
                    <a:pt x="2" y="5"/>
                  </a:cubicBezTo>
                  <a:cubicBezTo>
                    <a:pt x="2" y="5"/>
                    <a:pt x="2" y="5"/>
                    <a:pt x="2" y="5"/>
                  </a:cubicBezTo>
                  <a:cubicBezTo>
                    <a:pt x="1" y="7"/>
                    <a:pt x="0" y="9"/>
                    <a:pt x="0" y="11"/>
                  </a:cubicBezTo>
                  <a:cubicBezTo>
                    <a:pt x="0" y="14"/>
                    <a:pt x="1" y="17"/>
                    <a:pt x="4" y="19"/>
                  </a:cubicBezTo>
                  <a:cubicBezTo>
                    <a:pt x="4" y="19"/>
                    <a:pt x="4" y="19"/>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6" name="Freeform 267">
              <a:extLst>
                <a:ext uri="{FF2B5EF4-FFF2-40B4-BE49-F238E27FC236}">
                  <a16:creationId xmlns:a16="http://schemas.microsoft.com/office/drawing/2014/main" id="{F0149804-5931-4F72-B8B8-C7DFB376A1DF}"/>
                </a:ext>
              </a:extLst>
            </p:cNvPr>
            <p:cNvSpPr>
              <a:spLocks noEditPoints="1"/>
            </p:cNvSpPr>
            <p:nvPr userDrawn="1"/>
          </p:nvSpPr>
          <p:spPr bwMode="auto">
            <a:xfrm>
              <a:off x="5041618" y="1233248"/>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10 w 16"/>
                <a:gd name="T13" fmla="*/ 6 h 17"/>
                <a:gd name="T14" fmla="*/ 10 w 16"/>
                <a:gd name="T15" fmla="*/ 8 h 17"/>
                <a:gd name="T16" fmla="*/ 10 w 16"/>
                <a:gd name="T17" fmla="*/ 10 h 17"/>
                <a:gd name="T18" fmla="*/ 8 w 16"/>
                <a:gd name="T19" fmla="*/ 11 h 17"/>
                <a:gd name="T20" fmla="*/ 7 w 16"/>
                <a:gd name="T21" fmla="*/ 10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8 w 16"/>
                <a:gd name="T43" fmla="*/ 17 h 17"/>
                <a:gd name="T44" fmla="*/ 15 w 16"/>
                <a:gd name="T45" fmla="*/ 13 h 17"/>
                <a:gd name="T46" fmla="*/ 16 w 16"/>
                <a:gd name="T47" fmla="*/ 8 h 17"/>
                <a:gd name="T48" fmla="*/ 13 w 16"/>
                <a:gd name="T49" fmla="*/ 2 h 17"/>
                <a:gd name="T50" fmla="*/ 8 w 16"/>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10" y="6"/>
                  </a:cubicBezTo>
                  <a:cubicBezTo>
                    <a:pt x="10" y="7"/>
                    <a:pt x="10" y="8"/>
                    <a:pt x="10" y="8"/>
                  </a:cubicBezTo>
                  <a:cubicBezTo>
                    <a:pt x="10" y="9"/>
                    <a:pt x="10" y="9"/>
                    <a:pt x="10" y="10"/>
                  </a:cubicBezTo>
                  <a:cubicBezTo>
                    <a:pt x="9" y="10"/>
                    <a:pt x="9" y="11"/>
                    <a:pt x="8" y="11"/>
                  </a:cubicBezTo>
                  <a:cubicBezTo>
                    <a:pt x="8" y="11"/>
                    <a:pt x="7" y="10"/>
                    <a:pt x="7" y="10"/>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8" y="17"/>
                    <a:pt x="8" y="17"/>
                    <a:pt x="8" y="17"/>
                  </a:cubicBezTo>
                  <a:cubicBezTo>
                    <a:pt x="11" y="17"/>
                    <a:pt x="13" y="15"/>
                    <a:pt x="15" y="13"/>
                  </a:cubicBezTo>
                  <a:cubicBezTo>
                    <a:pt x="16" y="12"/>
                    <a:pt x="16" y="10"/>
                    <a:pt x="16" y="8"/>
                  </a:cubicBezTo>
                  <a:cubicBezTo>
                    <a:pt x="16" y="6"/>
                    <a:pt x="15" y="3"/>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7" name="Freeform 268">
              <a:extLst>
                <a:ext uri="{FF2B5EF4-FFF2-40B4-BE49-F238E27FC236}">
                  <a16:creationId xmlns:a16="http://schemas.microsoft.com/office/drawing/2014/main" id="{64715108-5A3C-4886-A923-629DC4F4D95E}"/>
                </a:ext>
              </a:extLst>
            </p:cNvPr>
            <p:cNvSpPr>
              <a:spLocks noEditPoints="1"/>
            </p:cNvSpPr>
            <p:nvPr userDrawn="1"/>
          </p:nvSpPr>
          <p:spPr bwMode="auto">
            <a:xfrm>
              <a:off x="5017535"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8" name="Freeform 269">
              <a:extLst>
                <a:ext uri="{FF2B5EF4-FFF2-40B4-BE49-F238E27FC236}">
                  <a16:creationId xmlns:a16="http://schemas.microsoft.com/office/drawing/2014/main" id="{DF2CEE80-5391-4772-B0D9-2DA3584E9C58}"/>
                </a:ext>
              </a:extLst>
            </p:cNvPr>
            <p:cNvSpPr>
              <a:spLocks noEditPoints="1"/>
            </p:cNvSpPr>
            <p:nvPr userDrawn="1"/>
          </p:nvSpPr>
          <p:spPr bwMode="auto">
            <a:xfrm>
              <a:off x="391373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3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3 w 240"/>
                <a:gd name="T95" fmla="*/ 202 h 203"/>
                <a:gd name="T96" fmla="*/ 214 w 240"/>
                <a:gd name="T97" fmla="*/ 191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7 h 203"/>
                <a:gd name="T112" fmla="*/ 195 w 240"/>
                <a:gd name="T113" fmla="*/ 5 h 203"/>
                <a:gd name="T114" fmla="*/ 173 w 240"/>
                <a:gd name="T115" fmla="*/ 2 h 203"/>
                <a:gd name="T116" fmla="*/ 122 w 240"/>
                <a:gd name="T117" fmla="*/ 5 h 203"/>
                <a:gd name="T118" fmla="*/ 120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7"/>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9" name="Freeform 270">
              <a:extLst>
                <a:ext uri="{FF2B5EF4-FFF2-40B4-BE49-F238E27FC236}">
                  <a16:creationId xmlns:a16="http://schemas.microsoft.com/office/drawing/2014/main" id="{4CAA2DF1-A158-4AD9-81EF-6A083AABDB63}"/>
                </a:ext>
              </a:extLst>
            </p:cNvPr>
            <p:cNvSpPr>
              <a:spLocks/>
            </p:cNvSpPr>
            <p:nvPr userDrawn="1"/>
          </p:nvSpPr>
          <p:spPr bwMode="auto">
            <a:xfrm>
              <a:off x="3941829" y="-119411"/>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0" name="Freeform 271">
              <a:extLst>
                <a:ext uri="{FF2B5EF4-FFF2-40B4-BE49-F238E27FC236}">
                  <a16:creationId xmlns:a16="http://schemas.microsoft.com/office/drawing/2014/main" id="{C647B50D-1FD4-4F76-B03F-8B3B405865DF}"/>
                </a:ext>
              </a:extLst>
            </p:cNvPr>
            <p:cNvSpPr>
              <a:spLocks/>
            </p:cNvSpPr>
            <p:nvPr userDrawn="1"/>
          </p:nvSpPr>
          <p:spPr bwMode="auto">
            <a:xfrm>
              <a:off x="4234839" y="-3010"/>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1" name="Freeform 272">
              <a:extLst>
                <a:ext uri="{FF2B5EF4-FFF2-40B4-BE49-F238E27FC236}">
                  <a16:creationId xmlns:a16="http://schemas.microsoft.com/office/drawing/2014/main" id="{1EAB755A-5471-4169-B086-877C61C9A728}"/>
                </a:ext>
              </a:extLst>
            </p:cNvPr>
            <p:cNvSpPr>
              <a:spLocks noEditPoints="1"/>
            </p:cNvSpPr>
            <p:nvPr userDrawn="1"/>
          </p:nvSpPr>
          <p:spPr bwMode="auto">
            <a:xfrm>
              <a:off x="3550482" y="1512209"/>
              <a:ext cx="361244" cy="315086"/>
            </a:xfrm>
            <a:custGeom>
              <a:avLst/>
              <a:gdLst>
                <a:gd name="T0" fmla="*/ 211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1 w 240"/>
                <a:gd name="T15" fmla="*/ 16 h 209"/>
                <a:gd name="T16" fmla="*/ 198 w 240"/>
                <a:gd name="T17" fmla="*/ 48 h 209"/>
                <a:gd name="T18" fmla="*/ 208 w 240"/>
                <a:gd name="T19" fmla="*/ 59 h 209"/>
                <a:gd name="T20" fmla="*/ 218 w 240"/>
                <a:gd name="T21" fmla="*/ 59 h 209"/>
                <a:gd name="T22" fmla="*/ 228 w 240"/>
                <a:gd name="T23" fmla="*/ 62 h 209"/>
                <a:gd name="T24" fmla="*/ 220 w 240"/>
                <a:gd name="T25" fmla="*/ 97 h 209"/>
                <a:gd name="T26" fmla="*/ 197 w 240"/>
                <a:gd name="T27" fmla="*/ 119 h 209"/>
                <a:gd name="T28" fmla="*/ 182 w 240"/>
                <a:gd name="T29" fmla="*/ 124 h 209"/>
                <a:gd name="T30" fmla="*/ 176 w 240"/>
                <a:gd name="T31" fmla="*/ 147 h 209"/>
                <a:gd name="T32" fmla="*/ 158 w 240"/>
                <a:gd name="T33" fmla="*/ 154 h 209"/>
                <a:gd name="T34" fmla="*/ 140 w 240"/>
                <a:gd name="T35" fmla="*/ 147 h 209"/>
                <a:gd name="T36" fmla="*/ 128 w 240"/>
                <a:gd name="T37" fmla="*/ 147 h 209"/>
                <a:gd name="T38" fmla="*/ 120 w 240"/>
                <a:gd name="T39" fmla="*/ 158 h 209"/>
                <a:gd name="T40" fmla="*/ 77 w 240"/>
                <a:gd name="T41" fmla="*/ 170 h 209"/>
                <a:gd name="T42" fmla="*/ 56 w 240"/>
                <a:gd name="T43" fmla="*/ 157 h 209"/>
                <a:gd name="T44" fmla="*/ 55 w 240"/>
                <a:gd name="T45" fmla="*/ 130 h 209"/>
                <a:gd name="T46" fmla="*/ 16 w 240"/>
                <a:gd name="T47" fmla="*/ 119 h 209"/>
                <a:gd name="T48" fmla="*/ 18 w 240"/>
                <a:gd name="T49" fmla="*/ 85 h 209"/>
                <a:gd name="T50" fmla="*/ 27 w 240"/>
                <a:gd name="T51" fmla="*/ 77 h 209"/>
                <a:gd name="T52" fmla="*/ 22 w 240"/>
                <a:gd name="T53" fmla="*/ 54 h 209"/>
                <a:gd name="T54" fmla="*/ 40 w 240"/>
                <a:gd name="T55" fmla="*/ 10 h 209"/>
                <a:gd name="T56" fmla="*/ 67 w 240"/>
                <a:gd name="T57" fmla="*/ 21 h 209"/>
                <a:gd name="T58" fmla="*/ 81 w 240"/>
                <a:gd name="T59" fmla="*/ 9 h 209"/>
                <a:gd name="T60" fmla="*/ 105 w 240"/>
                <a:gd name="T61" fmla="*/ 6 h 209"/>
                <a:gd name="T62" fmla="*/ 76 w 240"/>
                <a:gd name="T63" fmla="*/ 3 h 209"/>
                <a:gd name="T64" fmla="*/ 74 w 240"/>
                <a:gd name="T65" fmla="*/ 11 h 209"/>
                <a:gd name="T66" fmla="*/ 67 w 240"/>
                <a:gd name="T67" fmla="*/ 15 h 209"/>
                <a:gd name="T68" fmla="*/ 40 w 240"/>
                <a:gd name="T69" fmla="*/ 4 h 209"/>
                <a:gd name="T70" fmla="*/ 16 w 240"/>
                <a:gd name="T71" fmla="*/ 54 h 209"/>
                <a:gd name="T72" fmla="*/ 21 w 240"/>
                <a:gd name="T73" fmla="*/ 77 h 209"/>
                <a:gd name="T74" fmla="*/ 6 w 240"/>
                <a:gd name="T75" fmla="*/ 84 h 209"/>
                <a:gd name="T76" fmla="*/ 13 w 240"/>
                <a:gd name="T77" fmla="*/ 124 h 209"/>
                <a:gd name="T78" fmla="*/ 16 w 240"/>
                <a:gd name="T79" fmla="*/ 126 h 209"/>
                <a:gd name="T80" fmla="*/ 45 w 240"/>
                <a:gd name="T81" fmla="*/ 128 h 209"/>
                <a:gd name="T82" fmla="*/ 51 w 240"/>
                <a:gd name="T83" fmla="*/ 151 h 209"/>
                <a:gd name="T84" fmla="*/ 63 w 240"/>
                <a:gd name="T85" fmla="*/ 174 h 209"/>
                <a:gd name="T86" fmla="*/ 128 w 240"/>
                <a:gd name="T87" fmla="*/ 160 h 209"/>
                <a:gd name="T88" fmla="*/ 141 w 240"/>
                <a:gd name="T89" fmla="*/ 154 h 209"/>
                <a:gd name="T90" fmla="*/ 152 w 240"/>
                <a:gd name="T91" fmla="*/ 160 h 209"/>
                <a:gd name="T92" fmla="*/ 181 w 240"/>
                <a:gd name="T93" fmla="*/ 150 h 209"/>
                <a:gd name="T94" fmla="*/ 214 w 240"/>
                <a:gd name="T95" fmla="*/ 190 h 209"/>
                <a:gd name="T96" fmla="*/ 204 w 240"/>
                <a:gd name="T97" fmla="*/ 123 h 209"/>
                <a:gd name="T98" fmla="*/ 221 w 240"/>
                <a:gd name="T99" fmla="*/ 103 h 209"/>
                <a:gd name="T100" fmla="*/ 240 w 240"/>
                <a:gd name="T101" fmla="*/ 80 h 209"/>
                <a:gd name="T102" fmla="*/ 227 w 240"/>
                <a:gd name="T103" fmla="*/ 55 h 209"/>
                <a:gd name="T104" fmla="*/ 215 w 240"/>
                <a:gd name="T105" fmla="*/ 53 h 209"/>
                <a:gd name="T106" fmla="*/ 204 w 240"/>
                <a:gd name="T107" fmla="*/ 51 h 209"/>
                <a:gd name="T108" fmla="*/ 209 w 240"/>
                <a:gd name="T109" fmla="*/ 24 h 209"/>
                <a:gd name="T110" fmla="*/ 196 w 240"/>
                <a:gd name="T111" fmla="*/ 5 h 209"/>
                <a:gd name="T112" fmla="*/ 193 w 240"/>
                <a:gd name="T113" fmla="*/ 3 h 209"/>
                <a:gd name="T114" fmla="*/ 124 w 240"/>
                <a:gd name="T115" fmla="*/ 3 h 209"/>
                <a:gd name="T116" fmla="*/ 121 w 240"/>
                <a:gd name="T117" fmla="*/ 4 h 209"/>
                <a:gd name="T118" fmla="*/ 119 w 240"/>
                <a:gd name="T119" fmla="*/ 6 h 209"/>
                <a:gd name="T120" fmla="*/ 116 w 240"/>
                <a:gd name="T121"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5" y="59"/>
                  </a:cubicBezTo>
                  <a:cubicBezTo>
                    <a:pt x="216" y="59"/>
                    <a:pt x="216"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5"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2" name="Freeform 273">
              <a:extLst>
                <a:ext uri="{FF2B5EF4-FFF2-40B4-BE49-F238E27FC236}">
                  <a16:creationId xmlns:a16="http://schemas.microsoft.com/office/drawing/2014/main" id="{9B854B76-1383-4A79-AAF2-BDC2290BAF69}"/>
                </a:ext>
              </a:extLst>
            </p:cNvPr>
            <p:cNvSpPr>
              <a:spLocks noEditPoints="1"/>
            </p:cNvSpPr>
            <p:nvPr userDrawn="1"/>
          </p:nvSpPr>
          <p:spPr bwMode="auto">
            <a:xfrm>
              <a:off x="4704456" y="-406400"/>
              <a:ext cx="361244" cy="315086"/>
            </a:xfrm>
            <a:custGeom>
              <a:avLst/>
              <a:gdLst>
                <a:gd name="T0" fmla="*/ 216 w 240"/>
                <a:gd name="T1" fmla="*/ 210 h 210"/>
                <a:gd name="T2" fmla="*/ 213 w 240"/>
                <a:gd name="T3" fmla="*/ 190 h 210"/>
                <a:gd name="T4" fmla="*/ 213 w 240"/>
                <a:gd name="T5" fmla="*/ 190 h 210"/>
                <a:gd name="T6" fmla="*/ 111 w 240"/>
                <a:gd name="T7" fmla="*/ 7 h 210"/>
                <a:gd name="T8" fmla="*/ 115 w 240"/>
                <a:gd name="T9" fmla="*/ 11 h 210"/>
                <a:gd name="T10" fmla="*/ 122 w 240"/>
                <a:gd name="T11" fmla="*/ 12 h 210"/>
                <a:gd name="T12" fmla="*/ 173 w 240"/>
                <a:gd name="T13" fmla="*/ 8 h 210"/>
                <a:gd name="T14" fmla="*/ 190 w 240"/>
                <a:gd name="T15" fmla="*/ 9 h 210"/>
                <a:gd name="T16" fmla="*/ 195 w 240"/>
                <a:gd name="T17" fmla="*/ 12 h 210"/>
                <a:gd name="T18" fmla="*/ 200 w 240"/>
                <a:gd name="T19" fmla="*/ 37 h 210"/>
                <a:gd name="T20" fmla="*/ 203 w 240"/>
                <a:gd name="T21" fmla="*/ 58 h 210"/>
                <a:gd name="T22" fmla="*/ 217 w 240"/>
                <a:gd name="T23" fmla="*/ 60 h 210"/>
                <a:gd name="T24" fmla="*/ 225 w 240"/>
                <a:gd name="T25" fmla="*/ 61 h 210"/>
                <a:gd name="T26" fmla="*/ 231 w 240"/>
                <a:gd name="T27" fmla="*/ 91 h 210"/>
                <a:gd name="T28" fmla="*/ 197 w 240"/>
                <a:gd name="T29" fmla="*/ 120 h 210"/>
                <a:gd name="T30" fmla="*/ 182 w 240"/>
                <a:gd name="T31" fmla="*/ 125 h 210"/>
                <a:gd name="T32" fmla="*/ 176 w 240"/>
                <a:gd name="T33" fmla="*/ 147 h 210"/>
                <a:gd name="T34" fmla="*/ 158 w 240"/>
                <a:gd name="T35" fmla="*/ 155 h 210"/>
                <a:gd name="T36" fmla="*/ 140 w 240"/>
                <a:gd name="T37" fmla="*/ 147 h 210"/>
                <a:gd name="T38" fmla="*/ 128 w 240"/>
                <a:gd name="T39" fmla="*/ 148 h 210"/>
                <a:gd name="T40" fmla="*/ 120 w 240"/>
                <a:gd name="T41" fmla="*/ 159 h 210"/>
                <a:gd name="T42" fmla="*/ 78 w 240"/>
                <a:gd name="T43" fmla="*/ 171 h 210"/>
                <a:gd name="T44" fmla="*/ 57 w 240"/>
                <a:gd name="T45" fmla="*/ 158 h 210"/>
                <a:gd name="T46" fmla="*/ 55 w 240"/>
                <a:gd name="T47" fmla="*/ 131 h 210"/>
                <a:gd name="T48" fmla="*/ 17 w 240"/>
                <a:gd name="T49" fmla="*/ 120 h 210"/>
                <a:gd name="T50" fmla="*/ 19 w 240"/>
                <a:gd name="T51" fmla="*/ 86 h 210"/>
                <a:gd name="T52" fmla="*/ 27 w 240"/>
                <a:gd name="T53" fmla="*/ 78 h 210"/>
                <a:gd name="T54" fmla="*/ 22 w 240"/>
                <a:gd name="T55" fmla="*/ 55 h 210"/>
                <a:gd name="T56" fmla="*/ 41 w 240"/>
                <a:gd name="T57" fmla="*/ 11 h 210"/>
                <a:gd name="T58" fmla="*/ 67 w 240"/>
                <a:gd name="T59" fmla="*/ 22 h 210"/>
                <a:gd name="T60" fmla="*/ 81 w 240"/>
                <a:gd name="T61" fmla="*/ 9 h 210"/>
                <a:gd name="T62" fmla="*/ 105 w 240"/>
                <a:gd name="T63" fmla="*/ 6 h 210"/>
                <a:gd name="T64" fmla="*/ 195 w 240"/>
                <a:gd name="T65" fmla="*/ 5 h 210"/>
                <a:gd name="T66" fmla="*/ 78 w 240"/>
                <a:gd name="T67" fmla="*/ 4 h 210"/>
                <a:gd name="T68" fmla="*/ 76 w 240"/>
                <a:gd name="T69" fmla="*/ 6 h 210"/>
                <a:gd name="T70" fmla="*/ 67 w 240"/>
                <a:gd name="T71" fmla="*/ 16 h 210"/>
                <a:gd name="T72" fmla="*/ 41 w 240"/>
                <a:gd name="T73" fmla="*/ 5 h 210"/>
                <a:gd name="T74" fmla="*/ 19 w 240"/>
                <a:gd name="T75" fmla="*/ 30 h 210"/>
                <a:gd name="T76" fmla="*/ 21 w 240"/>
                <a:gd name="T77" fmla="*/ 76 h 210"/>
                <a:gd name="T78" fmla="*/ 17 w 240"/>
                <a:gd name="T79" fmla="*/ 80 h 210"/>
                <a:gd name="T80" fmla="*/ 0 w 240"/>
                <a:gd name="T81" fmla="*/ 97 h 210"/>
                <a:gd name="T82" fmla="*/ 16 w 240"/>
                <a:gd name="T83" fmla="*/ 126 h 210"/>
                <a:gd name="T84" fmla="*/ 28 w 240"/>
                <a:gd name="T85" fmla="*/ 125 h 210"/>
                <a:gd name="T86" fmla="*/ 52 w 240"/>
                <a:gd name="T87" fmla="*/ 143 h 210"/>
                <a:gd name="T88" fmla="*/ 53 w 240"/>
                <a:gd name="T89" fmla="*/ 167 h 210"/>
                <a:gd name="T90" fmla="*/ 114 w 240"/>
                <a:gd name="T91" fmla="*/ 169 h 210"/>
                <a:gd name="T92" fmla="*/ 134 w 240"/>
                <a:gd name="T93" fmla="*/ 151 h 210"/>
                <a:gd name="T94" fmla="*/ 151 w 240"/>
                <a:gd name="T95" fmla="*/ 160 h 210"/>
                <a:gd name="T96" fmla="*/ 174 w 240"/>
                <a:gd name="T97" fmla="*/ 157 h 210"/>
                <a:gd name="T98" fmla="*/ 209 w 240"/>
                <a:gd name="T99" fmla="*/ 194 h 210"/>
                <a:gd name="T100" fmla="*/ 204 w 240"/>
                <a:gd name="T101" fmla="*/ 124 h 210"/>
                <a:gd name="T102" fmla="*/ 203 w 240"/>
                <a:gd name="T103" fmla="*/ 120 h 210"/>
                <a:gd name="T104" fmla="*/ 236 w 240"/>
                <a:gd name="T105" fmla="*/ 95 h 210"/>
                <a:gd name="T106" fmla="*/ 232 w 240"/>
                <a:gd name="T107" fmla="*/ 59 h 210"/>
                <a:gd name="T108" fmla="*/ 215 w 240"/>
                <a:gd name="T109" fmla="*/ 54 h 210"/>
                <a:gd name="T110" fmla="*/ 204 w 240"/>
                <a:gd name="T111" fmla="*/ 51 h 210"/>
                <a:gd name="T112" fmla="*/ 209 w 240"/>
                <a:gd name="T113" fmla="*/ 24 h 210"/>
                <a:gd name="T114" fmla="*/ 196 w 240"/>
                <a:gd name="T115" fmla="*/ 6 h 210"/>
                <a:gd name="T116" fmla="*/ 193 w 240"/>
                <a:gd name="T117" fmla="*/ 3 h 210"/>
                <a:gd name="T118" fmla="*/ 124 w 240"/>
                <a:gd name="T119" fmla="*/ 4 h 210"/>
                <a:gd name="T120" fmla="*/ 122 w 240"/>
                <a:gd name="T121" fmla="*/ 5 h 210"/>
                <a:gd name="T122" fmla="*/ 119 w 240"/>
                <a:gd name="T123" fmla="*/ 7 h 210"/>
                <a:gd name="T124" fmla="*/ 116 w 240"/>
                <a:gd name="T12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10">
                  <a:moveTo>
                    <a:pt x="215" y="200"/>
                  </a:moveTo>
                  <a:cubicBezTo>
                    <a:pt x="214" y="200"/>
                    <a:pt x="213" y="200"/>
                    <a:pt x="212" y="200"/>
                  </a:cubicBezTo>
                  <a:cubicBezTo>
                    <a:pt x="216" y="210"/>
                    <a:pt x="216" y="210"/>
                    <a:pt x="216" y="210"/>
                  </a:cubicBezTo>
                  <a:cubicBezTo>
                    <a:pt x="215" y="200"/>
                    <a:pt x="215" y="200"/>
                    <a:pt x="215" y="200"/>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2" y="12"/>
                    <a:pt x="122" y="12"/>
                  </a:cubicBezTo>
                  <a:cubicBezTo>
                    <a:pt x="124" y="11"/>
                    <a:pt x="125" y="10"/>
                    <a:pt x="125" y="10"/>
                  </a:cubicBezTo>
                  <a:cubicBezTo>
                    <a:pt x="126" y="10"/>
                    <a:pt x="128" y="9"/>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1"/>
                    <a:pt x="198" y="45"/>
                    <a:pt x="198" y="48"/>
                  </a:cubicBezTo>
                  <a:cubicBezTo>
                    <a:pt x="198" y="51"/>
                    <a:pt x="198" y="53"/>
                    <a:pt x="199" y="55"/>
                  </a:cubicBezTo>
                  <a:cubicBezTo>
                    <a:pt x="200" y="56"/>
                    <a:pt x="201" y="57"/>
                    <a:pt x="203" y="58"/>
                  </a:cubicBezTo>
                  <a:cubicBezTo>
                    <a:pt x="204" y="59"/>
                    <a:pt x="206" y="59"/>
                    <a:pt x="209" y="59"/>
                  </a:cubicBezTo>
                  <a:cubicBezTo>
                    <a:pt x="211" y="60"/>
                    <a:pt x="213" y="60"/>
                    <a:pt x="215" y="60"/>
                  </a:cubicBezTo>
                  <a:cubicBezTo>
                    <a:pt x="216" y="60"/>
                    <a:pt x="217" y="60"/>
                    <a:pt x="217" y="60"/>
                  </a:cubicBezTo>
                  <a:cubicBezTo>
                    <a:pt x="217" y="60"/>
                    <a:pt x="218"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49"/>
                    <a:pt x="140" y="147"/>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7" y="120"/>
                  </a:cubicBezTo>
                  <a:cubicBezTo>
                    <a:pt x="8" y="109"/>
                    <a:pt x="6" y="102"/>
                    <a:pt x="6" y="97"/>
                  </a:cubicBezTo>
                  <a:cubicBezTo>
                    <a:pt x="6" y="95"/>
                    <a:pt x="7" y="93"/>
                    <a:pt x="8" y="91"/>
                  </a:cubicBezTo>
                  <a:cubicBezTo>
                    <a:pt x="11" y="89"/>
                    <a:pt x="15" y="87"/>
                    <a:pt x="19" y="86"/>
                  </a:cubicBezTo>
                  <a:cubicBezTo>
                    <a:pt x="20"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95" y="5"/>
                  </a:moveTo>
                  <a:cubicBezTo>
                    <a:pt x="195" y="5"/>
                    <a:pt x="195" y="5"/>
                    <a:pt x="195" y="5"/>
                  </a:cubicBezTo>
                  <a:cubicBezTo>
                    <a:pt x="195" y="5"/>
                    <a:pt x="195" y="5"/>
                    <a:pt x="195" y="5"/>
                  </a:cubicBezTo>
                  <a:cubicBezTo>
                    <a:pt x="195" y="5"/>
                    <a:pt x="195" y="5"/>
                    <a:pt x="195" y="5"/>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3" y="14"/>
                    <a:pt x="71" y="14"/>
                  </a:cubicBezTo>
                  <a:cubicBezTo>
                    <a:pt x="70" y="15"/>
                    <a:pt x="69" y="16"/>
                    <a:pt x="67" y="16"/>
                  </a:cubicBezTo>
                  <a:cubicBezTo>
                    <a:pt x="67" y="16"/>
                    <a:pt x="67" y="16"/>
                    <a:pt x="67" y="16"/>
                  </a:cubicBezTo>
                  <a:cubicBezTo>
                    <a:pt x="64" y="16"/>
                    <a:pt x="59" y="14"/>
                    <a:pt x="51" y="9"/>
                  </a:cubicBezTo>
                  <a:cubicBezTo>
                    <a:pt x="48" y="6"/>
                    <a:pt x="44" y="5"/>
                    <a:pt x="41" y="5"/>
                  </a:cubicBezTo>
                  <a:cubicBezTo>
                    <a:pt x="40" y="5"/>
                    <a:pt x="40" y="5"/>
                    <a:pt x="40" y="5"/>
                  </a:cubicBezTo>
                  <a:cubicBezTo>
                    <a:pt x="36" y="5"/>
                    <a:pt x="32" y="7"/>
                    <a:pt x="29" y="11"/>
                  </a:cubicBezTo>
                  <a:cubicBezTo>
                    <a:pt x="25" y="15"/>
                    <a:pt x="21" y="23"/>
                    <a:pt x="19" y="30"/>
                  </a:cubicBezTo>
                  <a:cubicBezTo>
                    <a:pt x="17" y="38"/>
                    <a:pt x="16" y="47"/>
                    <a:pt x="16" y="55"/>
                  </a:cubicBezTo>
                  <a:cubicBezTo>
                    <a:pt x="16" y="59"/>
                    <a:pt x="17" y="63"/>
                    <a:pt x="17" y="67"/>
                  </a:cubicBezTo>
                  <a:cubicBezTo>
                    <a:pt x="18" y="70"/>
                    <a:pt x="19" y="74"/>
                    <a:pt x="21"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1" y="92"/>
                    <a:pt x="0" y="95"/>
                    <a:pt x="0" y="97"/>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3"/>
                  </a:cubicBezTo>
                  <a:cubicBezTo>
                    <a:pt x="209" y="194"/>
                    <a:pt x="209" y="194"/>
                    <a:pt x="209" y="194"/>
                  </a:cubicBezTo>
                  <a:cubicBezTo>
                    <a:pt x="211"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3" name="Freeform 274">
              <a:extLst>
                <a:ext uri="{FF2B5EF4-FFF2-40B4-BE49-F238E27FC236}">
                  <a16:creationId xmlns:a16="http://schemas.microsoft.com/office/drawing/2014/main" id="{3E90984D-AB15-4AE9-8FD2-D409F98DE741}"/>
                </a:ext>
              </a:extLst>
            </p:cNvPr>
            <p:cNvSpPr>
              <a:spLocks noEditPoints="1"/>
            </p:cNvSpPr>
            <p:nvPr userDrawn="1"/>
          </p:nvSpPr>
          <p:spPr bwMode="auto">
            <a:xfrm>
              <a:off x="4299060"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4" name="Freeform 275">
              <a:extLst>
                <a:ext uri="{FF2B5EF4-FFF2-40B4-BE49-F238E27FC236}">
                  <a16:creationId xmlns:a16="http://schemas.microsoft.com/office/drawing/2014/main" id="{35536D28-DE5D-40E7-8B8D-4EA37E0A0EF6}"/>
                </a:ext>
              </a:extLst>
            </p:cNvPr>
            <p:cNvSpPr>
              <a:spLocks noEditPoints="1"/>
            </p:cNvSpPr>
            <p:nvPr userDrawn="1"/>
          </p:nvSpPr>
          <p:spPr bwMode="auto">
            <a:xfrm>
              <a:off x="5539332" y="-302041"/>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5" name="Freeform 276">
              <a:extLst>
                <a:ext uri="{FF2B5EF4-FFF2-40B4-BE49-F238E27FC236}">
                  <a16:creationId xmlns:a16="http://schemas.microsoft.com/office/drawing/2014/main" id="{50BB0DC7-813E-451A-A648-D184A2A92775}"/>
                </a:ext>
              </a:extLst>
            </p:cNvPr>
            <p:cNvSpPr>
              <a:spLocks noEditPoints="1"/>
            </p:cNvSpPr>
            <p:nvPr userDrawn="1"/>
          </p:nvSpPr>
          <p:spPr bwMode="auto">
            <a:xfrm>
              <a:off x="5583484" y="48868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6" name="Freeform 277">
              <a:extLst>
                <a:ext uri="{FF2B5EF4-FFF2-40B4-BE49-F238E27FC236}">
                  <a16:creationId xmlns:a16="http://schemas.microsoft.com/office/drawing/2014/main" id="{FFDECAB6-47B7-4458-94C2-FD1516A32967}"/>
                </a:ext>
              </a:extLst>
            </p:cNvPr>
            <p:cNvSpPr>
              <a:spLocks noEditPoints="1"/>
            </p:cNvSpPr>
            <p:nvPr userDrawn="1"/>
          </p:nvSpPr>
          <p:spPr bwMode="auto">
            <a:xfrm>
              <a:off x="5583484"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7" name="Freeform 278">
              <a:extLst>
                <a:ext uri="{FF2B5EF4-FFF2-40B4-BE49-F238E27FC236}">
                  <a16:creationId xmlns:a16="http://schemas.microsoft.com/office/drawing/2014/main" id="{A1EE628E-1ED6-4729-8F6E-EFEABF343DF3}"/>
                </a:ext>
              </a:extLst>
            </p:cNvPr>
            <p:cNvSpPr>
              <a:spLocks noEditPoints="1"/>
            </p:cNvSpPr>
            <p:nvPr userDrawn="1"/>
          </p:nvSpPr>
          <p:spPr bwMode="auto">
            <a:xfrm>
              <a:off x="4517814"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8" name="Freeform 279">
              <a:extLst>
                <a:ext uri="{FF2B5EF4-FFF2-40B4-BE49-F238E27FC236}">
                  <a16:creationId xmlns:a16="http://schemas.microsoft.com/office/drawing/2014/main" id="{870C02B7-6AF3-4C6E-9E1F-279EC0C3FDC7}"/>
                </a:ext>
              </a:extLst>
            </p:cNvPr>
            <p:cNvSpPr>
              <a:spLocks noEditPoints="1"/>
            </p:cNvSpPr>
            <p:nvPr userDrawn="1"/>
          </p:nvSpPr>
          <p:spPr bwMode="auto">
            <a:xfrm>
              <a:off x="3269514" y="189654"/>
              <a:ext cx="222768" cy="136470"/>
            </a:xfrm>
            <a:custGeom>
              <a:avLst/>
              <a:gdLst>
                <a:gd name="T0" fmla="*/ 39 w 148"/>
                <a:gd name="T1" fmla="*/ 24 h 91"/>
                <a:gd name="T2" fmla="*/ 39 w 148"/>
                <a:gd name="T3" fmla="*/ 24 h 91"/>
                <a:gd name="T4" fmla="*/ 39 w 148"/>
                <a:gd name="T5" fmla="*/ 24 h 91"/>
                <a:gd name="T6" fmla="*/ 39 w 148"/>
                <a:gd name="T7" fmla="*/ 24 h 91"/>
                <a:gd name="T8" fmla="*/ 39 w 148"/>
                <a:gd name="T9" fmla="*/ 24 h 91"/>
                <a:gd name="T10" fmla="*/ 39 w 148"/>
                <a:gd name="T11" fmla="*/ 24 h 91"/>
                <a:gd name="T12" fmla="*/ 39 w 148"/>
                <a:gd name="T13" fmla="*/ 24 h 91"/>
                <a:gd name="T14" fmla="*/ 39 w 148"/>
                <a:gd name="T15" fmla="*/ 24 h 91"/>
                <a:gd name="T16" fmla="*/ 59 w 148"/>
                <a:gd name="T17" fmla="*/ 6 h 91"/>
                <a:gd name="T18" fmla="*/ 125 w 148"/>
                <a:gd name="T19" fmla="*/ 6 h 91"/>
                <a:gd name="T20" fmla="*/ 134 w 148"/>
                <a:gd name="T21" fmla="*/ 11 h 91"/>
                <a:gd name="T22" fmla="*/ 140 w 148"/>
                <a:gd name="T23" fmla="*/ 17 h 91"/>
                <a:gd name="T24" fmla="*/ 142 w 148"/>
                <a:gd name="T25" fmla="*/ 25 h 91"/>
                <a:gd name="T26" fmla="*/ 142 w 148"/>
                <a:gd name="T27" fmla="*/ 73 h 91"/>
                <a:gd name="T28" fmla="*/ 138 w 148"/>
                <a:gd name="T29" fmla="*/ 79 h 91"/>
                <a:gd name="T30" fmla="*/ 133 w 148"/>
                <a:gd name="T31" fmla="*/ 83 h 91"/>
                <a:gd name="T32" fmla="*/ 127 w 148"/>
                <a:gd name="T33" fmla="*/ 85 h 91"/>
                <a:gd name="T34" fmla="*/ 50 w 148"/>
                <a:gd name="T35" fmla="*/ 85 h 91"/>
                <a:gd name="T36" fmla="*/ 43 w 148"/>
                <a:gd name="T37" fmla="*/ 83 h 91"/>
                <a:gd name="T38" fmla="*/ 39 w 148"/>
                <a:gd name="T39" fmla="*/ 79 h 91"/>
                <a:gd name="T40" fmla="*/ 38 w 148"/>
                <a:gd name="T41" fmla="*/ 70 h 91"/>
                <a:gd name="T42" fmla="*/ 38 w 148"/>
                <a:gd name="T43" fmla="*/ 67 h 91"/>
                <a:gd name="T44" fmla="*/ 38 w 148"/>
                <a:gd name="T45" fmla="*/ 65 h 91"/>
                <a:gd name="T46" fmla="*/ 21 w 148"/>
                <a:gd name="T47" fmla="*/ 44 h 91"/>
                <a:gd name="T48" fmla="*/ 38 w 148"/>
                <a:gd name="T49" fmla="*/ 52 h 91"/>
                <a:gd name="T50" fmla="*/ 39 w 148"/>
                <a:gd name="T51" fmla="*/ 24 h 91"/>
                <a:gd name="T52" fmla="*/ 43 w 148"/>
                <a:gd name="T53" fmla="*/ 16 h 91"/>
                <a:gd name="T54" fmla="*/ 59 w 148"/>
                <a:gd name="T55" fmla="*/ 6 h 91"/>
                <a:gd name="T56" fmla="*/ 126 w 148"/>
                <a:gd name="T57" fmla="*/ 0 h 91"/>
                <a:gd name="T58" fmla="*/ 59 w 148"/>
                <a:gd name="T59" fmla="*/ 0 h 91"/>
                <a:gd name="T60" fmla="*/ 59 w 148"/>
                <a:gd name="T61" fmla="*/ 0 h 91"/>
                <a:gd name="T62" fmla="*/ 37 w 148"/>
                <a:gd name="T63" fmla="*/ 13 h 91"/>
                <a:gd name="T64" fmla="*/ 33 w 148"/>
                <a:gd name="T65" fmla="*/ 23 h 91"/>
                <a:gd name="T66" fmla="*/ 33 w 148"/>
                <a:gd name="T67" fmla="*/ 23 h 91"/>
                <a:gd name="T68" fmla="*/ 33 w 148"/>
                <a:gd name="T69" fmla="*/ 43 h 91"/>
                <a:gd name="T70" fmla="*/ 0 w 148"/>
                <a:gd name="T71" fmla="*/ 27 h 91"/>
                <a:gd name="T72" fmla="*/ 32 w 148"/>
                <a:gd name="T73" fmla="*/ 67 h 91"/>
                <a:gd name="T74" fmla="*/ 32 w 148"/>
                <a:gd name="T75" fmla="*/ 70 h 91"/>
                <a:gd name="T76" fmla="*/ 34 w 148"/>
                <a:gd name="T77" fmla="*/ 82 h 91"/>
                <a:gd name="T78" fmla="*/ 44 w 148"/>
                <a:gd name="T79" fmla="*/ 90 h 91"/>
                <a:gd name="T80" fmla="*/ 49 w 148"/>
                <a:gd name="T81" fmla="*/ 91 h 91"/>
                <a:gd name="T82" fmla="*/ 50 w 148"/>
                <a:gd name="T83" fmla="*/ 91 h 91"/>
                <a:gd name="T84" fmla="*/ 127 w 148"/>
                <a:gd name="T85" fmla="*/ 91 h 91"/>
                <a:gd name="T86" fmla="*/ 127 w 148"/>
                <a:gd name="T87" fmla="*/ 91 h 91"/>
                <a:gd name="T88" fmla="*/ 136 w 148"/>
                <a:gd name="T89" fmla="*/ 88 h 91"/>
                <a:gd name="T90" fmla="*/ 145 w 148"/>
                <a:gd name="T91" fmla="*/ 79 h 91"/>
                <a:gd name="T92" fmla="*/ 148 w 148"/>
                <a:gd name="T93" fmla="*/ 74 h 91"/>
                <a:gd name="T94" fmla="*/ 148 w 148"/>
                <a:gd name="T95" fmla="*/ 74 h 91"/>
                <a:gd name="T96" fmla="*/ 148 w 148"/>
                <a:gd name="T97" fmla="*/ 24 h 91"/>
                <a:gd name="T98" fmla="*/ 148 w 148"/>
                <a:gd name="T99" fmla="*/ 24 h 91"/>
                <a:gd name="T100" fmla="*/ 144 w 148"/>
                <a:gd name="T101" fmla="*/ 13 h 91"/>
                <a:gd name="T102" fmla="*/ 133 w 148"/>
                <a:gd name="T103" fmla="*/ 3 h 91"/>
                <a:gd name="T104" fmla="*/ 127 w 148"/>
                <a:gd name="T105" fmla="*/ 0 h 91"/>
                <a:gd name="T106" fmla="*/ 126 w 148"/>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91">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9" name="Freeform 280">
              <a:extLst>
                <a:ext uri="{FF2B5EF4-FFF2-40B4-BE49-F238E27FC236}">
                  <a16:creationId xmlns:a16="http://schemas.microsoft.com/office/drawing/2014/main" id="{CECA8982-6F14-4B01-9945-14FFE7497AA2}"/>
                </a:ext>
              </a:extLst>
            </p:cNvPr>
            <p:cNvSpPr>
              <a:spLocks noEditPoints="1"/>
            </p:cNvSpPr>
            <p:nvPr userDrawn="1"/>
          </p:nvSpPr>
          <p:spPr bwMode="auto">
            <a:xfrm>
              <a:off x="4913175" y="900101"/>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8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0" name="Freeform 281">
              <a:extLst>
                <a:ext uri="{FF2B5EF4-FFF2-40B4-BE49-F238E27FC236}">
                  <a16:creationId xmlns:a16="http://schemas.microsoft.com/office/drawing/2014/main" id="{7FF833A4-5D01-415C-B529-9321CFAFA420}"/>
                </a:ext>
              </a:extLst>
            </p:cNvPr>
            <p:cNvSpPr>
              <a:spLocks noEditPoints="1"/>
            </p:cNvSpPr>
            <p:nvPr userDrawn="1"/>
          </p:nvSpPr>
          <p:spPr bwMode="auto">
            <a:xfrm>
              <a:off x="3694980" y="456573"/>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1" name="Freeform 282">
              <a:extLst>
                <a:ext uri="{FF2B5EF4-FFF2-40B4-BE49-F238E27FC236}">
                  <a16:creationId xmlns:a16="http://schemas.microsoft.com/office/drawing/2014/main" id="{53D1B30A-FA17-4AAB-B283-96EB60FF2966}"/>
                </a:ext>
              </a:extLst>
            </p:cNvPr>
            <p:cNvSpPr>
              <a:spLocks/>
            </p:cNvSpPr>
            <p:nvPr userDrawn="1"/>
          </p:nvSpPr>
          <p:spPr bwMode="auto">
            <a:xfrm>
              <a:off x="4690408" y="-125432"/>
              <a:ext cx="640206" cy="192664"/>
            </a:xfrm>
            <a:custGeom>
              <a:avLst/>
              <a:gdLst>
                <a:gd name="T0" fmla="*/ 223 w 426"/>
                <a:gd name="T1" fmla="*/ 7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92 w 426"/>
                <a:gd name="T43" fmla="*/ 25 h 128"/>
                <a:gd name="T44" fmla="*/ 218 w 426"/>
                <a:gd name="T45" fmla="*/ 7 h 128"/>
                <a:gd name="T46" fmla="*/ 83 w 426"/>
                <a:gd name="T47" fmla="*/ 20 h 128"/>
                <a:gd name="T48" fmla="*/ 39 w 426"/>
                <a:gd name="T49" fmla="*/ 42 h 128"/>
                <a:gd name="T50" fmla="*/ 31 w 426"/>
                <a:gd name="T51" fmla="*/ 74 h 128"/>
                <a:gd name="T52" fmla="*/ 31 w 426"/>
                <a:gd name="T53" fmla="*/ 74 h 128"/>
                <a:gd name="T54" fmla="*/ 49 w 426"/>
                <a:gd name="T55" fmla="*/ 105 h 128"/>
                <a:gd name="T56" fmla="*/ 0 w 426"/>
                <a:gd name="T57" fmla="*/ 128 h 128"/>
                <a:gd name="T58" fmla="*/ 39 w 426"/>
                <a:gd name="T59" fmla="*/ 124 h 128"/>
                <a:gd name="T60" fmla="*/ 91 w 426"/>
                <a:gd name="T61" fmla="*/ 119 h 128"/>
                <a:gd name="T62" fmla="*/ 101 w 426"/>
                <a:gd name="T63" fmla="*/ 118 h 128"/>
                <a:gd name="T64" fmla="*/ 102 w 426"/>
                <a:gd name="T65" fmla="*/ 118 h 128"/>
                <a:gd name="T66" fmla="*/ 368 w 426"/>
                <a:gd name="T67" fmla="*/ 113 h 128"/>
                <a:gd name="T68" fmla="*/ 397 w 426"/>
                <a:gd name="T69" fmla="*/ 103 h 128"/>
                <a:gd name="T70" fmla="*/ 426 w 426"/>
                <a:gd name="T71" fmla="*/ 46 h 128"/>
                <a:gd name="T72" fmla="*/ 418 w 426"/>
                <a:gd name="T73" fmla="*/ 22 h 128"/>
                <a:gd name="T74" fmla="*/ 374 w 426"/>
                <a:gd name="T75" fmla="*/ 1 h 128"/>
                <a:gd name="T76" fmla="*/ 372 w 426"/>
                <a:gd name="T77" fmla="*/ 1 h 128"/>
                <a:gd name="T78" fmla="*/ 346 w 426"/>
                <a:gd name="T7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8">
                  <a:moveTo>
                    <a:pt x="346" y="0"/>
                  </a:moveTo>
                  <a:cubicBezTo>
                    <a:pt x="315"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7" y="25"/>
                    <a:pt x="92" y="25"/>
                  </a:cubicBezTo>
                  <a:cubicBezTo>
                    <a:pt x="111" y="23"/>
                    <a:pt x="165" y="17"/>
                    <a:pt x="221" y="13"/>
                  </a:cubicBezTo>
                  <a:cubicBezTo>
                    <a:pt x="218" y="7"/>
                    <a:pt x="218" y="7"/>
                    <a:pt x="218" y="7"/>
                  </a:cubicBezTo>
                  <a:cubicBezTo>
                    <a:pt x="206" y="8"/>
                    <a:pt x="195"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2" name="Freeform 283">
              <a:extLst>
                <a:ext uri="{FF2B5EF4-FFF2-40B4-BE49-F238E27FC236}">
                  <a16:creationId xmlns:a16="http://schemas.microsoft.com/office/drawing/2014/main" id="{E646D614-02D1-4236-9D88-F4C4C88678F2}"/>
                </a:ext>
              </a:extLst>
            </p:cNvPr>
            <p:cNvSpPr>
              <a:spLocks/>
            </p:cNvSpPr>
            <p:nvPr userDrawn="1"/>
          </p:nvSpPr>
          <p:spPr bwMode="auto">
            <a:xfrm>
              <a:off x="5017535" y="-115397"/>
              <a:ext cx="10035" cy="10035"/>
            </a:xfrm>
            <a:custGeom>
              <a:avLst/>
              <a:gdLst>
                <a:gd name="T0" fmla="*/ 5 w 6"/>
                <a:gd name="T1" fmla="*/ 0 h 6"/>
                <a:gd name="T2" fmla="*/ 0 w 6"/>
                <a:gd name="T3" fmla="*/ 0 h 6"/>
                <a:gd name="T4" fmla="*/ 3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2" y="0"/>
                    <a:pt x="0" y="0"/>
                  </a:cubicBezTo>
                  <a:cubicBezTo>
                    <a:pt x="3" y="6"/>
                    <a:pt x="3" y="6"/>
                    <a:pt x="3"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3" name="Freeform 284">
              <a:extLst>
                <a:ext uri="{FF2B5EF4-FFF2-40B4-BE49-F238E27FC236}">
                  <a16:creationId xmlns:a16="http://schemas.microsoft.com/office/drawing/2014/main" id="{C47946E9-89BE-4871-ADE1-96B547EF1240}"/>
                </a:ext>
              </a:extLst>
            </p:cNvPr>
            <p:cNvSpPr>
              <a:spLocks/>
            </p:cNvSpPr>
            <p:nvPr userDrawn="1"/>
          </p:nvSpPr>
          <p:spPr bwMode="auto">
            <a:xfrm>
              <a:off x="328155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4" name="Freeform 285">
              <a:extLst>
                <a:ext uri="{FF2B5EF4-FFF2-40B4-BE49-F238E27FC236}">
                  <a16:creationId xmlns:a16="http://schemas.microsoft.com/office/drawing/2014/main" id="{07DBB568-F158-488B-991D-91E89E5903F3}"/>
                </a:ext>
              </a:extLst>
            </p:cNvPr>
            <p:cNvSpPr>
              <a:spLocks noEditPoints="1"/>
            </p:cNvSpPr>
            <p:nvPr userDrawn="1"/>
          </p:nvSpPr>
          <p:spPr bwMode="auto">
            <a:xfrm>
              <a:off x="3847505" y="-27093"/>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5" name="Freeform 286">
              <a:extLst>
                <a:ext uri="{FF2B5EF4-FFF2-40B4-BE49-F238E27FC236}">
                  <a16:creationId xmlns:a16="http://schemas.microsoft.com/office/drawing/2014/main" id="{4D1ADDB2-A538-4276-9F8E-7BF14C491AE6}"/>
                </a:ext>
              </a:extLst>
            </p:cNvPr>
            <p:cNvSpPr>
              <a:spLocks noEditPoints="1"/>
            </p:cNvSpPr>
            <p:nvPr userDrawn="1"/>
          </p:nvSpPr>
          <p:spPr bwMode="auto">
            <a:xfrm>
              <a:off x="383546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1 w 426"/>
                <a:gd name="T75" fmla="*/ 7 h 128"/>
                <a:gd name="T76" fmla="*/ 373 w 426"/>
                <a:gd name="T77" fmla="*/ 7 h 128"/>
                <a:gd name="T78" fmla="*/ 410 w 426"/>
                <a:gd name="T79" fmla="*/ 15 h 128"/>
                <a:gd name="T80" fmla="*/ 410 w 426"/>
                <a:gd name="T81" fmla="*/ 14 h 128"/>
                <a:gd name="T82" fmla="*/ 374 w 426"/>
                <a:gd name="T83" fmla="*/ 1 h 128"/>
                <a:gd name="T84" fmla="*/ 372 w 426"/>
                <a:gd name="T8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5"/>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6" name="Freeform 287">
              <a:extLst>
                <a:ext uri="{FF2B5EF4-FFF2-40B4-BE49-F238E27FC236}">
                  <a16:creationId xmlns:a16="http://schemas.microsoft.com/office/drawing/2014/main" id="{0FA24139-4F4C-4F82-B0EA-EA6B0DD44A97}"/>
                </a:ext>
              </a:extLst>
            </p:cNvPr>
            <p:cNvSpPr>
              <a:spLocks noEditPoints="1"/>
            </p:cNvSpPr>
            <p:nvPr userDrawn="1"/>
          </p:nvSpPr>
          <p:spPr bwMode="auto">
            <a:xfrm>
              <a:off x="5408883"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6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9 w 80"/>
                <a:gd name="T59" fmla="*/ 242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7" name="Freeform 288">
              <a:extLst>
                <a:ext uri="{FF2B5EF4-FFF2-40B4-BE49-F238E27FC236}">
                  <a16:creationId xmlns:a16="http://schemas.microsoft.com/office/drawing/2014/main" id="{569BC161-49BE-43F5-A421-CE5DAE444C9F}"/>
                </a:ext>
              </a:extLst>
            </p:cNvPr>
            <p:cNvSpPr>
              <a:spLocks noEditPoints="1"/>
            </p:cNvSpPr>
            <p:nvPr userDrawn="1"/>
          </p:nvSpPr>
          <p:spPr bwMode="auto">
            <a:xfrm>
              <a:off x="5469091" y="-31107"/>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3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3"/>
                    <a:pt x="78" y="243"/>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3"/>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8" name="Freeform 289">
              <a:extLst>
                <a:ext uri="{FF2B5EF4-FFF2-40B4-BE49-F238E27FC236}">
                  <a16:creationId xmlns:a16="http://schemas.microsoft.com/office/drawing/2014/main" id="{D5C42C60-0D21-46EB-BAEC-C9589A942F07}"/>
                </a:ext>
              </a:extLst>
            </p:cNvPr>
            <p:cNvSpPr>
              <a:spLocks noEditPoints="1"/>
            </p:cNvSpPr>
            <p:nvPr userDrawn="1"/>
          </p:nvSpPr>
          <p:spPr bwMode="auto">
            <a:xfrm>
              <a:off x="4736567" y="1303490"/>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368 w 425"/>
                <a:gd name="T21" fmla="*/ 106 h 127"/>
                <a:gd name="T22" fmla="*/ 101 w 425"/>
                <a:gd name="T23" fmla="*/ 112 h 127"/>
                <a:gd name="T24" fmla="*/ 57 w 425"/>
                <a:gd name="T25" fmla="*/ 116 h 127"/>
                <a:gd name="T26" fmla="*/ 72 w 425"/>
                <a:gd name="T27" fmla="*/ 105 h 127"/>
                <a:gd name="T28" fmla="*/ 39 w 425"/>
                <a:gd name="T29" fmla="*/ 83 h 127"/>
                <a:gd name="T30" fmla="*/ 36 w 425"/>
                <a:gd name="T31" fmla="*/ 74 h 127"/>
                <a:gd name="T32" fmla="*/ 36 w 425"/>
                <a:gd name="T33" fmla="*/ 73 h 127"/>
                <a:gd name="T34" fmla="*/ 43 w 425"/>
                <a:gd name="T35" fmla="*/ 45 h 127"/>
                <a:gd name="T36" fmla="*/ 79 w 425"/>
                <a:gd name="T37" fmla="*/ 26 h 127"/>
                <a:gd name="T38" fmla="*/ 83 w 425"/>
                <a:gd name="T39" fmla="*/ 25 h 127"/>
                <a:gd name="T40" fmla="*/ 83 w 425"/>
                <a:gd name="T41" fmla="*/ 25 h 127"/>
                <a:gd name="T42" fmla="*/ 345 w 425"/>
                <a:gd name="T43" fmla="*/ 0 h 127"/>
                <a:gd name="T44" fmla="*/ 83 w 425"/>
                <a:gd name="T45" fmla="*/ 19 h 127"/>
                <a:gd name="T46" fmla="*/ 39 w 425"/>
                <a:gd name="T47" fmla="*/ 42 h 127"/>
                <a:gd name="T48" fmla="*/ 30 w 425"/>
                <a:gd name="T49" fmla="*/ 74 h 127"/>
                <a:gd name="T50" fmla="*/ 30 w 425"/>
                <a:gd name="T51" fmla="*/ 74 h 127"/>
                <a:gd name="T52" fmla="*/ 49 w 425"/>
                <a:gd name="T53" fmla="*/ 105 h 127"/>
                <a:gd name="T54" fmla="*/ 0 w 425"/>
                <a:gd name="T55" fmla="*/ 127 h 127"/>
                <a:gd name="T56" fmla="*/ 39 w 425"/>
                <a:gd name="T57" fmla="*/ 123 h 127"/>
                <a:gd name="T58" fmla="*/ 91 w 425"/>
                <a:gd name="T59" fmla="*/ 119 h 127"/>
                <a:gd name="T60" fmla="*/ 101 w 425"/>
                <a:gd name="T61" fmla="*/ 118 h 127"/>
                <a:gd name="T62" fmla="*/ 101 w 425"/>
                <a:gd name="T63" fmla="*/ 118 h 127"/>
                <a:gd name="T64" fmla="*/ 368 w 425"/>
                <a:gd name="T65" fmla="*/ 112 h 127"/>
                <a:gd name="T66" fmla="*/ 396 w 425"/>
                <a:gd name="T67" fmla="*/ 102 h 127"/>
                <a:gd name="T68" fmla="*/ 405 w 425"/>
                <a:gd name="T69" fmla="*/ 91 h 127"/>
                <a:gd name="T70" fmla="*/ 416 w 425"/>
                <a:gd name="T71" fmla="*/ 82 h 127"/>
                <a:gd name="T72" fmla="*/ 425 w 425"/>
                <a:gd name="T73" fmla="*/ 44 h 127"/>
                <a:gd name="T74" fmla="*/ 373 w 425"/>
                <a:gd name="T75" fmla="*/ 1 h 127"/>
                <a:gd name="T76" fmla="*/ 372 w 425"/>
                <a:gd name="T77" fmla="*/ 1 h 127"/>
                <a:gd name="T78" fmla="*/ 345 w 425"/>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9" name="Freeform 290">
              <a:extLst>
                <a:ext uri="{FF2B5EF4-FFF2-40B4-BE49-F238E27FC236}">
                  <a16:creationId xmlns:a16="http://schemas.microsoft.com/office/drawing/2014/main" id="{50BB9BC1-7E83-437F-BF7B-2845FF86C951}"/>
                </a:ext>
              </a:extLst>
            </p:cNvPr>
            <p:cNvSpPr>
              <a:spLocks/>
            </p:cNvSpPr>
            <p:nvPr userDrawn="1"/>
          </p:nvSpPr>
          <p:spPr bwMode="auto">
            <a:xfrm>
              <a:off x="534666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0" name="Freeform 291">
              <a:extLst>
                <a:ext uri="{FF2B5EF4-FFF2-40B4-BE49-F238E27FC236}">
                  <a16:creationId xmlns:a16="http://schemas.microsoft.com/office/drawing/2014/main" id="{68263742-3351-4570-ABAD-3D991456881B}"/>
                </a:ext>
              </a:extLst>
            </p:cNvPr>
            <p:cNvSpPr>
              <a:spLocks noEditPoints="1"/>
            </p:cNvSpPr>
            <p:nvPr userDrawn="1"/>
          </p:nvSpPr>
          <p:spPr bwMode="auto">
            <a:xfrm>
              <a:off x="5282447" y="3512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7 w 99"/>
                <a:gd name="T17" fmla="*/ 31 h 313"/>
                <a:gd name="T18" fmla="*/ 80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2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6 w 99"/>
                <a:gd name="T71" fmla="*/ 278 h 313"/>
                <a:gd name="T72" fmla="*/ 92 w 99"/>
                <a:gd name="T73" fmla="*/ 240 h 313"/>
                <a:gd name="T74" fmla="*/ 91 w 99"/>
                <a:gd name="T75" fmla="*/ 233 h 313"/>
                <a:gd name="T76" fmla="*/ 86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1" name="Freeform 292">
              <a:extLst>
                <a:ext uri="{FF2B5EF4-FFF2-40B4-BE49-F238E27FC236}">
                  <a16:creationId xmlns:a16="http://schemas.microsoft.com/office/drawing/2014/main" id="{BB0DE52B-7EEA-4530-966E-E305E3CFE0BB}"/>
                </a:ext>
              </a:extLst>
            </p:cNvPr>
            <p:cNvSpPr>
              <a:spLocks noEditPoints="1"/>
            </p:cNvSpPr>
            <p:nvPr userDrawn="1"/>
          </p:nvSpPr>
          <p:spPr bwMode="auto">
            <a:xfrm>
              <a:off x="3064809"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7 w 116"/>
                <a:gd name="T11" fmla="*/ 46 h 365"/>
                <a:gd name="T12" fmla="*/ 40 w 116"/>
                <a:gd name="T13" fmla="*/ 6 h 365"/>
                <a:gd name="T14" fmla="*/ 41 w 116"/>
                <a:gd name="T15" fmla="*/ 6 h 365"/>
                <a:gd name="T16" fmla="*/ 41 w 116"/>
                <a:gd name="T17" fmla="*/ 6 h 365"/>
                <a:gd name="T18" fmla="*/ 71 w 116"/>
                <a:gd name="T19" fmla="*/ 13 h 365"/>
                <a:gd name="T20" fmla="*/ 94 w 116"/>
                <a:gd name="T21" fmla="*/ 45 h 365"/>
                <a:gd name="T22" fmla="*/ 94 w 116"/>
                <a:gd name="T23" fmla="*/ 49 h 365"/>
                <a:gd name="T24" fmla="*/ 101 w 116"/>
                <a:gd name="T25" fmla="*/ 275 h 365"/>
                <a:gd name="T26" fmla="*/ 102 w 116"/>
                <a:gd name="T27" fmla="*/ 289 h 365"/>
                <a:gd name="T28" fmla="*/ 95 w 116"/>
                <a:gd name="T29" fmla="*/ 283 h 365"/>
                <a:gd name="T30" fmla="*/ 90 w 116"/>
                <a:gd name="T31" fmla="*/ 317 h 365"/>
                <a:gd name="T32" fmla="*/ 70 w 116"/>
                <a:gd name="T33" fmla="*/ 330 h 365"/>
                <a:gd name="T34" fmla="*/ 67 w 116"/>
                <a:gd name="T35" fmla="*/ 330 h 365"/>
                <a:gd name="T36" fmla="*/ 65 w 116"/>
                <a:gd name="T37" fmla="*/ 331 h 365"/>
                <a:gd name="T38" fmla="*/ 27 w 116"/>
                <a:gd name="T39" fmla="*/ 304 h 365"/>
                <a:gd name="T40" fmla="*/ 25 w 116"/>
                <a:gd name="T41" fmla="*/ 292 h 365"/>
                <a:gd name="T42" fmla="*/ 25 w 116"/>
                <a:gd name="T43" fmla="*/ 291 h 365"/>
                <a:gd name="T44" fmla="*/ 25 w 116"/>
                <a:gd name="T45" fmla="*/ 291 h 365"/>
                <a:gd name="T46" fmla="*/ 14 w 116"/>
                <a:gd name="T47" fmla="*/ 185 h 365"/>
                <a:gd name="T48" fmla="*/ 7 w 116"/>
                <a:gd name="T49" fmla="*/ 47 h 365"/>
                <a:gd name="T50" fmla="*/ 7 w 116"/>
                <a:gd name="T51" fmla="*/ 46 h 365"/>
                <a:gd name="T52" fmla="*/ 20 w 116"/>
                <a:gd name="T53" fmla="*/ 7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7" y="46"/>
                  </a:move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7" y="46"/>
                    <a:pt x="7" y="46"/>
                    <a:pt x="7" y="46"/>
                  </a:cubicBezTo>
                  <a:moveTo>
                    <a:pt x="40" y="0"/>
                  </a:moveTo>
                  <a:cubicBezTo>
                    <a:pt x="36" y="0"/>
                    <a:pt x="28" y="1"/>
                    <a:pt x="20" y="7"/>
                  </a:cubicBezTo>
                  <a:cubicBezTo>
                    <a:pt x="12" y="13"/>
                    <a:pt x="4" y="24"/>
                    <a:pt x="1" y="45"/>
                  </a:cubicBezTo>
                  <a:cubicBezTo>
                    <a:pt x="1" y="45"/>
                    <a:pt x="1" y="45"/>
                    <a:pt x="1" y="45"/>
                  </a:cubicBezTo>
                  <a:cubicBezTo>
                    <a:pt x="1" y="45"/>
                    <a:pt x="1" y="45"/>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2" name="Freeform 293">
              <a:extLst>
                <a:ext uri="{FF2B5EF4-FFF2-40B4-BE49-F238E27FC236}">
                  <a16:creationId xmlns:a16="http://schemas.microsoft.com/office/drawing/2014/main" id="{5E93D65F-259D-4366-BAB8-AF724060BD88}"/>
                </a:ext>
              </a:extLst>
            </p:cNvPr>
            <p:cNvSpPr>
              <a:spLocks/>
            </p:cNvSpPr>
            <p:nvPr userDrawn="1"/>
          </p:nvSpPr>
          <p:spPr bwMode="auto">
            <a:xfrm>
              <a:off x="3233390"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3" name="Freeform 294">
              <a:extLst>
                <a:ext uri="{FF2B5EF4-FFF2-40B4-BE49-F238E27FC236}">
                  <a16:creationId xmlns:a16="http://schemas.microsoft.com/office/drawing/2014/main" id="{3ACCDFB2-6C3C-47C9-B51C-065F2D65A335}"/>
                </a:ext>
              </a:extLst>
            </p:cNvPr>
            <p:cNvSpPr>
              <a:spLocks noEditPoints="1"/>
            </p:cNvSpPr>
            <p:nvPr userDrawn="1"/>
          </p:nvSpPr>
          <p:spPr bwMode="auto">
            <a:xfrm>
              <a:off x="4760650"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6 w 126"/>
                <a:gd name="T87" fmla="*/ 76 h 98"/>
                <a:gd name="T88" fmla="*/ 90 w 126"/>
                <a:gd name="T89" fmla="*/ 98 h 98"/>
                <a:gd name="T90" fmla="*/ 69 w 126"/>
                <a:gd name="T91" fmla="*/ 76 h 98"/>
                <a:gd name="T92" fmla="*/ 97 w 126"/>
                <a:gd name="T93" fmla="*/ 75 h 98"/>
                <a:gd name="T94" fmla="*/ 97 w 126"/>
                <a:gd name="T95" fmla="*/ 75 h 98"/>
                <a:gd name="T96" fmla="*/ 112 w 126"/>
                <a:gd name="T97" fmla="*/ 71 h 98"/>
                <a:gd name="T98" fmla="*/ 122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4" name="Freeform 295">
              <a:extLst>
                <a:ext uri="{FF2B5EF4-FFF2-40B4-BE49-F238E27FC236}">
                  <a16:creationId xmlns:a16="http://schemas.microsoft.com/office/drawing/2014/main" id="{AEC12323-E928-4948-A0F3-91399EDB9913}"/>
                </a:ext>
              </a:extLst>
            </p:cNvPr>
            <p:cNvSpPr>
              <a:spLocks noEditPoints="1"/>
            </p:cNvSpPr>
            <p:nvPr userDrawn="1"/>
          </p:nvSpPr>
          <p:spPr bwMode="auto">
            <a:xfrm>
              <a:off x="3036712" y="-275950"/>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5" name="Freeform 296">
              <a:extLst>
                <a:ext uri="{FF2B5EF4-FFF2-40B4-BE49-F238E27FC236}">
                  <a16:creationId xmlns:a16="http://schemas.microsoft.com/office/drawing/2014/main" id="{8B2A53C9-3782-4E11-A792-62FCCE067F95}"/>
                </a:ext>
              </a:extLst>
            </p:cNvPr>
            <p:cNvSpPr>
              <a:spLocks noEditPoints="1"/>
            </p:cNvSpPr>
            <p:nvPr userDrawn="1"/>
          </p:nvSpPr>
          <p:spPr bwMode="auto">
            <a:xfrm>
              <a:off x="5105839" y="892073"/>
              <a:ext cx="238823" cy="180622"/>
            </a:xfrm>
            <a:custGeom>
              <a:avLst/>
              <a:gdLst>
                <a:gd name="T0" fmla="*/ 5 w 159"/>
                <a:gd name="T1" fmla="*/ 45 h 121"/>
                <a:gd name="T2" fmla="*/ 5 w 159"/>
                <a:gd name="T3" fmla="*/ 45 h 121"/>
                <a:gd name="T4" fmla="*/ 45 w 159"/>
                <a:gd name="T5" fmla="*/ 32 h 121"/>
                <a:gd name="T6" fmla="*/ 85 w 159"/>
                <a:gd name="T7" fmla="*/ 16 h 121"/>
                <a:gd name="T8" fmla="*/ 70 w 159"/>
                <a:gd name="T9" fmla="*/ 31 h 121"/>
                <a:gd name="T10" fmla="*/ 122 w 159"/>
                <a:gd name="T11" fmla="*/ 33 h 121"/>
                <a:gd name="T12" fmla="*/ 122 w 159"/>
                <a:gd name="T13" fmla="*/ 33 h 121"/>
                <a:gd name="T14" fmla="*/ 139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6 w 159"/>
                <a:gd name="T27" fmla="*/ 105 h 121"/>
                <a:gd name="T28" fmla="*/ 115 w 159"/>
                <a:gd name="T29" fmla="*/ 115 h 121"/>
                <a:gd name="T30" fmla="*/ 22 w 159"/>
                <a:gd name="T31" fmla="*/ 115 h 121"/>
                <a:gd name="T32" fmla="*/ 13 w 159"/>
                <a:gd name="T33" fmla="*/ 110 h 121"/>
                <a:gd name="T34" fmla="*/ 8 w 159"/>
                <a:gd name="T35" fmla="*/ 104 h 121"/>
                <a:gd name="T36" fmla="*/ 6 w 159"/>
                <a:gd name="T37" fmla="*/ 95 h 121"/>
                <a:gd name="T38" fmla="*/ 6 w 159"/>
                <a:gd name="T39" fmla="*/ 94 h 121"/>
                <a:gd name="T40" fmla="*/ 6 w 159"/>
                <a:gd name="T41" fmla="*/ 93 h 121"/>
                <a:gd name="T42" fmla="*/ 6 w 159"/>
                <a:gd name="T43" fmla="*/ 45 h 121"/>
                <a:gd name="T44" fmla="*/ 11 w 159"/>
                <a:gd name="T45" fmla="*/ 38 h 121"/>
                <a:gd name="T46" fmla="*/ 35 w 159"/>
                <a:gd name="T47" fmla="*/ 31 h 121"/>
                <a:gd name="T48" fmla="*/ 44 w 159"/>
                <a:gd name="T49" fmla="*/ 32 h 121"/>
                <a:gd name="T50" fmla="*/ 45 w 159"/>
                <a:gd name="T51" fmla="*/ 32 h 121"/>
                <a:gd name="T52" fmla="*/ 110 w 159"/>
                <a:gd name="T53" fmla="*/ 0 h 121"/>
                <a:gd name="T54" fmla="*/ 44 w 159"/>
                <a:gd name="T55" fmla="*/ 26 h 121"/>
                <a:gd name="T56" fmla="*/ 35 w 159"/>
                <a:gd name="T57" fmla="*/ 25 h 121"/>
                <a:gd name="T58" fmla="*/ 35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3 w 159"/>
                <a:gd name="T71" fmla="*/ 107 h 121"/>
                <a:gd name="T72" fmla="*/ 14 w 159"/>
                <a:gd name="T73" fmla="*/ 118 h 121"/>
                <a:gd name="T74" fmla="*/ 21 w 159"/>
                <a:gd name="T75" fmla="*/ 121 h 121"/>
                <a:gd name="T76" fmla="*/ 21 w 159"/>
                <a:gd name="T77" fmla="*/ 121 h 121"/>
                <a:gd name="T78" fmla="*/ 21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4 w 159"/>
                <a:gd name="T103" fmla="*/ 25 h 121"/>
                <a:gd name="T104" fmla="*/ 110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6"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6" name="Freeform 297">
              <a:extLst>
                <a:ext uri="{FF2B5EF4-FFF2-40B4-BE49-F238E27FC236}">
                  <a16:creationId xmlns:a16="http://schemas.microsoft.com/office/drawing/2014/main" id="{AB8F3D81-1EFA-4267-B629-01F5B9FCEA31}"/>
                </a:ext>
              </a:extLst>
            </p:cNvPr>
            <p:cNvSpPr>
              <a:spLocks noEditPoints="1"/>
            </p:cNvSpPr>
            <p:nvPr userDrawn="1"/>
          </p:nvSpPr>
          <p:spPr bwMode="auto">
            <a:xfrm>
              <a:off x="4746602" y="233806"/>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7" name="Freeform 298">
              <a:extLst>
                <a:ext uri="{FF2B5EF4-FFF2-40B4-BE49-F238E27FC236}">
                  <a16:creationId xmlns:a16="http://schemas.microsoft.com/office/drawing/2014/main" id="{09FC5A8C-E7DD-4260-BAB9-9496F15A058E}"/>
                </a:ext>
              </a:extLst>
            </p:cNvPr>
            <p:cNvSpPr>
              <a:spLocks noEditPoints="1"/>
            </p:cNvSpPr>
            <p:nvPr userDrawn="1"/>
          </p:nvSpPr>
          <p:spPr bwMode="auto">
            <a:xfrm>
              <a:off x="5553381" y="1405843"/>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8" name="Freeform 299">
              <a:extLst>
                <a:ext uri="{FF2B5EF4-FFF2-40B4-BE49-F238E27FC236}">
                  <a16:creationId xmlns:a16="http://schemas.microsoft.com/office/drawing/2014/main" id="{8DBD6AE8-57DB-4FE1-8222-66648EEB5EA6}"/>
                </a:ext>
              </a:extLst>
            </p:cNvPr>
            <p:cNvSpPr>
              <a:spLocks/>
            </p:cNvSpPr>
            <p:nvPr userDrawn="1"/>
          </p:nvSpPr>
          <p:spPr bwMode="auto">
            <a:xfrm>
              <a:off x="5760092" y="1570410"/>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9" name="Freeform 300">
              <a:extLst>
                <a:ext uri="{FF2B5EF4-FFF2-40B4-BE49-F238E27FC236}">
                  <a16:creationId xmlns:a16="http://schemas.microsoft.com/office/drawing/2014/main" id="{09FD470D-5E54-4C82-94F9-7C7FE9C59AED}"/>
                </a:ext>
              </a:extLst>
            </p:cNvPr>
            <p:cNvSpPr>
              <a:spLocks noEditPoints="1"/>
            </p:cNvSpPr>
            <p:nvPr userDrawn="1"/>
          </p:nvSpPr>
          <p:spPr bwMode="auto">
            <a:xfrm>
              <a:off x="4730547" y="1010480"/>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0" name="Freeform 301">
              <a:extLst>
                <a:ext uri="{FF2B5EF4-FFF2-40B4-BE49-F238E27FC236}">
                  <a16:creationId xmlns:a16="http://schemas.microsoft.com/office/drawing/2014/main" id="{CB06BC73-95F9-447C-B146-6181D365F100}"/>
                </a:ext>
              </a:extLst>
            </p:cNvPr>
            <p:cNvSpPr>
              <a:spLocks noEditPoints="1"/>
            </p:cNvSpPr>
            <p:nvPr userDrawn="1"/>
          </p:nvSpPr>
          <p:spPr bwMode="auto">
            <a:xfrm>
              <a:off x="5083763"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19"/>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1" name="Freeform 302">
              <a:extLst>
                <a:ext uri="{FF2B5EF4-FFF2-40B4-BE49-F238E27FC236}">
                  <a16:creationId xmlns:a16="http://schemas.microsoft.com/office/drawing/2014/main" id="{D86BDAA8-DE07-4A7E-A635-242CD211F657}"/>
                </a:ext>
              </a:extLst>
            </p:cNvPr>
            <p:cNvSpPr>
              <a:spLocks noEditPoints="1"/>
            </p:cNvSpPr>
            <p:nvPr userDrawn="1"/>
          </p:nvSpPr>
          <p:spPr bwMode="auto">
            <a:xfrm>
              <a:off x="3572557"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2" name="Freeform 303">
              <a:extLst>
                <a:ext uri="{FF2B5EF4-FFF2-40B4-BE49-F238E27FC236}">
                  <a16:creationId xmlns:a16="http://schemas.microsoft.com/office/drawing/2014/main" id="{ECBEFFC5-EA5A-4477-8455-7EC9D9807C3A}"/>
                </a:ext>
              </a:extLst>
            </p:cNvPr>
            <p:cNvSpPr>
              <a:spLocks/>
            </p:cNvSpPr>
            <p:nvPr userDrawn="1"/>
          </p:nvSpPr>
          <p:spPr bwMode="auto">
            <a:xfrm>
              <a:off x="3703007"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3" name="Freeform 304">
              <a:extLst>
                <a:ext uri="{FF2B5EF4-FFF2-40B4-BE49-F238E27FC236}">
                  <a16:creationId xmlns:a16="http://schemas.microsoft.com/office/drawing/2014/main" id="{9A36D2FF-4FB2-4FAC-B667-C1A173345F54}"/>
                </a:ext>
              </a:extLst>
            </p:cNvPr>
            <p:cNvSpPr>
              <a:spLocks/>
            </p:cNvSpPr>
            <p:nvPr userDrawn="1"/>
          </p:nvSpPr>
          <p:spPr bwMode="auto">
            <a:xfrm>
              <a:off x="4433524" y="308061"/>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2 h 177"/>
                <a:gd name="T12" fmla="*/ 17 w 209"/>
                <a:gd name="T13" fmla="*/ 177 h 177"/>
                <a:gd name="T14" fmla="*/ 40 w 209"/>
                <a:gd name="T15" fmla="*/ 144 h 177"/>
                <a:gd name="T16" fmla="*/ 85 w 209"/>
                <a:gd name="T17" fmla="*/ 165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2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4" name="Freeform 305">
              <a:extLst>
                <a:ext uri="{FF2B5EF4-FFF2-40B4-BE49-F238E27FC236}">
                  <a16:creationId xmlns:a16="http://schemas.microsoft.com/office/drawing/2014/main" id="{DC5D1567-6661-4974-AFFA-ACDC3F914E56}"/>
                </a:ext>
              </a:extLst>
            </p:cNvPr>
            <p:cNvSpPr>
              <a:spLocks/>
            </p:cNvSpPr>
            <p:nvPr userDrawn="1"/>
          </p:nvSpPr>
          <p:spPr bwMode="auto">
            <a:xfrm>
              <a:off x="4608124" y="556918"/>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5" name="Freeform 306">
              <a:extLst>
                <a:ext uri="{FF2B5EF4-FFF2-40B4-BE49-F238E27FC236}">
                  <a16:creationId xmlns:a16="http://schemas.microsoft.com/office/drawing/2014/main" id="{AC84431C-5938-47FD-849E-92B0F3F7969B}"/>
                </a:ext>
              </a:extLst>
            </p:cNvPr>
            <p:cNvSpPr>
              <a:spLocks/>
            </p:cNvSpPr>
            <p:nvPr userDrawn="1"/>
          </p:nvSpPr>
          <p:spPr bwMode="auto">
            <a:xfrm>
              <a:off x="4447571"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6" name="Freeform 307">
              <a:extLst>
                <a:ext uri="{FF2B5EF4-FFF2-40B4-BE49-F238E27FC236}">
                  <a16:creationId xmlns:a16="http://schemas.microsoft.com/office/drawing/2014/main" id="{B8C5F1A3-7D88-4C74-9F02-8366AA0B0AD4}"/>
                </a:ext>
              </a:extLst>
            </p:cNvPr>
            <p:cNvSpPr>
              <a:spLocks/>
            </p:cNvSpPr>
            <p:nvPr userDrawn="1"/>
          </p:nvSpPr>
          <p:spPr bwMode="auto">
            <a:xfrm>
              <a:off x="4451585"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7" name="Freeform 308">
              <a:extLst>
                <a:ext uri="{FF2B5EF4-FFF2-40B4-BE49-F238E27FC236}">
                  <a16:creationId xmlns:a16="http://schemas.microsoft.com/office/drawing/2014/main" id="{EB095A45-6EB6-4C72-8DF5-6C5769C04057}"/>
                </a:ext>
              </a:extLst>
            </p:cNvPr>
            <p:cNvSpPr>
              <a:spLocks noEditPoints="1"/>
            </p:cNvSpPr>
            <p:nvPr userDrawn="1"/>
          </p:nvSpPr>
          <p:spPr bwMode="auto">
            <a:xfrm>
              <a:off x="5585492" y="109377"/>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8" name="Freeform 309">
              <a:extLst>
                <a:ext uri="{FF2B5EF4-FFF2-40B4-BE49-F238E27FC236}">
                  <a16:creationId xmlns:a16="http://schemas.microsoft.com/office/drawing/2014/main" id="{16F5B950-88CA-4005-B3D8-1F2624172D58}"/>
                </a:ext>
              </a:extLst>
            </p:cNvPr>
            <p:cNvSpPr>
              <a:spLocks noEditPoints="1"/>
            </p:cNvSpPr>
            <p:nvPr userDrawn="1"/>
          </p:nvSpPr>
          <p:spPr bwMode="auto">
            <a:xfrm>
              <a:off x="5830335" y="109377"/>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9" name="Freeform 310">
              <a:extLst>
                <a:ext uri="{FF2B5EF4-FFF2-40B4-BE49-F238E27FC236}">
                  <a16:creationId xmlns:a16="http://schemas.microsoft.com/office/drawing/2014/main" id="{34C6C62D-D264-4036-B631-C6039817CC3E}"/>
                </a:ext>
              </a:extLst>
            </p:cNvPr>
            <p:cNvSpPr>
              <a:spLocks/>
            </p:cNvSpPr>
            <p:nvPr userDrawn="1"/>
          </p:nvSpPr>
          <p:spPr bwMode="auto">
            <a:xfrm>
              <a:off x="5585492" y="300033"/>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0" name="Freeform 311">
              <a:extLst>
                <a:ext uri="{FF2B5EF4-FFF2-40B4-BE49-F238E27FC236}">
                  <a16:creationId xmlns:a16="http://schemas.microsoft.com/office/drawing/2014/main" id="{D4D554E4-299E-474E-A3D7-D4C9566D3BB7}"/>
                </a:ext>
              </a:extLst>
            </p:cNvPr>
            <p:cNvSpPr>
              <a:spLocks noEditPoints="1"/>
            </p:cNvSpPr>
            <p:nvPr userDrawn="1"/>
          </p:nvSpPr>
          <p:spPr bwMode="auto">
            <a:xfrm>
              <a:off x="3420032" y="1171034"/>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1" name="Freeform 312">
              <a:extLst>
                <a:ext uri="{FF2B5EF4-FFF2-40B4-BE49-F238E27FC236}">
                  <a16:creationId xmlns:a16="http://schemas.microsoft.com/office/drawing/2014/main" id="{22AFFEFA-7536-4168-8B92-57D972F5AB57}"/>
                </a:ext>
              </a:extLst>
            </p:cNvPr>
            <p:cNvSpPr>
              <a:spLocks noEditPoints="1"/>
            </p:cNvSpPr>
            <p:nvPr userDrawn="1"/>
          </p:nvSpPr>
          <p:spPr bwMode="auto">
            <a:xfrm>
              <a:off x="4993452" y="338165"/>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2" name="Freeform 313">
              <a:extLst>
                <a:ext uri="{FF2B5EF4-FFF2-40B4-BE49-F238E27FC236}">
                  <a16:creationId xmlns:a16="http://schemas.microsoft.com/office/drawing/2014/main" id="{7F9FA419-FB1B-4477-8A8D-9E47271EC995}"/>
                </a:ext>
              </a:extLst>
            </p:cNvPr>
            <p:cNvSpPr>
              <a:spLocks noEditPoints="1"/>
            </p:cNvSpPr>
            <p:nvPr userDrawn="1"/>
          </p:nvSpPr>
          <p:spPr bwMode="auto">
            <a:xfrm>
              <a:off x="3755187" y="1395808"/>
              <a:ext cx="156539" cy="106367"/>
            </a:xfrm>
            <a:custGeom>
              <a:avLst/>
              <a:gdLst>
                <a:gd name="T0" fmla="*/ 47 w 104"/>
                <a:gd name="T1" fmla="*/ 0 h 70"/>
                <a:gd name="T2" fmla="*/ 47 w 104"/>
                <a:gd name="T3" fmla="*/ 0 h 70"/>
                <a:gd name="T4" fmla="*/ 47 w 104"/>
                <a:gd name="T5" fmla="*/ 0 h 70"/>
                <a:gd name="T6" fmla="*/ 47 w 104"/>
                <a:gd name="T7" fmla="*/ 0 h 70"/>
                <a:gd name="T8" fmla="*/ 9 w 104"/>
                <a:gd name="T9" fmla="*/ 31 h 70"/>
                <a:gd name="T10" fmla="*/ 11 w 104"/>
                <a:gd name="T11" fmla="*/ 28 h 70"/>
                <a:gd name="T12" fmla="*/ 9 w 104"/>
                <a:gd name="T13" fmla="*/ 31 h 70"/>
                <a:gd name="T14" fmla="*/ 30 w 104"/>
                <a:gd name="T15" fmla="*/ 19 h 70"/>
                <a:gd name="T16" fmla="*/ 30 w 104"/>
                <a:gd name="T17" fmla="*/ 19 h 70"/>
                <a:gd name="T18" fmla="*/ 47 w 104"/>
                <a:gd name="T19" fmla="*/ 6 h 70"/>
                <a:gd name="T20" fmla="*/ 84 w 104"/>
                <a:gd name="T21" fmla="*/ 6 h 70"/>
                <a:gd name="T22" fmla="*/ 90 w 104"/>
                <a:gd name="T23" fmla="*/ 8 h 70"/>
                <a:gd name="T24" fmla="*/ 98 w 104"/>
                <a:gd name="T25" fmla="*/ 20 h 70"/>
                <a:gd name="T26" fmla="*/ 98 w 104"/>
                <a:gd name="T27" fmla="*/ 54 h 70"/>
                <a:gd name="T28" fmla="*/ 98 w 104"/>
                <a:gd name="T29" fmla="*/ 54 h 70"/>
                <a:gd name="T30" fmla="*/ 98 w 104"/>
                <a:gd name="T31" fmla="*/ 55 h 70"/>
                <a:gd name="T32" fmla="*/ 96 w 104"/>
                <a:gd name="T33" fmla="*/ 59 h 70"/>
                <a:gd name="T34" fmla="*/ 82 w 104"/>
                <a:gd name="T35" fmla="*/ 64 h 70"/>
                <a:gd name="T36" fmla="*/ 41 w 104"/>
                <a:gd name="T37" fmla="*/ 64 h 70"/>
                <a:gd name="T38" fmla="*/ 36 w 104"/>
                <a:gd name="T39" fmla="*/ 62 h 70"/>
                <a:gd name="T40" fmla="*/ 32 w 104"/>
                <a:gd name="T41" fmla="*/ 58 h 70"/>
                <a:gd name="T42" fmla="*/ 31 w 104"/>
                <a:gd name="T43" fmla="*/ 50 h 70"/>
                <a:gd name="T44" fmla="*/ 31 w 104"/>
                <a:gd name="T45" fmla="*/ 49 h 70"/>
                <a:gd name="T46" fmla="*/ 21 w 104"/>
                <a:gd name="T47" fmla="*/ 37 h 70"/>
                <a:gd name="T48" fmla="*/ 31 w 104"/>
                <a:gd name="T49" fmla="*/ 42 h 70"/>
                <a:gd name="T50" fmla="*/ 31 w 104"/>
                <a:gd name="T51" fmla="*/ 19 h 70"/>
                <a:gd name="T52" fmla="*/ 34 w 104"/>
                <a:gd name="T53" fmla="*/ 12 h 70"/>
                <a:gd name="T54" fmla="*/ 38 w 104"/>
                <a:gd name="T55" fmla="*/ 8 h 70"/>
                <a:gd name="T56" fmla="*/ 47 w 104"/>
                <a:gd name="T57" fmla="*/ 6 h 70"/>
                <a:gd name="T58" fmla="*/ 47 w 104"/>
                <a:gd name="T59" fmla="*/ 6 h 70"/>
                <a:gd name="T60" fmla="*/ 84 w 104"/>
                <a:gd name="T61" fmla="*/ 0 h 70"/>
                <a:gd name="T62" fmla="*/ 47 w 104"/>
                <a:gd name="T63" fmla="*/ 0 h 70"/>
                <a:gd name="T64" fmla="*/ 35 w 104"/>
                <a:gd name="T65" fmla="*/ 3 h 70"/>
                <a:gd name="T66" fmla="*/ 26 w 104"/>
                <a:gd name="T67" fmla="*/ 13 h 70"/>
                <a:gd name="T68" fmla="*/ 25 w 104"/>
                <a:gd name="T69" fmla="*/ 19 h 70"/>
                <a:gd name="T70" fmla="*/ 25 w 104"/>
                <a:gd name="T71" fmla="*/ 19 h 70"/>
                <a:gd name="T72" fmla="*/ 25 w 104"/>
                <a:gd name="T73" fmla="*/ 32 h 70"/>
                <a:gd name="T74" fmla="*/ 0 w 104"/>
                <a:gd name="T75" fmla="*/ 19 h 70"/>
                <a:gd name="T76" fmla="*/ 8 w 104"/>
                <a:gd name="T77" fmla="*/ 30 h 70"/>
                <a:gd name="T78" fmla="*/ 11 w 104"/>
                <a:gd name="T79" fmla="*/ 28 h 70"/>
                <a:gd name="T80" fmla="*/ 8 w 104"/>
                <a:gd name="T81" fmla="*/ 30 h 70"/>
                <a:gd name="T82" fmla="*/ 25 w 104"/>
                <a:gd name="T83" fmla="*/ 51 h 70"/>
                <a:gd name="T84" fmla="*/ 27 w 104"/>
                <a:gd name="T85" fmla="*/ 61 h 70"/>
                <a:gd name="T86" fmla="*/ 36 w 104"/>
                <a:gd name="T87" fmla="*/ 69 h 70"/>
                <a:gd name="T88" fmla="*/ 41 w 104"/>
                <a:gd name="T89" fmla="*/ 70 h 70"/>
                <a:gd name="T90" fmla="*/ 41 w 104"/>
                <a:gd name="T91" fmla="*/ 70 h 70"/>
                <a:gd name="T92" fmla="*/ 82 w 104"/>
                <a:gd name="T93" fmla="*/ 70 h 70"/>
                <a:gd name="T94" fmla="*/ 82 w 104"/>
                <a:gd name="T95" fmla="*/ 70 h 70"/>
                <a:gd name="T96" fmla="*/ 100 w 104"/>
                <a:gd name="T97" fmla="*/ 64 h 70"/>
                <a:gd name="T98" fmla="*/ 104 w 104"/>
                <a:gd name="T99" fmla="*/ 55 h 70"/>
                <a:gd name="T100" fmla="*/ 104 w 104"/>
                <a:gd name="T101" fmla="*/ 53 h 70"/>
                <a:gd name="T102" fmla="*/ 104 w 104"/>
                <a:gd name="T103" fmla="*/ 20 h 70"/>
                <a:gd name="T104" fmla="*/ 104 w 104"/>
                <a:gd name="T105" fmla="*/ 19 h 70"/>
                <a:gd name="T106" fmla="*/ 93 w 104"/>
                <a:gd name="T107" fmla="*/ 3 h 70"/>
                <a:gd name="T108" fmla="*/ 84 w 104"/>
                <a:gd name="T109" fmla="*/ 0 h 70"/>
                <a:gd name="T110" fmla="*/ 84 w 104"/>
                <a:gd name="T11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70">
                  <a:moveTo>
                    <a:pt x="47" y="0"/>
                  </a:moveTo>
                  <a:cubicBezTo>
                    <a:pt x="47" y="0"/>
                    <a:pt x="47" y="0"/>
                    <a:pt x="47" y="0"/>
                  </a:cubicBezTo>
                  <a:cubicBezTo>
                    <a:pt x="47" y="0"/>
                    <a:pt x="47" y="0"/>
                    <a:pt x="47" y="0"/>
                  </a:cubicBezTo>
                  <a:cubicBezTo>
                    <a:pt x="47" y="0"/>
                    <a:pt x="47" y="0"/>
                    <a:pt x="47" y="0"/>
                  </a:cubicBezTo>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5"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3" name="Freeform 314">
              <a:extLst>
                <a:ext uri="{FF2B5EF4-FFF2-40B4-BE49-F238E27FC236}">
                  <a16:creationId xmlns:a16="http://schemas.microsoft.com/office/drawing/2014/main" id="{C612F04E-8BDB-40C0-9C9B-B062A16751D0}"/>
                </a:ext>
              </a:extLst>
            </p:cNvPr>
            <p:cNvSpPr>
              <a:spLocks noEditPoints="1"/>
            </p:cNvSpPr>
            <p:nvPr userDrawn="1"/>
          </p:nvSpPr>
          <p:spPr bwMode="auto">
            <a:xfrm>
              <a:off x="3199272" y="1526258"/>
              <a:ext cx="214740" cy="148512"/>
            </a:xfrm>
            <a:custGeom>
              <a:avLst/>
              <a:gdLst>
                <a:gd name="T0" fmla="*/ 62 w 143"/>
                <a:gd name="T1" fmla="*/ 0 h 98"/>
                <a:gd name="T2" fmla="*/ 62 w 143"/>
                <a:gd name="T3" fmla="*/ 0 h 98"/>
                <a:gd name="T4" fmla="*/ 62 w 143"/>
                <a:gd name="T5" fmla="*/ 0 h 98"/>
                <a:gd name="T6" fmla="*/ 62 w 143"/>
                <a:gd name="T7" fmla="*/ 0 h 98"/>
                <a:gd name="T8" fmla="*/ 9 w 143"/>
                <a:gd name="T9" fmla="*/ 42 h 98"/>
                <a:gd name="T10" fmla="*/ 10 w 143"/>
                <a:gd name="T11" fmla="*/ 39 h 98"/>
                <a:gd name="T12" fmla="*/ 9 w 143"/>
                <a:gd name="T13" fmla="*/ 42 h 98"/>
                <a:gd name="T14" fmla="*/ 62 w 143"/>
                <a:gd name="T15" fmla="*/ 6 h 98"/>
                <a:gd name="T16" fmla="*/ 115 w 143"/>
                <a:gd name="T17" fmla="*/ 6 h 98"/>
                <a:gd name="T18" fmla="*/ 124 w 143"/>
                <a:gd name="T19" fmla="*/ 10 h 98"/>
                <a:gd name="T20" fmla="*/ 136 w 143"/>
                <a:gd name="T21" fmla="*/ 28 h 98"/>
                <a:gd name="T22" fmla="*/ 136 w 143"/>
                <a:gd name="T23" fmla="*/ 76 h 98"/>
                <a:gd name="T24" fmla="*/ 136 w 143"/>
                <a:gd name="T25" fmla="*/ 76 h 98"/>
                <a:gd name="T26" fmla="*/ 137 w 143"/>
                <a:gd name="T27" fmla="*/ 77 h 98"/>
                <a:gd name="T28" fmla="*/ 133 w 143"/>
                <a:gd name="T29" fmla="*/ 85 h 98"/>
                <a:gd name="T30" fmla="*/ 111 w 143"/>
                <a:gd name="T31" fmla="*/ 92 h 98"/>
                <a:gd name="T32" fmla="*/ 54 w 143"/>
                <a:gd name="T33" fmla="*/ 92 h 98"/>
                <a:gd name="T34" fmla="*/ 45 w 143"/>
                <a:gd name="T35" fmla="*/ 89 h 98"/>
                <a:gd name="T36" fmla="*/ 40 w 143"/>
                <a:gd name="T37" fmla="*/ 82 h 98"/>
                <a:gd name="T38" fmla="*/ 37 w 143"/>
                <a:gd name="T39" fmla="*/ 71 h 98"/>
                <a:gd name="T40" fmla="*/ 37 w 143"/>
                <a:gd name="T41" fmla="*/ 70 h 98"/>
                <a:gd name="T42" fmla="*/ 21 w 143"/>
                <a:gd name="T43" fmla="*/ 48 h 98"/>
                <a:gd name="T44" fmla="*/ 37 w 143"/>
                <a:gd name="T45" fmla="*/ 57 h 98"/>
                <a:gd name="T46" fmla="*/ 37 w 143"/>
                <a:gd name="T47" fmla="*/ 27 h 98"/>
                <a:gd name="T48" fmla="*/ 41 w 143"/>
                <a:gd name="T49" fmla="*/ 17 h 98"/>
                <a:gd name="T50" fmla="*/ 49 w 143"/>
                <a:gd name="T51" fmla="*/ 10 h 98"/>
                <a:gd name="T52" fmla="*/ 62 w 143"/>
                <a:gd name="T53" fmla="*/ 6 h 98"/>
                <a:gd name="T54" fmla="*/ 62 w 143"/>
                <a:gd name="T55" fmla="*/ 6 h 98"/>
                <a:gd name="T56" fmla="*/ 115 w 143"/>
                <a:gd name="T57" fmla="*/ 0 h 98"/>
                <a:gd name="T58" fmla="*/ 62 w 143"/>
                <a:gd name="T59" fmla="*/ 0 h 98"/>
                <a:gd name="T60" fmla="*/ 46 w 143"/>
                <a:gd name="T61" fmla="*/ 5 h 98"/>
                <a:gd name="T62" fmla="*/ 34 w 143"/>
                <a:gd name="T63" fmla="*/ 18 h 98"/>
                <a:gd name="T64" fmla="*/ 31 w 143"/>
                <a:gd name="T65" fmla="*/ 26 h 98"/>
                <a:gd name="T66" fmla="*/ 31 w 143"/>
                <a:gd name="T67" fmla="*/ 26 h 98"/>
                <a:gd name="T68" fmla="*/ 31 w 143"/>
                <a:gd name="T69" fmla="*/ 47 h 98"/>
                <a:gd name="T70" fmla="*/ 0 w 143"/>
                <a:gd name="T71" fmla="*/ 30 h 98"/>
                <a:gd name="T72" fmla="*/ 8 w 143"/>
                <a:gd name="T73" fmla="*/ 41 h 98"/>
                <a:gd name="T74" fmla="*/ 10 w 143"/>
                <a:gd name="T75" fmla="*/ 39 h 98"/>
                <a:gd name="T76" fmla="*/ 8 w 143"/>
                <a:gd name="T77" fmla="*/ 41 h 98"/>
                <a:gd name="T78" fmla="*/ 31 w 143"/>
                <a:gd name="T79" fmla="*/ 72 h 98"/>
                <a:gd name="T80" fmla="*/ 35 w 143"/>
                <a:gd name="T81" fmla="*/ 85 h 98"/>
                <a:gd name="T82" fmla="*/ 46 w 143"/>
                <a:gd name="T83" fmla="*/ 96 h 98"/>
                <a:gd name="T84" fmla="*/ 53 w 143"/>
                <a:gd name="T85" fmla="*/ 98 h 98"/>
                <a:gd name="T86" fmla="*/ 53 w 143"/>
                <a:gd name="T87" fmla="*/ 98 h 98"/>
                <a:gd name="T88" fmla="*/ 112 w 143"/>
                <a:gd name="T89" fmla="*/ 98 h 98"/>
                <a:gd name="T90" fmla="*/ 112 w 143"/>
                <a:gd name="T91" fmla="*/ 98 h 98"/>
                <a:gd name="T92" fmla="*/ 137 w 143"/>
                <a:gd name="T93" fmla="*/ 89 h 98"/>
                <a:gd name="T94" fmla="*/ 143 w 143"/>
                <a:gd name="T95" fmla="*/ 77 h 98"/>
                <a:gd name="T96" fmla="*/ 142 w 143"/>
                <a:gd name="T97" fmla="*/ 75 h 98"/>
                <a:gd name="T98" fmla="*/ 142 w 143"/>
                <a:gd name="T99" fmla="*/ 27 h 98"/>
                <a:gd name="T100" fmla="*/ 142 w 143"/>
                <a:gd name="T101" fmla="*/ 27 h 98"/>
                <a:gd name="T102" fmla="*/ 127 w 143"/>
                <a:gd name="T103" fmla="*/ 4 h 98"/>
                <a:gd name="T104" fmla="*/ 115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4" name="Freeform 315">
              <a:extLst>
                <a:ext uri="{FF2B5EF4-FFF2-40B4-BE49-F238E27FC236}">
                  <a16:creationId xmlns:a16="http://schemas.microsoft.com/office/drawing/2014/main" id="{58D00646-A0D1-419C-8C5D-F2449A1EF5BD}"/>
                </a:ext>
              </a:extLst>
            </p:cNvPr>
            <p:cNvSpPr>
              <a:spLocks noEditPoints="1"/>
            </p:cNvSpPr>
            <p:nvPr userDrawn="1"/>
          </p:nvSpPr>
          <p:spPr bwMode="auto">
            <a:xfrm>
              <a:off x="4086327" y="1016502"/>
              <a:ext cx="168581" cy="114395"/>
            </a:xfrm>
            <a:custGeom>
              <a:avLst/>
              <a:gdLst>
                <a:gd name="T0" fmla="*/ 9 w 112"/>
                <a:gd name="T1" fmla="*/ 33 h 76"/>
                <a:gd name="T2" fmla="*/ 11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50 w 112"/>
                <a:gd name="T17" fmla="*/ 6 h 76"/>
                <a:gd name="T18" fmla="*/ 50 w 112"/>
                <a:gd name="T19" fmla="*/ 6 h 76"/>
                <a:gd name="T20" fmla="*/ 90 w 112"/>
                <a:gd name="T21" fmla="*/ 6 h 76"/>
                <a:gd name="T22" fmla="*/ 97 w 112"/>
                <a:gd name="T23" fmla="*/ 9 h 76"/>
                <a:gd name="T24" fmla="*/ 106 w 112"/>
                <a:gd name="T25" fmla="*/ 22 h 76"/>
                <a:gd name="T26" fmla="*/ 106 w 112"/>
                <a:gd name="T27" fmla="*/ 58 h 76"/>
                <a:gd name="T28" fmla="*/ 106 w 112"/>
                <a:gd name="T29" fmla="*/ 58 h 76"/>
                <a:gd name="T30" fmla="*/ 106 w 112"/>
                <a:gd name="T31" fmla="*/ 58 h 76"/>
                <a:gd name="T32" fmla="*/ 106 w 112"/>
                <a:gd name="T33" fmla="*/ 58 h 76"/>
                <a:gd name="T34" fmla="*/ 106 w 112"/>
                <a:gd name="T35" fmla="*/ 59 h 76"/>
                <a:gd name="T36" fmla="*/ 104 w 112"/>
                <a:gd name="T37" fmla="*/ 65 h 76"/>
                <a:gd name="T38" fmla="*/ 88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5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9" y="33"/>
                  </a:moveTo>
                  <a:cubicBezTo>
                    <a:pt x="11" y="30"/>
                    <a:pt x="11" y="30"/>
                    <a:pt x="11"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5" name="Freeform 316">
              <a:extLst>
                <a:ext uri="{FF2B5EF4-FFF2-40B4-BE49-F238E27FC236}">
                  <a16:creationId xmlns:a16="http://schemas.microsoft.com/office/drawing/2014/main" id="{B2D8B35D-19AC-4A1F-AE94-75679305746E}"/>
                </a:ext>
              </a:extLst>
            </p:cNvPr>
            <p:cNvSpPr>
              <a:spLocks noEditPoints="1"/>
            </p:cNvSpPr>
            <p:nvPr userDrawn="1"/>
          </p:nvSpPr>
          <p:spPr bwMode="auto">
            <a:xfrm>
              <a:off x="4072279"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6" name="Freeform 317">
              <a:extLst>
                <a:ext uri="{FF2B5EF4-FFF2-40B4-BE49-F238E27FC236}">
                  <a16:creationId xmlns:a16="http://schemas.microsoft.com/office/drawing/2014/main" id="{3A49FB50-F039-4E36-9770-769110D0FB68}"/>
                </a:ext>
              </a:extLst>
            </p:cNvPr>
            <p:cNvSpPr>
              <a:spLocks noEditPoints="1"/>
            </p:cNvSpPr>
            <p:nvPr userDrawn="1"/>
          </p:nvSpPr>
          <p:spPr bwMode="auto">
            <a:xfrm>
              <a:off x="3448129" y="279964"/>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7" name="Freeform 318">
              <a:extLst>
                <a:ext uri="{FF2B5EF4-FFF2-40B4-BE49-F238E27FC236}">
                  <a16:creationId xmlns:a16="http://schemas.microsoft.com/office/drawing/2014/main" id="{0A9761A1-686C-43C8-9CA3-944E7FDA6177}"/>
                </a:ext>
              </a:extLst>
            </p:cNvPr>
            <p:cNvSpPr>
              <a:spLocks/>
            </p:cNvSpPr>
            <p:nvPr userDrawn="1"/>
          </p:nvSpPr>
          <p:spPr bwMode="auto">
            <a:xfrm>
              <a:off x="3688958"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8" name="Freeform 319">
              <a:extLst>
                <a:ext uri="{FF2B5EF4-FFF2-40B4-BE49-F238E27FC236}">
                  <a16:creationId xmlns:a16="http://schemas.microsoft.com/office/drawing/2014/main" id="{219684BE-21AA-418B-A0A8-BB35986C79C8}"/>
                </a:ext>
              </a:extLst>
            </p:cNvPr>
            <p:cNvSpPr>
              <a:spLocks noEditPoints="1"/>
            </p:cNvSpPr>
            <p:nvPr userDrawn="1"/>
          </p:nvSpPr>
          <p:spPr bwMode="auto">
            <a:xfrm>
              <a:off x="4224805"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9" name="Freeform 320">
              <a:extLst>
                <a:ext uri="{FF2B5EF4-FFF2-40B4-BE49-F238E27FC236}">
                  <a16:creationId xmlns:a16="http://schemas.microsoft.com/office/drawing/2014/main" id="{DF526665-93A2-4893-81B1-88013D6EF354}"/>
                </a:ext>
              </a:extLst>
            </p:cNvPr>
            <p:cNvSpPr>
              <a:spLocks noEditPoints="1"/>
            </p:cNvSpPr>
            <p:nvPr userDrawn="1"/>
          </p:nvSpPr>
          <p:spPr bwMode="auto">
            <a:xfrm>
              <a:off x="3319686"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0" name="Freeform 321">
              <a:extLst>
                <a:ext uri="{FF2B5EF4-FFF2-40B4-BE49-F238E27FC236}">
                  <a16:creationId xmlns:a16="http://schemas.microsoft.com/office/drawing/2014/main" id="{71EE6BF1-3631-4FAC-AB7A-EFBE82ED84CF}"/>
                </a:ext>
              </a:extLst>
            </p:cNvPr>
            <p:cNvSpPr>
              <a:spLocks/>
            </p:cNvSpPr>
            <p:nvPr userDrawn="1"/>
          </p:nvSpPr>
          <p:spPr bwMode="auto">
            <a:xfrm>
              <a:off x="3490275" y="633181"/>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1" name="Freeform 322">
              <a:extLst>
                <a:ext uri="{FF2B5EF4-FFF2-40B4-BE49-F238E27FC236}">
                  <a16:creationId xmlns:a16="http://schemas.microsoft.com/office/drawing/2014/main" id="{0FE38983-9C9F-4FE2-A53D-636DA23D6735}"/>
                </a:ext>
              </a:extLst>
            </p:cNvPr>
            <p:cNvSpPr>
              <a:spLocks noEditPoints="1"/>
            </p:cNvSpPr>
            <p:nvPr userDrawn="1"/>
          </p:nvSpPr>
          <p:spPr bwMode="auto">
            <a:xfrm>
              <a:off x="4730547"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6 w 219"/>
                <a:gd name="T9" fmla="*/ 41 h 131"/>
                <a:gd name="T10" fmla="*/ 17 w 219"/>
                <a:gd name="T11" fmla="*/ 38 h 131"/>
                <a:gd name="T12" fmla="*/ 16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8 w 219"/>
                <a:gd name="T43" fmla="*/ 125 h 131"/>
                <a:gd name="T44" fmla="*/ 99 w 219"/>
                <a:gd name="T45" fmla="*/ 125 h 131"/>
                <a:gd name="T46" fmla="*/ 88 w 219"/>
                <a:gd name="T47" fmla="*/ 120 h 131"/>
                <a:gd name="T48" fmla="*/ 80 w 219"/>
                <a:gd name="T49" fmla="*/ 111 h 131"/>
                <a:gd name="T50" fmla="*/ 76 w 219"/>
                <a:gd name="T51" fmla="*/ 95 h 131"/>
                <a:gd name="T52" fmla="*/ 76 w 219"/>
                <a:gd name="T53" fmla="*/ 94 h 131"/>
                <a:gd name="T54" fmla="*/ 34 w 219"/>
                <a:gd name="T55" fmla="*/ 51 h 131"/>
                <a:gd name="T56" fmla="*/ 76 w 219"/>
                <a:gd name="T57" fmla="*/ 74 h 131"/>
                <a:gd name="T58" fmla="*/ 76 w 219"/>
                <a:gd name="T59" fmla="*/ 35 h 131"/>
                <a:gd name="T60" fmla="*/ 183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5 w 219"/>
                <a:gd name="T79" fmla="*/ 40 h 131"/>
                <a:gd name="T80" fmla="*/ 17 w 219"/>
                <a:gd name="T81" fmla="*/ 38 h 131"/>
                <a:gd name="T82" fmla="*/ 15 w 219"/>
                <a:gd name="T83" fmla="*/ 40 h 131"/>
                <a:gd name="T84" fmla="*/ 70 w 219"/>
                <a:gd name="T85" fmla="*/ 97 h 131"/>
                <a:gd name="T86" fmla="*/ 75 w 219"/>
                <a:gd name="T87" fmla="*/ 114 h 131"/>
                <a:gd name="T88" fmla="*/ 90 w 219"/>
                <a:gd name="T89" fmla="*/ 128 h 131"/>
                <a:gd name="T90" fmla="*/ 99 w 219"/>
                <a:gd name="T91" fmla="*/ 131 h 131"/>
                <a:gd name="T92" fmla="*/ 99 w 219"/>
                <a:gd name="T93" fmla="*/ 131 h 131"/>
                <a:gd name="T94" fmla="*/ 178 w 219"/>
                <a:gd name="T95" fmla="*/ 131 h 131"/>
                <a:gd name="T96" fmla="*/ 178 w 219"/>
                <a:gd name="T97" fmla="*/ 131 h 131"/>
                <a:gd name="T98" fmla="*/ 212 w 219"/>
                <a:gd name="T99" fmla="*/ 119 h 131"/>
                <a:gd name="T100" fmla="*/ 219 w 219"/>
                <a:gd name="T101" fmla="*/ 104 h 131"/>
                <a:gd name="T102" fmla="*/ 219 w 219"/>
                <a:gd name="T103" fmla="*/ 101 h 131"/>
                <a:gd name="T104" fmla="*/ 219 w 219"/>
                <a:gd name="T105" fmla="*/ 36 h 131"/>
                <a:gd name="T106" fmla="*/ 219 w 219"/>
                <a:gd name="T107" fmla="*/ 36 h 131"/>
                <a:gd name="T108" fmla="*/ 198 w 219"/>
                <a:gd name="T109" fmla="*/ 5 h 131"/>
                <a:gd name="T110" fmla="*/ 183 w 219"/>
                <a:gd name="T111" fmla="*/ 0 h 131"/>
                <a:gd name="T112" fmla="*/ 183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6" y="41"/>
                  </a:moveTo>
                  <a:cubicBezTo>
                    <a:pt x="17" y="38"/>
                    <a:pt x="17" y="38"/>
                    <a:pt x="17" y="38"/>
                  </a:cubicBezTo>
                  <a:cubicBezTo>
                    <a:pt x="16" y="41"/>
                    <a:pt x="16" y="41"/>
                    <a:pt x="16"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2" name="Freeform 323">
              <a:extLst>
                <a:ext uri="{FF2B5EF4-FFF2-40B4-BE49-F238E27FC236}">
                  <a16:creationId xmlns:a16="http://schemas.microsoft.com/office/drawing/2014/main" id="{F7B8352F-2F6D-46F6-BD28-4C2CA05C9FC4}"/>
                </a:ext>
              </a:extLst>
            </p:cNvPr>
            <p:cNvSpPr>
              <a:spLocks noEditPoints="1"/>
            </p:cNvSpPr>
            <p:nvPr userDrawn="1"/>
          </p:nvSpPr>
          <p:spPr bwMode="auto">
            <a:xfrm>
              <a:off x="5079750" y="542870"/>
              <a:ext cx="210726" cy="204705"/>
            </a:xfrm>
            <a:custGeom>
              <a:avLst/>
              <a:gdLst>
                <a:gd name="T0" fmla="*/ 6 w 140"/>
                <a:gd name="T1" fmla="*/ 27 h 137"/>
                <a:gd name="T2" fmla="*/ 10 w 140"/>
                <a:gd name="T3" fmla="*/ 17 h 137"/>
                <a:gd name="T4" fmla="*/ 16 w 140"/>
                <a:gd name="T5" fmla="*/ 11 h 137"/>
                <a:gd name="T6" fmla="*/ 25 w 140"/>
                <a:gd name="T7" fmla="*/ 8 h 137"/>
                <a:gd name="T8" fmla="*/ 25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1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2 w 140"/>
                <a:gd name="T37" fmla="*/ 105 h 137"/>
                <a:gd name="T38" fmla="*/ 38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5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8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3" name="Freeform 324">
              <a:extLst>
                <a:ext uri="{FF2B5EF4-FFF2-40B4-BE49-F238E27FC236}">
                  <a16:creationId xmlns:a16="http://schemas.microsoft.com/office/drawing/2014/main" id="{85E2119F-8EA1-4976-BEE6-BC870AC305B4}"/>
                </a:ext>
              </a:extLst>
            </p:cNvPr>
            <p:cNvSpPr>
              <a:spLocks noEditPoints="1"/>
            </p:cNvSpPr>
            <p:nvPr userDrawn="1"/>
          </p:nvSpPr>
          <p:spPr bwMode="auto">
            <a:xfrm>
              <a:off x="4034147" y="364255"/>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4" name="Freeform 325">
              <a:extLst>
                <a:ext uri="{FF2B5EF4-FFF2-40B4-BE49-F238E27FC236}">
                  <a16:creationId xmlns:a16="http://schemas.microsoft.com/office/drawing/2014/main" id="{5289205C-575C-4A66-9AF7-74EC7D92A18A}"/>
                </a:ext>
              </a:extLst>
            </p:cNvPr>
            <p:cNvSpPr>
              <a:spLocks/>
            </p:cNvSpPr>
            <p:nvPr userDrawn="1"/>
          </p:nvSpPr>
          <p:spPr bwMode="auto">
            <a:xfrm>
              <a:off x="4152556" y="558926"/>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5" name="Freeform 326">
              <a:extLst>
                <a:ext uri="{FF2B5EF4-FFF2-40B4-BE49-F238E27FC236}">
                  <a16:creationId xmlns:a16="http://schemas.microsoft.com/office/drawing/2014/main" id="{0C6851C5-DF94-4E89-9C35-17653F58BED5}"/>
                </a:ext>
              </a:extLst>
            </p:cNvPr>
            <p:cNvSpPr>
              <a:spLocks noEditPoints="1"/>
            </p:cNvSpPr>
            <p:nvPr userDrawn="1"/>
          </p:nvSpPr>
          <p:spPr bwMode="auto">
            <a:xfrm>
              <a:off x="3875602" y="143494"/>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4"/>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6" name="Freeform 327">
              <a:extLst>
                <a:ext uri="{FF2B5EF4-FFF2-40B4-BE49-F238E27FC236}">
                  <a16:creationId xmlns:a16="http://schemas.microsoft.com/office/drawing/2014/main" id="{DE09CA22-CBCC-41D9-8C77-7CD6EF3BDA8E}"/>
                </a:ext>
              </a:extLst>
            </p:cNvPr>
            <p:cNvSpPr>
              <a:spLocks noEditPoints="1"/>
            </p:cNvSpPr>
            <p:nvPr userDrawn="1"/>
          </p:nvSpPr>
          <p:spPr bwMode="auto">
            <a:xfrm>
              <a:off x="5300510" y="500725"/>
              <a:ext cx="114395" cy="174602"/>
            </a:xfrm>
            <a:custGeom>
              <a:avLst/>
              <a:gdLst>
                <a:gd name="T0" fmla="*/ 16 w 76"/>
                <a:gd name="T1" fmla="*/ 10 h 116"/>
                <a:gd name="T2" fmla="*/ 59 w 76"/>
                <a:gd name="T3" fmla="*/ 6 h 116"/>
                <a:gd name="T4" fmla="*/ 61 w 76"/>
                <a:gd name="T5" fmla="*/ 7 h 116"/>
                <a:gd name="T6" fmla="*/ 66 w 76"/>
                <a:gd name="T7" fmla="*/ 11 h 116"/>
                <a:gd name="T8" fmla="*/ 69 w 76"/>
                <a:gd name="T9" fmla="*/ 28 h 116"/>
                <a:gd name="T10" fmla="*/ 69 w 76"/>
                <a:gd name="T11" fmla="*/ 77 h 116"/>
                <a:gd name="T12" fmla="*/ 69 w 76"/>
                <a:gd name="T13" fmla="*/ 77 h 116"/>
                <a:gd name="T14" fmla="*/ 69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1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4 w 76"/>
                <a:gd name="T73" fmla="*/ 88 h 116"/>
                <a:gd name="T74" fmla="*/ 15 w 76"/>
                <a:gd name="T75" fmla="*/ 89 h 116"/>
                <a:gd name="T76" fmla="*/ 37 w 76"/>
                <a:gd name="T77" fmla="*/ 90 h 116"/>
                <a:gd name="T78" fmla="*/ 25 w 76"/>
                <a:gd name="T79" fmla="*/ 116 h 116"/>
                <a:gd name="T80" fmla="*/ 55 w 76"/>
                <a:gd name="T81" fmla="*/ 90 h 116"/>
                <a:gd name="T82" fmla="*/ 72 w 76"/>
                <a:gd name="T83" fmla="*/ 85 h 116"/>
                <a:gd name="T84" fmla="*/ 75 w 76"/>
                <a:gd name="T85" fmla="*/ 81 h 116"/>
                <a:gd name="T86" fmla="*/ 76 w 76"/>
                <a:gd name="T87" fmla="*/ 77 h 116"/>
                <a:gd name="T88" fmla="*/ 75 w 76"/>
                <a:gd name="T89" fmla="*/ 76 h 116"/>
                <a:gd name="T90" fmla="*/ 75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7" name="Freeform 328">
              <a:extLst>
                <a:ext uri="{FF2B5EF4-FFF2-40B4-BE49-F238E27FC236}">
                  <a16:creationId xmlns:a16="http://schemas.microsoft.com/office/drawing/2014/main" id="{E970BF6D-5815-499C-8A38-95AFDE73FC6F}"/>
                </a:ext>
              </a:extLst>
            </p:cNvPr>
            <p:cNvSpPr>
              <a:spLocks noEditPoints="1"/>
            </p:cNvSpPr>
            <p:nvPr userDrawn="1"/>
          </p:nvSpPr>
          <p:spPr bwMode="auto">
            <a:xfrm>
              <a:off x="5589505"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8 w 76"/>
                <a:gd name="T71" fmla="*/ 8 h 115"/>
                <a:gd name="T72" fmla="*/ 1 w 76"/>
                <a:gd name="T73" fmla="*/ 22 h 115"/>
                <a:gd name="T74" fmla="*/ 0 w 76"/>
                <a:gd name="T75" fmla="*/ 39 h 115"/>
                <a:gd name="T76" fmla="*/ 1 w 76"/>
                <a:gd name="T77" fmla="*/ 61 h 115"/>
                <a:gd name="T78" fmla="*/ 9 w 76"/>
                <a:gd name="T79" fmla="*/ 81 h 115"/>
                <a:gd name="T80" fmla="*/ 15 w 76"/>
                <a:gd name="T81" fmla="*/ 88 h 115"/>
                <a:gd name="T82" fmla="*/ 16 w 76"/>
                <a:gd name="T83" fmla="*/ 88 h 115"/>
                <a:gd name="T84" fmla="*/ 38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8" name="Freeform 329">
              <a:extLst>
                <a:ext uri="{FF2B5EF4-FFF2-40B4-BE49-F238E27FC236}">
                  <a16:creationId xmlns:a16="http://schemas.microsoft.com/office/drawing/2014/main" id="{16ED0574-E244-4C47-9207-F714C2A68268}"/>
                </a:ext>
              </a:extLst>
            </p:cNvPr>
            <p:cNvSpPr>
              <a:spLocks noEditPoints="1"/>
            </p:cNvSpPr>
            <p:nvPr userDrawn="1"/>
          </p:nvSpPr>
          <p:spPr bwMode="auto">
            <a:xfrm>
              <a:off x="3899685" y="408407"/>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9" name="Freeform 330">
              <a:extLst>
                <a:ext uri="{FF2B5EF4-FFF2-40B4-BE49-F238E27FC236}">
                  <a16:creationId xmlns:a16="http://schemas.microsoft.com/office/drawing/2014/main" id="{323CC173-3939-47B4-BD02-F298859B217E}"/>
                </a:ext>
              </a:extLst>
            </p:cNvPr>
            <p:cNvSpPr>
              <a:spLocks noEditPoints="1"/>
            </p:cNvSpPr>
            <p:nvPr userDrawn="1"/>
          </p:nvSpPr>
          <p:spPr bwMode="auto">
            <a:xfrm>
              <a:off x="3209307" y="-71245"/>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0" name="Freeform 331">
              <a:extLst>
                <a:ext uri="{FF2B5EF4-FFF2-40B4-BE49-F238E27FC236}">
                  <a16:creationId xmlns:a16="http://schemas.microsoft.com/office/drawing/2014/main" id="{2C86722C-162D-40BF-B733-35179F49F69A}"/>
                </a:ext>
              </a:extLst>
            </p:cNvPr>
            <p:cNvSpPr>
              <a:spLocks noEditPoints="1"/>
            </p:cNvSpPr>
            <p:nvPr userDrawn="1"/>
          </p:nvSpPr>
          <p:spPr bwMode="auto">
            <a:xfrm>
              <a:off x="4357261" y="74155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1" name="Freeform 332">
              <a:extLst>
                <a:ext uri="{FF2B5EF4-FFF2-40B4-BE49-F238E27FC236}">
                  <a16:creationId xmlns:a16="http://schemas.microsoft.com/office/drawing/2014/main" id="{CD80AEF4-FC4C-492D-BF7F-FDF735FEC3B9}"/>
                </a:ext>
              </a:extLst>
            </p:cNvPr>
            <p:cNvSpPr>
              <a:spLocks noEditPoints="1"/>
            </p:cNvSpPr>
            <p:nvPr userDrawn="1"/>
          </p:nvSpPr>
          <p:spPr bwMode="auto">
            <a:xfrm>
              <a:off x="3929788" y="76563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59 w 76"/>
                <a:gd name="T61" fmla="*/ 0 h 116"/>
                <a:gd name="T62" fmla="*/ 16 w 76"/>
                <a:gd name="T63" fmla="*/ 4 h 116"/>
                <a:gd name="T64" fmla="*/ 8 w 76"/>
                <a:gd name="T65" fmla="*/ 8 h 116"/>
                <a:gd name="T66" fmla="*/ 2 w 76"/>
                <a:gd name="T67" fmla="*/ 22 h 116"/>
                <a:gd name="T68" fmla="*/ 0 w 76"/>
                <a:gd name="T69" fmla="*/ 40 h 116"/>
                <a:gd name="T70" fmla="*/ 2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2" name="Freeform 333">
              <a:extLst>
                <a:ext uri="{FF2B5EF4-FFF2-40B4-BE49-F238E27FC236}">
                  <a16:creationId xmlns:a16="http://schemas.microsoft.com/office/drawing/2014/main" id="{99710D13-744C-4EA8-BCD9-90BA059777C2}"/>
                </a:ext>
              </a:extLst>
            </p:cNvPr>
            <p:cNvSpPr>
              <a:spLocks noEditPoints="1"/>
            </p:cNvSpPr>
            <p:nvPr userDrawn="1"/>
          </p:nvSpPr>
          <p:spPr bwMode="auto">
            <a:xfrm>
              <a:off x="3436087" y="960308"/>
              <a:ext cx="114395" cy="174602"/>
            </a:xfrm>
            <a:custGeom>
              <a:avLst/>
              <a:gdLst>
                <a:gd name="T0" fmla="*/ 17 w 76"/>
                <a:gd name="T1" fmla="*/ 4 h 116"/>
                <a:gd name="T2" fmla="*/ 16 w 76"/>
                <a:gd name="T3" fmla="*/ 4 h 116"/>
                <a:gd name="T4" fmla="*/ 17 w 76"/>
                <a:gd name="T5" fmla="*/ 4 h 116"/>
                <a:gd name="T6" fmla="*/ 17 w 76"/>
                <a:gd name="T7" fmla="*/ 4 h 116"/>
                <a:gd name="T8" fmla="*/ 17 w 76"/>
                <a:gd name="T9" fmla="*/ 4 h 116"/>
                <a:gd name="T10" fmla="*/ 17 w 76"/>
                <a:gd name="T11" fmla="*/ 4 h 116"/>
                <a:gd name="T12" fmla="*/ 17 w 76"/>
                <a:gd name="T13" fmla="*/ 4 h 116"/>
                <a:gd name="T14" fmla="*/ 19 w 76"/>
                <a:gd name="T15" fmla="*/ 83 h 116"/>
                <a:gd name="T16" fmla="*/ 19 w 76"/>
                <a:gd name="T17" fmla="*/ 83 h 116"/>
                <a:gd name="T18" fmla="*/ 19 w 76"/>
                <a:gd name="T19" fmla="*/ 83 h 116"/>
                <a:gd name="T20" fmla="*/ 19 w 76"/>
                <a:gd name="T21" fmla="*/ 83 h 116"/>
                <a:gd name="T22" fmla="*/ 17 w 76"/>
                <a:gd name="T23" fmla="*/ 10 h 116"/>
                <a:gd name="T24" fmla="*/ 60 w 76"/>
                <a:gd name="T25" fmla="*/ 6 h 116"/>
                <a:gd name="T26" fmla="*/ 62 w 76"/>
                <a:gd name="T27" fmla="*/ 7 h 116"/>
                <a:gd name="T28" fmla="*/ 67 w 76"/>
                <a:gd name="T29" fmla="*/ 11 h 116"/>
                <a:gd name="T30" fmla="*/ 70 w 76"/>
                <a:gd name="T31" fmla="*/ 28 h 116"/>
                <a:gd name="T32" fmla="*/ 70 w 76"/>
                <a:gd name="T33" fmla="*/ 76 h 116"/>
                <a:gd name="T34" fmla="*/ 70 w 76"/>
                <a:gd name="T35" fmla="*/ 77 h 116"/>
                <a:gd name="T36" fmla="*/ 70 w 76"/>
                <a:gd name="T37" fmla="*/ 77 h 116"/>
                <a:gd name="T38" fmla="*/ 70 w 76"/>
                <a:gd name="T39" fmla="*/ 77 h 116"/>
                <a:gd name="T40" fmla="*/ 70 w 76"/>
                <a:gd name="T41" fmla="*/ 79 h 116"/>
                <a:gd name="T42" fmla="*/ 67 w 76"/>
                <a:gd name="T43" fmla="*/ 82 h 116"/>
                <a:gd name="T44" fmla="*/ 55 w 76"/>
                <a:gd name="T45" fmla="*/ 84 h 116"/>
                <a:gd name="T46" fmla="*/ 55 w 76"/>
                <a:gd name="T47" fmla="*/ 84 h 116"/>
                <a:gd name="T48" fmla="*/ 54 w 76"/>
                <a:gd name="T49" fmla="*/ 84 h 116"/>
                <a:gd name="T50" fmla="*/ 43 w 76"/>
                <a:gd name="T51" fmla="*/ 94 h 116"/>
                <a:gd name="T52" fmla="*/ 47 w 76"/>
                <a:gd name="T53" fmla="*/ 84 h 116"/>
                <a:gd name="T54" fmla="*/ 18 w 76"/>
                <a:gd name="T55" fmla="*/ 83 h 116"/>
                <a:gd name="T56" fmla="*/ 14 w 76"/>
                <a:gd name="T57" fmla="*/ 78 h 116"/>
                <a:gd name="T58" fmla="*/ 8 w 76"/>
                <a:gd name="T59" fmla="*/ 60 h 116"/>
                <a:gd name="T60" fmla="*/ 8 w 76"/>
                <a:gd name="T61" fmla="*/ 60 h 116"/>
                <a:gd name="T62" fmla="*/ 8 w 76"/>
                <a:gd name="T63" fmla="*/ 60 h 116"/>
                <a:gd name="T64" fmla="*/ 8 w 76"/>
                <a:gd name="T65" fmla="*/ 58 h 116"/>
                <a:gd name="T66" fmla="*/ 6 w 76"/>
                <a:gd name="T67" fmla="*/ 39 h 116"/>
                <a:gd name="T68" fmla="*/ 9 w 76"/>
                <a:gd name="T69" fmla="*/ 19 h 116"/>
                <a:gd name="T70" fmla="*/ 12 w 76"/>
                <a:gd name="T71" fmla="*/ 12 h 116"/>
                <a:gd name="T72" fmla="*/ 17 w 76"/>
                <a:gd name="T73" fmla="*/ 10 h 116"/>
                <a:gd name="T74" fmla="*/ 17 w 76"/>
                <a:gd name="T75" fmla="*/ 10 h 116"/>
                <a:gd name="T76" fmla="*/ 60 w 76"/>
                <a:gd name="T77" fmla="*/ 0 h 116"/>
                <a:gd name="T78" fmla="*/ 60 w 76"/>
                <a:gd name="T79" fmla="*/ 0 h 116"/>
                <a:gd name="T80" fmla="*/ 60 w 76"/>
                <a:gd name="T81" fmla="*/ 0 h 116"/>
                <a:gd name="T82" fmla="*/ 17 w 76"/>
                <a:gd name="T83" fmla="*/ 4 h 116"/>
                <a:gd name="T84" fmla="*/ 17 w 76"/>
                <a:gd name="T85" fmla="*/ 4 h 116"/>
                <a:gd name="T86" fmla="*/ 17 w 76"/>
                <a:gd name="T87" fmla="*/ 4 h 116"/>
                <a:gd name="T88" fmla="*/ 8 w 76"/>
                <a:gd name="T89" fmla="*/ 8 h 116"/>
                <a:gd name="T90" fmla="*/ 2 w 76"/>
                <a:gd name="T91" fmla="*/ 22 h 116"/>
                <a:gd name="T92" fmla="*/ 0 w 76"/>
                <a:gd name="T93" fmla="*/ 39 h 116"/>
                <a:gd name="T94" fmla="*/ 2 w 76"/>
                <a:gd name="T95" fmla="*/ 61 h 116"/>
                <a:gd name="T96" fmla="*/ 9 w 76"/>
                <a:gd name="T97" fmla="*/ 81 h 116"/>
                <a:gd name="T98" fmla="*/ 15 w 76"/>
                <a:gd name="T99" fmla="*/ 88 h 116"/>
                <a:gd name="T100" fmla="*/ 16 w 76"/>
                <a:gd name="T101" fmla="*/ 89 h 116"/>
                <a:gd name="T102" fmla="*/ 38 w 76"/>
                <a:gd name="T103" fmla="*/ 90 h 116"/>
                <a:gd name="T104" fmla="*/ 26 w 76"/>
                <a:gd name="T105" fmla="*/ 116 h 116"/>
                <a:gd name="T106" fmla="*/ 56 w 76"/>
                <a:gd name="T107" fmla="*/ 90 h 116"/>
                <a:gd name="T108" fmla="*/ 73 w 76"/>
                <a:gd name="T109" fmla="*/ 85 h 116"/>
                <a:gd name="T110" fmla="*/ 76 w 76"/>
                <a:gd name="T111" fmla="*/ 81 h 116"/>
                <a:gd name="T112" fmla="*/ 76 w 76"/>
                <a:gd name="T113" fmla="*/ 77 h 116"/>
                <a:gd name="T114" fmla="*/ 76 w 76"/>
                <a:gd name="T115" fmla="*/ 76 h 116"/>
                <a:gd name="T116" fmla="*/ 76 w 76"/>
                <a:gd name="T117" fmla="*/ 28 h 116"/>
                <a:gd name="T118" fmla="*/ 69 w 76"/>
                <a:gd name="T119" fmla="*/ 4 h 116"/>
                <a:gd name="T120" fmla="*/ 64 w 76"/>
                <a:gd name="T121" fmla="*/ 1 h 116"/>
                <a:gd name="T122" fmla="*/ 60 w 76"/>
                <a:gd name="T1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116">
                  <a:moveTo>
                    <a:pt x="17" y="4"/>
                  </a:moveTo>
                  <a:cubicBezTo>
                    <a:pt x="16" y="4"/>
                    <a:pt x="16" y="4"/>
                    <a:pt x="16" y="4"/>
                  </a:cubicBezTo>
                  <a:cubicBezTo>
                    <a:pt x="17" y="4"/>
                    <a:pt x="17" y="4"/>
                    <a:pt x="17" y="4"/>
                  </a:cubicBezTo>
                  <a:cubicBezTo>
                    <a:pt x="17" y="4"/>
                    <a:pt x="17" y="4"/>
                    <a:pt x="17" y="4"/>
                  </a:cubicBezTo>
                  <a:moveTo>
                    <a:pt x="17" y="4"/>
                  </a:moveTo>
                  <a:cubicBezTo>
                    <a:pt x="17" y="4"/>
                    <a:pt x="17" y="4"/>
                    <a:pt x="17" y="4"/>
                  </a:cubicBezTo>
                  <a:cubicBezTo>
                    <a:pt x="17" y="4"/>
                    <a:pt x="17" y="4"/>
                    <a:pt x="17" y="4"/>
                  </a:cubicBezTo>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7" y="4"/>
                    <a:pt x="17" y="4"/>
                    <a:pt x="17" y="4"/>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3" name="Freeform 334">
              <a:extLst>
                <a:ext uri="{FF2B5EF4-FFF2-40B4-BE49-F238E27FC236}">
                  <a16:creationId xmlns:a16="http://schemas.microsoft.com/office/drawing/2014/main" id="{83BC034A-9246-432D-8B54-9E4C8FC0B7F0}"/>
                </a:ext>
              </a:extLst>
            </p:cNvPr>
            <p:cNvSpPr>
              <a:spLocks noEditPoints="1"/>
            </p:cNvSpPr>
            <p:nvPr userDrawn="1"/>
          </p:nvSpPr>
          <p:spPr bwMode="auto">
            <a:xfrm>
              <a:off x="3877608" y="121919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4" name="Freeform 335">
              <a:extLst>
                <a:ext uri="{FF2B5EF4-FFF2-40B4-BE49-F238E27FC236}">
                  <a16:creationId xmlns:a16="http://schemas.microsoft.com/office/drawing/2014/main" id="{6CF072F0-BA52-4632-B5B5-CB56DDA3F41C}"/>
                </a:ext>
              </a:extLst>
            </p:cNvPr>
            <p:cNvSpPr>
              <a:spLocks noEditPoints="1"/>
            </p:cNvSpPr>
            <p:nvPr userDrawn="1"/>
          </p:nvSpPr>
          <p:spPr bwMode="auto">
            <a:xfrm>
              <a:off x="3064809" y="1161000"/>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7 w 167"/>
                <a:gd name="T69" fmla="*/ 16 h 247"/>
                <a:gd name="T70" fmla="*/ 4 w 167"/>
                <a:gd name="T71" fmla="*/ 47 h 247"/>
                <a:gd name="T72" fmla="*/ 0 w 167"/>
                <a:gd name="T73" fmla="*/ 86 h 247"/>
                <a:gd name="T74" fmla="*/ 4 w 167"/>
                <a:gd name="T75" fmla="*/ 135 h 247"/>
                <a:gd name="T76" fmla="*/ 19 w 167"/>
                <a:gd name="T77" fmla="*/ 180 h 247"/>
                <a:gd name="T78" fmla="*/ 33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6 w 167"/>
                <a:gd name="T91" fmla="*/ 179 h 247"/>
                <a:gd name="T92" fmla="*/ 167 w 167"/>
                <a:gd name="T93" fmla="*/ 172 h 247"/>
                <a:gd name="T94" fmla="*/ 167 w 167"/>
                <a:gd name="T95" fmla="*/ 170 h 247"/>
                <a:gd name="T96" fmla="*/ 167 w 167"/>
                <a:gd name="T97" fmla="*/ 60 h 247"/>
                <a:gd name="T98" fmla="*/ 152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5" name="Freeform 336">
              <a:extLst>
                <a:ext uri="{FF2B5EF4-FFF2-40B4-BE49-F238E27FC236}">
                  <a16:creationId xmlns:a16="http://schemas.microsoft.com/office/drawing/2014/main" id="{642F5AAC-635A-4F16-AEEE-C85E75EB0D4A}"/>
                </a:ext>
              </a:extLst>
            </p:cNvPr>
            <p:cNvSpPr>
              <a:spLocks noEditPoints="1"/>
            </p:cNvSpPr>
            <p:nvPr userDrawn="1"/>
          </p:nvSpPr>
          <p:spPr bwMode="auto">
            <a:xfrm>
              <a:off x="3929788" y="1353663"/>
              <a:ext cx="367266" cy="148512"/>
            </a:xfrm>
            <a:custGeom>
              <a:avLst/>
              <a:gdLst>
                <a:gd name="T0" fmla="*/ 67 w 244"/>
                <a:gd name="T1" fmla="*/ 51 h 98"/>
                <a:gd name="T2" fmla="*/ 67 w 244"/>
                <a:gd name="T3" fmla="*/ 51 h 98"/>
                <a:gd name="T4" fmla="*/ 67 w 244"/>
                <a:gd name="T5" fmla="*/ 51 h 98"/>
                <a:gd name="T6" fmla="*/ 67 w 244"/>
                <a:gd name="T7" fmla="*/ 51 h 98"/>
                <a:gd name="T8" fmla="*/ 234 w 244"/>
                <a:gd name="T9" fmla="*/ 70 h 98"/>
                <a:gd name="T10" fmla="*/ 234 w 244"/>
                <a:gd name="T11" fmla="*/ 70 h 98"/>
                <a:gd name="T12" fmla="*/ 234 w 244"/>
                <a:gd name="T13" fmla="*/ 70 h 98"/>
                <a:gd name="T14" fmla="*/ 234 w 244"/>
                <a:gd name="T15" fmla="*/ 70 h 98"/>
                <a:gd name="T16" fmla="*/ 73 w 244"/>
                <a:gd name="T17" fmla="*/ 23 h 98"/>
                <a:gd name="T18" fmla="*/ 156 w 244"/>
                <a:gd name="T19" fmla="*/ 6 h 98"/>
                <a:gd name="T20" fmla="*/ 221 w 244"/>
                <a:gd name="T21" fmla="*/ 13 h 98"/>
                <a:gd name="T22" fmla="*/ 230 w 244"/>
                <a:gd name="T23" fmla="*/ 19 h 98"/>
                <a:gd name="T24" fmla="*/ 238 w 244"/>
                <a:gd name="T25" fmla="*/ 44 h 98"/>
                <a:gd name="T26" fmla="*/ 234 w 244"/>
                <a:gd name="T27" fmla="*/ 71 h 98"/>
                <a:gd name="T28" fmla="*/ 233 w 244"/>
                <a:gd name="T29" fmla="*/ 71 h 98"/>
                <a:gd name="T30" fmla="*/ 157 w 244"/>
                <a:gd name="T31" fmla="*/ 92 h 98"/>
                <a:gd name="T32" fmla="*/ 151 w 244"/>
                <a:gd name="T33" fmla="*/ 92 h 98"/>
                <a:gd name="T34" fmla="*/ 151 w 244"/>
                <a:gd name="T35" fmla="*/ 92 h 98"/>
                <a:gd name="T36" fmla="*/ 151 w 244"/>
                <a:gd name="T37" fmla="*/ 92 h 98"/>
                <a:gd name="T38" fmla="*/ 150 w 244"/>
                <a:gd name="T39" fmla="*/ 92 h 98"/>
                <a:gd name="T40" fmla="*/ 136 w 244"/>
                <a:gd name="T41" fmla="*/ 92 h 98"/>
                <a:gd name="T42" fmla="*/ 136 w 244"/>
                <a:gd name="T43" fmla="*/ 92 h 98"/>
                <a:gd name="T44" fmla="*/ 38 w 244"/>
                <a:gd name="T45" fmla="*/ 79 h 98"/>
                <a:gd name="T46" fmla="*/ 67 w 244"/>
                <a:gd name="T47" fmla="*/ 78 h 98"/>
                <a:gd name="T48" fmla="*/ 68 w 244"/>
                <a:gd name="T49" fmla="*/ 78 h 98"/>
                <a:gd name="T50" fmla="*/ 73 w 244"/>
                <a:gd name="T51" fmla="*/ 76 h 98"/>
                <a:gd name="T52" fmla="*/ 76 w 244"/>
                <a:gd name="T53" fmla="*/ 72 h 98"/>
                <a:gd name="T54" fmla="*/ 78 w 244"/>
                <a:gd name="T55" fmla="*/ 65 h 98"/>
                <a:gd name="T56" fmla="*/ 73 w 244"/>
                <a:gd name="T57" fmla="*/ 48 h 98"/>
                <a:gd name="T58" fmla="*/ 73 w 244"/>
                <a:gd name="T59" fmla="*/ 48 h 98"/>
                <a:gd name="T60" fmla="*/ 73 w 244"/>
                <a:gd name="T61" fmla="*/ 48 h 98"/>
                <a:gd name="T62" fmla="*/ 69 w 244"/>
                <a:gd name="T63" fmla="*/ 34 h 98"/>
                <a:gd name="T64" fmla="*/ 73 w 244"/>
                <a:gd name="T65" fmla="*/ 23 h 98"/>
                <a:gd name="T66" fmla="*/ 156 w 244"/>
                <a:gd name="T67" fmla="*/ 0 h 98"/>
                <a:gd name="T68" fmla="*/ 69 w 244"/>
                <a:gd name="T69" fmla="*/ 18 h 98"/>
                <a:gd name="T70" fmla="*/ 69 w 244"/>
                <a:gd name="T71" fmla="*/ 18 h 98"/>
                <a:gd name="T72" fmla="*/ 68 w 244"/>
                <a:gd name="T73" fmla="*/ 19 h 98"/>
                <a:gd name="T74" fmla="*/ 63 w 244"/>
                <a:gd name="T75" fmla="*/ 34 h 98"/>
                <a:gd name="T76" fmla="*/ 67 w 244"/>
                <a:gd name="T77" fmla="*/ 51 h 98"/>
                <a:gd name="T78" fmla="*/ 72 w 244"/>
                <a:gd name="T79" fmla="*/ 65 h 98"/>
                <a:gd name="T80" fmla="*/ 71 w 244"/>
                <a:gd name="T81" fmla="*/ 69 h 98"/>
                <a:gd name="T82" fmla="*/ 68 w 244"/>
                <a:gd name="T83" fmla="*/ 72 h 98"/>
                <a:gd name="T84" fmla="*/ 67 w 244"/>
                <a:gd name="T85" fmla="*/ 72 h 98"/>
                <a:gd name="T86" fmla="*/ 67 w 244"/>
                <a:gd name="T87" fmla="*/ 72 h 98"/>
                <a:gd name="T88" fmla="*/ 0 w 244"/>
                <a:gd name="T89" fmla="*/ 74 h 98"/>
                <a:gd name="T90" fmla="*/ 17 w 244"/>
                <a:gd name="T91" fmla="*/ 79 h 98"/>
                <a:gd name="T92" fmla="*/ 136 w 244"/>
                <a:gd name="T93" fmla="*/ 98 h 98"/>
                <a:gd name="T94" fmla="*/ 151 w 244"/>
                <a:gd name="T95" fmla="*/ 98 h 98"/>
                <a:gd name="T96" fmla="*/ 157 w 244"/>
                <a:gd name="T97" fmla="*/ 98 h 98"/>
                <a:gd name="T98" fmla="*/ 222 w 244"/>
                <a:gd name="T99" fmla="*/ 86 h 98"/>
                <a:gd name="T100" fmla="*/ 239 w 244"/>
                <a:gd name="T101" fmla="*/ 74 h 98"/>
                <a:gd name="T102" fmla="*/ 239 w 244"/>
                <a:gd name="T103" fmla="*/ 73 h 98"/>
                <a:gd name="T104" fmla="*/ 239 w 244"/>
                <a:gd name="T105" fmla="*/ 73 h 98"/>
                <a:gd name="T106" fmla="*/ 244 w 244"/>
                <a:gd name="T107" fmla="*/ 44 h 98"/>
                <a:gd name="T108" fmla="*/ 234 w 244"/>
                <a:gd name="T109" fmla="*/ 14 h 98"/>
                <a:gd name="T110" fmla="*/ 223 w 244"/>
                <a:gd name="T111" fmla="*/ 7 h 98"/>
                <a:gd name="T112" fmla="*/ 222 w 244"/>
                <a:gd name="T113" fmla="*/ 7 h 98"/>
                <a:gd name="T114" fmla="*/ 222 w 244"/>
                <a:gd name="T115" fmla="*/ 7 h 98"/>
                <a:gd name="T116" fmla="*/ 156 w 244"/>
                <a:gd name="T1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98">
                  <a:moveTo>
                    <a:pt x="67" y="51"/>
                  </a:moveTo>
                  <a:cubicBezTo>
                    <a:pt x="67" y="51"/>
                    <a:pt x="67" y="51"/>
                    <a:pt x="67" y="51"/>
                  </a:cubicBezTo>
                  <a:cubicBezTo>
                    <a:pt x="67" y="51"/>
                    <a:pt x="67" y="51"/>
                    <a:pt x="67" y="51"/>
                  </a:cubicBezTo>
                  <a:cubicBezTo>
                    <a:pt x="67" y="51"/>
                    <a:pt x="67" y="51"/>
                    <a:pt x="67" y="51"/>
                  </a:cubicBezTo>
                  <a:moveTo>
                    <a:pt x="234" y="70"/>
                  </a:moveTo>
                  <a:cubicBezTo>
                    <a:pt x="234" y="70"/>
                    <a:pt x="234" y="70"/>
                    <a:pt x="234" y="70"/>
                  </a:cubicBezTo>
                  <a:cubicBezTo>
                    <a:pt x="234" y="70"/>
                    <a:pt x="234" y="70"/>
                    <a:pt x="234" y="70"/>
                  </a:cubicBezTo>
                  <a:cubicBezTo>
                    <a:pt x="234" y="70"/>
                    <a:pt x="234" y="70"/>
                    <a:pt x="234" y="70"/>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6" name="Freeform 337">
              <a:extLst>
                <a:ext uri="{FF2B5EF4-FFF2-40B4-BE49-F238E27FC236}">
                  <a16:creationId xmlns:a16="http://schemas.microsoft.com/office/drawing/2014/main" id="{55C720FA-CC3D-4373-B36D-3726614FDB55}"/>
                </a:ext>
              </a:extLst>
            </p:cNvPr>
            <p:cNvSpPr>
              <a:spLocks noEditPoints="1"/>
            </p:cNvSpPr>
            <p:nvPr userDrawn="1"/>
          </p:nvSpPr>
          <p:spPr bwMode="auto">
            <a:xfrm>
              <a:off x="4939266" y="731520"/>
              <a:ext cx="297023" cy="118408"/>
            </a:xfrm>
            <a:custGeom>
              <a:avLst/>
              <a:gdLst>
                <a:gd name="T0" fmla="*/ 142 w 198"/>
                <a:gd name="T1" fmla="*/ 41 h 79"/>
                <a:gd name="T2" fmla="*/ 142 w 198"/>
                <a:gd name="T3" fmla="*/ 41 h 79"/>
                <a:gd name="T4" fmla="*/ 19 w 198"/>
                <a:gd name="T5" fmla="*/ 10 h 79"/>
                <a:gd name="T6" fmla="*/ 71 w 198"/>
                <a:gd name="T7" fmla="*/ 6 h 79"/>
                <a:gd name="T8" fmla="*/ 133 w 198"/>
                <a:gd name="T9" fmla="*/ 17 h 79"/>
                <a:gd name="T10" fmla="*/ 136 w 198"/>
                <a:gd name="T11" fmla="*/ 19 h 79"/>
                <a:gd name="T12" fmla="*/ 138 w 198"/>
                <a:gd name="T13" fmla="*/ 35 h 79"/>
                <a:gd name="T14" fmla="*/ 136 w 198"/>
                <a:gd name="T15" fmla="*/ 38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1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1 w 198"/>
                <a:gd name="T67" fmla="*/ 14 h 79"/>
                <a:gd name="T68" fmla="*/ 138 w 198"/>
                <a:gd name="T69" fmla="*/ 17 h 79"/>
                <a:gd name="T70" fmla="*/ 138 w 198"/>
                <a:gd name="T71" fmla="*/ 17 h 79"/>
                <a:gd name="T72" fmla="*/ 71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7" name="Freeform 338">
              <a:extLst>
                <a:ext uri="{FF2B5EF4-FFF2-40B4-BE49-F238E27FC236}">
                  <a16:creationId xmlns:a16="http://schemas.microsoft.com/office/drawing/2014/main" id="{492B5744-20A0-4DB1-9AE6-11EA417A312F}"/>
                </a:ext>
              </a:extLst>
            </p:cNvPr>
            <p:cNvSpPr>
              <a:spLocks noEditPoints="1"/>
            </p:cNvSpPr>
            <p:nvPr userDrawn="1"/>
          </p:nvSpPr>
          <p:spPr bwMode="auto">
            <a:xfrm>
              <a:off x="3369860" y="-2217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6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3"/>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8" name="Freeform 339">
              <a:extLst>
                <a:ext uri="{FF2B5EF4-FFF2-40B4-BE49-F238E27FC236}">
                  <a16:creationId xmlns:a16="http://schemas.microsoft.com/office/drawing/2014/main" id="{E717CD67-CAAE-415E-B4A3-992BADBAE7AE}"/>
                </a:ext>
              </a:extLst>
            </p:cNvPr>
            <p:cNvSpPr>
              <a:spLocks noEditPoints="1"/>
            </p:cNvSpPr>
            <p:nvPr userDrawn="1"/>
          </p:nvSpPr>
          <p:spPr bwMode="auto">
            <a:xfrm>
              <a:off x="3036712" y="958301"/>
              <a:ext cx="415432" cy="170588"/>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6 w 276"/>
                <a:gd name="T13" fmla="*/ 54 h 112"/>
                <a:gd name="T14" fmla="*/ 191 w 276"/>
                <a:gd name="T15" fmla="*/ 82 h 112"/>
                <a:gd name="T16" fmla="*/ 201 w 276"/>
                <a:gd name="T17" fmla="*/ 88 h 112"/>
                <a:gd name="T18" fmla="*/ 239 w 276"/>
                <a:gd name="T19" fmla="*/ 89 h 112"/>
                <a:gd name="T20" fmla="*/ 110 w 276"/>
                <a:gd name="T21" fmla="*/ 105 h 112"/>
                <a:gd name="T22" fmla="*/ 106 w 276"/>
                <a:gd name="T23" fmla="*/ 105 h 112"/>
                <a:gd name="T24" fmla="*/ 105 w 276"/>
                <a:gd name="T25" fmla="*/ 105 h 112"/>
                <a:gd name="T26" fmla="*/ 27 w 276"/>
                <a:gd name="T27" fmla="*/ 92 h 112"/>
                <a:gd name="T28" fmla="*/ 11 w 276"/>
                <a:gd name="T29" fmla="*/ 81 h 112"/>
                <a:gd name="T30" fmla="*/ 6 w 276"/>
                <a:gd name="T31" fmla="*/ 50 h 112"/>
                <a:gd name="T32" fmla="*/ 23 w 276"/>
                <a:gd name="T33" fmla="*/ 15 h 112"/>
                <a:gd name="T34" fmla="*/ 25 w 276"/>
                <a:gd name="T35" fmla="*/ 14 h 112"/>
                <a:gd name="T36" fmla="*/ 100 w 276"/>
                <a:gd name="T37" fmla="*/ 0 h 112"/>
                <a:gd name="T38" fmla="*/ 24 w 276"/>
                <a:gd name="T39" fmla="*/ 8 h 112"/>
                <a:gd name="T40" fmla="*/ 24 w 276"/>
                <a:gd name="T41" fmla="*/ 8 h 112"/>
                <a:gd name="T42" fmla="*/ 22 w 276"/>
                <a:gd name="T43" fmla="*/ 9 h 112"/>
                <a:gd name="T44" fmla="*/ 12 w 276"/>
                <a:gd name="T45" fmla="*/ 16 h 112"/>
                <a:gd name="T46" fmla="*/ 5 w 276"/>
                <a:gd name="T47" fmla="*/ 82 h 112"/>
                <a:gd name="T48" fmla="*/ 5 w 276"/>
                <a:gd name="T49" fmla="*/ 83 h 112"/>
                <a:gd name="T50" fmla="*/ 99 w 276"/>
                <a:gd name="T51" fmla="*/ 111 h 112"/>
                <a:gd name="T52" fmla="*/ 105 w 276"/>
                <a:gd name="T53" fmla="*/ 111 h 112"/>
                <a:gd name="T54" fmla="*/ 259 w 276"/>
                <a:gd name="T55" fmla="*/ 90 h 112"/>
                <a:gd name="T56" fmla="*/ 202 w 276"/>
                <a:gd name="T57" fmla="*/ 82 h 112"/>
                <a:gd name="T58" fmla="*/ 198 w 276"/>
                <a:gd name="T59" fmla="*/ 80 h 112"/>
                <a:gd name="T60" fmla="*/ 201 w 276"/>
                <a:gd name="T61" fmla="*/ 57 h 112"/>
                <a:gd name="T62" fmla="*/ 206 w 276"/>
                <a:gd name="T63" fmla="*/ 38 h 112"/>
                <a:gd name="T64" fmla="*/ 200 w 276"/>
                <a:gd name="T65" fmla="*/ 21 h 112"/>
                <a:gd name="T66" fmla="*/ 198 w 276"/>
                <a:gd name="T67" fmla="*/ 23 h 112"/>
                <a:gd name="T68" fmla="*/ 198 w 276"/>
                <a:gd name="T69" fmla="*/ 23 h 112"/>
                <a:gd name="T70" fmla="*/ 100 w 276"/>
                <a:gd name="T7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7"/>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9" name="Freeform 340">
              <a:extLst>
                <a:ext uri="{FF2B5EF4-FFF2-40B4-BE49-F238E27FC236}">
                  <a16:creationId xmlns:a16="http://schemas.microsoft.com/office/drawing/2014/main" id="{BFB40A0B-4514-4A46-9108-A7BCB9FA0FB5}"/>
                </a:ext>
              </a:extLst>
            </p:cNvPr>
            <p:cNvSpPr>
              <a:spLocks/>
            </p:cNvSpPr>
            <p:nvPr userDrawn="1"/>
          </p:nvSpPr>
          <p:spPr bwMode="auto">
            <a:xfrm>
              <a:off x="3068823" y="972350"/>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0" name="Freeform 341">
              <a:extLst>
                <a:ext uri="{FF2B5EF4-FFF2-40B4-BE49-F238E27FC236}">
                  <a16:creationId xmlns:a16="http://schemas.microsoft.com/office/drawing/2014/main" id="{D1613159-091C-4BEF-B7BC-C327527A6F1A}"/>
                </a:ext>
              </a:extLst>
            </p:cNvPr>
            <p:cNvSpPr>
              <a:spLocks noEditPoints="1"/>
            </p:cNvSpPr>
            <p:nvPr userDrawn="1"/>
          </p:nvSpPr>
          <p:spPr bwMode="auto">
            <a:xfrm>
              <a:off x="3833456" y="976364"/>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2 w 245"/>
                <a:gd name="T107" fmla="*/ 84 h 161"/>
                <a:gd name="T108" fmla="*/ 158 w 245"/>
                <a:gd name="T109" fmla="*/ 73 h 161"/>
                <a:gd name="T110" fmla="*/ 158 w 245"/>
                <a:gd name="T111" fmla="*/ 69 h 161"/>
                <a:gd name="T112" fmla="*/ 157 w 245"/>
                <a:gd name="T113" fmla="*/ 68 h 161"/>
                <a:gd name="T114" fmla="*/ 157 w 245"/>
                <a:gd name="T115" fmla="*/ 68 h 161"/>
                <a:gd name="T116" fmla="*/ 136 w 245"/>
                <a:gd name="T117" fmla="*/ 16 h 161"/>
                <a:gd name="T118" fmla="*/ 136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1" name="Freeform 342">
              <a:extLst>
                <a:ext uri="{FF2B5EF4-FFF2-40B4-BE49-F238E27FC236}">
                  <a16:creationId xmlns:a16="http://schemas.microsoft.com/office/drawing/2014/main" id="{A39B6752-8FEA-4F66-8A9A-FDD65897B2CD}"/>
                </a:ext>
              </a:extLst>
            </p:cNvPr>
            <p:cNvSpPr>
              <a:spLocks/>
            </p:cNvSpPr>
            <p:nvPr userDrawn="1"/>
          </p:nvSpPr>
          <p:spPr bwMode="auto">
            <a:xfrm>
              <a:off x="3857539" y="1018508"/>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2" name="Freeform 343">
              <a:extLst>
                <a:ext uri="{FF2B5EF4-FFF2-40B4-BE49-F238E27FC236}">
                  <a16:creationId xmlns:a16="http://schemas.microsoft.com/office/drawing/2014/main" id="{ADEC803F-69D3-4323-B44C-CCD8AC68A80F}"/>
                </a:ext>
              </a:extLst>
            </p:cNvPr>
            <p:cNvSpPr>
              <a:spLocks noEditPoints="1"/>
            </p:cNvSpPr>
            <p:nvPr userDrawn="1"/>
          </p:nvSpPr>
          <p:spPr bwMode="auto">
            <a:xfrm>
              <a:off x="4206742" y="1460029"/>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7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7"/>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3" name="Freeform 344">
              <a:extLst>
                <a:ext uri="{FF2B5EF4-FFF2-40B4-BE49-F238E27FC236}">
                  <a16:creationId xmlns:a16="http://schemas.microsoft.com/office/drawing/2014/main" id="{387095DC-DC01-4E6E-9186-932249963216}"/>
                </a:ext>
              </a:extLst>
            </p:cNvPr>
            <p:cNvSpPr>
              <a:spLocks noEditPoints="1"/>
            </p:cNvSpPr>
            <p:nvPr userDrawn="1"/>
          </p:nvSpPr>
          <p:spPr bwMode="auto">
            <a:xfrm>
              <a:off x="4549925" y="861969"/>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4" name="Freeform 345">
              <a:extLst>
                <a:ext uri="{FF2B5EF4-FFF2-40B4-BE49-F238E27FC236}">
                  <a16:creationId xmlns:a16="http://schemas.microsoft.com/office/drawing/2014/main" id="{C2FA2E88-B0DE-44FE-86B0-0938AB5461AC}"/>
                </a:ext>
              </a:extLst>
            </p:cNvPr>
            <p:cNvSpPr>
              <a:spLocks noEditPoints="1"/>
            </p:cNvSpPr>
            <p:nvPr userDrawn="1"/>
          </p:nvSpPr>
          <p:spPr bwMode="auto">
            <a:xfrm>
              <a:off x="5521270" y="1233248"/>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27 w 170"/>
                <a:gd name="T31" fmla="*/ 82 h 132"/>
                <a:gd name="T32" fmla="*/ 8 w 170"/>
                <a:gd name="T33" fmla="*/ 45 h 132"/>
                <a:gd name="T34" fmla="*/ 8 w 170"/>
                <a:gd name="T35" fmla="*/ 45 h 132"/>
                <a:gd name="T36" fmla="*/ 8 w 170"/>
                <a:gd name="T37" fmla="*/ 44 h 132"/>
                <a:gd name="T38" fmla="*/ 8 w 170"/>
                <a:gd name="T39" fmla="*/ 44 h 132"/>
                <a:gd name="T40" fmla="*/ 6 w 170"/>
                <a:gd name="T41" fmla="*/ 33 h 132"/>
                <a:gd name="T42" fmla="*/ 10 w 170"/>
                <a:gd name="T43" fmla="*/ 18 h 132"/>
                <a:gd name="T44" fmla="*/ 27 w 170"/>
                <a:gd name="T45" fmla="*/ 7 h 132"/>
                <a:gd name="T46" fmla="*/ 109 w 170"/>
                <a:gd name="T47" fmla="*/ 0 h 132"/>
                <a:gd name="T48" fmla="*/ 27 w 170"/>
                <a:gd name="T49" fmla="*/ 1 h 132"/>
                <a:gd name="T50" fmla="*/ 27 w 170"/>
                <a:gd name="T51" fmla="*/ 1 h 132"/>
                <a:gd name="T52" fmla="*/ 26 w 170"/>
                <a:gd name="T53" fmla="*/ 2 h 132"/>
                <a:gd name="T54" fmla="*/ 5 w 170"/>
                <a:gd name="T55" fmla="*/ 15 h 132"/>
                <a:gd name="T56" fmla="*/ 0 w 170"/>
                <a:gd name="T57" fmla="*/ 33 h 132"/>
                <a:gd name="T58" fmla="*/ 2 w 170"/>
                <a:gd name="T59" fmla="*/ 46 h 132"/>
                <a:gd name="T60" fmla="*/ 24 w 170"/>
                <a:gd name="T61" fmla="*/ 87 h 132"/>
                <a:gd name="T62" fmla="*/ 37 w 170"/>
                <a:gd name="T63" fmla="*/ 93 h 132"/>
                <a:gd name="T64" fmla="*/ 43 w 170"/>
                <a:gd name="T65" fmla="*/ 132 h 132"/>
                <a:gd name="T66" fmla="*/ 44 w 170"/>
                <a:gd name="T67" fmla="*/ 132 h 132"/>
                <a:gd name="T68" fmla="*/ 56 w 170"/>
                <a:gd name="T69" fmla="*/ 94 h 132"/>
                <a:gd name="T70" fmla="*/ 125 w 170"/>
                <a:gd name="T71" fmla="*/ 94 h 132"/>
                <a:gd name="T72" fmla="*/ 126 w 170"/>
                <a:gd name="T73" fmla="*/ 94 h 132"/>
                <a:gd name="T74" fmla="*/ 160 w 170"/>
                <a:gd name="T75" fmla="*/ 68 h 132"/>
                <a:gd name="T76" fmla="*/ 170 w 170"/>
                <a:gd name="T77" fmla="*/ 42 h 132"/>
                <a:gd name="T78" fmla="*/ 162 w 170"/>
                <a:gd name="T79" fmla="*/ 17 h 132"/>
                <a:gd name="T80" fmla="*/ 162 w 170"/>
                <a:gd name="T81" fmla="*/ 17 h 132"/>
                <a:gd name="T82" fmla="*/ 160 w 170"/>
                <a:gd name="T83" fmla="*/ 15 h 132"/>
                <a:gd name="T84" fmla="*/ 160 w 170"/>
                <a:gd name="T85" fmla="*/ 14 h 132"/>
                <a:gd name="T86" fmla="*/ 160 w 170"/>
                <a:gd name="T87" fmla="*/ 14 h 132"/>
                <a:gd name="T88" fmla="*/ 152 w 170"/>
                <a:gd name="T89" fmla="*/ 6 h 132"/>
                <a:gd name="T90" fmla="*/ 144 w 170"/>
                <a:gd name="T91" fmla="*/ 2 h 132"/>
                <a:gd name="T92" fmla="*/ 139 w 170"/>
                <a:gd name="T93" fmla="*/ 1 h 132"/>
                <a:gd name="T94" fmla="*/ 109 w 170"/>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5" name="Freeform 346">
              <a:extLst>
                <a:ext uri="{FF2B5EF4-FFF2-40B4-BE49-F238E27FC236}">
                  <a16:creationId xmlns:a16="http://schemas.microsoft.com/office/drawing/2014/main" id="{8695287D-6D8D-45AE-AFFD-ACCE79C14866}"/>
                </a:ext>
              </a:extLst>
            </p:cNvPr>
            <p:cNvSpPr>
              <a:spLocks/>
            </p:cNvSpPr>
            <p:nvPr userDrawn="1"/>
          </p:nvSpPr>
          <p:spPr bwMode="auto">
            <a:xfrm>
              <a:off x="5585492"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6" name="Freeform 347">
              <a:extLst>
                <a:ext uri="{FF2B5EF4-FFF2-40B4-BE49-F238E27FC236}">
                  <a16:creationId xmlns:a16="http://schemas.microsoft.com/office/drawing/2014/main" id="{C050BD60-7C93-4F91-8F44-9B829AFC650C}"/>
                </a:ext>
              </a:extLst>
            </p:cNvPr>
            <p:cNvSpPr>
              <a:spLocks noEditPoints="1"/>
            </p:cNvSpPr>
            <p:nvPr userDrawn="1"/>
          </p:nvSpPr>
          <p:spPr bwMode="auto">
            <a:xfrm>
              <a:off x="4272971" y="5018"/>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0 w 188"/>
                <a:gd name="T89" fmla="*/ 56 h 162"/>
                <a:gd name="T90" fmla="*/ 157 w 188"/>
                <a:gd name="T91" fmla="*/ 21 h 162"/>
                <a:gd name="T92" fmla="*/ 99 w 188"/>
                <a:gd name="T93" fmla="*/ 13 h 162"/>
                <a:gd name="T94" fmla="*/ 77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5"/>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8"/>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7" name="Freeform 348">
              <a:extLst>
                <a:ext uri="{FF2B5EF4-FFF2-40B4-BE49-F238E27FC236}">
                  <a16:creationId xmlns:a16="http://schemas.microsoft.com/office/drawing/2014/main" id="{A26B33CB-EFB6-4DF1-B5C3-F254853456A6}"/>
                </a:ext>
              </a:extLst>
            </p:cNvPr>
            <p:cNvSpPr>
              <a:spLocks noEditPoints="1"/>
            </p:cNvSpPr>
            <p:nvPr userDrawn="1"/>
          </p:nvSpPr>
          <p:spPr bwMode="auto">
            <a:xfrm>
              <a:off x="4983418" y="47162"/>
              <a:ext cx="282975" cy="242837"/>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5 h 162"/>
                <a:gd name="T84" fmla="*/ 44 w 188"/>
                <a:gd name="T85" fmla="*/ 137 h 162"/>
                <a:gd name="T86" fmla="*/ 65 w 188"/>
                <a:gd name="T87" fmla="*/ 146 h 162"/>
                <a:gd name="T88" fmla="*/ 78 w 188"/>
                <a:gd name="T89" fmla="*/ 140 h 162"/>
                <a:gd name="T90" fmla="*/ 78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8 w 188"/>
                <a:gd name="T105" fmla="*/ 115 h 162"/>
                <a:gd name="T106" fmla="*/ 186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6"/>
                    <a:pt x="169" y="56"/>
                    <a:pt x="169" y="56"/>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8" name="Freeform 349">
              <a:extLst>
                <a:ext uri="{FF2B5EF4-FFF2-40B4-BE49-F238E27FC236}">
                  <a16:creationId xmlns:a16="http://schemas.microsoft.com/office/drawing/2014/main" id="{ED708C1D-F203-4EB8-A4CF-0D45B3E6428A}"/>
                </a:ext>
              </a:extLst>
            </p:cNvPr>
            <p:cNvSpPr>
              <a:spLocks noEditPoints="1"/>
            </p:cNvSpPr>
            <p:nvPr userDrawn="1"/>
          </p:nvSpPr>
          <p:spPr bwMode="auto">
            <a:xfrm>
              <a:off x="4413455" y="1144944"/>
              <a:ext cx="282975" cy="242837"/>
            </a:xfrm>
            <a:custGeom>
              <a:avLst/>
              <a:gdLst>
                <a:gd name="T0" fmla="*/ 167 w 188"/>
                <a:gd name="T1" fmla="*/ 112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0 h 162"/>
                <a:gd name="T20" fmla="*/ 159 w 188"/>
                <a:gd name="T21" fmla="*/ 110 h 162"/>
                <a:gd name="T22" fmla="*/ 142 w 188"/>
                <a:gd name="T23" fmla="*/ 122 h 162"/>
                <a:gd name="T24" fmla="*/ 113 w 188"/>
                <a:gd name="T25" fmla="*/ 148 h 162"/>
                <a:gd name="T26" fmla="*/ 99 w 188"/>
                <a:gd name="T27" fmla="*/ 145 h 162"/>
                <a:gd name="T28" fmla="*/ 81 w 188"/>
                <a:gd name="T29" fmla="*/ 131 h 162"/>
                <a:gd name="T30" fmla="*/ 77 w 188"/>
                <a:gd name="T31" fmla="*/ 132 h 162"/>
                <a:gd name="T32" fmla="*/ 65 w 188"/>
                <a:gd name="T33" fmla="*/ 139 h 162"/>
                <a:gd name="T34" fmla="*/ 49 w 188"/>
                <a:gd name="T35" fmla="*/ 133 h 162"/>
                <a:gd name="T36" fmla="*/ 48 w 188"/>
                <a:gd name="T37" fmla="*/ 115 h 162"/>
                <a:gd name="T38" fmla="*/ 16 w 188"/>
                <a:gd name="T39" fmla="*/ 144 h 162"/>
                <a:gd name="T40" fmla="*/ 28 w 188"/>
                <a:gd name="T41" fmla="*/ 97 h 162"/>
                <a:gd name="T42" fmla="*/ 8 w 188"/>
                <a:gd name="T43" fmla="*/ 84 h 162"/>
                <a:gd name="T44" fmla="*/ 10 w 188"/>
                <a:gd name="T45" fmla="*/ 64 h 162"/>
                <a:gd name="T46" fmla="*/ 18 w 188"/>
                <a:gd name="T47" fmla="*/ 64 h 162"/>
                <a:gd name="T48" fmla="*/ 32 w 188"/>
                <a:gd name="T49" fmla="*/ 40 h 162"/>
                <a:gd name="T50" fmla="*/ 53 w 188"/>
                <a:gd name="T51" fmla="*/ 12 h 162"/>
                <a:gd name="T52" fmla="*/ 85 w 188"/>
                <a:gd name="T53" fmla="*/ 17 h 162"/>
                <a:gd name="T54" fmla="*/ 94 w 188"/>
                <a:gd name="T55" fmla="*/ 24 h 162"/>
                <a:gd name="T56" fmla="*/ 98 w 188"/>
                <a:gd name="T57" fmla="*/ 28 h 162"/>
                <a:gd name="T58" fmla="*/ 105 w 188"/>
                <a:gd name="T59" fmla="*/ 1 h 162"/>
                <a:gd name="T60" fmla="*/ 89 w 188"/>
                <a:gd name="T61" fmla="*/ 12 h 162"/>
                <a:gd name="T62" fmla="*/ 50 w 188"/>
                <a:gd name="T63" fmla="*/ 7 h 162"/>
                <a:gd name="T64" fmla="*/ 27 w 188"/>
                <a:gd name="T65" fmla="*/ 44 h 162"/>
                <a:gd name="T66" fmla="*/ 18 w 188"/>
                <a:gd name="T67" fmla="*/ 58 h 162"/>
                <a:gd name="T68" fmla="*/ 13 w 188"/>
                <a:gd name="T69" fmla="*/ 57 h 162"/>
                <a:gd name="T70" fmla="*/ 0 w 188"/>
                <a:gd name="T71" fmla="*/ 75 h 162"/>
                <a:gd name="T72" fmla="*/ 15 w 188"/>
                <a:gd name="T73" fmla="*/ 98 h 162"/>
                <a:gd name="T74" fmla="*/ 23 w 188"/>
                <a:gd name="T75" fmla="*/ 123 h 162"/>
                <a:gd name="T76" fmla="*/ 1 w 188"/>
                <a:gd name="T77" fmla="*/ 157 h 162"/>
                <a:gd name="T78" fmla="*/ 0 w 188"/>
                <a:gd name="T79" fmla="*/ 159 h 162"/>
                <a:gd name="T80" fmla="*/ 3 w 188"/>
                <a:gd name="T81" fmla="*/ 162 h 162"/>
                <a:gd name="T82" fmla="*/ 15 w 188"/>
                <a:gd name="T83" fmla="*/ 155 h 162"/>
                <a:gd name="T84" fmla="*/ 44 w 188"/>
                <a:gd name="T85" fmla="*/ 124 h 162"/>
                <a:gd name="T86" fmla="*/ 44 w 188"/>
                <a:gd name="T87" fmla="*/ 137 h 162"/>
                <a:gd name="T88" fmla="*/ 65 w 188"/>
                <a:gd name="T89" fmla="*/ 145 h 162"/>
                <a:gd name="T90" fmla="*/ 78 w 188"/>
                <a:gd name="T91" fmla="*/ 139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2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9" name="Freeform 350">
              <a:extLst>
                <a:ext uri="{FF2B5EF4-FFF2-40B4-BE49-F238E27FC236}">
                  <a16:creationId xmlns:a16="http://schemas.microsoft.com/office/drawing/2014/main" id="{E69083D5-97EC-4067-A4E8-280E2E04BF3B}"/>
                </a:ext>
              </a:extLst>
            </p:cNvPr>
            <p:cNvSpPr>
              <a:spLocks noEditPoints="1"/>
            </p:cNvSpPr>
            <p:nvPr userDrawn="1"/>
          </p:nvSpPr>
          <p:spPr bwMode="auto">
            <a:xfrm>
              <a:off x="5760092" y="946259"/>
              <a:ext cx="365258" cy="313078"/>
            </a:xfrm>
            <a:custGeom>
              <a:avLst/>
              <a:gdLst>
                <a:gd name="T0" fmla="*/ 100 w 243"/>
                <a:gd name="T1" fmla="*/ 180 h 208"/>
                <a:gd name="T2" fmla="*/ 143 w 243"/>
                <a:gd name="T3" fmla="*/ 6 h 208"/>
                <a:gd name="T4" fmla="*/ 158 w 243"/>
                <a:gd name="T5" fmla="*/ 18 h 208"/>
                <a:gd name="T6" fmla="*/ 166 w 243"/>
                <a:gd name="T7" fmla="*/ 35 h 208"/>
                <a:gd name="T8" fmla="*/ 217 w 243"/>
                <a:gd name="T9" fmla="*/ 44 h 208"/>
                <a:gd name="T10" fmla="*/ 220 w 243"/>
                <a:gd name="T11" fmla="*/ 72 h 208"/>
                <a:gd name="T12" fmla="*/ 235 w 243"/>
                <a:gd name="T13" fmla="*/ 113 h 208"/>
                <a:gd name="T14" fmla="*/ 219 w 243"/>
                <a:gd name="T15" fmla="*/ 145 h 208"/>
                <a:gd name="T16" fmla="*/ 194 w 243"/>
                <a:gd name="T17" fmla="*/ 146 h 208"/>
                <a:gd name="T18" fmla="*/ 147 w 243"/>
                <a:gd name="T19" fmla="*/ 192 h 208"/>
                <a:gd name="T20" fmla="*/ 127 w 243"/>
                <a:gd name="T21" fmla="*/ 188 h 208"/>
                <a:gd name="T22" fmla="*/ 105 w 243"/>
                <a:gd name="T23" fmla="*/ 170 h 208"/>
                <a:gd name="T24" fmla="*/ 84 w 243"/>
                <a:gd name="T25" fmla="*/ 181 h 208"/>
                <a:gd name="T26" fmla="*/ 62 w 243"/>
                <a:gd name="T27" fmla="*/ 172 h 208"/>
                <a:gd name="T28" fmla="*/ 56 w 243"/>
                <a:gd name="T29" fmla="*/ 144 h 208"/>
                <a:gd name="T30" fmla="*/ 43 w 243"/>
                <a:gd name="T31" fmla="*/ 142 h 208"/>
                <a:gd name="T32" fmla="*/ 9 w 243"/>
                <a:gd name="T33" fmla="*/ 109 h 208"/>
                <a:gd name="T34" fmla="*/ 17 w 243"/>
                <a:gd name="T35" fmla="*/ 80 h 208"/>
                <a:gd name="T36" fmla="*/ 45 w 243"/>
                <a:gd name="T37" fmla="*/ 65 h 208"/>
                <a:gd name="T38" fmla="*/ 68 w 243"/>
                <a:gd name="T39" fmla="*/ 14 h 208"/>
                <a:gd name="T40" fmla="*/ 120 w 243"/>
                <a:gd name="T41" fmla="*/ 27 h 208"/>
                <a:gd name="T42" fmla="*/ 123 w 243"/>
                <a:gd name="T43" fmla="*/ 30 h 208"/>
                <a:gd name="T44" fmla="*/ 137 w 243"/>
                <a:gd name="T45" fmla="*/ 1 h 208"/>
                <a:gd name="T46" fmla="*/ 83 w 243"/>
                <a:gd name="T47" fmla="*/ 5 h 208"/>
                <a:gd name="T48" fmla="*/ 36 w 243"/>
                <a:gd name="T49" fmla="*/ 56 h 208"/>
                <a:gd name="T50" fmla="*/ 19 w 243"/>
                <a:gd name="T51" fmla="*/ 75 h 208"/>
                <a:gd name="T52" fmla="*/ 2 w 243"/>
                <a:gd name="T53" fmla="*/ 85 h 208"/>
                <a:gd name="T54" fmla="*/ 19 w 243"/>
                <a:gd name="T55" fmla="*/ 126 h 208"/>
                <a:gd name="T56" fmla="*/ 30 w 243"/>
                <a:gd name="T57" fmla="*/ 160 h 208"/>
                <a:gd name="T58" fmla="*/ 1 w 243"/>
                <a:gd name="T59" fmla="*/ 204 h 208"/>
                <a:gd name="T60" fmla="*/ 4 w 243"/>
                <a:gd name="T61" fmla="*/ 208 h 208"/>
                <a:gd name="T62" fmla="*/ 19 w 243"/>
                <a:gd name="T63" fmla="*/ 199 h 208"/>
                <a:gd name="T64" fmla="*/ 56 w 243"/>
                <a:gd name="T65" fmla="*/ 175 h 208"/>
                <a:gd name="T66" fmla="*/ 84 w 243"/>
                <a:gd name="T67" fmla="*/ 187 h 208"/>
                <a:gd name="T68" fmla="*/ 100 w 243"/>
                <a:gd name="T69" fmla="*/ 180 h 208"/>
                <a:gd name="T70" fmla="*/ 122 w 243"/>
                <a:gd name="T71" fmla="*/ 192 h 208"/>
                <a:gd name="T72" fmla="*/ 147 w 243"/>
                <a:gd name="T73" fmla="*/ 198 h 208"/>
                <a:gd name="T74" fmla="*/ 190 w 243"/>
                <a:gd name="T75" fmla="*/ 178 h 208"/>
                <a:gd name="T76" fmla="*/ 206 w 243"/>
                <a:gd name="T77" fmla="*/ 149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4" y="202"/>
                  </a:moveTo>
                  <a:cubicBezTo>
                    <a:pt x="4" y="202"/>
                    <a:pt x="4" y="202"/>
                    <a:pt x="4" y="202"/>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7" y="192"/>
                    <a:pt x="14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0" name="Freeform 351">
              <a:extLst>
                <a:ext uri="{FF2B5EF4-FFF2-40B4-BE49-F238E27FC236}">
                  <a16:creationId xmlns:a16="http://schemas.microsoft.com/office/drawing/2014/main" id="{5FE953AE-2FD2-4AD0-B019-316C61FB526B}"/>
                </a:ext>
              </a:extLst>
            </p:cNvPr>
            <p:cNvSpPr>
              <a:spLocks/>
            </p:cNvSpPr>
            <p:nvPr userDrawn="1"/>
          </p:nvSpPr>
          <p:spPr bwMode="auto">
            <a:xfrm>
              <a:off x="5762100" y="1255324"/>
              <a:ext cx="2008"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1" name="Freeform 352">
              <a:extLst>
                <a:ext uri="{FF2B5EF4-FFF2-40B4-BE49-F238E27FC236}">
                  <a16:creationId xmlns:a16="http://schemas.microsoft.com/office/drawing/2014/main" id="{02D61A34-9F98-49B0-A847-8E87A4A66CE2}"/>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close/>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2" name="Freeform 353">
              <a:extLst>
                <a:ext uri="{FF2B5EF4-FFF2-40B4-BE49-F238E27FC236}">
                  <a16:creationId xmlns:a16="http://schemas.microsoft.com/office/drawing/2014/main" id="{A358DD41-6875-4E9D-93A0-A8D2906709CB}"/>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3" name="Freeform 354">
              <a:extLst>
                <a:ext uri="{FF2B5EF4-FFF2-40B4-BE49-F238E27FC236}">
                  <a16:creationId xmlns:a16="http://schemas.microsoft.com/office/drawing/2014/main" id="{379701C8-BAA4-4413-9AC9-EB485B7602FA}"/>
                </a:ext>
              </a:extLst>
            </p:cNvPr>
            <p:cNvSpPr>
              <a:spLocks noEditPoints="1"/>
            </p:cNvSpPr>
            <p:nvPr userDrawn="1"/>
          </p:nvSpPr>
          <p:spPr bwMode="auto">
            <a:xfrm>
              <a:off x="6181544"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4" name="Freeform 355">
              <a:extLst>
                <a:ext uri="{FF2B5EF4-FFF2-40B4-BE49-F238E27FC236}">
                  <a16:creationId xmlns:a16="http://schemas.microsoft.com/office/drawing/2014/main" id="{2223DA48-CB84-40E2-9EC7-38E838000ED6}"/>
                </a:ext>
              </a:extLst>
            </p:cNvPr>
            <p:cNvSpPr>
              <a:spLocks noEditPoints="1"/>
            </p:cNvSpPr>
            <p:nvPr userDrawn="1"/>
          </p:nvSpPr>
          <p:spPr bwMode="auto">
            <a:xfrm>
              <a:off x="5956770" y="-199687"/>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5" name="Freeform 356">
              <a:extLst>
                <a:ext uri="{FF2B5EF4-FFF2-40B4-BE49-F238E27FC236}">
                  <a16:creationId xmlns:a16="http://schemas.microsoft.com/office/drawing/2014/main" id="{368A8E75-F0E8-4863-84CC-3708FA8D673F}"/>
                </a:ext>
              </a:extLst>
            </p:cNvPr>
            <p:cNvSpPr>
              <a:spLocks noEditPoints="1"/>
            </p:cNvSpPr>
            <p:nvPr userDrawn="1"/>
          </p:nvSpPr>
          <p:spPr bwMode="auto">
            <a:xfrm>
              <a:off x="5952756" y="-103356"/>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8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5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6" name="Freeform 357">
              <a:extLst>
                <a:ext uri="{FF2B5EF4-FFF2-40B4-BE49-F238E27FC236}">
                  <a16:creationId xmlns:a16="http://schemas.microsoft.com/office/drawing/2014/main" id="{A9354AD2-F9D3-48BE-87B8-AD42F7B59329}"/>
                </a:ext>
              </a:extLst>
            </p:cNvPr>
            <p:cNvSpPr>
              <a:spLocks noEditPoints="1"/>
            </p:cNvSpPr>
            <p:nvPr userDrawn="1"/>
          </p:nvSpPr>
          <p:spPr bwMode="auto">
            <a:xfrm>
              <a:off x="5938708" y="-83286"/>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8 w 15"/>
                <a:gd name="T17" fmla="*/ 9 h 15"/>
                <a:gd name="T18" fmla="*/ 7 w 15"/>
                <a:gd name="T19" fmla="*/ 9 h 15"/>
                <a:gd name="T20" fmla="*/ 7 w 15"/>
                <a:gd name="T21" fmla="*/ 0 h 15"/>
                <a:gd name="T22" fmla="*/ 7 w 15"/>
                <a:gd name="T23" fmla="*/ 0 h 15"/>
                <a:gd name="T24" fmla="*/ 4 w 15"/>
                <a:gd name="T25" fmla="*/ 1 h 15"/>
                <a:gd name="T26" fmla="*/ 0 w 15"/>
                <a:gd name="T27" fmla="*/ 8 h 15"/>
                <a:gd name="T28" fmla="*/ 1 w 15"/>
                <a:gd name="T29" fmla="*/ 11 h 15"/>
                <a:gd name="T30" fmla="*/ 6 w 15"/>
                <a:gd name="T31" fmla="*/ 15 h 15"/>
                <a:gd name="T32" fmla="*/ 8 w 15"/>
                <a:gd name="T33" fmla="*/ 14 h 15"/>
                <a:gd name="T34" fmla="*/ 8 w 15"/>
                <a:gd name="T35" fmla="*/ 14 h 15"/>
                <a:gd name="T36" fmla="*/ 10 w 15"/>
                <a:gd name="T37" fmla="*/ 14 h 15"/>
                <a:gd name="T38" fmla="*/ 11 w 15"/>
                <a:gd name="T39" fmla="*/ 14 h 15"/>
                <a:gd name="T40" fmla="*/ 11 w 15"/>
                <a:gd name="T41" fmla="*/ 14 h 15"/>
                <a:gd name="T42" fmla="*/ 15 w 15"/>
                <a:gd name="T43" fmla="*/ 8 h 15"/>
                <a:gd name="T44" fmla="*/ 14 w 15"/>
                <a:gd name="T45" fmla="*/ 5 h 15"/>
                <a:gd name="T46" fmla="*/ 14 w 15"/>
                <a:gd name="T47" fmla="*/ 4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8" y="9"/>
                    <a:pt x="8" y="9"/>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3" y="2"/>
                    <a:pt x="11"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7" name="Freeform 358">
              <a:extLst>
                <a:ext uri="{FF2B5EF4-FFF2-40B4-BE49-F238E27FC236}">
                  <a16:creationId xmlns:a16="http://schemas.microsoft.com/office/drawing/2014/main" id="{5C416C03-68BF-4442-8070-A86685BFEAF6}"/>
                </a:ext>
              </a:extLst>
            </p:cNvPr>
            <p:cNvSpPr>
              <a:spLocks noEditPoints="1"/>
            </p:cNvSpPr>
            <p:nvPr userDrawn="1"/>
          </p:nvSpPr>
          <p:spPr bwMode="auto">
            <a:xfrm>
              <a:off x="5942722" y="-61211"/>
              <a:ext cx="20069" cy="18063"/>
            </a:xfrm>
            <a:custGeom>
              <a:avLst/>
              <a:gdLst>
                <a:gd name="T0" fmla="*/ 6 w 13"/>
                <a:gd name="T1" fmla="*/ 7 h 13"/>
                <a:gd name="T2" fmla="*/ 6 w 13"/>
                <a:gd name="T3" fmla="*/ 7 h 13"/>
                <a:gd name="T4" fmla="*/ 6 w 13"/>
                <a:gd name="T5" fmla="*/ 7 h 13"/>
                <a:gd name="T6" fmla="*/ 6 w 13"/>
                <a:gd name="T7" fmla="*/ 7 h 13"/>
                <a:gd name="T8" fmla="*/ 6 w 13"/>
                <a:gd name="T9" fmla="*/ 7 h 13"/>
                <a:gd name="T10" fmla="*/ 6 w 13"/>
                <a:gd name="T11" fmla="*/ 7 h 13"/>
                <a:gd name="T12" fmla="*/ 6 w 13"/>
                <a:gd name="T13" fmla="*/ 6 h 13"/>
                <a:gd name="T14" fmla="*/ 6 w 13"/>
                <a:gd name="T15" fmla="*/ 6 h 13"/>
                <a:gd name="T16" fmla="*/ 7 w 13"/>
                <a:gd name="T17" fmla="*/ 6 h 13"/>
                <a:gd name="T18" fmla="*/ 7 w 13"/>
                <a:gd name="T19" fmla="*/ 7 h 13"/>
                <a:gd name="T20" fmla="*/ 6 w 13"/>
                <a:gd name="T21" fmla="*/ 7 h 13"/>
                <a:gd name="T22" fmla="*/ 8 w 13"/>
                <a:gd name="T23" fmla="*/ 10 h 13"/>
                <a:gd name="T24" fmla="*/ 6 w 13"/>
                <a:gd name="T25" fmla="*/ 7 h 13"/>
                <a:gd name="T26" fmla="*/ 6 w 13"/>
                <a:gd name="T27" fmla="*/ 7 h 13"/>
                <a:gd name="T28" fmla="*/ 6 w 13"/>
                <a:gd name="T29" fmla="*/ 7 h 13"/>
                <a:gd name="T30" fmla="*/ 6 w 13"/>
                <a:gd name="T31" fmla="*/ 0 h 13"/>
                <a:gd name="T32" fmla="*/ 6 w 13"/>
                <a:gd name="T33" fmla="*/ 0 h 13"/>
                <a:gd name="T34" fmla="*/ 4 w 13"/>
                <a:gd name="T35" fmla="*/ 1 h 13"/>
                <a:gd name="T36" fmla="*/ 3 w 13"/>
                <a:gd name="T37" fmla="*/ 1 h 13"/>
                <a:gd name="T38" fmla="*/ 0 w 13"/>
                <a:gd name="T39" fmla="*/ 7 h 13"/>
                <a:gd name="T40" fmla="*/ 1 w 13"/>
                <a:gd name="T41" fmla="*/ 10 h 13"/>
                <a:gd name="T42" fmla="*/ 1 w 13"/>
                <a:gd name="T43" fmla="*/ 10 h 13"/>
                <a:gd name="T44" fmla="*/ 6 w 13"/>
                <a:gd name="T45" fmla="*/ 13 h 13"/>
                <a:gd name="T46" fmla="*/ 6 w 13"/>
                <a:gd name="T47" fmla="*/ 13 h 13"/>
                <a:gd name="T48" fmla="*/ 10 w 13"/>
                <a:gd name="T49" fmla="*/ 12 h 13"/>
                <a:gd name="T50" fmla="*/ 10 w 13"/>
                <a:gd name="T51" fmla="*/ 12 h 13"/>
                <a:gd name="T52" fmla="*/ 13 w 13"/>
                <a:gd name="T53" fmla="*/ 7 h 13"/>
                <a:gd name="T54" fmla="*/ 12 w 13"/>
                <a:gd name="T55" fmla="*/ 3 h 13"/>
                <a:gd name="T56" fmla="*/ 12 w 13"/>
                <a:gd name="T57" fmla="*/ 3 h 13"/>
                <a:gd name="T58" fmla="*/ 8 w 13"/>
                <a:gd name="T59" fmla="*/ 0 h 13"/>
                <a:gd name="T60" fmla="*/ 6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6" y="7"/>
                  </a:moveTo>
                  <a:cubicBezTo>
                    <a:pt x="6" y="7"/>
                    <a:pt x="6" y="7"/>
                    <a:pt x="6" y="7"/>
                  </a:cubicBezTo>
                  <a:cubicBezTo>
                    <a:pt x="6" y="7"/>
                    <a:pt x="6" y="7"/>
                    <a:pt x="6" y="7"/>
                  </a:cubicBezTo>
                  <a:cubicBezTo>
                    <a:pt x="6" y="7"/>
                    <a:pt x="6" y="7"/>
                    <a:pt x="6" y="7"/>
                  </a:cubicBezTo>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8" y="10"/>
                    <a:pt x="8" y="10"/>
                    <a:pt x="8" y="10"/>
                  </a:cubicBezTo>
                  <a:cubicBezTo>
                    <a:pt x="6" y="7"/>
                    <a:pt x="6" y="7"/>
                    <a:pt x="6" y="7"/>
                  </a:cubicBezTo>
                  <a:cubicBezTo>
                    <a:pt x="6" y="7"/>
                    <a:pt x="6" y="7"/>
                    <a:pt x="6" y="7"/>
                  </a:cubicBezTo>
                  <a:cubicBezTo>
                    <a:pt x="6" y="7"/>
                    <a:pt x="6" y="7"/>
                    <a:pt x="6" y="7"/>
                  </a:cubicBezTo>
                  <a:moveTo>
                    <a:pt x="6" y="0"/>
                  </a:moveTo>
                  <a:cubicBezTo>
                    <a:pt x="6" y="0"/>
                    <a:pt x="6" y="0"/>
                    <a:pt x="6" y="0"/>
                  </a:cubicBezTo>
                  <a:cubicBezTo>
                    <a:pt x="5" y="0"/>
                    <a:pt x="4"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8" name="Freeform 359">
              <a:extLst>
                <a:ext uri="{FF2B5EF4-FFF2-40B4-BE49-F238E27FC236}">
                  <a16:creationId xmlns:a16="http://schemas.microsoft.com/office/drawing/2014/main" id="{76DDEB92-CD25-401B-B939-BC8F19EFF4CF}"/>
                </a:ext>
              </a:extLst>
            </p:cNvPr>
            <p:cNvSpPr>
              <a:spLocks noEditPoints="1"/>
            </p:cNvSpPr>
            <p:nvPr userDrawn="1"/>
          </p:nvSpPr>
          <p:spPr bwMode="auto">
            <a:xfrm>
              <a:off x="6145420" y="1086743"/>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9" name="Freeform 360">
              <a:extLst>
                <a:ext uri="{FF2B5EF4-FFF2-40B4-BE49-F238E27FC236}">
                  <a16:creationId xmlns:a16="http://schemas.microsoft.com/office/drawing/2014/main" id="{ADEDD003-4EDC-472E-8341-27A6D5058C00}"/>
                </a:ext>
              </a:extLst>
            </p:cNvPr>
            <p:cNvSpPr>
              <a:spLocks noEditPoints="1"/>
            </p:cNvSpPr>
            <p:nvPr userDrawn="1"/>
          </p:nvSpPr>
          <p:spPr bwMode="auto">
            <a:xfrm>
              <a:off x="6141406"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0" name="Freeform 361">
              <a:extLst>
                <a:ext uri="{FF2B5EF4-FFF2-40B4-BE49-F238E27FC236}">
                  <a16:creationId xmlns:a16="http://schemas.microsoft.com/office/drawing/2014/main" id="{23C373E5-1ABB-411E-B633-1BF4A3C1C797}"/>
                </a:ext>
              </a:extLst>
            </p:cNvPr>
            <p:cNvSpPr>
              <a:spLocks noEditPoints="1"/>
            </p:cNvSpPr>
            <p:nvPr userDrawn="1"/>
          </p:nvSpPr>
          <p:spPr bwMode="auto">
            <a:xfrm>
              <a:off x="6125351" y="1237262"/>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8 w 17"/>
                <a:gd name="T35" fmla="*/ 18 h 18"/>
                <a:gd name="T36" fmla="*/ 16 w 17"/>
                <a:gd name="T37" fmla="*/ 13 h 18"/>
                <a:gd name="T38" fmla="*/ 17 w 17"/>
                <a:gd name="T39" fmla="*/ 9 h 18"/>
                <a:gd name="T40" fmla="*/ 12 w 17"/>
                <a:gd name="T41" fmla="*/ 1 h 18"/>
                <a:gd name="T42" fmla="*/ 8 w 1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1" name="Freeform 362">
              <a:extLst>
                <a:ext uri="{FF2B5EF4-FFF2-40B4-BE49-F238E27FC236}">
                  <a16:creationId xmlns:a16="http://schemas.microsoft.com/office/drawing/2014/main" id="{5A2827FD-8D0A-47C7-82B5-98EC7B1F46A5}"/>
                </a:ext>
              </a:extLst>
            </p:cNvPr>
            <p:cNvSpPr>
              <a:spLocks noEditPoints="1"/>
            </p:cNvSpPr>
            <p:nvPr userDrawn="1"/>
          </p:nvSpPr>
          <p:spPr bwMode="auto">
            <a:xfrm>
              <a:off x="6099261" y="1241276"/>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15 w 15"/>
                <a:gd name="T35" fmla="*/ 11 h 15"/>
                <a:gd name="T36" fmla="*/ 15 w 15"/>
                <a:gd name="T37" fmla="*/ 8 h 15"/>
                <a:gd name="T38" fmla="*/ 11 w 15"/>
                <a:gd name="T39" fmla="*/ 1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2" name="Freeform 363">
              <a:extLst>
                <a:ext uri="{FF2B5EF4-FFF2-40B4-BE49-F238E27FC236}">
                  <a16:creationId xmlns:a16="http://schemas.microsoft.com/office/drawing/2014/main" id="{8C6F3ABB-1459-4E34-972E-496A23633197}"/>
                </a:ext>
              </a:extLst>
            </p:cNvPr>
            <p:cNvSpPr>
              <a:spLocks noEditPoints="1"/>
            </p:cNvSpPr>
            <p:nvPr userDrawn="1"/>
          </p:nvSpPr>
          <p:spPr bwMode="auto">
            <a:xfrm>
              <a:off x="6059123" y="518787"/>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3 h 276"/>
                <a:gd name="T16" fmla="*/ 61 w 80"/>
                <a:gd name="T17" fmla="*/ 266 h 276"/>
                <a:gd name="T18" fmla="*/ 49 w 80"/>
                <a:gd name="T19" fmla="*/ 270 h 276"/>
                <a:gd name="T20" fmla="*/ 48 w 80"/>
                <a:gd name="T21" fmla="*/ 270 h 276"/>
                <a:gd name="T22" fmla="*/ 48 w 80"/>
                <a:gd name="T23" fmla="*/ 270 h 276"/>
                <a:gd name="T24" fmla="*/ 13 w 80"/>
                <a:gd name="T25" fmla="*/ 248 h 276"/>
                <a:gd name="T26" fmla="*/ 11 w 80"/>
                <a:gd name="T27" fmla="*/ 239 h 276"/>
                <a:gd name="T28" fmla="*/ 11 w 80"/>
                <a:gd name="T29" fmla="*/ 238 h 276"/>
                <a:gd name="T30" fmla="*/ 11 w 80"/>
                <a:gd name="T31" fmla="*/ 73 h 276"/>
                <a:gd name="T32" fmla="*/ 11 w 80"/>
                <a:gd name="T33" fmla="*/ 62 h 276"/>
                <a:gd name="T34" fmla="*/ 16 w 80"/>
                <a:gd name="T35" fmla="*/ 73 h 276"/>
                <a:gd name="T36" fmla="*/ 20 w 80"/>
                <a:gd name="T37" fmla="*/ 44 h 276"/>
                <a:gd name="T38" fmla="*/ 35 w 80"/>
                <a:gd name="T39" fmla="*/ 35 h 276"/>
                <a:gd name="T40" fmla="*/ 36 w 80"/>
                <a:gd name="T41" fmla="*/ 35 h 276"/>
                <a:gd name="T42" fmla="*/ 0 w 80"/>
                <a:gd name="T43" fmla="*/ 0 h 276"/>
                <a:gd name="T44" fmla="*/ 4 w 80"/>
                <a:gd name="T45" fmla="*/ 48 h 276"/>
                <a:gd name="T46" fmla="*/ 5 w 80"/>
                <a:gd name="T47" fmla="*/ 73 h 276"/>
                <a:gd name="T48" fmla="*/ 5 w 80"/>
                <a:gd name="T49" fmla="*/ 73 h 276"/>
                <a:gd name="T50" fmla="*/ 5 w 80"/>
                <a:gd name="T51" fmla="*/ 238 h 276"/>
                <a:gd name="T52" fmla="*/ 11 w 80"/>
                <a:gd name="T53" fmla="*/ 257 h 276"/>
                <a:gd name="T54" fmla="*/ 48 w 80"/>
                <a:gd name="T55" fmla="*/ 276 h 276"/>
                <a:gd name="T56" fmla="*/ 65 w 80"/>
                <a:gd name="T57" fmla="*/ 271 h 276"/>
                <a:gd name="T58" fmla="*/ 79 w 80"/>
                <a:gd name="T59" fmla="*/ 242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3" name="Freeform 364">
              <a:extLst>
                <a:ext uri="{FF2B5EF4-FFF2-40B4-BE49-F238E27FC236}">
                  <a16:creationId xmlns:a16="http://schemas.microsoft.com/office/drawing/2014/main" id="{619A1595-95F9-4EC6-A39B-EA2FC442931C}"/>
                </a:ext>
              </a:extLst>
            </p:cNvPr>
            <p:cNvSpPr>
              <a:spLocks noEditPoints="1"/>
            </p:cNvSpPr>
            <p:nvPr userDrawn="1"/>
          </p:nvSpPr>
          <p:spPr bwMode="auto">
            <a:xfrm>
              <a:off x="6107289" y="1385774"/>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16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2 w 120"/>
                <a:gd name="T65" fmla="*/ 54 h 166"/>
                <a:gd name="T66" fmla="*/ 0 w 120"/>
                <a:gd name="T67" fmla="*/ 62 h 166"/>
                <a:gd name="T68" fmla="*/ 0 w 120"/>
                <a:gd name="T69" fmla="*/ 62 h 166"/>
                <a:gd name="T70" fmla="*/ 1 w 120"/>
                <a:gd name="T71" fmla="*/ 131 h 166"/>
                <a:gd name="T72" fmla="*/ 1 w 120"/>
                <a:gd name="T73" fmla="*/ 131 h 166"/>
                <a:gd name="T74" fmla="*/ 12 w 120"/>
                <a:gd name="T75" fmla="*/ 160 h 166"/>
                <a:gd name="T76" fmla="*/ 26 w 120"/>
                <a:gd name="T77" fmla="*/ 166 h 166"/>
                <a:gd name="T78" fmla="*/ 26 w 120"/>
                <a:gd name="T79" fmla="*/ 166 h 166"/>
                <a:gd name="T80" fmla="*/ 29 w 120"/>
                <a:gd name="T81" fmla="*/ 166 h 166"/>
                <a:gd name="T82" fmla="*/ 88 w 120"/>
                <a:gd name="T83" fmla="*/ 165 h 166"/>
                <a:gd name="T84" fmla="*/ 88 w 120"/>
                <a:gd name="T85" fmla="*/ 165 h 166"/>
                <a:gd name="T86" fmla="*/ 115 w 120"/>
                <a:gd name="T87" fmla="*/ 147 h 166"/>
                <a:gd name="T88" fmla="*/ 120 w 120"/>
                <a:gd name="T89" fmla="*/ 133 h 166"/>
                <a:gd name="T90" fmla="*/ 120 w 120"/>
                <a:gd name="T91" fmla="*/ 133 h 166"/>
                <a:gd name="T92" fmla="*/ 119 w 120"/>
                <a:gd name="T93" fmla="*/ 70 h 166"/>
                <a:gd name="T94" fmla="*/ 119 w 120"/>
                <a:gd name="T95" fmla="*/ 70 h 166"/>
                <a:gd name="T96" fmla="*/ 113 w 120"/>
                <a:gd name="T97" fmla="*/ 51 h 166"/>
                <a:gd name="T98" fmla="*/ 97 w 120"/>
                <a:gd name="T99" fmla="*/ 38 h 166"/>
                <a:gd name="T100" fmla="*/ 87 w 120"/>
                <a:gd name="T101" fmla="*/ 35 h 166"/>
                <a:gd name="T102" fmla="*/ 87 w 120"/>
                <a:gd name="T103" fmla="*/ 35 h 166"/>
                <a:gd name="T104" fmla="*/ 61 w 120"/>
                <a:gd name="T105" fmla="*/ 36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4" name="Freeform 365">
              <a:extLst>
                <a:ext uri="{FF2B5EF4-FFF2-40B4-BE49-F238E27FC236}">
                  <a16:creationId xmlns:a16="http://schemas.microsoft.com/office/drawing/2014/main" id="{28001F73-90C9-4C6A-9E7E-877F10F3C21C}"/>
                </a:ext>
              </a:extLst>
            </p:cNvPr>
            <p:cNvSpPr>
              <a:spLocks noEditPoints="1"/>
            </p:cNvSpPr>
            <p:nvPr userDrawn="1"/>
          </p:nvSpPr>
          <p:spPr bwMode="auto">
            <a:xfrm>
              <a:off x="5890542" y="-406400"/>
              <a:ext cx="329134"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2 w 219"/>
                <a:gd name="T25" fmla="*/ 102 h 131"/>
                <a:gd name="T26" fmla="*/ 213 w 219"/>
                <a:gd name="T27" fmla="*/ 104 h 131"/>
                <a:gd name="T28" fmla="*/ 207 w 219"/>
                <a:gd name="T29" fmla="*/ 115 h 131"/>
                <a:gd name="T30" fmla="*/ 177 w 219"/>
                <a:gd name="T31" fmla="*/ 125 h 131"/>
                <a:gd name="T32" fmla="*/ 99 w 219"/>
                <a:gd name="T33" fmla="*/ 125 h 131"/>
                <a:gd name="T34" fmla="*/ 87 w 219"/>
                <a:gd name="T35" fmla="*/ 120 h 131"/>
                <a:gd name="T36" fmla="*/ 79 w 219"/>
                <a:gd name="T37" fmla="*/ 111 h 131"/>
                <a:gd name="T38" fmla="*/ 76 w 219"/>
                <a:gd name="T39" fmla="*/ 95 h 131"/>
                <a:gd name="T40" fmla="*/ 76 w 219"/>
                <a:gd name="T41" fmla="*/ 94 h 131"/>
                <a:gd name="T42" fmla="*/ 33 w 219"/>
                <a:gd name="T43" fmla="*/ 51 h 131"/>
                <a:gd name="T44" fmla="*/ 76 w 219"/>
                <a:gd name="T45" fmla="*/ 74 h 131"/>
                <a:gd name="T46" fmla="*/ 76 w 219"/>
                <a:gd name="T47" fmla="*/ 35 h 131"/>
                <a:gd name="T48" fmla="*/ 182 w 219"/>
                <a:gd name="T49" fmla="*/ 0 h 131"/>
                <a:gd name="T50" fmla="*/ 110 w 219"/>
                <a:gd name="T51" fmla="*/ 0 h 131"/>
                <a:gd name="T52" fmla="*/ 110 w 219"/>
                <a:gd name="T53" fmla="*/ 0 h 131"/>
                <a:gd name="T54" fmla="*/ 88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4 w 219"/>
                <a:gd name="T67" fmla="*/ 40 h 131"/>
                <a:gd name="T68" fmla="*/ 17 w 219"/>
                <a:gd name="T69" fmla="*/ 38 h 131"/>
                <a:gd name="T70" fmla="*/ 14 w 219"/>
                <a:gd name="T71" fmla="*/ 40 h 131"/>
                <a:gd name="T72" fmla="*/ 70 w 219"/>
                <a:gd name="T73" fmla="*/ 97 h 131"/>
                <a:gd name="T74" fmla="*/ 74 w 219"/>
                <a:gd name="T75" fmla="*/ 114 h 131"/>
                <a:gd name="T76" fmla="*/ 89 w 219"/>
                <a:gd name="T77" fmla="*/ 128 h 131"/>
                <a:gd name="T78" fmla="*/ 98 w 219"/>
                <a:gd name="T79" fmla="*/ 131 h 131"/>
                <a:gd name="T80" fmla="*/ 98 w 219"/>
                <a:gd name="T81" fmla="*/ 131 h 131"/>
                <a:gd name="T82" fmla="*/ 178 w 219"/>
                <a:gd name="T83" fmla="*/ 131 h 131"/>
                <a:gd name="T84" fmla="*/ 178 w 219"/>
                <a:gd name="T85" fmla="*/ 131 h 131"/>
                <a:gd name="T86" fmla="*/ 212 w 219"/>
                <a:gd name="T87" fmla="*/ 119 h 131"/>
                <a:gd name="T88" fmla="*/ 219 w 219"/>
                <a:gd name="T89" fmla="*/ 104 h 131"/>
                <a:gd name="T90" fmla="*/ 218 w 219"/>
                <a:gd name="T91" fmla="*/ 101 h 131"/>
                <a:gd name="T92" fmla="*/ 218 w 219"/>
                <a:gd name="T93" fmla="*/ 36 h 131"/>
                <a:gd name="T94" fmla="*/ 218 w 219"/>
                <a:gd name="T95" fmla="*/ 36 h 131"/>
                <a:gd name="T96" fmla="*/ 198 w 219"/>
                <a:gd name="T97" fmla="*/ 5 h 131"/>
                <a:gd name="T98" fmla="*/ 182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6"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2" y="102"/>
                    <a:pt x="212" y="102"/>
                    <a:pt x="212" y="102"/>
                  </a:cubicBezTo>
                  <a:cubicBezTo>
                    <a:pt x="212" y="102"/>
                    <a:pt x="213" y="103"/>
                    <a:pt x="213" y="104"/>
                  </a:cubicBezTo>
                  <a:cubicBezTo>
                    <a:pt x="213" y="106"/>
                    <a:pt x="212" y="111"/>
                    <a:pt x="207"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8" y="6"/>
                  </a:cubicBezTo>
                  <a:cubicBezTo>
                    <a:pt x="80" y="11"/>
                    <a:pt x="75"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5" y="130"/>
                    <a:pt x="206" y="125"/>
                    <a:pt x="212" y="119"/>
                  </a:cubicBezTo>
                  <a:cubicBezTo>
                    <a:pt x="218" y="114"/>
                    <a:pt x="219" y="107"/>
                    <a:pt x="219" y="104"/>
                  </a:cubicBezTo>
                  <a:cubicBezTo>
                    <a:pt x="219" y="102"/>
                    <a:pt x="218" y="101"/>
                    <a:pt x="218" y="101"/>
                  </a:cubicBezTo>
                  <a:cubicBezTo>
                    <a:pt x="218" y="36"/>
                    <a:pt x="218" y="36"/>
                    <a:pt x="218" y="36"/>
                  </a:cubicBezTo>
                  <a:cubicBezTo>
                    <a:pt x="218" y="36"/>
                    <a:pt x="218" y="36"/>
                    <a:pt x="218" y="36"/>
                  </a:cubicBezTo>
                  <a:cubicBezTo>
                    <a:pt x="215" y="19"/>
                    <a:pt x="206" y="10"/>
                    <a:pt x="198" y="5"/>
                  </a:cubicBezTo>
                  <a:cubicBezTo>
                    <a:pt x="190" y="1"/>
                    <a:pt x="182"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5" name="Freeform 366">
              <a:extLst>
                <a:ext uri="{FF2B5EF4-FFF2-40B4-BE49-F238E27FC236}">
                  <a16:creationId xmlns:a16="http://schemas.microsoft.com/office/drawing/2014/main" id="{B086810C-7BD9-4A7B-8ADD-C4059F3F0349}"/>
                </a:ext>
              </a:extLst>
            </p:cNvPr>
            <p:cNvSpPr>
              <a:spLocks noEditPoints="1"/>
            </p:cNvSpPr>
            <p:nvPr userDrawn="1"/>
          </p:nvSpPr>
          <p:spPr bwMode="auto">
            <a:xfrm>
              <a:off x="6095248"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6" name="Freeform 367">
              <a:extLst>
                <a:ext uri="{FF2B5EF4-FFF2-40B4-BE49-F238E27FC236}">
                  <a16:creationId xmlns:a16="http://schemas.microsoft.com/office/drawing/2014/main" id="{1B6E0CAC-3737-4880-9EC9-FC1AA73181AA}"/>
                </a:ext>
              </a:extLst>
            </p:cNvPr>
            <p:cNvSpPr>
              <a:spLocks noEditPoints="1"/>
            </p:cNvSpPr>
            <p:nvPr userDrawn="1"/>
          </p:nvSpPr>
          <p:spPr bwMode="auto">
            <a:xfrm>
              <a:off x="6008950" y="65225"/>
              <a:ext cx="248857" cy="96332"/>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7" name="Freeform 368">
              <a:extLst>
                <a:ext uri="{FF2B5EF4-FFF2-40B4-BE49-F238E27FC236}">
                  <a16:creationId xmlns:a16="http://schemas.microsoft.com/office/drawing/2014/main" id="{5584CCB6-F1D1-4104-AA4C-20CD0648432F}"/>
                </a:ext>
              </a:extLst>
            </p:cNvPr>
            <p:cNvSpPr>
              <a:spLocks noEditPoints="1"/>
            </p:cNvSpPr>
            <p:nvPr userDrawn="1"/>
          </p:nvSpPr>
          <p:spPr bwMode="auto">
            <a:xfrm>
              <a:off x="5902584" y="1269373"/>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8" name="Freeform 369">
              <a:extLst>
                <a:ext uri="{FF2B5EF4-FFF2-40B4-BE49-F238E27FC236}">
                  <a16:creationId xmlns:a16="http://schemas.microsoft.com/office/drawing/2014/main" id="{DEAB5DFD-CCC1-45EC-A1C0-AAE19DCDF365}"/>
                </a:ext>
              </a:extLst>
            </p:cNvPr>
            <p:cNvSpPr>
              <a:spLocks noEditPoints="1"/>
            </p:cNvSpPr>
            <p:nvPr userDrawn="1"/>
          </p:nvSpPr>
          <p:spPr bwMode="auto">
            <a:xfrm>
              <a:off x="6010957" y="292006"/>
              <a:ext cx="282975" cy="244843"/>
            </a:xfrm>
            <a:custGeom>
              <a:avLst/>
              <a:gdLst>
                <a:gd name="T0" fmla="*/ 77 w 188"/>
                <a:gd name="T1" fmla="*/ 139 h 162"/>
                <a:gd name="T2" fmla="*/ 106 w 188"/>
                <a:gd name="T3" fmla="*/ 9 h 162"/>
                <a:gd name="T4" fmla="*/ 114 w 188"/>
                <a:gd name="T5" fmla="*/ 7 h 162"/>
                <a:gd name="T6" fmla="*/ 122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9" name="Freeform 370">
              <a:extLst>
                <a:ext uri="{FF2B5EF4-FFF2-40B4-BE49-F238E27FC236}">
                  <a16:creationId xmlns:a16="http://schemas.microsoft.com/office/drawing/2014/main" id="{E363F250-A925-49C9-91C6-5FF036C3FA33}"/>
                </a:ext>
              </a:extLst>
            </p:cNvPr>
            <p:cNvSpPr>
              <a:spLocks noEditPoints="1"/>
            </p:cNvSpPr>
            <p:nvPr userDrawn="1"/>
          </p:nvSpPr>
          <p:spPr bwMode="auto">
            <a:xfrm>
              <a:off x="7046524" y="-13747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6"/>
                    <a:pt x="86" y="26"/>
                    <a:pt x="86" y="26"/>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0" name="Freeform 371">
              <a:extLst>
                <a:ext uri="{FF2B5EF4-FFF2-40B4-BE49-F238E27FC236}">
                  <a16:creationId xmlns:a16="http://schemas.microsoft.com/office/drawing/2014/main" id="{EFED85BD-EE10-4DAA-AA4E-4E10D1F42493}"/>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close/>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1" name="Freeform 372">
              <a:extLst>
                <a:ext uri="{FF2B5EF4-FFF2-40B4-BE49-F238E27FC236}">
                  <a16:creationId xmlns:a16="http://schemas.microsoft.com/office/drawing/2014/main" id="{C9B30D91-F9E9-4D5B-976C-2783E64CBE1E}"/>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2" name="Freeform 373">
              <a:extLst>
                <a:ext uri="{FF2B5EF4-FFF2-40B4-BE49-F238E27FC236}">
                  <a16:creationId xmlns:a16="http://schemas.microsoft.com/office/drawing/2014/main" id="{7A674515-2ECB-49C8-8E7E-DB31C5E08832}"/>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3" name="Freeform 374">
              <a:extLst>
                <a:ext uri="{FF2B5EF4-FFF2-40B4-BE49-F238E27FC236}">
                  <a16:creationId xmlns:a16="http://schemas.microsoft.com/office/drawing/2014/main" id="{F184423A-75A2-4574-8897-C16360B219DF}"/>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4" name="Freeform 375">
              <a:extLst>
                <a:ext uri="{FF2B5EF4-FFF2-40B4-BE49-F238E27FC236}">
                  <a16:creationId xmlns:a16="http://schemas.microsoft.com/office/drawing/2014/main" id="{AAB851C5-2021-4CD4-9BC0-E39EBE3D7C00}"/>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5" name="Freeform 376">
              <a:extLst>
                <a:ext uri="{FF2B5EF4-FFF2-40B4-BE49-F238E27FC236}">
                  <a16:creationId xmlns:a16="http://schemas.microsoft.com/office/drawing/2014/main" id="{56800DB3-0C32-4E96-89D9-F57BCC3A5323}"/>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6" name="Freeform 377">
              <a:extLst>
                <a:ext uri="{FF2B5EF4-FFF2-40B4-BE49-F238E27FC236}">
                  <a16:creationId xmlns:a16="http://schemas.microsoft.com/office/drawing/2014/main" id="{731D63BB-4614-442C-8023-0B4D1054906E}"/>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7" name="Freeform 378">
              <a:extLst>
                <a:ext uri="{FF2B5EF4-FFF2-40B4-BE49-F238E27FC236}">
                  <a16:creationId xmlns:a16="http://schemas.microsoft.com/office/drawing/2014/main" id="{0F3B4E8D-C03E-4413-AEE1-A550ED2BD805}"/>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8" name="Freeform 379">
              <a:extLst>
                <a:ext uri="{FF2B5EF4-FFF2-40B4-BE49-F238E27FC236}">
                  <a16:creationId xmlns:a16="http://schemas.microsoft.com/office/drawing/2014/main" id="{67643E1D-DF35-4C98-9193-49EE9955BC97}"/>
                </a:ext>
              </a:extLst>
            </p:cNvPr>
            <p:cNvSpPr>
              <a:spLocks noEditPoints="1"/>
            </p:cNvSpPr>
            <p:nvPr userDrawn="1"/>
          </p:nvSpPr>
          <p:spPr bwMode="auto">
            <a:xfrm>
              <a:off x="8967139"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9" name="Freeform 380">
              <a:extLst>
                <a:ext uri="{FF2B5EF4-FFF2-40B4-BE49-F238E27FC236}">
                  <a16:creationId xmlns:a16="http://schemas.microsoft.com/office/drawing/2014/main" id="{2AE04C83-C677-4602-B3CC-9F4F1659E5D7}"/>
                </a:ext>
              </a:extLst>
            </p:cNvPr>
            <p:cNvSpPr>
              <a:spLocks noEditPoints="1"/>
            </p:cNvSpPr>
            <p:nvPr userDrawn="1"/>
          </p:nvSpPr>
          <p:spPr bwMode="auto">
            <a:xfrm>
              <a:off x="7682715" y="546884"/>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0" name="Freeform 381">
              <a:extLst>
                <a:ext uri="{FF2B5EF4-FFF2-40B4-BE49-F238E27FC236}">
                  <a16:creationId xmlns:a16="http://schemas.microsoft.com/office/drawing/2014/main" id="{FD98F04C-4A1D-4078-8395-DB5A6E963D5C}"/>
                </a:ext>
              </a:extLst>
            </p:cNvPr>
            <p:cNvSpPr>
              <a:spLocks noEditPoints="1"/>
            </p:cNvSpPr>
            <p:nvPr userDrawn="1"/>
          </p:nvSpPr>
          <p:spPr bwMode="auto">
            <a:xfrm>
              <a:off x="8633992" y="574981"/>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1" name="Freeform 382">
              <a:extLst>
                <a:ext uri="{FF2B5EF4-FFF2-40B4-BE49-F238E27FC236}">
                  <a16:creationId xmlns:a16="http://schemas.microsoft.com/office/drawing/2014/main" id="{43163863-83BC-4225-AE59-3DE77FE6E7E0}"/>
                </a:ext>
              </a:extLst>
            </p:cNvPr>
            <p:cNvSpPr>
              <a:spLocks noEditPoints="1"/>
            </p:cNvSpPr>
            <p:nvPr userDrawn="1"/>
          </p:nvSpPr>
          <p:spPr bwMode="auto">
            <a:xfrm>
              <a:off x="8987208" y="-732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2" name="Freeform 383">
              <a:extLst>
                <a:ext uri="{FF2B5EF4-FFF2-40B4-BE49-F238E27FC236}">
                  <a16:creationId xmlns:a16="http://schemas.microsoft.com/office/drawing/2014/main" id="{4A40FA81-B31B-4AC9-911E-3619FD595B54}"/>
                </a:ext>
              </a:extLst>
            </p:cNvPr>
            <p:cNvSpPr>
              <a:spLocks noEditPoints="1"/>
            </p:cNvSpPr>
            <p:nvPr userDrawn="1"/>
          </p:nvSpPr>
          <p:spPr bwMode="auto">
            <a:xfrm>
              <a:off x="8545688" y="1421898"/>
              <a:ext cx="126436" cy="122422"/>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3" name="Freeform 384">
              <a:extLst>
                <a:ext uri="{FF2B5EF4-FFF2-40B4-BE49-F238E27FC236}">
                  <a16:creationId xmlns:a16="http://schemas.microsoft.com/office/drawing/2014/main" id="{6D416478-475B-4D59-82F5-8C24D4A5A8E5}"/>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4" name="Freeform 385">
              <a:extLst>
                <a:ext uri="{FF2B5EF4-FFF2-40B4-BE49-F238E27FC236}">
                  <a16:creationId xmlns:a16="http://schemas.microsoft.com/office/drawing/2014/main" id="{EBEADF90-5E89-4D98-840E-956C2FFF5904}"/>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5" name="Freeform 386">
              <a:extLst>
                <a:ext uri="{FF2B5EF4-FFF2-40B4-BE49-F238E27FC236}">
                  <a16:creationId xmlns:a16="http://schemas.microsoft.com/office/drawing/2014/main" id="{40EFA631-82B9-4B02-91B6-2F1DC0CBB25D}"/>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6" name="Freeform 387">
              <a:extLst>
                <a:ext uri="{FF2B5EF4-FFF2-40B4-BE49-F238E27FC236}">
                  <a16:creationId xmlns:a16="http://schemas.microsoft.com/office/drawing/2014/main" id="{54A3F0A1-0781-43A6-9020-7CA73B27FA86}"/>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7" name="Freeform 388">
              <a:extLst>
                <a:ext uri="{FF2B5EF4-FFF2-40B4-BE49-F238E27FC236}">
                  <a16:creationId xmlns:a16="http://schemas.microsoft.com/office/drawing/2014/main" id="{BBAD623E-77AE-48B2-A7EC-109E8AC61286}"/>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8" name="Freeform 389">
              <a:extLst>
                <a:ext uri="{FF2B5EF4-FFF2-40B4-BE49-F238E27FC236}">
                  <a16:creationId xmlns:a16="http://schemas.microsoft.com/office/drawing/2014/main" id="{F2C36A0F-2822-4233-858D-1EAA974E2634}"/>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9" name="Freeform 390">
              <a:extLst>
                <a:ext uri="{FF2B5EF4-FFF2-40B4-BE49-F238E27FC236}">
                  <a16:creationId xmlns:a16="http://schemas.microsoft.com/office/drawing/2014/main" id="{98153874-56C1-42BD-9095-BF74F7AE34EB}"/>
                </a:ext>
              </a:extLst>
            </p:cNvPr>
            <p:cNvSpPr>
              <a:spLocks noEditPoints="1"/>
            </p:cNvSpPr>
            <p:nvPr userDrawn="1"/>
          </p:nvSpPr>
          <p:spPr bwMode="auto">
            <a:xfrm>
              <a:off x="6695314" y="532835"/>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0" name="Freeform 391">
              <a:extLst>
                <a:ext uri="{FF2B5EF4-FFF2-40B4-BE49-F238E27FC236}">
                  <a16:creationId xmlns:a16="http://schemas.microsoft.com/office/drawing/2014/main" id="{F57C2882-AE98-4C39-8F78-C65297D9429D}"/>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1" name="Freeform 392">
              <a:extLst>
                <a:ext uri="{FF2B5EF4-FFF2-40B4-BE49-F238E27FC236}">
                  <a16:creationId xmlns:a16="http://schemas.microsoft.com/office/drawing/2014/main" id="{2219B65B-4A9B-4C1B-8AA7-DCF4B89F89E1}"/>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2" name="Freeform 393">
              <a:extLst>
                <a:ext uri="{FF2B5EF4-FFF2-40B4-BE49-F238E27FC236}">
                  <a16:creationId xmlns:a16="http://schemas.microsoft.com/office/drawing/2014/main" id="{5A3F10B2-BF8E-4841-88F1-EF4D183D79B4}"/>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3" name="Freeform 394">
              <a:extLst>
                <a:ext uri="{FF2B5EF4-FFF2-40B4-BE49-F238E27FC236}">
                  <a16:creationId xmlns:a16="http://schemas.microsoft.com/office/drawing/2014/main" id="{31459943-2D7A-45D8-9478-C7451CD3932E}"/>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4" name="Freeform 395">
              <a:extLst>
                <a:ext uri="{FF2B5EF4-FFF2-40B4-BE49-F238E27FC236}">
                  <a16:creationId xmlns:a16="http://schemas.microsoft.com/office/drawing/2014/main" id="{3E72C97E-F647-41A4-9A5A-A535FA3698B5}"/>
                </a:ext>
              </a:extLst>
            </p:cNvPr>
            <p:cNvSpPr>
              <a:spLocks noEditPoints="1"/>
            </p:cNvSpPr>
            <p:nvPr userDrawn="1"/>
          </p:nvSpPr>
          <p:spPr bwMode="auto">
            <a:xfrm>
              <a:off x="6910054"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5" name="Freeform 396">
              <a:extLst>
                <a:ext uri="{FF2B5EF4-FFF2-40B4-BE49-F238E27FC236}">
                  <a16:creationId xmlns:a16="http://schemas.microsoft.com/office/drawing/2014/main" id="{F79F71C4-84BF-48EC-9939-FBA2F28867CE}"/>
                </a:ext>
              </a:extLst>
            </p:cNvPr>
            <p:cNvSpPr>
              <a:spLocks noEditPoints="1"/>
            </p:cNvSpPr>
            <p:nvPr userDrawn="1"/>
          </p:nvSpPr>
          <p:spPr bwMode="auto">
            <a:xfrm>
              <a:off x="6974275" y="312075"/>
              <a:ext cx="30104" cy="28097"/>
            </a:xfrm>
            <a:custGeom>
              <a:avLst/>
              <a:gdLst>
                <a:gd name="T0" fmla="*/ 19 w 19"/>
                <a:gd name="T1" fmla="*/ 9 h 18"/>
                <a:gd name="T2" fmla="*/ 19 w 19"/>
                <a:gd name="T3" fmla="*/ 9 h 18"/>
                <a:gd name="T4" fmla="*/ 19 w 19"/>
                <a:gd name="T5" fmla="*/ 9 h 18"/>
                <a:gd name="T6" fmla="*/ 10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 name="T40" fmla="*/ 10 w 19"/>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8">
                  <a:moveTo>
                    <a:pt x="19" y="9"/>
                  </a:moveTo>
                  <a:cubicBezTo>
                    <a:pt x="19" y="9"/>
                    <a:pt x="19" y="9"/>
                    <a:pt x="19" y="9"/>
                  </a:cubicBezTo>
                  <a:cubicBezTo>
                    <a:pt x="19" y="9"/>
                    <a:pt x="19" y="9"/>
                    <a:pt x="19" y="9"/>
                  </a:cubicBezTo>
                  <a:moveTo>
                    <a:pt x="10" y="0"/>
                  </a:moveTo>
                  <a:cubicBezTo>
                    <a:pt x="7" y="0"/>
                    <a:pt x="5"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6" name="Freeform 397">
              <a:extLst>
                <a:ext uri="{FF2B5EF4-FFF2-40B4-BE49-F238E27FC236}">
                  <a16:creationId xmlns:a16="http://schemas.microsoft.com/office/drawing/2014/main" id="{1446DE22-6AC3-431D-9473-02F9B624E920}"/>
                </a:ext>
              </a:extLst>
            </p:cNvPr>
            <p:cNvSpPr>
              <a:spLocks noEditPoints="1"/>
            </p:cNvSpPr>
            <p:nvPr userDrawn="1"/>
          </p:nvSpPr>
          <p:spPr bwMode="auto">
            <a:xfrm>
              <a:off x="6986317" y="336158"/>
              <a:ext cx="20069"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3" y="1"/>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7" name="Freeform 398">
              <a:extLst>
                <a:ext uri="{FF2B5EF4-FFF2-40B4-BE49-F238E27FC236}">
                  <a16:creationId xmlns:a16="http://schemas.microsoft.com/office/drawing/2014/main" id="{AF6D3541-9DB1-4340-8000-CFF4EB0069C5}"/>
                </a:ext>
              </a:extLst>
            </p:cNvPr>
            <p:cNvSpPr>
              <a:spLocks noEditPoints="1"/>
            </p:cNvSpPr>
            <p:nvPr userDrawn="1"/>
          </p:nvSpPr>
          <p:spPr bwMode="auto">
            <a:xfrm>
              <a:off x="7004378" y="348199"/>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0"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8" name="Freeform 399">
              <a:extLst>
                <a:ext uri="{FF2B5EF4-FFF2-40B4-BE49-F238E27FC236}">
                  <a16:creationId xmlns:a16="http://schemas.microsoft.com/office/drawing/2014/main" id="{E1133A02-08A5-45A6-8DF5-ABAD62499258}"/>
                </a:ext>
              </a:extLst>
            </p:cNvPr>
            <p:cNvSpPr>
              <a:spLocks noEditPoints="1"/>
            </p:cNvSpPr>
            <p:nvPr userDrawn="1"/>
          </p:nvSpPr>
          <p:spPr bwMode="auto">
            <a:xfrm>
              <a:off x="8609909" y="1154978"/>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9" name="Freeform 400">
              <a:extLst>
                <a:ext uri="{FF2B5EF4-FFF2-40B4-BE49-F238E27FC236}">
                  <a16:creationId xmlns:a16="http://schemas.microsoft.com/office/drawing/2014/main" id="{44512072-F04D-4A38-8F25-E8723D789C98}"/>
                </a:ext>
              </a:extLst>
            </p:cNvPr>
            <p:cNvSpPr>
              <a:spLocks noEditPoints="1"/>
            </p:cNvSpPr>
            <p:nvPr userDrawn="1"/>
          </p:nvSpPr>
          <p:spPr bwMode="auto">
            <a:xfrm>
              <a:off x="8605895" y="1251310"/>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7 w 19"/>
                <a:gd name="T47" fmla="*/ 4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8" y="5"/>
                    <a:pt x="17" y="4"/>
                    <a:pt x="17" y="4"/>
                  </a:cubicBezTo>
                  <a:cubicBezTo>
                    <a:pt x="16" y="2"/>
                    <a:pt x="14"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0" name="Freeform 401">
              <a:extLst>
                <a:ext uri="{FF2B5EF4-FFF2-40B4-BE49-F238E27FC236}">
                  <a16:creationId xmlns:a16="http://schemas.microsoft.com/office/drawing/2014/main" id="{5A6C8A72-AC19-4DE3-9C3B-EA9BA98B74A1}"/>
                </a:ext>
              </a:extLst>
            </p:cNvPr>
            <p:cNvSpPr>
              <a:spLocks noEditPoints="1"/>
            </p:cNvSpPr>
            <p:nvPr userDrawn="1"/>
          </p:nvSpPr>
          <p:spPr bwMode="auto">
            <a:xfrm>
              <a:off x="8593854" y="1271379"/>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3 w 14"/>
                <a:gd name="T47" fmla="*/ 3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7"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1" name="Freeform 402">
              <a:extLst>
                <a:ext uri="{FF2B5EF4-FFF2-40B4-BE49-F238E27FC236}">
                  <a16:creationId xmlns:a16="http://schemas.microsoft.com/office/drawing/2014/main" id="{5DBA39E7-622A-44D4-9D6D-0584F3FDFD44}"/>
                </a:ext>
              </a:extLst>
            </p:cNvPr>
            <p:cNvSpPr>
              <a:spLocks noEditPoints="1"/>
            </p:cNvSpPr>
            <p:nvPr userDrawn="1"/>
          </p:nvSpPr>
          <p:spPr bwMode="auto">
            <a:xfrm>
              <a:off x="8595861" y="1291448"/>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2" name="Freeform 403">
              <a:extLst>
                <a:ext uri="{FF2B5EF4-FFF2-40B4-BE49-F238E27FC236}">
                  <a16:creationId xmlns:a16="http://schemas.microsoft.com/office/drawing/2014/main" id="{2C52DED8-A77E-4818-AE5C-CB27E4DAC86B}"/>
                </a:ext>
              </a:extLst>
            </p:cNvPr>
            <p:cNvSpPr>
              <a:spLocks noEditPoints="1"/>
            </p:cNvSpPr>
            <p:nvPr userDrawn="1"/>
          </p:nvSpPr>
          <p:spPr bwMode="auto">
            <a:xfrm>
              <a:off x="8804580"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3" name="Freeform 404">
              <a:extLst>
                <a:ext uri="{FF2B5EF4-FFF2-40B4-BE49-F238E27FC236}">
                  <a16:creationId xmlns:a16="http://schemas.microsoft.com/office/drawing/2014/main" id="{37A0C5EE-9F0A-4847-A1DC-405AEF0D97BF}"/>
                </a:ext>
              </a:extLst>
            </p:cNvPr>
            <p:cNvSpPr>
              <a:spLocks noEditPoints="1"/>
            </p:cNvSpPr>
            <p:nvPr userDrawn="1"/>
          </p:nvSpPr>
          <p:spPr bwMode="auto">
            <a:xfrm>
              <a:off x="8800566" y="1036571"/>
              <a:ext cx="42146" cy="42146"/>
            </a:xfrm>
            <a:custGeom>
              <a:avLst/>
              <a:gdLst>
                <a:gd name="T0" fmla="*/ 14 w 28"/>
                <a:gd name="T1" fmla="*/ 21 h 27"/>
                <a:gd name="T2" fmla="*/ 7 w 28"/>
                <a:gd name="T3" fmla="*/ 18 h 27"/>
                <a:gd name="T4" fmla="*/ 6 w 28"/>
                <a:gd name="T5" fmla="*/ 14 h 27"/>
                <a:gd name="T6" fmla="*/ 9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9"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4" name="Freeform 405">
              <a:extLst>
                <a:ext uri="{FF2B5EF4-FFF2-40B4-BE49-F238E27FC236}">
                  <a16:creationId xmlns:a16="http://schemas.microsoft.com/office/drawing/2014/main" id="{74D0D429-9542-49FB-9F6C-E0E1B89C67F1}"/>
                </a:ext>
              </a:extLst>
            </p:cNvPr>
            <p:cNvSpPr>
              <a:spLocks noEditPoints="1"/>
            </p:cNvSpPr>
            <p:nvPr userDrawn="1"/>
          </p:nvSpPr>
          <p:spPr bwMode="auto">
            <a:xfrm>
              <a:off x="8778490"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5" name="Freeform 407">
              <a:extLst>
                <a:ext uri="{FF2B5EF4-FFF2-40B4-BE49-F238E27FC236}">
                  <a16:creationId xmlns:a16="http://schemas.microsoft.com/office/drawing/2014/main" id="{68782584-C095-4712-8DFC-E56EB2B2F332}"/>
                </a:ext>
              </a:extLst>
            </p:cNvPr>
            <p:cNvSpPr>
              <a:spLocks noEditPoints="1"/>
            </p:cNvSpPr>
            <p:nvPr userDrawn="1"/>
          </p:nvSpPr>
          <p:spPr bwMode="auto">
            <a:xfrm>
              <a:off x="8780496" y="1108820"/>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3 w 19"/>
                <a:gd name="T17" fmla="*/ 15 h 19"/>
                <a:gd name="T18" fmla="*/ 11 w 19"/>
                <a:gd name="T19" fmla="*/ 12 h 19"/>
                <a:gd name="T20" fmla="*/ 9 w 19"/>
                <a:gd name="T21" fmla="*/ 13 h 19"/>
                <a:gd name="T22" fmla="*/ 9 w 19"/>
                <a:gd name="T23" fmla="*/ 0 h 19"/>
                <a:gd name="T24" fmla="*/ 9 w 19"/>
                <a:gd name="T25" fmla="*/ 0 h 19"/>
                <a:gd name="T26" fmla="*/ 5 w 19"/>
                <a:gd name="T27" fmla="*/ 2 h 19"/>
                <a:gd name="T28" fmla="*/ 0 w 19"/>
                <a:gd name="T29" fmla="*/ 10 h 19"/>
                <a:gd name="T30" fmla="*/ 2 w 19"/>
                <a:gd name="T31" fmla="*/ 14 h 19"/>
                <a:gd name="T32" fmla="*/ 9 w 19"/>
                <a:gd name="T33" fmla="*/ 19 h 19"/>
                <a:gd name="T34" fmla="*/ 9 w 19"/>
                <a:gd name="T35" fmla="*/ 19 h 19"/>
                <a:gd name="T36" fmla="*/ 14 w 19"/>
                <a:gd name="T37" fmla="*/ 17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3" y="15"/>
                    <a:pt x="13" y="15"/>
                    <a:pt x="13" y="15"/>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6" name="Freeform 408">
              <a:extLst>
                <a:ext uri="{FF2B5EF4-FFF2-40B4-BE49-F238E27FC236}">
                  <a16:creationId xmlns:a16="http://schemas.microsoft.com/office/drawing/2014/main" id="{E532B5C1-1732-4C68-96A4-8DEA4B68FA52}"/>
                </a:ext>
              </a:extLst>
            </p:cNvPr>
            <p:cNvSpPr>
              <a:spLocks noEditPoints="1"/>
            </p:cNvSpPr>
            <p:nvPr userDrawn="1"/>
          </p:nvSpPr>
          <p:spPr bwMode="auto">
            <a:xfrm>
              <a:off x="8407210" y="-283978"/>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9 h 77"/>
                <a:gd name="T30" fmla="*/ 11 w 79"/>
                <a:gd name="T31" fmla="*/ 64 h 77"/>
                <a:gd name="T32" fmla="*/ 15 w 79"/>
                <a:gd name="T33" fmla="*/ 68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5" y="68"/>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7" name="Freeform 409">
              <a:extLst>
                <a:ext uri="{FF2B5EF4-FFF2-40B4-BE49-F238E27FC236}">
                  <a16:creationId xmlns:a16="http://schemas.microsoft.com/office/drawing/2014/main" id="{B09C4BFC-807C-42E2-A302-30DCE5488F42}"/>
                </a:ext>
              </a:extLst>
            </p:cNvPr>
            <p:cNvSpPr>
              <a:spLocks noEditPoints="1"/>
            </p:cNvSpPr>
            <p:nvPr userDrawn="1"/>
          </p:nvSpPr>
          <p:spPr bwMode="auto">
            <a:xfrm>
              <a:off x="8405204" y="-187646"/>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2 w 19"/>
                <a:gd name="T13" fmla="*/ 7 h 18"/>
                <a:gd name="T14" fmla="*/ 13 w 19"/>
                <a:gd name="T15" fmla="*/ 9 h 18"/>
                <a:gd name="T16" fmla="*/ 11 w 19"/>
                <a:gd name="T17" fmla="*/ 12 h 18"/>
                <a:gd name="T18" fmla="*/ 13 w 19"/>
                <a:gd name="T19" fmla="*/ 14 h 18"/>
                <a:gd name="T20" fmla="*/ 11 w 19"/>
                <a:gd name="T21" fmla="*/ 12 h 18"/>
                <a:gd name="T22" fmla="*/ 9 w 19"/>
                <a:gd name="T23" fmla="*/ 12 h 18"/>
                <a:gd name="T24" fmla="*/ 9 w 19"/>
                <a:gd name="T25" fmla="*/ 0 h 18"/>
                <a:gd name="T26" fmla="*/ 9 w 19"/>
                <a:gd name="T27" fmla="*/ 0 h 18"/>
                <a:gd name="T28" fmla="*/ 5 w 19"/>
                <a:gd name="T29" fmla="*/ 1 h 18"/>
                <a:gd name="T30" fmla="*/ 0 w 19"/>
                <a:gd name="T31" fmla="*/ 9 h 18"/>
                <a:gd name="T32" fmla="*/ 1 w 19"/>
                <a:gd name="T33" fmla="*/ 13 h 18"/>
                <a:gd name="T34" fmla="*/ 5 w 19"/>
                <a:gd name="T35" fmla="*/ 16 h 18"/>
                <a:gd name="T36" fmla="*/ 6 w 19"/>
                <a:gd name="T37" fmla="*/ 17 h 18"/>
                <a:gd name="T38" fmla="*/ 9 w 19"/>
                <a:gd name="T39" fmla="*/ 18 h 18"/>
                <a:gd name="T40" fmla="*/ 9 w 19"/>
                <a:gd name="T41" fmla="*/ 18 h 18"/>
                <a:gd name="T42" fmla="*/ 14 w 19"/>
                <a:gd name="T43" fmla="*/ 17 h 18"/>
                <a:gd name="T44" fmla="*/ 14 w 19"/>
                <a:gd name="T45" fmla="*/ 17 h 18"/>
                <a:gd name="T46" fmla="*/ 19 w 19"/>
                <a:gd name="T47" fmla="*/ 9 h 18"/>
                <a:gd name="T48" fmla="*/ 18 w 19"/>
                <a:gd name="T49" fmla="*/ 5 h 18"/>
                <a:gd name="T50" fmla="*/ 17 w 19"/>
                <a:gd name="T51" fmla="*/ 4 h 18"/>
                <a:gd name="T52" fmla="*/ 17 w 19"/>
                <a:gd name="T53" fmla="*/ 4 h 18"/>
                <a:gd name="T54" fmla="*/ 13 w 19"/>
                <a:gd name="T55" fmla="*/ 0 h 18"/>
                <a:gd name="T56" fmla="*/ 9 w 19"/>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2" y="7"/>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8" y="5"/>
                    <a:pt x="17" y="4"/>
                    <a:pt x="17" y="4"/>
                  </a:cubicBezTo>
                  <a:cubicBezTo>
                    <a:pt x="17" y="4"/>
                    <a:pt x="17" y="4"/>
                    <a:pt x="17" y="4"/>
                  </a:cubicBezTo>
                  <a:cubicBezTo>
                    <a:pt x="16" y="2"/>
                    <a:pt x="15"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8" name="Freeform 410">
              <a:extLst>
                <a:ext uri="{FF2B5EF4-FFF2-40B4-BE49-F238E27FC236}">
                  <a16:creationId xmlns:a16="http://schemas.microsoft.com/office/drawing/2014/main" id="{311C220B-2EC9-4E3E-97A3-11346057FB21}"/>
                </a:ext>
              </a:extLst>
            </p:cNvPr>
            <p:cNvSpPr>
              <a:spLocks noEditPoints="1"/>
            </p:cNvSpPr>
            <p:nvPr userDrawn="1"/>
          </p:nvSpPr>
          <p:spPr bwMode="auto">
            <a:xfrm>
              <a:off x="8393162" y="-169584"/>
              <a:ext cx="20069" cy="22077"/>
            </a:xfrm>
            <a:custGeom>
              <a:avLst/>
              <a:gdLst>
                <a:gd name="T0" fmla="*/ 7 w 14"/>
                <a:gd name="T1" fmla="*/ 8 h 14"/>
                <a:gd name="T2" fmla="*/ 6 w 14"/>
                <a:gd name="T3" fmla="*/ 8 h 14"/>
                <a:gd name="T4" fmla="*/ 6 w 14"/>
                <a:gd name="T5" fmla="*/ 8 h 14"/>
                <a:gd name="T6" fmla="*/ 6 w 14"/>
                <a:gd name="T7" fmla="*/ 7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8 h 14"/>
                <a:gd name="T22" fmla="*/ 7 w 14"/>
                <a:gd name="T23" fmla="*/ 0 h 14"/>
                <a:gd name="T24" fmla="*/ 7 w 14"/>
                <a:gd name="T25" fmla="*/ 0 h 14"/>
                <a:gd name="T26" fmla="*/ 3 w 14"/>
                <a:gd name="T27" fmla="*/ 1 h 14"/>
                <a:gd name="T28" fmla="*/ 0 w 14"/>
                <a:gd name="T29" fmla="*/ 7 h 14"/>
                <a:gd name="T30" fmla="*/ 1 w 14"/>
                <a:gd name="T31" fmla="*/ 11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1" y="11"/>
                    <a:pt x="1" y="11"/>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9" name="Freeform 411">
              <a:extLst>
                <a:ext uri="{FF2B5EF4-FFF2-40B4-BE49-F238E27FC236}">
                  <a16:creationId xmlns:a16="http://schemas.microsoft.com/office/drawing/2014/main" id="{70626003-B3E8-40B0-91C0-017392E43CED}"/>
                </a:ext>
              </a:extLst>
            </p:cNvPr>
            <p:cNvSpPr>
              <a:spLocks noEditPoints="1"/>
            </p:cNvSpPr>
            <p:nvPr userDrawn="1"/>
          </p:nvSpPr>
          <p:spPr bwMode="auto">
            <a:xfrm>
              <a:off x="8395169" y="-147508"/>
              <a:ext cx="18063" cy="20069"/>
            </a:xfrm>
            <a:custGeom>
              <a:avLst/>
              <a:gdLst>
                <a:gd name="T0" fmla="*/ 6 w 13"/>
                <a:gd name="T1" fmla="*/ 6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6 w 13"/>
                <a:gd name="T19" fmla="*/ 6 h 13"/>
                <a:gd name="T20" fmla="*/ 7 w 13"/>
                <a:gd name="T21" fmla="*/ 0 h 13"/>
                <a:gd name="T22" fmla="*/ 7 w 13"/>
                <a:gd name="T23" fmla="*/ 0 h 13"/>
                <a:gd name="T24" fmla="*/ 4 w 13"/>
                <a:gd name="T25" fmla="*/ 0 h 13"/>
                <a:gd name="T26" fmla="*/ 3 w 13"/>
                <a:gd name="T27" fmla="*/ 1 h 13"/>
                <a:gd name="T28" fmla="*/ 3 w 13"/>
                <a:gd name="T29" fmla="*/ 1 h 13"/>
                <a:gd name="T30" fmla="*/ 0 w 13"/>
                <a:gd name="T31" fmla="*/ 6 h 13"/>
                <a:gd name="T32" fmla="*/ 1 w 13"/>
                <a:gd name="T33" fmla="*/ 10 h 13"/>
                <a:gd name="T34" fmla="*/ 1 w 13"/>
                <a:gd name="T35" fmla="*/ 10 h 13"/>
                <a:gd name="T36" fmla="*/ 1 w 13"/>
                <a:gd name="T37" fmla="*/ 10 h 13"/>
                <a:gd name="T38" fmla="*/ 7 w 13"/>
                <a:gd name="T39" fmla="*/ 13 h 13"/>
                <a:gd name="T40" fmla="*/ 7 w 13"/>
                <a:gd name="T41" fmla="*/ 13 h 13"/>
                <a:gd name="T42" fmla="*/ 10 w 13"/>
                <a:gd name="T43" fmla="*/ 12 h 13"/>
                <a:gd name="T44" fmla="*/ 9 w 13"/>
                <a:gd name="T45" fmla="*/ 9 h 13"/>
                <a:gd name="T46" fmla="*/ 10 w 13"/>
                <a:gd name="T47" fmla="*/ 12 h 13"/>
                <a:gd name="T48" fmla="*/ 13 w 13"/>
                <a:gd name="T49" fmla="*/ 6 h 13"/>
                <a:gd name="T50" fmla="*/ 12 w 13"/>
                <a:gd name="T51" fmla="*/ 3 h 13"/>
                <a:gd name="T52" fmla="*/ 12 w 13"/>
                <a:gd name="T53" fmla="*/ 3 h 13"/>
                <a:gd name="T54" fmla="*/ 9 w 13"/>
                <a:gd name="T55" fmla="*/ 0 h 13"/>
                <a:gd name="T56" fmla="*/ 7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6"/>
                    <a:pt x="6" y="6"/>
                    <a:pt x="6" y="6"/>
                  </a:cubicBezTo>
                  <a:moveTo>
                    <a:pt x="7" y="0"/>
                  </a:moveTo>
                  <a:cubicBezTo>
                    <a:pt x="7" y="0"/>
                    <a:pt x="7" y="0"/>
                    <a:pt x="7" y="0"/>
                  </a:cubicBezTo>
                  <a:cubicBezTo>
                    <a:pt x="6" y="0"/>
                    <a:pt x="5" y="0"/>
                    <a:pt x="4" y="0"/>
                  </a:cubicBezTo>
                  <a:cubicBezTo>
                    <a:pt x="4" y="0"/>
                    <a:pt x="4" y="1"/>
                    <a:pt x="3" y="1"/>
                  </a:cubicBezTo>
                  <a:cubicBezTo>
                    <a:pt x="3" y="1"/>
                    <a:pt x="3" y="1"/>
                    <a:pt x="3" y="1"/>
                  </a:cubicBezTo>
                  <a:cubicBezTo>
                    <a:pt x="1" y="2"/>
                    <a:pt x="0" y="4"/>
                    <a:pt x="0" y="6"/>
                  </a:cubicBezTo>
                  <a:cubicBezTo>
                    <a:pt x="0" y="7"/>
                    <a:pt x="1" y="9"/>
                    <a:pt x="1" y="10"/>
                  </a:cubicBezTo>
                  <a:cubicBezTo>
                    <a:pt x="1" y="10"/>
                    <a:pt x="1" y="10"/>
                    <a:pt x="1" y="10"/>
                  </a:cubicBezTo>
                  <a:cubicBezTo>
                    <a:pt x="1" y="10"/>
                    <a:pt x="1" y="10"/>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0" name="Freeform 412">
              <a:extLst>
                <a:ext uri="{FF2B5EF4-FFF2-40B4-BE49-F238E27FC236}">
                  <a16:creationId xmlns:a16="http://schemas.microsoft.com/office/drawing/2014/main" id="{D117F072-78D2-4A85-864B-21D75C9A3E12}"/>
                </a:ext>
              </a:extLst>
            </p:cNvPr>
            <p:cNvSpPr>
              <a:spLocks noEditPoints="1"/>
            </p:cNvSpPr>
            <p:nvPr userDrawn="1"/>
          </p:nvSpPr>
          <p:spPr bwMode="auto">
            <a:xfrm>
              <a:off x="7785067"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1" name="Freeform 413">
              <a:extLst>
                <a:ext uri="{FF2B5EF4-FFF2-40B4-BE49-F238E27FC236}">
                  <a16:creationId xmlns:a16="http://schemas.microsoft.com/office/drawing/2014/main" id="{AB0D2B9B-A325-4C96-B6AE-0FD29CD97DBE}"/>
                </a:ext>
              </a:extLst>
            </p:cNvPr>
            <p:cNvSpPr>
              <a:spLocks noEditPoints="1"/>
            </p:cNvSpPr>
            <p:nvPr userDrawn="1"/>
          </p:nvSpPr>
          <p:spPr bwMode="auto">
            <a:xfrm>
              <a:off x="7877385"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8 w 24"/>
                <a:gd name="T23" fmla="*/ 8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9" y="18"/>
                    <a:pt x="6" y="15"/>
                    <a:pt x="6" y="12"/>
                  </a:cubicBezTo>
                  <a:cubicBezTo>
                    <a:pt x="6" y="10"/>
                    <a:pt x="7" y="9"/>
                    <a:pt x="8" y="8"/>
                  </a:cubicBezTo>
                  <a:cubicBezTo>
                    <a:pt x="9" y="7"/>
                    <a:pt x="11"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2" name="Freeform 414">
              <a:extLst>
                <a:ext uri="{FF2B5EF4-FFF2-40B4-BE49-F238E27FC236}">
                  <a16:creationId xmlns:a16="http://schemas.microsoft.com/office/drawing/2014/main" id="{70DCCFE5-C4D1-4F53-BFEE-D9BAA1F76AA8}"/>
                </a:ext>
              </a:extLst>
            </p:cNvPr>
            <p:cNvSpPr>
              <a:spLocks/>
            </p:cNvSpPr>
            <p:nvPr userDrawn="1"/>
          </p:nvSpPr>
          <p:spPr bwMode="auto">
            <a:xfrm>
              <a:off x="7891434"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3" name="Freeform 415">
              <a:extLst>
                <a:ext uri="{FF2B5EF4-FFF2-40B4-BE49-F238E27FC236}">
                  <a16:creationId xmlns:a16="http://schemas.microsoft.com/office/drawing/2014/main" id="{A31EAC0B-71C5-4A1D-AB05-B6AC0D442F7B}"/>
                </a:ext>
              </a:extLst>
            </p:cNvPr>
            <p:cNvSpPr>
              <a:spLocks noEditPoints="1"/>
            </p:cNvSpPr>
            <p:nvPr userDrawn="1"/>
          </p:nvSpPr>
          <p:spPr bwMode="auto">
            <a:xfrm>
              <a:off x="7919531" y="30003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4" name="Freeform 416">
              <a:extLst>
                <a:ext uri="{FF2B5EF4-FFF2-40B4-BE49-F238E27FC236}">
                  <a16:creationId xmlns:a16="http://schemas.microsoft.com/office/drawing/2014/main" id="{C80D91CB-67A3-44CA-8F9D-8343135AC4FF}"/>
                </a:ext>
              </a:extLst>
            </p:cNvPr>
            <p:cNvSpPr>
              <a:spLocks noEditPoints="1"/>
            </p:cNvSpPr>
            <p:nvPr userDrawn="1"/>
          </p:nvSpPr>
          <p:spPr bwMode="auto">
            <a:xfrm>
              <a:off x="8003821" y="1514216"/>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5" name="Freeform 417">
              <a:extLst>
                <a:ext uri="{FF2B5EF4-FFF2-40B4-BE49-F238E27FC236}">
                  <a16:creationId xmlns:a16="http://schemas.microsoft.com/office/drawing/2014/main" id="{F36F39FE-DBC0-4618-B494-E08942AFEB91}"/>
                </a:ext>
              </a:extLst>
            </p:cNvPr>
            <p:cNvSpPr>
              <a:spLocks noEditPoints="1"/>
            </p:cNvSpPr>
            <p:nvPr userDrawn="1"/>
          </p:nvSpPr>
          <p:spPr bwMode="auto">
            <a:xfrm>
              <a:off x="8106173" y="1694838"/>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8 w 26"/>
                <a:gd name="T25" fmla="*/ 8 h 26"/>
                <a:gd name="T26" fmla="*/ 13 w 26"/>
                <a:gd name="T27" fmla="*/ 6 h 26"/>
                <a:gd name="T28" fmla="*/ 20 w 26"/>
                <a:gd name="T29" fmla="*/ 13 h 26"/>
                <a:gd name="T30" fmla="*/ 23 w 26"/>
                <a:gd name="T31" fmla="*/ 13 h 26"/>
                <a:gd name="T32" fmla="*/ 26 w 26"/>
                <a:gd name="T33" fmla="*/ 13 h 26"/>
                <a:gd name="T34" fmla="*/ 26 w 26"/>
                <a:gd name="T35" fmla="*/ 13 h 26"/>
                <a:gd name="T36" fmla="*/ 13 w 26"/>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11"/>
                    <a:pt x="7" y="10"/>
                    <a:pt x="8" y="8"/>
                  </a:cubicBezTo>
                  <a:cubicBezTo>
                    <a:pt x="10" y="7"/>
                    <a:pt x="11"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6" name="Freeform 418">
              <a:extLst>
                <a:ext uri="{FF2B5EF4-FFF2-40B4-BE49-F238E27FC236}">
                  <a16:creationId xmlns:a16="http://schemas.microsoft.com/office/drawing/2014/main" id="{96963C20-8457-4F81-834C-EB824C85CA4A}"/>
                </a:ext>
              </a:extLst>
            </p:cNvPr>
            <p:cNvSpPr>
              <a:spLocks/>
            </p:cNvSpPr>
            <p:nvPr userDrawn="1"/>
          </p:nvSpPr>
          <p:spPr bwMode="auto">
            <a:xfrm>
              <a:off x="8122228" y="1736983"/>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7" name="Freeform 419">
              <a:extLst>
                <a:ext uri="{FF2B5EF4-FFF2-40B4-BE49-F238E27FC236}">
                  <a16:creationId xmlns:a16="http://schemas.microsoft.com/office/drawing/2014/main" id="{97993557-06D6-4655-9956-930DEEB057C5}"/>
                </a:ext>
              </a:extLst>
            </p:cNvPr>
            <p:cNvSpPr>
              <a:spLocks noEditPoints="1"/>
            </p:cNvSpPr>
            <p:nvPr userDrawn="1"/>
          </p:nvSpPr>
          <p:spPr bwMode="auto">
            <a:xfrm>
              <a:off x="8154339" y="1753038"/>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8" name="Freeform 420">
              <a:extLst>
                <a:ext uri="{FF2B5EF4-FFF2-40B4-BE49-F238E27FC236}">
                  <a16:creationId xmlns:a16="http://schemas.microsoft.com/office/drawing/2014/main" id="{75DF536B-A486-43BF-A0AD-A554E56B2403}"/>
                </a:ext>
              </a:extLst>
            </p:cNvPr>
            <p:cNvSpPr>
              <a:spLocks noEditPoints="1"/>
            </p:cNvSpPr>
            <p:nvPr userDrawn="1"/>
          </p:nvSpPr>
          <p:spPr bwMode="auto">
            <a:xfrm>
              <a:off x="7961675" y="709444"/>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9" name="Freeform 421">
              <a:extLst>
                <a:ext uri="{FF2B5EF4-FFF2-40B4-BE49-F238E27FC236}">
                  <a16:creationId xmlns:a16="http://schemas.microsoft.com/office/drawing/2014/main" id="{1223943B-EAD0-4DD4-99A2-A7175A9C686F}"/>
                </a:ext>
              </a:extLst>
            </p:cNvPr>
            <p:cNvSpPr>
              <a:spLocks/>
            </p:cNvSpPr>
            <p:nvPr userDrawn="1"/>
          </p:nvSpPr>
          <p:spPr bwMode="auto">
            <a:xfrm>
              <a:off x="8058007"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8 w 24"/>
                <a:gd name="T19" fmla="*/ 8 h 24"/>
                <a:gd name="T20" fmla="*/ 12 w 24"/>
                <a:gd name="T21" fmla="*/ 6 h 24"/>
                <a:gd name="T22" fmla="*/ 18 w 24"/>
                <a:gd name="T23" fmla="*/ 12 h 24"/>
                <a:gd name="T24" fmla="*/ 21 w 24"/>
                <a:gd name="T25" fmla="*/ 12 h 24"/>
                <a:gd name="T26" fmla="*/ 24 w 24"/>
                <a:gd name="T27" fmla="*/ 12 h 24"/>
                <a:gd name="T28" fmla="*/ 24 w 24"/>
                <a:gd name="T29" fmla="*/ 12 h 24"/>
                <a:gd name="T30" fmla="*/ 12 w 2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11"/>
                    <a:pt x="7" y="9"/>
                    <a:pt x="8" y="8"/>
                  </a:cubicBezTo>
                  <a:cubicBezTo>
                    <a:pt x="9" y="7"/>
                    <a:pt x="10"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0" name="Freeform 422">
              <a:extLst>
                <a:ext uri="{FF2B5EF4-FFF2-40B4-BE49-F238E27FC236}">
                  <a16:creationId xmlns:a16="http://schemas.microsoft.com/office/drawing/2014/main" id="{C7AB8C27-A8A3-4ACA-9BF9-88446355946A}"/>
                </a:ext>
              </a:extLst>
            </p:cNvPr>
            <p:cNvSpPr>
              <a:spLocks/>
            </p:cNvSpPr>
            <p:nvPr userDrawn="1"/>
          </p:nvSpPr>
          <p:spPr bwMode="auto">
            <a:xfrm>
              <a:off x="8070049" y="906121"/>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1" name="Freeform 423">
              <a:extLst>
                <a:ext uri="{FF2B5EF4-FFF2-40B4-BE49-F238E27FC236}">
                  <a16:creationId xmlns:a16="http://schemas.microsoft.com/office/drawing/2014/main" id="{288DF657-0C96-472D-B11E-9B55C1B8E260}"/>
                </a:ext>
              </a:extLst>
            </p:cNvPr>
            <p:cNvSpPr>
              <a:spLocks noEditPoints="1"/>
            </p:cNvSpPr>
            <p:nvPr userDrawn="1"/>
          </p:nvSpPr>
          <p:spPr bwMode="auto">
            <a:xfrm>
              <a:off x="8098145"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2" name="Freeform 424">
              <a:extLst>
                <a:ext uri="{FF2B5EF4-FFF2-40B4-BE49-F238E27FC236}">
                  <a16:creationId xmlns:a16="http://schemas.microsoft.com/office/drawing/2014/main" id="{D7465A0B-D33D-43C3-AFFF-E8A231A91D47}"/>
                </a:ext>
              </a:extLst>
            </p:cNvPr>
            <p:cNvSpPr>
              <a:spLocks noEditPoints="1"/>
            </p:cNvSpPr>
            <p:nvPr userDrawn="1"/>
          </p:nvSpPr>
          <p:spPr bwMode="auto">
            <a:xfrm>
              <a:off x="7560293"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3" name="Freeform 425">
              <a:extLst>
                <a:ext uri="{FF2B5EF4-FFF2-40B4-BE49-F238E27FC236}">
                  <a16:creationId xmlns:a16="http://schemas.microsoft.com/office/drawing/2014/main" id="{A4F4E699-171B-4800-9583-C603859F6D37}"/>
                </a:ext>
              </a:extLst>
            </p:cNvPr>
            <p:cNvSpPr>
              <a:spLocks noEditPoints="1"/>
            </p:cNvSpPr>
            <p:nvPr userDrawn="1"/>
          </p:nvSpPr>
          <p:spPr bwMode="auto">
            <a:xfrm>
              <a:off x="7726867" y="1066674"/>
              <a:ext cx="38132"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8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0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4" name="Freeform 426">
              <a:extLst>
                <a:ext uri="{FF2B5EF4-FFF2-40B4-BE49-F238E27FC236}">
                  <a16:creationId xmlns:a16="http://schemas.microsoft.com/office/drawing/2014/main" id="{0E039876-D3C6-4BE1-AD43-F83D4A261832}"/>
                </a:ext>
              </a:extLst>
            </p:cNvPr>
            <p:cNvSpPr>
              <a:spLocks noEditPoints="1"/>
            </p:cNvSpPr>
            <p:nvPr userDrawn="1"/>
          </p:nvSpPr>
          <p:spPr bwMode="auto">
            <a:xfrm>
              <a:off x="7760984" y="1090757"/>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3" y="8"/>
                  </a:moveTo>
                  <a:cubicBezTo>
                    <a:pt x="15" y="6"/>
                    <a:pt x="15" y="6"/>
                    <a:pt x="15" y="6"/>
                  </a:cubicBezTo>
                  <a:cubicBezTo>
                    <a:pt x="13" y="8"/>
                    <a:pt x="13" y="8"/>
                    <a:pt x="13" y="8"/>
                  </a:cubicBezTo>
                  <a:cubicBezTo>
                    <a:pt x="14" y="8"/>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5" name="Freeform 427">
              <a:extLst>
                <a:ext uri="{FF2B5EF4-FFF2-40B4-BE49-F238E27FC236}">
                  <a16:creationId xmlns:a16="http://schemas.microsoft.com/office/drawing/2014/main" id="{E291B41B-DA1B-4367-BB8F-46634A83EE40}"/>
                </a:ext>
              </a:extLst>
            </p:cNvPr>
            <p:cNvSpPr>
              <a:spLocks noEditPoints="1"/>
            </p:cNvSpPr>
            <p:nvPr userDrawn="1"/>
          </p:nvSpPr>
          <p:spPr bwMode="auto">
            <a:xfrm>
              <a:off x="7793095" y="1088751"/>
              <a:ext cx="28097" cy="26090"/>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6 w 18"/>
                <a:gd name="T19" fmla="*/ 9 h 18"/>
                <a:gd name="T20" fmla="*/ 7 w 18"/>
                <a:gd name="T21" fmla="*/ 7 h 18"/>
                <a:gd name="T22" fmla="*/ 9 w 18"/>
                <a:gd name="T23" fmla="*/ 6 h 18"/>
                <a:gd name="T24" fmla="*/ 11 w 18"/>
                <a:gd name="T25" fmla="*/ 8 h 18"/>
                <a:gd name="T26" fmla="*/ 9 w 18"/>
                <a:gd name="T27" fmla="*/ 0 h 18"/>
                <a:gd name="T28" fmla="*/ 9 w 18"/>
                <a:gd name="T29" fmla="*/ 0 h 18"/>
                <a:gd name="T30" fmla="*/ 4 w 18"/>
                <a:gd name="T31" fmla="*/ 2 h 18"/>
                <a:gd name="T32" fmla="*/ 0 w 18"/>
                <a:gd name="T33" fmla="*/ 9 h 18"/>
                <a:gd name="T34" fmla="*/ 2 w 18"/>
                <a:gd name="T35" fmla="*/ 14 h 18"/>
                <a:gd name="T36" fmla="*/ 9 w 18"/>
                <a:gd name="T37" fmla="*/ 18 h 18"/>
                <a:gd name="T38" fmla="*/ 9 w 18"/>
                <a:gd name="T39" fmla="*/ 18 h 18"/>
                <a:gd name="T40" fmla="*/ 9 w 18"/>
                <a:gd name="T41" fmla="*/ 18 h 18"/>
                <a:gd name="T42" fmla="*/ 14 w 18"/>
                <a:gd name="T43" fmla="*/ 16 h 18"/>
                <a:gd name="T44" fmla="*/ 18 w 18"/>
                <a:gd name="T45" fmla="*/ 9 h 18"/>
                <a:gd name="T46" fmla="*/ 16 w 18"/>
                <a:gd name="T47" fmla="*/ 4 h 18"/>
                <a:gd name="T48" fmla="*/ 16 w 18"/>
                <a:gd name="T49" fmla="*/ 4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7" y="0"/>
                    <a:pt x="5" y="1"/>
                    <a:pt x="4" y="2"/>
                  </a:cubicBezTo>
                  <a:cubicBezTo>
                    <a:pt x="1"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6" name="Freeform 428">
              <a:extLst>
                <a:ext uri="{FF2B5EF4-FFF2-40B4-BE49-F238E27FC236}">
                  <a16:creationId xmlns:a16="http://schemas.microsoft.com/office/drawing/2014/main" id="{ECE83516-EFE7-42E0-9C2A-8D6F577661DB}"/>
                </a:ext>
              </a:extLst>
            </p:cNvPr>
            <p:cNvSpPr>
              <a:spLocks/>
            </p:cNvSpPr>
            <p:nvPr userDrawn="1"/>
          </p:nvSpPr>
          <p:spPr bwMode="auto">
            <a:xfrm>
              <a:off x="6233724"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7" name="Freeform 429">
              <a:extLst>
                <a:ext uri="{FF2B5EF4-FFF2-40B4-BE49-F238E27FC236}">
                  <a16:creationId xmlns:a16="http://schemas.microsoft.com/office/drawing/2014/main" id="{A5C2A760-AF98-4E14-A1EE-17C78B0E4B5D}"/>
                </a:ext>
              </a:extLst>
            </p:cNvPr>
            <p:cNvSpPr>
              <a:spLocks noEditPoints="1"/>
            </p:cNvSpPr>
            <p:nvPr userDrawn="1"/>
          </p:nvSpPr>
          <p:spPr bwMode="auto">
            <a:xfrm>
              <a:off x="6285904" y="835880"/>
              <a:ext cx="26091" cy="2006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8" name="Freeform 430">
              <a:extLst>
                <a:ext uri="{FF2B5EF4-FFF2-40B4-BE49-F238E27FC236}">
                  <a16:creationId xmlns:a16="http://schemas.microsoft.com/office/drawing/2014/main" id="{4967021E-7E17-49DC-939C-DDA374E960AF}"/>
                </a:ext>
              </a:extLst>
            </p:cNvPr>
            <p:cNvSpPr>
              <a:spLocks noEditPoints="1"/>
            </p:cNvSpPr>
            <p:nvPr userDrawn="1"/>
          </p:nvSpPr>
          <p:spPr bwMode="auto">
            <a:xfrm>
              <a:off x="6524726" y="811797"/>
              <a:ext cx="62215" cy="62215"/>
            </a:xfrm>
            <a:custGeom>
              <a:avLst/>
              <a:gdLst>
                <a:gd name="T0" fmla="*/ 35 w 41"/>
                <a:gd name="T1" fmla="*/ 10 h 41"/>
                <a:gd name="T2" fmla="*/ 35 w 41"/>
                <a:gd name="T3" fmla="*/ 10 h 41"/>
                <a:gd name="T4" fmla="*/ 37 w 41"/>
                <a:gd name="T5" fmla="*/ 9 h 41"/>
                <a:gd name="T6" fmla="*/ 35 w 41"/>
                <a:gd name="T7" fmla="*/ 10 h 41"/>
                <a:gd name="T8" fmla="*/ 20 w 41"/>
                <a:gd name="T9" fmla="*/ 35 h 41"/>
                <a:gd name="T10" fmla="*/ 9 w 41"/>
                <a:gd name="T11" fmla="*/ 29 h 41"/>
                <a:gd name="T12" fmla="*/ 6 w 41"/>
                <a:gd name="T13" fmla="*/ 21 h 41"/>
                <a:gd name="T14" fmla="*/ 12 w 41"/>
                <a:gd name="T15" fmla="*/ 9 h 41"/>
                <a:gd name="T16" fmla="*/ 20 w 41"/>
                <a:gd name="T17" fmla="*/ 6 h 41"/>
                <a:gd name="T18" fmla="*/ 32 w 41"/>
                <a:gd name="T19" fmla="*/ 12 h 41"/>
                <a:gd name="T20" fmla="*/ 32 w 41"/>
                <a:gd name="T21" fmla="*/ 12 h 41"/>
                <a:gd name="T22" fmla="*/ 35 w 41"/>
                <a:gd name="T23" fmla="*/ 21 h 41"/>
                <a:gd name="T24" fmla="*/ 29 w 41"/>
                <a:gd name="T25" fmla="*/ 32 h 41"/>
                <a:gd name="T26" fmla="*/ 20 w 41"/>
                <a:gd name="T27" fmla="*/ 35 h 41"/>
                <a:gd name="T28" fmla="*/ 20 w 41"/>
                <a:gd name="T29" fmla="*/ 0 h 41"/>
                <a:gd name="T30" fmla="*/ 20 w 41"/>
                <a:gd name="T31" fmla="*/ 0 h 41"/>
                <a:gd name="T32" fmla="*/ 8 w 41"/>
                <a:gd name="T33" fmla="*/ 4 h 41"/>
                <a:gd name="T34" fmla="*/ 0 w 41"/>
                <a:gd name="T35" fmla="*/ 21 h 41"/>
                <a:gd name="T36" fmla="*/ 4 w 41"/>
                <a:gd name="T37" fmla="*/ 33 h 41"/>
                <a:gd name="T38" fmla="*/ 20 w 41"/>
                <a:gd name="T39" fmla="*/ 41 h 41"/>
                <a:gd name="T40" fmla="*/ 20 w 41"/>
                <a:gd name="T41" fmla="*/ 41 h 41"/>
                <a:gd name="T42" fmla="*/ 33 w 41"/>
                <a:gd name="T43" fmla="*/ 37 h 41"/>
                <a:gd name="T44" fmla="*/ 41 w 41"/>
                <a:gd name="T45" fmla="*/ 21 h 41"/>
                <a:gd name="T46" fmla="*/ 37 w 41"/>
                <a:gd name="T47" fmla="*/ 9 h 41"/>
                <a:gd name="T48" fmla="*/ 37 w 41"/>
                <a:gd name="T49" fmla="*/ 9 h 41"/>
                <a:gd name="T50" fmla="*/ 20 w 4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1">
                  <a:moveTo>
                    <a:pt x="35" y="10"/>
                  </a:moveTo>
                  <a:cubicBezTo>
                    <a:pt x="35" y="10"/>
                    <a:pt x="35" y="10"/>
                    <a:pt x="35" y="10"/>
                  </a:cubicBezTo>
                  <a:cubicBezTo>
                    <a:pt x="37" y="9"/>
                    <a:pt x="37" y="9"/>
                    <a:pt x="37" y="9"/>
                  </a:cubicBezTo>
                  <a:cubicBezTo>
                    <a:pt x="35" y="10"/>
                    <a:pt x="35" y="10"/>
                    <a:pt x="35" y="10"/>
                  </a:cubicBezTo>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4"/>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9" name="Freeform 431">
              <a:extLst>
                <a:ext uri="{FF2B5EF4-FFF2-40B4-BE49-F238E27FC236}">
                  <a16:creationId xmlns:a16="http://schemas.microsoft.com/office/drawing/2014/main" id="{0C0C1F4B-BF0B-43DE-9085-C31058E23553}"/>
                </a:ext>
              </a:extLst>
            </p:cNvPr>
            <p:cNvSpPr>
              <a:spLocks noEditPoints="1"/>
            </p:cNvSpPr>
            <p:nvPr userDrawn="1"/>
          </p:nvSpPr>
          <p:spPr bwMode="auto">
            <a:xfrm>
              <a:off x="6584933" y="859963"/>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1"/>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0" name="Freeform 432">
              <a:extLst>
                <a:ext uri="{FF2B5EF4-FFF2-40B4-BE49-F238E27FC236}">
                  <a16:creationId xmlns:a16="http://schemas.microsoft.com/office/drawing/2014/main" id="{1D8759B3-849B-4280-A399-A772AB0FC946}"/>
                </a:ext>
              </a:extLst>
            </p:cNvPr>
            <p:cNvSpPr>
              <a:spLocks/>
            </p:cNvSpPr>
            <p:nvPr userDrawn="1"/>
          </p:nvSpPr>
          <p:spPr bwMode="auto">
            <a:xfrm>
              <a:off x="6645140" y="855949"/>
              <a:ext cx="40138" cy="36124"/>
            </a:xfrm>
            <a:custGeom>
              <a:avLst/>
              <a:gdLst>
                <a:gd name="T0" fmla="*/ 13 w 26"/>
                <a:gd name="T1" fmla="*/ 0 h 25"/>
                <a:gd name="T2" fmla="*/ 13 w 26"/>
                <a:gd name="T3" fmla="*/ 0 h 25"/>
                <a:gd name="T4" fmla="*/ 5 w 26"/>
                <a:gd name="T5" fmla="*/ 2 h 25"/>
                <a:gd name="T6" fmla="*/ 0 w 26"/>
                <a:gd name="T7" fmla="*/ 12 h 25"/>
                <a:gd name="T8" fmla="*/ 3 w 26"/>
                <a:gd name="T9" fmla="*/ 20 h 25"/>
                <a:gd name="T10" fmla="*/ 13 w 26"/>
                <a:gd name="T11" fmla="*/ 25 h 25"/>
                <a:gd name="T12" fmla="*/ 13 w 26"/>
                <a:gd name="T13" fmla="*/ 25 h 25"/>
                <a:gd name="T14" fmla="*/ 13 w 26"/>
                <a:gd name="T15" fmla="*/ 25 h 25"/>
                <a:gd name="T16" fmla="*/ 21 w 26"/>
                <a:gd name="T17" fmla="*/ 23 h 25"/>
                <a:gd name="T18" fmla="*/ 26 w 26"/>
                <a:gd name="T19" fmla="*/ 12 h 25"/>
                <a:gd name="T20" fmla="*/ 24 w 26"/>
                <a:gd name="T21" fmla="*/ 5 h 25"/>
                <a:gd name="T22" fmla="*/ 21 w 26"/>
                <a:gd name="T23" fmla="*/ 6 h 25"/>
                <a:gd name="T24" fmla="*/ 19 w 26"/>
                <a:gd name="T25" fmla="*/ 8 h 25"/>
                <a:gd name="T26" fmla="*/ 20 w 26"/>
                <a:gd name="T27" fmla="*/ 12 h 25"/>
                <a:gd name="T28" fmla="*/ 18 w 26"/>
                <a:gd name="T29" fmla="*/ 18 h 25"/>
                <a:gd name="T30" fmla="*/ 13 w 26"/>
                <a:gd name="T31" fmla="*/ 19 h 25"/>
                <a:gd name="T32" fmla="*/ 8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1" name="Freeform 433">
              <a:extLst>
                <a:ext uri="{FF2B5EF4-FFF2-40B4-BE49-F238E27FC236}">
                  <a16:creationId xmlns:a16="http://schemas.microsoft.com/office/drawing/2014/main" id="{90738E9A-A5C3-4978-B025-71FDED438EFC}"/>
                </a:ext>
              </a:extLst>
            </p:cNvPr>
            <p:cNvSpPr>
              <a:spLocks/>
            </p:cNvSpPr>
            <p:nvPr userDrawn="1"/>
          </p:nvSpPr>
          <p:spPr bwMode="auto">
            <a:xfrm>
              <a:off x="7443892" y="245847"/>
              <a:ext cx="166574" cy="156539"/>
            </a:xfrm>
            <a:custGeom>
              <a:avLst/>
              <a:gdLst>
                <a:gd name="T0" fmla="*/ 53 w 111"/>
                <a:gd name="T1" fmla="*/ 0 h 103"/>
                <a:gd name="T2" fmla="*/ 22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8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2" name="Freeform 434">
              <a:extLst>
                <a:ext uri="{FF2B5EF4-FFF2-40B4-BE49-F238E27FC236}">
                  <a16:creationId xmlns:a16="http://schemas.microsoft.com/office/drawing/2014/main" id="{F0B6B67E-53E7-44FA-A337-7B23021D28FD}"/>
                </a:ext>
              </a:extLst>
            </p:cNvPr>
            <p:cNvSpPr>
              <a:spLocks noEditPoints="1"/>
            </p:cNvSpPr>
            <p:nvPr userDrawn="1"/>
          </p:nvSpPr>
          <p:spPr bwMode="auto">
            <a:xfrm>
              <a:off x="7423823" y="247854"/>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3" name="Freeform 435">
              <a:extLst>
                <a:ext uri="{FF2B5EF4-FFF2-40B4-BE49-F238E27FC236}">
                  <a16:creationId xmlns:a16="http://schemas.microsoft.com/office/drawing/2014/main" id="{3DE5650B-515F-4C9D-9EF9-369D98EE46FD}"/>
                </a:ext>
              </a:extLst>
            </p:cNvPr>
            <p:cNvSpPr>
              <a:spLocks noEditPoints="1"/>
            </p:cNvSpPr>
            <p:nvPr userDrawn="1"/>
          </p:nvSpPr>
          <p:spPr bwMode="auto">
            <a:xfrm>
              <a:off x="7399740" y="233806"/>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3 w 19"/>
                <a:gd name="T11" fmla="*/ 10 h 18"/>
                <a:gd name="T12" fmla="*/ 13 w 19"/>
                <a:gd name="T13" fmla="*/ 10 h 18"/>
                <a:gd name="T14" fmla="*/ 12 w 19"/>
                <a:gd name="T15" fmla="*/ 11 h 18"/>
                <a:gd name="T16" fmla="*/ 10 w 19"/>
                <a:gd name="T17" fmla="*/ 12 h 18"/>
                <a:gd name="T18" fmla="*/ 10 w 19"/>
                <a:gd name="T19" fmla="*/ 12 h 18"/>
                <a:gd name="T20" fmla="*/ 8 w 19"/>
                <a:gd name="T21" fmla="*/ 12 h 18"/>
                <a:gd name="T22" fmla="*/ 6 w 19"/>
                <a:gd name="T23" fmla="*/ 9 h 18"/>
                <a:gd name="T24" fmla="*/ 6 w 19"/>
                <a:gd name="T25" fmla="*/ 8 h 18"/>
                <a:gd name="T26" fmla="*/ 6 w 19"/>
                <a:gd name="T27" fmla="*/ 8 h 18"/>
                <a:gd name="T28" fmla="*/ 7 w 19"/>
                <a:gd name="T29" fmla="*/ 7 h 18"/>
                <a:gd name="T30" fmla="*/ 9 w 19"/>
                <a:gd name="T31" fmla="*/ 6 h 18"/>
                <a:gd name="T32" fmla="*/ 9 w 19"/>
                <a:gd name="T33" fmla="*/ 6 h 18"/>
                <a:gd name="T34" fmla="*/ 10 w 19"/>
                <a:gd name="T35" fmla="*/ 6 h 18"/>
                <a:gd name="T36" fmla="*/ 9 w 19"/>
                <a:gd name="T37" fmla="*/ 0 h 18"/>
                <a:gd name="T38" fmla="*/ 4 w 19"/>
                <a:gd name="T39" fmla="*/ 2 h 18"/>
                <a:gd name="T40" fmla="*/ 1 w 19"/>
                <a:gd name="T41" fmla="*/ 6 h 18"/>
                <a:gd name="T42" fmla="*/ 1 w 19"/>
                <a:gd name="T43" fmla="*/ 6 h 18"/>
                <a:gd name="T44" fmla="*/ 0 w 19"/>
                <a:gd name="T45" fmla="*/ 9 h 18"/>
                <a:gd name="T46" fmla="*/ 6 w 19"/>
                <a:gd name="T47" fmla="*/ 17 h 18"/>
                <a:gd name="T48" fmla="*/ 10 w 19"/>
                <a:gd name="T49" fmla="*/ 18 h 18"/>
                <a:gd name="T50" fmla="*/ 15 w 19"/>
                <a:gd name="T51" fmla="*/ 16 h 18"/>
                <a:gd name="T52" fmla="*/ 18 w 19"/>
                <a:gd name="T53" fmla="*/ 12 h 18"/>
                <a:gd name="T54" fmla="*/ 18 w 19"/>
                <a:gd name="T55" fmla="*/ 12 h 18"/>
                <a:gd name="T56" fmla="*/ 19 w 19"/>
                <a:gd name="T57" fmla="*/ 9 h 18"/>
                <a:gd name="T58" fmla="*/ 13 w 19"/>
                <a:gd name="T59" fmla="*/ 1 h 18"/>
                <a:gd name="T60" fmla="*/ 13 w 19"/>
                <a:gd name="T61" fmla="*/ 1 h 18"/>
                <a:gd name="T62" fmla="*/ 9 w 19"/>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3" y="10"/>
                    <a:pt x="13" y="10"/>
                    <a:pt x="13" y="10"/>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4" name="Freeform 436">
              <a:extLst>
                <a:ext uri="{FF2B5EF4-FFF2-40B4-BE49-F238E27FC236}">
                  <a16:creationId xmlns:a16="http://schemas.microsoft.com/office/drawing/2014/main" id="{3174C0DA-688B-41ED-BE8B-2A0DD9A1BA2B}"/>
                </a:ext>
              </a:extLst>
            </p:cNvPr>
            <p:cNvSpPr>
              <a:spLocks noEditPoints="1"/>
            </p:cNvSpPr>
            <p:nvPr userDrawn="1"/>
          </p:nvSpPr>
          <p:spPr bwMode="auto">
            <a:xfrm>
              <a:off x="7395726" y="209723"/>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6 w 16"/>
                <a:gd name="T17" fmla="*/ 7 h 15"/>
                <a:gd name="T18" fmla="*/ 6 w 16"/>
                <a:gd name="T19" fmla="*/ 7 h 15"/>
                <a:gd name="T20" fmla="*/ 7 w 16"/>
                <a:gd name="T21" fmla="*/ 6 h 15"/>
                <a:gd name="T22" fmla="*/ 8 w 16"/>
                <a:gd name="T23" fmla="*/ 6 h 15"/>
                <a:gd name="T24" fmla="*/ 8 w 16"/>
                <a:gd name="T25" fmla="*/ 6 h 15"/>
                <a:gd name="T26" fmla="*/ 9 w 16"/>
                <a:gd name="T27" fmla="*/ 6 h 15"/>
                <a:gd name="T28" fmla="*/ 8 w 16"/>
                <a:gd name="T29" fmla="*/ 0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13 w 16"/>
                <a:gd name="T43" fmla="*/ 14 h 15"/>
                <a:gd name="T44" fmla="*/ 16 w 16"/>
                <a:gd name="T45" fmla="*/ 10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10" y="15"/>
                    <a:pt x="12" y="15"/>
                    <a:pt x="13" y="14"/>
                  </a:cubicBezTo>
                  <a:cubicBezTo>
                    <a:pt x="14" y="13"/>
                    <a:pt x="15" y="12"/>
                    <a:pt x="16" y="10"/>
                  </a:cubicBezTo>
                  <a:cubicBezTo>
                    <a:pt x="16" y="10"/>
                    <a:pt x="16" y="10"/>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5" name="Freeform 437">
              <a:extLst>
                <a:ext uri="{FF2B5EF4-FFF2-40B4-BE49-F238E27FC236}">
                  <a16:creationId xmlns:a16="http://schemas.microsoft.com/office/drawing/2014/main" id="{D4C1B9B8-7E1F-48F7-BB52-85C204A25DEC}"/>
                </a:ext>
              </a:extLst>
            </p:cNvPr>
            <p:cNvSpPr>
              <a:spLocks noEditPoints="1"/>
            </p:cNvSpPr>
            <p:nvPr userDrawn="1"/>
          </p:nvSpPr>
          <p:spPr bwMode="auto">
            <a:xfrm>
              <a:off x="7345554" y="-11038"/>
              <a:ext cx="152525"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0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6" name="Freeform 438">
              <a:extLst>
                <a:ext uri="{FF2B5EF4-FFF2-40B4-BE49-F238E27FC236}">
                  <a16:creationId xmlns:a16="http://schemas.microsoft.com/office/drawing/2014/main" id="{63B371B2-0484-4F31-9B6D-B7AFDDAF6996}"/>
                </a:ext>
              </a:extLst>
            </p:cNvPr>
            <p:cNvSpPr>
              <a:spLocks noEditPoints="1"/>
            </p:cNvSpPr>
            <p:nvPr userDrawn="1"/>
          </p:nvSpPr>
          <p:spPr bwMode="auto">
            <a:xfrm>
              <a:off x="7341540" y="115397"/>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7" name="Freeform 439">
              <a:extLst>
                <a:ext uri="{FF2B5EF4-FFF2-40B4-BE49-F238E27FC236}">
                  <a16:creationId xmlns:a16="http://schemas.microsoft.com/office/drawing/2014/main" id="{7B47B385-74FD-4221-BB94-BD6477F3C257}"/>
                </a:ext>
              </a:extLst>
            </p:cNvPr>
            <p:cNvSpPr>
              <a:spLocks noEditPoints="1"/>
            </p:cNvSpPr>
            <p:nvPr userDrawn="1"/>
          </p:nvSpPr>
          <p:spPr bwMode="auto">
            <a:xfrm>
              <a:off x="7323477" y="141488"/>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7 w 18"/>
                <a:gd name="T19" fmla="*/ 7 h 17"/>
                <a:gd name="T20" fmla="*/ 9 w 18"/>
                <a:gd name="T21" fmla="*/ 0 h 17"/>
                <a:gd name="T22" fmla="*/ 1 w 18"/>
                <a:gd name="T23" fmla="*/ 5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cubicBezTo>
                    <a:pt x="7" y="7"/>
                    <a:pt x="7" y="7"/>
                    <a:pt x="7" y="7"/>
                  </a:cubicBezTo>
                  <a:moveTo>
                    <a:pt x="9" y="0"/>
                  </a:moveTo>
                  <a:cubicBezTo>
                    <a:pt x="6" y="0"/>
                    <a:pt x="3" y="2"/>
                    <a:pt x="1" y="5"/>
                  </a:cubicBezTo>
                  <a:cubicBezTo>
                    <a:pt x="1" y="5"/>
                    <a:pt x="1" y="5"/>
                    <a:pt x="1" y="5"/>
                  </a:cubicBezTo>
                  <a:cubicBezTo>
                    <a:pt x="1" y="5"/>
                    <a:pt x="1" y="5"/>
                    <a:pt x="1" y="5"/>
                  </a:cubicBezTo>
                  <a:cubicBezTo>
                    <a:pt x="1" y="6"/>
                    <a:pt x="0" y="7"/>
                    <a:pt x="0" y="9"/>
                  </a:cubicBezTo>
                  <a:cubicBezTo>
                    <a:pt x="0" y="12"/>
                    <a:pt x="2" y="15"/>
                    <a:pt x="5" y="16"/>
                  </a:cubicBezTo>
                  <a:cubicBezTo>
                    <a:pt x="7" y="17"/>
                    <a:pt x="8" y="17"/>
                    <a:pt x="9" y="17"/>
                  </a:cubicBezTo>
                  <a:cubicBezTo>
                    <a:pt x="12" y="17"/>
                    <a:pt x="15" y="15"/>
                    <a:pt x="17" y="12"/>
                  </a:cubicBezTo>
                  <a:cubicBezTo>
                    <a:pt x="18" y="11"/>
                    <a:pt x="18" y="10"/>
                    <a:pt x="18" y="9"/>
                  </a:cubicBezTo>
                  <a:cubicBezTo>
                    <a:pt x="18" y="5"/>
                    <a:pt x="16" y="2"/>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8" name="Freeform 440">
              <a:extLst>
                <a:ext uri="{FF2B5EF4-FFF2-40B4-BE49-F238E27FC236}">
                  <a16:creationId xmlns:a16="http://schemas.microsoft.com/office/drawing/2014/main" id="{047A0167-91E4-4175-8DCE-1044C68E7A65}"/>
                </a:ext>
              </a:extLst>
            </p:cNvPr>
            <p:cNvSpPr>
              <a:spLocks noEditPoints="1"/>
            </p:cNvSpPr>
            <p:nvPr userDrawn="1"/>
          </p:nvSpPr>
          <p:spPr bwMode="auto">
            <a:xfrm>
              <a:off x="7299394" y="143494"/>
              <a:ext cx="22077" cy="24083"/>
            </a:xfrm>
            <a:custGeom>
              <a:avLst/>
              <a:gdLst>
                <a:gd name="T0" fmla="*/ 9 w 15"/>
                <a:gd name="T1" fmla="*/ 8 h 15"/>
                <a:gd name="T2" fmla="*/ 9 w 15"/>
                <a:gd name="T3" fmla="*/ 8 h 15"/>
                <a:gd name="T4" fmla="*/ 9 w 15"/>
                <a:gd name="T5" fmla="*/ 8 h 15"/>
                <a:gd name="T6" fmla="*/ 9 w 15"/>
                <a:gd name="T7" fmla="*/ 8 h 15"/>
                <a:gd name="T8" fmla="*/ 6 w 15"/>
                <a:gd name="T9" fmla="*/ 7 h 15"/>
                <a:gd name="T10" fmla="*/ 8 w 15"/>
                <a:gd name="T11" fmla="*/ 6 h 15"/>
                <a:gd name="T12" fmla="*/ 9 w 15"/>
                <a:gd name="T13" fmla="*/ 6 h 15"/>
                <a:gd name="T14" fmla="*/ 9 w 15"/>
                <a:gd name="T15" fmla="*/ 7 h 15"/>
                <a:gd name="T16" fmla="*/ 9 w 15"/>
                <a:gd name="T17" fmla="*/ 8 h 15"/>
                <a:gd name="T18" fmla="*/ 8 w 15"/>
                <a:gd name="T19" fmla="*/ 9 h 15"/>
                <a:gd name="T20" fmla="*/ 7 w 15"/>
                <a:gd name="T21" fmla="*/ 9 h 15"/>
                <a:gd name="T22" fmla="*/ 6 w 15"/>
                <a:gd name="T23" fmla="*/ 7 h 15"/>
                <a:gd name="T24" fmla="*/ 6 w 15"/>
                <a:gd name="T25" fmla="*/ 7 h 15"/>
                <a:gd name="T26" fmla="*/ 8 w 15"/>
                <a:gd name="T27" fmla="*/ 0 h 15"/>
                <a:gd name="T28" fmla="*/ 1 w 15"/>
                <a:gd name="T29" fmla="*/ 4 h 15"/>
                <a:gd name="T30" fmla="*/ 4 w 15"/>
                <a:gd name="T31" fmla="*/ 5 h 15"/>
                <a:gd name="T32" fmla="*/ 1 w 15"/>
                <a:gd name="T33" fmla="*/ 4 h 15"/>
                <a:gd name="T34" fmla="*/ 0 w 15"/>
                <a:gd name="T35" fmla="*/ 7 h 15"/>
                <a:gd name="T36" fmla="*/ 4 w 15"/>
                <a:gd name="T37" fmla="*/ 14 h 15"/>
                <a:gd name="T38" fmla="*/ 8 w 15"/>
                <a:gd name="T39" fmla="*/ 15 h 15"/>
                <a:gd name="T40" fmla="*/ 8 w 15"/>
                <a:gd name="T41" fmla="*/ 15 h 15"/>
                <a:gd name="T42" fmla="*/ 15 w 15"/>
                <a:gd name="T43" fmla="*/ 11 h 15"/>
                <a:gd name="T44" fmla="*/ 15 w 15"/>
                <a:gd name="T45" fmla="*/ 11 h 15"/>
                <a:gd name="T46" fmla="*/ 15 w 15"/>
                <a:gd name="T47" fmla="*/ 7 h 15"/>
                <a:gd name="T48" fmla="*/ 11 w 15"/>
                <a:gd name="T49" fmla="*/ 0 h 15"/>
                <a:gd name="T50" fmla="*/ 8 w 15"/>
                <a:gd name="T51" fmla="*/ 0 h 15"/>
                <a:gd name="T52" fmla="*/ 8 w 15"/>
                <a:gd name="T53" fmla="*/ 0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9" y="8"/>
                  </a:moveTo>
                  <a:cubicBezTo>
                    <a:pt x="9" y="8"/>
                    <a:pt x="9" y="8"/>
                    <a:pt x="9" y="8"/>
                  </a:cubicBezTo>
                  <a:cubicBezTo>
                    <a:pt x="9" y="8"/>
                    <a:pt x="9" y="8"/>
                    <a:pt x="9" y="8"/>
                  </a:cubicBezTo>
                  <a:cubicBezTo>
                    <a:pt x="9" y="8"/>
                    <a:pt x="9" y="8"/>
                    <a:pt x="9" y="8"/>
                  </a:cubicBezTo>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9" name="Freeform 441">
              <a:extLst>
                <a:ext uri="{FF2B5EF4-FFF2-40B4-BE49-F238E27FC236}">
                  <a16:creationId xmlns:a16="http://schemas.microsoft.com/office/drawing/2014/main" id="{23592663-0794-49E0-AE94-68D4B0E0889D}"/>
                </a:ext>
              </a:extLst>
            </p:cNvPr>
            <p:cNvSpPr>
              <a:spLocks noEditPoints="1"/>
            </p:cNvSpPr>
            <p:nvPr userDrawn="1"/>
          </p:nvSpPr>
          <p:spPr bwMode="auto">
            <a:xfrm>
              <a:off x="7835240" y="1357677"/>
              <a:ext cx="150519"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50" y="98"/>
                    <a:pt x="50" y="98"/>
                    <a:pt x="50" y="98"/>
                  </a:cubicBezTo>
                  <a:cubicBezTo>
                    <a:pt x="69" y="98"/>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0" name="Freeform 442">
              <a:extLst>
                <a:ext uri="{FF2B5EF4-FFF2-40B4-BE49-F238E27FC236}">
                  <a16:creationId xmlns:a16="http://schemas.microsoft.com/office/drawing/2014/main" id="{A26AF4E6-74B1-42FF-BA0A-8600A9E0EAE7}"/>
                </a:ext>
              </a:extLst>
            </p:cNvPr>
            <p:cNvSpPr>
              <a:spLocks noEditPoints="1"/>
            </p:cNvSpPr>
            <p:nvPr userDrawn="1"/>
          </p:nvSpPr>
          <p:spPr bwMode="auto">
            <a:xfrm>
              <a:off x="7829219"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4 w 22"/>
                <a:gd name="T27" fmla="*/ 7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1" name="Freeform 443">
              <a:extLst>
                <a:ext uri="{FF2B5EF4-FFF2-40B4-BE49-F238E27FC236}">
                  <a16:creationId xmlns:a16="http://schemas.microsoft.com/office/drawing/2014/main" id="{3535EC98-83C0-48C0-9E8A-480A27C00F20}"/>
                </a:ext>
              </a:extLst>
            </p:cNvPr>
            <p:cNvSpPr>
              <a:spLocks noEditPoints="1"/>
            </p:cNvSpPr>
            <p:nvPr userDrawn="1"/>
          </p:nvSpPr>
          <p:spPr bwMode="auto">
            <a:xfrm>
              <a:off x="7811158" y="1508195"/>
              <a:ext cx="28097"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2" name="Freeform 444">
              <a:extLst>
                <a:ext uri="{FF2B5EF4-FFF2-40B4-BE49-F238E27FC236}">
                  <a16:creationId xmlns:a16="http://schemas.microsoft.com/office/drawing/2014/main" id="{0A338F69-E666-4E91-B144-189B6109359E}"/>
                </a:ext>
              </a:extLst>
            </p:cNvPr>
            <p:cNvSpPr>
              <a:spLocks noEditPoints="1"/>
            </p:cNvSpPr>
            <p:nvPr userDrawn="1"/>
          </p:nvSpPr>
          <p:spPr bwMode="auto">
            <a:xfrm>
              <a:off x="7787075" y="1512209"/>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8"/>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3" name="Freeform 445">
              <a:extLst>
                <a:ext uri="{FF2B5EF4-FFF2-40B4-BE49-F238E27FC236}">
                  <a16:creationId xmlns:a16="http://schemas.microsoft.com/office/drawing/2014/main" id="{120711DC-B5B4-4017-A663-7D1A2311AB45}"/>
                </a:ext>
              </a:extLst>
            </p:cNvPr>
            <p:cNvSpPr>
              <a:spLocks noEditPoints="1"/>
            </p:cNvSpPr>
            <p:nvPr userDrawn="1"/>
          </p:nvSpPr>
          <p:spPr bwMode="auto">
            <a:xfrm>
              <a:off x="7251228" y="1526258"/>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4" name="Freeform 446">
              <a:extLst>
                <a:ext uri="{FF2B5EF4-FFF2-40B4-BE49-F238E27FC236}">
                  <a16:creationId xmlns:a16="http://schemas.microsoft.com/office/drawing/2014/main" id="{2565928E-6C19-4368-8E49-182C97090740}"/>
                </a:ext>
              </a:extLst>
            </p:cNvPr>
            <p:cNvSpPr>
              <a:spLocks noEditPoints="1"/>
            </p:cNvSpPr>
            <p:nvPr userDrawn="1"/>
          </p:nvSpPr>
          <p:spPr bwMode="auto">
            <a:xfrm>
              <a:off x="7245208" y="1652693"/>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5" name="Freeform 447">
              <a:extLst>
                <a:ext uri="{FF2B5EF4-FFF2-40B4-BE49-F238E27FC236}">
                  <a16:creationId xmlns:a16="http://schemas.microsoft.com/office/drawing/2014/main" id="{F8BA532D-843D-4B6E-9762-50BA83B2347A}"/>
                </a:ext>
              </a:extLst>
            </p:cNvPr>
            <p:cNvSpPr>
              <a:spLocks noEditPoints="1"/>
            </p:cNvSpPr>
            <p:nvPr userDrawn="1"/>
          </p:nvSpPr>
          <p:spPr bwMode="auto">
            <a:xfrm>
              <a:off x="7229153" y="1676776"/>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6" name="Freeform 448">
              <a:extLst>
                <a:ext uri="{FF2B5EF4-FFF2-40B4-BE49-F238E27FC236}">
                  <a16:creationId xmlns:a16="http://schemas.microsoft.com/office/drawing/2014/main" id="{B9A919F5-E2F1-4C54-AA11-6E07E24EEFC1}"/>
                </a:ext>
              </a:extLst>
            </p:cNvPr>
            <p:cNvSpPr>
              <a:spLocks noEditPoints="1"/>
            </p:cNvSpPr>
            <p:nvPr userDrawn="1"/>
          </p:nvSpPr>
          <p:spPr bwMode="auto">
            <a:xfrm>
              <a:off x="7203062" y="1680789"/>
              <a:ext cx="24083" cy="22077"/>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7 h 15"/>
                <a:gd name="T42" fmla="*/ 11 w 16"/>
                <a:gd name="T43" fmla="*/ 1 h 15"/>
                <a:gd name="T44" fmla="*/ 8 w 16"/>
                <a:gd name="T45" fmla="*/ 0 h 15"/>
                <a:gd name="T46" fmla="*/ 8 w 16"/>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7" name="Freeform 449">
              <a:extLst>
                <a:ext uri="{FF2B5EF4-FFF2-40B4-BE49-F238E27FC236}">
                  <a16:creationId xmlns:a16="http://schemas.microsoft.com/office/drawing/2014/main" id="{2A8DC54C-6A69-4FEB-B003-5C1DCA7443E8}"/>
                </a:ext>
              </a:extLst>
            </p:cNvPr>
            <p:cNvSpPr>
              <a:spLocks noEditPoints="1"/>
            </p:cNvSpPr>
            <p:nvPr userDrawn="1"/>
          </p:nvSpPr>
          <p:spPr bwMode="auto">
            <a:xfrm>
              <a:off x="8292817"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8" name="Freeform 450">
              <a:extLst>
                <a:ext uri="{FF2B5EF4-FFF2-40B4-BE49-F238E27FC236}">
                  <a16:creationId xmlns:a16="http://schemas.microsoft.com/office/drawing/2014/main" id="{00456F84-0DF0-4F3A-BC8C-B313D289A719}"/>
                </a:ext>
              </a:extLst>
            </p:cNvPr>
            <p:cNvSpPr>
              <a:spLocks noEditPoints="1"/>
            </p:cNvSpPr>
            <p:nvPr userDrawn="1"/>
          </p:nvSpPr>
          <p:spPr bwMode="auto">
            <a:xfrm>
              <a:off x="8278768" y="1213179"/>
              <a:ext cx="32111" cy="32111"/>
            </a:xfrm>
            <a:custGeom>
              <a:avLst/>
              <a:gdLst>
                <a:gd name="T0" fmla="*/ 10 w 21"/>
                <a:gd name="T1" fmla="*/ 16 h 22"/>
                <a:gd name="T2" fmla="*/ 8 w 21"/>
                <a:gd name="T3" fmla="*/ 15 h 22"/>
                <a:gd name="T4" fmla="*/ 6 w 21"/>
                <a:gd name="T5" fmla="*/ 11 h 22"/>
                <a:gd name="T6" fmla="*/ 7 w 21"/>
                <a:gd name="T7" fmla="*/ 8 h 22"/>
                <a:gd name="T8" fmla="*/ 4 w 21"/>
                <a:gd name="T9" fmla="*/ 6 h 22"/>
                <a:gd name="T10" fmla="*/ 7 w 21"/>
                <a:gd name="T11" fmla="*/ 8 h 22"/>
                <a:gd name="T12" fmla="*/ 10 w 21"/>
                <a:gd name="T13" fmla="*/ 6 h 22"/>
                <a:gd name="T14" fmla="*/ 13 w 21"/>
                <a:gd name="T15" fmla="*/ 7 h 22"/>
                <a:gd name="T16" fmla="*/ 15 w 21"/>
                <a:gd name="T17" fmla="*/ 11 h 22"/>
                <a:gd name="T18" fmla="*/ 14 w 21"/>
                <a:gd name="T19" fmla="*/ 14 h 22"/>
                <a:gd name="T20" fmla="*/ 10 w 21"/>
                <a:gd name="T21" fmla="*/ 16 h 22"/>
                <a:gd name="T22" fmla="*/ 10 w 21"/>
                <a:gd name="T23" fmla="*/ 0 h 22"/>
                <a:gd name="T24" fmla="*/ 10 w 21"/>
                <a:gd name="T25" fmla="*/ 0 h 22"/>
                <a:gd name="T26" fmla="*/ 10 w 21"/>
                <a:gd name="T27" fmla="*/ 0 h 22"/>
                <a:gd name="T28" fmla="*/ 2 w 21"/>
                <a:gd name="T29" fmla="*/ 5 h 22"/>
                <a:gd name="T30" fmla="*/ 2 w 21"/>
                <a:gd name="T31" fmla="*/ 5 h 22"/>
                <a:gd name="T32" fmla="*/ 0 w 21"/>
                <a:gd name="T33" fmla="*/ 11 h 22"/>
                <a:gd name="T34" fmla="*/ 4 w 21"/>
                <a:gd name="T35" fmla="*/ 19 h 22"/>
                <a:gd name="T36" fmla="*/ 10 w 21"/>
                <a:gd name="T37" fmla="*/ 22 h 22"/>
                <a:gd name="T38" fmla="*/ 10 w 21"/>
                <a:gd name="T39" fmla="*/ 22 h 22"/>
                <a:gd name="T40" fmla="*/ 10 w 21"/>
                <a:gd name="T41" fmla="*/ 22 h 22"/>
                <a:gd name="T42" fmla="*/ 19 w 21"/>
                <a:gd name="T43" fmla="*/ 17 h 22"/>
                <a:gd name="T44" fmla="*/ 21 w 21"/>
                <a:gd name="T45" fmla="*/ 11 h 22"/>
                <a:gd name="T46" fmla="*/ 17 w 21"/>
                <a:gd name="T47" fmla="*/ 3 h 22"/>
                <a:gd name="T48" fmla="*/ 10 w 21"/>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2">
                  <a:moveTo>
                    <a:pt x="10" y="16"/>
                  </a:moveTo>
                  <a:cubicBezTo>
                    <a:pt x="9" y="16"/>
                    <a:pt x="8" y="15"/>
                    <a:pt x="8" y="15"/>
                  </a:cubicBez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4" y="8"/>
                    <a:pt x="15" y="10"/>
                    <a:pt x="15" y="11"/>
                  </a:cubicBezTo>
                  <a:cubicBezTo>
                    <a:pt x="15" y="12"/>
                    <a:pt x="15" y="13"/>
                    <a:pt x="14" y="14"/>
                  </a:cubicBezTo>
                  <a:cubicBezTo>
                    <a:pt x="13" y="15"/>
                    <a:pt x="12" y="16"/>
                    <a:pt x="10" y="16"/>
                  </a:cubicBezTo>
                  <a:moveTo>
                    <a:pt x="10" y="0"/>
                  </a:moveTo>
                  <a:cubicBezTo>
                    <a:pt x="10" y="0"/>
                    <a:pt x="10" y="0"/>
                    <a:pt x="10" y="0"/>
                  </a:cubicBezTo>
                  <a:cubicBezTo>
                    <a:pt x="10" y="0"/>
                    <a:pt x="10" y="0"/>
                    <a:pt x="10" y="0"/>
                  </a:cubicBezTo>
                  <a:cubicBezTo>
                    <a:pt x="7" y="0"/>
                    <a:pt x="4" y="2"/>
                    <a:pt x="2" y="5"/>
                  </a:cubicBezTo>
                  <a:cubicBezTo>
                    <a:pt x="2" y="5"/>
                    <a:pt x="2" y="5"/>
                    <a:pt x="2" y="5"/>
                  </a:cubicBezTo>
                  <a:cubicBezTo>
                    <a:pt x="0" y="7"/>
                    <a:pt x="0" y="9"/>
                    <a:pt x="0" y="11"/>
                  </a:cubicBezTo>
                  <a:cubicBezTo>
                    <a:pt x="0" y="14"/>
                    <a:pt x="1" y="17"/>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9" name="Freeform 451">
              <a:extLst>
                <a:ext uri="{FF2B5EF4-FFF2-40B4-BE49-F238E27FC236}">
                  <a16:creationId xmlns:a16="http://schemas.microsoft.com/office/drawing/2014/main" id="{F2905B35-C507-4FAF-A209-245C9051CF92}"/>
                </a:ext>
              </a:extLst>
            </p:cNvPr>
            <p:cNvSpPr>
              <a:spLocks noEditPoints="1"/>
            </p:cNvSpPr>
            <p:nvPr userDrawn="1"/>
          </p:nvSpPr>
          <p:spPr bwMode="auto">
            <a:xfrm>
              <a:off x="8258698" y="1233248"/>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8 h 17"/>
                <a:gd name="T18" fmla="*/ 10 w 16"/>
                <a:gd name="T19" fmla="*/ 10 h 17"/>
                <a:gd name="T20" fmla="*/ 8 w 16"/>
                <a:gd name="T21" fmla="*/ 11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8 w 16"/>
                <a:gd name="T37" fmla="*/ 17 h 17"/>
                <a:gd name="T38" fmla="*/ 8 w 16"/>
                <a:gd name="T39" fmla="*/ 17 h 17"/>
                <a:gd name="T40" fmla="*/ 8 w 16"/>
                <a:gd name="T41" fmla="*/ 17 h 17"/>
                <a:gd name="T42" fmla="*/ 15 w 16"/>
                <a:gd name="T43" fmla="*/ 13 h 17"/>
                <a:gd name="T44" fmla="*/ 16 w 16"/>
                <a:gd name="T45" fmla="*/ 8 h 17"/>
                <a:gd name="T46" fmla="*/ 13 w 16"/>
                <a:gd name="T47" fmla="*/ 2 h 17"/>
                <a:gd name="T48" fmla="*/ 8 w 16"/>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0" name="Freeform 452">
              <a:extLst>
                <a:ext uri="{FF2B5EF4-FFF2-40B4-BE49-F238E27FC236}">
                  <a16:creationId xmlns:a16="http://schemas.microsoft.com/office/drawing/2014/main" id="{8E9601B3-FF56-4F23-8AD1-62B495A7B6FF}"/>
                </a:ext>
              </a:extLst>
            </p:cNvPr>
            <p:cNvSpPr>
              <a:spLocks noEditPoints="1"/>
            </p:cNvSpPr>
            <p:nvPr userDrawn="1"/>
          </p:nvSpPr>
          <p:spPr bwMode="auto">
            <a:xfrm>
              <a:off x="8234616"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1" name="Freeform 453">
              <a:extLst>
                <a:ext uri="{FF2B5EF4-FFF2-40B4-BE49-F238E27FC236}">
                  <a16:creationId xmlns:a16="http://schemas.microsoft.com/office/drawing/2014/main" id="{557C4203-F6A0-4E9F-AA7C-E50010973ACE}"/>
                </a:ext>
              </a:extLst>
            </p:cNvPr>
            <p:cNvSpPr>
              <a:spLocks noEditPoints="1"/>
            </p:cNvSpPr>
            <p:nvPr userDrawn="1"/>
          </p:nvSpPr>
          <p:spPr bwMode="auto">
            <a:xfrm>
              <a:off x="713081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7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2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2 w 240"/>
                <a:gd name="T95" fmla="*/ 202 h 203"/>
                <a:gd name="T96" fmla="*/ 214 w 240"/>
                <a:gd name="T97" fmla="*/ 191 h 203"/>
                <a:gd name="T98" fmla="*/ 204 w 240"/>
                <a:gd name="T99" fmla="*/ 124 h 203"/>
                <a:gd name="T100" fmla="*/ 204 w 240"/>
                <a:gd name="T101" fmla="*/ 124 h 203"/>
                <a:gd name="T102" fmla="*/ 222 w 240"/>
                <a:gd name="T103" fmla="*/ 104 h 203"/>
                <a:gd name="T104" fmla="*/ 236 w 240"/>
                <a:gd name="T105" fmla="*/ 65 h 203"/>
                <a:gd name="T106" fmla="*/ 218 w 240"/>
                <a:gd name="T107" fmla="*/ 54 h 203"/>
                <a:gd name="T108" fmla="*/ 206 w 240"/>
                <a:gd name="T109" fmla="*/ 53 h 203"/>
                <a:gd name="T110" fmla="*/ 206 w 240"/>
                <a:gd name="T111" fmla="*/ 39 h 203"/>
                <a:gd name="T112" fmla="*/ 199 w 240"/>
                <a:gd name="T113" fmla="*/ 7 h 203"/>
                <a:gd name="T114" fmla="*/ 195 w 240"/>
                <a:gd name="T115" fmla="*/ 5 h 203"/>
                <a:gd name="T116" fmla="*/ 173 w 240"/>
                <a:gd name="T117" fmla="*/ 2 h 203"/>
                <a:gd name="T118" fmla="*/ 122 w 240"/>
                <a:gd name="T119" fmla="*/ 5 h 203"/>
                <a:gd name="T120" fmla="*/ 119 w 240"/>
                <a:gd name="T121" fmla="*/ 7 h 203"/>
                <a:gd name="T122" fmla="*/ 116 w 240"/>
                <a:gd name="T123"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7"/>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7"/>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2" name="Freeform 454">
              <a:extLst>
                <a:ext uri="{FF2B5EF4-FFF2-40B4-BE49-F238E27FC236}">
                  <a16:creationId xmlns:a16="http://schemas.microsoft.com/office/drawing/2014/main" id="{7EA69EBA-B30C-457A-8C02-D03BB11529AD}"/>
                </a:ext>
              </a:extLst>
            </p:cNvPr>
            <p:cNvSpPr>
              <a:spLocks/>
            </p:cNvSpPr>
            <p:nvPr userDrawn="1"/>
          </p:nvSpPr>
          <p:spPr bwMode="auto">
            <a:xfrm>
              <a:off x="7158910" y="-119411"/>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3" name="Freeform 455">
              <a:extLst>
                <a:ext uri="{FF2B5EF4-FFF2-40B4-BE49-F238E27FC236}">
                  <a16:creationId xmlns:a16="http://schemas.microsoft.com/office/drawing/2014/main" id="{B8F22150-5C47-4C17-8865-5BF4ED1BA06A}"/>
                </a:ext>
              </a:extLst>
            </p:cNvPr>
            <p:cNvSpPr>
              <a:spLocks/>
            </p:cNvSpPr>
            <p:nvPr userDrawn="1"/>
          </p:nvSpPr>
          <p:spPr bwMode="auto">
            <a:xfrm>
              <a:off x="7449913" y="-3010"/>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4" name="Freeform 456">
              <a:extLst>
                <a:ext uri="{FF2B5EF4-FFF2-40B4-BE49-F238E27FC236}">
                  <a16:creationId xmlns:a16="http://schemas.microsoft.com/office/drawing/2014/main" id="{77570324-1DF0-44F7-9092-4F54E1FAFA34}"/>
                </a:ext>
              </a:extLst>
            </p:cNvPr>
            <p:cNvSpPr>
              <a:spLocks noEditPoints="1"/>
            </p:cNvSpPr>
            <p:nvPr userDrawn="1"/>
          </p:nvSpPr>
          <p:spPr bwMode="auto">
            <a:xfrm>
              <a:off x="6767563" y="1512209"/>
              <a:ext cx="361244" cy="315086"/>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2 w 240"/>
                <a:gd name="T81" fmla="*/ 143 h 209"/>
                <a:gd name="T82" fmla="*/ 53 w 240"/>
                <a:gd name="T83" fmla="*/ 166 h 209"/>
                <a:gd name="T84" fmla="*/ 114 w 240"/>
                <a:gd name="T85" fmla="*/ 168 h 209"/>
                <a:gd name="T86" fmla="*/ 134 w 240"/>
                <a:gd name="T87" fmla="*/ 151 h 209"/>
                <a:gd name="T88" fmla="*/ 151 w 240"/>
                <a:gd name="T89" fmla="*/ 160 h 209"/>
                <a:gd name="T90" fmla="*/ 174 w 240"/>
                <a:gd name="T91" fmla="*/ 157 h 209"/>
                <a:gd name="T92" fmla="*/ 216 w 240"/>
                <a:gd name="T93" fmla="*/ 209 h 209"/>
                <a:gd name="T94" fmla="*/ 204 w 240"/>
                <a:gd name="T95" fmla="*/ 123 h 209"/>
                <a:gd name="T96" fmla="*/ 221 w 240"/>
                <a:gd name="T97" fmla="*/ 103 h 209"/>
                <a:gd name="T98" fmla="*/ 236 w 240"/>
                <a:gd name="T99" fmla="*/ 64 h 209"/>
                <a:gd name="T100" fmla="*/ 217 w 240"/>
                <a:gd name="T101" fmla="*/ 53 h 209"/>
                <a:gd name="T102" fmla="*/ 206 w 240"/>
                <a:gd name="T103" fmla="*/ 52 h 209"/>
                <a:gd name="T104" fmla="*/ 206 w 240"/>
                <a:gd name="T105" fmla="*/ 38 h 209"/>
                <a:gd name="T106" fmla="*/ 199 w 240"/>
                <a:gd name="T107" fmla="*/ 7 h 209"/>
                <a:gd name="T108" fmla="*/ 194 w 240"/>
                <a:gd name="T109" fmla="*/ 4 h 209"/>
                <a:gd name="T110" fmla="*/ 173 w 240"/>
                <a:gd name="T111" fmla="*/ 1 h 209"/>
                <a:gd name="T112" fmla="*/ 121 w 240"/>
                <a:gd name="T113" fmla="*/ 4 h 209"/>
                <a:gd name="T114" fmla="*/ 119 w 240"/>
                <a:gd name="T115" fmla="*/ 6 h 209"/>
                <a:gd name="T116" fmla="*/ 116 w 240"/>
                <a:gd name="T11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5" name="Freeform 457">
              <a:extLst>
                <a:ext uri="{FF2B5EF4-FFF2-40B4-BE49-F238E27FC236}">
                  <a16:creationId xmlns:a16="http://schemas.microsoft.com/office/drawing/2014/main" id="{2AE54EFF-01E3-438E-894A-CAC661FFF6D4}"/>
                </a:ext>
              </a:extLst>
            </p:cNvPr>
            <p:cNvSpPr>
              <a:spLocks noEditPoints="1"/>
            </p:cNvSpPr>
            <p:nvPr userDrawn="1"/>
          </p:nvSpPr>
          <p:spPr bwMode="auto">
            <a:xfrm>
              <a:off x="7921537" y="-406400"/>
              <a:ext cx="361244" cy="315086"/>
            </a:xfrm>
            <a:custGeom>
              <a:avLst/>
              <a:gdLst>
                <a:gd name="T0" fmla="*/ 215 w 240"/>
                <a:gd name="T1" fmla="*/ 200 h 210"/>
                <a:gd name="T2" fmla="*/ 113 w 240"/>
                <a:gd name="T3" fmla="*/ 8 h 210"/>
                <a:gd name="T4" fmla="*/ 211 w 240"/>
                <a:gd name="T5" fmla="*/ 191 h 210"/>
                <a:gd name="T6" fmla="*/ 190 w 240"/>
                <a:gd name="T7" fmla="*/ 8 h 210"/>
                <a:gd name="T8" fmla="*/ 105 w 240"/>
                <a:gd name="T9" fmla="*/ 6 h 210"/>
                <a:gd name="T10" fmla="*/ 113 w 240"/>
                <a:gd name="T11" fmla="*/ 8 h 210"/>
                <a:gd name="T12" fmla="*/ 115 w 240"/>
                <a:gd name="T13" fmla="*/ 11 h 210"/>
                <a:gd name="T14" fmla="*/ 125 w 240"/>
                <a:gd name="T15" fmla="*/ 10 h 210"/>
                <a:gd name="T16" fmla="*/ 186 w 240"/>
                <a:gd name="T17" fmla="*/ 8 h 210"/>
                <a:gd name="T18" fmla="*/ 195 w 240"/>
                <a:gd name="T19" fmla="*/ 12 h 210"/>
                <a:gd name="T20" fmla="*/ 198 w 240"/>
                <a:gd name="T21" fmla="*/ 48 h 210"/>
                <a:gd name="T22" fmla="*/ 215 w 240"/>
                <a:gd name="T23" fmla="*/ 60 h 210"/>
                <a:gd name="T24" fmla="*/ 225 w 240"/>
                <a:gd name="T25" fmla="*/ 61 h 210"/>
                <a:gd name="T26" fmla="*/ 220 w 240"/>
                <a:gd name="T27" fmla="*/ 98 h 210"/>
                <a:gd name="T28" fmla="*/ 205 w 240"/>
                <a:gd name="T29" fmla="*/ 173 h 210"/>
                <a:gd name="T30" fmla="*/ 176 w 240"/>
                <a:gd name="T31" fmla="*/ 147 h 210"/>
                <a:gd name="T32" fmla="*/ 154 w 240"/>
                <a:gd name="T33" fmla="*/ 155 h 210"/>
                <a:gd name="T34" fmla="*/ 125 w 240"/>
                <a:gd name="T35" fmla="*/ 141 h 210"/>
                <a:gd name="T36" fmla="*/ 120 w 240"/>
                <a:gd name="T37" fmla="*/ 159 h 210"/>
                <a:gd name="T38" fmla="*/ 62 w 240"/>
                <a:gd name="T39" fmla="*/ 168 h 210"/>
                <a:gd name="T40" fmla="*/ 58 w 240"/>
                <a:gd name="T41" fmla="*/ 143 h 210"/>
                <a:gd name="T42" fmla="*/ 16 w 240"/>
                <a:gd name="T43" fmla="*/ 120 h 210"/>
                <a:gd name="T44" fmla="*/ 24 w 240"/>
                <a:gd name="T45" fmla="*/ 83 h 210"/>
                <a:gd name="T46" fmla="*/ 23 w 240"/>
                <a:gd name="T47" fmla="*/ 66 h 210"/>
                <a:gd name="T48" fmla="*/ 40 w 240"/>
                <a:gd name="T49" fmla="*/ 11 h 210"/>
                <a:gd name="T50" fmla="*/ 75 w 240"/>
                <a:gd name="T51" fmla="*/ 19 h 210"/>
                <a:gd name="T52" fmla="*/ 105 w 240"/>
                <a:gd name="T53" fmla="*/ 6 h 210"/>
                <a:gd name="T54" fmla="*/ 76 w 240"/>
                <a:gd name="T55" fmla="*/ 4 h 210"/>
                <a:gd name="T56" fmla="*/ 71 w 240"/>
                <a:gd name="T57" fmla="*/ 14 h 210"/>
                <a:gd name="T58" fmla="*/ 40 w 240"/>
                <a:gd name="T59" fmla="*/ 5 h 210"/>
                <a:gd name="T60" fmla="*/ 16 w 240"/>
                <a:gd name="T61" fmla="*/ 55 h 210"/>
                <a:gd name="T62" fmla="*/ 21 w 240"/>
                <a:gd name="T63" fmla="*/ 78 h 210"/>
                <a:gd name="T64" fmla="*/ 0 w 240"/>
                <a:gd name="T65" fmla="*/ 97 h 210"/>
                <a:gd name="T66" fmla="*/ 16 w 240"/>
                <a:gd name="T67" fmla="*/ 126 h 210"/>
                <a:gd name="T68" fmla="*/ 50 w 240"/>
                <a:gd name="T69" fmla="*/ 134 h 210"/>
                <a:gd name="T70" fmla="*/ 53 w 240"/>
                <a:gd name="T71" fmla="*/ 167 h 210"/>
                <a:gd name="T72" fmla="*/ 128 w 240"/>
                <a:gd name="T73" fmla="*/ 161 h 210"/>
                <a:gd name="T74" fmla="*/ 151 w 240"/>
                <a:gd name="T75" fmla="*/ 160 h 210"/>
                <a:gd name="T76" fmla="*/ 174 w 240"/>
                <a:gd name="T77" fmla="*/ 157 h 210"/>
                <a:gd name="T78" fmla="*/ 214 w 240"/>
                <a:gd name="T79" fmla="*/ 194 h 210"/>
                <a:gd name="T80" fmla="*/ 204 w 240"/>
                <a:gd name="T81" fmla="*/ 124 h 210"/>
                <a:gd name="T82" fmla="*/ 236 w 240"/>
                <a:gd name="T83" fmla="*/ 95 h 210"/>
                <a:gd name="T84" fmla="*/ 227 w 240"/>
                <a:gd name="T85" fmla="*/ 55 h 210"/>
                <a:gd name="T86" fmla="*/ 206 w 240"/>
                <a:gd name="T87" fmla="*/ 53 h 210"/>
                <a:gd name="T88" fmla="*/ 209 w 240"/>
                <a:gd name="T89" fmla="*/ 24 h 210"/>
                <a:gd name="T90" fmla="*/ 195 w 240"/>
                <a:gd name="T91" fmla="*/ 5 h 210"/>
                <a:gd name="T92" fmla="*/ 173 w 240"/>
                <a:gd name="T93" fmla="*/ 2 h 210"/>
                <a:gd name="T94" fmla="*/ 121 w 240"/>
                <a:gd name="T95" fmla="*/ 5 h 210"/>
                <a:gd name="T96" fmla="*/ 119 w 240"/>
                <a:gd name="T97" fmla="*/ 6 h 210"/>
                <a:gd name="T98" fmla="*/ 105 w 240"/>
                <a:gd name="T9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0" h="210">
                  <a:moveTo>
                    <a:pt x="215" y="200"/>
                  </a:moveTo>
                  <a:cubicBezTo>
                    <a:pt x="214" y="200"/>
                    <a:pt x="213" y="200"/>
                    <a:pt x="211" y="200"/>
                  </a:cubicBezTo>
                  <a:cubicBezTo>
                    <a:pt x="216" y="210"/>
                    <a:pt x="216" y="210"/>
                    <a:pt x="216" y="210"/>
                  </a:cubicBezTo>
                  <a:cubicBezTo>
                    <a:pt x="215" y="200"/>
                    <a:pt x="215" y="200"/>
                    <a:pt x="215" y="200"/>
                  </a:cubicBezTo>
                  <a:moveTo>
                    <a:pt x="113" y="8"/>
                  </a:moveTo>
                  <a:cubicBezTo>
                    <a:pt x="113" y="8"/>
                    <a:pt x="113" y="8"/>
                    <a:pt x="113" y="8"/>
                  </a:cubicBezTo>
                  <a:cubicBezTo>
                    <a:pt x="113" y="8"/>
                    <a:pt x="113" y="8"/>
                    <a:pt x="113" y="8"/>
                  </a:cubicBezTo>
                  <a:cubicBezTo>
                    <a:pt x="113" y="8"/>
                    <a:pt x="113" y="8"/>
                    <a:pt x="113" y="8"/>
                  </a:cubicBezTo>
                  <a:cubicBezTo>
                    <a:pt x="113" y="8"/>
                    <a:pt x="113" y="8"/>
                    <a:pt x="113" y="8"/>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90" y="8"/>
                  </a:moveTo>
                  <a:cubicBezTo>
                    <a:pt x="190" y="8"/>
                    <a:pt x="190" y="8"/>
                    <a:pt x="190" y="8"/>
                  </a:cubicBezTo>
                  <a:cubicBezTo>
                    <a:pt x="190" y="8"/>
                    <a:pt x="190" y="8"/>
                    <a:pt x="190" y="8"/>
                  </a:cubicBezTo>
                  <a:cubicBezTo>
                    <a:pt x="190" y="8"/>
                    <a:pt x="190" y="8"/>
                    <a:pt x="190" y="8"/>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1" y="12"/>
                    <a:pt x="122" y="12"/>
                  </a:cubicBezTo>
                  <a:cubicBezTo>
                    <a:pt x="124" y="11"/>
                    <a:pt x="125" y="10"/>
                    <a:pt x="125" y="10"/>
                  </a:cubicBezTo>
                  <a:cubicBezTo>
                    <a:pt x="126" y="10"/>
                    <a:pt x="127" y="9"/>
                    <a:pt x="129" y="9"/>
                  </a:cubicBezTo>
                  <a:cubicBezTo>
                    <a:pt x="138" y="9"/>
                    <a:pt x="158" y="8"/>
                    <a:pt x="173" y="8"/>
                  </a:cubicBezTo>
                  <a:cubicBezTo>
                    <a:pt x="173" y="8"/>
                    <a:pt x="173" y="8"/>
                    <a:pt x="173" y="8"/>
                  </a:cubicBezTo>
                  <a:cubicBezTo>
                    <a:pt x="178" y="8"/>
                    <a:pt x="183" y="8"/>
                    <a:pt x="186" y="8"/>
                  </a:cubicBezTo>
                  <a:cubicBezTo>
                    <a:pt x="187" y="8"/>
                    <a:pt x="189" y="9"/>
                    <a:pt x="190" y="9"/>
                  </a:cubicBezTo>
                  <a:cubicBezTo>
                    <a:pt x="190" y="9"/>
                    <a:pt x="190" y="9"/>
                    <a:pt x="190" y="9"/>
                  </a:cubicBezTo>
                  <a:cubicBezTo>
                    <a:pt x="190"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8" y="41"/>
                    <a:pt x="198" y="45"/>
                    <a:pt x="198" y="48"/>
                  </a:cubicBezTo>
                  <a:cubicBezTo>
                    <a:pt x="198" y="51"/>
                    <a:pt x="198" y="53"/>
                    <a:pt x="199" y="55"/>
                  </a:cubicBezTo>
                  <a:cubicBezTo>
                    <a:pt x="200" y="56"/>
                    <a:pt x="201" y="57"/>
                    <a:pt x="202" y="58"/>
                  </a:cubicBezTo>
                  <a:cubicBezTo>
                    <a:pt x="204" y="59"/>
                    <a:pt x="206" y="59"/>
                    <a:pt x="208" y="59"/>
                  </a:cubicBezTo>
                  <a:cubicBezTo>
                    <a:pt x="210" y="60"/>
                    <a:pt x="213" y="60"/>
                    <a:pt x="215" y="60"/>
                  </a:cubicBezTo>
                  <a:cubicBezTo>
                    <a:pt x="215" y="60"/>
                    <a:pt x="216" y="60"/>
                    <a:pt x="217" y="60"/>
                  </a:cubicBezTo>
                  <a:cubicBezTo>
                    <a:pt x="217" y="60"/>
                    <a:pt x="217" y="60"/>
                    <a:pt x="217"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5"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8" y="136"/>
                    <a:pt x="178" y="139"/>
                  </a:cubicBezTo>
                  <a:cubicBezTo>
                    <a:pt x="178"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49" y="152"/>
                    <a:pt x="144" y="149"/>
                    <a:pt x="140" y="147"/>
                  </a:cubicBezTo>
                  <a:cubicBezTo>
                    <a:pt x="135" y="145"/>
                    <a:pt x="132" y="144"/>
                    <a:pt x="131"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6" y="160"/>
                    <a:pt x="56" y="158"/>
                  </a:cubicBezTo>
                  <a:cubicBezTo>
                    <a:pt x="56"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7"/>
                  </a:cubicBezTo>
                  <a:cubicBezTo>
                    <a:pt x="6" y="95"/>
                    <a:pt x="7" y="93"/>
                    <a:pt x="8" y="91"/>
                  </a:cubicBezTo>
                  <a:cubicBezTo>
                    <a:pt x="10" y="89"/>
                    <a:pt x="15" y="87"/>
                    <a:pt x="18" y="86"/>
                  </a:cubicBezTo>
                  <a:cubicBezTo>
                    <a:pt x="20" y="85"/>
                    <a:pt x="22" y="84"/>
                    <a:pt x="24" y="83"/>
                  </a:cubicBezTo>
                  <a:cubicBezTo>
                    <a:pt x="25" y="83"/>
                    <a:pt x="25"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0" y="11"/>
                  </a:cubicBezTo>
                  <a:cubicBezTo>
                    <a:pt x="81" y="11"/>
                    <a:pt x="81" y="10"/>
                    <a:pt x="81" y="9"/>
                  </a:cubicBezTo>
                  <a:cubicBezTo>
                    <a:pt x="81" y="9"/>
                    <a:pt x="81"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2" y="14"/>
                    <a:pt x="71" y="14"/>
                  </a:cubicBezTo>
                  <a:cubicBezTo>
                    <a:pt x="70" y="15"/>
                    <a:pt x="69" y="16"/>
                    <a:pt x="67" y="16"/>
                  </a:cubicBezTo>
                  <a:cubicBezTo>
                    <a:pt x="67" y="16"/>
                    <a:pt x="67" y="16"/>
                    <a:pt x="67" y="16"/>
                  </a:cubicBezTo>
                  <a:cubicBezTo>
                    <a:pt x="64" y="16"/>
                    <a:pt x="58" y="14"/>
                    <a:pt x="51" y="9"/>
                  </a:cubicBezTo>
                  <a:cubicBezTo>
                    <a:pt x="47" y="6"/>
                    <a:pt x="44" y="5"/>
                    <a:pt x="40" y="5"/>
                  </a:cubicBezTo>
                  <a:cubicBezTo>
                    <a:pt x="40" y="5"/>
                    <a:pt x="40" y="5"/>
                    <a:pt x="40" y="5"/>
                  </a:cubicBezTo>
                  <a:cubicBezTo>
                    <a:pt x="36" y="5"/>
                    <a:pt x="32" y="7"/>
                    <a:pt x="29" y="11"/>
                  </a:cubicBezTo>
                  <a:cubicBezTo>
                    <a:pt x="24" y="15"/>
                    <a:pt x="21" y="23"/>
                    <a:pt x="19" y="30"/>
                  </a:cubicBezTo>
                  <a:cubicBezTo>
                    <a:pt x="17" y="38"/>
                    <a:pt x="16" y="47"/>
                    <a:pt x="16" y="55"/>
                  </a:cubicBezTo>
                  <a:cubicBezTo>
                    <a:pt x="16" y="59"/>
                    <a:pt x="17" y="63"/>
                    <a:pt x="17" y="67"/>
                  </a:cubicBezTo>
                  <a:cubicBezTo>
                    <a:pt x="18" y="70"/>
                    <a:pt x="19" y="74"/>
                    <a:pt x="20"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7"/>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1" y="136"/>
                    <a:pt x="52" y="139"/>
                    <a:pt x="52" y="143"/>
                  </a:cubicBezTo>
                  <a:cubicBezTo>
                    <a:pt x="52" y="146"/>
                    <a:pt x="52" y="149"/>
                    <a:pt x="51" y="152"/>
                  </a:cubicBezTo>
                  <a:cubicBezTo>
                    <a:pt x="51" y="154"/>
                    <a:pt x="50" y="156"/>
                    <a:pt x="50" y="158"/>
                  </a:cubicBezTo>
                  <a:cubicBezTo>
                    <a:pt x="50" y="161"/>
                    <a:pt x="51" y="164"/>
                    <a:pt x="53" y="167"/>
                  </a:cubicBezTo>
                  <a:cubicBezTo>
                    <a:pt x="55" y="171"/>
                    <a:pt x="59" y="173"/>
                    <a:pt x="63" y="175"/>
                  </a:cubicBezTo>
                  <a:cubicBezTo>
                    <a:pt x="67" y="176"/>
                    <a:pt x="72" y="177"/>
                    <a:pt x="78" y="177"/>
                  </a:cubicBezTo>
                  <a:cubicBezTo>
                    <a:pt x="90" y="177"/>
                    <a:pt x="103" y="174"/>
                    <a:pt x="114" y="169"/>
                  </a:cubicBezTo>
                  <a:cubicBezTo>
                    <a:pt x="119" y="166"/>
                    <a:pt x="124" y="164"/>
                    <a:pt x="128" y="161"/>
                  </a:cubicBezTo>
                  <a:cubicBezTo>
                    <a:pt x="130" y="159"/>
                    <a:pt x="131" y="157"/>
                    <a:pt x="132" y="155"/>
                  </a:cubicBezTo>
                  <a:cubicBezTo>
                    <a:pt x="133" y="154"/>
                    <a:pt x="133"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1" y="151"/>
                  </a:cubicBezTo>
                  <a:cubicBezTo>
                    <a:pt x="183" y="149"/>
                    <a:pt x="184" y="146"/>
                    <a:pt x="184" y="143"/>
                  </a:cubicBezTo>
                  <a:cubicBezTo>
                    <a:pt x="209" y="194"/>
                    <a:pt x="209" y="194"/>
                    <a:pt x="209" y="194"/>
                  </a:cubicBezTo>
                  <a:cubicBezTo>
                    <a:pt x="210"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1"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7" y="55"/>
                  </a:cubicBezTo>
                  <a:cubicBezTo>
                    <a:pt x="224" y="54"/>
                    <a:pt x="221" y="54"/>
                    <a:pt x="217"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1" y="5"/>
                    <a:pt x="121" y="5"/>
                    <a:pt x="121" y="5"/>
                  </a:cubicBezTo>
                  <a:cubicBezTo>
                    <a:pt x="121" y="5"/>
                    <a:pt x="121" y="5"/>
                    <a:pt x="121" y="5"/>
                  </a:cubicBezTo>
                  <a:cubicBezTo>
                    <a:pt x="121"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6" name="Freeform 458">
              <a:extLst>
                <a:ext uri="{FF2B5EF4-FFF2-40B4-BE49-F238E27FC236}">
                  <a16:creationId xmlns:a16="http://schemas.microsoft.com/office/drawing/2014/main" id="{0443877E-D2EE-4075-9F01-E85C9838949D}"/>
                </a:ext>
              </a:extLst>
            </p:cNvPr>
            <p:cNvSpPr>
              <a:spLocks noEditPoints="1"/>
            </p:cNvSpPr>
            <p:nvPr userDrawn="1"/>
          </p:nvSpPr>
          <p:spPr bwMode="auto">
            <a:xfrm>
              <a:off x="7516141"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7" name="Freeform 459">
              <a:extLst>
                <a:ext uri="{FF2B5EF4-FFF2-40B4-BE49-F238E27FC236}">
                  <a16:creationId xmlns:a16="http://schemas.microsoft.com/office/drawing/2014/main" id="{B85AC0A3-3084-47E2-9204-7EEF7E0F9ADD}"/>
                </a:ext>
              </a:extLst>
            </p:cNvPr>
            <p:cNvSpPr>
              <a:spLocks noEditPoints="1"/>
            </p:cNvSpPr>
            <p:nvPr userDrawn="1"/>
          </p:nvSpPr>
          <p:spPr bwMode="auto">
            <a:xfrm>
              <a:off x="8756413" y="-302041"/>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8" name="Freeform 460">
              <a:extLst>
                <a:ext uri="{FF2B5EF4-FFF2-40B4-BE49-F238E27FC236}">
                  <a16:creationId xmlns:a16="http://schemas.microsoft.com/office/drawing/2014/main" id="{9798B0B2-2E1A-416E-8180-0F635CDF5F6A}"/>
                </a:ext>
              </a:extLst>
            </p:cNvPr>
            <p:cNvSpPr>
              <a:spLocks noEditPoints="1"/>
            </p:cNvSpPr>
            <p:nvPr userDrawn="1"/>
          </p:nvSpPr>
          <p:spPr bwMode="auto">
            <a:xfrm>
              <a:off x="8802573" y="488683"/>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6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9" name="Freeform 461">
              <a:extLst>
                <a:ext uri="{FF2B5EF4-FFF2-40B4-BE49-F238E27FC236}">
                  <a16:creationId xmlns:a16="http://schemas.microsoft.com/office/drawing/2014/main" id="{2A985F8E-5F81-454E-AD83-903D4AFC1757}"/>
                </a:ext>
              </a:extLst>
            </p:cNvPr>
            <p:cNvSpPr>
              <a:spLocks noEditPoints="1"/>
            </p:cNvSpPr>
            <p:nvPr userDrawn="1"/>
          </p:nvSpPr>
          <p:spPr bwMode="auto">
            <a:xfrm>
              <a:off x="8802573"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0" name="Freeform 462">
              <a:extLst>
                <a:ext uri="{FF2B5EF4-FFF2-40B4-BE49-F238E27FC236}">
                  <a16:creationId xmlns:a16="http://schemas.microsoft.com/office/drawing/2014/main" id="{0AD09595-5594-4032-851D-A85E590C34EB}"/>
                </a:ext>
              </a:extLst>
            </p:cNvPr>
            <p:cNvSpPr>
              <a:spLocks noEditPoints="1"/>
            </p:cNvSpPr>
            <p:nvPr userDrawn="1"/>
          </p:nvSpPr>
          <p:spPr bwMode="auto">
            <a:xfrm>
              <a:off x="7734895"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1" name="Freeform 463">
              <a:extLst>
                <a:ext uri="{FF2B5EF4-FFF2-40B4-BE49-F238E27FC236}">
                  <a16:creationId xmlns:a16="http://schemas.microsoft.com/office/drawing/2014/main" id="{031F1E06-67C0-4C5A-A82D-D3D6809A9D5B}"/>
                </a:ext>
              </a:extLst>
            </p:cNvPr>
            <p:cNvSpPr>
              <a:spLocks noEditPoints="1"/>
            </p:cNvSpPr>
            <p:nvPr userDrawn="1"/>
          </p:nvSpPr>
          <p:spPr bwMode="auto">
            <a:xfrm>
              <a:off x="6486595" y="189654"/>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2" name="Freeform 464">
              <a:extLst>
                <a:ext uri="{FF2B5EF4-FFF2-40B4-BE49-F238E27FC236}">
                  <a16:creationId xmlns:a16="http://schemas.microsoft.com/office/drawing/2014/main" id="{886D77A1-B055-486F-B8B3-4BAE6D5CFAEF}"/>
                </a:ext>
              </a:extLst>
            </p:cNvPr>
            <p:cNvSpPr>
              <a:spLocks noEditPoints="1"/>
            </p:cNvSpPr>
            <p:nvPr userDrawn="1"/>
          </p:nvSpPr>
          <p:spPr bwMode="auto">
            <a:xfrm>
              <a:off x="8130256" y="900101"/>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8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3" name="Freeform 465">
              <a:extLst>
                <a:ext uri="{FF2B5EF4-FFF2-40B4-BE49-F238E27FC236}">
                  <a16:creationId xmlns:a16="http://schemas.microsoft.com/office/drawing/2014/main" id="{1CE58952-BA6F-4F27-AE79-0C22D6E0FE95}"/>
                </a:ext>
              </a:extLst>
            </p:cNvPr>
            <p:cNvSpPr>
              <a:spLocks noEditPoints="1"/>
            </p:cNvSpPr>
            <p:nvPr userDrawn="1"/>
          </p:nvSpPr>
          <p:spPr bwMode="auto">
            <a:xfrm>
              <a:off x="6912061" y="456573"/>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4" name="Freeform 466">
              <a:extLst>
                <a:ext uri="{FF2B5EF4-FFF2-40B4-BE49-F238E27FC236}">
                  <a16:creationId xmlns:a16="http://schemas.microsoft.com/office/drawing/2014/main" id="{7B96F75C-C36C-4A58-86A4-CF66F741864B}"/>
                </a:ext>
              </a:extLst>
            </p:cNvPr>
            <p:cNvSpPr>
              <a:spLocks/>
            </p:cNvSpPr>
            <p:nvPr userDrawn="1"/>
          </p:nvSpPr>
          <p:spPr bwMode="auto">
            <a:xfrm>
              <a:off x="7907489" y="-125432"/>
              <a:ext cx="642212" cy="192664"/>
            </a:xfrm>
            <a:custGeom>
              <a:avLst/>
              <a:gdLst>
                <a:gd name="T0" fmla="*/ 223 w 426"/>
                <a:gd name="T1" fmla="*/ 7 h 128"/>
                <a:gd name="T2" fmla="*/ 346 w 426"/>
                <a:gd name="T3" fmla="*/ 6 h 128"/>
                <a:gd name="T4" fmla="*/ 371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3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220 w 426"/>
                <a:gd name="T43" fmla="*/ 13 h 128"/>
                <a:gd name="T44" fmla="*/ 184 w 426"/>
                <a:gd name="T45" fmla="*/ 10 h 128"/>
                <a:gd name="T46" fmla="*/ 57 w 426"/>
                <a:gd name="T47" fmla="*/ 27 h 128"/>
                <a:gd name="T48" fmla="*/ 30 w 426"/>
                <a:gd name="T49" fmla="*/ 71 h 128"/>
                <a:gd name="T50" fmla="*/ 31 w 426"/>
                <a:gd name="T51" fmla="*/ 74 h 128"/>
                <a:gd name="T52" fmla="*/ 37 w 426"/>
                <a:gd name="T53" fmla="*/ 92 h 128"/>
                <a:gd name="T54" fmla="*/ 59 w 426"/>
                <a:gd name="T55" fmla="*/ 109 h 128"/>
                <a:gd name="T56" fmla="*/ 29 w 426"/>
                <a:gd name="T57" fmla="*/ 125 h 128"/>
                <a:gd name="T58" fmla="*/ 74 w 426"/>
                <a:gd name="T59" fmla="*/ 120 h 128"/>
                <a:gd name="T60" fmla="*/ 101 w 426"/>
                <a:gd name="T61" fmla="*/ 118 h 128"/>
                <a:gd name="T62" fmla="*/ 102 w 426"/>
                <a:gd name="T63" fmla="*/ 118 h 128"/>
                <a:gd name="T64" fmla="*/ 102 w 426"/>
                <a:gd name="T65" fmla="*/ 119 h 128"/>
                <a:gd name="T66" fmla="*/ 368 w 426"/>
                <a:gd name="T67" fmla="*/ 113 h 128"/>
                <a:gd name="T68" fmla="*/ 416 w 426"/>
                <a:gd name="T69" fmla="*/ 83 h 128"/>
                <a:gd name="T70" fmla="*/ 426 w 426"/>
                <a:gd name="T71" fmla="*/ 45 h 128"/>
                <a:gd name="T72" fmla="*/ 374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346" y="0"/>
                  </a:moveTo>
                  <a:cubicBezTo>
                    <a:pt x="314"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cubicBezTo>
                    <a:pt x="84" y="26"/>
                    <a:pt x="86" y="25"/>
                    <a:pt x="92" y="25"/>
                  </a:cubicBezTo>
                  <a:cubicBezTo>
                    <a:pt x="111" y="23"/>
                    <a:pt x="165" y="17"/>
                    <a:pt x="220" y="13"/>
                  </a:cubicBezTo>
                  <a:cubicBezTo>
                    <a:pt x="218" y="7"/>
                    <a:pt x="218" y="7"/>
                    <a:pt x="218" y="7"/>
                  </a:cubicBezTo>
                  <a:cubicBezTo>
                    <a:pt x="206" y="8"/>
                    <a:pt x="195" y="9"/>
                    <a:pt x="184" y="10"/>
                  </a:cubicBezTo>
                  <a:cubicBezTo>
                    <a:pt x="130" y="15"/>
                    <a:pt x="85" y="19"/>
                    <a:pt x="83" y="20"/>
                  </a:cubicBezTo>
                  <a:cubicBezTo>
                    <a:pt x="82" y="20"/>
                    <a:pt x="69" y="20"/>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5" name="Freeform 467">
              <a:extLst>
                <a:ext uri="{FF2B5EF4-FFF2-40B4-BE49-F238E27FC236}">
                  <a16:creationId xmlns:a16="http://schemas.microsoft.com/office/drawing/2014/main" id="{F026035A-B156-45BE-888C-BE5836B773F6}"/>
                </a:ext>
              </a:extLst>
            </p:cNvPr>
            <p:cNvSpPr>
              <a:spLocks/>
            </p:cNvSpPr>
            <p:nvPr userDrawn="1"/>
          </p:nvSpPr>
          <p:spPr bwMode="auto">
            <a:xfrm>
              <a:off x="8236623" y="-115397"/>
              <a:ext cx="8028" cy="10035"/>
            </a:xfrm>
            <a:custGeom>
              <a:avLst/>
              <a:gdLst>
                <a:gd name="T0" fmla="*/ 5 w 6"/>
                <a:gd name="T1" fmla="*/ 0 h 6"/>
                <a:gd name="T2" fmla="*/ 0 w 6"/>
                <a:gd name="T3" fmla="*/ 0 h 6"/>
                <a:gd name="T4" fmla="*/ 2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1" y="0"/>
                    <a:pt x="0" y="0"/>
                  </a:cubicBezTo>
                  <a:cubicBezTo>
                    <a:pt x="2" y="6"/>
                    <a:pt x="2" y="6"/>
                    <a:pt x="2"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6" name="Freeform 468">
              <a:extLst>
                <a:ext uri="{FF2B5EF4-FFF2-40B4-BE49-F238E27FC236}">
                  <a16:creationId xmlns:a16="http://schemas.microsoft.com/office/drawing/2014/main" id="{79A49783-931E-411C-A59D-5C661EC49C64}"/>
                </a:ext>
              </a:extLst>
            </p:cNvPr>
            <p:cNvSpPr>
              <a:spLocks/>
            </p:cNvSpPr>
            <p:nvPr userDrawn="1"/>
          </p:nvSpPr>
          <p:spPr bwMode="auto">
            <a:xfrm>
              <a:off x="649863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7" name="Freeform 469">
              <a:extLst>
                <a:ext uri="{FF2B5EF4-FFF2-40B4-BE49-F238E27FC236}">
                  <a16:creationId xmlns:a16="http://schemas.microsoft.com/office/drawing/2014/main" id="{C65E6032-C5B3-4558-AA7E-30086765F4EC}"/>
                </a:ext>
              </a:extLst>
            </p:cNvPr>
            <p:cNvSpPr>
              <a:spLocks noEditPoints="1"/>
            </p:cNvSpPr>
            <p:nvPr userDrawn="1"/>
          </p:nvSpPr>
          <p:spPr bwMode="auto">
            <a:xfrm>
              <a:off x="7064586" y="-27093"/>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8" name="Freeform 470">
              <a:extLst>
                <a:ext uri="{FF2B5EF4-FFF2-40B4-BE49-F238E27FC236}">
                  <a16:creationId xmlns:a16="http://schemas.microsoft.com/office/drawing/2014/main" id="{6EAD5D1F-BDE8-4A2D-9928-72361FE8E9D8}"/>
                </a:ext>
              </a:extLst>
            </p:cNvPr>
            <p:cNvSpPr>
              <a:spLocks noEditPoints="1"/>
            </p:cNvSpPr>
            <p:nvPr userDrawn="1"/>
          </p:nvSpPr>
          <p:spPr bwMode="auto">
            <a:xfrm>
              <a:off x="705254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10 w 426"/>
                <a:gd name="T77" fmla="*/ 15 h 128"/>
                <a:gd name="T78" fmla="*/ 410 w 426"/>
                <a:gd name="T79" fmla="*/ 14 h 128"/>
                <a:gd name="T80" fmla="*/ 372 w 426"/>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8">
                  <a:moveTo>
                    <a:pt x="211" y="7"/>
                  </a:moveTo>
                  <a:cubicBezTo>
                    <a:pt x="202" y="8"/>
                    <a:pt x="193" y="9"/>
                    <a:pt x="184" y="10"/>
                  </a:cubicBezTo>
                  <a:cubicBezTo>
                    <a:pt x="130" y="15"/>
                    <a:pt x="85" y="19"/>
                    <a:pt x="83" y="19"/>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9" name="Freeform 471">
              <a:extLst>
                <a:ext uri="{FF2B5EF4-FFF2-40B4-BE49-F238E27FC236}">
                  <a16:creationId xmlns:a16="http://schemas.microsoft.com/office/drawing/2014/main" id="{A5260CF0-0148-4BEC-B3B6-5C5FCF07DC3F}"/>
                </a:ext>
              </a:extLst>
            </p:cNvPr>
            <p:cNvSpPr>
              <a:spLocks noEditPoints="1"/>
            </p:cNvSpPr>
            <p:nvPr userDrawn="1"/>
          </p:nvSpPr>
          <p:spPr bwMode="auto">
            <a:xfrm>
              <a:off x="8627970"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8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0" y="266"/>
                    <a:pt x="76" y="258"/>
                    <a:pt x="78" y="243"/>
                  </a:cubicBezTo>
                  <a:cubicBezTo>
                    <a:pt x="78" y="243"/>
                    <a:pt x="78" y="243"/>
                    <a:pt x="78"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0" name="Freeform 472">
              <a:extLst>
                <a:ext uri="{FF2B5EF4-FFF2-40B4-BE49-F238E27FC236}">
                  <a16:creationId xmlns:a16="http://schemas.microsoft.com/office/drawing/2014/main" id="{B7AF2FAE-592F-45EE-8AAA-F95374993DEB}"/>
                </a:ext>
              </a:extLst>
            </p:cNvPr>
            <p:cNvSpPr>
              <a:spLocks noEditPoints="1"/>
            </p:cNvSpPr>
            <p:nvPr userDrawn="1"/>
          </p:nvSpPr>
          <p:spPr bwMode="auto">
            <a:xfrm>
              <a:off x="8684164" y="-31107"/>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3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3"/>
                    <a:pt x="79" y="243"/>
                    <a:pt x="79" y="243"/>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1" name="Freeform 473">
              <a:extLst>
                <a:ext uri="{FF2B5EF4-FFF2-40B4-BE49-F238E27FC236}">
                  <a16:creationId xmlns:a16="http://schemas.microsoft.com/office/drawing/2014/main" id="{0280446B-D654-46B5-99CD-56DEEAC9F6D6}"/>
                </a:ext>
              </a:extLst>
            </p:cNvPr>
            <p:cNvSpPr>
              <a:spLocks noEditPoints="1"/>
            </p:cNvSpPr>
            <p:nvPr userDrawn="1"/>
          </p:nvSpPr>
          <p:spPr bwMode="auto">
            <a:xfrm>
              <a:off x="7955655" y="1303490"/>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5 h 127"/>
                <a:gd name="T12" fmla="*/ 419 w 425"/>
                <a:gd name="T13" fmla="*/ 46 h 127"/>
                <a:gd name="T14" fmla="*/ 384 w 425"/>
                <a:gd name="T15" fmla="*/ 102 h 127"/>
                <a:gd name="T16" fmla="*/ 369 w 425"/>
                <a:gd name="T17" fmla="*/ 106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1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2 w 425"/>
                <a:gd name="T75"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4"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2" name="Freeform 474">
              <a:extLst>
                <a:ext uri="{FF2B5EF4-FFF2-40B4-BE49-F238E27FC236}">
                  <a16:creationId xmlns:a16="http://schemas.microsoft.com/office/drawing/2014/main" id="{D6359F9D-41D8-4979-A901-AE9F1E3A2939}"/>
                </a:ext>
              </a:extLst>
            </p:cNvPr>
            <p:cNvSpPr>
              <a:spLocks/>
            </p:cNvSpPr>
            <p:nvPr userDrawn="1"/>
          </p:nvSpPr>
          <p:spPr bwMode="auto">
            <a:xfrm>
              <a:off x="8563749" y="1439960"/>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3" name="Freeform 475">
              <a:extLst>
                <a:ext uri="{FF2B5EF4-FFF2-40B4-BE49-F238E27FC236}">
                  <a16:creationId xmlns:a16="http://schemas.microsoft.com/office/drawing/2014/main" id="{3637A3E0-E99F-4319-9E9E-12461D0DFD79}"/>
                </a:ext>
              </a:extLst>
            </p:cNvPr>
            <p:cNvSpPr>
              <a:spLocks noEditPoints="1"/>
            </p:cNvSpPr>
            <p:nvPr userDrawn="1"/>
          </p:nvSpPr>
          <p:spPr bwMode="auto">
            <a:xfrm>
              <a:off x="8501536" y="35121"/>
              <a:ext cx="148512"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6 w 99"/>
                <a:gd name="T17" fmla="*/ 31 h 313"/>
                <a:gd name="T18" fmla="*/ 79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5 w 99"/>
                <a:gd name="T71" fmla="*/ 278 h 313"/>
                <a:gd name="T72" fmla="*/ 92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4" name="Freeform 476">
              <a:extLst>
                <a:ext uri="{FF2B5EF4-FFF2-40B4-BE49-F238E27FC236}">
                  <a16:creationId xmlns:a16="http://schemas.microsoft.com/office/drawing/2014/main" id="{224CE522-E8A6-4076-8ED4-7784F7245704}"/>
                </a:ext>
              </a:extLst>
            </p:cNvPr>
            <p:cNvSpPr>
              <a:spLocks noEditPoints="1"/>
            </p:cNvSpPr>
            <p:nvPr userDrawn="1"/>
          </p:nvSpPr>
          <p:spPr bwMode="auto">
            <a:xfrm>
              <a:off x="6281890"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7 w 116"/>
                <a:gd name="T17" fmla="*/ 46 h 365"/>
                <a:gd name="T18" fmla="*/ 23 w 116"/>
                <a:gd name="T19" fmla="*/ 12 h 365"/>
                <a:gd name="T20" fmla="*/ 40 w 116"/>
                <a:gd name="T21" fmla="*/ 6 h 365"/>
                <a:gd name="T22" fmla="*/ 40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4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1 w 116"/>
                <a:gd name="T57" fmla="*/ 46 h 365"/>
                <a:gd name="T58" fmla="*/ 0 w 116"/>
                <a:gd name="T59" fmla="*/ 66 h 365"/>
                <a:gd name="T60" fmla="*/ 19 w 116"/>
                <a:gd name="T61" fmla="*/ 292 h 365"/>
                <a:gd name="T62" fmla="*/ 39 w 116"/>
                <a:gd name="T63" fmla="*/ 329 h 365"/>
                <a:gd name="T64" fmla="*/ 65 w 116"/>
                <a:gd name="T65" fmla="*/ 337 h 365"/>
                <a:gd name="T66" fmla="*/ 68 w 116"/>
                <a:gd name="T67" fmla="*/ 336 h 365"/>
                <a:gd name="T68" fmla="*/ 84 w 116"/>
                <a:gd name="T69" fmla="*/ 331 h 365"/>
                <a:gd name="T70" fmla="*/ 99 w 116"/>
                <a:gd name="T71" fmla="*/ 313 h 365"/>
                <a:gd name="T72" fmla="*/ 115 w 116"/>
                <a:gd name="T73" fmla="*/ 355 h 365"/>
                <a:gd name="T74" fmla="*/ 112 w 116"/>
                <a:gd name="T75" fmla="*/ 328 h 365"/>
                <a:gd name="T76" fmla="*/ 107 w 116"/>
                <a:gd name="T77" fmla="*/ 284 h 365"/>
                <a:gd name="T78" fmla="*/ 107 w 116"/>
                <a:gd name="T79" fmla="*/ 275 h 365"/>
                <a:gd name="T80" fmla="*/ 107 w 116"/>
                <a:gd name="T81" fmla="*/ 275 h 365"/>
                <a:gd name="T82" fmla="*/ 100 w 116"/>
                <a:gd name="T83" fmla="*/ 49 h 365"/>
                <a:gd name="T84" fmla="*/ 73 w 116"/>
                <a:gd name="T85" fmla="*/ 8 h 365"/>
                <a:gd name="T86" fmla="*/ 40 w 116"/>
                <a:gd name="T87"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6"/>
                    <a:pt x="7" y="46"/>
                  </a:cubicBezTo>
                  <a:cubicBezTo>
                    <a:pt x="7" y="46"/>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5"/>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5" name="Freeform 477">
              <a:extLst>
                <a:ext uri="{FF2B5EF4-FFF2-40B4-BE49-F238E27FC236}">
                  <a16:creationId xmlns:a16="http://schemas.microsoft.com/office/drawing/2014/main" id="{184DEE76-0364-423B-B6ED-71485D95044B}"/>
                </a:ext>
              </a:extLst>
            </p:cNvPr>
            <p:cNvSpPr>
              <a:spLocks/>
            </p:cNvSpPr>
            <p:nvPr userDrawn="1"/>
          </p:nvSpPr>
          <p:spPr bwMode="auto">
            <a:xfrm>
              <a:off x="6450471"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6" name="Freeform 478">
              <a:extLst>
                <a:ext uri="{FF2B5EF4-FFF2-40B4-BE49-F238E27FC236}">
                  <a16:creationId xmlns:a16="http://schemas.microsoft.com/office/drawing/2014/main" id="{E0240001-030F-4259-8158-76C6FEFE088A}"/>
                </a:ext>
              </a:extLst>
            </p:cNvPr>
            <p:cNvSpPr>
              <a:spLocks noEditPoints="1"/>
            </p:cNvSpPr>
            <p:nvPr userDrawn="1"/>
          </p:nvSpPr>
          <p:spPr bwMode="auto">
            <a:xfrm>
              <a:off x="7977731"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5 w 126"/>
                <a:gd name="T87" fmla="*/ 76 h 98"/>
                <a:gd name="T88" fmla="*/ 90 w 126"/>
                <a:gd name="T89" fmla="*/ 98 h 98"/>
                <a:gd name="T90" fmla="*/ 69 w 126"/>
                <a:gd name="T91" fmla="*/ 76 h 98"/>
                <a:gd name="T92" fmla="*/ 97 w 126"/>
                <a:gd name="T93" fmla="*/ 75 h 98"/>
                <a:gd name="T94" fmla="*/ 97 w 126"/>
                <a:gd name="T95" fmla="*/ 75 h 98"/>
                <a:gd name="T96" fmla="*/ 111 w 126"/>
                <a:gd name="T97" fmla="*/ 71 h 98"/>
                <a:gd name="T98" fmla="*/ 121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7" name="Freeform 479">
              <a:extLst>
                <a:ext uri="{FF2B5EF4-FFF2-40B4-BE49-F238E27FC236}">
                  <a16:creationId xmlns:a16="http://schemas.microsoft.com/office/drawing/2014/main" id="{A5F2E563-41F4-417A-AA84-7DE1DC7FD3C0}"/>
                </a:ext>
              </a:extLst>
            </p:cNvPr>
            <p:cNvSpPr>
              <a:spLocks noEditPoints="1"/>
            </p:cNvSpPr>
            <p:nvPr userDrawn="1"/>
          </p:nvSpPr>
          <p:spPr bwMode="auto">
            <a:xfrm>
              <a:off x="6251786" y="-275950"/>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8" name="Freeform 480">
              <a:extLst>
                <a:ext uri="{FF2B5EF4-FFF2-40B4-BE49-F238E27FC236}">
                  <a16:creationId xmlns:a16="http://schemas.microsoft.com/office/drawing/2014/main" id="{5E3C9DB4-EE19-4655-AC3E-4EADFEB5FB7F}"/>
                </a:ext>
              </a:extLst>
            </p:cNvPr>
            <p:cNvSpPr>
              <a:spLocks noEditPoints="1"/>
            </p:cNvSpPr>
            <p:nvPr userDrawn="1"/>
          </p:nvSpPr>
          <p:spPr bwMode="auto">
            <a:xfrm>
              <a:off x="8322920" y="892073"/>
              <a:ext cx="240830" cy="180622"/>
            </a:xfrm>
            <a:custGeom>
              <a:avLst/>
              <a:gdLst>
                <a:gd name="T0" fmla="*/ 6 w 160"/>
                <a:gd name="T1" fmla="*/ 45 h 121"/>
                <a:gd name="T2" fmla="*/ 6 w 160"/>
                <a:gd name="T3" fmla="*/ 45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3 h 121"/>
                <a:gd name="T42" fmla="*/ 6 w 160"/>
                <a:gd name="T43" fmla="*/ 45 h 121"/>
                <a:gd name="T44" fmla="*/ 12 w 160"/>
                <a:gd name="T45" fmla="*/ 38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5"/>
                  </a:moveTo>
                  <a:cubicBezTo>
                    <a:pt x="6" y="45"/>
                    <a:pt x="6" y="45"/>
                    <a:pt x="6" y="45"/>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9" name="Freeform 481">
              <a:extLst>
                <a:ext uri="{FF2B5EF4-FFF2-40B4-BE49-F238E27FC236}">
                  <a16:creationId xmlns:a16="http://schemas.microsoft.com/office/drawing/2014/main" id="{8B07A898-8749-4D6C-957A-65482770E85E}"/>
                </a:ext>
              </a:extLst>
            </p:cNvPr>
            <p:cNvSpPr>
              <a:spLocks noEditPoints="1"/>
            </p:cNvSpPr>
            <p:nvPr userDrawn="1"/>
          </p:nvSpPr>
          <p:spPr bwMode="auto">
            <a:xfrm>
              <a:off x="7963683" y="233806"/>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0" name="Freeform 482">
              <a:extLst>
                <a:ext uri="{FF2B5EF4-FFF2-40B4-BE49-F238E27FC236}">
                  <a16:creationId xmlns:a16="http://schemas.microsoft.com/office/drawing/2014/main" id="{E0AB4538-B9E7-4EC8-A3A5-D4737BE10630}"/>
                </a:ext>
              </a:extLst>
            </p:cNvPr>
            <p:cNvSpPr>
              <a:spLocks noEditPoints="1"/>
            </p:cNvSpPr>
            <p:nvPr userDrawn="1"/>
          </p:nvSpPr>
          <p:spPr bwMode="auto">
            <a:xfrm>
              <a:off x="8772468" y="1405843"/>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1" name="Freeform 483">
              <a:extLst>
                <a:ext uri="{FF2B5EF4-FFF2-40B4-BE49-F238E27FC236}">
                  <a16:creationId xmlns:a16="http://schemas.microsoft.com/office/drawing/2014/main" id="{E9126462-D268-42C0-B4D5-793607EF99B6}"/>
                </a:ext>
              </a:extLst>
            </p:cNvPr>
            <p:cNvSpPr>
              <a:spLocks/>
            </p:cNvSpPr>
            <p:nvPr userDrawn="1"/>
          </p:nvSpPr>
          <p:spPr bwMode="auto">
            <a:xfrm>
              <a:off x="8979181" y="1570410"/>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2" name="Freeform 484">
              <a:extLst>
                <a:ext uri="{FF2B5EF4-FFF2-40B4-BE49-F238E27FC236}">
                  <a16:creationId xmlns:a16="http://schemas.microsoft.com/office/drawing/2014/main" id="{8646BDD6-5C4F-4044-8724-F16200F66169}"/>
                </a:ext>
              </a:extLst>
            </p:cNvPr>
            <p:cNvSpPr>
              <a:spLocks noEditPoints="1"/>
            </p:cNvSpPr>
            <p:nvPr userDrawn="1"/>
          </p:nvSpPr>
          <p:spPr bwMode="auto">
            <a:xfrm>
              <a:off x="7949634" y="1010480"/>
              <a:ext cx="313078" cy="282975"/>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3" name="Freeform 485">
              <a:extLst>
                <a:ext uri="{FF2B5EF4-FFF2-40B4-BE49-F238E27FC236}">
                  <a16:creationId xmlns:a16="http://schemas.microsoft.com/office/drawing/2014/main" id="{6E3957E6-99A3-4585-80F7-92F630AA6363}"/>
                </a:ext>
              </a:extLst>
            </p:cNvPr>
            <p:cNvSpPr>
              <a:spLocks noEditPoints="1"/>
            </p:cNvSpPr>
            <p:nvPr userDrawn="1"/>
          </p:nvSpPr>
          <p:spPr bwMode="auto">
            <a:xfrm>
              <a:off x="8302851"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3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0 w 209"/>
                <a:gd name="T43" fmla="*/ 153 h 188"/>
                <a:gd name="T44" fmla="*/ 13 w 209"/>
                <a:gd name="T45" fmla="*/ 116 h 188"/>
                <a:gd name="T46" fmla="*/ 13 w 209"/>
                <a:gd name="T47" fmla="*/ 116 h 188"/>
                <a:gd name="T48" fmla="*/ 13 w 209"/>
                <a:gd name="T49" fmla="*/ 115 h 188"/>
                <a:gd name="T50" fmla="*/ 9 w 209"/>
                <a:gd name="T51" fmla="*/ 111 h 188"/>
                <a:gd name="T52" fmla="*/ 6 w 209"/>
                <a:gd name="T53" fmla="*/ 97 h 188"/>
                <a:gd name="T54" fmla="*/ 13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2 w 209"/>
                <a:gd name="T71" fmla="*/ 3 h 188"/>
                <a:gd name="T72" fmla="*/ 82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4 w 209"/>
                <a:gd name="T85" fmla="*/ 153 h 188"/>
                <a:gd name="T86" fmla="*/ 14 w 209"/>
                <a:gd name="T87" fmla="*/ 168 h 188"/>
                <a:gd name="T88" fmla="*/ 13 w 209"/>
                <a:gd name="T89" fmla="*/ 172 h 188"/>
                <a:gd name="T90" fmla="*/ 13 w 209"/>
                <a:gd name="T91" fmla="*/ 174 h 188"/>
                <a:gd name="T92" fmla="*/ 13 w 209"/>
                <a:gd name="T93" fmla="*/ 174 h 188"/>
                <a:gd name="T94" fmla="*/ 10 w 209"/>
                <a:gd name="T95" fmla="*/ 188 h 188"/>
                <a:gd name="T96" fmla="*/ 18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6 w 209"/>
                <a:gd name="T111" fmla="*/ 162 h 188"/>
                <a:gd name="T112" fmla="*/ 199 w 209"/>
                <a:gd name="T113" fmla="*/ 119 h 188"/>
                <a:gd name="T114" fmla="*/ 209 w 209"/>
                <a:gd name="T115" fmla="*/ 79 h 188"/>
                <a:gd name="T116" fmla="*/ 203 w 209"/>
                <a:gd name="T117" fmla="*/ 48 h 188"/>
                <a:gd name="T118" fmla="*/ 203 w 209"/>
                <a:gd name="T119" fmla="*/ 48 h 188"/>
                <a:gd name="T120" fmla="*/ 202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19"/>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4" name="Freeform 486">
              <a:extLst>
                <a:ext uri="{FF2B5EF4-FFF2-40B4-BE49-F238E27FC236}">
                  <a16:creationId xmlns:a16="http://schemas.microsoft.com/office/drawing/2014/main" id="{9131B677-0184-4004-8C77-90F929441AA7}"/>
                </a:ext>
              </a:extLst>
            </p:cNvPr>
            <p:cNvSpPr>
              <a:spLocks noEditPoints="1"/>
            </p:cNvSpPr>
            <p:nvPr userDrawn="1"/>
          </p:nvSpPr>
          <p:spPr bwMode="auto">
            <a:xfrm>
              <a:off x="6789638"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5" name="Freeform 487">
              <a:extLst>
                <a:ext uri="{FF2B5EF4-FFF2-40B4-BE49-F238E27FC236}">
                  <a16:creationId xmlns:a16="http://schemas.microsoft.com/office/drawing/2014/main" id="{3D962C6D-7077-480F-99A9-20C0ABBFE52E}"/>
                </a:ext>
              </a:extLst>
            </p:cNvPr>
            <p:cNvSpPr>
              <a:spLocks/>
            </p:cNvSpPr>
            <p:nvPr userDrawn="1"/>
          </p:nvSpPr>
          <p:spPr bwMode="auto">
            <a:xfrm>
              <a:off x="6920088"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6" name="Freeform 488">
              <a:extLst>
                <a:ext uri="{FF2B5EF4-FFF2-40B4-BE49-F238E27FC236}">
                  <a16:creationId xmlns:a16="http://schemas.microsoft.com/office/drawing/2014/main" id="{14DDDAA7-6488-451B-B269-3F6BABDE2E9F}"/>
                </a:ext>
              </a:extLst>
            </p:cNvPr>
            <p:cNvSpPr>
              <a:spLocks/>
            </p:cNvSpPr>
            <p:nvPr userDrawn="1"/>
          </p:nvSpPr>
          <p:spPr bwMode="auto">
            <a:xfrm>
              <a:off x="7648597" y="308061"/>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7" name="Freeform 489">
              <a:extLst>
                <a:ext uri="{FF2B5EF4-FFF2-40B4-BE49-F238E27FC236}">
                  <a16:creationId xmlns:a16="http://schemas.microsoft.com/office/drawing/2014/main" id="{0A20A181-B8BE-4AAE-A7D6-3F114B5453B7}"/>
                </a:ext>
              </a:extLst>
            </p:cNvPr>
            <p:cNvSpPr>
              <a:spLocks/>
            </p:cNvSpPr>
            <p:nvPr userDrawn="1"/>
          </p:nvSpPr>
          <p:spPr bwMode="auto">
            <a:xfrm>
              <a:off x="7825205" y="556918"/>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8" name="Freeform 490">
              <a:extLst>
                <a:ext uri="{FF2B5EF4-FFF2-40B4-BE49-F238E27FC236}">
                  <a16:creationId xmlns:a16="http://schemas.microsoft.com/office/drawing/2014/main" id="{716D0A48-D2E1-478C-82BF-8A3F10E5DDF3}"/>
                </a:ext>
              </a:extLst>
            </p:cNvPr>
            <p:cNvSpPr>
              <a:spLocks/>
            </p:cNvSpPr>
            <p:nvPr userDrawn="1"/>
          </p:nvSpPr>
          <p:spPr bwMode="auto">
            <a:xfrm>
              <a:off x="7666660"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9" name="Freeform 491">
              <a:extLst>
                <a:ext uri="{FF2B5EF4-FFF2-40B4-BE49-F238E27FC236}">
                  <a16:creationId xmlns:a16="http://schemas.microsoft.com/office/drawing/2014/main" id="{CB3D5253-AD47-489A-8143-1FDBF029C796}"/>
                </a:ext>
              </a:extLst>
            </p:cNvPr>
            <p:cNvSpPr>
              <a:spLocks/>
            </p:cNvSpPr>
            <p:nvPr userDrawn="1"/>
          </p:nvSpPr>
          <p:spPr bwMode="auto">
            <a:xfrm>
              <a:off x="7668666"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0" name="Freeform 492">
              <a:extLst>
                <a:ext uri="{FF2B5EF4-FFF2-40B4-BE49-F238E27FC236}">
                  <a16:creationId xmlns:a16="http://schemas.microsoft.com/office/drawing/2014/main" id="{49354FDD-E917-4036-86AB-B3C2E99F08B5}"/>
                </a:ext>
              </a:extLst>
            </p:cNvPr>
            <p:cNvSpPr>
              <a:spLocks noEditPoints="1"/>
            </p:cNvSpPr>
            <p:nvPr userDrawn="1"/>
          </p:nvSpPr>
          <p:spPr bwMode="auto">
            <a:xfrm>
              <a:off x="8804579" y="109377"/>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1 w 305"/>
                <a:gd name="T25" fmla="*/ 162 h 269"/>
                <a:gd name="T26" fmla="*/ 17 w 305"/>
                <a:gd name="T27" fmla="*/ 101 h 269"/>
                <a:gd name="T28" fmla="*/ 18 w 305"/>
                <a:gd name="T29" fmla="*/ 100 h 269"/>
                <a:gd name="T30" fmla="*/ 38 w 305"/>
                <a:gd name="T31" fmla="*/ 62 h 269"/>
                <a:gd name="T32" fmla="*/ 157 w 305"/>
                <a:gd name="T33" fmla="*/ 0 h 269"/>
                <a:gd name="T34" fmla="*/ 121 w 305"/>
                <a:gd name="T35" fmla="*/ 3 h 269"/>
                <a:gd name="T36" fmla="*/ 32 w 305"/>
                <a:gd name="T37" fmla="*/ 60 h 269"/>
                <a:gd name="T38" fmla="*/ 1 w 305"/>
                <a:gd name="T39" fmla="*/ 126 h 269"/>
                <a:gd name="T40" fmla="*/ 6 w 305"/>
                <a:gd name="T41" fmla="*/ 166 h 269"/>
                <a:gd name="T42" fmla="*/ 22 w 305"/>
                <a:gd name="T43" fmla="*/ 224 h 269"/>
                <a:gd name="T44" fmla="*/ 20 w 305"/>
                <a:gd name="T45" fmla="*/ 252 h 269"/>
                <a:gd name="T46" fmla="*/ 19 w 305"/>
                <a:gd name="T47" fmla="*/ 255 h 269"/>
                <a:gd name="T48" fmla="*/ 25 w 305"/>
                <a:gd name="T49" fmla="*/ 257 h 269"/>
                <a:gd name="T50" fmla="*/ 73 w 305"/>
                <a:gd name="T51" fmla="*/ 217 h 269"/>
                <a:gd name="T52" fmla="*/ 162 w 305"/>
                <a:gd name="T53" fmla="*/ 250 h 269"/>
                <a:gd name="T54" fmla="*/ 229 w 305"/>
                <a:gd name="T55" fmla="*/ 236 h 269"/>
                <a:gd name="T56" fmla="*/ 291 w 305"/>
                <a:gd name="T57" fmla="*/ 173 h 269"/>
                <a:gd name="T58" fmla="*/ 296 w 305"/>
                <a:gd name="T59" fmla="*/ 69 h 269"/>
                <a:gd name="T60" fmla="*/ 296 w 305"/>
                <a:gd name="T61" fmla="*/ 69 h 269"/>
                <a:gd name="T62" fmla="*/ 187 w 305"/>
                <a:gd name="T63" fmla="*/ 2 h 269"/>
                <a:gd name="T64" fmla="*/ 186 w 305"/>
                <a:gd name="T65" fmla="*/ 2 h 269"/>
                <a:gd name="T66" fmla="*/ 162 w 305"/>
                <a:gd name="T67" fmla="*/ 0 h 269"/>
                <a:gd name="T68" fmla="*/ 157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1" name="Freeform 493">
              <a:extLst>
                <a:ext uri="{FF2B5EF4-FFF2-40B4-BE49-F238E27FC236}">
                  <a16:creationId xmlns:a16="http://schemas.microsoft.com/office/drawing/2014/main" id="{801E179B-6B81-4F3C-800E-DD37C1F2BA7D}"/>
                </a:ext>
              </a:extLst>
            </p:cNvPr>
            <p:cNvSpPr>
              <a:spLocks noEditPoints="1"/>
            </p:cNvSpPr>
            <p:nvPr userDrawn="1"/>
          </p:nvSpPr>
          <p:spPr bwMode="auto">
            <a:xfrm>
              <a:off x="9047416" y="109377"/>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2" name="Freeform 494">
              <a:extLst>
                <a:ext uri="{FF2B5EF4-FFF2-40B4-BE49-F238E27FC236}">
                  <a16:creationId xmlns:a16="http://schemas.microsoft.com/office/drawing/2014/main" id="{0E391D42-F451-401F-88A3-CD6166698C3A}"/>
                </a:ext>
              </a:extLst>
            </p:cNvPr>
            <p:cNvSpPr>
              <a:spLocks/>
            </p:cNvSpPr>
            <p:nvPr userDrawn="1"/>
          </p:nvSpPr>
          <p:spPr bwMode="auto">
            <a:xfrm>
              <a:off x="8804579"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3" name="Freeform 495">
              <a:extLst>
                <a:ext uri="{FF2B5EF4-FFF2-40B4-BE49-F238E27FC236}">
                  <a16:creationId xmlns:a16="http://schemas.microsoft.com/office/drawing/2014/main" id="{2C07751F-B658-4CA0-9458-17C9AFD83A0C}"/>
                </a:ext>
              </a:extLst>
            </p:cNvPr>
            <p:cNvSpPr>
              <a:spLocks noEditPoints="1"/>
            </p:cNvSpPr>
            <p:nvPr userDrawn="1"/>
          </p:nvSpPr>
          <p:spPr bwMode="auto">
            <a:xfrm>
              <a:off x="6637113" y="1171034"/>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4 w 233"/>
                <a:gd name="T31" fmla="*/ 77 h 208"/>
                <a:gd name="T32" fmla="*/ 93 w 233"/>
                <a:gd name="T33" fmla="*/ 8 h 208"/>
                <a:gd name="T34" fmla="*/ 92 w 233"/>
                <a:gd name="T35" fmla="*/ 2 h 208"/>
                <a:gd name="T36" fmla="*/ 92 w 233"/>
                <a:gd name="T37" fmla="*/ 2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4" name="Freeform 496">
              <a:extLst>
                <a:ext uri="{FF2B5EF4-FFF2-40B4-BE49-F238E27FC236}">
                  <a16:creationId xmlns:a16="http://schemas.microsoft.com/office/drawing/2014/main" id="{0266EA53-E31E-4835-9546-6D127B95911D}"/>
                </a:ext>
              </a:extLst>
            </p:cNvPr>
            <p:cNvSpPr>
              <a:spLocks noEditPoints="1"/>
            </p:cNvSpPr>
            <p:nvPr userDrawn="1"/>
          </p:nvSpPr>
          <p:spPr bwMode="auto">
            <a:xfrm>
              <a:off x="8208526" y="338165"/>
              <a:ext cx="254879" cy="176608"/>
            </a:xfrm>
            <a:custGeom>
              <a:avLst/>
              <a:gdLst>
                <a:gd name="T0" fmla="*/ 63 w 169"/>
                <a:gd name="T1" fmla="*/ 111 h 117"/>
                <a:gd name="T2" fmla="*/ 63 w 169"/>
                <a:gd name="T3" fmla="*/ 111 h 117"/>
                <a:gd name="T4" fmla="*/ 63 w 169"/>
                <a:gd name="T5" fmla="*/ 111 h 117"/>
                <a:gd name="T6" fmla="*/ 63 w 169"/>
                <a:gd name="T7" fmla="*/ 111 h 117"/>
                <a:gd name="T8" fmla="*/ 10 w 169"/>
                <a:gd name="T9" fmla="*/ 49 h 117"/>
                <a:gd name="T10" fmla="*/ 11 w 169"/>
                <a:gd name="T11" fmla="*/ 47 h 117"/>
                <a:gd name="T12" fmla="*/ 10 w 169"/>
                <a:gd name="T13" fmla="*/ 49 h 117"/>
                <a:gd name="T14" fmla="*/ 73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3 w 169"/>
                <a:gd name="T35" fmla="*/ 106 h 117"/>
                <a:gd name="T36" fmla="*/ 46 w 169"/>
                <a:gd name="T37" fmla="*/ 99 h 117"/>
                <a:gd name="T38" fmla="*/ 43 w 169"/>
                <a:gd name="T39" fmla="*/ 85 h 117"/>
                <a:gd name="T40" fmla="*/ 43 w 169"/>
                <a:gd name="T41" fmla="*/ 84 h 117"/>
                <a:gd name="T42" fmla="*/ 21 w 169"/>
                <a:gd name="T43" fmla="*/ 55 h 117"/>
                <a:gd name="T44" fmla="*/ 43 w 169"/>
                <a:gd name="T45" fmla="*/ 67 h 117"/>
                <a:gd name="T46" fmla="*/ 43 w 169"/>
                <a:gd name="T47" fmla="*/ 32 h 117"/>
                <a:gd name="T48" fmla="*/ 48 w 169"/>
                <a:gd name="T49" fmla="*/ 19 h 117"/>
                <a:gd name="T50" fmla="*/ 57 w 169"/>
                <a:gd name="T51" fmla="*/ 10 h 117"/>
                <a:gd name="T52" fmla="*/ 73 w 169"/>
                <a:gd name="T53" fmla="*/ 6 h 117"/>
                <a:gd name="T54" fmla="*/ 73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5" name="Freeform 497">
              <a:extLst>
                <a:ext uri="{FF2B5EF4-FFF2-40B4-BE49-F238E27FC236}">
                  <a16:creationId xmlns:a16="http://schemas.microsoft.com/office/drawing/2014/main" id="{8C322F1F-849D-4BC8-9108-A93FF8A0A2C3}"/>
                </a:ext>
              </a:extLst>
            </p:cNvPr>
            <p:cNvSpPr>
              <a:spLocks noEditPoints="1"/>
            </p:cNvSpPr>
            <p:nvPr userDrawn="1"/>
          </p:nvSpPr>
          <p:spPr bwMode="auto">
            <a:xfrm>
              <a:off x="6972268" y="1395808"/>
              <a:ext cx="156539" cy="106367"/>
            </a:xfrm>
            <a:custGeom>
              <a:avLst/>
              <a:gdLst>
                <a:gd name="T0" fmla="*/ 9 w 104"/>
                <a:gd name="T1" fmla="*/ 31 h 70"/>
                <a:gd name="T2" fmla="*/ 11 w 104"/>
                <a:gd name="T3" fmla="*/ 28 h 70"/>
                <a:gd name="T4" fmla="*/ 9 w 104"/>
                <a:gd name="T5" fmla="*/ 31 h 70"/>
                <a:gd name="T6" fmla="*/ 30 w 104"/>
                <a:gd name="T7" fmla="*/ 19 h 70"/>
                <a:gd name="T8" fmla="*/ 30 w 104"/>
                <a:gd name="T9" fmla="*/ 19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0 h 70"/>
                <a:gd name="T54" fmla="*/ 47 w 104"/>
                <a:gd name="T55" fmla="*/ 0 h 70"/>
                <a:gd name="T56" fmla="*/ 47 w 104"/>
                <a:gd name="T57" fmla="*/ 0 h 70"/>
                <a:gd name="T58" fmla="*/ 35 w 104"/>
                <a:gd name="T59" fmla="*/ 3 h 70"/>
                <a:gd name="T60" fmla="*/ 26 w 104"/>
                <a:gd name="T61" fmla="*/ 13 h 70"/>
                <a:gd name="T62" fmla="*/ 25 w 104"/>
                <a:gd name="T63" fmla="*/ 19 h 70"/>
                <a:gd name="T64" fmla="*/ 25 w 104"/>
                <a:gd name="T65" fmla="*/ 19 h 70"/>
                <a:gd name="T66" fmla="*/ 25 w 104"/>
                <a:gd name="T67" fmla="*/ 32 h 70"/>
                <a:gd name="T68" fmla="*/ 0 w 104"/>
                <a:gd name="T69" fmla="*/ 19 h 70"/>
                <a:gd name="T70" fmla="*/ 8 w 104"/>
                <a:gd name="T71" fmla="*/ 30 h 70"/>
                <a:gd name="T72" fmla="*/ 11 w 104"/>
                <a:gd name="T73" fmla="*/ 28 h 70"/>
                <a:gd name="T74" fmla="*/ 8 w 104"/>
                <a:gd name="T75" fmla="*/ 30 h 70"/>
                <a:gd name="T76" fmla="*/ 25 w 104"/>
                <a:gd name="T77" fmla="*/ 51 h 70"/>
                <a:gd name="T78" fmla="*/ 27 w 104"/>
                <a:gd name="T79" fmla="*/ 61 h 70"/>
                <a:gd name="T80" fmla="*/ 35 w 104"/>
                <a:gd name="T81" fmla="*/ 69 h 70"/>
                <a:gd name="T82" fmla="*/ 41 w 104"/>
                <a:gd name="T83" fmla="*/ 70 h 70"/>
                <a:gd name="T84" fmla="*/ 41 w 104"/>
                <a:gd name="T85" fmla="*/ 70 h 70"/>
                <a:gd name="T86" fmla="*/ 82 w 104"/>
                <a:gd name="T87" fmla="*/ 70 h 70"/>
                <a:gd name="T88" fmla="*/ 82 w 104"/>
                <a:gd name="T89" fmla="*/ 70 h 70"/>
                <a:gd name="T90" fmla="*/ 100 w 104"/>
                <a:gd name="T91" fmla="*/ 64 h 70"/>
                <a:gd name="T92" fmla="*/ 104 w 104"/>
                <a:gd name="T93" fmla="*/ 55 h 70"/>
                <a:gd name="T94" fmla="*/ 104 w 104"/>
                <a:gd name="T95" fmla="*/ 53 h 70"/>
                <a:gd name="T96" fmla="*/ 104 w 104"/>
                <a:gd name="T97" fmla="*/ 20 h 70"/>
                <a:gd name="T98" fmla="*/ 104 w 104"/>
                <a:gd name="T99" fmla="*/ 19 h 70"/>
                <a:gd name="T100" fmla="*/ 93 w 104"/>
                <a:gd name="T101" fmla="*/ 3 h 70"/>
                <a:gd name="T102" fmla="*/ 84 w 104"/>
                <a:gd name="T103" fmla="*/ 0 h 70"/>
                <a:gd name="T104" fmla="*/ 84 w 104"/>
                <a:gd name="T10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70">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6" name="Freeform 498">
              <a:extLst>
                <a:ext uri="{FF2B5EF4-FFF2-40B4-BE49-F238E27FC236}">
                  <a16:creationId xmlns:a16="http://schemas.microsoft.com/office/drawing/2014/main" id="{B944FE80-FD53-47E2-A355-04C06A24920B}"/>
                </a:ext>
              </a:extLst>
            </p:cNvPr>
            <p:cNvSpPr>
              <a:spLocks noEditPoints="1"/>
            </p:cNvSpPr>
            <p:nvPr userDrawn="1"/>
          </p:nvSpPr>
          <p:spPr bwMode="auto">
            <a:xfrm>
              <a:off x="6416352" y="1526258"/>
              <a:ext cx="214740" cy="148512"/>
            </a:xfrm>
            <a:custGeom>
              <a:avLst/>
              <a:gdLst>
                <a:gd name="T0" fmla="*/ 62 w 142"/>
                <a:gd name="T1" fmla="*/ 0 h 98"/>
                <a:gd name="T2" fmla="*/ 62 w 142"/>
                <a:gd name="T3" fmla="*/ 0 h 98"/>
                <a:gd name="T4" fmla="*/ 10 w 142"/>
                <a:gd name="T5" fmla="*/ 39 h 98"/>
                <a:gd name="T6" fmla="*/ 37 w 142"/>
                <a:gd name="T7" fmla="*/ 27 h 98"/>
                <a:gd name="T8" fmla="*/ 37 w 142"/>
                <a:gd name="T9" fmla="*/ 27 h 98"/>
                <a:gd name="T10" fmla="*/ 37 w 142"/>
                <a:gd name="T11" fmla="*/ 27 h 98"/>
                <a:gd name="T12" fmla="*/ 36 w 142"/>
                <a:gd name="T13" fmla="*/ 27 h 98"/>
                <a:gd name="T14" fmla="*/ 62 w 142"/>
                <a:gd name="T15" fmla="*/ 6 h 98"/>
                <a:gd name="T16" fmla="*/ 124 w 142"/>
                <a:gd name="T17" fmla="*/ 10 h 98"/>
                <a:gd name="T18" fmla="*/ 136 w 142"/>
                <a:gd name="T19" fmla="*/ 76 h 98"/>
                <a:gd name="T20" fmla="*/ 136 w 142"/>
                <a:gd name="T21" fmla="*/ 76 h 98"/>
                <a:gd name="T22" fmla="*/ 136 w 142"/>
                <a:gd name="T23" fmla="*/ 76 h 98"/>
                <a:gd name="T24" fmla="*/ 133 w 142"/>
                <a:gd name="T25" fmla="*/ 85 h 98"/>
                <a:gd name="T26" fmla="*/ 53 w 142"/>
                <a:gd name="T27" fmla="*/ 92 h 98"/>
                <a:gd name="T28" fmla="*/ 40 w 142"/>
                <a:gd name="T29" fmla="*/ 82 h 98"/>
                <a:gd name="T30" fmla="*/ 37 w 142"/>
                <a:gd name="T31" fmla="*/ 70 h 98"/>
                <a:gd name="T32" fmla="*/ 37 w 142"/>
                <a:gd name="T33" fmla="*/ 57 h 98"/>
                <a:gd name="T34" fmla="*/ 41 w 142"/>
                <a:gd name="T35" fmla="*/ 17 h 98"/>
                <a:gd name="T36" fmla="*/ 62 w 142"/>
                <a:gd name="T37" fmla="*/ 6 h 98"/>
                <a:gd name="T38" fmla="*/ 115 w 142"/>
                <a:gd name="T39" fmla="*/ 0 h 98"/>
                <a:gd name="T40" fmla="*/ 45 w 142"/>
                <a:gd name="T41" fmla="*/ 5 h 98"/>
                <a:gd name="T42" fmla="*/ 31 w 142"/>
                <a:gd name="T43" fmla="*/ 26 h 98"/>
                <a:gd name="T44" fmla="*/ 31 w 142"/>
                <a:gd name="T45" fmla="*/ 47 h 98"/>
                <a:gd name="T46" fmla="*/ 8 w 142"/>
                <a:gd name="T47" fmla="*/ 41 h 98"/>
                <a:gd name="T48" fmla="*/ 8 w 142"/>
                <a:gd name="T49" fmla="*/ 41 h 98"/>
                <a:gd name="T50" fmla="*/ 35 w 142"/>
                <a:gd name="T51" fmla="*/ 85 h 98"/>
                <a:gd name="T52" fmla="*/ 53 w 142"/>
                <a:gd name="T53" fmla="*/ 98 h 98"/>
                <a:gd name="T54" fmla="*/ 111 w 142"/>
                <a:gd name="T55" fmla="*/ 98 h 98"/>
                <a:gd name="T56" fmla="*/ 137 w 142"/>
                <a:gd name="T57" fmla="*/ 89 h 98"/>
                <a:gd name="T58" fmla="*/ 142 w 142"/>
                <a:gd name="T59" fmla="*/ 75 h 98"/>
                <a:gd name="T60" fmla="*/ 142 w 142"/>
                <a:gd name="T61" fmla="*/ 27 h 98"/>
                <a:gd name="T62" fmla="*/ 115 w 142"/>
                <a:gd name="T6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37" y="27"/>
                  </a:moveTo>
                  <a:cubicBezTo>
                    <a:pt x="37" y="27"/>
                    <a:pt x="37" y="27"/>
                    <a:pt x="37" y="27"/>
                  </a:cubicBezTo>
                  <a:moveTo>
                    <a:pt x="37" y="27"/>
                  </a:moveTo>
                  <a:cubicBezTo>
                    <a:pt x="37" y="27"/>
                    <a:pt x="37" y="27"/>
                    <a:pt x="37" y="27"/>
                  </a:cubicBezTo>
                  <a:cubicBezTo>
                    <a:pt x="37" y="27"/>
                    <a:pt x="37" y="27"/>
                    <a:pt x="37" y="27"/>
                  </a:cubicBezTo>
                  <a:cubicBezTo>
                    <a:pt x="37" y="27"/>
                    <a:pt x="37" y="27"/>
                    <a:pt x="37" y="27"/>
                  </a:cubicBezTo>
                  <a:moveTo>
                    <a:pt x="36" y="27"/>
                  </a:moveTo>
                  <a:cubicBezTo>
                    <a:pt x="36" y="27"/>
                    <a:pt x="36" y="27"/>
                    <a:pt x="36" y="27"/>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7" name="Freeform 499">
              <a:extLst>
                <a:ext uri="{FF2B5EF4-FFF2-40B4-BE49-F238E27FC236}">
                  <a16:creationId xmlns:a16="http://schemas.microsoft.com/office/drawing/2014/main" id="{F461E87C-19FB-4A3E-9440-7787CFFE51A4}"/>
                </a:ext>
              </a:extLst>
            </p:cNvPr>
            <p:cNvSpPr>
              <a:spLocks noEditPoints="1"/>
            </p:cNvSpPr>
            <p:nvPr userDrawn="1"/>
          </p:nvSpPr>
          <p:spPr bwMode="auto">
            <a:xfrm>
              <a:off x="7303408" y="1016502"/>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32 w 112"/>
                <a:gd name="T15" fmla="*/ 21 h 76"/>
                <a:gd name="T16" fmla="*/ 35 w 112"/>
                <a:gd name="T17" fmla="*/ 13 h 76"/>
                <a:gd name="T18" fmla="*/ 40 w 112"/>
                <a:gd name="T19" fmla="*/ 8 h 76"/>
                <a:gd name="T20" fmla="*/ 50 w 112"/>
                <a:gd name="T21" fmla="*/ 6 h 76"/>
                <a:gd name="T22" fmla="*/ 50 w 112"/>
                <a:gd name="T23" fmla="*/ 6 h 76"/>
                <a:gd name="T24" fmla="*/ 90 w 112"/>
                <a:gd name="T25" fmla="*/ 6 h 76"/>
                <a:gd name="T26" fmla="*/ 97 w 112"/>
                <a:gd name="T27" fmla="*/ 9 h 76"/>
                <a:gd name="T28" fmla="*/ 106 w 112"/>
                <a:gd name="T29" fmla="*/ 22 h 76"/>
                <a:gd name="T30" fmla="*/ 106 w 112"/>
                <a:gd name="T31" fmla="*/ 58 h 76"/>
                <a:gd name="T32" fmla="*/ 106 w 112"/>
                <a:gd name="T33" fmla="*/ 58 h 76"/>
                <a:gd name="T34" fmla="*/ 106 w 112"/>
                <a:gd name="T35" fmla="*/ 59 h 76"/>
                <a:gd name="T36" fmla="*/ 103 w 112"/>
                <a:gd name="T37" fmla="*/ 65 h 76"/>
                <a:gd name="T38" fmla="*/ 87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0 h 76"/>
                <a:gd name="T58" fmla="*/ 50 w 112"/>
                <a:gd name="T59" fmla="*/ 0 h 76"/>
                <a:gd name="T60" fmla="*/ 50 w 112"/>
                <a:gd name="T61" fmla="*/ 0 h 76"/>
                <a:gd name="T62" fmla="*/ 37 w 112"/>
                <a:gd name="T63" fmla="*/ 3 h 76"/>
                <a:gd name="T64" fmla="*/ 28 w 112"/>
                <a:gd name="T65" fmla="*/ 14 h 76"/>
                <a:gd name="T66" fmla="*/ 26 w 112"/>
                <a:gd name="T67" fmla="*/ 20 h 76"/>
                <a:gd name="T68" fmla="*/ 26 w 112"/>
                <a:gd name="T69" fmla="*/ 21 h 76"/>
                <a:gd name="T70" fmla="*/ 26 w 112"/>
                <a:gd name="T71" fmla="*/ 35 h 76"/>
                <a:gd name="T72" fmla="*/ 0 w 112"/>
                <a:gd name="T73" fmla="*/ 21 h 76"/>
                <a:gd name="T74" fmla="*/ 8 w 112"/>
                <a:gd name="T75" fmla="*/ 32 h 76"/>
                <a:gd name="T76" fmla="*/ 11 w 112"/>
                <a:gd name="T77" fmla="*/ 30 h 76"/>
                <a:gd name="T78" fmla="*/ 8 w 112"/>
                <a:gd name="T79" fmla="*/ 32 h 76"/>
                <a:gd name="T80" fmla="*/ 26 w 112"/>
                <a:gd name="T81" fmla="*/ 55 h 76"/>
                <a:gd name="T82" fmla="*/ 29 w 112"/>
                <a:gd name="T83" fmla="*/ 66 h 76"/>
                <a:gd name="T84" fmla="*/ 38 w 112"/>
                <a:gd name="T85" fmla="*/ 74 h 76"/>
                <a:gd name="T86" fmla="*/ 43 w 112"/>
                <a:gd name="T87" fmla="*/ 76 h 76"/>
                <a:gd name="T88" fmla="*/ 43 w 112"/>
                <a:gd name="T89" fmla="*/ 76 h 76"/>
                <a:gd name="T90" fmla="*/ 88 w 112"/>
                <a:gd name="T91" fmla="*/ 76 h 76"/>
                <a:gd name="T92" fmla="*/ 88 w 112"/>
                <a:gd name="T93" fmla="*/ 76 h 76"/>
                <a:gd name="T94" fmla="*/ 108 w 112"/>
                <a:gd name="T95" fmla="*/ 69 h 76"/>
                <a:gd name="T96" fmla="*/ 112 w 112"/>
                <a:gd name="T97" fmla="*/ 59 h 76"/>
                <a:gd name="T98" fmla="*/ 112 w 112"/>
                <a:gd name="T99" fmla="*/ 58 h 76"/>
                <a:gd name="T100" fmla="*/ 112 w 112"/>
                <a:gd name="T101" fmla="*/ 21 h 76"/>
                <a:gd name="T102" fmla="*/ 112 w 112"/>
                <a:gd name="T103" fmla="*/ 21 h 76"/>
                <a:gd name="T104" fmla="*/ 100 w 112"/>
                <a:gd name="T105" fmla="*/ 3 h 76"/>
                <a:gd name="T106" fmla="*/ 90 w 112"/>
                <a:gd name="T107" fmla="*/ 0 h 76"/>
                <a:gd name="T108" fmla="*/ 90 w 112"/>
                <a:gd name="T10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8" name="Freeform 500">
              <a:extLst>
                <a:ext uri="{FF2B5EF4-FFF2-40B4-BE49-F238E27FC236}">
                  <a16:creationId xmlns:a16="http://schemas.microsoft.com/office/drawing/2014/main" id="{D24EAE15-6E90-4170-954D-053C43927386}"/>
                </a:ext>
              </a:extLst>
            </p:cNvPr>
            <p:cNvSpPr>
              <a:spLocks noEditPoints="1"/>
            </p:cNvSpPr>
            <p:nvPr userDrawn="1"/>
          </p:nvSpPr>
          <p:spPr bwMode="auto">
            <a:xfrm>
              <a:off x="7289360"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9" name="Freeform 501">
              <a:extLst>
                <a:ext uri="{FF2B5EF4-FFF2-40B4-BE49-F238E27FC236}">
                  <a16:creationId xmlns:a16="http://schemas.microsoft.com/office/drawing/2014/main" id="{E0D6B7BE-C985-4D9C-9FA4-68F8CF9F799D}"/>
                </a:ext>
              </a:extLst>
            </p:cNvPr>
            <p:cNvSpPr>
              <a:spLocks noEditPoints="1"/>
            </p:cNvSpPr>
            <p:nvPr userDrawn="1"/>
          </p:nvSpPr>
          <p:spPr bwMode="auto">
            <a:xfrm>
              <a:off x="6667217" y="279964"/>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0" name="Freeform 502">
              <a:extLst>
                <a:ext uri="{FF2B5EF4-FFF2-40B4-BE49-F238E27FC236}">
                  <a16:creationId xmlns:a16="http://schemas.microsoft.com/office/drawing/2014/main" id="{C5DA21CA-5404-4D93-8542-4FD4AE19D03B}"/>
                </a:ext>
              </a:extLst>
            </p:cNvPr>
            <p:cNvSpPr>
              <a:spLocks/>
            </p:cNvSpPr>
            <p:nvPr userDrawn="1"/>
          </p:nvSpPr>
          <p:spPr bwMode="auto">
            <a:xfrm>
              <a:off x="6908047"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1" name="Freeform 503">
              <a:extLst>
                <a:ext uri="{FF2B5EF4-FFF2-40B4-BE49-F238E27FC236}">
                  <a16:creationId xmlns:a16="http://schemas.microsoft.com/office/drawing/2014/main" id="{C7A80D08-460B-47E0-A8BF-B85EC6F87C66}"/>
                </a:ext>
              </a:extLst>
            </p:cNvPr>
            <p:cNvSpPr>
              <a:spLocks noEditPoints="1"/>
            </p:cNvSpPr>
            <p:nvPr userDrawn="1"/>
          </p:nvSpPr>
          <p:spPr bwMode="auto">
            <a:xfrm>
              <a:off x="7441886"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2" name="Freeform 504">
              <a:extLst>
                <a:ext uri="{FF2B5EF4-FFF2-40B4-BE49-F238E27FC236}">
                  <a16:creationId xmlns:a16="http://schemas.microsoft.com/office/drawing/2014/main" id="{0750790F-66A3-4770-93BF-55E542B2AD05}"/>
                </a:ext>
              </a:extLst>
            </p:cNvPr>
            <p:cNvSpPr>
              <a:spLocks noEditPoints="1"/>
            </p:cNvSpPr>
            <p:nvPr userDrawn="1"/>
          </p:nvSpPr>
          <p:spPr bwMode="auto">
            <a:xfrm>
              <a:off x="6536767"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8 w 119"/>
                <a:gd name="T61" fmla="*/ 8 h 167"/>
                <a:gd name="T62" fmla="*/ 31 w 119"/>
                <a:gd name="T63" fmla="*/ 37 h 167"/>
                <a:gd name="T64" fmla="*/ 14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7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6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3" name="Freeform 505">
              <a:extLst>
                <a:ext uri="{FF2B5EF4-FFF2-40B4-BE49-F238E27FC236}">
                  <a16:creationId xmlns:a16="http://schemas.microsoft.com/office/drawing/2014/main" id="{E27F46C2-FA89-4705-B139-2EA4B2345CB1}"/>
                </a:ext>
              </a:extLst>
            </p:cNvPr>
            <p:cNvSpPr>
              <a:spLocks/>
            </p:cNvSpPr>
            <p:nvPr userDrawn="1"/>
          </p:nvSpPr>
          <p:spPr bwMode="auto">
            <a:xfrm>
              <a:off x="6709362" y="633181"/>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4" name="Freeform 506">
              <a:extLst>
                <a:ext uri="{FF2B5EF4-FFF2-40B4-BE49-F238E27FC236}">
                  <a16:creationId xmlns:a16="http://schemas.microsoft.com/office/drawing/2014/main" id="{B609BEB5-D24B-484A-80E9-E425DE48C6EC}"/>
                </a:ext>
              </a:extLst>
            </p:cNvPr>
            <p:cNvSpPr>
              <a:spLocks noEditPoints="1"/>
            </p:cNvSpPr>
            <p:nvPr userDrawn="1"/>
          </p:nvSpPr>
          <p:spPr bwMode="auto">
            <a:xfrm>
              <a:off x="7947628"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4 h 131"/>
                <a:gd name="T36" fmla="*/ 208 w 219"/>
                <a:gd name="T37" fmla="*/ 115 h 131"/>
                <a:gd name="T38" fmla="*/ 178 w 219"/>
                <a:gd name="T39" fmla="*/ 125 h 131"/>
                <a:gd name="T40" fmla="*/ 99 w 219"/>
                <a:gd name="T41" fmla="*/ 125 h 131"/>
                <a:gd name="T42" fmla="*/ 87 w 219"/>
                <a:gd name="T43" fmla="*/ 120 h 131"/>
                <a:gd name="T44" fmla="*/ 80 w 219"/>
                <a:gd name="T45" fmla="*/ 111 h 131"/>
                <a:gd name="T46" fmla="*/ 76 w 219"/>
                <a:gd name="T47" fmla="*/ 95 h 131"/>
                <a:gd name="T48" fmla="*/ 76 w 219"/>
                <a:gd name="T49" fmla="*/ 94 h 131"/>
                <a:gd name="T50" fmla="*/ 34 w 219"/>
                <a:gd name="T51" fmla="*/ 51 h 131"/>
                <a:gd name="T52" fmla="*/ 76 w 219"/>
                <a:gd name="T53" fmla="*/ 74 h 131"/>
                <a:gd name="T54" fmla="*/ 76 w 219"/>
                <a:gd name="T55" fmla="*/ 35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5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5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5" name="Freeform 507">
              <a:extLst>
                <a:ext uri="{FF2B5EF4-FFF2-40B4-BE49-F238E27FC236}">
                  <a16:creationId xmlns:a16="http://schemas.microsoft.com/office/drawing/2014/main" id="{8B9E31EA-677D-48A8-B9EC-8FA6B3F9403A}"/>
                </a:ext>
              </a:extLst>
            </p:cNvPr>
            <p:cNvSpPr>
              <a:spLocks noEditPoints="1"/>
            </p:cNvSpPr>
            <p:nvPr userDrawn="1"/>
          </p:nvSpPr>
          <p:spPr bwMode="auto">
            <a:xfrm>
              <a:off x="8298837" y="542870"/>
              <a:ext cx="210726" cy="204705"/>
            </a:xfrm>
            <a:custGeom>
              <a:avLst/>
              <a:gdLst>
                <a:gd name="T0" fmla="*/ 6 w 140"/>
                <a:gd name="T1" fmla="*/ 27 h 137"/>
                <a:gd name="T2" fmla="*/ 10 w 140"/>
                <a:gd name="T3" fmla="*/ 17 h 137"/>
                <a:gd name="T4" fmla="*/ 16 w 140"/>
                <a:gd name="T5" fmla="*/ 11 h 137"/>
                <a:gd name="T6" fmla="*/ 25 w 140"/>
                <a:gd name="T7" fmla="*/ 8 h 137"/>
                <a:gd name="T8" fmla="*/ 24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0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1 w 140"/>
                <a:gd name="T37" fmla="*/ 105 h 137"/>
                <a:gd name="T38" fmla="*/ 37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4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7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4" y="5"/>
                    <a:pt x="24" y="5"/>
                    <a:pt x="24" y="5"/>
                  </a:cubicBezTo>
                  <a:cubicBezTo>
                    <a:pt x="25" y="8"/>
                    <a:pt x="25" y="8"/>
                    <a:pt x="25" y="8"/>
                  </a:cubicBez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6" name="Freeform 508">
              <a:extLst>
                <a:ext uri="{FF2B5EF4-FFF2-40B4-BE49-F238E27FC236}">
                  <a16:creationId xmlns:a16="http://schemas.microsoft.com/office/drawing/2014/main" id="{10F27CA9-A0FB-43A4-B7B5-BC267CAA7AB2}"/>
                </a:ext>
              </a:extLst>
            </p:cNvPr>
            <p:cNvSpPr>
              <a:spLocks noEditPoints="1"/>
            </p:cNvSpPr>
            <p:nvPr userDrawn="1"/>
          </p:nvSpPr>
          <p:spPr bwMode="auto">
            <a:xfrm>
              <a:off x="7251228" y="364255"/>
              <a:ext cx="210726" cy="20671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7" name="Freeform 509">
              <a:extLst>
                <a:ext uri="{FF2B5EF4-FFF2-40B4-BE49-F238E27FC236}">
                  <a16:creationId xmlns:a16="http://schemas.microsoft.com/office/drawing/2014/main" id="{E2B5A170-BCDF-44E3-A4AD-B2094A459A65}"/>
                </a:ext>
              </a:extLst>
            </p:cNvPr>
            <p:cNvSpPr>
              <a:spLocks/>
            </p:cNvSpPr>
            <p:nvPr userDrawn="1"/>
          </p:nvSpPr>
          <p:spPr bwMode="auto">
            <a:xfrm>
              <a:off x="7371643" y="558926"/>
              <a:ext cx="20069" cy="8028"/>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8" name="Freeform 510">
              <a:extLst>
                <a:ext uri="{FF2B5EF4-FFF2-40B4-BE49-F238E27FC236}">
                  <a16:creationId xmlns:a16="http://schemas.microsoft.com/office/drawing/2014/main" id="{0B33ED8E-A2C7-4F73-9DED-BEB0FA116001}"/>
                </a:ext>
              </a:extLst>
            </p:cNvPr>
            <p:cNvSpPr>
              <a:spLocks noEditPoints="1"/>
            </p:cNvSpPr>
            <p:nvPr userDrawn="1"/>
          </p:nvSpPr>
          <p:spPr bwMode="auto">
            <a:xfrm>
              <a:off x="7092683" y="143494"/>
              <a:ext cx="234809" cy="230796"/>
            </a:xfrm>
            <a:custGeom>
              <a:avLst/>
              <a:gdLst>
                <a:gd name="T0" fmla="*/ 0 w 156"/>
                <a:gd name="T1" fmla="*/ 31 h 153"/>
                <a:gd name="T2" fmla="*/ 0 w 156"/>
                <a:gd name="T3" fmla="*/ 31 h 153"/>
                <a:gd name="T4" fmla="*/ 3 w 156"/>
                <a:gd name="T5" fmla="*/ 30 h 153"/>
                <a:gd name="T6" fmla="*/ 6 w 156"/>
                <a:gd name="T7" fmla="*/ 30 h 153"/>
                <a:gd name="T8" fmla="*/ 3 w 156"/>
                <a:gd name="T9" fmla="*/ 30 h 153"/>
                <a:gd name="T10" fmla="*/ 0 w 156"/>
                <a:gd name="T11" fmla="*/ 31 h 153"/>
                <a:gd name="T12" fmla="*/ 26 w 156"/>
                <a:gd name="T13" fmla="*/ 9 h 153"/>
                <a:gd name="T14" fmla="*/ 102 w 156"/>
                <a:gd name="T15" fmla="*/ 6 h 153"/>
                <a:gd name="T16" fmla="*/ 110 w 156"/>
                <a:gd name="T17" fmla="*/ 13 h 153"/>
                <a:gd name="T18" fmla="*/ 116 w 156"/>
                <a:gd name="T19" fmla="*/ 29 h 153"/>
                <a:gd name="T20" fmla="*/ 117 w 156"/>
                <a:gd name="T21" fmla="*/ 40 h 153"/>
                <a:gd name="T22" fmla="*/ 117 w 156"/>
                <a:gd name="T23" fmla="*/ 40 h 153"/>
                <a:gd name="T24" fmla="*/ 117 w 156"/>
                <a:gd name="T25" fmla="*/ 41 h 153"/>
                <a:gd name="T26" fmla="*/ 139 w 156"/>
                <a:gd name="T27" fmla="*/ 77 h 153"/>
                <a:gd name="T28" fmla="*/ 117 w 156"/>
                <a:gd name="T29" fmla="*/ 65 h 153"/>
                <a:gd name="T30" fmla="*/ 119 w 156"/>
                <a:gd name="T31" fmla="*/ 111 h 153"/>
                <a:gd name="T32" fmla="*/ 108 w 156"/>
                <a:gd name="T33" fmla="*/ 137 h 153"/>
                <a:gd name="T34" fmla="*/ 101 w 156"/>
                <a:gd name="T35" fmla="*/ 141 h 153"/>
                <a:gd name="T36" fmla="*/ 99 w 156"/>
                <a:gd name="T37" fmla="*/ 142 h 153"/>
                <a:gd name="T38" fmla="*/ 98 w 156"/>
                <a:gd name="T39" fmla="*/ 142 h 153"/>
                <a:gd name="T40" fmla="*/ 98 w 156"/>
                <a:gd name="T41" fmla="*/ 142 h 153"/>
                <a:gd name="T42" fmla="*/ 37 w 156"/>
                <a:gd name="T43" fmla="*/ 147 h 153"/>
                <a:gd name="T44" fmla="*/ 23 w 156"/>
                <a:gd name="T45" fmla="*/ 139 h 153"/>
                <a:gd name="T46" fmla="*/ 13 w 156"/>
                <a:gd name="T47" fmla="*/ 121 h 153"/>
                <a:gd name="T48" fmla="*/ 11 w 156"/>
                <a:gd name="T49" fmla="*/ 114 h 153"/>
                <a:gd name="T50" fmla="*/ 10 w 156"/>
                <a:gd name="T51" fmla="*/ 112 h 153"/>
                <a:gd name="T52" fmla="*/ 10 w 156"/>
                <a:gd name="T53" fmla="*/ 111 h 153"/>
                <a:gd name="T54" fmla="*/ 10 w 156"/>
                <a:gd name="T55" fmla="*/ 111 h 153"/>
                <a:gd name="T56" fmla="*/ 6 w 156"/>
                <a:gd name="T57" fmla="*/ 30 h 153"/>
                <a:gd name="T58" fmla="*/ 6 w 156"/>
                <a:gd name="T59" fmla="*/ 30 h 153"/>
                <a:gd name="T60" fmla="*/ 6 w 156"/>
                <a:gd name="T61" fmla="*/ 29 h 153"/>
                <a:gd name="T62" fmla="*/ 9 w 156"/>
                <a:gd name="T63" fmla="*/ 20 h 153"/>
                <a:gd name="T64" fmla="*/ 20 w 156"/>
                <a:gd name="T65" fmla="*/ 11 h 153"/>
                <a:gd name="T66" fmla="*/ 24 w 156"/>
                <a:gd name="T67" fmla="*/ 9 h 153"/>
                <a:gd name="T68" fmla="*/ 26 w 156"/>
                <a:gd name="T69" fmla="*/ 9 h 153"/>
                <a:gd name="T70" fmla="*/ 26 w 156"/>
                <a:gd name="T71" fmla="*/ 9 h 153"/>
                <a:gd name="T72" fmla="*/ 103 w 156"/>
                <a:gd name="T73" fmla="*/ 0 h 153"/>
                <a:gd name="T74" fmla="*/ 25 w 156"/>
                <a:gd name="T75" fmla="*/ 3 h 153"/>
                <a:gd name="T76" fmla="*/ 24 w 156"/>
                <a:gd name="T77" fmla="*/ 3 h 153"/>
                <a:gd name="T78" fmla="*/ 12 w 156"/>
                <a:gd name="T79" fmla="*/ 8 h 153"/>
                <a:gd name="T80" fmla="*/ 4 w 156"/>
                <a:gd name="T81" fmla="*/ 17 h 153"/>
                <a:gd name="T82" fmla="*/ 0 w 156"/>
                <a:gd name="T83" fmla="*/ 29 h 153"/>
                <a:gd name="T84" fmla="*/ 0 w 156"/>
                <a:gd name="T85" fmla="*/ 31 h 153"/>
                <a:gd name="T86" fmla="*/ 0 w 156"/>
                <a:gd name="T87" fmla="*/ 31 h 153"/>
                <a:gd name="T88" fmla="*/ 4 w 156"/>
                <a:gd name="T89" fmla="*/ 112 h 153"/>
                <a:gd name="T90" fmla="*/ 4 w 156"/>
                <a:gd name="T91" fmla="*/ 112 h 153"/>
                <a:gd name="T92" fmla="*/ 10 w 156"/>
                <a:gd name="T93" fmla="*/ 130 h 153"/>
                <a:gd name="T94" fmla="*/ 19 w 156"/>
                <a:gd name="T95" fmla="*/ 144 h 153"/>
                <a:gd name="T96" fmla="*/ 36 w 156"/>
                <a:gd name="T97" fmla="*/ 153 h 153"/>
                <a:gd name="T98" fmla="*/ 36 w 156"/>
                <a:gd name="T99" fmla="*/ 153 h 153"/>
                <a:gd name="T100" fmla="*/ 99 w 156"/>
                <a:gd name="T101" fmla="*/ 148 h 153"/>
                <a:gd name="T102" fmla="*/ 99 w 156"/>
                <a:gd name="T103" fmla="*/ 148 h 153"/>
                <a:gd name="T104" fmla="*/ 112 w 156"/>
                <a:gd name="T105" fmla="*/ 142 h 153"/>
                <a:gd name="T106" fmla="*/ 125 w 156"/>
                <a:gd name="T107" fmla="*/ 111 h 153"/>
                <a:gd name="T108" fmla="*/ 125 w 156"/>
                <a:gd name="T109" fmla="*/ 111 h 153"/>
                <a:gd name="T110" fmla="*/ 123 w 156"/>
                <a:gd name="T111" fmla="*/ 75 h 153"/>
                <a:gd name="T112" fmla="*/ 156 w 156"/>
                <a:gd name="T113" fmla="*/ 94 h 153"/>
                <a:gd name="T114" fmla="*/ 123 w 156"/>
                <a:gd name="T115" fmla="*/ 40 h 153"/>
                <a:gd name="T116" fmla="*/ 120 w 156"/>
                <a:gd name="T117" fmla="*/ 22 h 153"/>
                <a:gd name="T118" fmla="*/ 115 w 156"/>
                <a:gd name="T119" fmla="*/ 9 h 153"/>
                <a:gd name="T120" fmla="*/ 103 w 156"/>
                <a:gd name="T121" fmla="*/ 0 h 153"/>
                <a:gd name="T122" fmla="*/ 103 w 156"/>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9" name="Freeform 511">
              <a:extLst>
                <a:ext uri="{FF2B5EF4-FFF2-40B4-BE49-F238E27FC236}">
                  <a16:creationId xmlns:a16="http://schemas.microsoft.com/office/drawing/2014/main" id="{F91D8EE4-C6E0-45DF-B407-CC42BAD4C2DF}"/>
                </a:ext>
              </a:extLst>
            </p:cNvPr>
            <p:cNvSpPr>
              <a:spLocks noEditPoints="1"/>
            </p:cNvSpPr>
            <p:nvPr userDrawn="1"/>
          </p:nvSpPr>
          <p:spPr bwMode="auto">
            <a:xfrm>
              <a:off x="8517591" y="500725"/>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0" name="Freeform 512">
              <a:extLst>
                <a:ext uri="{FF2B5EF4-FFF2-40B4-BE49-F238E27FC236}">
                  <a16:creationId xmlns:a16="http://schemas.microsoft.com/office/drawing/2014/main" id="{3DC19E28-0F81-448B-AFB9-C45A12BE41A4}"/>
                </a:ext>
              </a:extLst>
            </p:cNvPr>
            <p:cNvSpPr>
              <a:spLocks noEditPoints="1"/>
            </p:cNvSpPr>
            <p:nvPr userDrawn="1"/>
          </p:nvSpPr>
          <p:spPr bwMode="auto">
            <a:xfrm>
              <a:off x="8808593"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5 w 76"/>
                <a:gd name="T81" fmla="*/ 88 h 115"/>
                <a:gd name="T82" fmla="*/ 15 w 76"/>
                <a:gd name="T83" fmla="*/ 88 h 115"/>
                <a:gd name="T84" fmla="*/ 37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1" name="Freeform 513">
              <a:extLst>
                <a:ext uri="{FF2B5EF4-FFF2-40B4-BE49-F238E27FC236}">
                  <a16:creationId xmlns:a16="http://schemas.microsoft.com/office/drawing/2014/main" id="{11A62D56-A4AE-44CF-9688-0FE53358FC1A}"/>
                </a:ext>
              </a:extLst>
            </p:cNvPr>
            <p:cNvSpPr>
              <a:spLocks noEditPoints="1"/>
            </p:cNvSpPr>
            <p:nvPr userDrawn="1"/>
          </p:nvSpPr>
          <p:spPr bwMode="auto">
            <a:xfrm>
              <a:off x="7116766" y="408407"/>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17 w 76"/>
                <a:gd name="T71" fmla="*/ 6 h 115"/>
                <a:gd name="T72" fmla="*/ 16 w 76"/>
                <a:gd name="T73" fmla="*/ 3 h 115"/>
                <a:gd name="T74" fmla="*/ 8 w 76"/>
                <a:gd name="T75" fmla="*/ 7 h 115"/>
                <a:gd name="T76" fmla="*/ 1 w 76"/>
                <a:gd name="T77" fmla="*/ 22 h 115"/>
                <a:gd name="T78" fmla="*/ 0 w 76"/>
                <a:gd name="T79" fmla="*/ 39 h 115"/>
                <a:gd name="T80" fmla="*/ 1 w 76"/>
                <a:gd name="T81" fmla="*/ 60 h 115"/>
                <a:gd name="T82" fmla="*/ 9 w 76"/>
                <a:gd name="T83" fmla="*/ 81 h 115"/>
                <a:gd name="T84" fmla="*/ 15 w 76"/>
                <a:gd name="T85" fmla="*/ 88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2" name="Freeform 514">
              <a:extLst>
                <a:ext uri="{FF2B5EF4-FFF2-40B4-BE49-F238E27FC236}">
                  <a16:creationId xmlns:a16="http://schemas.microsoft.com/office/drawing/2014/main" id="{1E0C352C-0338-49D8-876C-66BB28ECF56C}"/>
                </a:ext>
              </a:extLst>
            </p:cNvPr>
            <p:cNvSpPr>
              <a:spLocks noEditPoints="1"/>
            </p:cNvSpPr>
            <p:nvPr userDrawn="1"/>
          </p:nvSpPr>
          <p:spPr bwMode="auto">
            <a:xfrm>
              <a:off x="642638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6 w 76"/>
                <a:gd name="T69" fmla="*/ 3 h 115"/>
                <a:gd name="T70" fmla="*/ 8 w 76"/>
                <a:gd name="T71" fmla="*/ 7 h 115"/>
                <a:gd name="T72" fmla="*/ 2 w 76"/>
                <a:gd name="T73" fmla="*/ 22 h 115"/>
                <a:gd name="T74" fmla="*/ 0 w 76"/>
                <a:gd name="T75" fmla="*/ 39 h 115"/>
                <a:gd name="T76" fmla="*/ 2 w 76"/>
                <a:gd name="T77" fmla="*/ 60 h 115"/>
                <a:gd name="T78" fmla="*/ 9 w 76"/>
                <a:gd name="T79" fmla="*/ 81 h 115"/>
                <a:gd name="T80" fmla="*/ 15 w 76"/>
                <a:gd name="T81" fmla="*/ 87 h 115"/>
                <a:gd name="T82" fmla="*/ 16 w 76"/>
                <a:gd name="T83" fmla="*/ 88 h 115"/>
                <a:gd name="T84" fmla="*/ 38 w 76"/>
                <a:gd name="T85" fmla="*/ 89 h 115"/>
                <a:gd name="T86" fmla="*/ 26 w 76"/>
                <a:gd name="T87" fmla="*/ 115 h 115"/>
                <a:gd name="T88" fmla="*/ 56 w 76"/>
                <a:gd name="T89" fmla="*/ 89 h 115"/>
                <a:gd name="T90" fmla="*/ 72 w 76"/>
                <a:gd name="T91" fmla="*/ 85 h 115"/>
                <a:gd name="T92" fmla="*/ 76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3" name="Freeform 515">
              <a:extLst>
                <a:ext uri="{FF2B5EF4-FFF2-40B4-BE49-F238E27FC236}">
                  <a16:creationId xmlns:a16="http://schemas.microsoft.com/office/drawing/2014/main" id="{561A81F2-3F11-40F0-AD5C-DA8547D2BB0C}"/>
                </a:ext>
              </a:extLst>
            </p:cNvPr>
            <p:cNvSpPr>
              <a:spLocks noEditPoints="1"/>
            </p:cNvSpPr>
            <p:nvPr userDrawn="1"/>
          </p:nvSpPr>
          <p:spPr bwMode="auto">
            <a:xfrm>
              <a:off x="7574342" y="741554"/>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4" name="Freeform 516">
              <a:extLst>
                <a:ext uri="{FF2B5EF4-FFF2-40B4-BE49-F238E27FC236}">
                  <a16:creationId xmlns:a16="http://schemas.microsoft.com/office/drawing/2014/main" id="{71D3D963-5AD9-4410-AE62-401F48201A5E}"/>
                </a:ext>
              </a:extLst>
            </p:cNvPr>
            <p:cNvSpPr>
              <a:spLocks noEditPoints="1"/>
            </p:cNvSpPr>
            <p:nvPr userDrawn="1"/>
          </p:nvSpPr>
          <p:spPr bwMode="auto">
            <a:xfrm>
              <a:off x="7148876" y="765637"/>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9 w 76"/>
                <a:gd name="T71" fmla="*/ 82 h 116"/>
                <a:gd name="T72" fmla="*/ 15 w 76"/>
                <a:gd name="T73" fmla="*/ 88 h 116"/>
                <a:gd name="T74" fmla="*/ 16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5" name="Freeform 517">
              <a:extLst>
                <a:ext uri="{FF2B5EF4-FFF2-40B4-BE49-F238E27FC236}">
                  <a16:creationId xmlns:a16="http://schemas.microsoft.com/office/drawing/2014/main" id="{759EE6B9-E8CB-4A35-8DA2-F4724367DE97}"/>
                </a:ext>
              </a:extLst>
            </p:cNvPr>
            <p:cNvSpPr>
              <a:spLocks noEditPoints="1"/>
            </p:cNvSpPr>
            <p:nvPr userDrawn="1"/>
          </p:nvSpPr>
          <p:spPr bwMode="auto">
            <a:xfrm>
              <a:off x="6655176" y="96030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6" name="Freeform 518">
              <a:extLst>
                <a:ext uri="{FF2B5EF4-FFF2-40B4-BE49-F238E27FC236}">
                  <a16:creationId xmlns:a16="http://schemas.microsoft.com/office/drawing/2014/main" id="{7EDDF527-71AE-437A-8295-F8ACF5D1983C}"/>
                </a:ext>
              </a:extLst>
            </p:cNvPr>
            <p:cNvSpPr>
              <a:spLocks noEditPoints="1"/>
            </p:cNvSpPr>
            <p:nvPr userDrawn="1"/>
          </p:nvSpPr>
          <p:spPr bwMode="auto">
            <a:xfrm>
              <a:off x="7094689" y="1219199"/>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8 w 76"/>
                <a:gd name="T69" fmla="*/ 8 h 116"/>
                <a:gd name="T70" fmla="*/ 1 w 76"/>
                <a:gd name="T71" fmla="*/ 22 h 116"/>
                <a:gd name="T72" fmla="*/ 0 w 76"/>
                <a:gd name="T73" fmla="*/ 40 h 116"/>
                <a:gd name="T74" fmla="*/ 1 w 76"/>
                <a:gd name="T75" fmla="*/ 61 h 116"/>
                <a:gd name="T76" fmla="*/ 9 w 76"/>
                <a:gd name="T77" fmla="*/ 82 h 116"/>
                <a:gd name="T78" fmla="*/ 15 w 76"/>
                <a:gd name="T79" fmla="*/ 88 h 116"/>
                <a:gd name="T80" fmla="*/ 16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7" name="Freeform 519">
              <a:extLst>
                <a:ext uri="{FF2B5EF4-FFF2-40B4-BE49-F238E27FC236}">
                  <a16:creationId xmlns:a16="http://schemas.microsoft.com/office/drawing/2014/main" id="{B1238323-C752-4C3C-B457-AA02FBA1BD62}"/>
                </a:ext>
              </a:extLst>
            </p:cNvPr>
            <p:cNvSpPr>
              <a:spLocks noEditPoints="1"/>
            </p:cNvSpPr>
            <p:nvPr userDrawn="1"/>
          </p:nvSpPr>
          <p:spPr bwMode="auto">
            <a:xfrm>
              <a:off x="6281890" y="1161000"/>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8" name="Freeform 520">
              <a:extLst>
                <a:ext uri="{FF2B5EF4-FFF2-40B4-BE49-F238E27FC236}">
                  <a16:creationId xmlns:a16="http://schemas.microsoft.com/office/drawing/2014/main" id="{CDC1FC27-7C9C-4DF3-8C5F-2DA1805BDAF4}"/>
                </a:ext>
              </a:extLst>
            </p:cNvPr>
            <p:cNvSpPr>
              <a:spLocks noEditPoints="1"/>
            </p:cNvSpPr>
            <p:nvPr userDrawn="1"/>
          </p:nvSpPr>
          <p:spPr bwMode="auto">
            <a:xfrm>
              <a:off x="7146869" y="1353663"/>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9" name="Freeform 521">
              <a:extLst>
                <a:ext uri="{FF2B5EF4-FFF2-40B4-BE49-F238E27FC236}">
                  <a16:creationId xmlns:a16="http://schemas.microsoft.com/office/drawing/2014/main" id="{37B401E9-A4B4-4D8C-BD93-974800384BFD}"/>
                </a:ext>
              </a:extLst>
            </p:cNvPr>
            <p:cNvSpPr>
              <a:spLocks noEditPoints="1"/>
            </p:cNvSpPr>
            <p:nvPr userDrawn="1"/>
          </p:nvSpPr>
          <p:spPr bwMode="auto">
            <a:xfrm>
              <a:off x="8156347" y="731520"/>
              <a:ext cx="299031" cy="118408"/>
            </a:xfrm>
            <a:custGeom>
              <a:avLst/>
              <a:gdLst>
                <a:gd name="T0" fmla="*/ 142 w 198"/>
                <a:gd name="T1" fmla="*/ 41 h 79"/>
                <a:gd name="T2" fmla="*/ 142 w 198"/>
                <a:gd name="T3" fmla="*/ 41 h 79"/>
                <a:gd name="T4" fmla="*/ 19 w 198"/>
                <a:gd name="T5" fmla="*/ 11 h 79"/>
                <a:gd name="T6" fmla="*/ 121 w 198"/>
                <a:gd name="T7" fmla="*/ 13 h 79"/>
                <a:gd name="T8" fmla="*/ 136 w 198"/>
                <a:gd name="T9" fmla="*/ 19 h 79"/>
                <a:gd name="T10" fmla="*/ 139 w 198"/>
                <a:gd name="T11" fmla="*/ 27 h 79"/>
                <a:gd name="T12" fmla="*/ 137 w 198"/>
                <a:gd name="T13" fmla="*/ 37 h 79"/>
                <a:gd name="T14" fmla="*/ 136 w 198"/>
                <a:gd name="T15" fmla="*/ 38 h 79"/>
                <a:gd name="T16" fmla="*/ 136 w 198"/>
                <a:gd name="T17" fmla="*/ 38 h 79"/>
                <a:gd name="T18" fmla="*/ 132 w 198"/>
                <a:gd name="T19" fmla="*/ 52 h 79"/>
                <a:gd name="T20" fmla="*/ 138 w 198"/>
                <a:gd name="T21" fmla="*/ 62 h 79"/>
                <a:gd name="T22" fmla="*/ 141 w 198"/>
                <a:gd name="T23" fmla="*/ 63 h 79"/>
                <a:gd name="T24" fmla="*/ 86 w 198"/>
                <a:gd name="T25" fmla="*/ 73 h 79"/>
                <a:gd name="T26" fmla="*/ 75 w 198"/>
                <a:gd name="T27" fmla="*/ 73 h 79"/>
                <a:gd name="T28" fmla="*/ 74 w 198"/>
                <a:gd name="T29" fmla="*/ 73 h 79"/>
                <a:gd name="T30" fmla="*/ 70 w 198"/>
                <a:gd name="T31" fmla="*/ 73 h 79"/>
                <a:gd name="T32" fmla="*/ 11 w 198"/>
                <a:gd name="T33" fmla="*/ 58 h 79"/>
                <a:gd name="T34" fmla="*/ 9 w 198"/>
                <a:gd name="T35" fmla="*/ 56 h 79"/>
                <a:gd name="T36" fmla="*/ 13 w 198"/>
                <a:gd name="T37" fmla="*/ 15 h 79"/>
                <a:gd name="T38" fmla="*/ 19 w 198"/>
                <a:gd name="T39" fmla="*/ 11 h 79"/>
                <a:gd name="T40" fmla="*/ 70 w 198"/>
                <a:gd name="T41" fmla="*/ 0 h 79"/>
                <a:gd name="T42" fmla="*/ 18 w 198"/>
                <a:gd name="T43" fmla="*/ 5 h 79"/>
                <a:gd name="T44" fmla="*/ 17 w 198"/>
                <a:gd name="T45" fmla="*/ 5 h 79"/>
                <a:gd name="T46" fmla="*/ 0 w 198"/>
                <a:gd name="T47" fmla="*/ 35 h 79"/>
                <a:gd name="T48" fmla="*/ 4 w 198"/>
                <a:gd name="T49" fmla="*/ 59 h 79"/>
                <a:gd name="T50" fmla="*/ 18 w 198"/>
                <a:gd name="T51" fmla="*/ 69 h 79"/>
                <a:gd name="T52" fmla="*/ 70 w 198"/>
                <a:gd name="T53" fmla="*/ 79 h 79"/>
                <a:gd name="T54" fmla="*/ 86 w 198"/>
                <a:gd name="T55" fmla="*/ 79 h 79"/>
                <a:gd name="T56" fmla="*/ 198 w 198"/>
                <a:gd name="T57" fmla="*/ 59 h 79"/>
                <a:gd name="T58" fmla="*/ 140 w 198"/>
                <a:gd name="T59" fmla="*/ 56 h 79"/>
                <a:gd name="T60" fmla="*/ 138 w 198"/>
                <a:gd name="T61" fmla="*/ 52 h 79"/>
                <a:gd name="T62" fmla="*/ 145 w 198"/>
                <a:gd name="T63" fmla="*/ 27 h 79"/>
                <a:gd name="T64" fmla="*/ 140 w 198"/>
                <a:gd name="T65" fmla="*/ 14 h 79"/>
                <a:gd name="T66" fmla="*/ 138 w 198"/>
                <a:gd name="T67" fmla="*/ 17 h 79"/>
                <a:gd name="T68" fmla="*/ 138 w 198"/>
                <a:gd name="T69" fmla="*/ 17 h 79"/>
                <a:gd name="T70" fmla="*/ 70 w 198"/>
                <a:gd name="T7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79">
                  <a:moveTo>
                    <a:pt x="142" y="41"/>
                  </a:moveTo>
                  <a:cubicBezTo>
                    <a:pt x="142" y="41"/>
                    <a:pt x="142" y="41"/>
                    <a:pt x="142" y="41"/>
                  </a:cubicBezTo>
                  <a:cubicBezTo>
                    <a:pt x="142" y="41"/>
                    <a:pt x="142" y="41"/>
                    <a:pt x="142" y="41"/>
                  </a:cubicBezTo>
                  <a:cubicBezTo>
                    <a:pt x="142" y="41"/>
                    <a:pt x="142" y="41"/>
                    <a:pt x="142" y="41"/>
                  </a:cubicBezTo>
                  <a:cubicBezTo>
                    <a:pt x="142" y="41"/>
                    <a:pt x="142" y="41"/>
                    <a:pt x="142" y="41"/>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0" name="Freeform 522">
              <a:extLst>
                <a:ext uri="{FF2B5EF4-FFF2-40B4-BE49-F238E27FC236}">
                  <a16:creationId xmlns:a16="http://schemas.microsoft.com/office/drawing/2014/main" id="{2240CFEB-8008-4225-AC74-3E0B19548F4B}"/>
                </a:ext>
              </a:extLst>
            </p:cNvPr>
            <p:cNvSpPr>
              <a:spLocks noEditPoints="1"/>
            </p:cNvSpPr>
            <p:nvPr userDrawn="1"/>
          </p:nvSpPr>
          <p:spPr bwMode="auto">
            <a:xfrm>
              <a:off x="6586941" y="-221764"/>
              <a:ext cx="387335" cy="156539"/>
            </a:xfrm>
            <a:custGeom>
              <a:avLst/>
              <a:gdLst>
                <a:gd name="T0" fmla="*/ 187 w 258"/>
                <a:gd name="T1" fmla="*/ 54 h 104"/>
                <a:gd name="T2" fmla="*/ 187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76 w 258"/>
                <a:gd name="T17" fmla="*/ 69 h 104"/>
                <a:gd name="T18" fmla="*/ 184 w 258"/>
                <a:gd name="T19" fmla="*/ 81 h 104"/>
                <a:gd name="T20" fmla="*/ 187 w 258"/>
                <a:gd name="T21" fmla="*/ 83 h 104"/>
                <a:gd name="T22" fmla="*/ 115 w 258"/>
                <a:gd name="T23" fmla="*/ 98 h 104"/>
                <a:gd name="T24" fmla="*/ 100 w 258"/>
                <a:gd name="T25" fmla="*/ 98 h 104"/>
                <a:gd name="T26" fmla="*/ 99 w 258"/>
                <a:gd name="T27" fmla="*/ 97 h 104"/>
                <a:gd name="T28" fmla="*/ 93 w 258"/>
                <a:gd name="T29" fmla="*/ 98 h 104"/>
                <a:gd name="T30" fmla="*/ 14 w 258"/>
                <a:gd name="T31" fmla="*/ 78 h 104"/>
                <a:gd name="T32" fmla="*/ 11 w 258"/>
                <a:gd name="T33" fmla="*/ 75 h 104"/>
                <a:gd name="T34" fmla="*/ 16 w 258"/>
                <a:gd name="T35" fmla="*/ 19 h 104"/>
                <a:gd name="T36" fmla="*/ 24 w 258"/>
                <a:gd name="T37" fmla="*/ 14 h 104"/>
                <a:gd name="T38" fmla="*/ 25 w 258"/>
                <a:gd name="T39" fmla="*/ 13 h 104"/>
                <a:gd name="T40" fmla="*/ 94 w 258"/>
                <a:gd name="T41" fmla="*/ 0 h 104"/>
                <a:gd name="T42" fmla="*/ 23 w 258"/>
                <a:gd name="T43" fmla="*/ 8 h 104"/>
                <a:gd name="T44" fmla="*/ 11 w 258"/>
                <a:gd name="T45" fmla="*/ 15 h 104"/>
                <a:gd name="T46" fmla="*/ 5 w 258"/>
                <a:gd name="T47" fmla="*/ 77 h 104"/>
                <a:gd name="T48" fmla="*/ 6 w 258"/>
                <a:gd name="T49" fmla="*/ 78 h 104"/>
                <a:gd name="T50" fmla="*/ 93 w 258"/>
                <a:gd name="T51" fmla="*/ 104 h 104"/>
                <a:gd name="T52" fmla="*/ 98 w 258"/>
                <a:gd name="T53" fmla="*/ 103 h 104"/>
                <a:gd name="T54" fmla="*/ 240 w 258"/>
                <a:gd name="T55" fmla="*/ 84 h 104"/>
                <a:gd name="T56" fmla="*/ 188 w 258"/>
                <a:gd name="T57" fmla="*/ 77 h 104"/>
                <a:gd name="T58" fmla="*/ 185 w 258"/>
                <a:gd name="T59" fmla="*/ 75 h 104"/>
                <a:gd name="T60" fmla="*/ 187 w 258"/>
                <a:gd name="T61" fmla="*/ 54 h 104"/>
                <a:gd name="T62" fmla="*/ 186 w 258"/>
                <a:gd name="T63" fmla="*/ 20 h 104"/>
                <a:gd name="T64" fmla="*/ 186 w 258"/>
                <a:gd name="T65" fmla="*/ 19 h 104"/>
                <a:gd name="T66" fmla="*/ 182 w 258"/>
                <a:gd name="T67" fmla="*/ 23 h 104"/>
                <a:gd name="T68" fmla="*/ 186 w 258"/>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3"/>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1" name="Freeform 523">
              <a:extLst>
                <a:ext uri="{FF2B5EF4-FFF2-40B4-BE49-F238E27FC236}">
                  <a16:creationId xmlns:a16="http://schemas.microsoft.com/office/drawing/2014/main" id="{53597B56-94F5-4FDB-8578-CD974472A140}"/>
                </a:ext>
              </a:extLst>
            </p:cNvPr>
            <p:cNvSpPr>
              <a:spLocks noEditPoints="1"/>
            </p:cNvSpPr>
            <p:nvPr userDrawn="1"/>
          </p:nvSpPr>
          <p:spPr bwMode="auto">
            <a:xfrm>
              <a:off x="6251786" y="958301"/>
              <a:ext cx="417438" cy="170588"/>
            </a:xfrm>
            <a:custGeom>
              <a:avLst/>
              <a:gdLst>
                <a:gd name="T0" fmla="*/ 101 w 277"/>
                <a:gd name="T1" fmla="*/ 6 h 112"/>
                <a:gd name="T2" fmla="*/ 191 w 277"/>
                <a:gd name="T3" fmla="*/ 22 h 112"/>
                <a:gd name="T4" fmla="*/ 197 w 277"/>
                <a:gd name="T5" fmla="*/ 25 h 112"/>
                <a:gd name="T6" fmla="*/ 199 w 277"/>
                <a:gd name="T7" fmla="*/ 50 h 112"/>
                <a:gd name="T8" fmla="*/ 197 w 277"/>
                <a:gd name="T9" fmla="*/ 54 h 112"/>
                <a:gd name="T10" fmla="*/ 197 w 277"/>
                <a:gd name="T11" fmla="*/ 54 h 112"/>
                <a:gd name="T12" fmla="*/ 191 w 277"/>
                <a:gd name="T13" fmla="*/ 74 h 112"/>
                <a:gd name="T14" fmla="*/ 198 w 277"/>
                <a:gd name="T15" fmla="*/ 87 h 112"/>
                <a:gd name="T16" fmla="*/ 202 w 277"/>
                <a:gd name="T17" fmla="*/ 88 h 112"/>
                <a:gd name="T18" fmla="*/ 124 w 277"/>
                <a:gd name="T19" fmla="*/ 106 h 112"/>
                <a:gd name="T20" fmla="*/ 108 w 277"/>
                <a:gd name="T21" fmla="*/ 105 h 112"/>
                <a:gd name="T22" fmla="*/ 107 w 277"/>
                <a:gd name="T23" fmla="*/ 105 h 112"/>
                <a:gd name="T24" fmla="*/ 100 w 277"/>
                <a:gd name="T25" fmla="*/ 105 h 112"/>
                <a:gd name="T26" fmla="*/ 15 w 277"/>
                <a:gd name="T27" fmla="*/ 83 h 112"/>
                <a:gd name="T28" fmla="*/ 12 w 277"/>
                <a:gd name="T29" fmla="*/ 80 h 112"/>
                <a:gd name="T30" fmla="*/ 17 w 277"/>
                <a:gd name="T31" fmla="*/ 20 h 112"/>
                <a:gd name="T32" fmla="*/ 26 w 277"/>
                <a:gd name="T33" fmla="*/ 14 h 112"/>
                <a:gd name="T34" fmla="*/ 26 w 277"/>
                <a:gd name="T35" fmla="*/ 14 h 112"/>
                <a:gd name="T36" fmla="*/ 101 w 277"/>
                <a:gd name="T37" fmla="*/ 0 h 112"/>
                <a:gd name="T38" fmla="*/ 25 w 277"/>
                <a:gd name="T39" fmla="*/ 8 h 112"/>
                <a:gd name="T40" fmla="*/ 23 w 277"/>
                <a:gd name="T41" fmla="*/ 9 h 112"/>
                <a:gd name="T42" fmla="*/ 22 w 277"/>
                <a:gd name="T43" fmla="*/ 9 h 112"/>
                <a:gd name="T44" fmla="*/ 0 w 277"/>
                <a:gd name="T45" fmla="*/ 50 h 112"/>
                <a:gd name="T46" fmla="*/ 6 w 277"/>
                <a:gd name="T47" fmla="*/ 83 h 112"/>
                <a:gd name="T48" fmla="*/ 25 w 277"/>
                <a:gd name="T49" fmla="*/ 97 h 112"/>
                <a:gd name="T50" fmla="*/ 100 w 277"/>
                <a:gd name="T51" fmla="*/ 111 h 112"/>
                <a:gd name="T52" fmla="*/ 124 w 277"/>
                <a:gd name="T53" fmla="*/ 112 h 112"/>
                <a:gd name="T54" fmla="*/ 277 w 277"/>
                <a:gd name="T55" fmla="*/ 84 h 112"/>
                <a:gd name="T56" fmla="*/ 202 w 277"/>
                <a:gd name="T57" fmla="*/ 82 h 112"/>
                <a:gd name="T58" fmla="*/ 197 w 277"/>
                <a:gd name="T59" fmla="*/ 74 h 112"/>
                <a:gd name="T60" fmla="*/ 202 w 277"/>
                <a:gd name="T61" fmla="*/ 57 h 112"/>
                <a:gd name="T62" fmla="*/ 201 w 277"/>
                <a:gd name="T63" fmla="*/ 21 h 112"/>
                <a:gd name="T64" fmla="*/ 200 w 277"/>
                <a:gd name="T65" fmla="*/ 20 h 112"/>
                <a:gd name="T66" fmla="*/ 196 w 277"/>
                <a:gd name="T67" fmla="*/ 25 h 112"/>
                <a:gd name="T68" fmla="*/ 200 w 277"/>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12">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7"/>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2" name="Freeform 524">
              <a:extLst>
                <a:ext uri="{FF2B5EF4-FFF2-40B4-BE49-F238E27FC236}">
                  <a16:creationId xmlns:a16="http://schemas.microsoft.com/office/drawing/2014/main" id="{0A443A42-8A81-479F-BC76-064874553637}"/>
                </a:ext>
              </a:extLst>
            </p:cNvPr>
            <p:cNvSpPr>
              <a:spLocks/>
            </p:cNvSpPr>
            <p:nvPr userDrawn="1"/>
          </p:nvSpPr>
          <p:spPr bwMode="auto">
            <a:xfrm>
              <a:off x="6285904" y="972350"/>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3" name="Freeform 525">
              <a:extLst>
                <a:ext uri="{FF2B5EF4-FFF2-40B4-BE49-F238E27FC236}">
                  <a16:creationId xmlns:a16="http://schemas.microsoft.com/office/drawing/2014/main" id="{3886693D-8DA0-4916-8F4D-A4AA3B8B1A29}"/>
                </a:ext>
              </a:extLst>
            </p:cNvPr>
            <p:cNvSpPr>
              <a:spLocks noEditPoints="1"/>
            </p:cNvSpPr>
            <p:nvPr userDrawn="1"/>
          </p:nvSpPr>
          <p:spPr bwMode="auto">
            <a:xfrm>
              <a:off x="7052544" y="976364"/>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4" name="Freeform 526">
              <a:extLst>
                <a:ext uri="{FF2B5EF4-FFF2-40B4-BE49-F238E27FC236}">
                  <a16:creationId xmlns:a16="http://schemas.microsoft.com/office/drawing/2014/main" id="{0D3F9DB0-69C6-4216-B3F1-DA5BFA26AB43}"/>
                </a:ext>
              </a:extLst>
            </p:cNvPr>
            <p:cNvSpPr>
              <a:spLocks/>
            </p:cNvSpPr>
            <p:nvPr userDrawn="1"/>
          </p:nvSpPr>
          <p:spPr bwMode="auto">
            <a:xfrm>
              <a:off x="7076627" y="1018508"/>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5" name="Freeform 527">
              <a:extLst>
                <a:ext uri="{FF2B5EF4-FFF2-40B4-BE49-F238E27FC236}">
                  <a16:creationId xmlns:a16="http://schemas.microsoft.com/office/drawing/2014/main" id="{FD1B804A-0F61-4C56-8DCD-E6CC8D8282FE}"/>
                </a:ext>
              </a:extLst>
            </p:cNvPr>
            <p:cNvSpPr>
              <a:spLocks noEditPoints="1"/>
            </p:cNvSpPr>
            <p:nvPr userDrawn="1"/>
          </p:nvSpPr>
          <p:spPr bwMode="auto">
            <a:xfrm>
              <a:off x="7423823" y="1460029"/>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7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6" name="Freeform 528">
              <a:extLst>
                <a:ext uri="{FF2B5EF4-FFF2-40B4-BE49-F238E27FC236}">
                  <a16:creationId xmlns:a16="http://schemas.microsoft.com/office/drawing/2014/main" id="{E268A7EB-2339-4A51-A4D1-94C2E445E33E}"/>
                </a:ext>
              </a:extLst>
            </p:cNvPr>
            <p:cNvSpPr>
              <a:spLocks noEditPoints="1"/>
            </p:cNvSpPr>
            <p:nvPr userDrawn="1"/>
          </p:nvSpPr>
          <p:spPr bwMode="auto">
            <a:xfrm>
              <a:off x="7769012" y="861969"/>
              <a:ext cx="254879"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7" name="Freeform 529">
              <a:extLst>
                <a:ext uri="{FF2B5EF4-FFF2-40B4-BE49-F238E27FC236}">
                  <a16:creationId xmlns:a16="http://schemas.microsoft.com/office/drawing/2014/main" id="{C48BB543-128A-4C67-8450-BA52DEE9963C}"/>
                </a:ext>
              </a:extLst>
            </p:cNvPr>
            <p:cNvSpPr>
              <a:spLocks noEditPoints="1"/>
            </p:cNvSpPr>
            <p:nvPr userDrawn="1"/>
          </p:nvSpPr>
          <p:spPr bwMode="auto">
            <a:xfrm>
              <a:off x="8738351" y="1233248"/>
              <a:ext cx="256885" cy="198685"/>
            </a:xfrm>
            <a:custGeom>
              <a:avLst/>
              <a:gdLst>
                <a:gd name="T0" fmla="*/ 40 w 170"/>
                <a:gd name="T1" fmla="*/ 87 h 132"/>
                <a:gd name="T2" fmla="*/ 40 w 170"/>
                <a:gd name="T3" fmla="*/ 87 h 132"/>
                <a:gd name="T4" fmla="*/ 27 w 170"/>
                <a:gd name="T5" fmla="*/ 7 h 132"/>
                <a:gd name="T6" fmla="*/ 35 w 170"/>
                <a:gd name="T7" fmla="*/ 7 h 132"/>
                <a:gd name="T8" fmla="*/ 108 w 170"/>
                <a:gd name="T9" fmla="*/ 6 h 132"/>
                <a:gd name="T10" fmla="*/ 131 w 170"/>
                <a:gd name="T11" fmla="*/ 7 h 132"/>
                <a:gd name="T12" fmla="*/ 139 w 170"/>
                <a:gd name="T13" fmla="*/ 7 h 132"/>
                <a:gd name="T14" fmla="*/ 143 w 170"/>
                <a:gd name="T15" fmla="*/ 7 h 132"/>
                <a:gd name="T16" fmla="*/ 148 w 170"/>
                <a:gd name="T17" fmla="*/ 10 h 132"/>
                <a:gd name="T18" fmla="*/ 158 w 170"/>
                <a:gd name="T19" fmla="*/ 23 h 132"/>
                <a:gd name="T20" fmla="*/ 164 w 170"/>
                <a:gd name="T21" fmla="*/ 42 h 132"/>
                <a:gd name="T22" fmla="*/ 155 w 170"/>
                <a:gd name="T23" fmla="*/ 65 h 132"/>
                <a:gd name="T24" fmla="*/ 124 w 170"/>
                <a:gd name="T25" fmla="*/ 88 h 132"/>
                <a:gd name="T26" fmla="*/ 51 w 170"/>
                <a:gd name="T27" fmla="*/ 88 h 132"/>
                <a:gd name="T28" fmla="*/ 45 w 170"/>
                <a:gd name="T29" fmla="*/ 107 h 132"/>
                <a:gd name="T30" fmla="*/ 43 w 170"/>
                <a:gd name="T31" fmla="*/ 88 h 132"/>
                <a:gd name="T32" fmla="*/ 40 w 170"/>
                <a:gd name="T33" fmla="*/ 87 h 132"/>
                <a:gd name="T34" fmla="*/ 27 w 170"/>
                <a:gd name="T35" fmla="*/ 82 h 132"/>
                <a:gd name="T36" fmla="*/ 8 w 170"/>
                <a:gd name="T37" fmla="*/ 45 h 132"/>
                <a:gd name="T38" fmla="*/ 8 w 170"/>
                <a:gd name="T39" fmla="*/ 45 h 132"/>
                <a:gd name="T40" fmla="*/ 8 w 170"/>
                <a:gd name="T41" fmla="*/ 44 h 132"/>
                <a:gd name="T42" fmla="*/ 8 w 170"/>
                <a:gd name="T43" fmla="*/ 44 h 132"/>
                <a:gd name="T44" fmla="*/ 6 w 170"/>
                <a:gd name="T45" fmla="*/ 33 h 132"/>
                <a:gd name="T46" fmla="*/ 10 w 170"/>
                <a:gd name="T47" fmla="*/ 18 h 132"/>
                <a:gd name="T48" fmla="*/ 27 w 170"/>
                <a:gd name="T49" fmla="*/ 7 h 132"/>
                <a:gd name="T50" fmla="*/ 108 w 170"/>
                <a:gd name="T51" fmla="*/ 0 h 132"/>
                <a:gd name="T52" fmla="*/ 27 w 170"/>
                <a:gd name="T53" fmla="*/ 1 h 132"/>
                <a:gd name="T54" fmla="*/ 27 w 170"/>
                <a:gd name="T55" fmla="*/ 1 h 132"/>
                <a:gd name="T56" fmla="*/ 26 w 170"/>
                <a:gd name="T57" fmla="*/ 2 h 132"/>
                <a:gd name="T58" fmla="*/ 5 w 170"/>
                <a:gd name="T59" fmla="*/ 15 h 132"/>
                <a:gd name="T60" fmla="*/ 0 w 170"/>
                <a:gd name="T61" fmla="*/ 33 h 132"/>
                <a:gd name="T62" fmla="*/ 2 w 170"/>
                <a:gd name="T63" fmla="*/ 46 h 132"/>
                <a:gd name="T64" fmla="*/ 24 w 170"/>
                <a:gd name="T65" fmla="*/ 87 h 132"/>
                <a:gd name="T66" fmla="*/ 37 w 170"/>
                <a:gd name="T67" fmla="*/ 93 h 132"/>
                <a:gd name="T68" fmla="*/ 43 w 170"/>
                <a:gd name="T69" fmla="*/ 132 h 132"/>
                <a:gd name="T70" fmla="*/ 44 w 170"/>
                <a:gd name="T71" fmla="*/ 132 h 132"/>
                <a:gd name="T72" fmla="*/ 56 w 170"/>
                <a:gd name="T73" fmla="*/ 94 h 132"/>
                <a:gd name="T74" fmla="*/ 125 w 170"/>
                <a:gd name="T75" fmla="*/ 94 h 132"/>
                <a:gd name="T76" fmla="*/ 126 w 170"/>
                <a:gd name="T77" fmla="*/ 94 h 132"/>
                <a:gd name="T78" fmla="*/ 160 w 170"/>
                <a:gd name="T79" fmla="*/ 68 h 132"/>
                <a:gd name="T80" fmla="*/ 170 w 170"/>
                <a:gd name="T81" fmla="*/ 42 h 132"/>
                <a:gd name="T82" fmla="*/ 162 w 170"/>
                <a:gd name="T83" fmla="*/ 17 h 132"/>
                <a:gd name="T84" fmla="*/ 162 w 170"/>
                <a:gd name="T85" fmla="*/ 17 h 132"/>
                <a:gd name="T86" fmla="*/ 160 w 170"/>
                <a:gd name="T87" fmla="*/ 15 h 132"/>
                <a:gd name="T88" fmla="*/ 160 w 170"/>
                <a:gd name="T89" fmla="*/ 14 h 132"/>
                <a:gd name="T90" fmla="*/ 160 w 170"/>
                <a:gd name="T91" fmla="*/ 14 h 132"/>
                <a:gd name="T92" fmla="*/ 152 w 170"/>
                <a:gd name="T93" fmla="*/ 6 h 132"/>
                <a:gd name="T94" fmla="*/ 144 w 170"/>
                <a:gd name="T95" fmla="*/ 2 h 132"/>
                <a:gd name="T96" fmla="*/ 139 w 170"/>
                <a:gd name="T97" fmla="*/ 1 h 132"/>
                <a:gd name="T98" fmla="*/ 108 w 170"/>
                <a:gd name="T9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32">
                  <a:moveTo>
                    <a:pt x="40" y="87"/>
                  </a:moveTo>
                  <a:cubicBezTo>
                    <a:pt x="40" y="87"/>
                    <a:pt x="40" y="87"/>
                    <a:pt x="40" y="87"/>
                  </a:cubicBezTo>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8" name="Freeform 530">
              <a:extLst>
                <a:ext uri="{FF2B5EF4-FFF2-40B4-BE49-F238E27FC236}">
                  <a16:creationId xmlns:a16="http://schemas.microsoft.com/office/drawing/2014/main" id="{E0B45653-FA97-4C7D-B8E0-CE249EDECE6A}"/>
                </a:ext>
              </a:extLst>
            </p:cNvPr>
            <p:cNvSpPr>
              <a:spLocks/>
            </p:cNvSpPr>
            <p:nvPr userDrawn="1"/>
          </p:nvSpPr>
          <p:spPr bwMode="auto">
            <a:xfrm>
              <a:off x="8804579" y="1431932"/>
              <a:ext cx="0"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9" name="Freeform 531">
              <a:extLst>
                <a:ext uri="{FF2B5EF4-FFF2-40B4-BE49-F238E27FC236}">
                  <a16:creationId xmlns:a16="http://schemas.microsoft.com/office/drawing/2014/main" id="{F480B300-1621-4CB1-A813-D467657B4DAB}"/>
                </a:ext>
              </a:extLst>
            </p:cNvPr>
            <p:cNvSpPr>
              <a:spLocks noEditPoints="1"/>
            </p:cNvSpPr>
            <p:nvPr userDrawn="1"/>
          </p:nvSpPr>
          <p:spPr bwMode="auto">
            <a:xfrm>
              <a:off x="7492058" y="5018"/>
              <a:ext cx="280968" cy="242837"/>
            </a:xfrm>
            <a:custGeom>
              <a:avLst/>
              <a:gdLst>
                <a:gd name="T0" fmla="*/ 91 w 187"/>
                <a:gd name="T1" fmla="*/ 23 h 162"/>
                <a:gd name="T2" fmla="*/ 94 w 187"/>
                <a:gd name="T3" fmla="*/ 22 h 162"/>
                <a:gd name="T4" fmla="*/ 73 w 187"/>
                <a:gd name="T5" fmla="*/ 8 h 162"/>
                <a:gd name="T6" fmla="*/ 84 w 187"/>
                <a:gd name="T7" fmla="*/ 12 h 162"/>
                <a:gd name="T8" fmla="*/ 93 w 187"/>
                <a:gd name="T9" fmla="*/ 25 h 162"/>
                <a:gd name="T10" fmla="*/ 135 w 187"/>
                <a:gd name="T11" fmla="*/ 13 h 162"/>
                <a:gd name="T12" fmla="*/ 151 w 187"/>
                <a:gd name="T13" fmla="*/ 51 h 162"/>
                <a:gd name="T14" fmla="*/ 174 w 187"/>
                <a:gd name="T15" fmla="*/ 64 h 162"/>
                <a:gd name="T16" fmla="*/ 178 w 187"/>
                <a:gd name="T17" fmla="*/ 87 h 162"/>
                <a:gd name="T18" fmla="*/ 153 w 187"/>
                <a:gd name="T19" fmla="*/ 110 h 162"/>
                <a:gd name="T20" fmla="*/ 142 w 187"/>
                <a:gd name="T21" fmla="*/ 112 h 162"/>
                <a:gd name="T22" fmla="*/ 134 w 187"/>
                <a:gd name="T23" fmla="*/ 137 h 162"/>
                <a:gd name="T24" fmla="*/ 113 w 187"/>
                <a:gd name="T25" fmla="*/ 134 h 162"/>
                <a:gd name="T26" fmla="*/ 98 w 187"/>
                <a:gd name="T27" fmla="*/ 135 h 162"/>
                <a:gd name="T28" fmla="*/ 46 w 187"/>
                <a:gd name="T29" fmla="*/ 137 h 162"/>
                <a:gd name="T30" fmla="*/ 28 w 187"/>
                <a:gd name="T31" fmla="*/ 111 h 162"/>
                <a:gd name="T32" fmla="*/ 8 w 187"/>
                <a:gd name="T33" fmla="*/ 105 h 162"/>
                <a:gd name="T34" fmla="*/ 20 w 187"/>
                <a:gd name="T35" fmla="*/ 81 h 162"/>
                <a:gd name="T36" fmla="*/ 21 w 187"/>
                <a:gd name="T37" fmla="*/ 36 h 162"/>
                <a:gd name="T38" fmla="*/ 62 w 187"/>
                <a:gd name="T39" fmla="*/ 28 h 162"/>
                <a:gd name="T40" fmla="*/ 77 w 187"/>
                <a:gd name="T41" fmla="*/ 0 h 162"/>
                <a:gd name="T42" fmla="*/ 60 w 187"/>
                <a:gd name="T43" fmla="*/ 13 h 162"/>
                <a:gd name="T44" fmla="*/ 60 w 187"/>
                <a:gd name="T45" fmla="*/ 21 h 162"/>
                <a:gd name="T46" fmla="*/ 53 w 187"/>
                <a:gd name="T47" fmla="*/ 24 h 162"/>
                <a:gd name="T48" fmla="*/ 36 w 187"/>
                <a:gd name="T49" fmla="*/ 20 h 162"/>
                <a:gd name="T50" fmla="*/ 11 w 187"/>
                <a:gd name="T51" fmla="*/ 48 h 162"/>
                <a:gd name="T52" fmla="*/ 18 w 187"/>
                <a:gd name="T53" fmla="*/ 71 h 162"/>
                <a:gd name="T54" fmla="*/ 4 w 187"/>
                <a:gd name="T55" fmla="*/ 83 h 162"/>
                <a:gd name="T56" fmla="*/ 2 w 187"/>
                <a:gd name="T57" fmla="*/ 85 h 162"/>
                <a:gd name="T58" fmla="*/ 19 w 187"/>
                <a:gd name="T59" fmla="*/ 118 h 162"/>
                <a:gd name="T60" fmla="*/ 35 w 187"/>
                <a:gd name="T61" fmla="*/ 118 h 162"/>
                <a:gd name="T62" fmla="*/ 40 w 187"/>
                <a:gd name="T63" fmla="*/ 138 h 162"/>
                <a:gd name="T64" fmla="*/ 41 w 187"/>
                <a:gd name="T65" fmla="*/ 141 h 162"/>
                <a:gd name="T66" fmla="*/ 93 w 187"/>
                <a:gd name="T67" fmla="*/ 150 h 162"/>
                <a:gd name="T68" fmla="*/ 107 w 187"/>
                <a:gd name="T69" fmla="*/ 137 h 162"/>
                <a:gd name="T70" fmla="*/ 110 w 187"/>
                <a:gd name="T71" fmla="*/ 140 h 162"/>
                <a:gd name="T72" fmla="*/ 123 w 187"/>
                <a:gd name="T73" fmla="*/ 146 h 162"/>
                <a:gd name="T74" fmla="*/ 144 w 187"/>
                <a:gd name="T75" fmla="*/ 134 h 162"/>
                <a:gd name="T76" fmla="*/ 172 w 187"/>
                <a:gd name="T77" fmla="*/ 155 h 162"/>
                <a:gd name="T78" fmla="*/ 184 w 187"/>
                <a:gd name="T79" fmla="*/ 162 h 162"/>
                <a:gd name="T80" fmla="*/ 187 w 187"/>
                <a:gd name="T81" fmla="*/ 158 h 162"/>
                <a:gd name="T82" fmla="*/ 159 w 187"/>
                <a:gd name="T83" fmla="*/ 110 h 162"/>
                <a:gd name="T84" fmla="*/ 185 w 187"/>
                <a:gd name="T85" fmla="*/ 87 h 162"/>
                <a:gd name="T86" fmla="*/ 174 w 187"/>
                <a:gd name="T87" fmla="*/ 58 h 162"/>
                <a:gd name="T88" fmla="*/ 160 w 187"/>
                <a:gd name="T89" fmla="*/ 56 h 162"/>
                <a:gd name="T90" fmla="*/ 157 w 187"/>
                <a:gd name="T91" fmla="*/ 21 h 162"/>
                <a:gd name="T92" fmla="*/ 99 w 187"/>
                <a:gd name="T93" fmla="*/ 13 h 162"/>
                <a:gd name="T94" fmla="*/ 77 w 187"/>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0" name="Freeform 532">
              <a:extLst>
                <a:ext uri="{FF2B5EF4-FFF2-40B4-BE49-F238E27FC236}">
                  <a16:creationId xmlns:a16="http://schemas.microsoft.com/office/drawing/2014/main" id="{DF323B0A-5182-4AF4-8AAC-B6A3A9AC79E0}"/>
                </a:ext>
              </a:extLst>
            </p:cNvPr>
            <p:cNvSpPr>
              <a:spLocks noEditPoints="1"/>
            </p:cNvSpPr>
            <p:nvPr userDrawn="1"/>
          </p:nvSpPr>
          <p:spPr bwMode="auto">
            <a:xfrm>
              <a:off x="8202505" y="47162"/>
              <a:ext cx="282975" cy="242837"/>
            </a:xfrm>
            <a:custGeom>
              <a:avLst/>
              <a:gdLst>
                <a:gd name="T0" fmla="*/ 77 w 188"/>
                <a:gd name="T1" fmla="*/ 139 h 162"/>
                <a:gd name="T2" fmla="*/ 105 w 188"/>
                <a:gd name="T3" fmla="*/ 9 h 162"/>
                <a:gd name="T4" fmla="*/ 110 w 188"/>
                <a:gd name="T5" fmla="*/ 6 h 162"/>
                <a:gd name="T6" fmla="*/ 121 w 188"/>
                <a:gd name="T7" fmla="*/ 15 h 162"/>
                <a:gd name="T8" fmla="*/ 127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2"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1" name="Freeform 533">
              <a:extLst>
                <a:ext uri="{FF2B5EF4-FFF2-40B4-BE49-F238E27FC236}">
                  <a16:creationId xmlns:a16="http://schemas.microsoft.com/office/drawing/2014/main" id="{029A45D3-B742-4F11-B764-B6EEE84995F2}"/>
                </a:ext>
              </a:extLst>
            </p:cNvPr>
            <p:cNvSpPr>
              <a:spLocks noEditPoints="1"/>
            </p:cNvSpPr>
            <p:nvPr userDrawn="1"/>
          </p:nvSpPr>
          <p:spPr bwMode="auto">
            <a:xfrm>
              <a:off x="7630535" y="1144944"/>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7 h 162"/>
                <a:gd name="T10" fmla="*/ 169 w 188"/>
                <a:gd name="T11" fmla="*/ 54 h 162"/>
                <a:gd name="T12" fmla="*/ 167 w 188"/>
                <a:gd name="T13" fmla="*/ 80 h 162"/>
                <a:gd name="T14" fmla="*/ 179 w 188"/>
                <a:gd name="T15" fmla="*/ 105 h 162"/>
                <a:gd name="T16" fmla="*/ 159 w 188"/>
                <a:gd name="T17" fmla="*/ 110 h 162"/>
                <a:gd name="T18" fmla="*/ 141 w 188"/>
                <a:gd name="T19" fmla="*/ 132 h 162"/>
                <a:gd name="T20" fmla="*/ 102 w 188"/>
                <a:gd name="T21" fmla="*/ 146 h 162"/>
                <a:gd name="T22" fmla="*/ 81 w 188"/>
                <a:gd name="T23" fmla="*/ 131 h 162"/>
                <a:gd name="T24" fmla="*/ 73 w 188"/>
                <a:gd name="T25" fmla="*/ 135 h 162"/>
                <a:gd name="T26" fmla="*/ 53 w 188"/>
                <a:gd name="T27" fmla="*/ 136 h 162"/>
                <a:gd name="T28" fmla="*/ 48 w 188"/>
                <a:gd name="T29" fmla="*/ 115 h 162"/>
                <a:gd name="T30" fmla="*/ 27 w 188"/>
                <a:gd name="T31" fmla="*/ 126 h 162"/>
                <a:gd name="T32" fmla="*/ 12 w 188"/>
                <a:gd name="T33" fmla="*/ 91 h 162"/>
                <a:gd name="T34" fmla="*/ 10 w 188"/>
                <a:gd name="T35" fmla="*/ 64 h 162"/>
                <a:gd name="T36" fmla="*/ 31 w 188"/>
                <a:gd name="T37" fmla="*/ 60 h 162"/>
                <a:gd name="T38" fmla="*/ 35 w 188"/>
                <a:gd name="T39" fmla="*/ 24 h 162"/>
                <a:gd name="T40" fmla="*/ 85 w 188"/>
                <a:gd name="T41" fmla="*/ 17 h 162"/>
                <a:gd name="T42" fmla="*/ 94 w 188"/>
                <a:gd name="T43" fmla="*/ 24 h 162"/>
                <a:gd name="T44" fmla="*/ 110 w 188"/>
                <a:gd name="T45" fmla="*/ 0 h 162"/>
                <a:gd name="T46" fmla="*/ 88 w 188"/>
                <a:gd name="T47" fmla="*/ 12 h 162"/>
                <a:gd name="T48" fmla="*/ 30 w 188"/>
                <a:gd name="T49" fmla="*/ 20 h 162"/>
                <a:gd name="T50" fmla="*/ 28 w 188"/>
                <a:gd name="T51" fmla="*/ 55 h 162"/>
                <a:gd name="T52" fmla="*/ 13 w 188"/>
                <a:gd name="T53" fmla="*/ 57 h 162"/>
                <a:gd name="T54" fmla="*/ 3 w 188"/>
                <a:gd name="T55" fmla="*/ 90 h 162"/>
                <a:gd name="T56" fmla="*/ 28 w 188"/>
                <a:gd name="T57" fmla="*/ 110 h 162"/>
                <a:gd name="T58" fmla="*/ 1 w 188"/>
                <a:gd name="T59" fmla="*/ 157 h 162"/>
                <a:gd name="T60" fmla="*/ 0 w 188"/>
                <a:gd name="T61" fmla="*/ 160 h 162"/>
                <a:gd name="T62" fmla="*/ 8 w 188"/>
                <a:gd name="T63" fmla="*/ 160 h 162"/>
                <a:gd name="T64" fmla="*/ 44 w 188"/>
                <a:gd name="T65" fmla="*/ 124 h 162"/>
                <a:gd name="T66" fmla="*/ 50 w 188"/>
                <a:gd name="T67" fmla="*/ 141 h 162"/>
                <a:gd name="T68" fmla="*/ 77 w 188"/>
                <a:gd name="T69" fmla="*/ 140 h 162"/>
                <a:gd name="T70" fmla="*/ 79 w 188"/>
                <a:gd name="T71" fmla="*/ 138 h 162"/>
                <a:gd name="T72" fmla="*/ 94 w 188"/>
                <a:gd name="T73" fmla="*/ 150 h 162"/>
                <a:gd name="T74" fmla="*/ 146 w 188"/>
                <a:gd name="T75" fmla="*/ 140 h 162"/>
                <a:gd name="T76" fmla="*/ 147 w 188"/>
                <a:gd name="T77" fmla="*/ 132 h 162"/>
                <a:gd name="T78" fmla="*/ 167 w 188"/>
                <a:gd name="T79" fmla="*/ 117 h 162"/>
                <a:gd name="T80" fmla="*/ 184 w 188"/>
                <a:gd name="T81" fmla="*/ 108 h 162"/>
                <a:gd name="T82" fmla="*/ 183 w 188"/>
                <a:gd name="T83" fmla="*/ 83 h 162"/>
                <a:gd name="T84" fmla="*/ 170 w 188"/>
                <a:gd name="T85" fmla="*/ 71 h 162"/>
                <a:gd name="T86" fmla="*/ 176 w 188"/>
                <a:gd name="T87" fmla="*/ 47 h 162"/>
                <a:gd name="T88" fmla="*/ 151 w 188"/>
                <a:gd name="T89" fmla="*/ 20 h 162"/>
                <a:gd name="T90" fmla="*/ 134 w 188"/>
                <a:gd name="T91" fmla="*/ 23 h 162"/>
                <a:gd name="T92" fmla="*/ 128 w 188"/>
                <a:gd name="T93" fmla="*/ 15 h 162"/>
                <a:gd name="T94" fmla="*/ 117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2" name="Freeform 534">
              <a:extLst>
                <a:ext uri="{FF2B5EF4-FFF2-40B4-BE49-F238E27FC236}">
                  <a16:creationId xmlns:a16="http://schemas.microsoft.com/office/drawing/2014/main" id="{1D598550-2F98-4ADE-A5B7-9A41724691F5}"/>
                </a:ext>
              </a:extLst>
            </p:cNvPr>
            <p:cNvSpPr>
              <a:spLocks noEditPoints="1"/>
            </p:cNvSpPr>
            <p:nvPr userDrawn="1"/>
          </p:nvSpPr>
          <p:spPr bwMode="auto">
            <a:xfrm>
              <a:off x="8979181" y="946259"/>
              <a:ext cx="365258" cy="313078"/>
            </a:xfrm>
            <a:custGeom>
              <a:avLst/>
              <a:gdLst>
                <a:gd name="T0" fmla="*/ 3 w 243"/>
                <a:gd name="T1" fmla="*/ 202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32 w 243"/>
                <a:gd name="T21" fmla="*/ 190 h 208"/>
                <a:gd name="T22" fmla="*/ 105 w 243"/>
                <a:gd name="T23" fmla="*/ 170 h 208"/>
                <a:gd name="T24" fmla="*/ 96 w 243"/>
                <a:gd name="T25" fmla="*/ 175 h 208"/>
                <a:gd name="T26" fmla="*/ 68 w 243"/>
                <a:gd name="T27" fmla="*/ 176 h 208"/>
                <a:gd name="T28" fmla="*/ 61 w 243"/>
                <a:gd name="T29" fmla="*/ 149 h 208"/>
                <a:gd name="T30" fmla="*/ 14 w 243"/>
                <a:gd name="T31" fmla="*/ 196 h 208"/>
                <a:gd name="T32" fmla="*/ 19 w 243"/>
                <a:gd name="T33" fmla="*/ 120 h 208"/>
                <a:gd name="T34" fmla="*/ 9 w 243"/>
                <a:gd name="T35" fmla="*/ 85 h 208"/>
                <a:gd name="T36" fmla="*/ 24 w 243"/>
                <a:gd name="T37" fmla="*/ 81 h 208"/>
                <a:gd name="T38" fmla="*/ 37 w 243"/>
                <a:gd name="T39" fmla="*/ 45 h 208"/>
                <a:gd name="T40" fmla="*/ 83 w 243"/>
                <a:gd name="T41" fmla="*/ 11 h 208"/>
                <a:gd name="T42" fmla="*/ 123 w 243"/>
                <a:gd name="T43" fmla="*/ 30 h 208"/>
                <a:gd name="T44" fmla="*/ 128 w 243"/>
                <a:gd name="T45" fmla="*/ 28 h 208"/>
                <a:gd name="T46" fmla="*/ 123 w 243"/>
                <a:gd name="T47" fmla="*/ 22 h 208"/>
                <a:gd name="T48" fmla="*/ 40 w 243"/>
                <a:gd name="T49" fmla="*/ 26 h 208"/>
                <a:gd name="T50" fmla="*/ 36 w 243"/>
                <a:gd name="T51" fmla="*/ 71 h 208"/>
                <a:gd name="T52" fmla="*/ 17 w 243"/>
                <a:gd name="T53" fmla="*/ 74 h 208"/>
                <a:gd name="T54" fmla="*/ 5 w 243"/>
                <a:gd name="T55" fmla="*/ 115 h 208"/>
                <a:gd name="T56" fmla="*/ 37 w 243"/>
                <a:gd name="T57" fmla="*/ 142 h 208"/>
                <a:gd name="T58" fmla="*/ 2 w 243"/>
                <a:gd name="T59" fmla="*/ 203 h 208"/>
                <a:gd name="T60" fmla="*/ 1 w 243"/>
                <a:gd name="T61" fmla="*/ 205 h 208"/>
                <a:gd name="T62" fmla="*/ 9 w 243"/>
                <a:gd name="T63" fmla="*/ 206 h 208"/>
                <a:gd name="T64" fmla="*/ 57 w 243"/>
                <a:gd name="T65" fmla="*/ 160 h 208"/>
                <a:gd name="T66" fmla="*/ 65 w 243"/>
                <a:gd name="T67" fmla="*/ 181 h 208"/>
                <a:gd name="T68" fmla="*/ 99 w 243"/>
                <a:gd name="T69" fmla="*/ 180 h 208"/>
                <a:gd name="T70" fmla="*/ 105 w 243"/>
                <a:gd name="T71" fmla="*/ 176 h 208"/>
                <a:gd name="T72" fmla="*/ 124 w 243"/>
                <a:gd name="T73" fmla="*/ 194 h 208"/>
                <a:gd name="T74" fmla="*/ 190 w 243"/>
                <a:gd name="T75" fmla="*/ 180 h 208"/>
                <a:gd name="T76" fmla="*/ 192 w 243"/>
                <a:gd name="T77" fmla="*/ 157 h 208"/>
                <a:gd name="T78" fmla="*/ 217 w 243"/>
                <a:gd name="T79" fmla="*/ 151 h 208"/>
                <a:gd name="T80" fmla="*/ 239 w 243"/>
                <a:gd name="T81" fmla="*/ 139 h 208"/>
                <a:gd name="T82" fmla="*/ 238 w 243"/>
                <a:gd name="T83" fmla="*/ 108 h 208"/>
                <a:gd name="T84" fmla="*/ 219 w 243"/>
                <a:gd name="T85" fmla="*/ 91 h 208"/>
                <a:gd name="T86" fmla="*/ 228 w 243"/>
                <a:gd name="T87" fmla="*/ 61 h 208"/>
                <a:gd name="T88" fmla="*/ 196 w 243"/>
                <a:gd name="T89" fmla="*/ 26 h 208"/>
                <a:gd name="T90" fmla="*/ 174 w 243"/>
                <a:gd name="T91" fmla="*/ 30 h 208"/>
                <a:gd name="T92" fmla="*/ 165 w 243"/>
                <a:gd name="T93" fmla="*/ 18 h 208"/>
                <a:gd name="T94" fmla="*/ 151 w 243"/>
                <a:gd name="T9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3" y="202"/>
                  </a:moveTo>
                  <a:cubicBezTo>
                    <a:pt x="3" y="202"/>
                    <a:pt x="3" y="202"/>
                    <a:pt x="3" y="202"/>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6" y="192"/>
                    <a:pt x="146"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3" name="Freeform 535">
              <a:extLst>
                <a:ext uri="{FF2B5EF4-FFF2-40B4-BE49-F238E27FC236}">
                  <a16:creationId xmlns:a16="http://schemas.microsoft.com/office/drawing/2014/main" id="{368CFC7D-CE1E-4784-9018-DB3812DFE454}"/>
                </a:ext>
              </a:extLst>
            </p:cNvPr>
            <p:cNvSpPr>
              <a:spLocks/>
            </p:cNvSpPr>
            <p:nvPr userDrawn="1"/>
          </p:nvSpPr>
          <p:spPr bwMode="auto">
            <a:xfrm>
              <a:off x="8979181" y="1255324"/>
              <a:ext cx="4014"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4" name="Freeform 536">
              <a:extLst>
                <a:ext uri="{FF2B5EF4-FFF2-40B4-BE49-F238E27FC236}">
                  <a16:creationId xmlns:a16="http://schemas.microsoft.com/office/drawing/2014/main" id="{684137B9-1880-4345-A04E-7E1A058C665F}"/>
                </a:ext>
              </a:extLst>
            </p:cNvPr>
            <p:cNvSpPr>
              <a:spLocks noEditPoints="1"/>
            </p:cNvSpPr>
            <p:nvPr userDrawn="1"/>
          </p:nvSpPr>
          <p:spPr bwMode="auto">
            <a:xfrm>
              <a:off x="610354" y="198985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6"/>
                    <a:pt x="4" y="26"/>
                    <a:pt x="4" y="26"/>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5" name="Freeform 537">
              <a:extLst>
                <a:ext uri="{FF2B5EF4-FFF2-40B4-BE49-F238E27FC236}">
                  <a16:creationId xmlns:a16="http://schemas.microsoft.com/office/drawing/2014/main" id="{71435F9A-FCA5-4C50-8231-D3CF07393055}"/>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close/>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6" name="Freeform 538">
              <a:extLst>
                <a:ext uri="{FF2B5EF4-FFF2-40B4-BE49-F238E27FC236}">
                  <a16:creationId xmlns:a16="http://schemas.microsoft.com/office/drawing/2014/main" id="{9C6DF593-F3C4-42F1-80FA-4F610BED1076}"/>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7" name="Freeform 539">
              <a:extLst>
                <a:ext uri="{FF2B5EF4-FFF2-40B4-BE49-F238E27FC236}">
                  <a16:creationId xmlns:a16="http://schemas.microsoft.com/office/drawing/2014/main" id="{D61FDC2A-6162-42EA-93A7-DFDD3AA7BD29}"/>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close/>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close/>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8" name="Freeform 540">
              <a:extLst>
                <a:ext uri="{FF2B5EF4-FFF2-40B4-BE49-F238E27FC236}">
                  <a16:creationId xmlns:a16="http://schemas.microsoft.com/office/drawing/2014/main" id="{1ADBDAE5-7834-4653-A964-368382F848A2}"/>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9" name="Freeform 541">
              <a:extLst>
                <a:ext uri="{FF2B5EF4-FFF2-40B4-BE49-F238E27FC236}">
                  <a16:creationId xmlns:a16="http://schemas.microsoft.com/office/drawing/2014/main" id="{B40ADDF8-F8E4-4292-9ED8-A958CEFEED7C}"/>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close/>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close/>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0" name="Freeform 542">
              <a:extLst>
                <a:ext uri="{FF2B5EF4-FFF2-40B4-BE49-F238E27FC236}">
                  <a16:creationId xmlns:a16="http://schemas.microsoft.com/office/drawing/2014/main" id="{4C0BD6C1-DFD4-4E9E-B782-D275B35060FB}"/>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1" name="Freeform 543">
              <a:extLst>
                <a:ext uri="{FF2B5EF4-FFF2-40B4-BE49-F238E27FC236}">
                  <a16:creationId xmlns:a16="http://schemas.microsoft.com/office/drawing/2014/main" id="{00114A20-1AC6-42D3-888A-3201757A32F2}"/>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2" name="Freeform 544">
              <a:extLst>
                <a:ext uri="{FF2B5EF4-FFF2-40B4-BE49-F238E27FC236}">
                  <a16:creationId xmlns:a16="http://schemas.microsoft.com/office/drawing/2014/main" id="{68797CB3-ED66-4EB4-975D-A9674D55D694}"/>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3" name="Freeform 545">
              <a:extLst>
                <a:ext uri="{FF2B5EF4-FFF2-40B4-BE49-F238E27FC236}">
                  <a16:creationId xmlns:a16="http://schemas.microsoft.com/office/drawing/2014/main" id="{F13A89DD-ECF9-42CD-8931-2A39442D52F8}"/>
                </a:ext>
              </a:extLst>
            </p:cNvPr>
            <p:cNvSpPr>
              <a:spLocks noEditPoints="1"/>
            </p:cNvSpPr>
            <p:nvPr userDrawn="1"/>
          </p:nvSpPr>
          <p:spPr bwMode="auto">
            <a:xfrm>
              <a:off x="2530969" y="3597392"/>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4" name="Freeform 546">
              <a:extLst>
                <a:ext uri="{FF2B5EF4-FFF2-40B4-BE49-F238E27FC236}">
                  <a16:creationId xmlns:a16="http://schemas.microsoft.com/office/drawing/2014/main" id="{5AB93749-9B12-46A9-9AE1-203008ADDF1E}"/>
                </a:ext>
              </a:extLst>
            </p:cNvPr>
            <p:cNvSpPr>
              <a:spLocks noEditPoints="1"/>
            </p:cNvSpPr>
            <p:nvPr userDrawn="1"/>
          </p:nvSpPr>
          <p:spPr bwMode="auto">
            <a:xfrm>
              <a:off x="1248552" y="2674212"/>
              <a:ext cx="295017" cy="28899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5" name="Freeform 547">
              <a:extLst>
                <a:ext uri="{FF2B5EF4-FFF2-40B4-BE49-F238E27FC236}">
                  <a16:creationId xmlns:a16="http://schemas.microsoft.com/office/drawing/2014/main" id="{BE37EEE0-B55A-41B1-A34B-48B9D2B460EF}"/>
                </a:ext>
              </a:extLst>
            </p:cNvPr>
            <p:cNvSpPr>
              <a:spLocks noEditPoints="1"/>
            </p:cNvSpPr>
            <p:nvPr userDrawn="1"/>
          </p:nvSpPr>
          <p:spPr bwMode="auto">
            <a:xfrm>
              <a:off x="2199829" y="2702309"/>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6" name="Freeform 548">
              <a:extLst>
                <a:ext uri="{FF2B5EF4-FFF2-40B4-BE49-F238E27FC236}">
                  <a16:creationId xmlns:a16="http://schemas.microsoft.com/office/drawing/2014/main" id="{A334AB72-44EE-4F89-B8AB-D3B1045D826F}"/>
                </a:ext>
              </a:extLst>
            </p:cNvPr>
            <p:cNvSpPr>
              <a:spLocks noEditPoints="1"/>
            </p:cNvSpPr>
            <p:nvPr userDrawn="1"/>
          </p:nvSpPr>
          <p:spPr bwMode="auto">
            <a:xfrm>
              <a:off x="2553046" y="2054075"/>
              <a:ext cx="194671" cy="184636"/>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7" name="Freeform 549">
              <a:extLst>
                <a:ext uri="{FF2B5EF4-FFF2-40B4-BE49-F238E27FC236}">
                  <a16:creationId xmlns:a16="http://schemas.microsoft.com/office/drawing/2014/main" id="{696D4590-AEFF-451C-AF88-EE920C4E0B9E}"/>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close/>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close/>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8" name="Freeform 550">
              <a:extLst>
                <a:ext uri="{FF2B5EF4-FFF2-40B4-BE49-F238E27FC236}">
                  <a16:creationId xmlns:a16="http://schemas.microsoft.com/office/drawing/2014/main" id="{C4902572-2837-455F-97C3-B394C61511E7}"/>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9" name="Freeform 551">
              <a:extLst>
                <a:ext uri="{FF2B5EF4-FFF2-40B4-BE49-F238E27FC236}">
                  <a16:creationId xmlns:a16="http://schemas.microsoft.com/office/drawing/2014/main" id="{A3D7197A-862B-43E0-A1C8-E5967763AA0D}"/>
                </a:ext>
              </a:extLst>
            </p:cNvPr>
            <p:cNvSpPr>
              <a:spLocks noEditPoints="1"/>
            </p:cNvSpPr>
            <p:nvPr userDrawn="1"/>
          </p:nvSpPr>
          <p:spPr bwMode="auto">
            <a:xfrm>
              <a:off x="2111525" y="3549226"/>
              <a:ext cx="124429" cy="120415"/>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0" name="Freeform 552">
              <a:extLst>
                <a:ext uri="{FF2B5EF4-FFF2-40B4-BE49-F238E27FC236}">
                  <a16:creationId xmlns:a16="http://schemas.microsoft.com/office/drawing/2014/main" id="{9ECC4184-D85A-4801-8DC2-B69B152EC2AC}"/>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close/>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1" name="Freeform 553">
              <a:extLst>
                <a:ext uri="{FF2B5EF4-FFF2-40B4-BE49-F238E27FC236}">
                  <a16:creationId xmlns:a16="http://schemas.microsoft.com/office/drawing/2014/main" id="{F228350C-ECB1-49BA-99D5-D514A265B99D}"/>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2" name="Freeform 554">
              <a:extLst>
                <a:ext uri="{FF2B5EF4-FFF2-40B4-BE49-F238E27FC236}">
                  <a16:creationId xmlns:a16="http://schemas.microsoft.com/office/drawing/2014/main" id="{144C58EE-79FD-4866-9C02-E4E79FBE39B3}"/>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3" name="Freeform 555">
              <a:extLst>
                <a:ext uri="{FF2B5EF4-FFF2-40B4-BE49-F238E27FC236}">
                  <a16:creationId xmlns:a16="http://schemas.microsoft.com/office/drawing/2014/main" id="{FBDF0A81-585B-4B72-86CA-99A99A529885}"/>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4" name="Freeform 556">
              <a:extLst>
                <a:ext uri="{FF2B5EF4-FFF2-40B4-BE49-F238E27FC236}">
                  <a16:creationId xmlns:a16="http://schemas.microsoft.com/office/drawing/2014/main" id="{3D96F5B0-800E-4ADF-BA28-E64ABFB115BE}"/>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close/>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5" name="Freeform 557">
              <a:extLst>
                <a:ext uri="{FF2B5EF4-FFF2-40B4-BE49-F238E27FC236}">
                  <a16:creationId xmlns:a16="http://schemas.microsoft.com/office/drawing/2014/main" id="{C4B1F5D8-0D6A-4BB2-AC35-82F080BCE3E6}"/>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6" name="Freeform 558">
              <a:extLst>
                <a:ext uri="{FF2B5EF4-FFF2-40B4-BE49-F238E27FC236}">
                  <a16:creationId xmlns:a16="http://schemas.microsoft.com/office/drawing/2014/main" id="{54A81AA1-88DF-4561-9473-51C0DF239A4E}"/>
                </a:ext>
              </a:extLst>
            </p:cNvPr>
            <p:cNvSpPr>
              <a:spLocks noEditPoints="1"/>
            </p:cNvSpPr>
            <p:nvPr userDrawn="1"/>
          </p:nvSpPr>
          <p:spPr bwMode="auto">
            <a:xfrm>
              <a:off x="261151" y="2660163"/>
              <a:ext cx="329134" cy="321106"/>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7" name="Freeform 559">
              <a:extLst>
                <a:ext uri="{FF2B5EF4-FFF2-40B4-BE49-F238E27FC236}">
                  <a16:creationId xmlns:a16="http://schemas.microsoft.com/office/drawing/2014/main" id="{4CD7729C-2B7A-4E50-A086-3630FE3D68DD}"/>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8" name="Freeform 560">
              <a:extLst>
                <a:ext uri="{FF2B5EF4-FFF2-40B4-BE49-F238E27FC236}">
                  <a16:creationId xmlns:a16="http://schemas.microsoft.com/office/drawing/2014/main" id="{6596F9FC-06A2-4B5F-B544-CAB17B9797E2}"/>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9" name="Freeform 561">
              <a:extLst>
                <a:ext uri="{FF2B5EF4-FFF2-40B4-BE49-F238E27FC236}">
                  <a16:creationId xmlns:a16="http://schemas.microsoft.com/office/drawing/2014/main" id="{365B8D88-9BD9-403F-897F-86D174961BEA}"/>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close/>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0" name="Freeform 562">
              <a:extLst>
                <a:ext uri="{FF2B5EF4-FFF2-40B4-BE49-F238E27FC236}">
                  <a16:creationId xmlns:a16="http://schemas.microsoft.com/office/drawing/2014/main" id="{302A52E5-3A6E-4F5E-A4DD-FE93B4AF94A2}"/>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1" name="Freeform 563">
              <a:extLst>
                <a:ext uri="{FF2B5EF4-FFF2-40B4-BE49-F238E27FC236}">
                  <a16:creationId xmlns:a16="http://schemas.microsoft.com/office/drawing/2014/main" id="{B32DB1FD-BA19-4905-BA03-7458F904F20E}"/>
                </a:ext>
              </a:extLst>
            </p:cNvPr>
            <p:cNvSpPr>
              <a:spLocks noEditPoints="1"/>
            </p:cNvSpPr>
            <p:nvPr userDrawn="1"/>
          </p:nvSpPr>
          <p:spPr bwMode="auto">
            <a:xfrm>
              <a:off x="475890" y="2327015"/>
              <a:ext cx="118408" cy="116401"/>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2" name="Freeform 564">
              <a:extLst>
                <a:ext uri="{FF2B5EF4-FFF2-40B4-BE49-F238E27FC236}">
                  <a16:creationId xmlns:a16="http://schemas.microsoft.com/office/drawing/2014/main" id="{33903203-CCA6-4C13-A9EF-142688F90AE0}"/>
                </a:ext>
              </a:extLst>
            </p:cNvPr>
            <p:cNvSpPr>
              <a:spLocks noEditPoints="1"/>
            </p:cNvSpPr>
            <p:nvPr userDrawn="1"/>
          </p:nvSpPr>
          <p:spPr bwMode="auto">
            <a:xfrm>
              <a:off x="542119" y="2439402"/>
              <a:ext cx="26091" cy="28097"/>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3" name="Freeform 565">
              <a:extLst>
                <a:ext uri="{FF2B5EF4-FFF2-40B4-BE49-F238E27FC236}">
                  <a16:creationId xmlns:a16="http://schemas.microsoft.com/office/drawing/2014/main" id="{DAC318C6-E0A9-4596-B7D6-9829A2B71BCB}"/>
                </a:ext>
              </a:extLst>
            </p:cNvPr>
            <p:cNvSpPr>
              <a:spLocks/>
            </p:cNvSpPr>
            <p:nvPr userDrawn="1"/>
          </p:nvSpPr>
          <p:spPr bwMode="auto">
            <a:xfrm>
              <a:off x="548139" y="2439402"/>
              <a:ext cx="8028" cy="4014"/>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4" name="Freeform 566">
              <a:extLst>
                <a:ext uri="{FF2B5EF4-FFF2-40B4-BE49-F238E27FC236}">
                  <a16:creationId xmlns:a16="http://schemas.microsoft.com/office/drawing/2014/main" id="{72EDD7F0-4FFC-47F7-BE06-D4C2C2C6DE9C}"/>
                </a:ext>
              </a:extLst>
            </p:cNvPr>
            <p:cNvSpPr>
              <a:spLocks/>
            </p:cNvSpPr>
            <p:nvPr userDrawn="1"/>
          </p:nvSpPr>
          <p:spPr bwMode="auto">
            <a:xfrm>
              <a:off x="550146" y="2463485"/>
              <a:ext cx="22077" cy="22077"/>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5" name="Freeform 567">
              <a:extLst>
                <a:ext uri="{FF2B5EF4-FFF2-40B4-BE49-F238E27FC236}">
                  <a16:creationId xmlns:a16="http://schemas.microsoft.com/office/drawing/2014/main" id="{B0E4C9B7-744F-4AF5-BCCF-7488BF31DA63}"/>
                </a:ext>
              </a:extLst>
            </p:cNvPr>
            <p:cNvSpPr>
              <a:spLocks/>
            </p:cNvSpPr>
            <p:nvPr userDrawn="1"/>
          </p:nvSpPr>
          <p:spPr bwMode="auto">
            <a:xfrm>
              <a:off x="554160" y="2463485"/>
              <a:ext cx="10035" cy="4014"/>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6" name="Freeform 568">
              <a:extLst>
                <a:ext uri="{FF2B5EF4-FFF2-40B4-BE49-F238E27FC236}">
                  <a16:creationId xmlns:a16="http://schemas.microsoft.com/office/drawing/2014/main" id="{120282C6-A687-4F4E-A15D-2BEFE87B282E}"/>
                </a:ext>
              </a:extLst>
            </p:cNvPr>
            <p:cNvSpPr>
              <a:spLocks noEditPoints="1"/>
            </p:cNvSpPr>
            <p:nvPr userDrawn="1"/>
          </p:nvSpPr>
          <p:spPr bwMode="auto">
            <a:xfrm>
              <a:off x="570216" y="2473521"/>
              <a:ext cx="20069" cy="2006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3"/>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7" name="Freeform 569">
              <a:extLst>
                <a:ext uri="{FF2B5EF4-FFF2-40B4-BE49-F238E27FC236}">
                  <a16:creationId xmlns:a16="http://schemas.microsoft.com/office/drawing/2014/main" id="{89013328-C597-4BDB-BFB3-313A9C906999}"/>
                </a:ext>
              </a:extLst>
            </p:cNvPr>
            <p:cNvSpPr>
              <a:spLocks/>
            </p:cNvSpPr>
            <p:nvPr userDrawn="1"/>
          </p:nvSpPr>
          <p:spPr bwMode="auto">
            <a:xfrm>
              <a:off x="570216" y="2477534"/>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8" name="Freeform 570">
              <a:extLst>
                <a:ext uri="{FF2B5EF4-FFF2-40B4-BE49-F238E27FC236}">
                  <a16:creationId xmlns:a16="http://schemas.microsoft.com/office/drawing/2014/main" id="{4AA2CDCC-F396-4856-A4A2-E6CD861B7F09}"/>
                </a:ext>
              </a:extLst>
            </p:cNvPr>
            <p:cNvSpPr>
              <a:spLocks noEditPoints="1"/>
            </p:cNvSpPr>
            <p:nvPr userDrawn="1"/>
          </p:nvSpPr>
          <p:spPr bwMode="auto">
            <a:xfrm>
              <a:off x="2175746" y="3282306"/>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8 w 79"/>
                <a:gd name="T17" fmla="*/ 69 h 77"/>
                <a:gd name="T18" fmla="*/ 57 w 79"/>
                <a:gd name="T19" fmla="*/ 66 h 77"/>
                <a:gd name="T20" fmla="*/ 39 w 79"/>
                <a:gd name="T21" fmla="*/ 71 h 77"/>
                <a:gd name="T22" fmla="*/ 39 w 79"/>
                <a:gd name="T23" fmla="*/ 0 h 77"/>
                <a:gd name="T24" fmla="*/ 39 w 79"/>
                <a:gd name="T25" fmla="*/ 0 h 77"/>
                <a:gd name="T26" fmla="*/ 19 w 79"/>
                <a:gd name="T27" fmla="*/ 5 h 77"/>
                <a:gd name="T28" fmla="*/ 0 w 79"/>
                <a:gd name="T29" fmla="*/ 38 h 77"/>
                <a:gd name="T30" fmla="*/ 6 w 79"/>
                <a:gd name="T31" fmla="*/ 58 h 77"/>
                <a:gd name="T32" fmla="*/ 10 w 79"/>
                <a:gd name="T33" fmla="*/ 64 h 77"/>
                <a:gd name="T34" fmla="*/ 15 w 79"/>
                <a:gd name="T35" fmla="*/ 68 h 77"/>
                <a:gd name="T36" fmla="*/ 15 w 79"/>
                <a:gd name="T37" fmla="*/ 69 h 77"/>
                <a:gd name="T38" fmla="*/ 39 w 79"/>
                <a:gd name="T39" fmla="*/ 77 h 77"/>
                <a:gd name="T40" fmla="*/ 39 w 79"/>
                <a:gd name="T41" fmla="*/ 77 h 77"/>
                <a:gd name="T42" fmla="*/ 60 w 79"/>
                <a:gd name="T43" fmla="*/ 71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8" y="69"/>
                    <a:pt x="58" y="69"/>
                    <a:pt x="58" y="69"/>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9" name="Freeform 571">
              <a:extLst>
                <a:ext uri="{FF2B5EF4-FFF2-40B4-BE49-F238E27FC236}">
                  <a16:creationId xmlns:a16="http://schemas.microsoft.com/office/drawing/2014/main" id="{08CF68B2-307F-42B2-83E2-F4E97576C60C}"/>
                </a:ext>
              </a:extLst>
            </p:cNvPr>
            <p:cNvSpPr>
              <a:spLocks noEditPoints="1"/>
            </p:cNvSpPr>
            <p:nvPr userDrawn="1"/>
          </p:nvSpPr>
          <p:spPr bwMode="auto">
            <a:xfrm>
              <a:off x="2171732" y="3378638"/>
              <a:ext cx="28097" cy="26090"/>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0" name="Freeform 572">
              <a:extLst>
                <a:ext uri="{FF2B5EF4-FFF2-40B4-BE49-F238E27FC236}">
                  <a16:creationId xmlns:a16="http://schemas.microsoft.com/office/drawing/2014/main" id="{4C9B5C87-E610-4EDF-B31F-8DC4A52812D5}"/>
                </a:ext>
              </a:extLst>
            </p:cNvPr>
            <p:cNvSpPr>
              <a:spLocks/>
            </p:cNvSpPr>
            <p:nvPr userDrawn="1"/>
          </p:nvSpPr>
          <p:spPr bwMode="auto">
            <a:xfrm>
              <a:off x="2189794" y="3378638"/>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1" name="Freeform 573">
              <a:extLst>
                <a:ext uri="{FF2B5EF4-FFF2-40B4-BE49-F238E27FC236}">
                  <a16:creationId xmlns:a16="http://schemas.microsoft.com/office/drawing/2014/main" id="{FB84ED63-94D0-4A34-8CB9-37E7718A3931}"/>
                </a:ext>
              </a:extLst>
            </p:cNvPr>
            <p:cNvSpPr>
              <a:spLocks noEditPoints="1"/>
            </p:cNvSpPr>
            <p:nvPr userDrawn="1"/>
          </p:nvSpPr>
          <p:spPr bwMode="auto">
            <a:xfrm>
              <a:off x="2159691" y="3398707"/>
              <a:ext cx="22077" cy="20069"/>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8 w 15"/>
                <a:gd name="T27" fmla="*/ 0 h 14"/>
                <a:gd name="T28" fmla="*/ 8 w 15"/>
                <a:gd name="T29" fmla="*/ 0 h 14"/>
                <a:gd name="T30" fmla="*/ 4 w 15"/>
                <a:gd name="T31" fmla="*/ 1 h 14"/>
                <a:gd name="T32" fmla="*/ 0 w 15"/>
                <a:gd name="T33" fmla="*/ 7 h 14"/>
                <a:gd name="T34" fmla="*/ 1 w 15"/>
                <a:gd name="T35" fmla="*/ 11 h 14"/>
                <a:gd name="T36" fmla="*/ 6 w 15"/>
                <a:gd name="T37" fmla="*/ 14 h 14"/>
                <a:gd name="T38" fmla="*/ 8 w 15"/>
                <a:gd name="T39" fmla="*/ 14 h 14"/>
                <a:gd name="T40" fmla="*/ 8 w 15"/>
                <a:gd name="T41" fmla="*/ 14 h 14"/>
                <a:gd name="T42" fmla="*/ 10 w 15"/>
                <a:gd name="T43" fmla="*/ 14 h 14"/>
                <a:gd name="T44" fmla="*/ 12 w 15"/>
                <a:gd name="T45" fmla="*/ 13 h 14"/>
                <a:gd name="T46" fmla="*/ 12 w 15"/>
                <a:gd name="T47" fmla="*/ 13 h 14"/>
                <a:gd name="T48" fmla="*/ 15 w 15"/>
                <a:gd name="T49" fmla="*/ 7 h 14"/>
                <a:gd name="T50" fmla="*/ 14 w 15"/>
                <a:gd name="T51" fmla="*/ 4 h 14"/>
                <a:gd name="T52" fmla="*/ 10 w 15"/>
                <a:gd name="T53" fmla="*/ 1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2" name="Freeform 574">
              <a:extLst>
                <a:ext uri="{FF2B5EF4-FFF2-40B4-BE49-F238E27FC236}">
                  <a16:creationId xmlns:a16="http://schemas.microsoft.com/office/drawing/2014/main" id="{F7750123-7AAD-4323-AE2E-DC72BF6B254A}"/>
                </a:ext>
              </a:extLst>
            </p:cNvPr>
            <p:cNvSpPr>
              <a:spLocks/>
            </p:cNvSpPr>
            <p:nvPr userDrawn="1"/>
          </p:nvSpPr>
          <p:spPr bwMode="auto">
            <a:xfrm>
              <a:off x="2173738" y="3398707"/>
              <a:ext cx="6021" cy="6021"/>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3" name="Freeform 575">
              <a:extLst>
                <a:ext uri="{FF2B5EF4-FFF2-40B4-BE49-F238E27FC236}">
                  <a16:creationId xmlns:a16="http://schemas.microsoft.com/office/drawing/2014/main" id="{17534A38-EFF0-4B93-B345-05097B550B59}"/>
                </a:ext>
              </a:extLst>
            </p:cNvPr>
            <p:cNvSpPr>
              <a:spLocks noEditPoints="1"/>
            </p:cNvSpPr>
            <p:nvPr userDrawn="1"/>
          </p:nvSpPr>
          <p:spPr bwMode="auto">
            <a:xfrm>
              <a:off x="2161697" y="3418776"/>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8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6 w 13"/>
                <a:gd name="T33" fmla="*/ 13 h 13"/>
                <a:gd name="T34" fmla="*/ 6 w 13"/>
                <a:gd name="T35" fmla="*/ 13 h 13"/>
                <a:gd name="T36" fmla="*/ 6 w 13"/>
                <a:gd name="T37" fmla="*/ 13 h 13"/>
                <a:gd name="T38" fmla="*/ 10 w 13"/>
                <a:gd name="T39" fmla="*/ 12 h 13"/>
                <a:gd name="T40" fmla="*/ 10 w 13"/>
                <a:gd name="T41" fmla="*/ 12 h 13"/>
                <a:gd name="T42" fmla="*/ 13 w 13"/>
                <a:gd name="T43" fmla="*/ 6 h 13"/>
                <a:gd name="T44" fmla="*/ 12 w 13"/>
                <a:gd name="T45" fmla="*/ 3 h 13"/>
                <a:gd name="T46" fmla="*/ 8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8" y="0"/>
                  </a:moveTo>
                  <a:cubicBezTo>
                    <a:pt x="7" y="0"/>
                    <a:pt x="7" y="0"/>
                    <a:pt x="6" y="0"/>
                  </a:cubicBezTo>
                  <a:cubicBezTo>
                    <a:pt x="6" y="0"/>
                    <a:pt x="6" y="0"/>
                    <a:pt x="6" y="0"/>
                  </a:cubicBezTo>
                  <a:cubicBezTo>
                    <a:pt x="5" y="0"/>
                    <a:pt x="4"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4" name="Freeform 576">
              <a:extLst>
                <a:ext uri="{FF2B5EF4-FFF2-40B4-BE49-F238E27FC236}">
                  <a16:creationId xmlns:a16="http://schemas.microsoft.com/office/drawing/2014/main" id="{19AAB5C3-0EE5-4836-B3A4-2AB77D02D6C1}"/>
                </a:ext>
              </a:extLst>
            </p:cNvPr>
            <p:cNvSpPr>
              <a:spLocks/>
            </p:cNvSpPr>
            <p:nvPr userDrawn="1"/>
          </p:nvSpPr>
          <p:spPr bwMode="auto">
            <a:xfrm>
              <a:off x="2167718" y="3418776"/>
              <a:ext cx="6021"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5" name="Freeform 577">
              <a:extLst>
                <a:ext uri="{FF2B5EF4-FFF2-40B4-BE49-F238E27FC236}">
                  <a16:creationId xmlns:a16="http://schemas.microsoft.com/office/drawing/2014/main" id="{AA8E29F0-6356-4AC4-80D1-1D574D8BC6DE}"/>
                </a:ext>
              </a:extLst>
            </p:cNvPr>
            <p:cNvSpPr>
              <a:spLocks noEditPoints="1"/>
            </p:cNvSpPr>
            <p:nvPr userDrawn="1"/>
          </p:nvSpPr>
          <p:spPr bwMode="auto">
            <a:xfrm>
              <a:off x="2370416"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6" name="Freeform 578">
              <a:extLst>
                <a:ext uri="{FF2B5EF4-FFF2-40B4-BE49-F238E27FC236}">
                  <a16:creationId xmlns:a16="http://schemas.microsoft.com/office/drawing/2014/main" id="{E256B630-54A6-4CE4-B006-64308495E2D8}"/>
                </a:ext>
              </a:extLst>
            </p:cNvPr>
            <p:cNvSpPr>
              <a:spLocks noEditPoints="1"/>
            </p:cNvSpPr>
            <p:nvPr userDrawn="1"/>
          </p:nvSpPr>
          <p:spPr bwMode="auto">
            <a:xfrm>
              <a:off x="2364396" y="3163899"/>
              <a:ext cx="42146" cy="40138"/>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7" name="Freeform 579">
              <a:extLst>
                <a:ext uri="{FF2B5EF4-FFF2-40B4-BE49-F238E27FC236}">
                  <a16:creationId xmlns:a16="http://schemas.microsoft.com/office/drawing/2014/main" id="{37BFCDDA-4C8C-45BC-821C-69F26B712862}"/>
                </a:ext>
              </a:extLst>
            </p:cNvPr>
            <p:cNvSpPr>
              <a:spLocks noEditPoints="1"/>
            </p:cNvSpPr>
            <p:nvPr userDrawn="1"/>
          </p:nvSpPr>
          <p:spPr bwMode="auto">
            <a:xfrm>
              <a:off x="2342319" y="3198016"/>
              <a:ext cx="34118" cy="32111"/>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1 w 22"/>
                <a:gd name="T37" fmla="*/ 21 h 21"/>
                <a:gd name="T38" fmla="*/ 17 w 22"/>
                <a:gd name="T39" fmla="*/ 20 h 21"/>
                <a:gd name="T40" fmla="*/ 17 w 22"/>
                <a:gd name="T41" fmla="*/ 20 h 21"/>
                <a:gd name="T42" fmla="*/ 22 w 22"/>
                <a:gd name="T43" fmla="*/ 11 h 21"/>
                <a:gd name="T44" fmla="*/ 20 w 22"/>
                <a:gd name="T45" fmla="*/ 5 h 21"/>
                <a:gd name="T46" fmla="*/ 11 w 22"/>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8" name="Freeform 580">
              <a:extLst>
                <a:ext uri="{FF2B5EF4-FFF2-40B4-BE49-F238E27FC236}">
                  <a16:creationId xmlns:a16="http://schemas.microsoft.com/office/drawing/2014/main" id="{28845B4B-9FEC-4D39-95C3-67FDBB001586}"/>
                </a:ext>
              </a:extLst>
            </p:cNvPr>
            <p:cNvSpPr>
              <a:spLocks noEditPoints="1"/>
            </p:cNvSpPr>
            <p:nvPr userDrawn="1"/>
          </p:nvSpPr>
          <p:spPr bwMode="auto">
            <a:xfrm>
              <a:off x="2346333" y="3234140"/>
              <a:ext cx="28097" cy="3010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14 w 18"/>
                <a:gd name="T35" fmla="*/ 17 h 19"/>
                <a:gd name="T36" fmla="*/ 12 w 18"/>
                <a:gd name="T37" fmla="*/ 15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2" y="15"/>
                    <a:pt x="12" y="15"/>
                    <a:pt x="12" y="15"/>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9" name="Freeform 581">
              <a:extLst>
                <a:ext uri="{FF2B5EF4-FFF2-40B4-BE49-F238E27FC236}">
                  <a16:creationId xmlns:a16="http://schemas.microsoft.com/office/drawing/2014/main" id="{54D019EC-E585-40F2-811D-1ADC17CEC2EA}"/>
                </a:ext>
              </a:extLst>
            </p:cNvPr>
            <p:cNvSpPr>
              <a:spLocks noEditPoints="1"/>
            </p:cNvSpPr>
            <p:nvPr userDrawn="1"/>
          </p:nvSpPr>
          <p:spPr bwMode="auto">
            <a:xfrm>
              <a:off x="1979068" y="1797190"/>
              <a:ext cx="120415" cy="11840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7 w 79"/>
                <a:gd name="T17" fmla="*/ 67 h 78"/>
                <a:gd name="T18" fmla="*/ 39 w 79"/>
                <a:gd name="T19" fmla="*/ 72 h 78"/>
                <a:gd name="T20" fmla="*/ 39 w 79"/>
                <a:gd name="T21" fmla="*/ 0 h 78"/>
                <a:gd name="T22" fmla="*/ 39 w 79"/>
                <a:gd name="T23" fmla="*/ 0 h 78"/>
                <a:gd name="T24" fmla="*/ 19 w 79"/>
                <a:gd name="T25" fmla="*/ 6 h 78"/>
                <a:gd name="T26" fmla="*/ 0 w 79"/>
                <a:gd name="T27" fmla="*/ 39 h 78"/>
                <a:gd name="T28" fmla="*/ 6 w 79"/>
                <a:gd name="T29" fmla="*/ 59 h 78"/>
                <a:gd name="T30" fmla="*/ 10 w 79"/>
                <a:gd name="T31" fmla="*/ 65 h 78"/>
                <a:gd name="T32" fmla="*/ 15 w 79"/>
                <a:gd name="T33" fmla="*/ 69 h 78"/>
                <a:gd name="T34" fmla="*/ 15 w 79"/>
                <a:gd name="T35" fmla="*/ 70 h 78"/>
                <a:gd name="T36" fmla="*/ 39 w 79"/>
                <a:gd name="T37" fmla="*/ 78 h 78"/>
                <a:gd name="T38" fmla="*/ 39 w 79"/>
                <a:gd name="T39" fmla="*/ 78 h 78"/>
                <a:gd name="T40" fmla="*/ 60 w 79"/>
                <a:gd name="T41" fmla="*/ 72 h 78"/>
                <a:gd name="T42" fmla="*/ 60 w 79"/>
                <a:gd name="T43" fmla="*/ 72 h 78"/>
                <a:gd name="T44" fmla="*/ 79 w 79"/>
                <a:gd name="T45" fmla="*/ 39 h 78"/>
                <a:gd name="T46" fmla="*/ 73 w 79"/>
                <a:gd name="T47" fmla="*/ 19 h 78"/>
                <a:gd name="T48" fmla="*/ 39 w 7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0" name="Freeform 582">
              <a:extLst>
                <a:ext uri="{FF2B5EF4-FFF2-40B4-BE49-F238E27FC236}">
                  <a16:creationId xmlns:a16="http://schemas.microsoft.com/office/drawing/2014/main" id="{E7F939F5-3B0B-4417-AAA7-2CA87834C100}"/>
                </a:ext>
              </a:extLst>
            </p:cNvPr>
            <p:cNvSpPr>
              <a:spLocks noEditPoints="1"/>
            </p:cNvSpPr>
            <p:nvPr userDrawn="1"/>
          </p:nvSpPr>
          <p:spPr bwMode="auto">
            <a:xfrm>
              <a:off x="1977061" y="1895530"/>
              <a:ext cx="26091"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5 w 18"/>
                <a:gd name="T31" fmla="*/ 17 h 19"/>
                <a:gd name="T32" fmla="*/ 5 w 18"/>
                <a:gd name="T33" fmla="*/ 18 h 19"/>
                <a:gd name="T34" fmla="*/ 9 w 18"/>
                <a:gd name="T35" fmla="*/ 19 h 19"/>
                <a:gd name="T36" fmla="*/ 9 w 18"/>
                <a:gd name="T37" fmla="*/ 19 h 19"/>
                <a:gd name="T38" fmla="*/ 9 w 18"/>
                <a:gd name="T39" fmla="*/ 19 h 19"/>
                <a:gd name="T40" fmla="*/ 14 w 18"/>
                <a:gd name="T41" fmla="*/ 17 h 19"/>
                <a:gd name="T42" fmla="*/ 14 w 18"/>
                <a:gd name="T43" fmla="*/ 17 h 19"/>
                <a:gd name="T44" fmla="*/ 18 w 18"/>
                <a:gd name="T45" fmla="*/ 10 h 19"/>
                <a:gd name="T46" fmla="*/ 17 w 18"/>
                <a:gd name="T47" fmla="*/ 6 h 19"/>
                <a:gd name="T48" fmla="*/ 12 w 18"/>
                <a:gd name="T49" fmla="*/ 1 h 19"/>
                <a:gd name="T50" fmla="*/ 9 w 18"/>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8" y="0"/>
                    <a:pt x="6" y="1"/>
                    <a:pt x="4" y="2"/>
                  </a:cubicBezTo>
                  <a:cubicBezTo>
                    <a:pt x="2" y="4"/>
                    <a:pt x="0" y="7"/>
                    <a:pt x="0" y="10"/>
                  </a:cubicBezTo>
                  <a:cubicBezTo>
                    <a:pt x="0" y="11"/>
                    <a:pt x="0" y="13"/>
                    <a:pt x="1" y="14"/>
                  </a:cubicBezTo>
                  <a:cubicBezTo>
                    <a:pt x="3" y="14"/>
                    <a:pt x="4" y="16"/>
                    <a:pt x="5" y="17"/>
                  </a:cubicBezTo>
                  <a:cubicBezTo>
                    <a:pt x="5" y="17"/>
                    <a:pt x="5" y="18"/>
                    <a:pt x="5" y="18"/>
                  </a:cubicBezTo>
                  <a:cubicBezTo>
                    <a:pt x="7" y="18"/>
                    <a:pt x="8"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7"/>
                    <a:pt x="17" y="6"/>
                  </a:cubicBezTo>
                  <a:cubicBezTo>
                    <a:pt x="16" y="4"/>
                    <a:pt x="14" y="3"/>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1" name="Freeform 583">
              <a:extLst>
                <a:ext uri="{FF2B5EF4-FFF2-40B4-BE49-F238E27FC236}">
                  <a16:creationId xmlns:a16="http://schemas.microsoft.com/office/drawing/2014/main" id="{5CA6FBCA-49B2-4510-B95D-1F8B69140EBA}"/>
                </a:ext>
              </a:extLst>
            </p:cNvPr>
            <p:cNvSpPr>
              <a:spLocks/>
            </p:cNvSpPr>
            <p:nvPr userDrawn="1"/>
          </p:nvSpPr>
          <p:spPr bwMode="auto">
            <a:xfrm>
              <a:off x="1995124" y="1895530"/>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2" name="Freeform 584">
              <a:extLst>
                <a:ext uri="{FF2B5EF4-FFF2-40B4-BE49-F238E27FC236}">
                  <a16:creationId xmlns:a16="http://schemas.microsoft.com/office/drawing/2014/main" id="{2E9DF3F3-C652-42A5-995F-29DA3197B802}"/>
                </a:ext>
              </a:extLst>
            </p:cNvPr>
            <p:cNvSpPr>
              <a:spLocks noEditPoints="1"/>
            </p:cNvSpPr>
            <p:nvPr userDrawn="1"/>
          </p:nvSpPr>
          <p:spPr bwMode="auto">
            <a:xfrm>
              <a:off x="1963013" y="1915599"/>
              <a:ext cx="22077" cy="22077"/>
            </a:xfrm>
            <a:custGeom>
              <a:avLst/>
              <a:gdLst>
                <a:gd name="T0" fmla="*/ 8 w 15"/>
                <a:gd name="T1" fmla="*/ 8 h 14"/>
                <a:gd name="T2" fmla="*/ 7 w 15"/>
                <a:gd name="T3" fmla="*/ 7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6 w 15"/>
                <a:gd name="T33" fmla="*/ 14 h 14"/>
                <a:gd name="T34" fmla="*/ 8 w 15"/>
                <a:gd name="T35" fmla="*/ 13 h 14"/>
                <a:gd name="T36" fmla="*/ 8 w 15"/>
                <a:gd name="T37" fmla="*/ 13 h 14"/>
                <a:gd name="T38" fmla="*/ 10 w 15"/>
                <a:gd name="T39" fmla="*/ 14 h 14"/>
                <a:gd name="T40" fmla="*/ 12 w 15"/>
                <a:gd name="T41" fmla="*/ 13 h 14"/>
                <a:gd name="T42" fmla="*/ 10 w 15"/>
                <a:gd name="T43" fmla="*/ 10 h 14"/>
                <a:gd name="T44" fmla="*/ 12 w 15"/>
                <a:gd name="T45" fmla="*/ 13 h 14"/>
                <a:gd name="T46" fmla="*/ 15 w 15"/>
                <a:gd name="T47" fmla="*/ 7 h 14"/>
                <a:gd name="T48" fmla="*/ 14 w 15"/>
                <a:gd name="T49" fmla="*/ 4 h 14"/>
                <a:gd name="T50" fmla="*/ 10 w 15"/>
                <a:gd name="T51" fmla="*/ 0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7" y="8"/>
                    <a:pt x="7" y="8"/>
                    <a:pt x="7" y="7"/>
                  </a:cubicBezTo>
                  <a:cubicBezTo>
                    <a:pt x="6" y="7"/>
                    <a:pt x="6" y="7"/>
                    <a:pt x="6" y="7"/>
                  </a:cubicBezTo>
                  <a:cubicBezTo>
                    <a:pt x="6" y="6"/>
                    <a:pt x="7" y="6"/>
                    <a:pt x="7" y="6"/>
                  </a:cubicBezTo>
                  <a:cubicBezTo>
                    <a:pt x="7"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9"/>
                    <a:pt x="1" y="11"/>
                  </a:cubicBezTo>
                  <a:cubicBezTo>
                    <a:pt x="3" y="12"/>
                    <a:pt x="4" y="13"/>
                    <a:pt x="6" y="14"/>
                  </a:cubicBezTo>
                  <a:cubicBezTo>
                    <a:pt x="7" y="14"/>
                    <a:pt x="8" y="13"/>
                    <a:pt x="8" y="13"/>
                  </a:cubicBezTo>
                  <a:cubicBezTo>
                    <a:pt x="8" y="13"/>
                    <a:pt x="8" y="13"/>
                    <a:pt x="8" y="13"/>
                  </a:cubicBezTo>
                  <a:cubicBezTo>
                    <a:pt x="9" y="13"/>
                    <a:pt x="10" y="13"/>
                    <a:pt x="10" y="14"/>
                  </a:cubicBezTo>
                  <a:cubicBezTo>
                    <a:pt x="11" y="14"/>
                    <a:pt x="11" y="13"/>
                    <a:pt x="12" y="13"/>
                  </a:cubicBezTo>
                  <a:cubicBezTo>
                    <a:pt x="10" y="10"/>
                    <a:pt x="10" y="10"/>
                    <a:pt x="10" y="10"/>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3" name="Freeform 585">
              <a:extLst>
                <a:ext uri="{FF2B5EF4-FFF2-40B4-BE49-F238E27FC236}">
                  <a16:creationId xmlns:a16="http://schemas.microsoft.com/office/drawing/2014/main" id="{7689C417-EFEC-45CF-BAC4-274D4E1E4B68}"/>
                </a:ext>
              </a:extLst>
            </p:cNvPr>
            <p:cNvSpPr>
              <a:spLocks/>
            </p:cNvSpPr>
            <p:nvPr userDrawn="1"/>
          </p:nvSpPr>
          <p:spPr bwMode="auto">
            <a:xfrm>
              <a:off x="1979068" y="1915599"/>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4" name="Freeform 586">
              <a:extLst>
                <a:ext uri="{FF2B5EF4-FFF2-40B4-BE49-F238E27FC236}">
                  <a16:creationId xmlns:a16="http://schemas.microsoft.com/office/drawing/2014/main" id="{312D375A-6AE6-4F31-A3FB-BABD1570B4DD}"/>
                </a:ext>
              </a:extLst>
            </p:cNvPr>
            <p:cNvSpPr>
              <a:spLocks/>
            </p:cNvSpPr>
            <p:nvPr userDrawn="1"/>
          </p:nvSpPr>
          <p:spPr bwMode="auto">
            <a:xfrm>
              <a:off x="1969033" y="19176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5" name="Freeform 587">
              <a:extLst>
                <a:ext uri="{FF2B5EF4-FFF2-40B4-BE49-F238E27FC236}">
                  <a16:creationId xmlns:a16="http://schemas.microsoft.com/office/drawing/2014/main" id="{3684C5B3-6DB5-4B68-81E5-ABBAB17F97AD}"/>
                </a:ext>
              </a:extLst>
            </p:cNvPr>
            <p:cNvSpPr>
              <a:spLocks noEditPoints="1"/>
            </p:cNvSpPr>
            <p:nvPr userDrawn="1"/>
          </p:nvSpPr>
          <p:spPr bwMode="auto">
            <a:xfrm>
              <a:off x="1967027" y="1937674"/>
              <a:ext cx="18063" cy="18063"/>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5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5"/>
                    <a:pt x="6" y="5"/>
                    <a:pt x="6" y="5"/>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6" name="Freeform 588">
              <a:extLst>
                <a:ext uri="{FF2B5EF4-FFF2-40B4-BE49-F238E27FC236}">
                  <a16:creationId xmlns:a16="http://schemas.microsoft.com/office/drawing/2014/main" id="{6D2F341F-17F8-4256-9116-69E2A82DA38E}"/>
                </a:ext>
              </a:extLst>
            </p:cNvPr>
            <p:cNvSpPr>
              <a:spLocks/>
            </p:cNvSpPr>
            <p:nvPr userDrawn="1"/>
          </p:nvSpPr>
          <p:spPr bwMode="auto">
            <a:xfrm>
              <a:off x="1973047" y="1935668"/>
              <a:ext cx="6021" cy="2008"/>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7" name="Freeform 589">
              <a:extLst>
                <a:ext uri="{FF2B5EF4-FFF2-40B4-BE49-F238E27FC236}">
                  <a16:creationId xmlns:a16="http://schemas.microsoft.com/office/drawing/2014/main" id="{C5E47E72-9F1D-44A0-8932-09BF02A3CC2F}"/>
                </a:ext>
              </a:extLst>
            </p:cNvPr>
            <p:cNvSpPr>
              <a:spLocks noEditPoints="1"/>
            </p:cNvSpPr>
            <p:nvPr userDrawn="1"/>
          </p:nvSpPr>
          <p:spPr bwMode="auto">
            <a:xfrm>
              <a:off x="1350904" y="2214628"/>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8" name="Freeform 590">
              <a:extLst>
                <a:ext uri="{FF2B5EF4-FFF2-40B4-BE49-F238E27FC236}">
                  <a16:creationId xmlns:a16="http://schemas.microsoft.com/office/drawing/2014/main" id="{AD1EC9AA-6899-4501-93F6-616BB039DB77}"/>
                </a:ext>
              </a:extLst>
            </p:cNvPr>
            <p:cNvSpPr>
              <a:spLocks noEditPoints="1"/>
            </p:cNvSpPr>
            <p:nvPr userDrawn="1"/>
          </p:nvSpPr>
          <p:spPr bwMode="auto">
            <a:xfrm>
              <a:off x="1445230"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9" name="Freeform 591">
              <a:extLst>
                <a:ext uri="{FF2B5EF4-FFF2-40B4-BE49-F238E27FC236}">
                  <a16:creationId xmlns:a16="http://schemas.microsoft.com/office/drawing/2014/main" id="{EEB47E95-4346-4725-9A0A-B148C3352798}"/>
                </a:ext>
              </a:extLst>
            </p:cNvPr>
            <p:cNvSpPr>
              <a:spLocks/>
            </p:cNvSpPr>
            <p:nvPr userDrawn="1"/>
          </p:nvSpPr>
          <p:spPr bwMode="auto">
            <a:xfrm>
              <a:off x="1457271" y="2411306"/>
              <a:ext cx="28097" cy="26090"/>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0" name="Freeform 592">
              <a:extLst>
                <a:ext uri="{FF2B5EF4-FFF2-40B4-BE49-F238E27FC236}">
                  <a16:creationId xmlns:a16="http://schemas.microsoft.com/office/drawing/2014/main" id="{96D7420E-CD6B-4CF6-94E1-4DBC7E73E1A4}"/>
                </a:ext>
              </a:extLst>
            </p:cNvPr>
            <p:cNvSpPr>
              <a:spLocks noEditPoints="1"/>
            </p:cNvSpPr>
            <p:nvPr userDrawn="1"/>
          </p:nvSpPr>
          <p:spPr bwMode="auto">
            <a:xfrm>
              <a:off x="1485368" y="2425355"/>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1" name="Freeform 593">
              <a:extLst>
                <a:ext uri="{FF2B5EF4-FFF2-40B4-BE49-F238E27FC236}">
                  <a16:creationId xmlns:a16="http://schemas.microsoft.com/office/drawing/2014/main" id="{2BF2CFCE-BD9E-4565-8FFC-22D1084DFB40}"/>
                </a:ext>
              </a:extLst>
            </p:cNvPr>
            <p:cNvSpPr>
              <a:spLocks noEditPoints="1"/>
            </p:cNvSpPr>
            <p:nvPr userDrawn="1"/>
          </p:nvSpPr>
          <p:spPr bwMode="auto">
            <a:xfrm>
              <a:off x="1567651" y="3641544"/>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2" name="Freeform 594">
              <a:extLst>
                <a:ext uri="{FF2B5EF4-FFF2-40B4-BE49-F238E27FC236}">
                  <a16:creationId xmlns:a16="http://schemas.microsoft.com/office/drawing/2014/main" id="{419B609E-8D2D-4B99-9830-D4F17863E9B7}"/>
                </a:ext>
              </a:extLst>
            </p:cNvPr>
            <p:cNvSpPr>
              <a:spLocks noEditPoints="1"/>
            </p:cNvSpPr>
            <p:nvPr userDrawn="1"/>
          </p:nvSpPr>
          <p:spPr bwMode="auto">
            <a:xfrm>
              <a:off x="1676024" y="3826180"/>
              <a:ext cx="38132"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3" name="Freeform 595">
              <a:extLst>
                <a:ext uri="{FF2B5EF4-FFF2-40B4-BE49-F238E27FC236}">
                  <a16:creationId xmlns:a16="http://schemas.microsoft.com/office/drawing/2014/main" id="{97FA7702-37FE-405E-8C97-318F65843BFB}"/>
                </a:ext>
              </a:extLst>
            </p:cNvPr>
            <p:cNvSpPr>
              <a:spLocks/>
            </p:cNvSpPr>
            <p:nvPr userDrawn="1"/>
          </p:nvSpPr>
          <p:spPr bwMode="auto">
            <a:xfrm>
              <a:off x="1690073" y="3868324"/>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4" name="Freeform 596">
              <a:extLst>
                <a:ext uri="{FF2B5EF4-FFF2-40B4-BE49-F238E27FC236}">
                  <a16:creationId xmlns:a16="http://schemas.microsoft.com/office/drawing/2014/main" id="{D8C8BB26-3D08-4040-8D45-8C1289EC3FBE}"/>
                </a:ext>
              </a:extLst>
            </p:cNvPr>
            <p:cNvSpPr>
              <a:spLocks noEditPoints="1"/>
            </p:cNvSpPr>
            <p:nvPr userDrawn="1"/>
          </p:nvSpPr>
          <p:spPr bwMode="auto">
            <a:xfrm>
              <a:off x="1722184" y="3886387"/>
              <a:ext cx="26091" cy="2408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5" name="Freeform 597">
              <a:extLst>
                <a:ext uri="{FF2B5EF4-FFF2-40B4-BE49-F238E27FC236}">
                  <a16:creationId xmlns:a16="http://schemas.microsoft.com/office/drawing/2014/main" id="{00F4C34D-E8EF-457E-9DCF-F2D1EEBF2D89}"/>
                </a:ext>
              </a:extLst>
            </p:cNvPr>
            <p:cNvSpPr>
              <a:spLocks noEditPoints="1"/>
            </p:cNvSpPr>
            <p:nvPr userDrawn="1"/>
          </p:nvSpPr>
          <p:spPr bwMode="auto">
            <a:xfrm>
              <a:off x="1527512" y="2836771"/>
              <a:ext cx="168581" cy="162561"/>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6" name="Freeform 598">
              <a:extLst>
                <a:ext uri="{FF2B5EF4-FFF2-40B4-BE49-F238E27FC236}">
                  <a16:creationId xmlns:a16="http://schemas.microsoft.com/office/drawing/2014/main" id="{D4FB0A49-F719-4DC3-AE23-1E6BB8B23165}"/>
                </a:ext>
              </a:extLst>
            </p:cNvPr>
            <p:cNvSpPr>
              <a:spLocks/>
            </p:cNvSpPr>
            <p:nvPr userDrawn="1"/>
          </p:nvSpPr>
          <p:spPr bwMode="auto">
            <a:xfrm>
              <a:off x="1623844" y="2997324"/>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7" name="Freeform 599">
              <a:extLst>
                <a:ext uri="{FF2B5EF4-FFF2-40B4-BE49-F238E27FC236}">
                  <a16:creationId xmlns:a16="http://schemas.microsoft.com/office/drawing/2014/main" id="{677A419A-915E-4E9C-A53A-A420B8B4F6D2}"/>
                </a:ext>
              </a:extLst>
            </p:cNvPr>
            <p:cNvSpPr>
              <a:spLocks/>
            </p:cNvSpPr>
            <p:nvPr userDrawn="1"/>
          </p:nvSpPr>
          <p:spPr bwMode="auto">
            <a:xfrm>
              <a:off x="1635886" y="3033449"/>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8" name="Freeform 600">
              <a:extLst>
                <a:ext uri="{FF2B5EF4-FFF2-40B4-BE49-F238E27FC236}">
                  <a16:creationId xmlns:a16="http://schemas.microsoft.com/office/drawing/2014/main" id="{936ED9CA-7AC1-4DA2-BA52-699506ADDC33}"/>
                </a:ext>
              </a:extLst>
            </p:cNvPr>
            <p:cNvSpPr>
              <a:spLocks noEditPoints="1"/>
            </p:cNvSpPr>
            <p:nvPr userDrawn="1"/>
          </p:nvSpPr>
          <p:spPr bwMode="auto">
            <a:xfrm>
              <a:off x="1661976" y="3047498"/>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9" name="Freeform 601">
              <a:extLst>
                <a:ext uri="{FF2B5EF4-FFF2-40B4-BE49-F238E27FC236}">
                  <a16:creationId xmlns:a16="http://schemas.microsoft.com/office/drawing/2014/main" id="{64FD96BA-5035-4F4D-AF01-1FB6E4B497C1}"/>
                </a:ext>
              </a:extLst>
            </p:cNvPr>
            <p:cNvSpPr>
              <a:spLocks noEditPoints="1"/>
            </p:cNvSpPr>
            <p:nvPr userDrawn="1"/>
          </p:nvSpPr>
          <p:spPr bwMode="auto">
            <a:xfrm>
              <a:off x="1126130" y="3053518"/>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0" name="Freeform 602">
              <a:extLst>
                <a:ext uri="{FF2B5EF4-FFF2-40B4-BE49-F238E27FC236}">
                  <a16:creationId xmlns:a16="http://schemas.microsoft.com/office/drawing/2014/main" id="{31B7D567-9386-4F17-9BEA-55DE9EB2F7EA}"/>
                </a:ext>
              </a:extLst>
            </p:cNvPr>
            <p:cNvSpPr>
              <a:spLocks noEditPoints="1"/>
            </p:cNvSpPr>
            <p:nvPr userDrawn="1"/>
          </p:nvSpPr>
          <p:spPr bwMode="auto">
            <a:xfrm>
              <a:off x="1290697" y="3191995"/>
              <a:ext cx="40138" cy="38132"/>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6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4 w 26"/>
                <a:gd name="T43" fmla="*/ 5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1" name="Freeform 603">
              <a:extLst>
                <a:ext uri="{FF2B5EF4-FFF2-40B4-BE49-F238E27FC236}">
                  <a16:creationId xmlns:a16="http://schemas.microsoft.com/office/drawing/2014/main" id="{EFD8003C-CF7C-42F2-8357-F1763A88DEEA}"/>
                </a:ext>
              </a:extLst>
            </p:cNvPr>
            <p:cNvSpPr>
              <a:spLocks noEditPoints="1"/>
            </p:cNvSpPr>
            <p:nvPr userDrawn="1"/>
          </p:nvSpPr>
          <p:spPr bwMode="auto">
            <a:xfrm>
              <a:off x="1324815" y="3218085"/>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2" name="Freeform 604">
              <a:extLst>
                <a:ext uri="{FF2B5EF4-FFF2-40B4-BE49-F238E27FC236}">
                  <a16:creationId xmlns:a16="http://schemas.microsoft.com/office/drawing/2014/main" id="{9763D249-1F81-4D01-8766-A562C481DF38}"/>
                </a:ext>
              </a:extLst>
            </p:cNvPr>
            <p:cNvSpPr>
              <a:spLocks noEditPoints="1"/>
            </p:cNvSpPr>
            <p:nvPr userDrawn="1"/>
          </p:nvSpPr>
          <p:spPr bwMode="auto">
            <a:xfrm>
              <a:off x="1360939" y="3216078"/>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10 w 17"/>
                <a:gd name="T19" fmla="*/ 11 h 18"/>
                <a:gd name="T20" fmla="*/ 9 w 17"/>
                <a:gd name="T21" fmla="*/ 12 h 18"/>
                <a:gd name="T22" fmla="*/ 9 w 17"/>
                <a:gd name="T23" fmla="*/ 0 h 18"/>
                <a:gd name="T24" fmla="*/ 9 w 17"/>
                <a:gd name="T25" fmla="*/ 0 h 18"/>
                <a:gd name="T26" fmla="*/ 9 w 17"/>
                <a:gd name="T27" fmla="*/ 0 h 18"/>
                <a:gd name="T28" fmla="*/ 3 w 17"/>
                <a:gd name="T29" fmla="*/ 2 h 18"/>
                <a:gd name="T30" fmla="*/ 0 w 17"/>
                <a:gd name="T31" fmla="*/ 9 h 18"/>
                <a:gd name="T32" fmla="*/ 2 w 17"/>
                <a:gd name="T33" fmla="*/ 14 h 18"/>
                <a:gd name="T34" fmla="*/ 9 w 17"/>
                <a:gd name="T35" fmla="*/ 18 h 18"/>
                <a:gd name="T36" fmla="*/ 9 w 17"/>
                <a:gd name="T37" fmla="*/ 18 h 18"/>
                <a:gd name="T38" fmla="*/ 14 w 17"/>
                <a:gd name="T39" fmla="*/ 16 h 18"/>
                <a:gd name="T40" fmla="*/ 14 w 17"/>
                <a:gd name="T41" fmla="*/ 16 h 18"/>
                <a:gd name="T42" fmla="*/ 17 w 17"/>
                <a:gd name="T43" fmla="*/ 9 h 18"/>
                <a:gd name="T44" fmla="*/ 16 w 17"/>
                <a:gd name="T45" fmla="*/ 4 h 18"/>
                <a:gd name="T46" fmla="*/ 13 w 17"/>
                <a:gd name="T47" fmla="*/ 6 h 18"/>
                <a:gd name="T48" fmla="*/ 16 w 17"/>
                <a:gd name="T49" fmla="*/ 4 h 18"/>
                <a:gd name="T50" fmla="*/ 9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1"/>
                    <a:pt x="10" y="11"/>
                    <a:pt x="10" y="11"/>
                  </a:cubicBezTo>
                  <a:cubicBezTo>
                    <a:pt x="10" y="12"/>
                    <a:pt x="9" y="12"/>
                    <a:pt x="9" y="12"/>
                  </a:cubicBezTo>
                  <a:moveTo>
                    <a:pt x="9" y="0"/>
                  </a:moveTo>
                  <a:cubicBezTo>
                    <a:pt x="9" y="0"/>
                    <a:pt x="9" y="0"/>
                    <a:pt x="9" y="0"/>
                  </a:cubicBez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10" y="18"/>
                    <a:pt x="12" y="17"/>
                    <a:pt x="14" y="16"/>
                  </a:cubicBezTo>
                  <a:cubicBezTo>
                    <a:pt x="14" y="16"/>
                    <a:pt x="14" y="16"/>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3" name="Freeform 605">
              <a:extLst>
                <a:ext uri="{FF2B5EF4-FFF2-40B4-BE49-F238E27FC236}">
                  <a16:creationId xmlns:a16="http://schemas.microsoft.com/office/drawing/2014/main" id="{0771C669-BE56-4462-9CBC-4FC2AD62EA8C}"/>
                </a:ext>
              </a:extLst>
            </p:cNvPr>
            <p:cNvSpPr>
              <a:spLocks noEditPoints="1"/>
            </p:cNvSpPr>
            <p:nvPr userDrawn="1"/>
          </p:nvSpPr>
          <p:spPr bwMode="auto">
            <a:xfrm>
              <a:off x="-200439" y="2692273"/>
              <a:ext cx="319100" cy="313078"/>
            </a:xfrm>
            <a:custGeom>
              <a:avLst/>
              <a:gdLst>
                <a:gd name="T0" fmla="*/ 147 w 212"/>
                <a:gd name="T1" fmla="*/ 8 h 208"/>
                <a:gd name="T2" fmla="*/ 148 w 212"/>
                <a:gd name="T3" fmla="*/ 15 h 208"/>
                <a:gd name="T4" fmla="*/ 186 w 212"/>
                <a:gd name="T5" fmla="*/ 45 h 208"/>
                <a:gd name="T6" fmla="*/ 188 w 212"/>
                <a:gd name="T7" fmla="*/ 43 h 208"/>
                <a:gd name="T8" fmla="*/ 191 w 212"/>
                <a:gd name="T9" fmla="*/ 41 h 208"/>
                <a:gd name="T10" fmla="*/ 147 w 212"/>
                <a:gd name="T11" fmla="*/ 8 h 208"/>
                <a:gd name="T12" fmla="*/ 106 w 212"/>
                <a:gd name="T13" fmla="*/ 0 h 208"/>
                <a:gd name="T14" fmla="*/ 106 w 212"/>
                <a:gd name="T15" fmla="*/ 0 h 208"/>
                <a:gd name="T16" fmla="*/ 42 w 212"/>
                <a:gd name="T17" fmla="*/ 20 h 208"/>
                <a:gd name="T18" fmla="*/ 0 w 212"/>
                <a:gd name="T19" fmla="*/ 104 h 208"/>
                <a:gd name="T20" fmla="*/ 21 w 212"/>
                <a:gd name="T21" fmla="*/ 166 h 208"/>
                <a:gd name="T22" fmla="*/ 106 w 212"/>
                <a:gd name="T23" fmla="*/ 208 h 208"/>
                <a:gd name="T24" fmla="*/ 106 w 212"/>
                <a:gd name="T25" fmla="*/ 208 h 208"/>
                <a:gd name="T26" fmla="*/ 169 w 212"/>
                <a:gd name="T27" fmla="*/ 187 h 208"/>
                <a:gd name="T28" fmla="*/ 212 w 212"/>
                <a:gd name="T29" fmla="*/ 104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47" y="8"/>
                  </a:moveTo>
                  <a:cubicBezTo>
                    <a:pt x="148" y="15"/>
                    <a:pt x="148" y="15"/>
                    <a:pt x="148" y="15"/>
                  </a:cubicBezTo>
                  <a:cubicBezTo>
                    <a:pt x="163" y="21"/>
                    <a:pt x="176" y="32"/>
                    <a:pt x="186" y="45"/>
                  </a:cubicBezTo>
                  <a:cubicBezTo>
                    <a:pt x="188" y="43"/>
                    <a:pt x="188" y="43"/>
                    <a:pt x="188" y="43"/>
                  </a:cubicBezTo>
                  <a:cubicBezTo>
                    <a:pt x="191" y="41"/>
                    <a:pt x="191" y="41"/>
                    <a:pt x="191" y="41"/>
                  </a:cubicBezTo>
                  <a:cubicBezTo>
                    <a:pt x="179" y="26"/>
                    <a:pt x="164" y="15"/>
                    <a:pt x="147" y="8"/>
                  </a:cubicBezTo>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4" name="Freeform 606">
              <a:extLst>
                <a:ext uri="{FF2B5EF4-FFF2-40B4-BE49-F238E27FC236}">
                  <a16:creationId xmlns:a16="http://schemas.microsoft.com/office/drawing/2014/main" id="{74669776-6EB6-4A09-A2CA-5F1781ACEA36}"/>
                </a:ext>
              </a:extLst>
            </p:cNvPr>
            <p:cNvSpPr>
              <a:spLocks noEditPoints="1"/>
            </p:cNvSpPr>
            <p:nvPr userDrawn="1"/>
          </p:nvSpPr>
          <p:spPr bwMode="auto">
            <a:xfrm>
              <a:off x="90563" y="2939124"/>
              <a:ext cx="62215" cy="60207"/>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0" name="Group 808">
              <a:extLst>
                <a:ext uri="{FF2B5EF4-FFF2-40B4-BE49-F238E27FC236}">
                  <a16:creationId xmlns:a16="http://schemas.microsoft.com/office/drawing/2014/main" id="{70C05799-F866-4A2C-82F0-FF39DCDDBA8A}"/>
                </a:ext>
              </a:extLst>
            </p:cNvPr>
            <p:cNvGrpSpPr>
              <a:grpSpLocks/>
            </p:cNvGrpSpPr>
            <p:nvPr userDrawn="1"/>
          </p:nvGrpSpPr>
          <p:grpSpPr bwMode="auto">
            <a:xfrm>
              <a:off x="-180370" y="1616568"/>
              <a:ext cx="6263576" cy="2338054"/>
              <a:chOff x="-4935" y="1009"/>
              <a:chExt cx="3121" cy="1165"/>
            </a:xfrm>
            <a:grpFill/>
          </p:grpSpPr>
          <p:sp>
            <p:nvSpPr>
              <p:cNvPr id="945" name="Freeform 608">
                <a:extLst>
                  <a:ext uri="{FF2B5EF4-FFF2-40B4-BE49-F238E27FC236}">
                    <a16:creationId xmlns:a16="http://schemas.microsoft.com/office/drawing/2014/main" id="{9FF482A4-7467-42AE-9C8D-71E10673BD01}"/>
                  </a:ext>
                </a:extLst>
              </p:cNvPr>
              <p:cNvSpPr>
                <a:spLocks noEditPoints="1"/>
              </p:cNvSpPr>
              <p:nvPr userDrawn="1"/>
            </p:nvSpPr>
            <p:spPr bwMode="auto">
              <a:xfrm>
                <a:off x="-4770" y="1692"/>
                <a:ext cx="24" cy="2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3 w 31"/>
                  <a:gd name="T15" fmla="*/ 9 h 30"/>
                  <a:gd name="T16" fmla="*/ 25 w 31"/>
                  <a:gd name="T17" fmla="*/ 15 h 30"/>
                  <a:gd name="T18" fmla="*/ 21 w 31"/>
                  <a:gd name="T19" fmla="*/ 22 h 30"/>
                  <a:gd name="T20" fmla="*/ 16 w 31"/>
                  <a:gd name="T21" fmla="*/ 24 h 30"/>
                  <a:gd name="T22" fmla="*/ 15 w 31"/>
                  <a:gd name="T23" fmla="*/ 0 h 30"/>
                  <a:gd name="T24" fmla="*/ 15 w 31"/>
                  <a:gd name="T25" fmla="*/ 0 h 30"/>
                  <a:gd name="T26" fmla="*/ 6 w 31"/>
                  <a:gd name="T27" fmla="*/ 3 h 30"/>
                  <a:gd name="T28" fmla="*/ 0 w 31"/>
                  <a:gd name="T29" fmla="*/ 15 h 30"/>
                  <a:gd name="T30" fmla="*/ 3 w 31"/>
                  <a:gd name="T31" fmla="*/ 24 h 30"/>
                  <a:gd name="T32" fmla="*/ 15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6" name="Freeform 609">
                <a:extLst>
                  <a:ext uri="{FF2B5EF4-FFF2-40B4-BE49-F238E27FC236}">
                    <a16:creationId xmlns:a16="http://schemas.microsoft.com/office/drawing/2014/main" id="{451133A9-1486-4DE1-8220-49C51903FC4D}"/>
                  </a:ext>
                </a:extLst>
              </p:cNvPr>
              <p:cNvSpPr>
                <a:spLocks/>
              </p:cNvSpPr>
              <p:nvPr userDrawn="1"/>
            </p:nvSpPr>
            <p:spPr bwMode="auto">
              <a:xfrm>
                <a:off x="-4740" y="1689"/>
                <a:ext cx="20" cy="19"/>
              </a:xfrm>
              <a:custGeom>
                <a:avLst/>
                <a:gdLst>
                  <a:gd name="T0" fmla="*/ 13 w 26"/>
                  <a:gd name="T1" fmla="*/ 0 h 25"/>
                  <a:gd name="T2" fmla="*/ 13 w 26"/>
                  <a:gd name="T3" fmla="*/ 0 h 25"/>
                  <a:gd name="T4" fmla="*/ 13 w 26"/>
                  <a:gd name="T5" fmla="*/ 0 h 25"/>
                  <a:gd name="T6" fmla="*/ 5 w 26"/>
                  <a:gd name="T7" fmla="*/ 2 h 25"/>
                  <a:gd name="T8" fmla="*/ 0 w 26"/>
                  <a:gd name="T9" fmla="*/ 12 h 25"/>
                  <a:gd name="T10" fmla="*/ 2 w 26"/>
                  <a:gd name="T11" fmla="*/ 20 h 25"/>
                  <a:gd name="T12" fmla="*/ 13 w 26"/>
                  <a:gd name="T13" fmla="*/ 25 h 25"/>
                  <a:gd name="T14" fmla="*/ 13 w 26"/>
                  <a:gd name="T15" fmla="*/ 25 h 25"/>
                  <a:gd name="T16" fmla="*/ 21 w 26"/>
                  <a:gd name="T17" fmla="*/ 23 h 25"/>
                  <a:gd name="T18" fmla="*/ 26 w 26"/>
                  <a:gd name="T19" fmla="*/ 12 h 25"/>
                  <a:gd name="T20" fmla="*/ 23 w 26"/>
                  <a:gd name="T21" fmla="*/ 5 h 25"/>
                  <a:gd name="T22" fmla="*/ 21 w 26"/>
                  <a:gd name="T23" fmla="*/ 6 h 25"/>
                  <a:gd name="T24" fmla="*/ 19 w 26"/>
                  <a:gd name="T25" fmla="*/ 8 h 25"/>
                  <a:gd name="T26" fmla="*/ 20 w 26"/>
                  <a:gd name="T27" fmla="*/ 12 h 25"/>
                  <a:gd name="T28" fmla="*/ 17 w 26"/>
                  <a:gd name="T29" fmla="*/ 18 h 25"/>
                  <a:gd name="T30" fmla="*/ 13 w 26"/>
                  <a:gd name="T31" fmla="*/ 19 h 25"/>
                  <a:gd name="T32" fmla="*/ 7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7" name="Freeform 610">
                <a:extLst>
                  <a:ext uri="{FF2B5EF4-FFF2-40B4-BE49-F238E27FC236}">
                    <a16:creationId xmlns:a16="http://schemas.microsoft.com/office/drawing/2014/main" id="{F8B9A89B-4344-47F7-934B-AAFFE3DA7A74}"/>
                  </a:ext>
                </a:extLst>
              </p:cNvPr>
              <p:cNvSpPr>
                <a:spLocks/>
              </p:cNvSpPr>
              <p:nvPr userDrawn="1"/>
            </p:nvSpPr>
            <p:spPr bwMode="auto">
              <a:xfrm>
                <a:off x="-4342" y="1386"/>
                <a:ext cx="82" cy="77"/>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8" name="Freeform 611">
                <a:extLst>
                  <a:ext uri="{FF2B5EF4-FFF2-40B4-BE49-F238E27FC236}">
                    <a16:creationId xmlns:a16="http://schemas.microsoft.com/office/drawing/2014/main" id="{1BA3DABF-001B-4D59-8B74-F40462BA6C82}"/>
                  </a:ext>
                </a:extLst>
              </p:cNvPr>
              <p:cNvSpPr>
                <a:spLocks noEditPoints="1"/>
              </p:cNvSpPr>
              <p:nvPr userDrawn="1"/>
            </p:nvSpPr>
            <p:spPr bwMode="auto">
              <a:xfrm>
                <a:off x="-4352" y="1387"/>
                <a:ext cx="17" cy="17"/>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9" name="Freeform 612">
                <a:extLst>
                  <a:ext uri="{FF2B5EF4-FFF2-40B4-BE49-F238E27FC236}">
                    <a16:creationId xmlns:a16="http://schemas.microsoft.com/office/drawing/2014/main" id="{0DFC4327-4705-402D-A766-2A8BB7F31415}"/>
                  </a:ext>
                </a:extLst>
              </p:cNvPr>
              <p:cNvSpPr>
                <a:spLocks/>
              </p:cNvSpPr>
              <p:nvPr userDrawn="1"/>
            </p:nvSpPr>
            <p:spPr bwMode="auto">
              <a:xfrm>
                <a:off x="-4364" y="1379"/>
                <a:ext cx="14" cy="14"/>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0" name="Freeform 613">
                <a:extLst>
                  <a:ext uri="{FF2B5EF4-FFF2-40B4-BE49-F238E27FC236}">
                    <a16:creationId xmlns:a16="http://schemas.microsoft.com/office/drawing/2014/main" id="{0C176C37-9CD5-45C8-801C-524B58996C42}"/>
                  </a:ext>
                </a:extLst>
              </p:cNvPr>
              <p:cNvSpPr>
                <a:spLocks noEditPoints="1"/>
              </p:cNvSpPr>
              <p:nvPr userDrawn="1"/>
            </p:nvSpPr>
            <p:spPr bwMode="auto">
              <a:xfrm>
                <a:off x="-4365" y="1367"/>
                <a:ext cx="12" cy="12"/>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8 w 16"/>
                  <a:gd name="T33" fmla="*/ 0 h 15"/>
                  <a:gd name="T34" fmla="*/ 3 w 16"/>
                  <a:gd name="T35" fmla="*/ 1 h 15"/>
                  <a:gd name="T36" fmla="*/ 0 w 16"/>
                  <a:gd name="T37" fmla="*/ 5 h 15"/>
                  <a:gd name="T38" fmla="*/ 0 w 16"/>
                  <a:gd name="T39" fmla="*/ 7 h 15"/>
                  <a:gd name="T40" fmla="*/ 5 w 16"/>
                  <a:gd name="T41" fmla="*/ 15 h 15"/>
                  <a:gd name="T42" fmla="*/ 8 w 16"/>
                  <a:gd name="T43" fmla="*/ 15 h 15"/>
                  <a:gd name="T44" fmla="*/ 8 w 16"/>
                  <a:gd name="T45" fmla="*/ 15 h 15"/>
                  <a:gd name="T46" fmla="*/ 13 w 16"/>
                  <a:gd name="T47" fmla="*/ 14 h 15"/>
                  <a:gd name="T48" fmla="*/ 15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8" y="0"/>
                      <a:pt x="8" y="0"/>
                      <a:pt x="8" y="0"/>
                    </a:cubicBez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1" name="Freeform 614">
                <a:extLst>
                  <a:ext uri="{FF2B5EF4-FFF2-40B4-BE49-F238E27FC236}">
                    <a16:creationId xmlns:a16="http://schemas.microsoft.com/office/drawing/2014/main" id="{47C20239-9BC9-4853-89EE-A177E5C59F1C}"/>
                  </a:ext>
                </a:extLst>
              </p:cNvPr>
              <p:cNvSpPr>
                <a:spLocks/>
              </p:cNvSpPr>
              <p:nvPr userDrawn="1"/>
            </p:nvSpPr>
            <p:spPr bwMode="auto">
              <a:xfrm>
                <a:off x="-4744" y="1074"/>
                <a:ext cx="59" cy="55"/>
              </a:xfrm>
              <a:custGeom>
                <a:avLst/>
                <a:gdLst>
                  <a:gd name="T0" fmla="*/ 38 w 79"/>
                  <a:gd name="T1" fmla="*/ 0 h 73"/>
                  <a:gd name="T2" fmla="*/ 16 w 79"/>
                  <a:gd name="T3" fmla="*/ 6 h 73"/>
                  <a:gd name="T4" fmla="*/ 10 w 79"/>
                  <a:gd name="T5" fmla="*/ 12 h 73"/>
                  <a:gd name="T6" fmla="*/ 9 w 79"/>
                  <a:gd name="T7" fmla="*/ 13 h 73"/>
                  <a:gd name="T8" fmla="*/ 6 w 79"/>
                  <a:gd name="T9" fmla="*/ 17 h 73"/>
                  <a:gd name="T10" fmla="*/ 6 w 79"/>
                  <a:gd name="T11" fmla="*/ 17 h 73"/>
                  <a:gd name="T12" fmla="*/ 3 w 79"/>
                  <a:gd name="T13" fmla="*/ 23 h 73"/>
                  <a:gd name="T14" fmla="*/ 0 w 79"/>
                  <a:gd name="T15" fmla="*/ 35 h 73"/>
                  <a:gd name="T16" fmla="*/ 27 w 79"/>
                  <a:gd name="T17" fmla="*/ 70 h 73"/>
                  <a:gd name="T18" fmla="*/ 41 w 79"/>
                  <a:gd name="T19" fmla="*/ 73 h 73"/>
                  <a:gd name="T20" fmla="*/ 63 w 79"/>
                  <a:gd name="T21" fmla="*/ 67 h 73"/>
                  <a:gd name="T22" fmla="*/ 76 w 79"/>
                  <a:gd name="T23" fmla="*/ 50 h 73"/>
                  <a:gd name="T24" fmla="*/ 79 w 79"/>
                  <a:gd name="T25" fmla="*/ 38 h 73"/>
                  <a:gd name="T26" fmla="*/ 52 w 79"/>
                  <a:gd name="T27" fmla="*/ 3 h 73"/>
                  <a:gd name="T28" fmla="*/ 51 w 79"/>
                  <a:gd name="T29" fmla="*/ 5 h 73"/>
                  <a:gd name="T30" fmla="*/ 50 w 79"/>
                  <a:gd name="T31" fmla="*/ 8 h 73"/>
                  <a:gd name="T32" fmla="*/ 73 w 79"/>
                  <a:gd name="T33" fmla="*/ 38 h 73"/>
                  <a:gd name="T34" fmla="*/ 71 w 79"/>
                  <a:gd name="T35" fmla="*/ 48 h 73"/>
                  <a:gd name="T36" fmla="*/ 59 w 79"/>
                  <a:gd name="T37" fmla="*/ 62 h 73"/>
                  <a:gd name="T38" fmla="*/ 41 w 79"/>
                  <a:gd name="T39" fmla="*/ 67 h 73"/>
                  <a:gd name="T40" fmla="*/ 29 w 79"/>
                  <a:gd name="T41" fmla="*/ 65 h 73"/>
                  <a:gd name="T42" fmla="*/ 6 w 79"/>
                  <a:gd name="T43" fmla="*/ 35 h 73"/>
                  <a:gd name="T44" fmla="*/ 8 w 79"/>
                  <a:gd name="T45" fmla="*/ 25 h 73"/>
                  <a:gd name="T46" fmla="*/ 20 w 79"/>
                  <a:gd name="T47" fmla="*/ 11 h 73"/>
                  <a:gd name="T48" fmla="*/ 38 w 79"/>
                  <a:gd name="T49" fmla="*/ 6 h 73"/>
                  <a:gd name="T50" fmla="*/ 50 w 79"/>
                  <a:gd name="T51" fmla="*/ 8 h 73"/>
                  <a:gd name="T52" fmla="*/ 51 w 79"/>
                  <a:gd name="T53" fmla="*/ 5 h 73"/>
                  <a:gd name="T54" fmla="*/ 52 w 79"/>
                  <a:gd name="T55" fmla="*/ 3 h 73"/>
                  <a:gd name="T56" fmla="*/ 38 w 79"/>
                  <a:gd name="T5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3">
                    <a:moveTo>
                      <a:pt x="38" y="0"/>
                    </a:move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3"/>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4"/>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2" name="Freeform 615">
                <a:extLst>
                  <a:ext uri="{FF2B5EF4-FFF2-40B4-BE49-F238E27FC236}">
                    <a16:creationId xmlns:a16="http://schemas.microsoft.com/office/drawing/2014/main" id="{A982BD3F-33DC-4F67-8701-AC6D9BB33BC0}"/>
                  </a:ext>
                </a:extLst>
              </p:cNvPr>
              <p:cNvSpPr>
                <a:spLocks/>
              </p:cNvSpPr>
              <p:nvPr userDrawn="1"/>
            </p:nvSpPr>
            <p:spPr bwMode="auto">
              <a:xfrm>
                <a:off x="-4751" y="1075"/>
                <a:ext cx="14" cy="12"/>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5 w 19"/>
                  <a:gd name="T19" fmla="*/ 16 h 17"/>
                  <a:gd name="T20" fmla="*/ 19 w 19"/>
                  <a:gd name="T21" fmla="*/ 11 h 17"/>
                  <a:gd name="T22" fmla="*/ 19 w 19"/>
                  <a:gd name="T23" fmla="*/ 9 h 17"/>
                  <a:gd name="T24" fmla="*/ 13 w 19"/>
                  <a:gd name="T25" fmla="*/ 0 h 17"/>
                  <a:gd name="T26" fmla="*/ 12 w 19"/>
                  <a:gd name="T27" fmla="*/ 3 h 17"/>
                  <a:gd name="T28" fmla="*/ 11 w 19"/>
                  <a:gd name="T29" fmla="*/ 6 h 17"/>
                  <a:gd name="T30" fmla="*/ 13 w 19"/>
                  <a:gd name="T31" fmla="*/ 9 h 17"/>
                  <a:gd name="T32" fmla="*/ 13 w 19"/>
                  <a:gd name="T33" fmla="*/ 10 h 17"/>
                  <a:gd name="T34" fmla="*/ 12 w 19"/>
                  <a:gd name="T35" fmla="*/ 11 h 17"/>
                  <a:gd name="T36" fmla="*/ 10 w 19"/>
                  <a:gd name="T37" fmla="*/ 11 h 17"/>
                  <a:gd name="T38" fmla="*/ 10 w 19"/>
                  <a:gd name="T39" fmla="*/ 11 h 17"/>
                  <a:gd name="T40" fmla="*/ 9 w 19"/>
                  <a:gd name="T41" fmla="*/ 11 h 17"/>
                  <a:gd name="T42" fmla="*/ 6 w 19"/>
                  <a:gd name="T43" fmla="*/ 8 h 17"/>
                  <a:gd name="T44" fmla="*/ 7 w 19"/>
                  <a:gd name="T45" fmla="*/ 7 h 17"/>
                  <a:gd name="T46" fmla="*/ 8 w 19"/>
                  <a:gd name="T47" fmla="*/ 6 h 17"/>
                  <a:gd name="T48" fmla="*/ 9 w 19"/>
                  <a:gd name="T49" fmla="*/ 6 h 17"/>
                  <a:gd name="T50" fmla="*/ 9 w 19"/>
                  <a:gd name="T51" fmla="*/ 6 h 17"/>
                  <a:gd name="T52" fmla="*/ 11 w 19"/>
                  <a:gd name="T53" fmla="*/ 6 h 17"/>
                  <a:gd name="T54" fmla="*/ 12 w 19"/>
                  <a:gd name="T55" fmla="*/ 3 h 17"/>
                  <a:gd name="T56" fmla="*/ 13 w 19"/>
                  <a:gd name="T57" fmla="*/ 0 h 17"/>
                  <a:gd name="T58" fmla="*/ 9 w 19"/>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2" y="17"/>
                      <a:pt x="13" y="17"/>
                      <a:pt x="15" y="16"/>
                    </a:cubicBezTo>
                    <a:cubicBezTo>
                      <a:pt x="16" y="14"/>
                      <a:pt x="17" y="12"/>
                      <a:pt x="19" y="11"/>
                    </a:cubicBezTo>
                    <a:cubicBezTo>
                      <a:pt x="19" y="10"/>
                      <a:pt x="19" y="9"/>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0"/>
                      <a:pt x="6" y="9"/>
                      <a:pt x="6" y="8"/>
                    </a:cubicBezTo>
                    <a:cubicBezTo>
                      <a:pt x="7" y="7"/>
                      <a:pt x="7" y="7"/>
                      <a:pt x="7" y="7"/>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3" name="Freeform 616">
                <a:extLst>
                  <a:ext uri="{FF2B5EF4-FFF2-40B4-BE49-F238E27FC236}">
                    <a16:creationId xmlns:a16="http://schemas.microsoft.com/office/drawing/2014/main" id="{459F8097-1B7C-4925-92E0-9CE03F38CA97}"/>
                  </a:ext>
                </a:extLst>
              </p:cNvPr>
              <p:cNvSpPr>
                <a:spLocks/>
              </p:cNvSpPr>
              <p:nvPr userDrawn="1"/>
            </p:nvSpPr>
            <p:spPr bwMode="auto">
              <a:xfrm>
                <a:off x="-4740" y="1083"/>
                <a:ext cx="3" cy="4"/>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4" name="Freeform 617">
                <a:extLst>
                  <a:ext uri="{FF2B5EF4-FFF2-40B4-BE49-F238E27FC236}">
                    <a16:creationId xmlns:a16="http://schemas.microsoft.com/office/drawing/2014/main" id="{72C32431-2E61-49BC-9214-8E6647920AA4}"/>
                  </a:ext>
                </a:extLst>
              </p:cNvPr>
              <p:cNvSpPr>
                <a:spLocks/>
              </p:cNvSpPr>
              <p:nvPr userDrawn="1"/>
            </p:nvSpPr>
            <p:spPr bwMode="auto">
              <a:xfrm>
                <a:off x="-4758" y="1069"/>
                <a:ext cx="10" cy="11"/>
              </a:xfrm>
              <a:custGeom>
                <a:avLst/>
                <a:gdLst>
                  <a:gd name="T0" fmla="*/ 8 w 14"/>
                  <a:gd name="T1" fmla="*/ 0 h 14"/>
                  <a:gd name="T2" fmla="*/ 5 w 14"/>
                  <a:gd name="T3" fmla="*/ 1 h 14"/>
                  <a:gd name="T4" fmla="*/ 5 w 14"/>
                  <a:gd name="T5" fmla="*/ 1 h 14"/>
                  <a:gd name="T6" fmla="*/ 3 w 14"/>
                  <a:gd name="T7" fmla="*/ 1 h 14"/>
                  <a:gd name="T8" fmla="*/ 3 w 14"/>
                  <a:gd name="T9" fmla="*/ 1 h 14"/>
                  <a:gd name="T10" fmla="*/ 0 w 14"/>
                  <a:gd name="T11" fmla="*/ 4 h 14"/>
                  <a:gd name="T12" fmla="*/ 0 w 14"/>
                  <a:gd name="T13" fmla="*/ 7 h 14"/>
                  <a:gd name="T14" fmla="*/ 5 w 14"/>
                  <a:gd name="T15" fmla="*/ 13 h 14"/>
                  <a:gd name="T16" fmla="*/ 5 w 14"/>
                  <a:gd name="T17" fmla="*/ 13 h 14"/>
                  <a:gd name="T18" fmla="*/ 7 w 14"/>
                  <a:gd name="T19" fmla="*/ 14 h 14"/>
                  <a:gd name="T20" fmla="*/ 11 w 14"/>
                  <a:gd name="T21" fmla="*/ 13 h 14"/>
                  <a:gd name="T22" fmla="*/ 11 w 14"/>
                  <a:gd name="T23" fmla="*/ 12 h 14"/>
                  <a:gd name="T24" fmla="*/ 14 w 14"/>
                  <a:gd name="T25" fmla="*/ 8 h 14"/>
                  <a:gd name="T26" fmla="*/ 14 w 14"/>
                  <a:gd name="T27" fmla="*/ 7 h 14"/>
                  <a:gd name="T28" fmla="*/ 9 w 14"/>
                  <a:gd name="T29" fmla="*/ 0 h 14"/>
                  <a:gd name="T30" fmla="*/ 8 w 14"/>
                  <a:gd name="T31" fmla="*/ 3 h 14"/>
                  <a:gd name="T32" fmla="*/ 7 w 14"/>
                  <a:gd name="T33" fmla="*/ 6 h 14"/>
                  <a:gd name="T34" fmla="*/ 8 w 14"/>
                  <a:gd name="T35" fmla="*/ 7 h 14"/>
                  <a:gd name="T36" fmla="*/ 8 w 14"/>
                  <a:gd name="T37" fmla="*/ 7 h 14"/>
                  <a:gd name="T38" fmla="*/ 8 w 14"/>
                  <a:gd name="T39" fmla="*/ 8 h 14"/>
                  <a:gd name="T40" fmla="*/ 7 w 14"/>
                  <a:gd name="T41" fmla="*/ 8 h 14"/>
                  <a:gd name="T42" fmla="*/ 7 w 14"/>
                  <a:gd name="T43" fmla="*/ 8 h 14"/>
                  <a:gd name="T44" fmla="*/ 7 w 14"/>
                  <a:gd name="T45" fmla="*/ 8 h 14"/>
                  <a:gd name="T46" fmla="*/ 6 w 14"/>
                  <a:gd name="T47" fmla="*/ 7 h 14"/>
                  <a:gd name="T48" fmla="*/ 6 w 14"/>
                  <a:gd name="T49" fmla="*/ 6 h 14"/>
                  <a:gd name="T50" fmla="*/ 6 w 14"/>
                  <a:gd name="T51" fmla="*/ 6 h 14"/>
                  <a:gd name="T52" fmla="*/ 7 w 14"/>
                  <a:gd name="T53" fmla="*/ 6 h 14"/>
                  <a:gd name="T54" fmla="*/ 7 w 14"/>
                  <a:gd name="T55" fmla="*/ 6 h 14"/>
                  <a:gd name="T56" fmla="*/ 8 w 14"/>
                  <a:gd name="T57" fmla="*/ 3 h 14"/>
                  <a:gd name="T58" fmla="*/ 9 w 14"/>
                  <a:gd name="T59" fmla="*/ 0 h 14"/>
                  <a:gd name="T60" fmla="*/ 8 w 14"/>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4">
                    <a:moveTo>
                      <a:pt x="8" y="0"/>
                    </a:moveTo>
                    <a:cubicBezTo>
                      <a:pt x="7" y="1"/>
                      <a:pt x="6" y="1"/>
                      <a:pt x="5" y="1"/>
                    </a:cubicBezTo>
                    <a:cubicBezTo>
                      <a:pt x="5" y="1"/>
                      <a:pt x="5"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3"/>
                      <a:pt x="5" y="13"/>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5" name="Freeform 618">
                <a:extLst>
                  <a:ext uri="{FF2B5EF4-FFF2-40B4-BE49-F238E27FC236}">
                    <a16:creationId xmlns:a16="http://schemas.microsoft.com/office/drawing/2014/main" id="{8256174E-4CE1-4936-BDAC-80265ACE208B}"/>
                  </a:ext>
                </a:extLst>
              </p:cNvPr>
              <p:cNvSpPr>
                <a:spLocks/>
              </p:cNvSpPr>
              <p:nvPr userDrawn="1"/>
            </p:nvSpPr>
            <p:spPr bwMode="auto">
              <a:xfrm>
                <a:off x="-4750" y="1075"/>
                <a:ext cx="2" cy="4"/>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6" name="Freeform 619">
                <a:extLst>
                  <a:ext uri="{FF2B5EF4-FFF2-40B4-BE49-F238E27FC236}">
                    <a16:creationId xmlns:a16="http://schemas.microsoft.com/office/drawing/2014/main" id="{67093A3E-F5BF-49E7-990B-B7283F9E76E7}"/>
                  </a:ext>
                </a:extLst>
              </p:cNvPr>
              <p:cNvSpPr>
                <a:spLocks noEditPoints="1"/>
              </p:cNvSpPr>
              <p:nvPr userDrawn="1"/>
            </p:nvSpPr>
            <p:spPr bwMode="auto">
              <a:xfrm>
                <a:off x="-4760" y="1060"/>
                <a:ext cx="10" cy="10"/>
              </a:xfrm>
              <a:custGeom>
                <a:avLst/>
                <a:gdLst>
                  <a:gd name="T0" fmla="*/ 6 w 13"/>
                  <a:gd name="T1" fmla="*/ 6 h 13"/>
                  <a:gd name="T2" fmla="*/ 6 w 13"/>
                  <a:gd name="T3" fmla="*/ 6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6 h 13"/>
                  <a:gd name="T20" fmla="*/ 7 w 13"/>
                  <a:gd name="T21" fmla="*/ 0 h 13"/>
                  <a:gd name="T22" fmla="*/ 3 w 13"/>
                  <a:gd name="T23" fmla="*/ 1 h 13"/>
                  <a:gd name="T24" fmla="*/ 1 w 13"/>
                  <a:gd name="T25" fmla="*/ 4 h 13"/>
                  <a:gd name="T26" fmla="*/ 0 w 13"/>
                  <a:gd name="T27" fmla="*/ 6 h 13"/>
                  <a:gd name="T28" fmla="*/ 5 w 13"/>
                  <a:gd name="T29" fmla="*/ 12 h 13"/>
                  <a:gd name="T30" fmla="*/ 5 w 13"/>
                  <a:gd name="T31" fmla="*/ 13 h 13"/>
                  <a:gd name="T32" fmla="*/ 9 w 13"/>
                  <a:gd name="T33" fmla="*/ 12 h 13"/>
                  <a:gd name="T34" fmla="*/ 10 w 13"/>
                  <a:gd name="T35" fmla="*/ 12 h 13"/>
                  <a:gd name="T36" fmla="*/ 10 w 13"/>
                  <a:gd name="T37" fmla="*/ 12 h 13"/>
                  <a:gd name="T38" fmla="*/ 13 w 13"/>
                  <a:gd name="T39" fmla="*/ 9 h 13"/>
                  <a:gd name="T40" fmla="*/ 13 w 13"/>
                  <a:gd name="T41" fmla="*/ 7 h 13"/>
                  <a:gd name="T42" fmla="*/ 9 w 13"/>
                  <a:gd name="T43" fmla="*/ 1 h 13"/>
                  <a:gd name="T44" fmla="*/ 8 w 13"/>
                  <a:gd name="T45" fmla="*/ 4 h 13"/>
                  <a:gd name="T46" fmla="*/ 9 w 13"/>
                  <a:gd name="T47" fmla="*/ 1 h 13"/>
                  <a:gd name="T48" fmla="*/ 7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6"/>
                    </a:move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6"/>
                      <a:pt x="6" y="6"/>
                      <a:pt x="6" y="6"/>
                    </a:cubicBezTo>
                    <a:moveTo>
                      <a:pt x="7" y="0"/>
                    </a:moveTo>
                    <a:cubicBezTo>
                      <a:pt x="5" y="0"/>
                      <a:pt x="4" y="1"/>
                      <a:pt x="3" y="1"/>
                    </a:cubicBezTo>
                    <a:cubicBezTo>
                      <a:pt x="2" y="2"/>
                      <a:pt x="1" y="3"/>
                      <a:pt x="1" y="4"/>
                    </a:cubicBezTo>
                    <a:cubicBezTo>
                      <a:pt x="0" y="5"/>
                      <a:pt x="0" y="6"/>
                      <a:pt x="0" y="6"/>
                    </a:cubicBezTo>
                    <a:cubicBezTo>
                      <a:pt x="0" y="9"/>
                      <a:pt x="2" y="12"/>
                      <a:pt x="5" y="12"/>
                    </a:cubicBezTo>
                    <a:cubicBezTo>
                      <a:pt x="5" y="13"/>
                      <a:pt x="5" y="13"/>
                      <a:pt x="5" y="13"/>
                    </a:cubicBezTo>
                    <a:cubicBezTo>
                      <a:pt x="6" y="12"/>
                      <a:pt x="8" y="12"/>
                      <a:pt x="9" y="12"/>
                    </a:cubicBezTo>
                    <a:cubicBezTo>
                      <a:pt x="9" y="12"/>
                      <a:pt x="10" y="12"/>
                      <a:pt x="10" y="12"/>
                    </a:cubicBezTo>
                    <a:cubicBezTo>
                      <a:pt x="10" y="12"/>
                      <a:pt x="10" y="12"/>
                      <a:pt x="10" y="12"/>
                    </a:cubicBezTo>
                    <a:cubicBezTo>
                      <a:pt x="11" y="11"/>
                      <a:pt x="12" y="10"/>
                      <a:pt x="13" y="9"/>
                    </a:cubicBezTo>
                    <a:cubicBezTo>
                      <a:pt x="13" y="8"/>
                      <a:pt x="13" y="7"/>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7" name="Freeform 620">
                <a:extLst>
                  <a:ext uri="{FF2B5EF4-FFF2-40B4-BE49-F238E27FC236}">
                    <a16:creationId xmlns:a16="http://schemas.microsoft.com/office/drawing/2014/main" id="{1A343533-970E-4AF0-A5B0-4D6934345D8F}"/>
                  </a:ext>
                </a:extLst>
              </p:cNvPr>
              <p:cNvSpPr>
                <a:spLocks/>
              </p:cNvSpPr>
              <p:nvPr userDrawn="1"/>
            </p:nvSpPr>
            <p:spPr bwMode="auto">
              <a:xfrm>
                <a:off x="-4756" y="1069"/>
                <a:ext cx="4" cy="1"/>
              </a:xfrm>
              <a:custGeom>
                <a:avLst/>
                <a:gdLst>
                  <a:gd name="T0" fmla="*/ 4 w 5"/>
                  <a:gd name="T1" fmla="*/ 0 h 1"/>
                  <a:gd name="T2" fmla="*/ 0 w 5"/>
                  <a:gd name="T3" fmla="*/ 1 h 1"/>
                  <a:gd name="T4" fmla="*/ 2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3" y="0"/>
                      <a:pt x="1" y="0"/>
                      <a:pt x="0" y="1"/>
                    </a:cubicBezTo>
                    <a:cubicBezTo>
                      <a:pt x="1" y="1"/>
                      <a:pt x="1" y="1"/>
                      <a:pt x="2" y="1"/>
                    </a:cubicBezTo>
                    <a:cubicBezTo>
                      <a:pt x="2" y="1"/>
                      <a:pt x="2"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8" name="Freeform 621">
                <a:extLst>
                  <a:ext uri="{FF2B5EF4-FFF2-40B4-BE49-F238E27FC236}">
                    <a16:creationId xmlns:a16="http://schemas.microsoft.com/office/drawing/2014/main" id="{29895068-B994-4CC4-9302-4573B47A6354}"/>
                  </a:ext>
                </a:extLst>
              </p:cNvPr>
              <p:cNvSpPr>
                <a:spLocks noEditPoints="1"/>
              </p:cNvSpPr>
              <p:nvPr userDrawn="1"/>
            </p:nvSpPr>
            <p:spPr bwMode="auto">
              <a:xfrm>
                <a:off x="-4392" y="1258"/>
                <a:ext cx="76" cy="74"/>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51 w 101"/>
                  <a:gd name="T23" fmla="*/ 0 h 99"/>
                  <a:gd name="T24" fmla="*/ 6 w 101"/>
                  <a:gd name="T25" fmla="*/ 28 h 99"/>
                  <a:gd name="T26" fmla="*/ 6 w 101"/>
                  <a:gd name="T27" fmla="*/ 28 h 99"/>
                  <a:gd name="T28" fmla="*/ 0 w 101"/>
                  <a:gd name="T29" fmla="*/ 50 h 99"/>
                  <a:gd name="T30" fmla="*/ 28 w 101"/>
                  <a:gd name="T31" fmla="*/ 94 h 99"/>
                  <a:gd name="T32" fmla="*/ 51 w 101"/>
                  <a:gd name="T33" fmla="*/ 99 h 99"/>
                  <a:gd name="T34" fmla="*/ 51 w 101"/>
                  <a:gd name="T35" fmla="*/ 99 h 99"/>
                  <a:gd name="T36" fmla="*/ 96 w 101"/>
                  <a:gd name="T37" fmla="*/ 72 h 99"/>
                  <a:gd name="T38" fmla="*/ 101 w 101"/>
                  <a:gd name="T39" fmla="*/ 50 h 99"/>
                  <a:gd name="T40" fmla="*/ 74 w 101"/>
                  <a:gd name="T41" fmla="*/ 6 h 99"/>
                  <a:gd name="T42" fmla="*/ 75 w 101"/>
                  <a:gd name="T43" fmla="*/ 13 h 99"/>
                  <a:gd name="T44" fmla="*/ 71 w 101"/>
                  <a:gd name="T45" fmla="*/ 5 h 99"/>
                  <a:gd name="T46" fmla="*/ 51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1" y="31"/>
                    </a:moveTo>
                    <a:cubicBezTo>
                      <a:pt x="19" y="15"/>
                      <a:pt x="34" y="7"/>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51" y="0"/>
                      <a:pt x="51" y="0"/>
                      <a:pt x="51" y="0"/>
                    </a:cubicBez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51" y="99"/>
                      <a:pt x="51"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9" name="Freeform 622">
                <a:extLst>
                  <a:ext uri="{FF2B5EF4-FFF2-40B4-BE49-F238E27FC236}">
                    <a16:creationId xmlns:a16="http://schemas.microsoft.com/office/drawing/2014/main" id="{9D7BA792-72F7-45C3-8707-A5678F966CAE}"/>
                  </a:ext>
                </a:extLst>
              </p:cNvPr>
              <p:cNvSpPr>
                <a:spLocks noEditPoints="1"/>
              </p:cNvSpPr>
              <p:nvPr userDrawn="1"/>
            </p:nvSpPr>
            <p:spPr bwMode="auto">
              <a:xfrm>
                <a:off x="-4394" y="1321"/>
                <a:ext cx="17" cy="16"/>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0" name="Freeform 623">
                <a:extLst>
                  <a:ext uri="{FF2B5EF4-FFF2-40B4-BE49-F238E27FC236}">
                    <a16:creationId xmlns:a16="http://schemas.microsoft.com/office/drawing/2014/main" id="{DACB6448-7240-4151-8E3C-5D0293B68E3A}"/>
                  </a:ext>
                </a:extLst>
              </p:cNvPr>
              <p:cNvSpPr>
                <a:spLocks noEditPoints="1"/>
              </p:cNvSpPr>
              <p:nvPr userDrawn="1"/>
            </p:nvSpPr>
            <p:spPr bwMode="auto">
              <a:xfrm>
                <a:off x="-4402" y="1334"/>
                <a:ext cx="13" cy="12"/>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1" name="Freeform 624">
                <a:extLst>
                  <a:ext uri="{FF2B5EF4-FFF2-40B4-BE49-F238E27FC236}">
                    <a16:creationId xmlns:a16="http://schemas.microsoft.com/office/drawing/2014/main" id="{34DB6E9A-FF38-4A07-A119-17BDC05158AF}"/>
                  </a:ext>
                </a:extLst>
              </p:cNvPr>
              <p:cNvSpPr>
                <a:spLocks noEditPoints="1"/>
              </p:cNvSpPr>
              <p:nvPr userDrawn="1"/>
            </p:nvSpPr>
            <p:spPr bwMode="auto">
              <a:xfrm>
                <a:off x="-4414" y="1335"/>
                <a:ext cx="11" cy="11"/>
              </a:xfrm>
              <a:custGeom>
                <a:avLst/>
                <a:gdLst>
                  <a:gd name="T0" fmla="*/ 7 w 15"/>
                  <a:gd name="T1" fmla="*/ 9 h 15"/>
                  <a:gd name="T2" fmla="*/ 6 w 15"/>
                  <a:gd name="T3" fmla="*/ 7 h 15"/>
                  <a:gd name="T4" fmla="*/ 6 w 15"/>
                  <a:gd name="T5" fmla="*/ 7 h 15"/>
                  <a:gd name="T6" fmla="*/ 3 w 15"/>
                  <a:gd name="T7" fmla="*/ 5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4 w 15"/>
                  <a:gd name="T33" fmla="*/ 14 h 15"/>
                  <a:gd name="T34" fmla="*/ 7 w 15"/>
                  <a:gd name="T35" fmla="*/ 15 h 15"/>
                  <a:gd name="T36" fmla="*/ 7 w 15"/>
                  <a:gd name="T37" fmla="*/ 15 h 15"/>
                  <a:gd name="T38" fmla="*/ 14 w 15"/>
                  <a:gd name="T39" fmla="*/ 11 h 15"/>
                  <a:gd name="T40" fmla="*/ 15 w 15"/>
                  <a:gd name="T41" fmla="*/ 7 h 15"/>
                  <a:gd name="T42" fmla="*/ 11 w 15"/>
                  <a:gd name="T43" fmla="*/ 0 h 15"/>
                  <a:gd name="T44" fmla="*/ 7 w 15"/>
                  <a:gd name="T45" fmla="*/ 0 h 15"/>
                  <a:gd name="T46" fmla="*/ 7 w 15"/>
                  <a:gd name="T47" fmla="*/ 0 h 15"/>
                  <a:gd name="T48" fmla="*/ 7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7" y="9"/>
                    </a:move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2" name="Freeform 625">
                <a:extLst>
                  <a:ext uri="{FF2B5EF4-FFF2-40B4-BE49-F238E27FC236}">
                    <a16:creationId xmlns:a16="http://schemas.microsoft.com/office/drawing/2014/main" id="{3EED0DE0-F7FD-4A8A-A413-88AC2B4D00E8}"/>
                  </a:ext>
                </a:extLst>
              </p:cNvPr>
              <p:cNvSpPr>
                <a:spLocks noEditPoints="1"/>
              </p:cNvSpPr>
              <p:nvPr userDrawn="1"/>
            </p:nvSpPr>
            <p:spPr bwMode="auto">
              <a:xfrm>
                <a:off x="-4148" y="1940"/>
                <a:ext cx="76" cy="74"/>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2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8 h 99"/>
                  <a:gd name="T34" fmla="*/ 96 w 101"/>
                  <a:gd name="T35" fmla="*/ 71 h 99"/>
                  <a:gd name="T36" fmla="*/ 101 w 101"/>
                  <a:gd name="T37" fmla="*/ 49 h 99"/>
                  <a:gd name="T38" fmla="*/ 73 w 101"/>
                  <a:gd name="T39" fmla="*/ 5 h 99"/>
                  <a:gd name="T40" fmla="*/ 51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9"/>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3" name="Freeform 626">
                <a:extLst>
                  <a:ext uri="{FF2B5EF4-FFF2-40B4-BE49-F238E27FC236}">
                    <a16:creationId xmlns:a16="http://schemas.microsoft.com/office/drawing/2014/main" id="{22FEAF18-7EA7-4122-94C8-144F6ED210F9}"/>
                  </a:ext>
                </a:extLst>
              </p:cNvPr>
              <p:cNvSpPr>
                <a:spLocks noEditPoints="1"/>
              </p:cNvSpPr>
              <p:nvPr userDrawn="1"/>
            </p:nvSpPr>
            <p:spPr bwMode="auto">
              <a:xfrm>
                <a:off x="-4150" y="2002"/>
                <a:ext cx="17" cy="17"/>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4" name="Freeform 627">
                <a:extLst>
                  <a:ext uri="{FF2B5EF4-FFF2-40B4-BE49-F238E27FC236}">
                    <a16:creationId xmlns:a16="http://schemas.microsoft.com/office/drawing/2014/main" id="{8CAA756F-C913-4D2E-B3CB-479D39B1FD3A}"/>
                  </a:ext>
                </a:extLst>
              </p:cNvPr>
              <p:cNvSpPr>
                <a:spLocks noEditPoints="1"/>
              </p:cNvSpPr>
              <p:nvPr userDrawn="1"/>
            </p:nvSpPr>
            <p:spPr bwMode="auto">
              <a:xfrm>
                <a:off x="-4158" y="2015"/>
                <a:ext cx="13" cy="13"/>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5" name="Freeform 628">
                <a:extLst>
                  <a:ext uri="{FF2B5EF4-FFF2-40B4-BE49-F238E27FC236}">
                    <a16:creationId xmlns:a16="http://schemas.microsoft.com/office/drawing/2014/main" id="{44089D8F-27D1-454E-93B7-97C9F11E64A8}"/>
                  </a:ext>
                </a:extLst>
              </p:cNvPr>
              <p:cNvSpPr>
                <a:spLocks noEditPoints="1"/>
              </p:cNvSpPr>
              <p:nvPr userDrawn="1"/>
            </p:nvSpPr>
            <p:spPr bwMode="auto">
              <a:xfrm>
                <a:off x="-4170" y="2017"/>
                <a:ext cx="11" cy="11"/>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6" name="Freeform 629">
                <a:extLst>
                  <a:ext uri="{FF2B5EF4-FFF2-40B4-BE49-F238E27FC236}">
                    <a16:creationId xmlns:a16="http://schemas.microsoft.com/office/drawing/2014/main" id="{2774A769-7484-4195-84F8-9ECFF2DFF3F6}"/>
                  </a:ext>
                </a:extLst>
              </p:cNvPr>
              <p:cNvSpPr>
                <a:spLocks noEditPoints="1"/>
              </p:cNvSpPr>
              <p:nvPr userDrawn="1"/>
            </p:nvSpPr>
            <p:spPr bwMode="auto">
              <a:xfrm>
                <a:off x="-4438" y="2024"/>
                <a:ext cx="76" cy="74"/>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7" name="Freeform 630">
                <a:extLst>
                  <a:ext uri="{FF2B5EF4-FFF2-40B4-BE49-F238E27FC236}">
                    <a16:creationId xmlns:a16="http://schemas.microsoft.com/office/drawing/2014/main" id="{BC8D1B87-7301-434D-B58C-69820A26C1D5}"/>
                  </a:ext>
                </a:extLst>
              </p:cNvPr>
              <p:cNvSpPr>
                <a:spLocks noEditPoints="1"/>
              </p:cNvSpPr>
              <p:nvPr userDrawn="1"/>
            </p:nvSpPr>
            <p:spPr bwMode="auto">
              <a:xfrm>
                <a:off x="-4440" y="2086"/>
                <a:ext cx="16" cy="17"/>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4" y="8"/>
                      <a:pt x="4" y="8"/>
                      <a:pt x="4" y="8"/>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8" name="Freeform 631">
                <a:extLst>
                  <a:ext uri="{FF2B5EF4-FFF2-40B4-BE49-F238E27FC236}">
                    <a16:creationId xmlns:a16="http://schemas.microsoft.com/office/drawing/2014/main" id="{D54BC091-8D40-412C-892B-4A719BEE9050}"/>
                  </a:ext>
                </a:extLst>
              </p:cNvPr>
              <p:cNvSpPr>
                <a:spLocks noEditPoints="1"/>
              </p:cNvSpPr>
              <p:nvPr userDrawn="1"/>
            </p:nvSpPr>
            <p:spPr bwMode="auto">
              <a:xfrm>
                <a:off x="-4449" y="2099"/>
                <a:ext cx="13" cy="13"/>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17 w 18"/>
                  <a:gd name="T35" fmla="*/ 13 h 17"/>
                  <a:gd name="T36" fmla="*/ 18 w 18"/>
                  <a:gd name="T37" fmla="*/ 9 h 17"/>
                  <a:gd name="T38" fmla="*/ 13 w 18"/>
                  <a:gd name="T39" fmla="*/ 1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9" name="Freeform 632">
                <a:extLst>
                  <a:ext uri="{FF2B5EF4-FFF2-40B4-BE49-F238E27FC236}">
                    <a16:creationId xmlns:a16="http://schemas.microsoft.com/office/drawing/2014/main" id="{3397B799-6D73-44A5-9F82-2CEBAB896A6A}"/>
                  </a:ext>
                </a:extLst>
              </p:cNvPr>
              <p:cNvSpPr>
                <a:spLocks noEditPoints="1"/>
              </p:cNvSpPr>
              <p:nvPr userDrawn="1"/>
            </p:nvSpPr>
            <p:spPr bwMode="auto">
              <a:xfrm>
                <a:off x="-4461" y="2101"/>
                <a:ext cx="11" cy="11"/>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0" name="Freeform 633">
                <a:extLst>
                  <a:ext uri="{FF2B5EF4-FFF2-40B4-BE49-F238E27FC236}">
                    <a16:creationId xmlns:a16="http://schemas.microsoft.com/office/drawing/2014/main" id="{7DE6261D-537A-4BD3-B867-C43F484E0C07}"/>
                  </a:ext>
                </a:extLst>
              </p:cNvPr>
              <p:cNvSpPr>
                <a:spLocks noEditPoints="1"/>
              </p:cNvSpPr>
              <p:nvPr userDrawn="1"/>
            </p:nvSpPr>
            <p:spPr bwMode="auto">
              <a:xfrm>
                <a:off x="-3919" y="1814"/>
                <a:ext cx="72" cy="7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1" name="Freeform 634">
                <a:extLst>
                  <a:ext uri="{FF2B5EF4-FFF2-40B4-BE49-F238E27FC236}">
                    <a16:creationId xmlns:a16="http://schemas.microsoft.com/office/drawing/2014/main" id="{33440052-8D86-40D5-9755-0F889093B76B}"/>
                  </a:ext>
                </a:extLst>
              </p:cNvPr>
              <p:cNvSpPr>
                <a:spLocks noEditPoints="1"/>
              </p:cNvSpPr>
              <p:nvPr userDrawn="1"/>
            </p:nvSpPr>
            <p:spPr bwMode="auto">
              <a:xfrm>
                <a:off x="-3927" y="1868"/>
                <a:ext cx="17" cy="16"/>
              </a:xfrm>
              <a:custGeom>
                <a:avLst/>
                <a:gdLst>
                  <a:gd name="T0" fmla="*/ 11 w 22"/>
                  <a:gd name="T1" fmla="*/ 15 h 21"/>
                  <a:gd name="T2" fmla="*/ 8 w 22"/>
                  <a:gd name="T3" fmla="*/ 14 h 21"/>
                  <a:gd name="T4" fmla="*/ 6 w 22"/>
                  <a:gd name="T5" fmla="*/ 10 h 21"/>
                  <a:gd name="T6" fmla="*/ 7 w 22"/>
                  <a:gd name="T7" fmla="*/ 7 h 21"/>
                  <a:gd name="T8" fmla="*/ 5 w 22"/>
                  <a:gd name="T9" fmla="*/ 5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5"/>
                      <a:pt x="5" y="5"/>
                      <a:pt x="5" y="5"/>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2" name="Freeform 635">
                <a:extLst>
                  <a:ext uri="{FF2B5EF4-FFF2-40B4-BE49-F238E27FC236}">
                    <a16:creationId xmlns:a16="http://schemas.microsoft.com/office/drawing/2014/main" id="{489E8934-61AA-4E97-BABF-86A9C1F7A329}"/>
                  </a:ext>
                </a:extLst>
              </p:cNvPr>
              <p:cNvSpPr>
                <a:spLocks noEditPoints="1"/>
              </p:cNvSpPr>
              <p:nvPr userDrawn="1"/>
            </p:nvSpPr>
            <p:spPr bwMode="auto">
              <a:xfrm>
                <a:off x="-3937" y="1878"/>
                <a:ext cx="13" cy="13"/>
              </a:xfrm>
              <a:custGeom>
                <a:avLst/>
                <a:gdLst>
                  <a:gd name="T0" fmla="*/ 7 w 17"/>
                  <a:gd name="T1" fmla="*/ 7 h 17"/>
                  <a:gd name="T2" fmla="*/ 9 w 17"/>
                  <a:gd name="T3" fmla="*/ 6 h 17"/>
                  <a:gd name="T4" fmla="*/ 10 w 17"/>
                  <a:gd name="T5" fmla="*/ 6 h 17"/>
                  <a:gd name="T6" fmla="*/ 10 w 17"/>
                  <a:gd name="T7" fmla="*/ 6 h 17"/>
                  <a:gd name="T8" fmla="*/ 11 w 17"/>
                  <a:gd name="T9" fmla="*/ 8 h 17"/>
                  <a:gd name="T10" fmla="*/ 11 w 17"/>
                  <a:gd name="T11" fmla="*/ 10 h 17"/>
                  <a:gd name="T12" fmla="*/ 9 w 17"/>
                  <a:gd name="T13" fmla="*/ 11 h 17"/>
                  <a:gd name="T14" fmla="*/ 7 w 17"/>
                  <a:gd name="T15" fmla="*/ 10 h 17"/>
                  <a:gd name="T16" fmla="*/ 6 w 17"/>
                  <a:gd name="T17" fmla="*/ 8 h 17"/>
                  <a:gd name="T18" fmla="*/ 7 w 17"/>
                  <a:gd name="T19" fmla="*/ 7 h 17"/>
                  <a:gd name="T20" fmla="*/ 7 w 17"/>
                  <a:gd name="T21" fmla="*/ 7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15 w 17"/>
                  <a:gd name="T41" fmla="*/ 13 h 17"/>
                  <a:gd name="T42" fmla="*/ 17 w 17"/>
                  <a:gd name="T43" fmla="*/ 8 h 17"/>
                  <a:gd name="T44" fmla="*/ 14 w 17"/>
                  <a:gd name="T45" fmla="*/ 2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7" y="7"/>
                    </a:moveTo>
                    <a:cubicBezTo>
                      <a:pt x="7" y="6"/>
                      <a:pt x="8" y="6"/>
                      <a:pt x="9" y="6"/>
                    </a:cubicBezTo>
                    <a:cubicBezTo>
                      <a:pt x="9" y="6"/>
                      <a:pt x="10" y="6"/>
                      <a:pt x="10" y="6"/>
                    </a:cubicBezTo>
                    <a:cubicBezTo>
                      <a:pt x="10" y="6"/>
                      <a:pt x="10" y="6"/>
                      <a:pt x="10" y="6"/>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3" name="Freeform 636">
                <a:extLst>
                  <a:ext uri="{FF2B5EF4-FFF2-40B4-BE49-F238E27FC236}">
                    <a16:creationId xmlns:a16="http://schemas.microsoft.com/office/drawing/2014/main" id="{4D228908-D3C9-4CE7-B83D-5F2CACAE82FB}"/>
                  </a:ext>
                </a:extLst>
              </p:cNvPr>
              <p:cNvSpPr>
                <a:spLocks noEditPoints="1"/>
              </p:cNvSpPr>
              <p:nvPr userDrawn="1"/>
            </p:nvSpPr>
            <p:spPr bwMode="auto">
              <a:xfrm>
                <a:off x="-3948" y="1877"/>
                <a:ext cx="11" cy="11"/>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13 w 15"/>
                  <a:gd name="T37" fmla="*/ 11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4" name="Freeform 637">
                <a:extLst>
                  <a:ext uri="{FF2B5EF4-FFF2-40B4-BE49-F238E27FC236}">
                    <a16:creationId xmlns:a16="http://schemas.microsoft.com/office/drawing/2014/main" id="{35F35BCF-CC94-4413-B74F-FB1859DD38EE}"/>
                  </a:ext>
                </a:extLst>
              </p:cNvPr>
              <p:cNvSpPr>
                <a:spLocks noEditPoints="1"/>
              </p:cNvSpPr>
              <p:nvPr userDrawn="1"/>
            </p:nvSpPr>
            <p:spPr bwMode="auto">
              <a:xfrm>
                <a:off x="-4498" y="1110"/>
                <a:ext cx="181" cy="152"/>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8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1 w 241"/>
                  <a:gd name="T83" fmla="*/ 134 h 203"/>
                  <a:gd name="T84" fmla="*/ 51 w 241"/>
                  <a:gd name="T85" fmla="*/ 158 h 203"/>
                  <a:gd name="T86" fmla="*/ 78 w 241"/>
                  <a:gd name="T87" fmla="*/ 177 h 203"/>
                  <a:gd name="T88" fmla="*/ 133 w 241"/>
                  <a:gd name="T89" fmla="*/ 155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8"/>
                    </a:cubicBezTo>
                    <a:cubicBezTo>
                      <a:pt x="175" y="151"/>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5" name="Freeform 638">
                <a:extLst>
                  <a:ext uri="{FF2B5EF4-FFF2-40B4-BE49-F238E27FC236}">
                    <a16:creationId xmlns:a16="http://schemas.microsoft.com/office/drawing/2014/main" id="{68E70613-C926-4F13-A2C3-6EC8E9BB260A}"/>
                  </a:ext>
                </a:extLst>
              </p:cNvPr>
              <p:cNvSpPr>
                <a:spLocks/>
              </p:cNvSpPr>
              <p:nvPr userDrawn="1"/>
            </p:nvSpPr>
            <p:spPr bwMode="auto">
              <a:xfrm>
                <a:off x="-4484" y="120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6" name="Freeform 639">
                <a:extLst>
                  <a:ext uri="{FF2B5EF4-FFF2-40B4-BE49-F238E27FC236}">
                    <a16:creationId xmlns:a16="http://schemas.microsoft.com/office/drawing/2014/main" id="{BB79E294-57B9-4D35-8E77-6790606A3D1F}"/>
                  </a:ext>
                </a:extLst>
              </p:cNvPr>
              <p:cNvSpPr>
                <a:spLocks/>
              </p:cNvSpPr>
              <p:nvPr userDrawn="1"/>
            </p:nvSpPr>
            <p:spPr bwMode="auto">
              <a:xfrm>
                <a:off x="-4338" y="1262"/>
                <a:ext cx="3" cy="6"/>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7" name="Freeform 640">
                <a:extLst>
                  <a:ext uri="{FF2B5EF4-FFF2-40B4-BE49-F238E27FC236}">
                    <a16:creationId xmlns:a16="http://schemas.microsoft.com/office/drawing/2014/main" id="{7408CB7F-6D76-417B-A133-35E93BFC5DE8}"/>
                  </a:ext>
                </a:extLst>
              </p:cNvPr>
              <p:cNvSpPr>
                <a:spLocks noEditPoints="1"/>
              </p:cNvSpPr>
              <p:nvPr userDrawn="1"/>
            </p:nvSpPr>
            <p:spPr bwMode="auto">
              <a:xfrm>
                <a:off x="-4680" y="2017"/>
                <a:ext cx="180" cy="157"/>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9 w 240"/>
                  <a:gd name="T69" fmla="*/ 10 h 209"/>
                  <a:gd name="T70" fmla="*/ 18 w 240"/>
                  <a:gd name="T71" fmla="*/ 66 h 209"/>
                  <a:gd name="T72" fmla="*/ 21 w 240"/>
                  <a:gd name="T73" fmla="*/ 77 h 209"/>
                  <a:gd name="T74" fmla="*/ 2 w 240"/>
                  <a:gd name="T75" fmla="*/ 89 h 209"/>
                  <a:gd name="T76" fmla="*/ 14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7 w 240"/>
                  <a:gd name="T97" fmla="*/ 111 h 209"/>
                  <a:gd name="T98" fmla="*/ 240 w 240"/>
                  <a:gd name="T99" fmla="*/ 80 h 209"/>
                  <a:gd name="T100" fmla="*/ 228 w 240"/>
                  <a:gd name="T101" fmla="*/ 55 h 209"/>
                  <a:gd name="T102" fmla="*/ 215 w 240"/>
                  <a:gd name="T103" fmla="*/ 53 h 209"/>
                  <a:gd name="T104" fmla="*/ 204 w 240"/>
                  <a:gd name="T105" fmla="*/ 48 h 209"/>
                  <a:gd name="T106" fmla="*/ 207 w 240"/>
                  <a:gd name="T107" fmla="*/ 14 h 209"/>
                  <a:gd name="T108" fmla="*/ 195 w 240"/>
                  <a:gd name="T109" fmla="*/ 4 h 209"/>
                  <a:gd name="T110" fmla="*/ 190 w 240"/>
                  <a:gd name="T111" fmla="*/ 2 h 209"/>
                  <a:gd name="T112" fmla="*/ 123 w 240"/>
                  <a:gd name="T113" fmla="*/ 3 h 209"/>
                  <a:gd name="T114" fmla="*/ 121 w 240"/>
                  <a:gd name="T115" fmla="*/ 5 h 209"/>
                  <a:gd name="T116" fmla="*/ 119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8" name="Freeform 641">
                <a:extLst>
                  <a:ext uri="{FF2B5EF4-FFF2-40B4-BE49-F238E27FC236}">
                    <a16:creationId xmlns:a16="http://schemas.microsoft.com/office/drawing/2014/main" id="{EE25F41A-B689-4602-9940-5B0B5F2CD6AD}"/>
                  </a:ext>
                </a:extLst>
              </p:cNvPr>
              <p:cNvSpPr>
                <a:spLocks noEditPoints="1"/>
              </p:cNvSpPr>
              <p:nvPr userDrawn="1"/>
            </p:nvSpPr>
            <p:spPr bwMode="auto">
              <a:xfrm>
                <a:off x="-4306" y="1131"/>
                <a:ext cx="179" cy="124"/>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9" name="Freeform 642">
                <a:extLst>
                  <a:ext uri="{FF2B5EF4-FFF2-40B4-BE49-F238E27FC236}">
                    <a16:creationId xmlns:a16="http://schemas.microsoft.com/office/drawing/2014/main" id="{FD65989F-7779-4515-96FE-45740C77C90E}"/>
                  </a:ext>
                </a:extLst>
              </p:cNvPr>
              <p:cNvSpPr>
                <a:spLocks noEditPoints="1"/>
              </p:cNvSpPr>
              <p:nvPr userDrawn="1"/>
            </p:nvSpPr>
            <p:spPr bwMode="auto">
              <a:xfrm>
                <a:off x="-3688" y="1113"/>
                <a:ext cx="180" cy="124"/>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6 w 239"/>
                  <a:gd name="T59" fmla="*/ 132 h 165"/>
                  <a:gd name="T60" fmla="*/ 104 w 239"/>
                  <a:gd name="T61" fmla="*/ 147 h 165"/>
                  <a:gd name="T62" fmla="*/ 113 w 239"/>
                  <a:gd name="T63" fmla="*/ 129 h 165"/>
                  <a:gd name="T64" fmla="*/ 30 w 239"/>
                  <a:gd name="T65" fmla="*/ 128 h 165"/>
                  <a:gd name="T66" fmla="*/ 30 w 239"/>
                  <a:gd name="T67" fmla="*/ 0 h 165"/>
                  <a:gd name="T68" fmla="*/ 29 w 239"/>
                  <a:gd name="T69" fmla="*/ 0 h 165"/>
                  <a:gd name="T70" fmla="*/ 14 w 239"/>
                  <a:gd name="T71" fmla="*/ 9 h 165"/>
                  <a:gd name="T72" fmla="*/ 0 w 239"/>
                  <a:gd name="T73" fmla="*/ 66 h 165"/>
                  <a:gd name="T74" fmla="*/ 0 w 239"/>
                  <a:gd name="T75" fmla="*/ 68 h 165"/>
                  <a:gd name="T76" fmla="*/ 0 w 239"/>
                  <a:gd name="T77" fmla="*/ 73 h 165"/>
                  <a:gd name="T78" fmla="*/ 4 w 239"/>
                  <a:gd name="T79" fmla="*/ 100 h 165"/>
                  <a:gd name="T80" fmla="*/ 27 w 239"/>
                  <a:gd name="T81" fmla="*/ 133 h 165"/>
                  <a:gd name="T82" fmla="*/ 28 w 239"/>
                  <a:gd name="T83" fmla="*/ 134 h 165"/>
                  <a:gd name="T84" fmla="*/ 103 w 239"/>
                  <a:gd name="T85" fmla="*/ 135 h 165"/>
                  <a:gd name="T86" fmla="*/ 86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8 w 239"/>
                  <a:gd name="T101" fmla="*/ 75 h 165"/>
                  <a:gd name="T102" fmla="*/ 239 w 239"/>
                  <a:gd name="T103" fmla="*/ 64 h 165"/>
                  <a:gd name="T104" fmla="*/ 234 w 239"/>
                  <a:gd name="T105" fmla="*/ 29 h 165"/>
                  <a:gd name="T106" fmla="*/ 225 w 239"/>
                  <a:gd name="T107" fmla="*/ 13 h 165"/>
                  <a:gd name="T108" fmla="*/ 209 w 239"/>
                  <a:gd name="T109" fmla="*/ 3 h 165"/>
                  <a:gd name="T110" fmla="*/ 209 w 239"/>
                  <a:gd name="T111" fmla="*/ 3 h 165"/>
                  <a:gd name="T112" fmla="*/ 208 w 239"/>
                  <a:gd name="T113" fmla="*/ 3 h 165"/>
                  <a:gd name="T114" fmla="*/ 208 w 239"/>
                  <a:gd name="T115" fmla="*/ 6 h 165"/>
                  <a:gd name="T116" fmla="*/ 208 w 239"/>
                  <a:gd name="T117" fmla="*/ 9 h 165"/>
                  <a:gd name="T118" fmla="*/ 208 w 239"/>
                  <a:gd name="T119" fmla="*/ 6 h 165"/>
                  <a:gd name="T120" fmla="*/ 208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0" name="Freeform 643">
                <a:extLst>
                  <a:ext uri="{FF2B5EF4-FFF2-40B4-BE49-F238E27FC236}">
                    <a16:creationId xmlns:a16="http://schemas.microsoft.com/office/drawing/2014/main" id="{1C888065-3880-435C-AB61-A23BCBA40CFD}"/>
                  </a:ext>
                </a:extLst>
              </p:cNvPr>
              <p:cNvSpPr>
                <a:spLocks noEditPoints="1"/>
              </p:cNvSpPr>
              <p:nvPr userDrawn="1"/>
            </p:nvSpPr>
            <p:spPr bwMode="auto">
              <a:xfrm>
                <a:off x="-3665" y="1506"/>
                <a:ext cx="223" cy="201"/>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1" name="Freeform 644">
                <a:extLst>
                  <a:ext uri="{FF2B5EF4-FFF2-40B4-BE49-F238E27FC236}">
                    <a16:creationId xmlns:a16="http://schemas.microsoft.com/office/drawing/2014/main" id="{D47664D9-3448-4BA3-9064-7CE1366A9D46}"/>
                  </a:ext>
                </a:extLst>
              </p:cNvPr>
              <p:cNvSpPr>
                <a:spLocks noEditPoints="1"/>
              </p:cNvSpPr>
              <p:nvPr userDrawn="1"/>
            </p:nvSpPr>
            <p:spPr bwMode="auto">
              <a:xfrm>
                <a:off x="-3665" y="1580"/>
                <a:ext cx="9" cy="36"/>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2" name="Freeform 645">
                <a:extLst>
                  <a:ext uri="{FF2B5EF4-FFF2-40B4-BE49-F238E27FC236}">
                    <a16:creationId xmlns:a16="http://schemas.microsoft.com/office/drawing/2014/main" id="{B6B14251-DCE9-4535-BC71-BEABCBF6864F}"/>
                  </a:ext>
                </a:extLst>
              </p:cNvPr>
              <p:cNvSpPr>
                <a:spLocks noEditPoints="1"/>
              </p:cNvSpPr>
              <p:nvPr userDrawn="1"/>
            </p:nvSpPr>
            <p:spPr bwMode="auto">
              <a:xfrm>
                <a:off x="-4197" y="1241"/>
                <a:ext cx="90" cy="55"/>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3" name="Freeform 646">
                <a:extLst>
                  <a:ext uri="{FF2B5EF4-FFF2-40B4-BE49-F238E27FC236}">
                    <a16:creationId xmlns:a16="http://schemas.microsoft.com/office/drawing/2014/main" id="{22278146-03BC-411A-B3EE-D688C3BEFD3A}"/>
                  </a:ext>
                </a:extLst>
              </p:cNvPr>
              <p:cNvSpPr>
                <a:spLocks noEditPoints="1"/>
              </p:cNvSpPr>
              <p:nvPr userDrawn="1"/>
            </p:nvSpPr>
            <p:spPr bwMode="auto">
              <a:xfrm>
                <a:off x="-4819" y="1358"/>
                <a:ext cx="112" cy="68"/>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4" name="Freeform 647">
                <a:extLst>
                  <a:ext uri="{FF2B5EF4-FFF2-40B4-BE49-F238E27FC236}">
                    <a16:creationId xmlns:a16="http://schemas.microsoft.com/office/drawing/2014/main" id="{95FEB3FC-446F-4BB1-B070-6BBA31C0C83C}"/>
                  </a:ext>
                </a:extLst>
              </p:cNvPr>
              <p:cNvSpPr>
                <a:spLocks noEditPoints="1"/>
              </p:cNvSpPr>
              <p:nvPr userDrawn="1"/>
            </p:nvSpPr>
            <p:spPr bwMode="auto">
              <a:xfrm>
                <a:off x="-4000" y="1712"/>
                <a:ext cx="89" cy="55"/>
              </a:xfrm>
              <a:custGeom>
                <a:avLst/>
                <a:gdLst>
                  <a:gd name="T0" fmla="*/ 33 w 119"/>
                  <a:gd name="T1" fmla="*/ 19 h 73"/>
                  <a:gd name="T2" fmla="*/ 33 w 119"/>
                  <a:gd name="T3" fmla="*/ 19 h 73"/>
                  <a:gd name="T4" fmla="*/ 49 w 119"/>
                  <a:gd name="T5" fmla="*/ 6 h 73"/>
                  <a:gd name="T6" fmla="*/ 101 w 119"/>
                  <a:gd name="T7" fmla="*/ 6 h 73"/>
                  <a:gd name="T8" fmla="*/ 107 w 119"/>
                  <a:gd name="T9" fmla="*/ 9 h 73"/>
                  <a:gd name="T10" fmla="*/ 111 w 119"/>
                  <a:gd name="T11" fmla="*/ 14 h 73"/>
                  <a:gd name="T12" fmla="*/ 113 w 119"/>
                  <a:gd name="T13" fmla="*/ 20 h 73"/>
                  <a:gd name="T14" fmla="*/ 113 w 119"/>
                  <a:gd name="T15" fmla="*/ 57 h 73"/>
                  <a:gd name="T16" fmla="*/ 110 w 119"/>
                  <a:gd name="T17" fmla="*/ 62 h 73"/>
                  <a:gd name="T18" fmla="*/ 106 w 119"/>
                  <a:gd name="T19" fmla="*/ 65 h 73"/>
                  <a:gd name="T20" fmla="*/ 102 w 119"/>
                  <a:gd name="T21" fmla="*/ 67 h 73"/>
                  <a:gd name="T22" fmla="*/ 42 w 119"/>
                  <a:gd name="T23" fmla="*/ 67 h 73"/>
                  <a:gd name="T24" fmla="*/ 37 w 119"/>
                  <a:gd name="T25" fmla="*/ 65 h 73"/>
                  <a:gd name="T26" fmla="*/ 34 w 119"/>
                  <a:gd name="T27" fmla="*/ 62 h 73"/>
                  <a:gd name="T28" fmla="*/ 33 w 119"/>
                  <a:gd name="T29" fmla="*/ 55 h 73"/>
                  <a:gd name="T30" fmla="*/ 33 w 119"/>
                  <a:gd name="T31" fmla="*/ 53 h 73"/>
                  <a:gd name="T32" fmla="*/ 33 w 119"/>
                  <a:gd name="T33" fmla="*/ 51 h 73"/>
                  <a:gd name="T34" fmla="*/ 21 w 119"/>
                  <a:gd name="T35" fmla="*/ 37 h 73"/>
                  <a:gd name="T36" fmla="*/ 33 w 119"/>
                  <a:gd name="T37" fmla="*/ 43 h 73"/>
                  <a:gd name="T38" fmla="*/ 34 w 119"/>
                  <a:gd name="T39" fmla="*/ 19 h 73"/>
                  <a:gd name="T40" fmla="*/ 37 w 119"/>
                  <a:gd name="T41" fmla="*/ 13 h 73"/>
                  <a:gd name="T42" fmla="*/ 49 w 119"/>
                  <a:gd name="T43" fmla="*/ 6 h 73"/>
                  <a:gd name="T44" fmla="*/ 102 w 119"/>
                  <a:gd name="T45" fmla="*/ 0 h 73"/>
                  <a:gd name="T46" fmla="*/ 49 w 119"/>
                  <a:gd name="T47" fmla="*/ 0 h 73"/>
                  <a:gd name="T48" fmla="*/ 48 w 119"/>
                  <a:gd name="T49" fmla="*/ 0 h 73"/>
                  <a:gd name="T50" fmla="*/ 31 w 119"/>
                  <a:gd name="T51" fmla="*/ 10 h 73"/>
                  <a:gd name="T52" fmla="*/ 28 w 119"/>
                  <a:gd name="T53" fmla="*/ 18 h 73"/>
                  <a:gd name="T54" fmla="*/ 28 w 119"/>
                  <a:gd name="T55" fmla="*/ 19 h 73"/>
                  <a:gd name="T56" fmla="*/ 28 w 119"/>
                  <a:gd name="T57" fmla="*/ 33 h 73"/>
                  <a:gd name="T58" fmla="*/ 0 w 119"/>
                  <a:gd name="T59" fmla="*/ 20 h 73"/>
                  <a:gd name="T60" fmla="*/ 27 w 119"/>
                  <a:gd name="T61" fmla="*/ 53 h 73"/>
                  <a:gd name="T62" fmla="*/ 27 w 119"/>
                  <a:gd name="T63" fmla="*/ 55 h 73"/>
                  <a:gd name="T64" fmla="*/ 29 w 119"/>
                  <a:gd name="T65" fmla="*/ 65 h 73"/>
                  <a:gd name="T66" fmla="*/ 37 w 119"/>
                  <a:gd name="T67" fmla="*/ 72 h 73"/>
                  <a:gd name="T68" fmla="*/ 41 w 119"/>
                  <a:gd name="T69" fmla="*/ 73 h 73"/>
                  <a:gd name="T70" fmla="*/ 42 w 119"/>
                  <a:gd name="T71" fmla="*/ 73 h 73"/>
                  <a:gd name="T72" fmla="*/ 102 w 119"/>
                  <a:gd name="T73" fmla="*/ 73 h 73"/>
                  <a:gd name="T74" fmla="*/ 102 w 119"/>
                  <a:gd name="T75" fmla="*/ 73 h 73"/>
                  <a:gd name="T76" fmla="*/ 110 w 119"/>
                  <a:gd name="T77" fmla="*/ 70 h 73"/>
                  <a:gd name="T78" fmla="*/ 117 w 119"/>
                  <a:gd name="T79" fmla="*/ 63 h 73"/>
                  <a:gd name="T80" fmla="*/ 119 w 119"/>
                  <a:gd name="T81" fmla="*/ 59 h 73"/>
                  <a:gd name="T82" fmla="*/ 119 w 119"/>
                  <a:gd name="T83" fmla="*/ 58 h 73"/>
                  <a:gd name="T84" fmla="*/ 119 w 119"/>
                  <a:gd name="T85" fmla="*/ 20 h 73"/>
                  <a:gd name="T86" fmla="*/ 119 w 119"/>
                  <a:gd name="T87" fmla="*/ 20 h 73"/>
                  <a:gd name="T88" fmla="*/ 116 w 119"/>
                  <a:gd name="T89" fmla="*/ 10 h 73"/>
                  <a:gd name="T90" fmla="*/ 107 w 119"/>
                  <a:gd name="T91" fmla="*/ 2 h 73"/>
                  <a:gd name="T92" fmla="*/ 102 w 119"/>
                  <a:gd name="T93" fmla="*/ 0 h 73"/>
                  <a:gd name="T94" fmla="*/ 102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5" name="Freeform 648">
                <a:extLst>
                  <a:ext uri="{FF2B5EF4-FFF2-40B4-BE49-F238E27FC236}">
                    <a16:creationId xmlns:a16="http://schemas.microsoft.com/office/drawing/2014/main" id="{2A72D17F-634E-414C-A41F-C817BC2A6C9E}"/>
                  </a:ext>
                </a:extLst>
              </p:cNvPr>
              <p:cNvSpPr>
                <a:spLocks noEditPoints="1"/>
              </p:cNvSpPr>
              <p:nvPr userDrawn="1"/>
            </p:nvSpPr>
            <p:spPr bwMode="auto">
              <a:xfrm>
                <a:off x="-4607" y="1491"/>
                <a:ext cx="87" cy="54"/>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6" name="Freeform 649">
                <a:extLst>
                  <a:ext uri="{FF2B5EF4-FFF2-40B4-BE49-F238E27FC236}">
                    <a16:creationId xmlns:a16="http://schemas.microsoft.com/office/drawing/2014/main" id="{A21156A4-C824-4998-BDD7-39BA52CF4DCA}"/>
                  </a:ext>
                </a:extLst>
              </p:cNvPr>
              <p:cNvSpPr>
                <a:spLocks noEditPoints="1"/>
              </p:cNvSpPr>
              <p:nvPr userDrawn="1"/>
            </p:nvSpPr>
            <p:spPr bwMode="auto">
              <a:xfrm>
                <a:off x="-4030" y="1108"/>
                <a:ext cx="133" cy="83"/>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1 w 177"/>
                  <a:gd name="T17" fmla="*/ 104 h 110"/>
                  <a:gd name="T18" fmla="*/ 58 w 177"/>
                  <a:gd name="T19" fmla="*/ 104 h 110"/>
                  <a:gd name="T20" fmla="*/ 58 w 177"/>
                  <a:gd name="T21" fmla="*/ 104 h 110"/>
                  <a:gd name="T22" fmla="*/ 58 w 177"/>
                  <a:gd name="T23" fmla="*/ 104 h 110"/>
                  <a:gd name="T24" fmla="*/ 58 w 177"/>
                  <a:gd name="T25" fmla="*/ 104 h 110"/>
                  <a:gd name="T26" fmla="*/ 50 w 177"/>
                  <a:gd name="T27" fmla="*/ 101 h 110"/>
                  <a:gd name="T28" fmla="*/ 45 w 177"/>
                  <a:gd name="T29" fmla="*/ 95 h 110"/>
                  <a:gd name="T30" fmla="*/ 43 w 177"/>
                  <a:gd name="T31" fmla="*/ 84 h 110"/>
                  <a:gd name="T32" fmla="*/ 43 w 177"/>
                  <a:gd name="T33" fmla="*/ 80 h 110"/>
                  <a:gd name="T34" fmla="*/ 43 w 177"/>
                  <a:gd name="T35" fmla="*/ 79 h 110"/>
                  <a:gd name="T36" fmla="*/ 21 w 177"/>
                  <a:gd name="T37" fmla="*/ 51 h 110"/>
                  <a:gd name="T38" fmla="*/ 44 w 177"/>
                  <a:gd name="T39" fmla="*/ 62 h 110"/>
                  <a:gd name="T40" fmla="*/ 45 w 177"/>
                  <a:gd name="T41" fmla="*/ 28 h 110"/>
                  <a:gd name="T42" fmla="*/ 49 w 177"/>
                  <a:gd name="T43" fmla="*/ 18 h 110"/>
                  <a:gd name="T44" fmla="*/ 70 w 177"/>
                  <a:gd name="T45" fmla="*/ 6 h 110"/>
                  <a:gd name="T46" fmla="*/ 151 w 177"/>
                  <a:gd name="T47" fmla="*/ 0 h 110"/>
                  <a:gd name="T48" fmla="*/ 70 w 177"/>
                  <a:gd name="T49" fmla="*/ 0 h 110"/>
                  <a:gd name="T50" fmla="*/ 69 w 177"/>
                  <a:gd name="T51" fmla="*/ 0 h 110"/>
                  <a:gd name="T52" fmla="*/ 44 w 177"/>
                  <a:gd name="T53" fmla="*/ 15 h 110"/>
                  <a:gd name="T54" fmla="*/ 39 w 177"/>
                  <a:gd name="T55" fmla="*/ 27 h 110"/>
                  <a:gd name="T56" fmla="*/ 39 w 177"/>
                  <a:gd name="T57" fmla="*/ 28 h 110"/>
                  <a:gd name="T58" fmla="*/ 38 w 177"/>
                  <a:gd name="T59" fmla="*/ 52 h 110"/>
                  <a:gd name="T60" fmla="*/ 0 w 177"/>
                  <a:gd name="T61" fmla="*/ 34 h 110"/>
                  <a:gd name="T62" fmla="*/ 37 w 177"/>
                  <a:gd name="T63" fmla="*/ 81 h 110"/>
                  <a:gd name="T64" fmla="*/ 37 w 177"/>
                  <a:gd name="T65" fmla="*/ 84 h 110"/>
                  <a:gd name="T66" fmla="*/ 40 w 177"/>
                  <a:gd name="T67" fmla="*/ 98 h 110"/>
                  <a:gd name="T68" fmla="*/ 51 w 177"/>
                  <a:gd name="T69" fmla="*/ 108 h 110"/>
                  <a:gd name="T70" fmla="*/ 58 w 177"/>
                  <a:gd name="T71" fmla="*/ 110 h 110"/>
                  <a:gd name="T72" fmla="*/ 58 w 177"/>
                  <a:gd name="T73" fmla="*/ 110 h 110"/>
                  <a:gd name="T74" fmla="*/ 152 w 177"/>
                  <a:gd name="T75" fmla="*/ 110 h 110"/>
                  <a:gd name="T76" fmla="*/ 152 w 177"/>
                  <a:gd name="T77" fmla="*/ 110 h 110"/>
                  <a:gd name="T78" fmla="*/ 163 w 177"/>
                  <a:gd name="T79" fmla="*/ 106 h 110"/>
                  <a:gd name="T80" fmla="*/ 173 w 177"/>
                  <a:gd name="T81" fmla="*/ 95 h 110"/>
                  <a:gd name="T82" fmla="*/ 176 w 177"/>
                  <a:gd name="T83" fmla="*/ 89 h 110"/>
                  <a:gd name="T84" fmla="*/ 177 w 177"/>
                  <a:gd name="T85" fmla="*/ 88 h 110"/>
                  <a:gd name="T86" fmla="*/ 177 w 177"/>
                  <a:gd name="T87" fmla="*/ 29 h 110"/>
                  <a:gd name="T88" fmla="*/ 177 w 177"/>
                  <a:gd name="T89" fmla="*/ 29 h 110"/>
                  <a:gd name="T90" fmla="*/ 173 w 177"/>
                  <a:gd name="T91" fmla="*/ 16 h 110"/>
                  <a:gd name="T92" fmla="*/ 159 w 177"/>
                  <a:gd name="T93" fmla="*/ 4 h 110"/>
                  <a:gd name="T94" fmla="*/ 152 w 177"/>
                  <a:gd name="T95" fmla="*/ 0 h 110"/>
                  <a:gd name="T96" fmla="*/ 151 w 177"/>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0">
                    <a:moveTo>
                      <a:pt x="70" y="6"/>
                    </a:moveTo>
                    <a:cubicBezTo>
                      <a:pt x="150" y="6"/>
                      <a:pt x="150" y="6"/>
                      <a:pt x="150" y="6"/>
                    </a:cubicBezTo>
                    <a:cubicBezTo>
                      <a:pt x="152" y="6"/>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2"/>
                      <a:pt x="155" y="103"/>
                      <a:pt x="151" y="104"/>
                    </a:cubicBezTo>
                    <a:cubicBezTo>
                      <a:pt x="58" y="104"/>
                      <a:pt x="58" y="104"/>
                      <a:pt x="58" y="104"/>
                    </a:cubicBezTo>
                    <a:cubicBezTo>
                      <a:pt x="58" y="104"/>
                      <a:pt x="58" y="104"/>
                      <a:pt x="58" y="104"/>
                    </a:cubicBezTo>
                    <a:cubicBezTo>
                      <a:pt x="58" y="104"/>
                      <a:pt x="58" y="104"/>
                      <a:pt x="58"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8"/>
                      <a:pt x="177" y="88"/>
                      <a:pt x="177" y="88"/>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7" name="Freeform 650">
                <a:extLst>
                  <a:ext uri="{FF2B5EF4-FFF2-40B4-BE49-F238E27FC236}">
                    <a16:creationId xmlns:a16="http://schemas.microsoft.com/office/drawing/2014/main" id="{B0D9777C-1032-4899-B70E-C2FF93D67BB6}"/>
                  </a:ext>
                </a:extLst>
              </p:cNvPr>
              <p:cNvSpPr>
                <a:spLocks noEditPoints="1"/>
              </p:cNvSpPr>
              <p:nvPr userDrawn="1"/>
            </p:nvSpPr>
            <p:spPr bwMode="auto">
              <a:xfrm>
                <a:off x="-4110" y="1201"/>
                <a:ext cx="318" cy="96"/>
              </a:xfrm>
              <a:custGeom>
                <a:avLst/>
                <a:gdLst>
                  <a:gd name="T0" fmla="*/ 91 w 425"/>
                  <a:gd name="T1" fmla="*/ 25 h 128"/>
                  <a:gd name="T2" fmla="*/ 345 w 425"/>
                  <a:gd name="T3" fmla="*/ 6 h 128"/>
                  <a:gd name="T4" fmla="*/ 371 w 425"/>
                  <a:gd name="T5" fmla="*/ 7 h 128"/>
                  <a:gd name="T6" fmla="*/ 373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345 w 425"/>
                  <a:gd name="T43" fmla="*/ 0 h 128"/>
                  <a:gd name="T44" fmla="*/ 83 w 425"/>
                  <a:gd name="T45" fmla="*/ 20 h 128"/>
                  <a:gd name="T46" fmla="*/ 38 w 425"/>
                  <a:gd name="T47" fmla="*/ 42 h 128"/>
                  <a:gd name="T48" fmla="*/ 30 w 425"/>
                  <a:gd name="T49" fmla="*/ 74 h 128"/>
                  <a:gd name="T50" fmla="*/ 30 w 425"/>
                  <a:gd name="T51" fmla="*/ 74 h 128"/>
                  <a:gd name="T52" fmla="*/ 49 w 425"/>
                  <a:gd name="T53" fmla="*/ 105 h 128"/>
                  <a:gd name="T54" fmla="*/ 0 w 425"/>
                  <a:gd name="T55" fmla="*/ 128 h 128"/>
                  <a:gd name="T56" fmla="*/ 39 w 425"/>
                  <a:gd name="T57" fmla="*/ 124 h 128"/>
                  <a:gd name="T58" fmla="*/ 91 w 425"/>
                  <a:gd name="T59" fmla="*/ 119 h 128"/>
                  <a:gd name="T60" fmla="*/ 101 w 425"/>
                  <a:gd name="T61" fmla="*/ 118 h 128"/>
                  <a:gd name="T62" fmla="*/ 101 w 425"/>
                  <a:gd name="T63" fmla="*/ 118 h 128"/>
                  <a:gd name="T64" fmla="*/ 368 w 425"/>
                  <a:gd name="T65" fmla="*/ 113 h 128"/>
                  <a:gd name="T66" fmla="*/ 396 w 425"/>
                  <a:gd name="T67" fmla="*/ 103 h 128"/>
                  <a:gd name="T68" fmla="*/ 425 w 425"/>
                  <a:gd name="T69" fmla="*/ 46 h 128"/>
                  <a:gd name="T70" fmla="*/ 417 w 425"/>
                  <a:gd name="T71" fmla="*/ 22 h 128"/>
                  <a:gd name="T72" fmla="*/ 373 w 425"/>
                  <a:gd name="T73" fmla="*/ 1 h 128"/>
                  <a:gd name="T74" fmla="*/ 372 w 425"/>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3" y="7"/>
                      <a:pt x="373" y="7"/>
                      <a:pt x="373"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4" y="19"/>
                      <a:pt x="83" y="20"/>
                    </a:cubicBezTo>
                    <a:cubicBezTo>
                      <a:pt x="81" y="20"/>
                      <a:pt x="69" y="21"/>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8" name="Freeform 651">
                <a:extLst>
                  <a:ext uri="{FF2B5EF4-FFF2-40B4-BE49-F238E27FC236}">
                    <a16:creationId xmlns:a16="http://schemas.microsoft.com/office/drawing/2014/main" id="{A355BE71-E4DE-44B8-A4F4-A1A91B8E25E5}"/>
                  </a:ext>
                </a:extLst>
              </p:cNvPr>
              <p:cNvSpPr>
                <a:spLocks/>
              </p:cNvSpPr>
              <p:nvPr userDrawn="1"/>
            </p:nvSpPr>
            <p:spPr bwMode="auto">
              <a:xfrm>
                <a:off x="-4812" y="1249"/>
                <a:ext cx="318" cy="95"/>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9" name="Freeform 652">
                <a:extLst>
                  <a:ext uri="{FF2B5EF4-FFF2-40B4-BE49-F238E27FC236}">
                    <a16:creationId xmlns:a16="http://schemas.microsoft.com/office/drawing/2014/main" id="{D2717D79-E5D7-4527-B42D-98B8C76BED87}"/>
                  </a:ext>
                </a:extLst>
              </p:cNvPr>
              <p:cNvSpPr>
                <a:spLocks noEditPoints="1"/>
              </p:cNvSpPr>
              <p:nvPr userDrawn="1"/>
            </p:nvSpPr>
            <p:spPr bwMode="auto">
              <a:xfrm>
                <a:off x="-4531" y="1250"/>
                <a:ext cx="25" cy="10"/>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0" name="Freeform 653">
                <a:extLst>
                  <a:ext uri="{FF2B5EF4-FFF2-40B4-BE49-F238E27FC236}">
                    <a16:creationId xmlns:a16="http://schemas.microsoft.com/office/drawing/2014/main" id="{4061217A-DCA8-4926-9A4E-83C130141DDA}"/>
                  </a:ext>
                </a:extLst>
              </p:cNvPr>
              <p:cNvSpPr>
                <a:spLocks noEditPoints="1"/>
              </p:cNvSpPr>
              <p:nvPr userDrawn="1"/>
            </p:nvSpPr>
            <p:spPr bwMode="auto">
              <a:xfrm>
                <a:off x="-4536" y="1536"/>
                <a:ext cx="318" cy="96"/>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1 w 425"/>
                  <a:gd name="T45" fmla="*/ 112 h 128"/>
                  <a:gd name="T46" fmla="*/ 57 w 425"/>
                  <a:gd name="T47" fmla="*/ 116 h 128"/>
                  <a:gd name="T48" fmla="*/ 72 w 425"/>
                  <a:gd name="T49" fmla="*/ 105 h 128"/>
                  <a:gd name="T50" fmla="*/ 39 w 425"/>
                  <a:gd name="T51" fmla="*/ 83 h 128"/>
                  <a:gd name="T52" fmla="*/ 36 w 425"/>
                  <a:gd name="T53" fmla="*/ 74 h 128"/>
                  <a:gd name="T54" fmla="*/ 36 w 425"/>
                  <a:gd name="T55" fmla="*/ 74 h 128"/>
                  <a:gd name="T56" fmla="*/ 43 w 425"/>
                  <a:gd name="T57" fmla="*/ 45 h 128"/>
                  <a:gd name="T58" fmla="*/ 79 w 425"/>
                  <a:gd name="T59" fmla="*/ 26 h 128"/>
                  <a:gd name="T60" fmla="*/ 83 w 425"/>
                  <a:gd name="T61" fmla="*/ 25 h 128"/>
                  <a:gd name="T62" fmla="*/ 83 w 425"/>
                  <a:gd name="T63" fmla="*/ 25 h 128"/>
                  <a:gd name="T64" fmla="*/ 91 w 425"/>
                  <a:gd name="T65" fmla="*/ 25 h 128"/>
                  <a:gd name="T66" fmla="*/ 210 w 425"/>
                  <a:gd name="T67" fmla="*/ 7 h 128"/>
                  <a:gd name="T68" fmla="*/ 220 w 425"/>
                  <a:gd name="T69" fmla="*/ 7 h 128"/>
                  <a:gd name="T70" fmla="*/ 345 w 425"/>
                  <a:gd name="T71" fmla="*/ 6 h 128"/>
                  <a:gd name="T72" fmla="*/ 371 w 425"/>
                  <a:gd name="T73" fmla="*/ 7 h 128"/>
                  <a:gd name="T74" fmla="*/ 373 w 425"/>
                  <a:gd name="T75" fmla="*/ 7 h 128"/>
                  <a:gd name="T76" fmla="*/ 409 w 425"/>
                  <a:gd name="T77" fmla="*/ 15 h 128"/>
                  <a:gd name="T78" fmla="*/ 409 w 425"/>
                  <a:gd name="T79" fmla="*/ 14 h 128"/>
                  <a:gd name="T80" fmla="*/ 373 w 425"/>
                  <a:gd name="T81" fmla="*/ 1 h 128"/>
                  <a:gd name="T82" fmla="*/ 345 w 425"/>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5" h="128">
                    <a:moveTo>
                      <a:pt x="210" y="7"/>
                    </a:moveTo>
                    <a:cubicBezTo>
                      <a:pt x="201" y="8"/>
                      <a:pt x="192" y="9"/>
                      <a:pt x="184" y="10"/>
                    </a:cubicBezTo>
                    <a:cubicBezTo>
                      <a:pt x="130" y="14"/>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1" name="Freeform 654">
                <a:extLst>
                  <a:ext uri="{FF2B5EF4-FFF2-40B4-BE49-F238E27FC236}">
                    <a16:creationId xmlns:a16="http://schemas.microsoft.com/office/drawing/2014/main" id="{2ECAE6D6-4974-410E-9472-089F2F5CC28A}"/>
                  </a:ext>
                </a:extLst>
              </p:cNvPr>
              <p:cNvSpPr>
                <a:spLocks noEditPoints="1"/>
              </p:cNvSpPr>
              <p:nvPr userDrawn="1"/>
            </p:nvSpPr>
            <p:spPr bwMode="auto">
              <a:xfrm>
                <a:off x="-3752" y="1620"/>
                <a:ext cx="60" cy="207"/>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2" name="Freeform 655">
                <a:extLst>
                  <a:ext uri="{FF2B5EF4-FFF2-40B4-BE49-F238E27FC236}">
                    <a16:creationId xmlns:a16="http://schemas.microsoft.com/office/drawing/2014/main" id="{931965A4-F821-456B-A0E0-350C016C9501}"/>
                  </a:ext>
                </a:extLst>
              </p:cNvPr>
              <p:cNvSpPr>
                <a:spLocks noEditPoints="1"/>
              </p:cNvSpPr>
              <p:nvPr userDrawn="1"/>
            </p:nvSpPr>
            <p:spPr bwMode="auto">
              <a:xfrm>
                <a:off x="-3724" y="1247"/>
                <a:ext cx="60" cy="207"/>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5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3" name="Freeform 656">
                <a:extLst>
                  <a:ext uri="{FF2B5EF4-FFF2-40B4-BE49-F238E27FC236}">
                    <a16:creationId xmlns:a16="http://schemas.microsoft.com/office/drawing/2014/main" id="{27C22257-9878-4497-8B72-746DA9765302}"/>
                  </a:ext>
                </a:extLst>
              </p:cNvPr>
              <p:cNvSpPr>
                <a:spLocks noEditPoints="1"/>
              </p:cNvSpPr>
              <p:nvPr userDrawn="1"/>
            </p:nvSpPr>
            <p:spPr bwMode="auto">
              <a:xfrm>
                <a:off x="-4088" y="1912"/>
                <a:ext cx="319" cy="96"/>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4" name="Freeform 657">
                <a:extLst>
                  <a:ext uri="{FF2B5EF4-FFF2-40B4-BE49-F238E27FC236}">
                    <a16:creationId xmlns:a16="http://schemas.microsoft.com/office/drawing/2014/main" id="{AE2754FE-CE44-4A9D-8ED5-24210BC6273E}"/>
                  </a:ext>
                </a:extLst>
              </p:cNvPr>
              <p:cNvSpPr>
                <a:spLocks/>
              </p:cNvSpPr>
              <p:nvPr userDrawn="1"/>
            </p:nvSpPr>
            <p:spPr bwMode="auto">
              <a:xfrm>
                <a:off x="-3784" y="1981"/>
                <a:ext cx="2"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5" name="Freeform 658">
                <a:extLst>
                  <a:ext uri="{FF2B5EF4-FFF2-40B4-BE49-F238E27FC236}">
                    <a16:creationId xmlns:a16="http://schemas.microsoft.com/office/drawing/2014/main" id="{4AB917FE-EC63-4684-9ADC-F317FFB68BF2}"/>
                  </a:ext>
                </a:extLst>
              </p:cNvPr>
              <p:cNvSpPr>
                <a:spLocks noEditPoints="1"/>
              </p:cNvSpPr>
              <p:nvPr userDrawn="1"/>
            </p:nvSpPr>
            <p:spPr bwMode="auto">
              <a:xfrm>
                <a:off x="-3815" y="1280"/>
                <a:ext cx="74" cy="23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5 w 99"/>
                  <a:gd name="T13" fmla="*/ 6 h 313"/>
                  <a:gd name="T14" fmla="*/ 59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2 w 99"/>
                  <a:gd name="T43" fmla="*/ 157 h 313"/>
                  <a:gd name="T44" fmla="*/ 7 w 99"/>
                  <a:gd name="T45" fmla="*/ 40 h 313"/>
                  <a:gd name="T46" fmla="*/ 7 w 99"/>
                  <a:gd name="T47" fmla="*/ 39 h 313"/>
                  <a:gd name="T48" fmla="*/ 17 w 99"/>
                  <a:gd name="T49" fmla="*/ 6 h 313"/>
                  <a:gd name="T50" fmla="*/ 1 w 99"/>
                  <a:gd name="T51" fmla="*/ 39 h 313"/>
                  <a:gd name="T52" fmla="*/ 1 w 99"/>
                  <a:gd name="T53" fmla="*/ 40 h 313"/>
                  <a:gd name="T54" fmla="*/ 8 w 99"/>
                  <a:gd name="T55" fmla="*/ 173 h 313"/>
                  <a:gd name="T56" fmla="*/ 21 w 99"/>
                  <a:gd name="T57" fmla="*/ 266 h 313"/>
                  <a:gd name="T58" fmla="*/ 55 w 99"/>
                  <a:gd name="T59" fmla="*/ 285 h 313"/>
                  <a:gd name="T60" fmla="*/ 57 w 99"/>
                  <a:gd name="T61" fmla="*/ 285 h 313"/>
                  <a:gd name="T62" fmla="*/ 57 w 99"/>
                  <a:gd name="T63" fmla="*/ 285 h 313"/>
                  <a:gd name="T64" fmla="*/ 81 w 99"/>
                  <a:gd name="T65" fmla="*/ 271 h 313"/>
                  <a:gd name="T66" fmla="*/ 99 w 99"/>
                  <a:gd name="T67" fmla="*/ 313 h 313"/>
                  <a:gd name="T68" fmla="*/ 95 w 99"/>
                  <a:gd name="T69" fmla="*/ 278 h 313"/>
                  <a:gd name="T70" fmla="*/ 91 w 99"/>
                  <a:gd name="T71" fmla="*/ 240 h 313"/>
                  <a:gd name="T72" fmla="*/ 91 w 99"/>
                  <a:gd name="T73" fmla="*/ 233 h 313"/>
                  <a:gd name="T74" fmla="*/ 85 w 99"/>
                  <a:gd name="T75" fmla="*/ 42 h 313"/>
                  <a:gd name="T76" fmla="*/ 78 w 99"/>
                  <a:gd name="T77" fmla="*/ 21 h 313"/>
                  <a:gd name="T78" fmla="*/ 35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2"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6" name="Freeform 659">
                <a:extLst>
                  <a:ext uri="{FF2B5EF4-FFF2-40B4-BE49-F238E27FC236}">
                    <a16:creationId xmlns:a16="http://schemas.microsoft.com/office/drawing/2014/main" id="{F0D559D8-C3C9-4A35-8CA1-13C2DFA3888F}"/>
                  </a:ext>
                </a:extLst>
              </p:cNvPr>
              <p:cNvSpPr>
                <a:spLocks noEditPoints="1"/>
              </p:cNvSpPr>
              <p:nvPr userDrawn="1"/>
            </p:nvSpPr>
            <p:spPr bwMode="auto">
              <a:xfrm>
                <a:off x="-4920" y="1285"/>
                <a:ext cx="87" cy="27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40 w 116"/>
                  <a:gd name="T19" fmla="*/ 6 h 365"/>
                  <a:gd name="T20" fmla="*/ 40 w 116"/>
                  <a:gd name="T21" fmla="*/ 6 h 365"/>
                  <a:gd name="T22" fmla="*/ 40 w 116"/>
                  <a:gd name="T23" fmla="*/ 6 h 365"/>
                  <a:gd name="T24" fmla="*/ 90 w 116"/>
                  <a:gd name="T25" fmla="*/ 36 h 365"/>
                  <a:gd name="T26" fmla="*/ 94 w 116"/>
                  <a:gd name="T27" fmla="*/ 48 h 365"/>
                  <a:gd name="T28" fmla="*/ 94 w 116"/>
                  <a:gd name="T29" fmla="*/ 49 h 365"/>
                  <a:gd name="T30" fmla="*/ 100 w 116"/>
                  <a:gd name="T31" fmla="*/ 276 h 365"/>
                  <a:gd name="T32" fmla="*/ 104 w 116"/>
                  <a:gd name="T33" fmla="*/ 310 h 365"/>
                  <a:gd name="T34" fmla="*/ 94 w 116"/>
                  <a:gd name="T35" fmla="*/ 301 h 365"/>
                  <a:gd name="T36" fmla="*/ 75 w 116"/>
                  <a:gd name="T37" fmla="*/ 328 h 365"/>
                  <a:gd name="T38" fmla="*/ 67 w 116"/>
                  <a:gd name="T39" fmla="*/ 330 h 365"/>
                  <a:gd name="T40" fmla="*/ 67 w 116"/>
                  <a:gd name="T41" fmla="*/ 331 h 365"/>
                  <a:gd name="T42" fmla="*/ 42 w 116"/>
                  <a:gd name="T43" fmla="*/ 324 h 365"/>
                  <a:gd name="T44" fmla="*/ 25 w 116"/>
                  <a:gd name="T45" fmla="*/ 295 h 365"/>
                  <a:gd name="T46" fmla="*/ 24 w 116"/>
                  <a:gd name="T47" fmla="*/ 292 h 365"/>
                  <a:gd name="T48" fmla="*/ 24 w 116"/>
                  <a:gd name="T49" fmla="*/ 291 h 365"/>
                  <a:gd name="T50" fmla="*/ 39 w 116"/>
                  <a:gd name="T51" fmla="*/ 0 h 365"/>
                  <a:gd name="T52" fmla="*/ 1 w 116"/>
                  <a:gd name="T53" fmla="*/ 45 h 365"/>
                  <a:gd name="T54" fmla="*/ 0 w 116"/>
                  <a:gd name="T55" fmla="*/ 66 h 365"/>
                  <a:gd name="T56" fmla="*/ 18 w 116"/>
                  <a:gd name="T57" fmla="*/ 292 h 365"/>
                  <a:gd name="T58" fmla="*/ 39 w 116"/>
                  <a:gd name="T59" fmla="*/ 329 h 365"/>
                  <a:gd name="T60" fmla="*/ 64 w 116"/>
                  <a:gd name="T61" fmla="*/ 337 h 365"/>
                  <a:gd name="T62" fmla="*/ 67 w 116"/>
                  <a:gd name="T63" fmla="*/ 336 h 365"/>
                  <a:gd name="T64" fmla="*/ 84 w 116"/>
                  <a:gd name="T65" fmla="*/ 331 h 365"/>
                  <a:gd name="T66" fmla="*/ 98 w 116"/>
                  <a:gd name="T67" fmla="*/ 313 h 365"/>
                  <a:gd name="T68" fmla="*/ 114 w 116"/>
                  <a:gd name="T69" fmla="*/ 355 h 365"/>
                  <a:gd name="T70" fmla="*/ 112 w 116"/>
                  <a:gd name="T71" fmla="*/ 328 h 365"/>
                  <a:gd name="T72" fmla="*/ 107 w 116"/>
                  <a:gd name="T73" fmla="*/ 284 h 365"/>
                  <a:gd name="T74" fmla="*/ 106 w 116"/>
                  <a:gd name="T75" fmla="*/ 275 h 365"/>
                  <a:gd name="T76" fmla="*/ 100 w 116"/>
                  <a:gd name="T77" fmla="*/ 49 h 365"/>
                  <a:gd name="T78" fmla="*/ 91 w 116"/>
                  <a:gd name="T79" fmla="*/ 25 h 365"/>
                  <a:gd name="T80" fmla="*/ 41 w 116"/>
                  <a:gd name="T8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7" name="Freeform 660">
                <a:extLst>
                  <a:ext uri="{FF2B5EF4-FFF2-40B4-BE49-F238E27FC236}">
                    <a16:creationId xmlns:a16="http://schemas.microsoft.com/office/drawing/2014/main" id="{F18496C6-4420-4D64-9259-D80A666DB46F}"/>
                  </a:ext>
                </a:extLst>
              </p:cNvPr>
              <p:cNvSpPr>
                <a:spLocks/>
              </p:cNvSpPr>
              <p:nvPr userDrawn="1"/>
            </p:nvSpPr>
            <p:spPr bwMode="auto">
              <a:xfrm>
                <a:off x="-4836" y="1551"/>
                <a:ext cx="2" cy="6"/>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8" name="Freeform 661">
                <a:extLst>
                  <a:ext uri="{FF2B5EF4-FFF2-40B4-BE49-F238E27FC236}">
                    <a16:creationId xmlns:a16="http://schemas.microsoft.com/office/drawing/2014/main" id="{F4B84629-E62E-488C-972A-E5F8986EA40A}"/>
                  </a:ext>
                </a:extLst>
              </p:cNvPr>
              <p:cNvSpPr>
                <a:spLocks noEditPoints="1"/>
              </p:cNvSpPr>
              <p:nvPr userDrawn="1"/>
            </p:nvSpPr>
            <p:spPr bwMode="auto">
              <a:xfrm>
                <a:off x="-4076" y="1304"/>
                <a:ext cx="94" cy="74"/>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9" name="Freeform 662">
                <a:extLst>
                  <a:ext uri="{FF2B5EF4-FFF2-40B4-BE49-F238E27FC236}">
                    <a16:creationId xmlns:a16="http://schemas.microsoft.com/office/drawing/2014/main" id="{0C8A56E0-2A24-47EB-AEC1-6B07F8FEEEF6}"/>
                  </a:ext>
                </a:extLst>
              </p:cNvPr>
              <p:cNvSpPr>
                <a:spLocks noEditPoints="1"/>
              </p:cNvSpPr>
              <p:nvPr userDrawn="1"/>
            </p:nvSpPr>
            <p:spPr bwMode="auto">
              <a:xfrm>
                <a:off x="-4935" y="1126"/>
                <a:ext cx="137" cy="10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0" name="Freeform 663">
                <a:extLst>
                  <a:ext uri="{FF2B5EF4-FFF2-40B4-BE49-F238E27FC236}">
                    <a16:creationId xmlns:a16="http://schemas.microsoft.com/office/drawing/2014/main" id="{792F2852-B3A4-4582-A0D6-BF6F28DFC216}"/>
                  </a:ext>
                </a:extLst>
              </p:cNvPr>
              <p:cNvSpPr>
                <a:spLocks noEditPoints="1"/>
              </p:cNvSpPr>
              <p:nvPr userDrawn="1"/>
            </p:nvSpPr>
            <p:spPr bwMode="auto">
              <a:xfrm>
                <a:off x="-3904" y="1707"/>
                <a:ext cx="119" cy="91"/>
              </a:xfrm>
              <a:custGeom>
                <a:avLst/>
                <a:gdLst>
                  <a:gd name="T0" fmla="*/ 46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3 h 121"/>
                  <a:gd name="T38" fmla="*/ 6 w 159"/>
                  <a:gd name="T39" fmla="*/ 45 h 121"/>
                  <a:gd name="T40" fmla="*/ 12 w 159"/>
                  <a:gd name="T41" fmla="*/ 38 h 121"/>
                  <a:gd name="T42" fmla="*/ 36 w 159"/>
                  <a:gd name="T43" fmla="*/ 31 h 121"/>
                  <a:gd name="T44" fmla="*/ 45 w 159"/>
                  <a:gd name="T45" fmla="*/ 32 h 121"/>
                  <a:gd name="T46" fmla="*/ 46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6"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1" name="Freeform 664">
                <a:extLst>
                  <a:ext uri="{FF2B5EF4-FFF2-40B4-BE49-F238E27FC236}">
                    <a16:creationId xmlns:a16="http://schemas.microsoft.com/office/drawing/2014/main" id="{C595DF0C-04AB-45BE-BB7F-31B9B501C867}"/>
                  </a:ext>
                </a:extLst>
              </p:cNvPr>
              <p:cNvSpPr>
                <a:spLocks noEditPoints="1"/>
              </p:cNvSpPr>
              <p:nvPr userDrawn="1"/>
            </p:nvSpPr>
            <p:spPr bwMode="auto">
              <a:xfrm>
                <a:off x="-4084" y="1380"/>
                <a:ext cx="125" cy="114"/>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2" name="Freeform 665">
                <a:extLst>
                  <a:ext uri="{FF2B5EF4-FFF2-40B4-BE49-F238E27FC236}">
                    <a16:creationId xmlns:a16="http://schemas.microsoft.com/office/drawing/2014/main" id="{BE637A5C-ADE1-4A61-B0F0-B86F97800052}"/>
                  </a:ext>
                </a:extLst>
              </p:cNvPr>
              <p:cNvSpPr>
                <a:spLocks noEditPoints="1"/>
              </p:cNvSpPr>
              <p:nvPr userDrawn="1"/>
            </p:nvSpPr>
            <p:spPr bwMode="auto">
              <a:xfrm>
                <a:off x="-3681" y="1964"/>
                <a:ext cx="115" cy="106"/>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36 w 153"/>
                  <a:gd name="T27" fmla="*/ 112 h 141"/>
                  <a:gd name="T28" fmla="*/ 125 w 153"/>
                  <a:gd name="T29" fmla="*/ 98 h 141"/>
                  <a:gd name="T30" fmla="*/ 113 w 153"/>
                  <a:gd name="T31" fmla="*/ 104 h 141"/>
                  <a:gd name="T32" fmla="*/ 91 w 153"/>
                  <a:gd name="T33" fmla="*/ 115 h 141"/>
                  <a:gd name="T34" fmla="*/ 88 w 153"/>
                  <a:gd name="T35" fmla="*/ 116 h 141"/>
                  <a:gd name="T36" fmla="*/ 72 w 153"/>
                  <a:gd name="T37" fmla="*/ 120 h 141"/>
                  <a:gd name="T38" fmla="*/ 72 w 153"/>
                  <a:gd name="T39" fmla="*/ 120 h 141"/>
                  <a:gd name="T40" fmla="*/ 44 w 153"/>
                  <a:gd name="T41" fmla="*/ 114 h 141"/>
                  <a:gd name="T42" fmla="*/ 42 w 153"/>
                  <a:gd name="T43" fmla="*/ 114 h 141"/>
                  <a:gd name="T44" fmla="*/ 6 w 153"/>
                  <a:gd name="T45" fmla="*/ 58 h 141"/>
                  <a:gd name="T46" fmla="*/ 10 w 153"/>
                  <a:gd name="T47" fmla="*/ 39 h 141"/>
                  <a:gd name="T48" fmla="*/ 10 w 153"/>
                  <a:gd name="T49" fmla="*/ 38 h 141"/>
                  <a:gd name="T50" fmla="*/ 40 w 153"/>
                  <a:gd name="T51" fmla="*/ 7 h 141"/>
                  <a:gd name="T52" fmla="*/ 21 w 153"/>
                  <a:gd name="T53" fmla="*/ 19 h 141"/>
                  <a:gd name="T54" fmla="*/ 5 w 153"/>
                  <a:gd name="T55" fmla="*/ 35 h 141"/>
                  <a:gd name="T56" fmla="*/ 5 w 153"/>
                  <a:gd name="T57" fmla="*/ 35 h 141"/>
                  <a:gd name="T58" fmla="*/ 8 w 153"/>
                  <a:gd name="T59" fmla="*/ 88 h 141"/>
                  <a:gd name="T60" fmla="*/ 39 w 153"/>
                  <a:gd name="T61" fmla="*/ 119 h 141"/>
                  <a:gd name="T62" fmla="*/ 72 w 153"/>
                  <a:gd name="T63" fmla="*/ 126 h 141"/>
                  <a:gd name="T64" fmla="*/ 105 w 153"/>
                  <a:gd name="T65" fmla="*/ 115 h 141"/>
                  <a:gd name="T66" fmla="*/ 123 w 153"/>
                  <a:gd name="T67" fmla="*/ 106 h 141"/>
                  <a:gd name="T68" fmla="*/ 143 w 153"/>
                  <a:gd name="T69" fmla="*/ 127 h 141"/>
                  <a:gd name="T70" fmla="*/ 142 w 153"/>
                  <a:gd name="T71" fmla="*/ 112 h 141"/>
                  <a:gd name="T72" fmla="*/ 142 w 153"/>
                  <a:gd name="T73" fmla="*/ 110 h 141"/>
                  <a:gd name="T74" fmla="*/ 150 w 153"/>
                  <a:gd name="T75" fmla="*/ 84 h 141"/>
                  <a:gd name="T76" fmla="*/ 147 w 153"/>
                  <a:gd name="T77" fmla="*/ 50 h 141"/>
                  <a:gd name="T78" fmla="*/ 93 w 153"/>
                  <a:gd name="T79" fmla="*/ 2 h 141"/>
                  <a:gd name="T80" fmla="*/ 93 w 153"/>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3" name="Freeform 666">
                <a:extLst>
                  <a:ext uri="{FF2B5EF4-FFF2-40B4-BE49-F238E27FC236}">
                    <a16:creationId xmlns:a16="http://schemas.microsoft.com/office/drawing/2014/main" id="{B47E79CF-EFCE-417E-9586-47E650694D48}"/>
                  </a:ext>
                </a:extLst>
              </p:cNvPr>
              <p:cNvSpPr>
                <a:spLocks/>
              </p:cNvSpPr>
              <p:nvPr userDrawn="1"/>
            </p:nvSpPr>
            <p:spPr bwMode="auto">
              <a:xfrm>
                <a:off x="-3577" y="2046"/>
                <a:ext cx="3" cy="2"/>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4" name="Freeform 667">
                <a:extLst>
                  <a:ext uri="{FF2B5EF4-FFF2-40B4-BE49-F238E27FC236}">
                    <a16:creationId xmlns:a16="http://schemas.microsoft.com/office/drawing/2014/main" id="{B680447D-BF8D-4A93-8E2F-27544FDC5368}"/>
                  </a:ext>
                </a:extLst>
              </p:cNvPr>
              <p:cNvSpPr>
                <a:spLocks noEditPoints="1"/>
              </p:cNvSpPr>
              <p:nvPr userDrawn="1"/>
            </p:nvSpPr>
            <p:spPr bwMode="auto">
              <a:xfrm>
                <a:off x="-4090" y="1767"/>
                <a:ext cx="156" cy="141"/>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2"/>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8"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5" name="Freeform 668">
                <a:extLst>
                  <a:ext uri="{FF2B5EF4-FFF2-40B4-BE49-F238E27FC236}">
                    <a16:creationId xmlns:a16="http://schemas.microsoft.com/office/drawing/2014/main" id="{224A0C2F-8A7F-4C89-B4F1-522BB5C99587}"/>
                  </a:ext>
                </a:extLst>
              </p:cNvPr>
              <p:cNvSpPr>
                <a:spLocks noEditPoints="1"/>
              </p:cNvSpPr>
              <p:nvPr userDrawn="1"/>
            </p:nvSpPr>
            <p:spPr bwMode="auto">
              <a:xfrm>
                <a:off x="-3915" y="2011"/>
                <a:ext cx="157" cy="141"/>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6" name="Freeform 669">
                <a:extLst>
                  <a:ext uri="{FF2B5EF4-FFF2-40B4-BE49-F238E27FC236}">
                    <a16:creationId xmlns:a16="http://schemas.microsoft.com/office/drawing/2014/main" id="{72208A31-960A-4A9F-ABA9-144881AE9EFF}"/>
                  </a:ext>
                </a:extLst>
              </p:cNvPr>
              <p:cNvSpPr>
                <a:spLocks noEditPoints="1"/>
              </p:cNvSpPr>
              <p:nvPr userDrawn="1"/>
            </p:nvSpPr>
            <p:spPr bwMode="auto">
              <a:xfrm>
                <a:off x="-4668" y="1681"/>
                <a:ext cx="157" cy="141"/>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7" name="Freeform 670">
                <a:extLst>
                  <a:ext uri="{FF2B5EF4-FFF2-40B4-BE49-F238E27FC236}">
                    <a16:creationId xmlns:a16="http://schemas.microsoft.com/office/drawing/2014/main" id="{00BD0902-74A4-4132-A94E-0F42E8F2ABCC}"/>
                  </a:ext>
                </a:extLst>
              </p:cNvPr>
              <p:cNvSpPr>
                <a:spLocks/>
              </p:cNvSpPr>
              <p:nvPr userDrawn="1"/>
            </p:nvSpPr>
            <p:spPr bwMode="auto">
              <a:xfrm>
                <a:off x="-4602" y="1682"/>
                <a:ext cx="0" cy="1"/>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8" name="Freeform 671">
                <a:extLst>
                  <a:ext uri="{FF2B5EF4-FFF2-40B4-BE49-F238E27FC236}">
                    <a16:creationId xmlns:a16="http://schemas.microsoft.com/office/drawing/2014/main" id="{6B4EE173-0653-4A6A-8D3F-7F6EE4FB3711}"/>
                  </a:ext>
                </a:extLst>
              </p:cNvPr>
              <p:cNvSpPr>
                <a:spLocks/>
              </p:cNvSpPr>
              <p:nvPr userDrawn="1"/>
            </p:nvSpPr>
            <p:spPr bwMode="auto">
              <a:xfrm>
                <a:off x="-4239" y="1417"/>
                <a:ext cx="156" cy="133"/>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9" name="Freeform 672">
                <a:extLst>
                  <a:ext uri="{FF2B5EF4-FFF2-40B4-BE49-F238E27FC236}">
                    <a16:creationId xmlns:a16="http://schemas.microsoft.com/office/drawing/2014/main" id="{E9B9C27B-21C0-4ED9-A5B4-3CDA4722D39F}"/>
                  </a:ext>
                </a:extLst>
              </p:cNvPr>
              <p:cNvSpPr>
                <a:spLocks/>
              </p:cNvSpPr>
              <p:nvPr userDrawn="1"/>
            </p:nvSpPr>
            <p:spPr bwMode="auto">
              <a:xfrm>
                <a:off x="-4152" y="1541"/>
                <a:ext cx="5" cy="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0" name="Freeform 673">
                <a:extLst>
                  <a:ext uri="{FF2B5EF4-FFF2-40B4-BE49-F238E27FC236}">
                    <a16:creationId xmlns:a16="http://schemas.microsoft.com/office/drawing/2014/main" id="{C1998157-54EA-4465-9F37-F49F60876E4C}"/>
                  </a:ext>
                </a:extLst>
              </p:cNvPr>
              <p:cNvSpPr>
                <a:spLocks/>
              </p:cNvSpPr>
              <p:nvPr userDrawn="1"/>
            </p:nvSpPr>
            <p:spPr bwMode="auto">
              <a:xfrm>
                <a:off x="-4231" y="1552"/>
                <a:ext cx="3" cy="6"/>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1" name="Freeform 674">
                <a:extLst>
                  <a:ext uri="{FF2B5EF4-FFF2-40B4-BE49-F238E27FC236}">
                    <a16:creationId xmlns:a16="http://schemas.microsoft.com/office/drawing/2014/main" id="{3441AB70-5C34-4C74-85C4-A6AA73D17F5F}"/>
                  </a:ext>
                </a:extLst>
              </p:cNvPr>
              <p:cNvSpPr>
                <a:spLocks/>
              </p:cNvSpPr>
              <p:nvPr userDrawn="1"/>
            </p:nvSpPr>
            <p:spPr bwMode="auto">
              <a:xfrm>
                <a:off x="-4230" y="1547"/>
                <a:ext cx="4" cy="7"/>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2" name="Freeform 675">
                <a:extLst>
                  <a:ext uri="{FF2B5EF4-FFF2-40B4-BE49-F238E27FC236}">
                    <a16:creationId xmlns:a16="http://schemas.microsoft.com/office/drawing/2014/main" id="{C6EA29EA-C889-4579-8455-CA2A29236AAB}"/>
                  </a:ext>
                </a:extLst>
              </p:cNvPr>
              <p:cNvSpPr>
                <a:spLocks noEditPoints="1"/>
              </p:cNvSpPr>
              <p:nvPr userDrawn="1"/>
            </p:nvSpPr>
            <p:spPr bwMode="auto">
              <a:xfrm>
                <a:off x="-3664" y="1318"/>
                <a:ext cx="228" cy="202"/>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3" name="Freeform 676">
                <a:extLst>
                  <a:ext uri="{FF2B5EF4-FFF2-40B4-BE49-F238E27FC236}">
                    <a16:creationId xmlns:a16="http://schemas.microsoft.com/office/drawing/2014/main" id="{8BDAF2F1-08F9-4537-858D-71565BEF48CD}"/>
                  </a:ext>
                </a:extLst>
              </p:cNvPr>
              <p:cNvSpPr>
                <a:spLocks noEditPoints="1"/>
              </p:cNvSpPr>
              <p:nvPr userDrawn="1"/>
            </p:nvSpPr>
            <p:spPr bwMode="auto">
              <a:xfrm>
                <a:off x="-3543" y="1318"/>
                <a:ext cx="19" cy="4"/>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4" name="Freeform 677">
                <a:extLst>
                  <a:ext uri="{FF2B5EF4-FFF2-40B4-BE49-F238E27FC236}">
                    <a16:creationId xmlns:a16="http://schemas.microsoft.com/office/drawing/2014/main" id="{835F99D4-666A-4A24-A6AD-F11C646EAA57}"/>
                  </a:ext>
                </a:extLst>
              </p:cNvPr>
              <p:cNvSpPr>
                <a:spLocks/>
              </p:cNvSpPr>
              <p:nvPr userDrawn="1"/>
            </p:nvSpPr>
            <p:spPr bwMode="auto">
              <a:xfrm>
                <a:off x="-3664"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5" name="Freeform 678">
                <a:extLst>
                  <a:ext uri="{FF2B5EF4-FFF2-40B4-BE49-F238E27FC236}">
                    <a16:creationId xmlns:a16="http://schemas.microsoft.com/office/drawing/2014/main" id="{CF3596FA-A951-4A7E-A38C-FB26F582C943}"/>
                  </a:ext>
                </a:extLst>
              </p:cNvPr>
              <p:cNvSpPr>
                <a:spLocks noEditPoints="1"/>
              </p:cNvSpPr>
              <p:nvPr userDrawn="1"/>
            </p:nvSpPr>
            <p:spPr bwMode="auto">
              <a:xfrm>
                <a:off x="-4744" y="1847"/>
                <a:ext cx="175" cy="156"/>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7 h 208"/>
                  <a:gd name="T54" fmla="*/ 15 w 233"/>
                  <a:gd name="T55" fmla="*/ 77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2 h 208"/>
                  <a:gd name="T74" fmla="*/ 25 w 233"/>
                  <a:gd name="T75" fmla="*/ 46 h 208"/>
                  <a:gd name="T76" fmla="*/ 9 w 233"/>
                  <a:gd name="T77" fmla="*/ 75 h 208"/>
                  <a:gd name="T78" fmla="*/ 0 w 233"/>
                  <a:gd name="T79" fmla="*/ 107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2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6" name="Freeform 679">
                <a:extLst>
                  <a:ext uri="{FF2B5EF4-FFF2-40B4-BE49-F238E27FC236}">
                    <a16:creationId xmlns:a16="http://schemas.microsoft.com/office/drawing/2014/main" id="{7042062E-ED37-4544-A714-887ACF9AE8CC}"/>
                  </a:ext>
                </a:extLst>
              </p:cNvPr>
              <p:cNvSpPr>
                <a:spLocks noEditPoints="1"/>
              </p:cNvSpPr>
              <p:nvPr userDrawn="1"/>
            </p:nvSpPr>
            <p:spPr bwMode="auto">
              <a:xfrm>
                <a:off x="-3961" y="1432"/>
                <a:ext cx="127" cy="88"/>
              </a:xfrm>
              <a:custGeom>
                <a:avLst/>
                <a:gdLst>
                  <a:gd name="T0" fmla="*/ 63 w 169"/>
                  <a:gd name="T1" fmla="*/ 111 h 117"/>
                  <a:gd name="T2" fmla="*/ 63 w 169"/>
                  <a:gd name="T3" fmla="*/ 111 h 117"/>
                  <a:gd name="T4" fmla="*/ 63 w 169"/>
                  <a:gd name="T5" fmla="*/ 111 h 117"/>
                  <a:gd name="T6" fmla="*/ 63 w 169"/>
                  <a:gd name="T7" fmla="*/ 111 h 117"/>
                  <a:gd name="T8" fmla="*/ 9 w 169"/>
                  <a:gd name="T9" fmla="*/ 49 h 117"/>
                  <a:gd name="T10" fmla="*/ 11 w 169"/>
                  <a:gd name="T11" fmla="*/ 47 h 117"/>
                  <a:gd name="T12" fmla="*/ 9 w 169"/>
                  <a:gd name="T13" fmla="*/ 49 h 117"/>
                  <a:gd name="T14" fmla="*/ 72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2 w 169"/>
                  <a:gd name="T35" fmla="*/ 106 h 117"/>
                  <a:gd name="T36" fmla="*/ 46 w 169"/>
                  <a:gd name="T37" fmla="*/ 99 h 117"/>
                  <a:gd name="T38" fmla="*/ 42 w 169"/>
                  <a:gd name="T39" fmla="*/ 85 h 117"/>
                  <a:gd name="T40" fmla="*/ 42 w 169"/>
                  <a:gd name="T41" fmla="*/ 84 h 117"/>
                  <a:gd name="T42" fmla="*/ 21 w 169"/>
                  <a:gd name="T43" fmla="*/ 55 h 117"/>
                  <a:gd name="T44" fmla="*/ 42 w 169"/>
                  <a:gd name="T45" fmla="*/ 67 h 117"/>
                  <a:gd name="T46" fmla="*/ 42 w 169"/>
                  <a:gd name="T47" fmla="*/ 32 h 117"/>
                  <a:gd name="T48" fmla="*/ 48 w 169"/>
                  <a:gd name="T49" fmla="*/ 19 h 117"/>
                  <a:gd name="T50" fmla="*/ 57 w 169"/>
                  <a:gd name="T51" fmla="*/ 10 h 117"/>
                  <a:gd name="T52" fmla="*/ 72 w 169"/>
                  <a:gd name="T53" fmla="*/ 6 h 117"/>
                  <a:gd name="T54" fmla="*/ 72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7" name="Freeform 680">
                <a:extLst>
                  <a:ext uri="{FF2B5EF4-FFF2-40B4-BE49-F238E27FC236}">
                    <a16:creationId xmlns:a16="http://schemas.microsoft.com/office/drawing/2014/main" id="{690BEE34-CA25-439F-97DE-2FB8146E64BD}"/>
                  </a:ext>
                </a:extLst>
              </p:cNvPr>
              <p:cNvSpPr>
                <a:spLocks noEditPoints="1"/>
              </p:cNvSpPr>
              <p:nvPr userDrawn="1"/>
            </p:nvSpPr>
            <p:spPr bwMode="auto">
              <a:xfrm>
                <a:off x="-4577" y="1959"/>
                <a:ext cx="78" cy="52"/>
              </a:xfrm>
              <a:custGeom>
                <a:avLst/>
                <a:gdLst>
                  <a:gd name="T0" fmla="*/ 9 w 104"/>
                  <a:gd name="T1" fmla="*/ 31 h 70"/>
                  <a:gd name="T2" fmla="*/ 10 w 104"/>
                  <a:gd name="T3" fmla="*/ 28 h 70"/>
                  <a:gd name="T4" fmla="*/ 9 w 104"/>
                  <a:gd name="T5" fmla="*/ 31 h 70"/>
                  <a:gd name="T6" fmla="*/ 46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1 w 104"/>
                  <a:gd name="T23" fmla="*/ 64 h 70"/>
                  <a:gd name="T24" fmla="*/ 41 w 104"/>
                  <a:gd name="T25" fmla="*/ 64 h 70"/>
                  <a:gd name="T26" fmla="*/ 35 w 104"/>
                  <a:gd name="T27" fmla="*/ 62 h 70"/>
                  <a:gd name="T28" fmla="*/ 32 w 104"/>
                  <a:gd name="T29" fmla="*/ 58 h 70"/>
                  <a:gd name="T30" fmla="*/ 30 w 104"/>
                  <a:gd name="T31" fmla="*/ 50 h 70"/>
                  <a:gd name="T32" fmla="*/ 30 w 104"/>
                  <a:gd name="T33" fmla="*/ 49 h 70"/>
                  <a:gd name="T34" fmla="*/ 21 w 104"/>
                  <a:gd name="T35" fmla="*/ 37 h 70"/>
                  <a:gd name="T36" fmla="*/ 30 w 104"/>
                  <a:gd name="T37" fmla="*/ 42 h 70"/>
                  <a:gd name="T38" fmla="*/ 30 w 104"/>
                  <a:gd name="T39" fmla="*/ 19 h 70"/>
                  <a:gd name="T40" fmla="*/ 33 w 104"/>
                  <a:gd name="T41" fmla="*/ 12 h 70"/>
                  <a:gd name="T42" fmla="*/ 38 w 104"/>
                  <a:gd name="T43" fmla="*/ 8 h 70"/>
                  <a:gd name="T44" fmla="*/ 46 w 104"/>
                  <a:gd name="T45" fmla="*/ 6 h 70"/>
                  <a:gd name="T46" fmla="*/ 46 w 104"/>
                  <a:gd name="T47" fmla="*/ 6 h 70"/>
                  <a:gd name="T48" fmla="*/ 84 w 104"/>
                  <a:gd name="T49" fmla="*/ 0 h 70"/>
                  <a:gd name="T50" fmla="*/ 46 w 104"/>
                  <a:gd name="T51" fmla="*/ 0 h 70"/>
                  <a:gd name="T52" fmla="*/ 46 w 104"/>
                  <a:gd name="T53" fmla="*/ 0 h 70"/>
                  <a:gd name="T54" fmla="*/ 35 w 104"/>
                  <a:gd name="T55" fmla="*/ 3 h 70"/>
                  <a:gd name="T56" fmla="*/ 26 w 104"/>
                  <a:gd name="T57" fmla="*/ 13 h 70"/>
                  <a:gd name="T58" fmla="*/ 24 w 104"/>
                  <a:gd name="T59" fmla="*/ 19 h 70"/>
                  <a:gd name="T60" fmla="*/ 24 w 104"/>
                  <a:gd name="T61" fmla="*/ 19 h 70"/>
                  <a:gd name="T62" fmla="*/ 24 w 104"/>
                  <a:gd name="T63" fmla="*/ 32 h 70"/>
                  <a:gd name="T64" fmla="*/ 0 w 104"/>
                  <a:gd name="T65" fmla="*/ 19 h 70"/>
                  <a:gd name="T66" fmla="*/ 8 w 104"/>
                  <a:gd name="T67" fmla="*/ 30 h 70"/>
                  <a:gd name="T68" fmla="*/ 10 w 104"/>
                  <a:gd name="T69" fmla="*/ 28 h 70"/>
                  <a:gd name="T70" fmla="*/ 8 w 104"/>
                  <a:gd name="T71" fmla="*/ 30 h 70"/>
                  <a:gd name="T72" fmla="*/ 24 w 104"/>
                  <a:gd name="T73" fmla="*/ 51 h 70"/>
                  <a:gd name="T74" fmla="*/ 27 w 104"/>
                  <a:gd name="T75" fmla="*/ 61 h 70"/>
                  <a:gd name="T76" fmla="*/ 35 w 104"/>
                  <a:gd name="T77" fmla="*/ 69 h 70"/>
                  <a:gd name="T78" fmla="*/ 40 w 104"/>
                  <a:gd name="T79" fmla="*/ 70 h 70"/>
                  <a:gd name="T80" fmla="*/ 40 w 104"/>
                  <a:gd name="T81" fmla="*/ 70 h 70"/>
                  <a:gd name="T82" fmla="*/ 81 w 104"/>
                  <a:gd name="T83" fmla="*/ 70 h 70"/>
                  <a:gd name="T84" fmla="*/ 81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0" y="28"/>
                      <a:pt x="10" y="28"/>
                      <a:pt x="10" y="28"/>
                    </a:cubicBezTo>
                    <a:cubicBezTo>
                      <a:pt x="9" y="31"/>
                      <a:pt x="9" y="31"/>
                      <a:pt x="9" y="31"/>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8" name="Freeform 681">
                <a:extLst>
                  <a:ext uri="{FF2B5EF4-FFF2-40B4-BE49-F238E27FC236}">
                    <a16:creationId xmlns:a16="http://schemas.microsoft.com/office/drawing/2014/main" id="{F75BEBAB-3343-46E9-B909-9E5380057269}"/>
                  </a:ext>
                </a:extLst>
              </p:cNvPr>
              <p:cNvSpPr>
                <a:spLocks noEditPoints="1"/>
              </p:cNvSpPr>
              <p:nvPr userDrawn="1"/>
            </p:nvSpPr>
            <p:spPr bwMode="auto">
              <a:xfrm>
                <a:off x="-4854" y="2024"/>
                <a:ext cx="107" cy="74"/>
              </a:xfrm>
              <a:custGeom>
                <a:avLst/>
                <a:gdLst>
                  <a:gd name="T0" fmla="*/ 9 w 143"/>
                  <a:gd name="T1" fmla="*/ 42 h 98"/>
                  <a:gd name="T2" fmla="*/ 11 w 143"/>
                  <a:gd name="T3" fmla="*/ 39 h 98"/>
                  <a:gd name="T4" fmla="*/ 9 w 143"/>
                  <a:gd name="T5" fmla="*/ 42 h 98"/>
                  <a:gd name="T6" fmla="*/ 37 w 143"/>
                  <a:gd name="T7" fmla="*/ 27 h 98"/>
                  <a:gd name="T8" fmla="*/ 37 w 143"/>
                  <a:gd name="T9" fmla="*/ 27 h 98"/>
                  <a:gd name="T10" fmla="*/ 62 w 143"/>
                  <a:gd name="T11" fmla="*/ 6 h 98"/>
                  <a:gd name="T12" fmla="*/ 115 w 143"/>
                  <a:gd name="T13" fmla="*/ 6 h 98"/>
                  <a:gd name="T14" fmla="*/ 125 w 143"/>
                  <a:gd name="T15" fmla="*/ 10 h 98"/>
                  <a:gd name="T16" fmla="*/ 137 w 143"/>
                  <a:gd name="T17" fmla="*/ 28 h 98"/>
                  <a:gd name="T18" fmla="*/ 137 w 143"/>
                  <a:gd name="T19" fmla="*/ 76 h 98"/>
                  <a:gd name="T20" fmla="*/ 137 w 143"/>
                  <a:gd name="T21" fmla="*/ 76 h 98"/>
                  <a:gd name="T22" fmla="*/ 137 w 143"/>
                  <a:gd name="T23" fmla="*/ 76 h 98"/>
                  <a:gd name="T24" fmla="*/ 137 w 143"/>
                  <a:gd name="T25" fmla="*/ 76 h 98"/>
                  <a:gd name="T26" fmla="*/ 137 w 143"/>
                  <a:gd name="T27" fmla="*/ 76 h 98"/>
                  <a:gd name="T28" fmla="*/ 137 w 143"/>
                  <a:gd name="T29" fmla="*/ 77 h 98"/>
                  <a:gd name="T30" fmla="*/ 134 w 143"/>
                  <a:gd name="T31" fmla="*/ 85 h 98"/>
                  <a:gd name="T32" fmla="*/ 112 w 143"/>
                  <a:gd name="T33" fmla="*/ 92 h 98"/>
                  <a:gd name="T34" fmla="*/ 54 w 143"/>
                  <a:gd name="T35" fmla="*/ 92 h 98"/>
                  <a:gd name="T36" fmla="*/ 46 w 143"/>
                  <a:gd name="T37" fmla="*/ 89 h 98"/>
                  <a:gd name="T38" fmla="*/ 40 w 143"/>
                  <a:gd name="T39" fmla="*/ 82 h 98"/>
                  <a:gd name="T40" fmla="*/ 38 w 143"/>
                  <a:gd name="T41" fmla="*/ 71 h 98"/>
                  <a:gd name="T42" fmla="*/ 38 w 143"/>
                  <a:gd name="T43" fmla="*/ 70 h 98"/>
                  <a:gd name="T44" fmla="*/ 21 w 143"/>
                  <a:gd name="T45" fmla="*/ 48 h 98"/>
                  <a:gd name="T46" fmla="*/ 38 w 143"/>
                  <a:gd name="T47" fmla="*/ 57 h 98"/>
                  <a:gd name="T48" fmla="*/ 38 w 143"/>
                  <a:gd name="T49" fmla="*/ 27 h 98"/>
                  <a:gd name="T50" fmla="*/ 42 w 143"/>
                  <a:gd name="T51" fmla="*/ 17 h 98"/>
                  <a:gd name="T52" fmla="*/ 49 w 143"/>
                  <a:gd name="T53" fmla="*/ 10 h 98"/>
                  <a:gd name="T54" fmla="*/ 62 w 143"/>
                  <a:gd name="T55" fmla="*/ 6 h 98"/>
                  <a:gd name="T56" fmla="*/ 62 w 143"/>
                  <a:gd name="T57" fmla="*/ 6 h 98"/>
                  <a:gd name="T58" fmla="*/ 115 w 143"/>
                  <a:gd name="T59" fmla="*/ 0 h 98"/>
                  <a:gd name="T60" fmla="*/ 62 w 143"/>
                  <a:gd name="T61" fmla="*/ 0 h 98"/>
                  <a:gd name="T62" fmla="*/ 62 w 143"/>
                  <a:gd name="T63" fmla="*/ 0 h 98"/>
                  <a:gd name="T64" fmla="*/ 46 w 143"/>
                  <a:gd name="T65" fmla="*/ 5 h 98"/>
                  <a:gd name="T66" fmla="*/ 34 w 143"/>
                  <a:gd name="T67" fmla="*/ 18 h 98"/>
                  <a:gd name="T68" fmla="*/ 32 w 143"/>
                  <a:gd name="T69" fmla="*/ 26 h 98"/>
                  <a:gd name="T70" fmla="*/ 32 w 143"/>
                  <a:gd name="T71" fmla="*/ 26 h 98"/>
                  <a:gd name="T72" fmla="*/ 32 w 143"/>
                  <a:gd name="T73" fmla="*/ 47 h 98"/>
                  <a:gd name="T74" fmla="*/ 0 w 143"/>
                  <a:gd name="T75" fmla="*/ 30 h 98"/>
                  <a:gd name="T76" fmla="*/ 8 w 143"/>
                  <a:gd name="T77" fmla="*/ 41 h 98"/>
                  <a:gd name="T78" fmla="*/ 11 w 143"/>
                  <a:gd name="T79" fmla="*/ 39 h 98"/>
                  <a:gd name="T80" fmla="*/ 8 w 143"/>
                  <a:gd name="T81" fmla="*/ 41 h 98"/>
                  <a:gd name="T82" fmla="*/ 32 w 143"/>
                  <a:gd name="T83" fmla="*/ 72 h 98"/>
                  <a:gd name="T84" fmla="*/ 35 w 143"/>
                  <a:gd name="T85" fmla="*/ 85 h 98"/>
                  <a:gd name="T86" fmla="*/ 47 w 143"/>
                  <a:gd name="T87" fmla="*/ 96 h 98"/>
                  <a:gd name="T88" fmla="*/ 54 w 143"/>
                  <a:gd name="T89" fmla="*/ 98 h 98"/>
                  <a:gd name="T90" fmla="*/ 54 w 143"/>
                  <a:gd name="T91" fmla="*/ 98 h 98"/>
                  <a:gd name="T92" fmla="*/ 112 w 143"/>
                  <a:gd name="T93" fmla="*/ 98 h 98"/>
                  <a:gd name="T94" fmla="*/ 112 w 143"/>
                  <a:gd name="T95" fmla="*/ 98 h 98"/>
                  <a:gd name="T96" fmla="*/ 138 w 143"/>
                  <a:gd name="T97" fmla="*/ 89 h 98"/>
                  <a:gd name="T98" fmla="*/ 143 w 143"/>
                  <a:gd name="T99" fmla="*/ 77 h 98"/>
                  <a:gd name="T100" fmla="*/ 143 w 143"/>
                  <a:gd name="T101" fmla="*/ 75 h 98"/>
                  <a:gd name="T102" fmla="*/ 143 w 143"/>
                  <a:gd name="T103" fmla="*/ 27 h 98"/>
                  <a:gd name="T104" fmla="*/ 143 w 143"/>
                  <a:gd name="T105" fmla="*/ 27 h 98"/>
                  <a:gd name="T106" fmla="*/ 127 w 143"/>
                  <a:gd name="T107" fmla="*/ 4 h 98"/>
                  <a:gd name="T108" fmla="*/ 116 w 143"/>
                  <a:gd name="T109" fmla="*/ 0 h 98"/>
                  <a:gd name="T110" fmla="*/ 115 w 143"/>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 h="98">
                    <a:moveTo>
                      <a:pt x="9" y="42"/>
                    </a:moveTo>
                    <a:cubicBezTo>
                      <a:pt x="11" y="39"/>
                      <a:pt x="11" y="39"/>
                      <a:pt x="11" y="39"/>
                    </a:cubicBezTo>
                    <a:cubicBezTo>
                      <a:pt x="9" y="42"/>
                      <a:pt x="9" y="42"/>
                      <a:pt x="9" y="42"/>
                    </a:cubicBezTo>
                    <a:moveTo>
                      <a:pt x="37" y="27"/>
                    </a:moveTo>
                    <a:cubicBezTo>
                      <a:pt x="37" y="27"/>
                      <a:pt x="37" y="27"/>
                      <a:pt x="37" y="27"/>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9" name="Freeform 682">
                <a:extLst>
                  <a:ext uri="{FF2B5EF4-FFF2-40B4-BE49-F238E27FC236}">
                    <a16:creationId xmlns:a16="http://schemas.microsoft.com/office/drawing/2014/main" id="{D1D74B83-9ECD-4554-B279-BFA4006399B5}"/>
                  </a:ext>
                </a:extLst>
              </p:cNvPr>
              <p:cNvSpPr>
                <a:spLocks noEditPoints="1"/>
              </p:cNvSpPr>
              <p:nvPr userDrawn="1"/>
            </p:nvSpPr>
            <p:spPr bwMode="auto">
              <a:xfrm>
                <a:off x="-4412" y="1770"/>
                <a:ext cx="84" cy="57"/>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2 w 112"/>
                  <a:gd name="T13" fmla="*/ 21 h 76"/>
                  <a:gd name="T14" fmla="*/ 32 w 112"/>
                  <a:gd name="T15" fmla="*/ 21 h 76"/>
                  <a:gd name="T16" fmla="*/ 32 w 112"/>
                  <a:gd name="T17" fmla="*/ 21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35 w 112"/>
                  <a:gd name="T53" fmla="*/ 13 h 76"/>
                  <a:gd name="T54" fmla="*/ 40 w 112"/>
                  <a:gd name="T55" fmla="*/ 8 h 76"/>
                  <a:gd name="T56" fmla="*/ 49 w 112"/>
                  <a:gd name="T57" fmla="*/ 6 h 76"/>
                  <a:gd name="T58" fmla="*/ 49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2" y="7"/>
                      <a:pt x="45" y="6"/>
                      <a:pt x="49" y="6"/>
                    </a:cubicBezTo>
                    <a:cubicBezTo>
                      <a:pt x="49" y="6"/>
                      <a:pt x="49" y="6"/>
                      <a:pt x="49"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0" name="Freeform 683">
                <a:extLst>
                  <a:ext uri="{FF2B5EF4-FFF2-40B4-BE49-F238E27FC236}">
                    <a16:creationId xmlns:a16="http://schemas.microsoft.com/office/drawing/2014/main" id="{675DA2D1-CE18-43A9-BB14-41525DE66BB5}"/>
                  </a:ext>
                </a:extLst>
              </p:cNvPr>
              <p:cNvSpPr>
                <a:spLocks noEditPoints="1"/>
              </p:cNvSpPr>
              <p:nvPr userDrawn="1"/>
            </p:nvSpPr>
            <p:spPr bwMode="auto">
              <a:xfrm>
                <a:off x="-4419" y="1633"/>
                <a:ext cx="126" cy="116"/>
              </a:xfrm>
              <a:custGeom>
                <a:avLst/>
                <a:gdLst>
                  <a:gd name="T0" fmla="*/ 7 w 167"/>
                  <a:gd name="T1" fmla="*/ 64 h 155"/>
                  <a:gd name="T2" fmla="*/ 9 w 167"/>
                  <a:gd name="T3" fmla="*/ 61 h 155"/>
                  <a:gd name="T4" fmla="*/ 7 w 167"/>
                  <a:gd name="T5" fmla="*/ 64 h 155"/>
                  <a:gd name="T6" fmla="*/ 41 w 167"/>
                  <a:gd name="T7" fmla="*/ 41 h 155"/>
                  <a:gd name="T8" fmla="*/ 46 w 167"/>
                  <a:gd name="T9" fmla="*/ 22 h 155"/>
                  <a:gd name="T10" fmla="*/ 56 w 167"/>
                  <a:gd name="T11" fmla="*/ 11 h 155"/>
                  <a:gd name="T12" fmla="*/ 71 w 167"/>
                  <a:gd name="T13" fmla="*/ 6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7 h 155"/>
                  <a:gd name="T46" fmla="*/ 41 w 167"/>
                  <a:gd name="T47" fmla="*/ 41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41" y="41"/>
                    </a:moveTo>
                    <a:cubicBezTo>
                      <a:pt x="41" y="40"/>
                      <a:pt x="42" y="31"/>
                      <a:pt x="46" y="22"/>
                    </a:cubicBezTo>
                    <a:cubicBezTo>
                      <a:pt x="49" y="18"/>
                      <a:pt x="52" y="14"/>
                      <a:pt x="56" y="11"/>
                    </a:cubicBezTo>
                    <a:cubicBezTo>
                      <a:pt x="59" y="8"/>
                      <a:pt x="64" y="6"/>
                      <a:pt x="71" y="6"/>
                    </a:cubicBezTo>
                    <a:cubicBezTo>
                      <a:pt x="71" y="6"/>
                      <a:pt x="71" y="6"/>
                      <a:pt x="71" y="6"/>
                    </a:cubicBez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1" name="Freeform 684">
                <a:extLst>
                  <a:ext uri="{FF2B5EF4-FFF2-40B4-BE49-F238E27FC236}">
                    <a16:creationId xmlns:a16="http://schemas.microsoft.com/office/drawing/2014/main" id="{CE65FEAF-497B-4C24-878D-2CBF128E745A}"/>
                  </a:ext>
                </a:extLst>
              </p:cNvPr>
              <p:cNvSpPr>
                <a:spLocks noEditPoints="1"/>
              </p:cNvSpPr>
              <p:nvPr userDrawn="1"/>
            </p:nvSpPr>
            <p:spPr bwMode="auto">
              <a:xfrm>
                <a:off x="-4729" y="1403"/>
                <a:ext cx="125" cy="117"/>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2" name="Freeform 685">
                <a:extLst>
                  <a:ext uri="{FF2B5EF4-FFF2-40B4-BE49-F238E27FC236}">
                    <a16:creationId xmlns:a16="http://schemas.microsoft.com/office/drawing/2014/main" id="{70623A1C-C03F-4510-A87B-8665AF8942F6}"/>
                  </a:ext>
                </a:extLst>
              </p:cNvPr>
              <p:cNvSpPr>
                <a:spLocks/>
              </p:cNvSpPr>
              <p:nvPr userDrawn="1"/>
            </p:nvSpPr>
            <p:spPr bwMode="auto">
              <a:xfrm>
                <a:off x="-4609"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3" name="Freeform 686">
                <a:extLst>
                  <a:ext uri="{FF2B5EF4-FFF2-40B4-BE49-F238E27FC236}">
                    <a16:creationId xmlns:a16="http://schemas.microsoft.com/office/drawing/2014/main" id="{CBF46849-1833-4C32-B971-BF0576B7CAB1}"/>
                  </a:ext>
                </a:extLst>
              </p:cNvPr>
              <p:cNvSpPr>
                <a:spLocks noEditPoints="1"/>
              </p:cNvSpPr>
              <p:nvPr userDrawn="1"/>
            </p:nvSpPr>
            <p:spPr bwMode="auto">
              <a:xfrm>
                <a:off x="-4344" y="1802"/>
                <a:ext cx="90" cy="12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1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4" name="Freeform 687">
                <a:extLst>
                  <a:ext uri="{FF2B5EF4-FFF2-40B4-BE49-F238E27FC236}">
                    <a16:creationId xmlns:a16="http://schemas.microsoft.com/office/drawing/2014/main" id="{5FEE33C0-62C5-4DF6-ABCB-A507E0F4FE1F}"/>
                  </a:ext>
                </a:extLst>
              </p:cNvPr>
              <p:cNvSpPr>
                <a:spLocks noEditPoints="1"/>
              </p:cNvSpPr>
              <p:nvPr userDrawn="1"/>
            </p:nvSpPr>
            <p:spPr bwMode="auto">
              <a:xfrm>
                <a:off x="-4794" y="1476"/>
                <a:ext cx="90" cy="126"/>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5" name="Freeform 688">
                <a:extLst>
                  <a:ext uri="{FF2B5EF4-FFF2-40B4-BE49-F238E27FC236}">
                    <a16:creationId xmlns:a16="http://schemas.microsoft.com/office/drawing/2014/main" id="{25333176-393A-43F8-BBDA-C420F06B2052}"/>
                  </a:ext>
                </a:extLst>
              </p:cNvPr>
              <p:cNvSpPr>
                <a:spLocks/>
              </p:cNvSpPr>
              <p:nvPr userDrawn="1"/>
            </p:nvSpPr>
            <p:spPr bwMode="auto">
              <a:xfrm>
                <a:off x="-4709" y="1578"/>
                <a:ext cx="4" cy="3"/>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6" name="Freeform 689">
                <a:extLst>
                  <a:ext uri="{FF2B5EF4-FFF2-40B4-BE49-F238E27FC236}">
                    <a16:creationId xmlns:a16="http://schemas.microsoft.com/office/drawing/2014/main" id="{CE867D51-4FE7-4D33-BB48-9B95DB4AB109}"/>
                  </a:ext>
                </a:extLst>
              </p:cNvPr>
              <p:cNvSpPr>
                <a:spLocks noEditPoints="1"/>
              </p:cNvSpPr>
              <p:nvPr userDrawn="1"/>
            </p:nvSpPr>
            <p:spPr bwMode="auto">
              <a:xfrm>
                <a:off x="-4091" y="1504"/>
                <a:ext cx="164" cy="98"/>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7" name="Freeform 690">
                <a:extLst>
                  <a:ext uri="{FF2B5EF4-FFF2-40B4-BE49-F238E27FC236}">
                    <a16:creationId xmlns:a16="http://schemas.microsoft.com/office/drawing/2014/main" id="{F69FF07C-9FAC-4FF1-BE86-F884DCCE7DB0}"/>
                  </a:ext>
                </a:extLst>
              </p:cNvPr>
              <p:cNvSpPr>
                <a:spLocks noEditPoints="1"/>
              </p:cNvSpPr>
              <p:nvPr userDrawn="1"/>
            </p:nvSpPr>
            <p:spPr bwMode="auto">
              <a:xfrm>
                <a:off x="-3916" y="1533"/>
                <a:ext cx="105" cy="103"/>
              </a:xfrm>
              <a:custGeom>
                <a:avLst/>
                <a:gdLst>
                  <a:gd name="T0" fmla="*/ 24 w 140"/>
                  <a:gd name="T1" fmla="*/ 8 h 137"/>
                  <a:gd name="T2" fmla="*/ 99 w 140"/>
                  <a:gd name="T3" fmla="*/ 6 h 137"/>
                  <a:gd name="T4" fmla="*/ 100 w 140"/>
                  <a:gd name="T5" fmla="*/ 6 h 137"/>
                  <a:gd name="T6" fmla="*/ 116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3 w 140"/>
                  <a:gd name="T19" fmla="*/ 104 h 137"/>
                  <a:gd name="T20" fmla="*/ 76 w 140"/>
                  <a:gd name="T21" fmla="*/ 122 h 137"/>
                  <a:gd name="T22" fmla="*/ 42 w 140"/>
                  <a:gd name="T23" fmla="*/ 105 h 137"/>
                  <a:gd name="T24" fmla="*/ 41 w 140"/>
                  <a:gd name="T25" fmla="*/ 105 h 137"/>
                  <a:gd name="T26" fmla="*/ 41 w 140"/>
                  <a:gd name="T27" fmla="*/ 105 h 137"/>
                  <a:gd name="T28" fmla="*/ 37 w 140"/>
                  <a:gd name="T29" fmla="*/ 106 h 137"/>
                  <a:gd name="T30" fmla="*/ 37 w 140"/>
                  <a:gd name="T31" fmla="*/ 106 h 137"/>
                  <a:gd name="T32" fmla="*/ 21 w 140"/>
                  <a:gd name="T33" fmla="*/ 104 h 137"/>
                  <a:gd name="T34" fmla="*/ 13 w 140"/>
                  <a:gd name="T35" fmla="*/ 100 h 137"/>
                  <a:gd name="T36" fmla="*/ 8 w 140"/>
                  <a:gd name="T37" fmla="*/ 94 h 137"/>
                  <a:gd name="T38" fmla="*/ 6 w 140"/>
                  <a:gd name="T39" fmla="*/ 27 h 137"/>
                  <a:gd name="T40" fmla="*/ 10 w 140"/>
                  <a:gd name="T41" fmla="*/ 17 h 137"/>
                  <a:gd name="T42" fmla="*/ 16 w 140"/>
                  <a:gd name="T43" fmla="*/ 11 h 137"/>
                  <a:gd name="T44" fmla="*/ 24 w 140"/>
                  <a:gd name="T45" fmla="*/ 8 h 137"/>
                  <a:gd name="T46" fmla="*/ 24 w 140"/>
                  <a:gd name="T47" fmla="*/ 8 h 137"/>
                  <a:gd name="T48" fmla="*/ 99 w 140"/>
                  <a:gd name="T49" fmla="*/ 0 h 137"/>
                  <a:gd name="T50" fmla="*/ 24 w 140"/>
                  <a:gd name="T51" fmla="*/ 2 h 137"/>
                  <a:gd name="T52" fmla="*/ 12 w 140"/>
                  <a:gd name="T53" fmla="*/ 6 h 137"/>
                  <a:gd name="T54" fmla="*/ 2 w 140"/>
                  <a:gd name="T55" fmla="*/ 19 h 137"/>
                  <a:gd name="T56" fmla="*/ 0 w 140"/>
                  <a:gd name="T57" fmla="*/ 26 h 137"/>
                  <a:gd name="T58" fmla="*/ 0 w 140"/>
                  <a:gd name="T59" fmla="*/ 26 h 137"/>
                  <a:gd name="T60" fmla="*/ 2 w 140"/>
                  <a:gd name="T61" fmla="*/ 96 h 137"/>
                  <a:gd name="T62" fmla="*/ 3 w 140"/>
                  <a:gd name="T63" fmla="*/ 97 h 137"/>
                  <a:gd name="T64" fmla="*/ 10 w 140"/>
                  <a:gd name="T65" fmla="*/ 105 h 137"/>
                  <a:gd name="T66" fmla="*/ 24 w 140"/>
                  <a:gd name="T67" fmla="*/ 110 h 137"/>
                  <a:gd name="T68" fmla="*/ 37 w 140"/>
                  <a:gd name="T69" fmla="*/ 112 h 137"/>
                  <a:gd name="T70" fmla="*/ 41 w 140"/>
                  <a:gd name="T71" fmla="*/ 111 h 137"/>
                  <a:gd name="T72" fmla="*/ 94 w 140"/>
                  <a:gd name="T73" fmla="*/ 137 h 137"/>
                  <a:gd name="T74" fmla="*/ 75 w 140"/>
                  <a:gd name="T75" fmla="*/ 109 h 137"/>
                  <a:gd name="T76" fmla="*/ 107 w 140"/>
                  <a:gd name="T77" fmla="*/ 109 h 137"/>
                  <a:gd name="T78" fmla="*/ 107 w 140"/>
                  <a:gd name="T79" fmla="*/ 109 h 137"/>
                  <a:gd name="T80" fmla="*/ 135 w 140"/>
                  <a:gd name="T81" fmla="*/ 94 h 137"/>
                  <a:gd name="T82" fmla="*/ 140 w 140"/>
                  <a:gd name="T83" fmla="*/ 82 h 137"/>
                  <a:gd name="T84" fmla="*/ 140 w 140"/>
                  <a:gd name="T85" fmla="*/ 82 h 137"/>
                  <a:gd name="T86" fmla="*/ 140 w 140"/>
                  <a:gd name="T87" fmla="*/ 26 h 137"/>
                  <a:gd name="T88" fmla="*/ 140 w 140"/>
                  <a:gd name="T89" fmla="*/ 26 h 137"/>
                  <a:gd name="T90" fmla="*/ 130 w 140"/>
                  <a:gd name="T91" fmla="*/ 11 h 137"/>
                  <a:gd name="T92" fmla="*/ 110 w 140"/>
                  <a:gd name="T93" fmla="*/ 2 h 137"/>
                  <a:gd name="T94" fmla="*/ 100 w 140"/>
                  <a:gd name="T95" fmla="*/ 0 h 137"/>
                  <a:gd name="T96" fmla="*/ 99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8" name="Freeform 691">
                <a:extLst>
                  <a:ext uri="{FF2B5EF4-FFF2-40B4-BE49-F238E27FC236}">
                    <a16:creationId xmlns:a16="http://schemas.microsoft.com/office/drawing/2014/main" id="{FC2AB33E-9CFA-4BA3-A950-2DFCEE23F62D}"/>
                  </a:ext>
                </a:extLst>
              </p:cNvPr>
              <p:cNvSpPr>
                <a:spLocks noEditPoints="1"/>
              </p:cNvSpPr>
              <p:nvPr userDrawn="1"/>
            </p:nvSpPr>
            <p:spPr bwMode="auto">
              <a:xfrm>
                <a:off x="-4438" y="1445"/>
                <a:ext cx="106" cy="10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5 h 137"/>
                  <a:gd name="T46" fmla="*/ 38 w 141"/>
                  <a:gd name="T47" fmla="*/ 105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1 h 137"/>
                  <a:gd name="T86" fmla="*/ 42 w 141"/>
                  <a:gd name="T87" fmla="*/ 111 h 137"/>
                  <a:gd name="T88" fmla="*/ 79 w 141"/>
                  <a:gd name="T89" fmla="*/ 129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9" name="Freeform 692">
                <a:extLst>
                  <a:ext uri="{FF2B5EF4-FFF2-40B4-BE49-F238E27FC236}">
                    <a16:creationId xmlns:a16="http://schemas.microsoft.com/office/drawing/2014/main" id="{E1E5A085-3BDE-4BAE-8799-75C5EB6D8C17}"/>
                  </a:ext>
                </a:extLst>
              </p:cNvPr>
              <p:cNvSpPr>
                <a:spLocks/>
              </p:cNvSpPr>
              <p:nvPr userDrawn="1"/>
            </p:nvSpPr>
            <p:spPr bwMode="auto">
              <a:xfrm>
                <a:off x="-4379" y="1542"/>
                <a:ext cx="11" cy="4"/>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0" name="Freeform 693">
                <a:extLst>
                  <a:ext uri="{FF2B5EF4-FFF2-40B4-BE49-F238E27FC236}">
                    <a16:creationId xmlns:a16="http://schemas.microsoft.com/office/drawing/2014/main" id="{E9008E7A-BC88-4073-8A66-A5969AE00F83}"/>
                  </a:ext>
                </a:extLst>
              </p:cNvPr>
              <p:cNvSpPr>
                <a:spLocks noEditPoints="1"/>
              </p:cNvSpPr>
              <p:nvPr userDrawn="1"/>
            </p:nvSpPr>
            <p:spPr bwMode="auto">
              <a:xfrm>
                <a:off x="-4517" y="1335"/>
                <a:ext cx="116" cy="115"/>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8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5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1" name="Freeform 694">
                <a:extLst>
                  <a:ext uri="{FF2B5EF4-FFF2-40B4-BE49-F238E27FC236}">
                    <a16:creationId xmlns:a16="http://schemas.microsoft.com/office/drawing/2014/main" id="{156BD42B-75CB-42EE-9CCE-E07DDA2638A9}"/>
                  </a:ext>
                </a:extLst>
              </p:cNvPr>
              <p:cNvSpPr>
                <a:spLocks noEditPoints="1"/>
              </p:cNvSpPr>
              <p:nvPr userDrawn="1"/>
            </p:nvSpPr>
            <p:spPr bwMode="auto">
              <a:xfrm>
                <a:off x="-3807" y="1512"/>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2" name="Freeform 695">
                <a:extLst>
                  <a:ext uri="{FF2B5EF4-FFF2-40B4-BE49-F238E27FC236}">
                    <a16:creationId xmlns:a16="http://schemas.microsoft.com/office/drawing/2014/main" id="{1207DD9E-33D1-4B53-9519-54B547E2B08F}"/>
                  </a:ext>
                </a:extLst>
              </p:cNvPr>
              <p:cNvSpPr>
                <a:spLocks noEditPoints="1"/>
              </p:cNvSpPr>
              <p:nvPr userDrawn="1"/>
            </p:nvSpPr>
            <p:spPr bwMode="auto">
              <a:xfrm>
                <a:off x="-3662" y="1246"/>
                <a:ext cx="57" cy="86"/>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8 h 115"/>
                  <a:gd name="T68" fmla="*/ 1 w 76"/>
                  <a:gd name="T69" fmla="*/ 22 h 115"/>
                  <a:gd name="T70" fmla="*/ 0 w 76"/>
                  <a:gd name="T71" fmla="*/ 39 h 115"/>
                  <a:gd name="T72" fmla="*/ 1 w 76"/>
                  <a:gd name="T73" fmla="*/ 61 h 115"/>
                  <a:gd name="T74" fmla="*/ 8 w 76"/>
                  <a:gd name="T75" fmla="*/ 81 h 115"/>
                  <a:gd name="T76" fmla="*/ 14 w 76"/>
                  <a:gd name="T77" fmla="*/ 88 h 115"/>
                  <a:gd name="T78" fmla="*/ 15 w 76"/>
                  <a:gd name="T79" fmla="*/ 88 h 115"/>
                  <a:gd name="T80" fmla="*/ 37 w 76"/>
                  <a:gd name="T81" fmla="*/ 89 h 115"/>
                  <a:gd name="T82" fmla="*/ 25 w 76"/>
                  <a:gd name="T83" fmla="*/ 115 h 115"/>
                  <a:gd name="T84" fmla="*/ 56 w 76"/>
                  <a:gd name="T85" fmla="*/ 90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1 h 115"/>
                  <a:gd name="T100" fmla="*/ 59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3" name="Freeform 696">
                <a:extLst>
                  <a:ext uri="{FF2B5EF4-FFF2-40B4-BE49-F238E27FC236}">
                    <a16:creationId xmlns:a16="http://schemas.microsoft.com/office/drawing/2014/main" id="{0CEF16D5-F2B8-4957-8DFE-4EE45F1B861A}"/>
                  </a:ext>
                </a:extLst>
              </p:cNvPr>
              <p:cNvSpPr>
                <a:spLocks noEditPoints="1"/>
              </p:cNvSpPr>
              <p:nvPr userDrawn="1"/>
            </p:nvSpPr>
            <p:spPr bwMode="auto">
              <a:xfrm>
                <a:off x="-4505" y="1466"/>
                <a:ext cx="57" cy="87"/>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4" name="Freeform 697">
                <a:extLst>
                  <a:ext uri="{FF2B5EF4-FFF2-40B4-BE49-F238E27FC236}">
                    <a16:creationId xmlns:a16="http://schemas.microsoft.com/office/drawing/2014/main" id="{80E1A45A-30C7-489D-8583-19691A78F99B}"/>
                  </a:ext>
                </a:extLst>
              </p:cNvPr>
              <p:cNvSpPr>
                <a:spLocks noEditPoints="1"/>
              </p:cNvSpPr>
              <p:nvPr userDrawn="1"/>
            </p:nvSpPr>
            <p:spPr bwMode="auto">
              <a:xfrm>
                <a:off x="-4848" y="1228"/>
                <a:ext cx="57" cy="86"/>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5" name="Freeform 698">
                <a:extLst>
                  <a:ext uri="{FF2B5EF4-FFF2-40B4-BE49-F238E27FC236}">
                    <a16:creationId xmlns:a16="http://schemas.microsoft.com/office/drawing/2014/main" id="{6648B817-EE4C-4E07-8FC9-74A2F331497F}"/>
                  </a:ext>
                </a:extLst>
              </p:cNvPr>
              <p:cNvSpPr>
                <a:spLocks noEditPoints="1"/>
              </p:cNvSpPr>
              <p:nvPr userDrawn="1"/>
            </p:nvSpPr>
            <p:spPr bwMode="auto">
              <a:xfrm>
                <a:off x="-4102" y="1105"/>
                <a:ext cx="57" cy="88"/>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8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9 h 116"/>
                  <a:gd name="T54" fmla="*/ 59 w 76"/>
                  <a:gd name="T55" fmla="*/ 0 h 116"/>
                  <a:gd name="T56" fmla="*/ 59 w 76"/>
                  <a:gd name="T57" fmla="*/ 0 h 116"/>
                  <a:gd name="T58" fmla="*/ 59 w 76"/>
                  <a:gd name="T59" fmla="*/ 0 h 116"/>
                  <a:gd name="T60" fmla="*/ 16 w 76"/>
                  <a:gd name="T61" fmla="*/ 3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8"/>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5"/>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6" name="Freeform 699">
                <a:extLst>
                  <a:ext uri="{FF2B5EF4-FFF2-40B4-BE49-F238E27FC236}">
                    <a16:creationId xmlns:a16="http://schemas.microsoft.com/office/drawing/2014/main" id="{515248F9-03E0-4164-8476-2B34798B16BE}"/>
                  </a:ext>
                </a:extLst>
              </p:cNvPr>
              <p:cNvSpPr>
                <a:spLocks noEditPoints="1"/>
              </p:cNvSpPr>
              <p:nvPr userDrawn="1"/>
            </p:nvSpPr>
            <p:spPr bwMode="auto">
              <a:xfrm>
                <a:off x="-4277" y="1632"/>
                <a:ext cx="57" cy="87"/>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8 h 116"/>
                  <a:gd name="T50" fmla="*/ 6 w 76"/>
                  <a:gd name="T51" fmla="*/ 39 h 116"/>
                  <a:gd name="T52" fmla="*/ 9 w 76"/>
                  <a:gd name="T53" fmla="*/ 19 h 116"/>
                  <a:gd name="T54" fmla="*/ 12 w 76"/>
                  <a:gd name="T55" fmla="*/ 12 h 116"/>
                  <a:gd name="T56" fmla="*/ 17 w 76"/>
                  <a:gd name="T57" fmla="*/ 10 h 116"/>
                  <a:gd name="T58" fmla="*/ 17 w 76"/>
                  <a:gd name="T59" fmla="*/ 10 h 116"/>
                  <a:gd name="T60" fmla="*/ 60 w 76"/>
                  <a:gd name="T61" fmla="*/ 6 h 116"/>
                  <a:gd name="T62" fmla="*/ 60 w 76"/>
                  <a:gd name="T63" fmla="*/ 6 h 116"/>
                  <a:gd name="T64" fmla="*/ 60 w 76"/>
                  <a:gd name="T65" fmla="*/ 6 h 116"/>
                  <a:gd name="T66" fmla="*/ 60 w 76"/>
                  <a:gd name="T67" fmla="*/ 6 h 116"/>
                  <a:gd name="T68" fmla="*/ 60 w 76"/>
                  <a:gd name="T69" fmla="*/ 5 h 116"/>
                  <a:gd name="T70" fmla="*/ 60 w 76"/>
                  <a:gd name="T71" fmla="*/ 5 h 116"/>
                  <a:gd name="T72" fmla="*/ 60 w 76"/>
                  <a:gd name="T73" fmla="*/ 0 h 116"/>
                  <a:gd name="T74" fmla="*/ 60 w 76"/>
                  <a:gd name="T75" fmla="*/ 0 h 116"/>
                  <a:gd name="T76" fmla="*/ 60 w 76"/>
                  <a:gd name="T77" fmla="*/ 0 h 116"/>
                  <a:gd name="T78" fmla="*/ 16 w 76"/>
                  <a:gd name="T79" fmla="*/ 4 h 116"/>
                  <a:gd name="T80" fmla="*/ 8 w 76"/>
                  <a:gd name="T81" fmla="*/ 8 h 116"/>
                  <a:gd name="T82" fmla="*/ 2 w 76"/>
                  <a:gd name="T83" fmla="*/ 22 h 116"/>
                  <a:gd name="T84" fmla="*/ 0 w 76"/>
                  <a:gd name="T85" fmla="*/ 39 h 116"/>
                  <a:gd name="T86" fmla="*/ 2 w 76"/>
                  <a:gd name="T87" fmla="*/ 61 h 116"/>
                  <a:gd name="T88" fmla="*/ 9 w 76"/>
                  <a:gd name="T89" fmla="*/ 81 h 116"/>
                  <a:gd name="T90" fmla="*/ 15 w 76"/>
                  <a:gd name="T91" fmla="*/ 88 h 116"/>
                  <a:gd name="T92" fmla="*/ 16 w 76"/>
                  <a:gd name="T93" fmla="*/ 88 h 116"/>
                  <a:gd name="T94" fmla="*/ 38 w 76"/>
                  <a:gd name="T95" fmla="*/ 90 h 116"/>
                  <a:gd name="T96" fmla="*/ 26 w 76"/>
                  <a:gd name="T97" fmla="*/ 116 h 116"/>
                  <a:gd name="T98" fmla="*/ 56 w 76"/>
                  <a:gd name="T99" fmla="*/ 90 h 116"/>
                  <a:gd name="T100" fmla="*/ 72 w 76"/>
                  <a:gd name="T101" fmla="*/ 85 h 116"/>
                  <a:gd name="T102" fmla="*/ 75 w 76"/>
                  <a:gd name="T103" fmla="*/ 81 h 116"/>
                  <a:gd name="T104" fmla="*/ 76 w 76"/>
                  <a:gd name="T105" fmla="*/ 77 h 116"/>
                  <a:gd name="T106" fmla="*/ 76 w 76"/>
                  <a:gd name="T107" fmla="*/ 76 h 116"/>
                  <a:gd name="T108" fmla="*/ 76 w 76"/>
                  <a:gd name="T109" fmla="*/ 28 h 116"/>
                  <a:gd name="T110" fmla="*/ 69 w 76"/>
                  <a:gd name="T111" fmla="*/ 4 h 116"/>
                  <a:gd name="T112" fmla="*/ 63 w 76"/>
                  <a:gd name="T113" fmla="*/ 1 h 116"/>
                  <a:gd name="T114" fmla="*/ 60 w 76"/>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7" name="Freeform 700">
                <a:extLst>
                  <a:ext uri="{FF2B5EF4-FFF2-40B4-BE49-F238E27FC236}">
                    <a16:creationId xmlns:a16="http://schemas.microsoft.com/office/drawing/2014/main" id="{ECCFE9BE-05EB-48D8-962F-539490ED8C4C}"/>
                  </a:ext>
                </a:extLst>
              </p:cNvPr>
              <p:cNvSpPr>
                <a:spLocks noEditPoints="1"/>
              </p:cNvSpPr>
              <p:nvPr userDrawn="1"/>
            </p:nvSpPr>
            <p:spPr bwMode="auto">
              <a:xfrm>
                <a:off x="-4489" y="1644"/>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5 h 116"/>
                  <a:gd name="T64" fmla="*/ 59 w 76"/>
                  <a:gd name="T65" fmla="*/ 5 h 116"/>
                  <a:gd name="T66" fmla="*/ 59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8 w 76"/>
                  <a:gd name="T83" fmla="*/ 82 h 116"/>
                  <a:gd name="T84" fmla="*/ 15 w 76"/>
                  <a:gd name="T85" fmla="*/ 88 h 116"/>
                  <a:gd name="T86" fmla="*/ 15 w 76"/>
                  <a:gd name="T87" fmla="*/ 89 h 116"/>
                  <a:gd name="T88" fmla="*/ 37 w 76"/>
                  <a:gd name="T89" fmla="*/ 90 h 116"/>
                  <a:gd name="T90" fmla="*/ 25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59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8" name="Freeform 701">
                <a:extLst>
                  <a:ext uri="{FF2B5EF4-FFF2-40B4-BE49-F238E27FC236}">
                    <a16:creationId xmlns:a16="http://schemas.microsoft.com/office/drawing/2014/main" id="{530E0E19-F998-4D18-AF9B-719A6AC4C930}"/>
                  </a:ext>
                </a:extLst>
              </p:cNvPr>
              <p:cNvSpPr>
                <a:spLocks noEditPoints="1"/>
              </p:cNvSpPr>
              <p:nvPr userDrawn="1"/>
            </p:nvSpPr>
            <p:spPr bwMode="auto">
              <a:xfrm>
                <a:off x="-4735" y="1742"/>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5 w 76"/>
                  <a:gd name="T73" fmla="*/ 88 h 116"/>
                  <a:gd name="T74" fmla="*/ 15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9" name="Freeform 702">
                <a:extLst>
                  <a:ext uri="{FF2B5EF4-FFF2-40B4-BE49-F238E27FC236}">
                    <a16:creationId xmlns:a16="http://schemas.microsoft.com/office/drawing/2014/main" id="{94FEF575-1905-414C-B5F6-EF4DA1EEB661}"/>
                  </a:ext>
                </a:extLst>
              </p:cNvPr>
              <p:cNvSpPr>
                <a:spLocks noEditPoints="1"/>
              </p:cNvSpPr>
              <p:nvPr userDrawn="1"/>
            </p:nvSpPr>
            <p:spPr bwMode="auto">
              <a:xfrm>
                <a:off x="-4515" y="1871"/>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0" name="Freeform 703">
                <a:extLst>
                  <a:ext uri="{FF2B5EF4-FFF2-40B4-BE49-F238E27FC236}">
                    <a16:creationId xmlns:a16="http://schemas.microsoft.com/office/drawing/2014/main" id="{46DD04C5-D508-449B-B030-76DEDFD0D8CD}"/>
                  </a:ext>
                </a:extLst>
              </p:cNvPr>
              <p:cNvSpPr>
                <a:spLocks noEditPoints="1"/>
              </p:cNvSpPr>
              <p:nvPr userDrawn="1"/>
            </p:nvSpPr>
            <p:spPr bwMode="auto">
              <a:xfrm>
                <a:off x="-4920" y="1842"/>
                <a:ext cx="125" cy="185"/>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1" name="Freeform 704">
                <a:extLst>
                  <a:ext uri="{FF2B5EF4-FFF2-40B4-BE49-F238E27FC236}">
                    <a16:creationId xmlns:a16="http://schemas.microsoft.com/office/drawing/2014/main" id="{6936E763-20EB-493E-B2A1-2EF3AFA3FED0}"/>
                  </a:ext>
                </a:extLst>
              </p:cNvPr>
              <p:cNvSpPr>
                <a:spLocks noEditPoints="1"/>
              </p:cNvSpPr>
              <p:nvPr userDrawn="1"/>
            </p:nvSpPr>
            <p:spPr bwMode="auto">
              <a:xfrm>
                <a:off x="-4490" y="1938"/>
                <a:ext cx="183" cy="73"/>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3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2" name="Freeform 705">
                <a:extLst>
                  <a:ext uri="{FF2B5EF4-FFF2-40B4-BE49-F238E27FC236}">
                    <a16:creationId xmlns:a16="http://schemas.microsoft.com/office/drawing/2014/main" id="{FC1FCAAE-B00E-4036-A501-F8A9003A386A}"/>
                  </a:ext>
                </a:extLst>
              </p:cNvPr>
              <p:cNvSpPr>
                <a:spLocks noEditPoints="1"/>
              </p:cNvSpPr>
              <p:nvPr userDrawn="1"/>
            </p:nvSpPr>
            <p:spPr bwMode="auto">
              <a:xfrm>
                <a:off x="-3988" y="1628"/>
                <a:ext cx="150" cy="59"/>
              </a:xfrm>
              <a:custGeom>
                <a:avLst/>
                <a:gdLst>
                  <a:gd name="T0" fmla="*/ 142 w 199"/>
                  <a:gd name="T1" fmla="*/ 57 h 79"/>
                  <a:gd name="T2" fmla="*/ 142 w 199"/>
                  <a:gd name="T3" fmla="*/ 57 h 79"/>
                  <a:gd name="T4" fmla="*/ 19 w 199"/>
                  <a:gd name="T5" fmla="*/ 10 h 79"/>
                  <a:gd name="T6" fmla="*/ 71 w 199"/>
                  <a:gd name="T7" fmla="*/ 6 h 79"/>
                  <a:gd name="T8" fmla="*/ 134 w 199"/>
                  <a:gd name="T9" fmla="*/ 17 h 79"/>
                  <a:gd name="T10" fmla="*/ 137 w 199"/>
                  <a:gd name="T11" fmla="*/ 19 h 79"/>
                  <a:gd name="T12" fmla="*/ 138 w 199"/>
                  <a:gd name="T13" fmla="*/ 35 h 79"/>
                  <a:gd name="T14" fmla="*/ 137 w 199"/>
                  <a:gd name="T15" fmla="*/ 38 h 79"/>
                  <a:gd name="T16" fmla="*/ 137 w 199"/>
                  <a:gd name="T17" fmla="*/ 38 h 79"/>
                  <a:gd name="T18" fmla="*/ 137 w 199"/>
                  <a:gd name="T19" fmla="*/ 38 h 79"/>
                  <a:gd name="T20" fmla="*/ 134 w 199"/>
                  <a:gd name="T21" fmla="*/ 58 h 79"/>
                  <a:gd name="T22" fmla="*/ 141 w 199"/>
                  <a:gd name="T23" fmla="*/ 63 h 79"/>
                  <a:gd name="T24" fmla="*/ 161 w 199"/>
                  <a:gd name="T25" fmla="*/ 64 h 79"/>
                  <a:gd name="T26" fmla="*/ 78 w 199"/>
                  <a:gd name="T27" fmla="*/ 73 h 79"/>
                  <a:gd name="T28" fmla="*/ 75 w 199"/>
                  <a:gd name="T29" fmla="*/ 73 h 79"/>
                  <a:gd name="T30" fmla="*/ 75 w 199"/>
                  <a:gd name="T31" fmla="*/ 73 h 79"/>
                  <a:gd name="T32" fmla="*/ 21 w 199"/>
                  <a:gd name="T33" fmla="*/ 64 h 79"/>
                  <a:gd name="T34" fmla="*/ 10 w 199"/>
                  <a:gd name="T35" fmla="*/ 56 h 79"/>
                  <a:gd name="T36" fmla="*/ 6 w 199"/>
                  <a:gd name="T37" fmla="*/ 35 h 79"/>
                  <a:gd name="T38" fmla="*/ 18 w 199"/>
                  <a:gd name="T39" fmla="*/ 12 h 79"/>
                  <a:gd name="T40" fmla="*/ 20 w 199"/>
                  <a:gd name="T41" fmla="*/ 11 h 79"/>
                  <a:gd name="T42" fmla="*/ 71 w 199"/>
                  <a:gd name="T43" fmla="*/ 0 h 79"/>
                  <a:gd name="T44" fmla="*/ 18 w 199"/>
                  <a:gd name="T45" fmla="*/ 5 h 79"/>
                  <a:gd name="T46" fmla="*/ 9 w 199"/>
                  <a:gd name="T47" fmla="*/ 11 h 79"/>
                  <a:gd name="T48" fmla="*/ 4 w 199"/>
                  <a:gd name="T49" fmla="*/ 58 h 79"/>
                  <a:gd name="T50" fmla="*/ 5 w 199"/>
                  <a:gd name="T51" fmla="*/ 59 h 79"/>
                  <a:gd name="T52" fmla="*/ 71 w 199"/>
                  <a:gd name="T53" fmla="*/ 79 h 79"/>
                  <a:gd name="T54" fmla="*/ 75 w 199"/>
                  <a:gd name="T55" fmla="*/ 79 h 79"/>
                  <a:gd name="T56" fmla="*/ 182 w 199"/>
                  <a:gd name="T57" fmla="*/ 64 h 79"/>
                  <a:gd name="T58" fmla="*/ 142 w 199"/>
                  <a:gd name="T59" fmla="*/ 57 h 79"/>
                  <a:gd name="T60" fmla="*/ 139 w 199"/>
                  <a:gd name="T61" fmla="*/ 55 h 79"/>
                  <a:gd name="T62" fmla="*/ 142 w 199"/>
                  <a:gd name="T63" fmla="*/ 41 h 79"/>
                  <a:gd name="T64" fmla="*/ 146 w 199"/>
                  <a:gd name="T65" fmla="*/ 27 h 79"/>
                  <a:gd name="T66" fmla="*/ 141 w 199"/>
                  <a:gd name="T67" fmla="*/ 14 h 79"/>
                  <a:gd name="T68" fmla="*/ 139 w 199"/>
                  <a:gd name="T69" fmla="*/ 17 h 79"/>
                  <a:gd name="T70" fmla="*/ 139 w 199"/>
                  <a:gd name="T71" fmla="*/ 17 h 79"/>
                  <a:gd name="T72" fmla="*/ 71 w 199"/>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79">
                    <a:moveTo>
                      <a:pt x="142" y="57"/>
                    </a:moveTo>
                    <a:cubicBezTo>
                      <a:pt x="142" y="57"/>
                      <a:pt x="142" y="57"/>
                      <a:pt x="142" y="57"/>
                    </a:cubicBezTo>
                    <a:cubicBezTo>
                      <a:pt x="142" y="57"/>
                      <a:pt x="142" y="57"/>
                      <a:pt x="142" y="57"/>
                    </a:cubicBezTo>
                    <a:cubicBezTo>
                      <a:pt x="142" y="57"/>
                      <a:pt x="142" y="57"/>
                      <a:pt x="142" y="57"/>
                    </a:cubicBezTo>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3" name="Freeform 706">
                <a:extLst>
                  <a:ext uri="{FF2B5EF4-FFF2-40B4-BE49-F238E27FC236}">
                    <a16:creationId xmlns:a16="http://schemas.microsoft.com/office/drawing/2014/main" id="{80F56DFE-F971-4C56-85B3-D6A6C005D8FD}"/>
                  </a:ext>
                </a:extLst>
              </p:cNvPr>
              <p:cNvSpPr>
                <a:spLocks noEditPoints="1"/>
              </p:cNvSpPr>
              <p:nvPr userDrawn="1"/>
            </p:nvSpPr>
            <p:spPr bwMode="auto">
              <a:xfrm>
                <a:off x="-4769" y="1153"/>
                <a:ext cx="193" cy="78"/>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82 w 257"/>
                  <a:gd name="T17" fmla="*/ 51 h 104"/>
                  <a:gd name="T18" fmla="*/ 178 w 257"/>
                  <a:gd name="T19" fmla="*/ 76 h 104"/>
                  <a:gd name="T20" fmla="*/ 187 w 257"/>
                  <a:gd name="T21" fmla="*/ 83 h 104"/>
                  <a:gd name="T22" fmla="*/ 220 w 257"/>
                  <a:gd name="T23" fmla="*/ 83 h 104"/>
                  <a:gd name="T24" fmla="*/ 103 w 257"/>
                  <a:gd name="T25" fmla="*/ 98 h 104"/>
                  <a:gd name="T26" fmla="*/ 99 w 257"/>
                  <a:gd name="T27" fmla="*/ 97 h 104"/>
                  <a:gd name="T28" fmla="*/ 98 w 257"/>
                  <a:gd name="T29" fmla="*/ 97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7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8"/>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4" name="Freeform 707">
                <a:extLst>
                  <a:ext uri="{FF2B5EF4-FFF2-40B4-BE49-F238E27FC236}">
                    <a16:creationId xmlns:a16="http://schemas.microsoft.com/office/drawing/2014/main" id="{1D677ACA-377B-44AB-A6DD-FAA64D8E59C7}"/>
                  </a:ext>
                </a:extLst>
              </p:cNvPr>
              <p:cNvSpPr>
                <a:spLocks noEditPoints="1"/>
              </p:cNvSpPr>
              <p:nvPr userDrawn="1"/>
            </p:nvSpPr>
            <p:spPr bwMode="auto">
              <a:xfrm>
                <a:off x="-4935" y="1741"/>
                <a:ext cx="207" cy="84"/>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5" name="Freeform 708">
                <a:extLst>
                  <a:ext uri="{FF2B5EF4-FFF2-40B4-BE49-F238E27FC236}">
                    <a16:creationId xmlns:a16="http://schemas.microsoft.com/office/drawing/2014/main" id="{E2F3232A-4397-4992-A84B-B6F9250FDA2C}"/>
                  </a:ext>
                </a:extLst>
              </p:cNvPr>
              <p:cNvSpPr>
                <a:spLocks noEditPoints="1"/>
              </p:cNvSpPr>
              <p:nvPr userDrawn="1"/>
            </p:nvSpPr>
            <p:spPr bwMode="auto">
              <a:xfrm>
                <a:off x="-4537" y="1750"/>
                <a:ext cx="184" cy="121"/>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7 w 245"/>
                  <a:gd name="T29" fmla="*/ 126 h 161"/>
                  <a:gd name="T30" fmla="*/ 238 w 245"/>
                  <a:gd name="T31" fmla="*/ 126 h 161"/>
                  <a:gd name="T32" fmla="*/ 237 w 245"/>
                  <a:gd name="T33" fmla="*/ 127 h 161"/>
                  <a:gd name="T34" fmla="*/ 226 w 245"/>
                  <a:gd name="T35" fmla="*/ 133 h 161"/>
                  <a:gd name="T36" fmla="*/ 202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5 w 245"/>
                  <a:gd name="T53" fmla="*/ 141 h 161"/>
                  <a:gd name="T54" fmla="*/ 35 w 245"/>
                  <a:gd name="T55" fmla="*/ 141 h 161"/>
                  <a:gd name="T56" fmla="*/ 35 w 245"/>
                  <a:gd name="T57" fmla="*/ 141 h 161"/>
                  <a:gd name="T58" fmla="*/ 20 w 245"/>
                  <a:gd name="T59" fmla="*/ 131 h 161"/>
                  <a:gd name="T60" fmla="*/ 6 w 245"/>
                  <a:gd name="T61" fmla="*/ 95 h 161"/>
                  <a:gd name="T62" fmla="*/ 24 w 245"/>
                  <a:gd name="T63" fmla="*/ 37 h 161"/>
                  <a:gd name="T64" fmla="*/ 83 w 245"/>
                  <a:gd name="T65" fmla="*/ 0 h 161"/>
                  <a:gd name="T66" fmla="*/ 83 w 245"/>
                  <a:gd name="T67" fmla="*/ 0 h 161"/>
                  <a:gd name="T68" fmla="*/ 35 w 245"/>
                  <a:gd name="T69" fmla="*/ 17 h 161"/>
                  <a:gd name="T70" fmla="*/ 24 w 245"/>
                  <a:gd name="T71" fmla="*/ 27 h 161"/>
                  <a:gd name="T72" fmla="*/ 16 w 245"/>
                  <a:gd name="T73" fmla="*/ 40 h 161"/>
                  <a:gd name="T74" fmla="*/ 0 w 245"/>
                  <a:gd name="T75" fmla="*/ 95 h 161"/>
                  <a:gd name="T76" fmla="*/ 16 w 245"/>
                  <a:gd name="T77" fmla="*/ 136 h 161"/>
                  <a:gd name="T78" fmla="*/ 33 w 245"/>
                  <a:gd name="T79" fmla="*/ 147 h 161"/>
                  <a:gd name="T80" fmla="*/ 110 w 245"/>
                  <a:gd name="T81" fmla="*/ 161 h 161"/>
                  <a:gd name="T82" fmla="*/ 204 w 245"/>
                  <a:gd name="T83" fmla="*/ 147 h 161"/>
                  <a:gd name="T84" fmla="*/ 204 w 245"/>
                  <a:gd name="T85" fmla="*/ 147 h 161"/>
                  <a:gd name="T86" fmla="*/ 236 w 245"/>
                  <a:gd name="T87" fmla="*/ 135 h 161"/>
                  <a:gd name="T88" fmla="*/ 242 w 245"/>
                  <a:gd name="T89" fmla="*/ 130 h 161"/>
                  <a:gd name="T90" fmla="*/ 245 w 245"/>
                  <a:gd name="T91" fmla="*/ 125 h 161"/>
                  <a:gd name="T92" fmla="*/ 244 w 245"/>
                  <a:gd name="T93" fmla="*/ 123 h 161"/>
                  <a:gd name="T94" fmla="*/ 242 w 245"/>
                  <a:gd name="T95" fmla="*/ 121 h 161"/>
                  <a:gd name="T96" fmla="*/ 240 w 245"/>
                  <a:gd name="T97" fmla="*/ 121 h 161"/>
                  <a:gd name="T98" fmla="*/ 230 w 245"/>
                  <a:gd name="T99" fmla="*/ 120 h 161"/>
                  <a:gd name="T100" fmla="*/ 198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5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6" name="Freeform 709">
                <a:extLst>
                  <a:ext uri="{FF2B5EF4-FFF2-40B4-BE49-F238E27FC236}">
                    <a16:creationId xmlns:a16="http://schemas.microsoft.com/office/drawing/2014/main" id="{D4D1FB91-C763-449C-A2E7-D1064EF35387}"/>
                  </a:ext>
                </a:extLst>
              </p:cNvPr>
              <p:cNvSpPr>
                <a:spLocks/>
              </p:cNvSpPr>
              <p:nvPr userDrawn="1"/>
            </p:nvSpPr>
            <p:spPr bwMode="auto">
              <a:xfrm>
                <a:off x="-4525" y="1770"/>
                <a:ext cx="6" cy="10"/>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7" name="Freeform 710">
                <a:extLst>
                  <a:ext uri="{FF2B5EF4-FFF2-40B4-BE49-F238E27FC236}">
                    <a16:creationId xmlns:a16="http://schemas.microsoft.com/office/drawing/2014/main" id="{F645A193-9440-4863-B814-DD76E75DFF74}"/>
                  </a:ext>
                </a:extLst>
              </p:cNvPr>
              <p:cNvSpPr>
                <a:spLocks noEditPoints="1"/>
              </p:cNvSpPr>
              <p:nvPr userDrawn="1"/>
            </p:nvSpPr>
            <p:spPr bwMode="auto">
              <a:xfrm>
                <a:off x="-4352" y="1990"/>
                <a:ext cx="265" cy="174"/>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4"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8" name="Freeform 711">
                <a:extLst>
                  <a:ext uri="{FF2B5EF4-FFF2-40B4-BE49-F238E27FC236}">
                    <a16:creationId xmlns:a16="http://schemas.microsoft.com/office/drawing/2014/main" id="{41C86E36-847B-481E-8D4B-9BACDA55FF20}"/>
                  </a:ext>
                </a:extLst>
              </p:cNvPr>
              <p:cNvSpPr>
                <a:spLocks noEditPoints="1"/>
              </p:cNvSpPr>
              <p:nvPr userDrawn="1"/>
            </p:nvSpPr>
            <p:spPr bwMode="auto">
              <a:xfrm>
                <a:off x="-4181" y="1693"/>
                <a:ext cx="127" cy="100"/>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27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8 w 170"/>
                  <a:gd name="T45" fmla="*/ 7 h 133"/>
                  <a:gd name="T46" fmla="*/ 109 w 170"/>
                  <a:gd name="T47" fmla="*/ 0 h 133"/>
                  <a:gd name="T48" fmla="*/ 27 w 170"/>
                  <a:gd name="T49" fmla="*/ 1 h 133"/>
                  <a:gd name="T50" fmla="*/ 27 w 170"/>
                  <a:gd name="T51" fmla="*/ 1 h 133"/>
                  <a:gd name="T52" fmla="*/ 27 w 170"/>
                  <a:gd name="T53" fmla="*/ 1 h 133"/>
                  <a:gd name="T54" fmla="*/ 5 w 170"/>
                  <a:gd name="T55" fmla="*/ 14 h 133"/>
                  <a:gd name="T56" fmla="*/ 0 w 170"/>
                  <a:gd name="T57" fmla="*/ 32 h 133"/>
                  <a:gd name="T58" fmla="*/ 2 w 170"/>
                  <a:gd name="T59" fmla="*/ 45 h 133"/>
                  <a:gd name="T60" fmla="*/ 24 w 170"/>
                  <a:gd name="T61" fmla="*/ 86 h 133"/>
                  <a:gd name="T62" fmla="*/ 38 w 170"/>
                  <a:gd name="T63" fmla="*/ 92 h 133"/>
                  <a:gd name="T64" fmla="*/ 43 w 170"/>
                  <a:gd name="T65" fmla="*/ 133 h 133"/>
                  <a:gd name="T66" fmla="*/ 56 w 170"/>
                  <a:gd name="T67" fmla="*/ 93 h 133"/>
                  <a:gd name="T68" fmla="*/ 126 w 170"/>
                  <a:gd name="T69" fmla="*/ 93 h 133"/>
                  <a:gd name="T70" fmla="*/ 127 w 170"/>
                  <a:gd name="T71" fmla="*/ 93 h 133"/>
                  <a:gd name="T72" fmla="*/ 161 w 170"/>
                  <a:gd name="T73" fmla="*/ 67 h 133"/>
                  <a:gd name="T74" fmla="*/ 170 w 170"/>
                  <a:gd name="T75" fmla="*/ 41 h 133"/>
                  <a:gd name="T76" fmla="*/ 160 w 170"/>
                  <a:gd name="T77" fmla="*/ 14 h 133"/>
                  <a:gd name="T78" fmla="*/ 152 w 170"/>
                  <a:gd name="T79" fmla="*/ 5 h 133"/>
                  <a:gd name="T80" fmla="*/ 145 w 170"/>
                  <a:gd name="T81" fmla="*/ 1 h 133"/>
                  <a:gd name="T82" fmla="*/ 140 w 170"/>
                  <a:gd name="T83" fmla="*/ 0 h 133"/>
                  <a:gd name="T84" fmla="*/ 109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9" name="Freeform 712">
                <a:extLst>
                  <a:ext uri="{FF2B5EF4-FFF2-40B4-BE49-F238E27FC236}">
                    <a16:creationId xmlns:a16="http://schemas.microsoft.com/office/drawing/2014/main" id="{0513F49F-697C-4705-8E2C-5753761134FE}"/>
                  </a:ext>
                </a:extLst>
              </p:cNvPr>
              <p:cNvSpPr>
                <a:spLocks noEditPoints="1"/>
              </p:cNvSpPr>
              <p:nvPr userDrawn="1"/>
            </p:nvSpPr>
            <p:spPr bwMode="auto">
              <a:xfrm>
                <a:off x="-3697" y="1878"/>
                <a:ext cx="127" cy="99"/>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40 w 169"/>
                  <a:gd name="T31" fmla="*/ 87 h 132"/>
                  <a:gd name="T32" fmla="*/ 26 w 169"/>
                  <a:gd name="T33" fmla="*/ 82 h 132"/>
                  <a:gd name="T34" fmla="*/ 8 w 169"/>
                  <a:gd name="T35" fmla="*/ 45 h 132"/>
                  <a:gd name="T36" fmla="*/ 7 w 169"/>
                  <a:gd name="T37" fmla="*/ 45 h 132"/>
                  <a:gd name="T38" fmla="*/ 7 w 169"/>
                  <a:gd name="T39" fmla="*/ 44 h 132"/>
                  <a:gd name="T40" fmla="*/ 7 w 169"/>
                  <a:gd name="T41" fmla="*/ 44 h 132"/>
                  <a:gd name="T42" fmla="*/ 6 w 169"/>
                  <a:gd name="T43" fmla="*/ 33 h 132"/>
                  <a:gd name="T44" fmla="*/ 10 w 169"/>
                  <a:gd name="T45" fmla="*/ 18 h 132"/>
                  <a:gd name="T46" fmla="*/ 27 w 169"/>
                  <a:gd name="T47" fmla="*/ 7 h 132"/>
                  <a:gd name="T48" fmla="*/ 108 w 169"/>
                  <a:gd name="T49" fmla="*/ 0 h 132"/>
                  <a:gd name="T50" fmla="*/ 27 w 169"/>
                  <a:gd name="T51" fmla="*/ 1 h 132"/>
                  <a:gd name="T52" fmla="*/ 26 w 169"/>
                  <a:gd name="T53" fmla="*/ 1 h 132"/>
                  <a:gd name="T54" fmla="*/ 26 w 169"/>
                  <a:gd name="T55" fmla="*/ 2 h 132"/>
                  <a:gd name="T56" fmla="*/ 5 w 169"/>
                  <a:gd name="T57" fmla="*/ 15 h 132"/>
                  <a:gd name="T58" fmla="*/ 0 w 169"/>
                  <a:gd name="T59" fmla="*/ 33 h 132"/>
                  <a:gd name="T60" fmla="*/ 2 w 169"/>
                  <a:gd name="T61" fmla="*/ 46 h 132"/>
                  <a:gd name="T62" fmla="*/ 23 w 169"/>
                  <a:gd name="T63" fmla="*/ 87 h 132"/>
                  <a:gd name="T64" fmla="*/ 37 w 169"/>
                  <a:gd name="T65" fmla="*/ 93 h 132"/>
                  <a:gd name="T66" fmla="*/ 42 w 169"/>
                  <a:gd name="T67" fmla="*/ 132 h 132"/>
                  <a:gd name="T68" fmla="*/ 43 w 169"/>
                  <a:gd name="T69" fmla="*/ 132 h 132"/>
                  <a:gd name="T70" fmla="*/ 55 w 169"/>
                  <a:gd name="T71" fmla="*/ 94 h 132"/>
                  <a:gd name="T72" fmla="*/ 125 w 169"/>
                  <a:gd name="T73" fmla="*/ 94 h 132"/>
                  <a:gd name="T74" fmla="*/ 126 w 169"/>
                  <a:gd name="T75" fmla="*/ 94 h 132"/>
                  <a:gd name="T76" fmla="*/ 160 w 169"/>
                  <a:gd name="T77" fmla="*/ 68 h 132"/>
                  <a:gd name="T78" fmla="*/ 169 w 169"/>
                  <a:gd name="T79" fmla="*/ 42 h 132"/>
                  <a:gd name="T80" fmla="*/ 161 w 169"/>
                  <a:gd name="T81" fmla="*/ 17 h 132"/>
                  <a:gd name="T82" fmla="*/ 161 w 169"/>
                  <a:gd name="T83" fmla="*/ 17 h 132"/>
                  <a:gd name="T84" fmla="*/ 160 w 169"/>
                  <a:gd name="T85" fmla="*/ 15 h 132"/>
                  <a:gd name="T86" fmla="*/ 160 w 169"/>
                  <a:gd name="T87" fmla="*/ 14 h 132"/>
                  <a:gd name="T88" fmla="*/ 159 w 169"/>
                  <a:gd name="T89" fmla="*/ 14 h 132"/>
                  <a:gd name="T90" fmla="*/ 151 w 169"/>
                  <a:gd name="T91" fmla="*/ 6 h 132"/>
                  <a:gd name="T92" fmla="*/ 144 w 169"/>
                  <a:gd name="T93" fmla="*/ 2 h 132"/>
                  <a:gd name="T94" fmla="*/ 139 w 169"/>
                  <a:gd name="T95" fmla="*/ 1 h 132"/>
                  <a:gd name="T96" fmla="*/ 108 w 169"/>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0" name="Freeform 713">
                <a:extLst>
                  <a:ext uri="{FF2B5EF4-FFF2-40B4-BE49-F238E27FC236}">
                    <a16:creationId xmlns:a16="http://schemas.microsoft.com/office/drawing/2014/main" id="{D0F7743D-AEB4-47FB-BD86-8E2F36908EC6}"/>
                  </a:ext>
                </a:extLst>
              </p:cNvPr>
              <p:cNvSpPr>
                <a:spLocks/>
              </p:cNvSpPr>
              <p:nvPr userDrawn="1"/>
            </p:nvSpPr>
            <p:spPr bwMode="auto">
              <a:xfrm>
                <a:off x="-3665" y="1977"/>
                <a:ext cx="1"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1" name="Freeform 714">
                <a:extLst>
                  <a:ext uri="{FF2B5EF4-FFF2-40B4-BE49-F238E27FC236}">
                    <a16:creationId xmlns:a16="http://schemas.microsoft.com/office/drawing/2014/main" id="{92851F26-96E3-4DA2-A7E1-FB315BF6E76E}"/>
                  </a:ext>
                </a:extLst>
              </p:cNvPr>
              <p:cNvSpPr>
                <a:spLocks noEditPoints="1"/>
              </p:cNvSpPr>
              <p:nvPr userDrawn="1"/>
            </p:nvSpPr>
            <p:spPr bwMode="auto">
              <a:xfrm>
                <a:off x="-4319" y="1265"/>
                <a:ext cx="141" cy="122"/>
              </a:xfrm>
              <a:custGeom>
                <a:avLst/>
                <a:gdLst>
                  <a:gd name="T0" fmla="*/ 94 w 188"/>
                  <a:gd name="T1" fmla="*/ 22 h 162"/>
                  <a:gd name="T2" fmla="*/ 94 w 188"/>
                  <a:gd name="T3" fmla="*/ 22 h 162"/>
                  <a:gd name="T4" fmla="*/ 70 w 188"/>
                  <a:gd name="T5" fmla="*/ 11 h 162"/>
                  <a:gd name="T6" fmla="*/ 78 w 188"/>
                  <a:gd name="T7" fmla="*/ 6 h 162"/>
                  <a:gd name="T8" fmla="*/ 89 w 188"/>
                  <a:gd name="T9" fmla="*/ 23 h 162"/>
                  <a:gd name="T10" fmla="*/ 94 w 188"/>
                  <a:gd name="T11" fmla="*/ 25 h 162"/>
                  <a:gd name="T12" fmla="*/ 124 w 188"/>
                  <a:gd name="T13" fmla="*/ 11 h 162"/>
                  <a:gd name="T14" fmla="*/ 158 w 188"/>
                  <a:gd name="T15" fmla="*/ 36 h 162"/>
                  <a:gd name="T16" fmla="*/ 157 w 188"/>
                  <a:gd name="T17" fmla="*/ 60 h 162"/>
                  <a:gd name="T18" fmla="*/ 174 w 188"/>
                  <a:gd name="T19" fmla="*/ 64 h 162"/>
                  <a:gd name="T20" fmla="*/ 182 w 188"/>
                  <a:gd name="T21" fmla="*/ 75 h 162"/>
                  <a:gd name="T22" fmla="*/ 173 w 188"/>
                  <a:gd name="T23" fmla="*/ 93 h 162"/>
                  <a:gd name="T24" fmla="*/ 160 w 188"/>
                  <a:gd name="T25" fmla="*/ 127 h 162"/>
                  <a:gd name="T26" fmla="*/ 142 w 188"/>
                  <a:gd name="T27" fmla="*/ 112 h 162"/>
                  <a:gd name="T28" fmla="*/ 139 w 188"/>
                  <a:gd name="T29" fmla="*/ 133 h 162"/>
                  <a:gd name="T30" fmla="*/ 123 w 188"/>
                  <a:gd name="T31" fmla="*/ 140 h 162"/>
                  <a:gd name="T32" fmla="*/ 111 w 188"/>
                  <a:gd name="T33" fmla="*/ 132 h 162"/>
                  <a:gd name="T34" fmla="*/ 98 w 188"/>
                  <a:gd name="T35" fmla="*/ 135 h 162"/>
                  <a:gd name="T36" fmla="*/ 75 w 188"/>
                  <a:gd name="T37" fmla="*/ 148 h 162"/>
                  <a:gd name="T38" fmla="*/ 44 w 188"/>
                  <a:gd name="T39" fmla="*/ 119 h 162"/>
                  <a:gd name="T40" fmla="*/ 29 w 188"/>
                  <a:gd name="T41" fmla="*/ 111 h 162"/>
                  <a:gd name="T42" fmla="*/ 8 w 188"/>
                  <a:gd name="T43" fmla="*/ 105 h 162"/>
                  <a:gd name="T44" fmla="*/ 15 w 188"/>
                  <a:gd name="T45" fmla="*/ 86 h 162"/>
                  <a:gd name="T46" fmla="*/ 19 w 188"/>
                  <a:gd name="T47" fmla="*/ 57 h 162"/>
                  <a:gd name="T48" fmla="*/ 36 w 188"/>
                  <a:gd name="T49" fmla="*/ 26 h 162"/>
                  <a:gd name="T50" fmla="*/ 62 w 188"/>
                  <a:gd name="T51" fmla="*/ 28 h 162"/>
                  <a:gd name="T52" fmla="*/ 67 w 188"/>
                  <a:gd name="T53" fmla="*/ 15 h 162"/>
                  <a:gd name="T54" fmla="*/ 71 w 188"/>
                  <a:gd name="T55" fmla="*/ 3 h 162"/>
                  <a:gd name="T56" fmla="*/ 60 w 188"/>
                  <a:gd name="T57" fmla="*/ 14 h 162"/>
                  <a:gd name="T58" fmla="*/ 61 w 188"/>
                  <a:gd name="T59" fmla="*/ 21 h 162"/>
                  <a:gd name="T60" fmla="*/ 54 w 188"/>
                  <a:gd name="T61" fmla="*/ 24 h 162"/>
                  <a:gd name="T62" fmla="*/ 38 w 188"/>
                  <a:gd name="T63" fmla="*/ 21 h 162"/>
                  <a:gd name="T64" fmla="*/ 36 w 188"/>
                  <a:gd name="T65" fmla="*/ 20 h 162"/>
                  <a:gd name="T66" fmla="*/ 12 w 188"/>
                  <a:gd name="T67" fmla="*/ 48 h 162"/>
                  <a:gd name="T68" fmla="*/ 14 w 188"/>
                  <a:gd name="T69" fmla="*/ 60 h 162"/>
                  <a:gd name="T70" fmla="*/ 9 w 188"/>
                  <a:gd name="T71" fmla="*/ 82 h 162"/>
                  <a:gd name="T72" fmla="*/ 5 w 188"/>
                  <a:gd name="T73" fmla="*/ 83 h 162"/>
                  <a:gd name="T74" fmla="*/ 2 w 188"/>
                  <a:gd name="T75" fmla="*/ 85 h 162"/>
                  <a:gd name="T76" fmla="*/ 14 w 188"/>
                  <a:gd name="T77" fmla="*/ 117 h 162"/>
                  <a:gd name="T78" fmla="*/ 21 w 188"/>
                  <a:gd name="T79" fmla="*/ 118 h 162"/>
                  <a:gd name="T80" fmla="*/ 40 w 188"/>
                  <a:gd name="T81" fmla="*/ 125 h 162"/>
                  <a:gd name="T82" fmla="*/ 41 w 188"/>
                  <a:gd name="T83" fmla="*/ 138 h 162"/>
                  <a:gd name="T84" fmla="*/ 41 w 188"/>
                  <a:gd name="T85" fmla="*/ 140 h 162"/>
                  <a:gd name="T86" fmla="*/ 75 w 188"/>
                  <a:gd name="T87" fmla="*/ 154 h 162"/>
                  <a:gd name="T88" fmla="*/ 94 w 188"/>
                  <a:gd name="T89" fmla="*/ 150 h 162"/>
                  <a:gd name="T90" fmla="*/ 108 w 188"/>
                  <a:gd name="T91" fmla="*/ 137 h 162"/>
                  <a:gd name="T92" fmla="*/ 110 w 188"/>
                  <a:gd name="T93" fmla="*/ 140 h 162"/>
                  <a:gd name="T94" fmla="*/ 111 w 188"/>
                  <a:gd name="T95" fmla="*/ 141 h 162"/>
                  <a:gd name="T96" fmla="*/ 138 w 188"/>
                  <a:gd name="T97" fmla="*/ 141 h 162"/>
                  <a:gd name="T98" fmla="*/ 145 w 188"/>
                  <a:gd name="T99" fmla="*/ 134 h 162"/>
                  <a:gd name="T100" fmla="*/ 173 w 188"/>
                  <a:gd name="T101" fmla="*/ 155 h 162"/>
                  <a:gd name="T102" fmla="*/ 182 w 188"/>
                  <a:gd name="T103" fmla="*/ 162 h 162"/>
                  <a:gd name="T104" fmla="*/ 187 w 188"/>
                  <a:gd name="T105" fmla="*/ 162 h 162"/>
                  <a:gd name="T106" fmla="*/ 187 w 188"/>
                  <a:gd name="T107" fmla="*/ 158 h 162"/>
                  <a:gd name="T108" fmla="*/ 165 w 188"/>
                  <a:gd name="T109" fmla="*/ 124 h 162"/>
                  <a:gd name="T110" fmla="*/ 173 w 188"/>
                  <a:gd name="T111" fmla="*/ 99 h 162"/>
                  <a:gd name="T112" fmla="*/ 188 w 188"/>
                  <a:gd name="T113" fmla="*/ 75 h 162"/>
                  <a:gd name="T114" fmla="*/ 175 w 188"/>
                  <a:gd name="T115" fmla="*/ 58 h 162"/>
                  <a:gd name="T116" fmla="*/ 170 w 188"/>
                  <a:gd name="T117" fmla="*/ 58 h 162"/>
                  <a:gd name="T118" fmla="*/ 161 w 188"/>
                  <a:gd name="T119" fmla="*/ 45 h 162"/>
                  <a:gd name="T120" fmla="*/ 138 w 188"/>
                  <a:gd name="T121" fmla="*/ 7 h 162"/>
                  <a:gd name="T122" fmla="*/ 99 w 188"/>
                  <a:gd name="T123" fmla="*/ 13 h 162"/>
                  <a:gd name="T124" fmla="*/ 83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9"/>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4"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2" name="Freeform 715">
                <a:extLst>
                  <a:ext uri="{FF2B5EF4-FFF2-40B4-BE49-F238E27FC236}">
                    <a16:creationId xmlns:a16="http://schemas.microsoft.com/office/drawing/2014/main" id="{C3C67F5F-4612-40DE-877A-A11861794BC8}"/>
                  </a:ext>
                </a:extLst>
              </p:cNvPr>
              <p:cNvSpPr>
                <a:spLocks noEditPoints="1"/>
              </p:cNvSpPr>
              <p:nvPr userDrawn="1"/>
            </p:nvSpPr>
            <p:spPr bwMode="auto">
              <a:xfrm>
                <a:off x="-3965" y="1286"/>
                <a:ext cx="141" cy="122"/>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6 w 188"/>
                  <a:gd name="T93" fmla="*/ 139 h 162"/>
                  <a:gd name="T94" fmla="*/ 96 w 188"/>
                  <a:gd name="T95" fmla="*/ 151 h 162"/>
                  <a:gd name="T96" fmla="*/ 147 w 188"/>
                  <a:gd name="T97" fmla="*/ 141 h 162"/>
                  <a:gd name="T98" fmla="*/ 147 w 188"/>
                  <a:gd name="T99" fmla="*/ 138 h 162"/>
                  <a:gd name="T100" fmla="*/ 153 w 188"/>
                  <a:gd name="T101" fmla="*/ 118 h 162"/>
                  <a:gd name="T102" fmla="*/ 168 w 188"/>
                  <a:gd name="T103" fmla="*/ 118 h 162"/>
                  <a:gd name="T104" fmla="*/ 185 w 188"/>
                  <a:gd name="T105" fmla="*/ 108 h 162"/>
                  <a:gd name="T106" fmla="*/ 186 w 188"/>
                  <a:gd name="T107" fmla="*/ 84 h 162"/>
                  <a:gd name="T108" fmla="*/ 176 w 188"/>
                  <a:gd name="T109" fmla="*/ 80 h 162"/>
                  <a:gd name="T110" fmla="*/ 175 w 188"/>
                  <a:gd name="T111" fmla="*/ 59 h 162"/>
                  <a:gd name="T112" fmla="*/ 177 w 188"/>
                  <a:gd name="T113" fmla="*/ 48 h 162"/>
                  <a:gd name="T114" fmla="*/ 153 w 188"/>
                  <a:gd name="T115" fmla="*/ 20 h 162"/>
                  <a:gd name="T116" fmla="*/ 135 w 188"/>
                  <a:gd name="T117" fmla="*/ 23 h 162"/>
                  <a:gd name="T118" fmla="*/ 129 w 188"/>
                  <a:gd name="T119" fmla="*/ 22 h 162"/>
                  <a:gd name="T120" fmla="*/ 128 w 188"/>
                  <a:gd name="T121" fmla="*/ 15 h 162"/>
                  <a:gd name="T122" fmla="*/ 123 w 188"/>
                  <a:gd name="T123" fmla="*/ 7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3" name="Freeform 716">
                <a:extLst>
                  <a:ext uri="{FF2B5EF4-FFF2-40B4-BE49-F238E27FC236}">
                    <a16:creationId xmlns:a16="http://schemas.microsoft.com/office/drawing/2014/main" id="{427F6F8E-32FA-4529-949A-290C48AFBDCF}"/>
                  </a:ext>
                </a:extLst>
              </p:cNvPr>
              <p:cNvSpPr>
                <a:spLocks noEditPoints="1"/>
              </p:cNvSpPr>
              <p:nvPr userDrawn="1"/>
            </p:nvSpPr>
            <p:spPr bwMode="auto">
              <a:xfrm>
                <a:off x="-4249" y="1834"/>
                <a:ext cx="141" cy="121"/>
              </a:xfrm>
              <a:custGeom>
                <a:avLst/>
                <a:gdLst>
                  <a:gd name="T0" fmla="*/ 168 w 188"/>
                  <a:gd name="T1" fmla="*/ 112 h 162"/>
                  <a:gd name="T2" fmla="*/ 109 w 188"/>
                  <a:gd name="T3" fmla="*/ 6 h 162"/>
                  <a:gd name="T4" fmla="*/ 120 w 188"/>
                  <a:gd name="T5" fmla="*/ 12 h 162"/>
                  <a:gd name="T6" fmla="*/ 128 w 188"/>
                  <a:gd name="T7" fmla="*/ 28 h 162"/>
                  <a:gd name="T8" fmla="*/ 167 w 188"/>
                  <a:gd name="T9" fmla="*/ 35 h 162"/>
                  <a:gd name="T10" fmla="*/ 169 w 188"/>
                  <a:gd name="T11" fmla="*/ 56 h 162"/>
                  <a:gd name="T12" fmla="*/ 181 w 188"/>
                  <a:gd name="T13" fmla="*/ 88 h 162"/>
                  <a:gd name="T14" fmla="*/ 169 w 188"/>
                  <a:gd name="T15" fmla="*/ 111 h 162"/>
                  <a:gd name="T16" fmla="*/ 150 w 188"/>
                  <a:gd name="T17" fmla="*/ 113 h 162"/>
                  <a:gd name="T18" fmla="*/ 114 w 188"/>
                  <a:gd name="T19" fmla="*/ 148 h 162"/>
                  <a:gd name="T20" fmla="*/ 90 w 188"/>
                  <a:gd name="T21" fmla="*/ 134 h 162"/>
                  <a:gd name="T22" fmla="*/ 78 w 188"/>
                  <a:gd name="T23" fmla="*/ 132 h 162"/>
                  <a:gd name="T24" fmla="*/ 65 w 188"/>
                  <a:gd name="T25" fmla="*/ 139 h 162"/>
                  <a:gd name="T26" fmla="*/ 50 w 188"/>
                  <a:gd name="T27" fmla="*/ 124 h 162"/>
                  <a:gd name="T28" fmla="*/ 17 w 188"/>
                  <a:gd name="T29" fmla="*/ 144 h 162"/>
                  <a:gd name="T30" fmla="*/ 15 w 188"/>
                  <a:gd name="T31" fmla="*/ 92 h 162"/>
                  <a:gd name="T32" fmla="*/ 8 w 188"/>
                  <a:gd name="T33" fmla="*/ 66 h 162"/>
                  <a:gd name="T34" fmla="*/ 19 w 188"/>
                  <a:gd name="T35" fmla="*/ 64 h 162"/>
                  <a:gd name="T36" fmla="*/ 30 w 188"/>
                  <a:gd name="T37" fmla="*/ 35 h 162"/>
                  <a:gd name="T38" fmla="*/ 65 w 188"/>
                  <a:gd name="T39" fmla="*/ 10 h 162"/>
                  <a:gd name="T40" fmla="*/ 95 w 188"/>
                  <a:gd name="T41" fmla="*/ 24 h 162"/>
                  <a:gd name="T42" fmla="*/ 100 w 188"/>
                  <a:gd name="T43" fmla="*/ 23 h 162"/>
                  <a:gd name="T44" fmla="*/ 96 w 188"/>
                  <a:gd name="T45" fmla="*/ 17 h 162"/>
                  <a:gd name="T46" fmla="*/ 51 w 188"/>
                  <a:gd name="T47" fmla="*/ 7 h 162"/>
                  <a:gd name="T48" fmla="*/ 30 w 188"/>
                  <a:gd name="T49" fmla="*/ 50 h 162"/>
                  <a:gd name="T50" fmla="*/ 14 w 188"/>
                  <a:gd name="T51" fmla="*/ 57 h 162"/>
                  <a:gd name="T52" fmla="*/ 0 w 188"/>
                  <a:gd name="T53" fmla="*/ 75 h 162"/>
                  <a:gd name="T54" fmla="*/ 25 w 188"/>
                  <a:gd name="T55" fmla="*/ 102 h 162"/>
                  <a:gd name="T56" fmla="*/ 2 w 188"/>
                  <a:gd name="T57" fmla="*/ 157 h 162"/>
                  <a:gd name="T58" fmla="*/ 1 w 188"/>
                  <a:gd name="T59" fmla="*/ 159 h 162"/>
                  <a:gd name="T60" fmla="*/ 5 w 188"/>
                  <a:gd name="T61" fmla="*/ 162 h 162"/>
                  <a:gd name="T62" fmla="*/ 44 w 188"/>
                  <a:gd name="T63" fmla="*/ 120 h 162"/>
                  <a:gd name="T64" fmla="*/ 45 w 188"/>
                  <a:gd name="T65" fmla="*/ 137 h 162"/>
                  <a:gd name="T66" fmla="*/ 78 w 188"/>
                  <a:gd name="T67" fmla="*/ 140 h 162"/>
                  <a:gd name="T68" fmla="*/ 78 w 188"/>
                  <a:gd name="T69" fmla="*/ 139 h 162"/>
                  <a:gd name="T70" fmla="*/ 95 w 188"/>
                  <a:gd name="T71" fmla="*/ 149 h 162"/>
                  <a:gd name="T72" fmla="*/ 114 w 188"/>
                  <a:gd name="T73" fmla="*/ 154 h 162"/>
                  <a:gd name="T74" fmla="*/ 148 w 188"/>
                  <a:gd name="T75" fmla="*/ 138 h 162"/>
                  <a:gd name="T76" fmla="*/ 160 w 188"/>
                  <a:gd name="T77" fmla="*/ 116 h 162"/>
                  <a:gd name="T78" fmla="*/ 168 w 188"/>
                  <a:gd name="T79" fmla="*/ 118 h 162"/>
                  <a:gd name="T80" fmla="*/ 186 w 188"/>
                  <a:gd name="T81" fmla="*/ 85 h 162"/>
                  <a:gd name="T82" fmla="*/ 176 w 188"/>
                  <a:gd name="T83" fmla="*/ 80 h 162"/>
                  <a:gd name="T84" fmla="*/ 175 w 188"/>
                  <a:gd name="T85" fmla="*/ 59 h 162"/>
                  <a:gd name="T86" fmla="*/ 154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8" y="139"/>
                    </a:moveTo>
                    <a:cubicBezTo>
                      <a:pt x="78" y="139"/>
                      <a:pt x="78" y="139"/>
                      <a:pt x="78" y="139"/>
                    </a:cubicBezTo>
                    <a:moveTo>
                      <a:pt x="168" y="112"/>
                    </a:moveTo>
                    <a:cubicBezTo>
                      <a:pt x="168" y="112"/>
                      <a:pt x="168" y="112"/>
                      <a:pt x="168" y="112"/>
                    </a:cubicBez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0" y="116"/>
                      <a:pt x="160"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4" name="Freeform 717">
                <a:extLst>
                  <a:ext uri="{FF2B5EF4-FFF2-40B4-BE49-F238E27FC236}">
                    <a16:creationId xmlns:a16="http://schemas.microsoft.com/office/drawing/2014/main" id="{62968100-C660-4C79-8FD9-8913F8530FBD}"/>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close/>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5" name="Freeform 718">
                <a:extLst>
                  <a:ext uri="{FF2B5EF4-FFF2-40B4-BE49-F238E27FC236}">
                    <a16:creationId xmlns:a16="http://schemas.microsoft.com/office/drawing/2014/main" id="{6B1368E3-5EC9-4BBA-9B5C-CA73053055A8}"/>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6" name="Freeform 719">
                <a:extLst>
                  <a:ext uri="{FF2B5EF4-FFF2-40B4-BE49-F238E27FC236}">
                    <a16:creationId xmlns:a16="http://schemas.microsoft.com/office/drawing/2014/main" id="{96ED197C-952E-44B5-BEA2-FBCAC3003D5D}"/>
                  </a:ext>
                </a:extLst>
              </p:cNvPr>
              <p:cNvSpPr>
                <a:spLocks noEditPoints="1"/>
              </p:cNvSpPr>
              <p:nvPr userDrawn="1"/>
            </p:nvSpPr>
            <p:spPr bwMode="auto">
              <a:xfrm>
                <a:off x="-3368" y="1677"/>
                <a:ext cx="76" cy="74"/>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7" name="Freeform 720">
                <a:extLst>
                  <a:ext uri="{FF2B5EF4-FFF2-40B4-BE49-F238E27FC236}">
                    <a16:creationId xmlns:a16="http://schemas.microsoft.com/office/drawing/2014/main" id="{8AD3BA2C-7299-47A1-A749-4288F83952CE}"/>
                  </a:ext>
                </a:extLst>
              </p:cNvPr>
              <p:cNvSpPr>
                <a:spLocks noEditPoints="1"/>
              </p:cNvSpPr>
              <p:nvPr userDrawn="1"/>
            </p:nvSpPr>
            <p:spPr bwMode="auto">
              <a:xfrm>
                <a:off x="-3481" y="1164"/>
                <a:ext cx="59" cy="58"/>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8" name="Freeform 721">
                <a:extLst>
                  <a:ext uri="{FF2B5EF4-FFF2-40B4-BE49-F238E27FC236}">
                    <a16:creationId xmlns:a16="http://schemas.microsoft.com/office/drawing/2014/main" id="{2F09BFD6-192C-4B92-8558-8CE3D1C9877F}"/>
                  </a:ext>
                </a:extLst>
              </p:cNvPr>
              <p:cNvSpPr>
                <a:spLocks noEditPoints="1"/>
              </p:cNvSpPr>
              <p:nvPr userDrawn="1"/>
            </p:nvSpPr>
            <p:spPr bwMode="auto">
              <a:xfrm>
                <a:off x="-3482" y="1212"/>
                <a:ext cx="13" cy="14"/>
              </a:xfrm>
              <a:custGeom>
                <a:avLst/>
                <a:gdLst>
                  <a:gd name="T0" fmla="*/ 14 w 18"/>
                  <a:gd name="T1" fmla="*/ 17 h 18"/>
                  <a:gd name="T2" fmla="*/ 14 w 18"/>
                  <a:gd name="T3" fmla="*/ 17 h 18"/>
                  <a:gd name="T4" fmla="*/ 14 w 18"/>
                  <a:gd name="T5" fmla="*/ 17 h 18"/>
                  <a:gd name="T6" fmla="*/ 14 w 18"/>
                  <a:gd name="T7" fmla="*/ 17 h 18"/>
                  <a:gd name="T8" fmla="*/ 9 w 18"/>
                  <a:gd name="T9" fmla="*/ 12 h 18"/>
                  <a:gd name="T10" fmla="*/ 6 w 18"/>
                  <a:gd name="T11" fmla="*/ 11 h 18"/>
                  <a:gd name="T12" fmla="*/ 6 w 18"/>
                  <a:gd name="T13" fmla="*/ 9 h 18"/>
                  <a:gd name="T14" fmla="*/ 7 w 18"/>
                  <a:gd name="T15" fmla="*/ 7 h 18"/>
                  <a:gd name="T16" fmla="*/ 7 w 18"/>
                  <a:gd name="T17" fmla="*/ 7 h 18"/>
                  <a:gd name="T18" fmla="*/ 9 w 18"/>
                  <a:gd name="T19" fmla="*/ 6 h 18"/>
                  <a:gd name="T20" fmla="*/ 12 w 18"/>
                  <a:gd name="T21" fmla="*/ 8 h 18"/>
                  <a:gd name="T22" fmla="*/ 12 w 18"/>
                  <a:gd name="T23" fmla="*/ 9 h 18"/>
                  <a:gd name="T24" fmla="*/ 11 w 18"/>
                  <a:gd name="T25" fmla="*/ 12 h 18"/>
                  <a:gd name="T26" fmla="*/ 11 w 18"/>
                  <a:gd name="T27" fmla="*/ 12 h 18"/>
                  <a:gd name="T28" fmla="*/ 9 w 18"/>
                  <a:gd name="T29" fmla="*/ 12 h 18"/>
                  <a:gd name="T30" fmla="*/ 9 w 18"/>
                  <a:gd name="T31" fmla="*/ 0 h 18"/>
                  <a:gd name="T32" fmla="*/ 9 w 18"/>
                  <a:gd name="T33" fmla="*/ 0 h 18"/>
                  <a:gd name="T34" fmla="*/ 4 w 18"/>
                  <a:gd name="T35" fmla="*/ 2 h 18"/>
                  <a:gd name="T36" fmla="*/ 4 w 18"/>
                  <a:gd name="T37" fmla="*/ 2 h 18"/>
                  <a:gd name="T38" fmla="*/ 0 w 18"/>
                  <a:gd name="T39" fmla="*/ 9 h 18"/>
                  <a:gd name="T40" fmla="*/ 1 w 18"/>
                  <a:gd name="T41" fmla="*/ 14 h 18"/>
                  <a:gd name="T42" fmla="*/ 5 w 18"/>
                  <a:gd name="T43" fmla="*/ 17 h 18"/>
                  <a:gd name="T44" fmla="*/ 5 w 18"/>
                  <a:gd name="T45" fmla="*/ 17 h 18"/>
                  <a:gd name="T46" fmla="*/ 5 w 18"/>
                  <a:gd name="T47" fmla="*/ 18 h 18"/>
                  <a:gd name="T48" fmla="*/ 9 w 18"/>
                  <a:gd name="T49" fmla="*/ 18 h 18"/>
                  <a:gd name="T50" fmla="*/ 9 w 18"/>
                  <a:gd name="T51" fmla="*/ 18 h 18"/>
                  <a:gd name="T52" fmla="*/ 14 w 18"/>
                  <a:gd name="T53" fmla="*/ 17 h 18"/>
                  <a:gd name="T54" fmla="*/ 14 w 18"/>
                  <a:gd name="T55" fmla="*/ 17 h 18"/>
                  <a:gd name="T56" fmla="*/ 18 w 18"/>
                  <a:gd name="T57" fmla="*/ 9 h 18"/>
                  <a:gd name="T58" fmla="*/ 17 w 18"/>
                  <a:gd name="T59" fmla="*/ 5 h 18"/>
                  <a:gd name="T60" fmla="*/ 12 w 18"/>
                  <a:gd name="T61" fmla="*/ 1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14" y="17"/>
                    </a:moveTo>
                    <a:cubicBezTo>
                      <a:pt x="14" y="17"/>
                      <a:pt x="14" y="17"/>
                      <a:pt x="14" y="17"/>
                    </a:cubicBezTo>
                    <a:cubicBezTo>
                      <a:pt x="14" y="17"/>
                      <a:pt x="14" y="17"/>
                      <a:pt x="14" y="17"/>
                    </a:cubicBezTo>
                    <a:cubicBezTo>
                      <a:pt x="14" y="17"/>
                      <a:pt x="14" y="17"/>
                      <a:pt x="14" y="17"/>
                    </a:cubicBezTo>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9" name="Freeform 722">
                <a:extLst>
                  <a:ext uri="{FF2B5EF4-FFF2-40B4-BE49-F238E27FC236}">
                    <a16:creationId xmlns:a16="http://schemas.microsoft.com/office/drawing/2014/main" id="{8DCFC7F7-91BE-4E78-8287-E24521CB83AD}"/>
                  </a:ext>
                </a:extLst>
              </p:cNvPr>
              <p:cNvSpPr>
                <a:spLocks/>
              </p:cNvSpPr>
              <p:nvPr userDrawn="1"/>
            </p:nvSpPr>
            <p:spPr bwMode="auto">
              <a:xfrm>
                <a:off x="-3473" y="1213"/>
                <a:ext cx="4" cy="3"/>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0" name="Freeform 723">
                <a:extLst>
                  <a:ext uri="{FF2B5EF4-FFF2-40B4-BE49-F238E27FC236}">
                    <a16:creationId xmlns:a16="http://schemas.microsoft.com/office/drawing/2014/main" id="{CA77A218-DFE6-4A42-AA2A-8FFE61ED7925}"/>
                  </a:ext>
                </a:extLst>
              </p:cNvPr>
              <p:cNvSpPr>
                <a:spLocks noEditPoints="1"/>
              </p:cNvSpPr>
              <p:nvPr userDrawn="1"/>
            </p:nvSpPr>
            <p:spPr bwMode="auto">
              <a:xfrm>
                <a:off x="-3489" y="1222"/>
                <a:ext cx="11" cy="11"/>
              </a:xfrm>
              <a:custGeom>
                <a:avLst/>
                <a:gdLst>
                  <a:gd name="T0" fmla="*/ 8 w 15"/>
                  <a:gd name="T1" fmla="*/ 9 h 15"/>
                  <a:gd name="T2" fmla="*/ 6 w 15"/>
                  <a:gd name="T3" fmla="*/ 8 h 15"/>
                  <a:gd name="T4" fmla="*/ 6 w 15"/>
                  <a:gd name="T5" fmla="*/ 8 h 15"/>
                  <a:gd name="T6" fmla="*/ 7 w 15"/>
                  <a:gd name="T7" fmla="*/ 7 h 15"/>
                  <a:gd name="T8" fmla="*/ 8 w 15"/>
                  <a:gd name="T9" fmla="*/ 6 h 15"/>
                  <a:gd name="T10" fmla="*/ 9 w 15"/>
                  <a:gd name="T11" fmla="*/ 7 h 15"/>
                  <a:gd name="T12" fmla="*/ 9 w 15"/>
                  <a:gd name="T13" fmla="*/ 7 h 15"/>
                  <a:gd name="T14" fmla="*/ 9 w 15"/>
                  <a:gd name="T15" fmla="*/ 8 h 15"/>
                  <a:gd name="T16" fmla="*/ 8 w 15"/>
                  <a:gd name="T17" fmla="*/ 9 h 15"/>
                  <a:gd name="T18" fmla="*/ 8 w 15"/>
                  <a:gd name="T19" fmla="*/ 9 h 15"/>
                  <a:gd name="T20" fmla="*/ 8 w 15"/>
                  <a:gd name="T21" fmla="*/ 9 h 15"/>
                  <a:gd name="T22" fmla="*/ 8 w 15"/>
                  <a:gd name="T23" fmla="*/ 9 h 15"/>
                  <a:gd name="T24" fmla="*/ 8 w 15"/>
                  <a:gd name="T25" fmla="*/ 9 h 15"/>
                  <a:gd name="T26" fmla="*/ 8 w 15"/>
                  <a:gd name="T27" fmla="*/ 9 h 15"/>
                  <a:gd name="T28" fmla="*/ 8 w 15"/>
                  <a:gd name="T29" fmla="*/ 0 h 15"/>
                  <a:gd name="T30" fmla="*/ 8 w 15"/>
                  <a:gd name="T31" fmla="*/ 0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0 w 15"/>
                  <a:gd name="T55" fmla="*/ 1 h 15"/>
                  <a:gd name="T56" fmla="*/ 10 w 15"/>
                  <a:gd name="T57" fmla="*/ 1 h 15"/>
                  <a:gd name="T58" fmla="*/ 8 w 15"/>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5">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1" name="Freeform 724">
                <a:extLst>
                  <a:ext uri="{FF2B5EF4-FFF2-40B4-BE49-F238E27FC236}">
                    <a16:creationId xmlns:a16="http://schemas.microsoft.com/office/drawing/2014/main" id="{75CE149B-C727-41E8-A7B5-567A3C5539F1}"/>
                  </a:ext>
                </a:extLst>
              </p:cNvPr>
              <p:cNvSpPr>
                <a:spLocks/>
              </p:cNvSpPr>
              <p:nvPr userDrawn="1"/>
            </p:nvSpPr>
            <p:spPr bwMode="auto">
              <a:xfrm>
                <a:off x="-3481" y="1223"/>
                <a:ext cx="3" cy="3"/>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2" name="Freeform 725">
                <a:extLst>
                  <a:ext uri="{FF2B5EF4-FFF2-40B4-BE49-F238E27FC236}">
                    <a16:creationId xmlns:a16="http://schemas.microsoft.com/office/drawing/2014/main" id="{0D5A6E06-EEBD-4294-84F3-380400B205CB}"/>
                  </a:ext>
                </a:extLst>
              </p:cNvPr>
              <p:cNvSpPr>
                <a:spLocks noEditPoints="1"/>
              </p:cNvSpPr>
              <p:nvPr userDrawn="1"/>
            </p:nvSpPr>
            <p:spPr bwMode="auto">
              <a:xfrm>
                <a:off x="-3487" y="1232"/>
                <a:ext cx="9" cy="10"/>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7 w 13"/>
                  <a:gd name="T23" fmla="*/ 7 h 13"/>
                  <a:gd name="T24" fmla="*/ 7 w 13"/>
                  <a:gd name="T25" fmla="*/ 7 h 13"/>
                  <a:gd name="T26" fmla="*/ 6 w 13"/>
                  <a:gd name="T27" fmla="*/ 7 h 13"/>
                  <a:gd name="T28" fmla="*/ 8 w 13"/>
                  <a:gd name="T29" fmla="*/ 0 h 13"/>
                  <a:gd name="T30" fmla="*/ 6 w 13"/>
                  <a:gd name="T31" fmla="*/ 1 h 13"/>
                  <a:gd name="T32" fmla="*/ 6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0 w 13"/>
                  <a:gd name="T51" fmla="*/ 12 h 13"/>
                  <a:gd name="T52" fmla="*/ 10 w 13"/>
                  <a:gd name="T53" fmla="*/ 12 h 13"/>
                  <a:gd name="T54" fmla="*/ 13 w 13"/>
                  <a:gd name="T55" fmla="*/ 7 h 13"/>
                  <a:gd name="T56" fmla="*/ 12 w 13"/>
                  <a:gd name="T57" fmla="*/ 3 h 13"/>
                  <a:gd name="T58" fmla="*/ 12 w 13"/>
                  <a:gd name="T59" fmla="*/ 3 h 13"/>
                  <a:gd name="T60" fmla="*/ 8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3" name="Freeform 726">
                <a:extLst>
                  <a:ext uri="{FF2B5EF4-FFF2-40B4-BE49-F238E27FC236}">
                    <a16:creationId xmlns:a16="http://schemas.microsoft.com/office/drawing/2014/main" id="{23541D6D-67DD-4864-BADE-B48179BE8E0B}"/>
                  </a:ext>
                </a:extLst>
              </p:cNvPr>
              <p:cNvSpPr>
                <a:spLocks/>
              </p:cNvSpPr>
              <p:nvPr userDrawn="1"/>
            </p:nvSpPr>
            <p:spPr bwMode="auto">
              <a:xfrm>
                <a:off x="-3484" y="1232"/>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4" name="Freeform 727">
                <a:extLst>
                  <a:ext uri="{FF2B5EF4-FFF2-40B4-BE49-F238E27FC236}">
                    <a16:creationId xmlns:a16="http://schemas.microsoft.com/office/drawing/2014/main" id="{3E1257E8-09EE-4E55-A78C-43FC9EF6513B}"/>
                  </a:ext>
                </a:extLst>
              </p:cNvPr>
              <p:cNvSpPr>
                <a:spLocks noEditPoints="1"/>
              </p:cNvSpPr>
              <p:nvPr userDrawn="1"/>
            </p:nvSpPr>
            <p:spPr bwMode="auto">
              <a:xfrm>
                <a:off x="-3673" y="101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6 h 77"/>
                  <a:gd name="T26" fmla="*/ 0 w 79"/>
                  <a:gd name="T27" fmla="*/ 38 h 77"/>
                  <a:gd name="T28" fmla="*/ 6 w 79"/>
                  <a:gd name="T29" fmla="*/ 59 h 77"/>
                  <a:gd name="T30" fmla="*/ 11 w 79"/>
                  <a:gd name="T31" fmla="*/ 65 h 77"/>
                  <a:gd name="T32" fmla="*/ 15 w 79"/>
                  <a:gd name="T33" fmla="*/ 68 h 77"/>
                  <a:gd name="T34" fmla="*/ 16 w 79"/>
                  <a:gd name="T35" fmla="*/ 69 h 77"/>
                  <a:gd name="T36" fmla="*/ 40 w 79"/>
                  <a:gd name="T37" fmla="*/ 77 h 77"/>
                  <a:gd name="T38" fmla="*/ 40 w 79"/>
                  <a:gd name="T39" fmla="*/ 77 h 77"/>
                  <a:gd name="T40" fmla="*/ 60 w 79"/>
                  <a:gd name="T41" fmla="*/ 71 h 77"/>
                  <a:gd name="T42" fmla="*/ 60 w 79"/>
                  <a:gd name="T43" fmla="*/ 71 h 77"/>
                  <a:gd name="T44" fmla="*/ 79 w 79"/>
                  <a:gd name="T45" fmla="*/ 38 h 77"/>
                  <a:gd name="T46" fmla="*/ 73 w 79"/>
                  <a:gd name="T47" fmla="*/ 18 h 77"/>
                  <a:gd name="T48" fmla="*/ 40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40" y="71"/>
                    </a:moveTo>
                    <a:cubicBezTo>
                      <a:pt x="28" y="71"/>
                      <a:pt x="17"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8"/>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5" name="Freeform 728">
                <a:extLst>
                  <a:ext uri="{FF2B5EF4-FFF2-40B4-BE49-F238E27FC236}">
                    <a16:creationId xmlns:a16="http://schemas.microsoft.com/office/drawing/2014/main" id="{940A7F0E-44D3-4019-8A90-595F7B017493}"/>
                  </a:ext>
                </a:extLst>
              </p:cNvPr>
              <p:cNvSpPr>
                <a:spLocks noEditPoints="1"/>
              </p:cNvSpPr>
              <p:nvPr userDrawn="1"/>
            </p:nvSpPr>
            <p:spPr bwMode="auto">
              <a:xfrm>
                <a:off x="-3675" y="1065"/>
                <a:ext cx="14" cy="13"/>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1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1"/>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6" name="Freeform 729">
                <a:extLst>
                  <a:ext uri="{FF2B5EF4-FFF2-40B4-BE49-F238E27FC236}">
                    <a16:creationId xmlns:a16="http://schemas.microsoft.com/office/drawing/2014/main" id="{13CB8162-D905-4E74-B262-379C12E37E88}"/>
                  </a:ext>
                </a:extLst>
              </p:cNvPr>
              <p:cNvSpPr>
                <a:spLocks/>
              </p:cNvSpPr>
              <p:nvPr userDrawn="1"/>
            </p:nvSpPr>
            <p:spPr bwMode="auto">
              <a:xfrm>
                <a:off x="-3665" y="106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7" name="Freeform 730">
                <a:extLst>
                  <a:ext uri="{FF2B5EF4-FFF2-40B4-BE49-F238E27FC236}">
                    <a16:creationId xmlns:a16="http://schemas.microsoft.com/office/drawing/2014/main" id="{35FD92AE-C498-471B-89E5-9547CE488226}"/>
                  </a:ext>
                </a:extLst>
              </p:cNvPr>
              <p:cNvSpPr>
                <a:spLocks noEditPoints="1"/>
              </p:cNvSpPr>
              <p:nvPr userDrawn="1"/>
            </p:nvSpPr>
            <p:spPr bwMode="auto">
              <a:xfrm>
                <a:off x="-3681" y="1075"/>
                <a:ext cx="11" cy="10"/>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9 h 14"/>
                  <a:gd name="T22" fmla="*/ 7 w 14"/>
                  <a:gd name="T23" fmla="*/ 0 h 14"/>
                  <a:gd name="T24" fmla="*/ 7 w 14"/>
                  <a:gd name="T25" fmla="*/ 0 h 14"/>
                  <a:gd name="T26" fmla="*/ 3 w 14"/>
                  <a:gd name="T27" fmla="*/ 1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4 h 14"/>
                  <a:gd name="T44" fmla="*/ 9 w 14"/>
                  <a:gd name="T45" fmla="*/ 11 h 14"/>
                  <a:gd name="T46" fmla="*/ 11 w 14"/>
                  <a:gd name="T47" fmla="*/ 14 h 14"/>
                  <a:gd name="T48" fmla="*/ 14 w 14"/>
                  <a:gd name="T49" fmla="*/ 7 h 14"/>
                  <a:gd name="T50" fmla="*/ 14 w 14"/>
                  <a:gd name="T51" fmla="*/ 4 h 14"/>
                  <a:gd name="T52" fmla="*/ 10 w 14"/>
                  <a:gd name="T53" fmla="*/ 1 h 14"/>
                  <a:gd name="T54" fmla="*/ 9 w 14"/>
                  <a:gd name="T55" fmla="*/ 0 h 14"/>
                  <a:gd name="T56" fmla="*/ 7 w 14"/>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9" y="11"/>
                      <a:pt x="9" y="11"/>
                      <a:pt x="9" y="11"/>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8" name="Freeform 731">
                <a:extLst>
                  <a:ext uri="{FF2B5EF4-FFF2-40B4-BE49-F238E27FC236}">
                    <a16:creationId xmlns:a16="http://schemas.microsoft.com/office/drawing/2014/main" id="{8ED64E24-60E3-4789-870B-78C7CF1143D9}"/>
                  </a:ext>
                </a:extLst>
              </p:cNvPr>
              <p:cNvSpPr>
                <a:spLocks/>
              </p:cNvSpPr>
              <p:nvPr userDrawn="1"/>
            </p:nvSpPr>
            <p:spPr bwMode="auto">
              <a:xfrm>
                <a:off x="-3674" y="1075"/>
                <a:ext cx="4"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9" name="Freeform 732">
                <a:extLst>
                  <a:ext uri="{FF2B5EF4-FFF2-40B4-BE49-F238E27FC236}">
                    <a16:creationId xmlns:a16="http://schemas.microsoft.com/office/drawing/2014/main" id="{6BE5955B-9E59-4605-9366-33A8D9498023}"/>
                  </a:ext>
                </a:extLst>
              </p:cNvPr>
              <p:cNvSpPr>
                <a:spLocks noEditPoints="1"/>
              </p:cNvSpPr>
              <p:nvPr userDrawn="1"/>
            </p:nvSpPr>
            <p:spPr bwMode="auto">
              <a:xfrm>
                <a:off x="-3680" y="1085"/>
                <a:ext cx="10" cy="10"/>
              </a:xfrm>
              <a:custGeom>
                <a:avLst/>
                <a:gdLst>
                  <a:gd name="T0" fmla="*/ 7 w 13"/>
                  <a:gd name="T1" fmla="*/ 7 h 13"/>
                  <a:gd name="T2" fmla="*/ 6 w 13"/>
                  <a:gd name="T3" fmla="*/ 7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9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7" y="7"/>
                    </a:moveTo>
                    <a:cubicBezTo>
                      <a:pt x="6" y="7"/>
                      <a:pt x="6" y="7"/>
                      <a:pt x="6" y="7"/>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moveTo>
                      <a:pt x="9" y="0"/>
                    </a:moveTo>
                    <a:cubicBezTo>
                      <a:pt x="8" y="0"/>
                      <a:pt x="7" y="1"/>
                      <a:pt x="6" y="1"/>
                    </a:cubicBezTo>
                    <a:cubicBezTo>
                      <a:pt x="6" y="1"/>
                      <a:pt x="6" y="1"/>
                      <a:pt x="6" y="1"/>
                    </a:cubicBezTo>
                    <a:cubicBezTo>
                      <a:pt x="5" y="1"/>
                      <a:pt x="5" y="1"/>
                      <a:pt x="4" y="0"/>
                    </a:cubicBezTo>
                    <a:cubicBezTo>
                      <a:pt x="4" y="0"/>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0" name="Freeform 733">
                <a:extLst>
                  <a:ext uri="{FF2B5EF4-FFF2-40B4-BE49-F238E27FC236}">
                    <a16:creationId xmlns:a16="http://schemas.microsoft.com/office/drawing/2014/main" id="{77F2A16A-3B20-4821-915C-970C82D8FC25}"/>
                  </a:ext>
                </a:extLst>
              </p:cNvPr>
              <p:cNvSpPr>
                <a:spLocks/>
              </p:cNvSpPr>
              <p:nvPr userDrawn="1"/>
            </p:nvSpPr>
            <p:spPr bwMode="auto">
              <a:xfrm>
                <a:off x="-3677" y="108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1" name="Freeform 734">
                <a:extLst>
                  <a:ext uri="{FF2B5EF4-FFF2-40B4-BE49-F238E27FC236}">
                    <a16:creationId xmlns:a16="http://schemas.microsoft.com/office/drawing/2014/main" id="{09FA77A9-6446-412A-A1CB-219517466F4C}"/>
                  </a:ext>
                </a:extLst>
              </p:cNvPr>
              <p:cNvSpPr>
                <a:spLocks noEditPoints="1"/>
              </p:cNvSpPr>
              <p:nvPr userDrawn="1"/>
            </p:nvSpPr>
            <p:spPr bwMode="auto">
              <a:xfrm>
                <a:off x="-3386" y="1805"/>
                <a:ext cx="76" cy="74"/>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2" name="Freeform 735">
                <a:extLst>
                  <a:ext uri="{FF2B5EF4-FFF2-40B4-BE49-F238E27FC236}">
                    <a16:creationId xmlns:a16="http://schemas.microsoft.com/office/drawing/2014/main" id="{740C538C-9E54-411B-8F88-9181915289BC}"/>
                  </a:ext>
                </a:extLst>
              </p:cNvPr>
              <p:cNvSpPr>
                <a:spLocks noEditPoints="1"/>
              </p:cNvSpPr>
              <p:nvPr userDrawn="1"/>
            </p:nvSpPr>
            <p:spPr bwMode="auto">
              <a:xfrm>
                <a:off x="-3388" y="1868"/>
                <a:ext cx="16" cy="16"/>
              </a:xfrm>
              <a:custGeom>
                <a:avLst/>
                <a:gdLst>
                  <a:gd name="T0" fmla="*/ 6 w 22"/>
                  <a:gd name="T1" fmla="*/ 8 h 21"/>
                  <a:gd name="T2" fmla="*/ 11 w 22"/>
                  <a:gd name="T3" fmla="*/ 6 h 21"/>
                  <a:gd name="T4" fmla="*/ 13 w 22"/>
                  <a:gd name="T5" fmla="*/ 6 h 21"/>
                  <a:gd name="T6" fmla="*/ 13 w 22"/>
                  <a:gd name="T7" fmla="*/ 6 h 21"/>
                  <a:gd name="T8" fmla="*/ 16 w 22"/>
                  <a:gd name="T9" fmla="*/ 10 h 21"/>
                  <a:gd name="T10" fmla="*/ 16 w 22"/>
                  <a:gd name="T11" fmla="*/ 13 h 21"/>
                  <a:gd name="T12" fmla="*/ 11 w 22"/>
                  <a:gd name="T13" fmla="*/ 15 h 21"/>
                  <a:gd name="T14" fmla="*/ 9 w 22"/>
                  <a:gd name="T15" fmla="*/ 15 h 21"/>
                  <a:gd name="T16" fmla="*/ 9 w 22"/>
                  <a:gd name="T17" fmla="*/ 15 h 21"/>
                  <a:gd name="T18" fmla="*/ 6 w 22"/>
                  <a:gd name="T19" fmla="*/ 10 h 21"/>
                  <a:gd name="T20" fmla="*/ 6 w 22"/>
                  <a:gd name="T21" fmla="*/ 8 h 21"/>
                  <a:gd name="T22" fmla="*/ 4 w 22"/>
                  <a:gd name="T23" fmla="*/ 7 h 21"/>
                  <a:gd name="T24" fmla="*/ 6 w 22"/>
                  <a:gd name="T25" fmla="*/ 8 h 21"/>
                  <a:gd name="T26" fmla="*/ 11 w 22"/>
                  <a:gd name="T27" fmla="*/ 0 h 21"/>
                  <a:gd name="T28" fmla="*/ 11 w 22"/>
                  <a:gd name="T29" fmla="*/ 0 h 21"/>
                  <a:gd name="T30" fmla="*/ 1 w 22"/>
                  <a:gd name="T31" fmla="*/ 6 h 21"/>
                  <a:gd name="T32" fmla="*/ 1 w 22"/>
                  <a:gd name="T33" fmla="*/ 6 h 21"/>
                  <a:gd name="T34" fmla="*/ 0 w 22"/>
                  <a:gd name="T35" fmla="*/ 10 h 21"/>
                  <a:gd name="T36" fmla="*/ 6 w 22"/>
                  <a:gd name="T37" fmla="*/ 20 h 21"/>
                  <a:gd name="T38" fmla="*/ 6 w 22"/>
                  <a:gd name="T39" fmla="*/ 20 h 21"/>
                  <a:gd name="T40" fmla="*/ 11 w 22"/>
                  <a:gd name="T41" fmla="*/ 21 h 21"/>
                  <a:gd name="T42" fmla="*/ 21 w 22"/>
                  <a:gd name="T43" fmla="*/ 15 h 21"/>
                  <a:gd name="T44" fmla="*/ 22 w 22"/>
                  <a:gd name="T45" fmla="*/ 10 h 21"/>
                  <a:gd name="T46" fmla="*/ 16 w 22"/>
                  <a:gd name="T47" fmla="*/ 1 h 21"/>
                  <a:gd name="T48" fmla="*/ 16 w 22"/>
                  <a:gd name="T49" fmla="*/ 1 h 21"/>
                  <a:gd name="T50" fmla="*/ 11 w 2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1">
                    <a:moveTo>
                      <a:pt x="6" y="8"/>
                    </a:moveTo>
                    <a:cubicBezTo>
                      <a:pt x="7" y="7"/>
                      <a:pt x="9" y="6"/>
                      <a:pt x="11" y="6"/>
                    </a:cubicBezTo>
                    <a:cubicBezTo>
                      <a:pt x="12" y="6"/>
                      <a:pt x="13" y="6"/>
                      <a:pt x="13" y="6"/>
                    </a:cubicBezTo>
                    <a:cubicBezTo>
                      <a:pt x="13"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6" y="20"/>
                      <a:pt x="6" y="20"/>
                      <a:pt x="6" y="20"/>
                    </a:cubicBezTo>
                    <a:cubicBezTo>
                      <a:pt x="8" y="21"/>
                      <a:pt x="9" y="21"/>
                      <a:pt x="11" y="21"/>
                    </a:cubicBezTo>
                    <a:cubicBezTo>
                      <a:pt x="15" y="21"/>
                      <a:pt x="19" y="19"/>
                      <a:pt x="21" y="15"/>
                    </a:cubicBezTo>
                    <a:cubicBezTo>
                      <a:pt x="22" y="14"/>
                      <a:pt x="22" y="12"/>
                      <a:pt x="22" y="10"/>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3" name="Freeform 736">
                <a:extLst>
                  <a:ext uri="{FF2B5EF4-FFF2-40B4-BE49-F238E27FC236}">
                    <a16:creationId xmlns:a16="http://schemas.microsoft.com/office/drawing/2014/main" id="{B9CAD4C5-DE4B-4CD7-B305-E60B75B9850E}"/>
                  </a:ext>
                </a:extLst>
              </p:cNvPr>
              <p:cNvSpPr>
                <a:spLocks noEditPoints="1"/>
              </p:cNvSpPr>
              <p:nvPr userDrawn="1"/>
            </p:nvSpPr>
            <p:spPr bwMode="auto">
              <a:xfrm>
                <a:off x="-3397" y="1880"/>
                <a:ext cx="13" cy="14"/>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7 w 17"/>
                  <a:gd name="T15" fmla="*/ 11 h 18"/>
                  <a:gd name="T16" fmla="*/ 6 w 17"/>
                  <a:gd name="T17" fmla="*/ 9 h 18"/>
                  <a:gd name="T18" fmla="*/ 6 w 17"/>
                  <a:gd name="T19" fmla="*/ 8 h 18"/>
                  <a:gd name="T20" fmla="*/ 6 w 17"/>
                  <a:gd name="T21" fmla="*/ 8 h 18"/>
                  <a:gd name="T22" fmla="*/ 8 w 17"/>
                  <a:gd name="T23" fmla="*/ 0 h 18"/>
                  <a:gd name="T24" fmla="*/ 1 w 17"/>
                  <a:gd name="T25" fmla="*/ 5 h 18"/>
                  <a:gd name="T26" fmla="*/ 3 w 17"/>
                  <a:gd name="T27" fmla="*/ 7 h 18"/>
                  <a:gd name="T28" fmla="*/ 1 w 17"/>
                  <a:gd name="T29" fmla="*/ 5 h 18"/>
                  <a:gd name="T30" fmla="*/ 0 w 17"/>
                  <a:gd name="T31" fmla="*/ 9 h 18"/>
                  <a:gd name="T32" fmla="*/ 4 w 17"/>
                  <a:gd name="T33" fmla="*/ 17 h 18"/>
                  <a:gd name="T34" fmla="*/ 4 w 17"/>
                  <a:gd name="T35" fmla="*/ 17 h 18"/>
                  <a:gd name="T36" fmla="*/ 8 w 17"/>
                  <a:gd name="T37" fmla="*/ 18 h 18"/>
                  <a:gd name="T38" fmla="*/ 8 w 17"/>
                  <a:gd name="T39" fmla="*/ 18 h 18"/>
                  <a:gd name="T40" fmla="*/ 16 w 17"/>
                  <a:gd name="T41" fmla="*/ 13 h 18"/>
                  <a:gd name="T42" fmla="*/ 17 w 17"/>
                  <a:gd name="T43" fmla="*/ 9 h 18"/>
                  <a:gd name="T44" fmla="*/ 12 w 17"/>
                  <a:gd name="T45" fmla="*/ 1 h 18"/>
                  <a:gd name="T46" fmla="*/ 8 w 17"/>
                  <a:gd name="T47" fmla="*/ 0 h 18"/>
                  <a:gd name="T48" fmla="*/ 8 w 17"/>
                  <a:gd name="T49" fmla="*/ 0 h 18"/>
                  <a:gd name="T50" fmla="*/ 8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7" y="11"/>
                      <a:pt x="7" y="11"/>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4" y="17"/>
                      <a:pt x="4" y="17"/>
                      <a:pt x="4" y="17"/>
                    </a:cubicBezTo>
                    <a:cubicBezTo>
                      <a:pt x="6" y="17"/>
                      <a:pt x="7"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4" name="Freeform 737">
                <a:extLst>
                  <a:ext uri="{FF2B5EF4-FFF2-40B4-BE49-F238E27FC236}">
                    <a16:creationId xmlns:a16="http://schemas.microsoft.com/office/drawing/2014/main" id="{C5728DB8-E367-4778-9F0A-B9F2CB47035A}"/>
                  </a:ext>
                </a:extLst>
              </p:cNvPr>
              <p:cNvSpPr>
                <a:spLocks noEditPoints="1"/>
              </p:cNvSpPr>
              <p:nvPr userDrawn="1"/>
            </p:nvSpPr>
            <p:spPr bwMode="auto">
              <a:xfrm>
                <a:off x="-3409" y="1882"/>
                <a:ext cx="12" cy="11"/>
              </a:xfrm>
              <a:custGeom>
                <a:avLst/>
                <a:gdLst>
                  <a:gd name="T0" fmla="*/ 8 w 16"/>
                  <a:gd name="T1" fmla="*/ 9 h 15"/>
                  <a:gd name="T2" fmla="*/ 7 w 16"/>
                  <a:gd name="T3" fmla="*/ 9 h 15"/>
                  <a:gd name="T4" fmla="*/ 7 w 16"/>
                  <a:gd name="T5" fmla="*/ 9 h 15"/>
                  <a:gd name="T6" fmla="*/ 6 w 16"/>
                  <a:gd name="T7" fmla="*/ 8 h 15"/>
                  <a:gd name="T8" fmla="*/ 6 w 16"/>
                  <a:gd name="T9" fmla="*/ 7 h 15"/>
                  <a:gd name="T10" fmla="*/ 4 w 16"/>
                  <a:gd name="T11" fmla="*/ 6 h 15"/>
                  <a:gd name="T12" fmla="*/ 6 w 16"/>
                  <a:gd name="T13" fmla="*/ 7 h 15"/>
                  <a:gd name="T14" fmla="*/ 8 w 16"/>
                  <a:gd name="T15" fmla="*/ 6 h 15"/>
                  <a:gd name="T16" fmla="*/ 9 w 16"/>
                  <a:gd name="T17" fmla="*/ 6 h 15"/>
                  <a:gd name="T18" fmla="*/ 10 w 16"/>
                  <a:gd name="T19" fmla="*/ 8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8 h 15"/>
                  <a:gd name="T32" fmla="*/ 5 w 16"/>
                  <a:gd name="T33" fmla="*/ 14 h 15"/>
                  <a:gd name="T34" fmla="*/ 5 w 16"/>
                  <a:gd name="T35" fmla="*/ 14 h 15"/>
                  <a:gd name="T36" fmla="*/ 8 w 16"/>
                  <a:gd name="T37" fmla="*/ 15 h 15"/>
                  <a:gd name="T38" fmla="*/ 8 w 16"/>
                  <a:gd name="T39" fmla="*/ 15 h 15"/>
                  <a:gd name="T40" fmla="*/ 15 w 16"/>
                  <a:gd name="T41" fmla="*/ 11 h 15"/>
                  <a:gd name="T42" fmla="*/ 15 w 16"/>
                  <a:gd name="T43" fmla="*/ 11 h 15"/>
                  <a:gd name="T44" fmla="*/ 16 w 16"/>
                  <a:gd name="T45" fmla="*/ 8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8" y="9"/>
                    </a:moveTo>
                    <a:cubicBezTo>
                      <a:pt x="7" y="9"/>
                      <a:pt x="7" y="9"/>
                      <a:pt x="7" y="9"/>
                    </a:cubicBez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4"/>
                    </a:cubicBezTo>
                    <a:cubicBezTo>
                      <a:pt x="5" y="14"/>
                      <a:pt x="5" y="14"/>
                      <a:pt x="5" y="14"/>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5" name="Freeform 738">
                <a:extLst>
                  <a:ext uri="{FF2B5EF4-FFF2-40B4-BE49-F238E27FC236}">
                    <a16:creationId xmlns:a16="http://schemas.microsoft.com/office/drawing/2014/main" id="{D8A04D67-7A63-4DED-8171-7C5A995A5187}"/>
                  </a:ext>
                </a:extLst>
              </p:cNvPr>
              <p:cNvSpPr>
                <a:spLocks noEditPoints="1"/>
              </p:cNvSpPr>
              <p:nvPr userDrawn="1"/>
            </p:nvSpPr>
            <p:spPr bwMode="auto">
              <a:xfrm>
                <a:off x="-3429" y="1522"/>
                <a:ext cx="60" cy="207"/>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6" name="Freeform 739">
                <a:extLst>
                  <a:ext uri="{FF2B5EF4-FFF2-40B4-BE49-F238E27FC236}">
                    <a16:creationId xmlns:a16="http://schemas.microsoft.com/office/drawing/2014/main" id="{98EA694A-95FE-48C7-BB6E-55D2EBE9AD53}"/>
                  </a:ext>
                </a:extLst>
              </p:cNvPr>
              <p:cNvSpPr>
                <a:spLocks noEditPoints="1"/>
              </p:cNvSpPr>
              <p:nvPr userDrawn="1"/>
            </p:nvSpPr>
            <p:spPr bwMode="auto">
              <a:xfrm>
                <a:off x="-3405" y="1954"/>
                <a:ext cx="90" cy="124"/>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7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7" y="160"/>
                      <a:pt x="27"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7" name="Freeform 740">
                <a:extLst>
                  <a:ext uri="{FF2B5EF4-FFF2-40B4-BE49-F238E27FC236}">
                    <a16:creationId xmlns:a16="http://schemas.microsoft.com/office/drawing/2014/main" id="{274A739C-55A6-4EE5-B9E1-7E53FA967408}"/>
                  </a:ext>
                </a:extLst>
              </p:cNvPr>
              <p:cNvSpPr>
                <a:spLocks noEditPoints="1"/>
              </p:cNvSpPr>
              <p:nvPr userDrawn="1"/>
            </p:nvSpPr>
            <p:spPr bwMode="auto">
              <a:xfrm>
                <a:off x="-3411" y="1190"/>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8" name="Freeform 741">
                <a:extLst>
                  <a:ext uri="{FF2B5EF4-FFF2-40B4-BE49-F238E27FC236}">
                    <a16:creationId xmlns:a16="http://schemas.microsoft.com/office/drawing/2014/main" id="{A199A657-A855-44B2-9B17-461DB70CB348}"/>
                  </a:ext>
                </a:extLst>
              </p:cNvPr>
              <p:cNvSpPr>
                <a:spLocks noEditPoints="1"/>
              </p:cNvSpPr>
              <p:nvPr userDrawn="1"/>
            </p:nvSpPr>
            <p:spPr bwMode="auto">
              <a:xfrm>
                <a:off x="-3454" y="1295"/>
                <a:ext cx="123" cy="49"/>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9" name="Freeform 742">
                <a:extLst>
                  <a:ext uri="{FF2B5EF4-FFF2-40B4-BE49-F238E27FC236}">
                    <a16:creationId xmlns:a16="http://schemas.microsoft.com/office/drawing/2014/main" id="{5E49475F-213B-43BA-BD50-51E4076920C5}"/>
                  </a:ext>
                </a:extLst>
              </p:cNvPr>
              <p:cNvSpPr>
                <a:spLocks noEditPoints="1"/>
              </p:cNvSpPr>
              <p:nvPr userDrawn="1"/>
            </p:nvSpPr>
            <p:spPr bwMode="auto">
              <a:xfrm>
                <a:off x="-3291" y="1053"/>
                <a:ext cx="124" cy="49"/>
              </a:xfrm>
              <a:custGeom>
                <a:avLst/>
                <a:gdLst>
                  <a:gd name="T0" fmla="*/ 116 w 165"/>
                  <a:gd name="T1" fmla="*/ 34 h 65"/>
                  <a:gd name="T2" fmla="*/ 116 w 165"/>
                  <a:gd name="T3" fmla="*/ 34 h 65"/>
                  <a:gd name="T4" fmla="*/ 16 w 165"/>
                  <a:gd name="T5" fmla="*/ 9 h 65"/>
                  <a:gd name="T6" fmla="*/ 58 w 165"/>
                  <a:gd name="T7" fmla="*/ 6 h 65"/>
                  <a:gd name="T8" fmla="*/ 109 w 165"/>
                  <a:gd name="T9" fmla="*/ 15 h 65"/>
                  <a:gd name="T10" fmla="*/ 111 w 165"/>
                  <a:gd name="T11" fmla="*/ 16 h 65"/>
                  <a:gd name="T12" fmla="*/ 112 w 165"/>
                  <a:gd name="T13" fmla="*/ 29 h 65"/>
                  <a:gd name="T14" fmla="*/ 111 w 165"/>
                  <a:gd name="T15" fmla="*/ 31 h 65"/>
                  <a:gd name="T16" fmla="*/ 111 w 165"/>
                  <a:gd name="T17" fmla="*/ 31 h 65"/>
                  <a:gd name="T18" fmla="*/ 111 w 165"/>
                  <a:gd name="T19" fmla="*/ 31 h 65"/>
                  <a:gd name="T20" fmla="*/ 109 w 165"/>
                  <a:gd name="T21" fmla="*/ 48 h 65"/>
                  <a:gd name="T22" fmla="*/ 115 w 165"/>
                  <a:gd name="T23" fmla="*/ 52 h 65"/>
                  <a:gd name="T24" fmla="*/ 127 w 165"/>
                  <a:gd name="T25" fmla="*/ 53 h 65"/>
                  <a:gd name="T26" fmla="*/ 64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3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2 h 65"/>
                  <a:gd name="T68" fmla="*/ 111 w 165"/>
                  <a:gd name="T69" fmla="*/ 16 h 65"/>
                  <a:gd name="T70" fmla="*/ 115 w 165"/>
                  <a:gd name="T71"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3"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0" name="Freeform 743">
                <a:extLst>
                  <a:ext uri="{FF2B5EF4-FFF2-40B4-BE49-F238E27FC236}">
                    <a16:creationId xmlns:a16="http://schemas.microsoft.com/office/drawing/2014/main" id="{C8A7D7C3-39BB-4E51-8121-B59B6C745EF1}"/>
                  </a:ext>
                </a:extLst>
              </p:cNvPr>
              <p:cNvSpPr>
                <a:spLocks noEditPoints="1"/>
              </p:cNvSpPr>
              <p:nvPr userDrawn="1"/>
            </p:nvSpPr>
            <p:spPr bwMode="auto">
              <a:xfrm>
                <a:off x="-3508" y="1896"/>
                <a:ext cx="128" cy="100"/>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1" name="Freeform 744">
                <a:extLst>
                  <a:ext uri="{FF2B5EF4-FFF2-40B4-BE49-F238E27FC236}">
                    <a16:creationId xmlns:a16="http://schemas.microsoft.com/office/drawing/2014/main" id="{74194D25-2D44-4C05-B97B-283D42E9498E}"/>
                  </a:ext>
                </a:extLst>
              </p:cNvPr>
              <p:cNvSpPr>
                <a:spLocks noEditPoints="1"/>
              </p:cNvSpPr>
              <p:nvPr userDrawn="1"/>
            </p:nvSpPr>
            <p:spPr bwMode="auto">
              <a:xfrm>
                <a:off x="-3453" y="1409"/>
                <a:ext cx="141" cy="121"/>
              </a:xfrm>
              <a:custGeom>
                <a:avLst/>
                <a:gdLst>
                  <a:gd name="T0" fmla="*/ 168 w 188"/>
                  <a:gd name="T1" fmla="*/ 112 h 162"/>
                  <a:gd name="T2" fmla="*/ 111 w 188"/>
                  <a:gd name="T3" fmla="*/ 6 h 162"/>
                  <a:gd name="T4" fmla="*/ 122 w 188"/>
                  <a:gd name="T5" fmla="*/ 15 h 162"/>
                  <a:gd name="T6" fmla="*/ 135 w 188"/>
                  <a:gd name="T7" fmla="*/ 29 h 162"/>
                  <a:gd name="T8" fmla="*/ 171 w 188"/>
                  <a:gd name="T9" fmla="*/ 47 h 162"/>
                  <a:gd name="T10" fmla="*/ 164 w 188"/>
                  <a:gd name="T11" fmla="*/ 71 h 162"/>
                  <a:gd name="T12" fmla="*/ 182 w 188"/>
                  <a:gd name="T13" fmla="*/ 97 h 162"/>
                  <a:gd name="T14" fmla="*/ 168 w 188"/>
                  <a:gd name="T15" fmla="*/ 112 h 162"/>
                  <a:gd name="T16" fmla="*/ 143 w 188"/>
                  <a:gd name="T17" fmla="*/ 122 h 162"/>
                  <a:gd name="T18" fmla="*/ 102 w 188"/>
                  <a:gd name="T19" fmla="*/ 146 h 162"/>
                  <a:gd name="T20" fmla="*/ 82 w 188"/>
                  <a:gd name="T21" fmla="*/ 131 h 162"/>
                  <a:gd name="T22" fmla="*/ 74 w 188"/>
                  <a:gd name="T23" fmla="*/ 135 h 162"/>
                  <a:gd name="T24" fmla="*/ 54 w 188"/>
                  <a:gd name="T25" fmla="*/ 136 h 162"/>
                  <a:gd name="T26" fmla="*/ 49 w 188"/>
                  <a:gd name="T27" fmla="*/ 115 h 162"/>
                  <a:gd name="T28" fmla="*/ 28 w 188"/>
                  <a:gd name="T29" fmla="*/ 127 h 162"/>
                  <a:gd name="T30" fmla="*/ 12 w 188"/>
                  <a:gd name="T31" fmla="*/ 91 h 162"/>
                  <a:gd name="T32" fmla="*/ 10 w 188"/>
                  <a:gd name="T33" fmla="*/ 64 h 162"/>
                  <a:gd name="T34" fmla="*/ 19 w 188"/>
                  <a:gd name="T35" fmla="*/ 64 h 162"/>
                  <a:gd name="T36" fmla="*/ 30 w 188"/>
                  <a:gd name="T37" fmla="*/ 35 h 162"/>
                  <a:gd name="T38" fmla="*/ 64 w 188"/>
                  <a:gd name="T39" fmla="*/ 10 h 162"/>
                  <a:gd name="T40" fmla="*/ 95 w 188"/>
                  <a:gd name="T41" fmla="*/ 24 h 162"/>
                  <a:gd name="T42" fmla="*/ 100 w 188"/>
                  <a:gd name="T43" fmla="*/ 23 h 162"/>
                  <a:gd name="T44" fmla="*/ 95 w 188"/>
                  <a:gd name="T45" fmla="*/ 17 h 162"/>
                  <a:gd name="T46" fmla="*/ 51 w 188"/>
                  <a:gd name="T47" fmla="*/ 7 h 162"/>
                  <a:gd name="T48" fmla="*/ 30 w 188"/>
                  <a:gd name="T49" fmla="*/ 50 h 162"/>
                  <a:gd name="T50" fmla="*/ 16 w 188"/>
                  <a:gd name="T51" fmla="*/ 57 h 162"/>
                  <a:gd name="T52" fmla="*/ 2 w 188"/>
                  <a:gd name="T53" fmla="*/ 66 h 162"/>
                  <a:gd name="T54" fmla="*/ 15 w 188"/>
                  <a:gd name="T55" fmla="*/ 98 h 162"/>
                  <a:gd name="T56" fmla="*/ 23 w 188"/>
                  <a:gd name="T57" fmla="*/ 123 h 162"/>
                  <a:gd name="T58" fmla="*/ 1 w 188"/>
                  <a:gd name="T59" fmla="*/ 157 h 162"/>
                  <a:gd name="T60" fmla="*/ 4 w 188"/>
                  <a:gd name="T61" fmla="*/ 162 h 162"/>
                  <a:gd name="T62" fmla="*/ 16 w 188"/>
                  <a:gd name="T63" fmla="*/ 155 h 162"/>
                  <a:gd name="T64" fmla="*/ 43 w 188"/>
                  <a:gd name="T65" fmla="*/ 136 h 162"/>
                  <a:gd name="T66" fmla="*/ 65 w 188"/>
                  <a:gd name="T67" fmla="*/ 145 h 162"/>
                  <a:gd name="T68" fmla="*/ 78 w 188"/>
                  <a:gd name="T69" fmla="*/ 139 h 162"/>
                  <a:gd name="T70" fmla="*/ 94 w 188"/>
                  <a:gd name="T71" fmla="*/ 149 h 162"/>
                  <a:gd name="T72" fmla="*/ 114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2" name="Freeform 745">
                <a:extLst>
                  <a:ext uri="{FF2B5EF4-FFF2-40B4-BE49-F238E27FC236}">
                    <a16:creationId xmlns:a16="http://schemas.microsoft.com/office/drawing/2014/main" id="{D439DBC2-8D1E-4BE9-9DA5-75B59864FD64}"/>
                  </a:ext>
                </a:extLst>
              </p:cNvPr>
              <p:cNvSpPr>
                <a:spLocks noEditPoints="1"/>
              </p:cNvSpPr>
              <p:nvPr userDrawn="1"/>
            </p:nvSpPr>
            <p:spPr bwMode="auto">
              <a:xfrm>
                <a:off x="-3577" y="1734"/>
                <a:ext cx="181" cy="157"/>
              </a:xfrm>
              <a:custGeom>
                <a:avLst/>
                <a:gdLst>
                  <a:gd name="T0" fmla="*/ 99 w 242"/>
                  <a:gd name="T1" fmla="*/ 180 h 208"/>
                  <a:gd name="T2" fmla="*/ 135 w 242"/>
                  <a:gd name="T3" fmla="*/ 10 h 208"/>
                  <a:gd name="T4" fmla="*/ 142 w 242"/>
                  <a:gd name="T5" fmla="*/ 6 h 208"/>
                  <a:gd name="T6" fmla="*/ 158 w 242"/>
                  <a:gd name="T7" fmla="*/ 18 h 208"/>
                  <a:gd name="T8" fmla="*/ 159 w 242"/>
                  <a:gd name="T9" fmla="*/ 30 h 208"/>
                  <a:gd name="T10" fmla="*/ 190 w 242"/>
                  <a:gd name="T11" fmla="*/ 34 h 208"/>
                  <a:gd name="T12" fmla="*/ 221 w 242"/>
                  <a:gd name="T13" fmla="*/ 61 h 208"/>
                  <a:gd name="T14" fmla="*/ 220 w 242"/>
                  <a:gd name="T15" fmla="*/ 72 h 208"/>
                  <a:gd name="T16" fmla="*/ 229 w 242"/>
                  <a:gd name="T17" fmla="*/ 111 h 208"/>
                  <a:gd name="T18" fmla="*/ 233 w 242"/>
                  <a:gd name="T19" fmla="*/ 136 h 208"/>
                  <a:gd name="T20" fmla="*/ 217 w 242"/>
                  <a:gd name="T21" fmla="*/ 145 h 208"/>
                  <a:gd name="T22" fmla="*/ 194 w 242"/>
                  <a:gd name="T23" fmla="*/ 146 h 208"/>
                  <a:gd name="T24" fmla="*/ 183 w 242"/>
                  <a:gd name="T25" fmla="*/ 177 h 208"/>
                  <a:gd name="T26" fmla="*/ 127 w 242"/>
                  <a:gd name="T27" fmla="*/ 189 h 208"/>
                  <a:gd name="T28" fmla="*/ 105 w 242"/>
                  <a:gd name="T29" fmla="*/ 170 h 208"/>
                  <a:gd name="T30" fmla="*/ 100 w 242"/>
                  <a:gd name="T31" fmla="*/ 171 h 208"/>
                  <a:gd name="T32" fmla="*/ 83 w 242"/>
                  <a:gd name="T33" fmla="*/ 181 h 208"/>
                  <a:gd name="T34" fmla="*/ 63 w 242"/>
                  <a:gd name="T35" fmla="*/ 173 h 208"/>
                  <a:gd name="T36" fmla="*/ 61 w 242"/>
                  <a:gd name="T37" fmla="*/ 149 h 208"/>
                  <a:gd name="T38" fmla="*/ 14 w 242"/>
                  <a:gd name="T39" fmla="*/ 195 h 208"/>
                  <a:gd name="T40" fmla="*/ 42 w 242"/>
                  <a:gd name="T41" fmla="*/ 142 h 208"/>
                  <a:gd name="T42" fmla="*/ 14 w 242"/>
                  <a:gd name="T43" fmla="*/ 118 h 208"/>
                  <a:gd name="T44" fmla="*/ 9 w 242"/>
                  <a:gd name="T45" fmla="*/ 85 h 208"/>
                  <a:gd name="T46" fmla="*/ 18 w 242"/>
                  <a:gd name="T47" fmla="*/ 80 h 208"/>
                  <a:gd name="T48" fmla="*/ 45 w 242"/>
                  <a:gd name="T49" fmla="*/ 65 h 208"/>
                  <a:gd name="T50" fmla="*/ 44 w 242"/>
                  <a:gd name="T51" fmla="*/ 30 h 208"/>
                  <a:gd name="T52" fmla="*/ 82 w 242"/>
                  <a:gd name="T53" fmla="*/ 11 h 208"/>
                  <a:gd name="T54" fmla="*/ 122 w 242"/>
                  <a:gd name="T55" fmla="*/ 29 h 208"/>
                  <a:gd name="T56" fmla="*/ 122 w 242"/>
                  <a:gd name="T57" fmla="*/ 30 h 208"/>
                  <a:gd name="T58" fmla="*/ 142 w 242"/>
                  <a:gd name="T59" fmla="*/ 0 h 208"/>
                  <a:gd name="T60" fmla="*/ 123 w 242"/>
                  <a:gd name="T61" fmla="*/ 22 h 208"/>
                  <a:gd name="T62" fmla="*/ 65 w 242"/>
                  <a:gd name="T63" fmla="*/ 9 h 208"/>
                  <a:gd name="T64" fmla="*/ 35 w 242"/>
                  <a:gd name="T65" fmla="*/ 56 h 208"/>
                  <a:gd name="T66" fmla="*/ 23 w 242"/>
                  <a:gd name="T67" fmla="*/ 75 h 208"/>
                  <a:gd name="T68" fmla="*/ 17 w 242"/>
                  <a:gd name="T69" fmla="*/ 74 h 208"/>
                  <a:gd name="T70" fmla="*/ 0 w 242"/>
                  <a:gd name="T71" fmla="*/ 96 h 208"/>
                  <a:gd name="T72" fmla="*/ 18 w 242"/>
                  <a:gd name="T73" fmla="*/ 126 h 208"/>
                  <a:gd name="T74" fmla="*/ 29 w 242"/>
                  <a:gd name="T75" fmla="*/ 160 h 208"/>
                  <a:gd name="T76" fmla="*/ 1 w 242"/>
                  <a:gd name="T77" fmla="*/ 203 h 208"/>
                  <a:gd name="T78" fmla="*/ 1 w 242"/>
                  <a:gd name="T79" fmla="*/ 205 h 208"/>
                  <a:gd name="T80" fmla="*/ 4 w 242"/>
                  <a:gd name="T81" fmla="*/ 208 h 208"/>
                  <a:gd name="T82" fmla="*/ 18 w 242"/>
                  <a:gd name="T83" fmla="*/ 200 h 208"/>
                  <a:gd name="T84" fmla="*/ 57 w 242"/>
                  <a:gd name="T85" fmla="*/ 160 h 208"/>
                  <a:gd name="T86" fmla="*/ 57 w 242"/>
                  <a:gd name="T87" fmla="*/ 176 h 208"/>
                  <a:gd name="T88" fmla="*/ 83 w 242"/>
                  <a:gd name="T89" fmla="*/ 187 h 208"/>
                  <a:gd name="T90" fmla="*/ 99 w 242"/>
                  <a:gd name="T91" fmla="*/ 180 h 208"/>
                  <a:gd name="T92" fmla="*/ 105 w 242"/>
                  <a:gd name="T93" fmla="*/ 176 h 208"/>
                  <a:gd name="T94" fmla="*/ 123 w 242"/>
                  <a:gd name="T95" fmla="*/ 193 h 208"/>
                  <a:gd name="T96" fmla="*/ 146 w 242"/>
                  <a:gd name="T97" fmla="*/ 198 h 208"/>
                  <a:gd name="T98" fmla="*/ 189 w 242"/>
                  <a:gd name="T99" fmla="*/ 178 h 208"/>
                  <a:gd name="T100" fmla="*/ 192 w 242"/>
                  <a:gd name="T101" fmla="*/ 157 h 208"/>
                  <a:gd name="T102" fmla="*/ 216 w 242"/>
                  <a:gd name="T103" fmla="*/ 151 h 208"/>
                  <a:gd name="T104" fmla="*/ 230 w 242"/>
                  <a:gd name="T105" fmla="*/ 147 h 208"/>
                  <a:gd name="T106" fmla="*/ 240 w 242"/>
                  <a:gd name="T107" fmla="*/ 110 h 208"/>
                  <a:gd name="T108" fmla="*/ 237 w 242"/>
                  <a:gd name="T109" fmla="*/ 108 h 208"/>
                  <a:gd name="T110" fmla="*/ 219 w 242"/>
                  <a:gd name="T111" fmla="*/ 91 h 208"/>
                  <a:gd name="T112" fmla="*/ 225 w 242"/>
                  <a:gd name="T113" fmla="*/ 75 h 208"/>
                  <a:gd name="T114" fmla="*/ 198 w 242"/>
                  <a:gd name="T115" fmla="*/ 26 h 208"/>
                  <a:gd name="T116" fmla="*/ 196 w 242"/>
                  <a:gd name="T117" fmla="*/ 26 h 208"/>
                  <a:gd name="T118" fmla="*/ 174 w 242"/>
                  <a:gd name="T119" fmla="*/ 30 h 208"/>
                  <a:gd name="T120" fmla="*/ 163 w 242"/>
                  <a:gd name="T121" fmla="*/ 23 h 208"/>
                  <a:gd name="T122" fmla="*/ 164 w 242"/>
                  <a:gd name="T123" fmla="*/ 16 h 208"/>
                  <a:gd name="T124" fmla="*/ 142 w 242"/>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08">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3" name="Freeform 746">
                <a:extLst>
                  <a:ext uri="{FF2B5EF4-FFF2-40B4-BE49-F238E27FC236}">
                    <a16:creationId xmlns:a16="http://schemas.microsoft.com/office/drawing/2014/main" id="{ECB5D80D-D4C2-41C9-81E9-D5C4B7E17CA8}"/>
                  </a:ext>
                </a:extLst>
              </p:cNvPr>
              <p:cNvSpPr>
                <a:spLocks/>
              </p:cNvSpPr>
              <p:nvPr userDrawn="1"/>
            </p:nvSpPr>
            <p:spPr bwMode="auto">
              <a:xfrm>
                <a:off x="-3577" y="1888"/>
                <a:ext cx="1" cy="3"/>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4" name="Freeform 747">
                <a:extLst>
                  <a:ext uri="{FF2B5EF4-FFF2-40B4-BE49-F238E27FC236}">
                    <a16:creationId xmlns:a16="http://schemas.microsoft.com/office/drawing/2014/main" id="{CE3224EE-A129-44BF-BE31-4B70B4C00227}"/>
                  </a:ext>
                </a:extLst>
              </p:cNvPr>
              <p:cNvSpPr>
                <a:spLocks noEditPoints="1"/>
              </p:cNvSpPr>
              <p:nvPr userDrawn="1"/>
            </p:nvSpPr>
            <p:spPr bwMode="auto">
              <a:xfrm>
                <a:off x="-2938" y="1195"/>
                <a:ext cx="67" cy="64"/>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5" name="Freeform 748">
                <a:extLst>
                  <a:ext uri="{FF2B5EF4-FFF2-40B4-BE49-F238E27FC236}">
                    <a16:creationId xmlns:a16="http://schemas.microsoft.com/office/drawing/2014/main" id="{E9F26A21-3714-49B4-AB15-9746091462D6}"/>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close/>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close/>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6" name="Freeform 749">
                <a:extLst>
                  <a:ext uri="{FF2B5EF4-FFF2-40B4-BE49-F238E27FC236}">
                    <a16:creationId xmlns:a16="http://schemas.microsoft.com/office/drawing/2014/main" id="{293014EC-52DC-448E-9E49-2D867C1AB64C}"/>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7" name="Freeform 750">
                <a:extLst>
                  <a:ext uri="{FF2B5EF4-FFF2-40B4-BE49-F238E27FC236}">
                    <a16:creationId xmlns:a16="http://schemas.microsoft.com/office/drawing/2014/main" id="{733836E1-1151-404F-B658-F40C845B9657}"/>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close/>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8" name="Freeform 751">
                <a:extLst>
                  <a:ext uri="{FF2B5EF4-FFF2-40B4-BE49-F238E27FC236}">
                    <a16:creationId xmlns:a16="http://schemas.microsoft.com/office/drawing/2014/main" id="{503396CB-A49C-4152-9F86-C74B4DD34308}"/>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9" name="Freeform 752">
                <a:extLst>
                  <a:ext uri="{FF2B5EF4-FFF2-40B4-BE49-F238E27FC236}">
                    <a16:creationId xmlns:a16="http://schemas.microsoft.com/office/drawing/2014/main" id="{B3D6718C-B549-4E77-B6C0-24AF54AC0EA2}"/>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close/>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0" name="Freeform 753">
                <a:extLst>
                  <a:ext uri="{FF2B5EF4-FFF2-40B4-BE49-F238E27FC236}">
                    <a16:creationId xmlns:a16="http://schemas.microsoft.com/office/drawing/2014/main" id="{B6C98248-2A7A-4DE7-A09B-DC1F5224945E}"/>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1" name="Freeform 754">
                <a:extLst>
                  <a:ext uri="{FF2B5EF4-FFF2-40B4-BE49-F238E27FC236}">
                    <a16:creationId xmlns:a16="http://schemas.microsoft.com/office/drawing/2014/main" id="{50836C00-C8DC-45EC-A46E-8B2121A0374E}"/>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close/>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close/>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2" name="Freeform 755">
                <a:extLst>
                  <a:ext uri="{FF2B5EF4-FFF2-40B4-BE49-F238E27FC236}">
                    <a16:creationId xmlns:a16="http://schemas.microsoft.com/office/drawing/2014/main" id="{B719C2EB-B13A-4615-8041-50C2850FB11A}"/>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3" name="Freeform 756">
                <a:extLst>
                  <a:ext uri="{FF2B5EF4-FFF2-40B4-BE49-F238E27FC236}">
                    <a16:creationId xmlns:a16="http://schemas.microsoft.com/office/drawing/2014/main" id="{3EE30807-3469-4CA0-81DB-56BEC8C1708C}"/>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close/>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4" name="Freeform 757">
                <a:extLst>
                  <a:ext uri="{FF2B5EF4-FFF2-40B4-BE49-F238E27FC236}">
                    <a16:creationId xmlns:a16="http://schemas.microsoft.com/office/drawing/2014/main" id="{8FA0DBDA-4039-4964-B366-34257C41B556}"/>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5" name="Freeform 758">
                <a:extLst>
                  <a:ext uri="{FF2B5EF4-FFF2-40B4-BE49-F238E27FC236}">
                    <a16:creationId xmlns:a16="http://schemas.microsoft.com/office/drawing/2014/main" id="{E153C605-4890-443A-9C9E-888B8408026A}"/>
                  </a:ext>
                </a:extLst>
              </p:cNvPr>
              <p:cNvSpPr>
                <a:spLocks noEditPoints="1"/>
              </p:cNvSpPr>
              <p:nvPr userDrawn="1"/>
            </p:nvSpPr>
            <p:spPr bwMode="auto">
              <a:xfrm>
                <a:off x="-1981" y="1996"/>
                <a:ext cx="167" cy="163"/>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6" name="Freeform 759">
                <a:extLst>
                  <a:ext uri="{FF2B5EF4-FFF2-40B4-BE49-F238E27FC236}">
                    <a16:creationId xmlns:a16="http://schemas.microsoft.com/office/drawing/2014/main" id="{14F26953-592F-4AE3-8E7D-FED33D25ACF9}"/>
                  </a:ext>
                </a:extLst>
              </p:cNvPr>
              <p:cNvSpPr>
                <a:spLocks noEditPoints="1"/>
              </p:cNvSpPr>
              <p:nvPr userDrawn="1"/>
            </p:nvSpPr>
            <p:spPr bwMode="auto">
              <a:xfrm>
                <a:off x="-2620" y="1536"/>
                <a:ext cx="147" cy="144"/>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7" name="Freeform 760">
                <a:extLst>
                  <a:ext uri="{FF2B5EF4-FFF2-40B4-BE49-F238E27FC236}">
                    <a16:creationId xmlns:a16="http://schemas.microsoft.com/office/drawing/2014/main" id="{7A0B561A-9EA8-4EE4-9880-441A36FA29B7}"/>
                  </a:ext>
                </a:extLst>
              </p:cNvPr>
              <p:cNvSpPr>
                <a:spLocks noEditPoints="1"/>
              </p:cNvSpPr>
              <p:nvPr userDrawn="1"/>
            </p:nvSpPr>
            <p:spPr bwMode="auto">
              <a:xfrm>
                <a:off x="-2147" y="1550"/>
                <a:ext cx="98" cy="95"/>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8" name="Freeform 761">
                <a:extLst>
                  <a:ext uri="{FF2B5EF4-FFF2-40B4-BE49-F238E27FC236}">
                    <a16:creationId xmlns:a16="http://schemas.microsoft.com/office/drawing/2014/main" id="{89A14C0D-6AD6-4E3B-8539-EE4D95C0994A}"/>
                  </a:ext>
                </a:extLst>
              </p:cNvPr>
              <p:cNvSpPr>
                <a:spLocks noEditPoints="1"/>
              </p:cNvSpPr>
              <p:nvPr userDrawn="1"/>
            </p:nvSpPr>
            <p:spPr bwMode="auto">
              <a:xfrm>
                <a:off x="-1970" y="1227"/>
                <a:ext cx="96" cy="92"/>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9" name="Freeform 762">
                <a:extLst>
                  <a:ext uri="{FF2B5EF4-FFF2-40B4-BE49-F238E27FC236}">
                    <a16:creationId xmlns:a16="http://schemas.microsoft.com/office/drawing/2014/main" id="{30E45C22-66E4-48FB-9257-5A09248B9C88}"/>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close/>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0" name="Freeform 763">
                <a:extLst>
                  <a:ext uri="{FF2B5EF4-FFF2-40B4-BE49-F238E27FC236}">
                    <a16:creationId xmlns:a16="http://schemas.microsoft.com/office/drawing/2014/main" id="{61C2F5A3-586C-4350-8CF9-43D9CB2551F6}"/>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1" name="Freeform 764">
                <a:extLst>
                  <a:ext uri="{FF2B5EF4-FFF2-40B4-BE49-F238E27FC236}">
                    <a16:creationId xmlns:a16="http://schemas.microsoft.com/office/drawing/2014/main" id="{810150E3-7A0D-4787-98D5-F789F1E2BECE}"/>
                  </a:ext>
                </a:extLst>
              </p:cNvPr>
              <p:cNvSpPr>
                <a:spLocks noEditPoints="1"/>
              </p:cNvSpPr>
              <p:nvPr userDrawn="1"/>
            </p:nvSpPr>
            <p:spPr bwMode="auto">
              <a:xfrm>
                <a:off x="-2191" y="1972"/>
                <a:ext cx="63" cy="60"/>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2" name="Freeform 765">
                <a:extLst>
                  <a:ext uri="{FF2B5EF4-FFF2-40B4-BE49-F238E27FC236}">
                    <a16:creationId xmlns:a16="http://schemas.microsoft.com/office/drawing/2014/main" id="{A8BE2041-DD9A-4D7A-811A-B1DB47DEB31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close/>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3" name="Freeform 766">
                <a:extLst>
                  <a:ext uri="{FF2B5EF4-FFF2-40B4-BE49-F238E27FC236}">
                    <a16:creationId xmlns:a16="http://schemas.microsoft.com/office/drawing/2014/main" id="{873F2551-7D99-4600-BD8D-724B8E12330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4" name="Freeform 767">
                <a:extLst>
                  <a:ext uri="{FF2B5EF4-FFF2-40B4-BE49-F238E27FC236}">
                    <a16:creationId xmlns:a16="http://schemas.microsoft.com/office/drawing/2014/main" id="{BA70778B-28D5-4D93-9086-208F63FD43C8}"/>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5" name="Freeform 768">
                <a:extLst>
                  <a:ext uri="{FF2B5EF4-FFF2-40B4-BE49-F238E27FC236}">
                    <a16:creationId xmlns:a16="http://schemas.microsoft.com/office/drawing/2014/main" id="{305244B0-722C-451A-B60A-6F714C2AF5B7}"/>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6" name="Freeform 769">
                <a:extLst>
                  <a:ext uri="{FF2B5EF4-FFF2-40B4-BE49-F238E27FC236}">
                    <a16:creationId xmlns:a16="http://schemas.microsoft.com/office/drawing/2014/main" id="{DA0129E9-94ED-405F-B698-FDBAF7889D29}"/>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close/>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close/>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7" name="Freeform 770">
                <a:extLst>
                  <a:ext uri="{FF2B5EF4-FFF2-40B4-BE49-F238E27FC236}">
                    <a16:creationId xmlns:a16="http://schemas.microsoft.com/office/drawing/2014/main" id="{BEB51248-0506-4C6A-8C75-579CB4E34F8B}"/>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8" name="Freeform 771">
                <a:extLst>
                  <a:ext uri="{FF2B5EF4-FFF2-40B4-BE49-F238E27FC236}">
                    <a16:creationId xmlns:a16="http://schemas.microsoft.com/office/drawing/2014/main" id="{BFE8E9AB-EEC4-4806-8BF6-3DD1974617C0}"/>
                  </a:ext>
                </a:extLst>
              </p:cNvPr>
              <p:cNvSpPr>
                <a:spLocks noEditPoints="1"/>
              </p:cNvSpPr>
              <p:nvPr userDrawn="1"/>
            </p:nvSpPr>
            <p:spPr bwMode="auto">
              <a:xfrm>
                <a:off x="-3112" y="1529"/>
                <a:ext cx="164" cy="160"/>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9" name="Freeform 772">
                <a:extLst>
                  <a:ext uri="{FF2B5EF4-FFF2-40B4-BE49-F238E27FC236}">
                    <a16:creationId xmlns:a16="http://schemas.microsoft.com/office/drawing/2014/main" id="{10830F6D-FF9A-478C-94D9-895453D99026}"/>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close/>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close/>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0" name="Freeform 773">
                <a:extLst>
                  <a:ext uri="{FF2B5EF4-FFF2-40B4-BE49-F238E27FC236}">
                    <a16:creationId xmlns:a16="http://schemas.microsoft.com/office/drawing/2014/main" id="{AA6ABF53-2E53-4862-AAE3-206AED35BA39}"/>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1" name="Freeform 774">
                <a:extLst>
                  <a:ext uri="{FF2B5EF4-FFF2-40B4-BE49-F238E27FC236}">
                    <a16:creationId xmlns:a16="http://schemas.microsoft.com/office/drawing/2014/main" id="{024CD5AB-1B25-4BE0-B8C8-CF59F9E36C19}"/>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2" name="Freeform 775">
                <a:extLst>
                  <a:ext uri="{FF2B5EF4-FFF2-40B4-BE49-F238E27FC236}">
                    <a16:creationId xmlns:a16="http://schemas.microsoft.com/office/drawing/2014/main" id="{70C5452A-E6B8-4523-8167-3D52DAE9DDCD}"/>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3" name="Freeform 776">
                <a:extLst>
                  <a:ext uri="{FF2B5EF4-FFF2-40B4-BE49-F238E27FC236}">
                    <a16:creationId xmlns:a16="http://schemas.microsoft.com/office/drawing/2014/main" id="{BD37B1CA-54A6-4505-9068-1AEDE0B85E57}"/>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close/>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4" name="Freeform 777">
                <a:extLst>
                  <a:ext uri="{FF2B5EF4-FFF2-40B4-BE49-F238E27FC236}">
                    <a16:creationId xmlns:a16="http://schemas.microsoft.com/office/drawing/2014/main" id="{5B29705B-3CE6-4D6E-8A15-F29B9E3341CD}"/>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5" name="Freeform 778">
                <a:extLst>
                  <a:ext uri="{FF2B5EF4-FFF2-40B4-BE49-F238E27FC236}">
                    <a16:creationId xmlns:a16="http://schemas.microsoft.com/office/drawing/2014/main" id="{AAEF7403-E292-4DC2-9818-07A7B98FC228}"/>
                  </a:ext>
                </a:extLst>
              </p:cNvPr>
              <p:cNvSpPr>
                <a:spLocks noEditPoints="1"/>
              </p:cNvSpPr>
              <p:nvPr userDrawn="1"/>
            </p:nvSpPr>
            <p:spPr bwMode="auto">
              <a:xfrm>
                <a:off x="-3005" y="1363"/>
                <a:ext cx="59" cy="5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6" name="Freeform 779">
                <a:extLst>
                  <a:ext uri="{FF2B5EF4-FFF2-40B4-BE49-F238E27FC236}">
                    <a16:creationId xmlns:a16="http://schemas.microsoft.com/office/drawing/2014/main" id="{2FB01709-DA74-46B9-BB29-9F8C27A8C1F9}"/>
                  </a:ext>
                </a:extLst>
              </p:cNvPr>
              <p:cNvSpPr>
                <a:spLocks noEditPoints="1"/>
              </p:cNvSpPr>
              <p:nvPr userDrawn="1"/>
            </p:nvSpPr>
            <p:spPr bwMode="auto">
              <a:xfrm>
                <a:off x="-2972" y="1419"/>
                <a:ext cx="13" cy="14"/>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7" name="Freeform 780">
                <a:extLst>
                  <a:ext uri="{FF2B5EF4-FFF2-40B4-BE49-F238E27FC236}">
                    <a16:creationId xmlns:a16="http://schemas.microsoft.com/office/drawing/2014/main" id="{A8154CE6-CCEB-4DD0-9DAD-939320843DB0}"/>
                  </a:ext>
                </a:extLst>
              </p:cNvPr>
              <p:cNvSpPr>
                <a:spLocks/>
              </p:cNvSpPr>
              <p:nvPr userDrawn="1"/>
            </p:nvSpPr>
            <p:spPr bwMode="auto">
              <a:xfrm>
                <a:off x="-2970" y="1419"/>
                <a:ext cx="5" cy="2"/>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8" name="Freeform 781">
                <a:extLst>
                  <a:ext uri="{FF2B5EF4-FFF2-40B4-BE49-F238E27FC236}">
                    <a16:creationId xmlns:a16="http://schemas.microsoft.com/office/drawing/2014/main" id="{486BE295-B7A6-4384-833E-9DFD046B087E}"/>
                  </a:ext>
                </a:extLst>
              </p:cNvPr>
              <p:cNvSpPr>
                <a:spLocks/>
              </p:cNvSpPr>
              <p:nvPr userDrawn="1"/>
            </p:nvSpPr>
            <p:spPr bwMode="auto">
              <a:xfrm>
                <a:off x="-2968" y="1431"/>
                <a:ext cx="11" cy="11"/>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9" name="Freeform 782">
                <a:extLst>
                  <a:ext uri="{FF2B5EF4-FFF2-40B4-BE49-F238E27FC236}">
                    <a16:creationId xmlns:a16="http://schemas.microsoft.com/office/drawing/2014/main" id="{505DE1F8-1750-4BDD-B3AC-02E392DD5622}"/>
                  </a:ext>
                </a:extLst>
              </p:cNvPr>
              <p:cNvSpPr>
                <a:spLocks/>
              </p:cNvSpPr>
              <p:nvPr userDrawn="1"/>
            </p:nvSpPr>
            <p:spPr bwMode="auto">
              <a:xfrm>
                <a:off x="-2966" y="1431"/>
                <a:ext cx="4" cy="2"/>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0" name="Freeform 783">
                <a:extLst>
                  <a:ext uri="{FF2B5EF4-FFF2-40B4-BE49-F238E27FC236}">
                    <a16:creationId xmlns:a16="http://schemas.microsoft.com/office/drawing/2014/main" id="{65CEBAAD-B1E2-4BD0-815D-CDEEE4209819}"/>
                  </a:ext>
                </a:extLst>
              </p:cNvPr>
              <p:cNvSpPr>
                <a:spLocks noEditPoints="1"/>
              </p:cNvSpPr>
              <p:nvPr userDrawn="1"/>
            </p:nvSpPr>
            <p:spPr bwMode="auto">
              <a:xfrm>
                <a:off x="-2959" y="1436"/>
                <a:ext cx="10" cy="10"/>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1" name="Freeform 784">
                <a:extLst>
                  <a:ext uri="{FF2B5EF4-FFF2-40B4-BE49-F238E27FC236}">
                    <a16:creationId xmlns:a16="http://schemas.microsoft.com/office/drawing/2014/main" id="{6A1752CB-F670-4C97-BE7C-7250875DD88D}"/>
                  </a:ext>
                </a:extLst>
              </p:cNvPr>
              <p:cNvSpPr>
                <a:spLocks/>
              </p:cNvSpPr>
              <p:nvPr userDrawn="1"/>
            </p:nvSpPr>
            <p:spPr bwMode="auto">
              <a:xfrm>
                <a:off x="-2959" y="1438"/>
                <a:ext cx="2"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2" name="Freeform 785">
                <a:extLst>
                  <a:ext uri="{FF2B5EF4-FFF2-40B4-BE49-F238E27FC236}">
                    <a16:creationId xmlns:a16="http://schemas.microsoft.com/office/drawing/2014/main" id="{1EC56B21-28BF-4E72-A24B-7448BE280491}"/>
                  </a:ext>
                </a:extLst>
              </p:cNvPr>
              <p:cNvSpPr>
                <a:spLocks noEditPoints="1"/>
              </p:cNvSpPr>
              <p:nvPr userDrawn="1"/>
            </p:nvSpPr>
            <p:spPr bwMode="auto">
              <a:xfrm>
                <a:off x="-2159" y="1839"/>
                <a:ext cx="60"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3" name="Freeform 786">
                <a:extLst>
                  <a:ext uri="{FF2B5EF4-FFF2-40B4-BE49-F238E27FC236}">
                    <a16:creationId xmlns:a16="http://schemas.microsoft.com/office/drawing/2014/main" id="{46C3BC02-83B9-466E-BAF4-E9F8A62A9150}"/>
                  </a:ext>
                </a:extLst>
              </p:cNvPr>
              <p:cNvSpPr>
                <a:spLocks noEditPoints="1"/>
              </p:cNvSpPr>
              <p:nvPr userDrawn="1"/>
            </p:nvSpPr>
            <p:spPr bwMode="auto">
              <a:xfrm>
                <a:off x="-2160" y="1887"/>
                <a:ext cx="14" cy="13"/>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4" name="Freeform 787">
                <a:extLst>
                  <a:ext uri="{FF2B5EF4-FFF2-40B4-BE49-F238E27FC236}">
                    <a16:creationId xmlns:a16="http://schemas.microsoft.com/office/drawing/2014/main" id="{1CE7E908-9753-4461-AF4F-8E7994547E53}"/>
                  </a:ext>
                </a:extLst>
              </p:cNvPr>
              <p:cNvSpPr>
                <a:spLocks/>
              </p:cNvSpPr>
              <p:nvPr userDrawn="1"/>
            </p:nvSpPr>
            <p:spPr bwMode="auto">
              <a:xfrm>
                <a:off x="-2150" y="1887"/>
                <a:ext cx="3" cy="4"/>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5" name="Freeform 788">
                <a:extLst>
                  <a:ext uri="{FF2B5EF4-FFF2-40B4-BE49-F238E27FC236}">
                    <a16:creationId xmlns:a16="http://schemas.microsoft.com/office/drawing/2014/main" id="{D29A2CBD-C55D-4C80-842F-ED8B31DEF1A8}"/>
                  </a:ext>
                </a:extLst>
              </p:cNvPr>
              <p:cNvSpPr>
                <a:spLocks noEditPoints="1"/>
              </p:cNvSpPr>
              <p:nvPr userDrawn="1"/>
            </p:nvSpPr>
            <p:spPr bwMode="auto">
              <a:xfrm>
                <a:off x="-2166" y="1897"/>
                <a:ext cx="10" cy="10"/>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6" name="Freeform 789">
                <a:extLst>
                  <a:ext uri="{FF2B5EF4-FFF2-40B4-BE49-F238E27FC236}">
                    <a16:creationId xmlns:a16="http://schemas.microsoft.com/office/drawing/2014/main" id="{1E130F2D-7DAA-41CC-A872-C68DEE6A5227}"/>
                  </a:ext>
                </a:extLst>
              </p:cNvPr>
              <p:cNvSpPr>
                <a:spLocks/>
              </p:cNvSpPr>
              <p:nvPr userDrawn="1"/>
            </p:nvSpPr>
            <p:spPr bwMode="auto">
              <a:xfrm>
                <a:off x="-2159" y="1897"/>
                <a:ext cx="3"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0"/>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7" name="Freeform 790">
                <a:extLst>
                  <a:ext uri="{FF2B5EF4-FFF2-40B4-BE49-F238E27FC236}">
                    <a16:creationId xmlns:a16="http://schemas.microsoft.com/office/drawing/2014/main" id="{C25F83FE-789E-452B-A74F-139F27B69C0A}"/>
                  </a:ext>
                </a:extLst>
              </p:cNvPr>
              <p:cNvSpPr>
                <a:spLocks noEditPoints="1"/>
              </p:cNvSpPr>
              <p:nvPr userDrawn="1"/>
            </p:nvSpPr>
            <p:spPr bwMode="auto">
              <a:xfrm>
                <a:off x="-2165" y="1907"/>
                <a:ext cx="9" cy="10"/>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8" name="Freeform 791">
                <a:extLst>
                  <a:ext uri="{FF2B5EF4-FFF2-40B4-BE49-F238E27FC236}">
                    <a16:creationId xmlns:a16="http://schemas.microsoft.com/office/drawing/2014/main" id="{768C0A21-3E05-41DE-8227-BEA3370B3787}"/>
                  </a:ext>
                </a:extLst>
              </p:cNvPr>
              <p:cNvSpPr>
                <a:spLocks/>
              </p:cNvSpPr>
              <p:nvPr userDrawn="1"/>
            </p:nvSpPr>
            <p:spPr bwMode="auto">
              <a:xfrm>
                <a:off x="-2162" y="1907"/>
                <a:ext cx="3"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9" name="Freeform 792">
                <a:extLst>
                  <a:ext uri="{FF2B5EF4-FFF2-40B4-BE49-F238E27FC236}">
                    <a16:creationId xmlns:a16="http://schemas.microsoft.com/office/drawing/2014/main" id="{A593A12C-D9A7-46B9-9C83-A88C9113DD81}"/>
                  </a:ext>
                </a:extLst>
              </p:cNvPr>
              <p:cNvSpPr>
                <a:spLocks noEditPoints="1"/>
              </p:cNvSpPr>
              <p:nvPr userDrawn="1"/>
            </p:nvSpPr>
            <p:spPr bwMode="auto">
              <a:xfrm>
                <a:off x="-2061" y="1695"/>
                <a:ext cx="100" cy="99"/>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0" name="Freeform 793">
                <a:extLst>
                  <a:ext uri="{FF2B5EF4-FFF2-40B4-BE49-F238E27FC236}">
                    <a16:creationId xmlns:a16="http://schemas.microsoft.com/office/drawing/2014/main" id="{23984F2B-77CC-4677-B6C9-4E36CE56885F}"/>
                  </a:ext>
                </a:extLst>
              </p:cNvPr>
              <p:cNvSpPr>
                <a:spLocks noEditPoints="1"/>
              </p:cNvSpPr>
              <p:nvPr userDrawn="1"/>
            </p:nvSpPr>
            <p:spPr bwMode="auto">
              <a:xfrm>
                <a:off x="-2063" y="1780"/>
                <a:ext cx="21" cy="20"/>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6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1" name="Freeform 794">
                <a:extLst>
                  <a:ext uri="{FF2B5EF4-FFF2-40B4-BE49-F238E27FC236}">
                    <a16:creationId xmlns:a16="http://schemas.microsoft.com/office/drawing/2014/main" id="{8A6F426A-D44D-40C1-BE4A-973E7A521DF6}"/>
                  </a:ext>
                </a:extLst>
              </p:cNvPr>
              <p:cNvSpPr>
                <a:spLocks noEditPoints="1"/>
              </p:cNvSpPr>
              <p:nvPr userDrawn="1"/>
            </p:nvSpPr>
            <p:spPr bwMode="auto">
              <a:xfrm>
                <a:off x="-2075" y="1797"/>
                <a:ext cx="16" cy="16"/>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2" name="Freeform 795">
                <a:extLst>
                  <a:ext uri="{FF2B5EF4-FFF2-40B4-BE49-F238E27FC236}">
                    <a16:creationId xmlns:a16="http://schemas.microsoft.com/office/drawing/2014/main" id="{A8776D23-A6B5-4C63-AD5C-1B6B512A6CC1}"/>
                  </a:ext>
                </a:extLst>
              </p:cNvPr>
              <p:cNvSpPr>
                <a:spLocks noEditPoints="1"/>
              </p:cNvSpPr>
              <p:nvPr userDrawn="1"/>
            </p:nvSpPr>
            <p:spPr bwMode="auto">
              <a:xfrm>
                <a:off x="-2073" y="1815"/>
                <a:ext cx="14" cy="15"/>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10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3" name="Freeform 796">
                <a:extLst>
                  <a:ext uri="{FF2B5EF4-FFF2-40B4-BE49-F238E27FC236}">
                    <a16:creationId xmlns:a16="http://schemas.microsoft.com/office/drawing/2014/main" id="{10C89B1B-9E1C-49F1-AF9D-5AA7624B11F3}"/>
                  </a:ext>
                </a:extLst>
              </p:cNvPr>
              <p:cNvSpPr>
                <a:spLocks noEditPoints="1"/>
              </p:cNvSpPr>
              <p:nvPr userDrawn="1"/>
            </p:nvSpPr>
            <p:spPr bwMode="auto">
              <a:xfrm>
                <a:off x="-2259" y="110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8"/>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4" name="Freeform 797">
                <a:extLst>
                  <a:ext uri="{FF2B5EF4-FFF2-40B4-BE49-F238E27FC236}">
                    <a16:creationId xmlns:a16="http://schemas.microsoft.com/office/drawing/2014/main" id="{44DCE771-67BD-48DE-8BF4-25A2AA3C6E04}"/>
                  </a:ext>
                </a:extLst>
              </p:cNvPr>
              <p:cNvSpPr>
                <a:spLocks noEditPoints="1"/>
              </p:cNvSpPr>
              <p:nvPr userDrawn="1"/>
            </p:nvSpPr>
            <p:spPr bwMode="auto">
              <a:xfrm>
                <a:off x="-2261" y="1155"/>
                <a:ext cx="15" cy="14"/>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6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5" name="Freeform 798">
                <a:extLst>
                  <a:ext uri="{FF2B5EF4-FFF2-40B4-BE49-F238E27FC236}">
                    <a16:creationId xmlns:a16="http://schemas.microsoft.com/office/drawing/2014/main" id="{47906DDA-3CC7-4BC3-84FF-A48ED705DC6C}"/>
                  </a:ext>
                </a:extLst>
              </p:cNvPr>
              <p:cNvSpPr>
                <a:spLocks/>
              </p:cNvSpPr>
              <p:nvPr userDrawn="1"/>
            </p:nvSpPr>
            <p:spPr bwMode="auto">
              <a:xfrm>
                <a:off x="-2251" y="115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6" name="Freeform 799">
                <a:extLst>
                  <a:ext uri="{FF2B5EF4-FFF2-40B4-BE49-F238E27FC236}">
                    <a16:creationId xmlns:a16="http://schemas.microsoft.com/office/drawing/2014/main" id="{2A88AA41-8277-4F4B-874A-B436D800A272}"/>
                  </a:ext>
                </a:extLst>
              </p:cNvPr>
              <p:cNvSpPr>
                <a:spLocks noEditPoints="1"/>
              </p:cNvSpPr>
              <p:nvPr userDrawn="1"/>
            </p:nvSpPr>
            <p:spPr bwMode="auto">
              <a:xfrm>
                <a:off x="-2267" y="1165"/>
                <a:ext cx="12" cy="10"/>
              </a:xfrm>
              <a:custGeom>
                <a:avLst/>
                <a:gdLst>
                  <a:gd name="T0" fmla="*/ 7 w 15"/>
                  <a:gd name="T1" fmla="*/ 9 h 14"/>
                  <a:gd name="T2" fmla="*/ 6 w 15"/>
                  <a:gd name="T3" fmla="*/ 8 h 14"/>
                  <a:gd name="T4" fmla="*/ 6 w 15"/>
                  <a:gd name="T5" fmla="*/ 7 h 14"/>
                  <a:gd name="T6" fmla="*/ 6 w 15"/>
                  <a:gd name="T7" fmla="*/ 6 h 14"/>
                  <a:gd name="T8" fmla="*/ 7 w 15"/>
                  <a:gd name="T9" fmla="*/ 6 h 14"/>
                  <a:gd name="T10" fmla="*/ 8 w 15"/>
                  <a:gd name="T11" fmla="*/ 7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7 w 15"/>
                  <a:gd name="T27" fmla="*/ 9 h 14"/>
                  <a:gd name="T28" fmla="*/ 7 w 15"/>
                  <a:gd name="T29" fmla="*/ 0 h 14"/>
                  <a:gd name="T30" fmla="*/ 7 w 15"/>
                  <a:gd name="T31" fmla="*/ 0 h 14"/>
                  <a:gd name="T32" fmla="*/ 3 w 15"/>
                  <a:gd name="T33" fmla="*/ 1 h 14"/>
                  <a:gd name="T34" fmla="*/ 0 w 15"/>
                  <a:gd name="T35" fmla="*/ 7 h 14"/>
                  <a:gd name="T36" fmla="*/ 1 w 15"/>
                  <a:gd name="T37" fmla="*/ 11 h 14"/>
                  <a:gd name="T38" fmla="*/ 5 w 15"/>
                  <a:gd name="T39" fmla="*/ 14 h 14"/>
                  <a:gd name="T40" fmla="*/ 8 w 15"/>
                  <a:gd name="T41" fmla="*/ 14 h 14"/>
                  <a:gd name="T42" fmla="*/ 8 w 15"/>
                  <a:gd name="T43" fmla="*/ 14 h 14"/>
                  <a:gd name="T44" fmla="*/ 10 w 15"/>
                  <a:gd name="T45" fmla="*/ 14 h 14"/>
                  <a:gd name="T46" fmla="*/ 11 w 15"/>
                  <a:gd name="T47" fmla="*/ 14 h 14"/>
                  <a:gd name="T48" fmla="*/ 11 w 15"/>
                  <a:gd name="T49" fmla="*/ 14 h 14"/>
                  <a:gd name="T50" fmla="*/ 15 w 15"/>
                  <a:gd name="T51" fmla="*/ 7 h 14"/>
                  <a:gd name="T52" fmla="*/ 14 w 15"/>
                  <a:gd name="T53" fmla="*/ 4 h 14"/>
                  <a:gd name="T54" fmla="*/ 10 w 15"/>
                  <a:gd name="T55" fmla="*/ 1 h 14"/>
                  <a:gd name="T56" fmla="*/ 10 w 15"/>
                  <a:gd name="T57" fmla="*/ 0 h 14"/>
                  <a:gd name="T58" fmla="*/ 7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7" name="Freeform 800">
                <a:extLst>
                  <a:ext uri="{FF2B5EF4-FFF2-40B4-BE49-F238E27FC236}">
                    <a16:creationId xmlns:a16="http://schemas.microsoft.com/office/drawing/2014/main" id="{F381AB6A-8D00-48EC-98B8-BCB31B522337}"/>
                  </a:ext>
                </a:extLst>
              </p:cNvPr>
              <p:cNvSpPr>
                <a:spLocks/>
              </p:cNvSpPr>
              <p:nvPr userDrawn="1"/>
            </p:nvSpPr>
            <p:spPr bwMode="auto">
              <a:xfrm>
                <a:off x="-2259" y="1165"/>
                <a:ext cx="3" cy="3"/>
              </a:xfrm>
              <a:custGeom>
                <a:avLst/>
                <a:gdLst>
                  <a:gd name="T0" fmla="*/ 0 w 4"/>
                  <a:gd name="T1" fmla="*/ 0 h 4"/>
                  <a:gd name="T2" fmla="*/ 0 w 4"/>
                  <a:gd name="T3" fmla="*/ 1 h 4"/>
                  <a:gd name="T4" fmla="*/ 4 w 4"/>
                  <a:gd name="T5" fmla="*/ 4 h 4"/>
                  <a:gd name="T6" fmla="*/ 3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3"/>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8" name="Freeform 801">
                <a:extLst>
                  <a:ext uri="{FF2B5EF4-FFF2-40B4-BE49-F238E27FC236}">
                    <a16:creationId xmlns:a16="http://schemas.microsoft.com/office/drawing/2014/main" id="{5B2B800E-505A-4D45-91BC-D4A1D3F80A32}"/>
                  </a:ext>
                </a:extLst>
              </p:cNvPr>
              <p:cNvSpPr>
                <a:spLocks noEditPoints="1"/>
              </p:cNvSpPr>
              <p:nvPr userDrawn="1"/>
            </p:nvSpPr>
            <p:spPr bwMode="auto">
              <a:xfrm>
                <a:off x="-2266" y="1175"/>
                <a:ext cx="10" cy="10"/>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0"/>
                      <a:pt x="4"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9" name="Freeform 802">
                <a:extLst>
                  <a:ext uri="{FF2B5EF4-FFF2-40B4-BE49-F238E27FC236}">
                    <a16:creationId xmlns:a16="http://schemas.microsoft.com/office/drawing/2014/main" id="{D2F22CC9-4638-4F6C-9552-86F930A50D91}"/>
                  </a:ext>
                </a:extLst>
              </p:cNvPr>
              <p:cNvSpPr>
                <a:spLocks/>
              </p:cNvSpPr>
              <p:nvPr userDrawn="1"/>
            </p:nvSpPr>
            <p:spPr bwMode="auto">
              <a:xfrm>
                <a:off x="-2263" y="117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0" name="Freeform 803">
                <a:extLst>
                  <a:ext uri="{FF2B5EF4-FFF2-40B4-BE49-F238E27FC236}">
                    <a16:creationId xmlns:a16="http://schemas.microsoft.com/office/drawing/2014/main" id="{D0C44434-D5EB-41ED-ACC3-79A32F4DB111}"/>
                  </a:ext>
                </a:extLst>
              </p:cNvPr>
              <p:cNvSpPr>
                <a:spLocks noEditPoints="1"/>
              </p:cNvSpPr>
              <p:nvPr userDrawn="1"/>
            </p:nvSpPr>
            <p:spPr bwMode="auto">
              <a:xfrm>
                <a:off x="-2569" y="1307"/>
                <a:ext cx="83" cy="8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1" name="Freeform 804">
                <a:extLst>
                  <a:ext uri="{FF2B5EF4-FFF2-40B4-BE49-F238E27FC236}">
                    <a16:creationId xmlns:a16="http://schemas.microsoft.com/office/drawing/2014/main" id="{5088470E-1E56-4C52-91D1-7DC9C7673761}"/>
                  </a:ext>
                </a:extLst>
              </p:cNvPr>
              <p:cNvSpPr>
                <a:spLocks noEditPoints="1"/>
              </p:cNvSpPr>
              <p:nvPr userDrawn="1"/>
            </p:nvSpPr>
            <p:spPr bwMode="auto">
              <a:xfrm>
                <a:off x="-2522" y="1387"/>
                <a:ext cx="17" cy="18"/>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2" name="Freeform 805">
                <a:extLst>
                  <a:ext uri="{FF2B5EF4-FFF2-40B4-BE49-F238E27FC236}">
                    <a16:creationId xmlns:a16="http://schemas.microsoft.com/office/drawing/2014/main" id="{91D6DC72-0B82-46CA-BF8E-C3F7F678EB93}"/>
                  </a:ext>
                </a:extLst>
              </p:cNvPr>
              <p:cNvSpPr>
                <a:spLocks/>
              </p:cNvSpPr>
              <p:nvPr userDrawn="1"/>
            </p:nvSpPr>
            <p:spPr bwMode="auto">
              <a:xfrm>
                <a:off x="-2516" y="1405"/>
                <a:ext cx="14" cy="13"/>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3" name="Freeform 806">
                <a:extLst>
                  <a:ext uri="{FF2B5EF4-FFF2-40B4-BE49-F238E27FC236}">
                    <a16:creationId xmlns:a16="http://schemas.microsoft.com/office/drawing/2014/main" id="{A0559E40-7150-46F1-9378-1B72D76CCBEF}"/>
                  </a:ext>
                </a:extLst>
              </p:cNvPr>
              <p:cNvSpPr>
                <a:spLocks noEditPoints="1"/>
              </p:cNvSpPr>
              <p:nvPr userDrawn="1"/>
            </p:nvSpPr>
            <p:spPr bwMode="auto">
              <a:xfrm>
                <a:off x="-2503" y="1412"/>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4" name="Freeform 807">
                <a:extLst>
                  <a:ext uri="{FF2B5EF4-FFF2-40B4-BE49-F238E27FC236}">
                    <a16:creationId xmlns:a16="http://schemas.microsoft.com/office/drawing/2014/main" id="{43C08241-F76A-43C2-BACE-0FA12DE27866}"/>
                  </a:ext>
                </a:extLst>
              </p:cNvPr>
              <p:cNvSpPr>
                <a:spLocks noEditPoints="1"/>
              </p:cNvSpPr>
              <p:nvPr userDrawn="1"/>
            </p:nvSpPr>
            <p:spPr bwMode="auto">
              <a:xfrm>
                <a:off x="-2461" y="2018"/>
                <a:ext cx="97" cy="95"/>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745" name="Freeform 809">
              <a:extLst>
                <a:ext uri="{FF2B5EF4-FFF2-40B4-BE49-F238E27FC236}">
                  <a16:creationId xmlns:a16="http://schemas.microsoft.com/office/drawing/2014/main" id="{55AFEAE8-ED6A-4F66-BAA2-E3C6E88D9640}"/>
                </a:ext>
              </a:extLst>
            </p:cNvPr>
            <p:cNvSpPr>
              <a:spLocks noEditPoints="1"/>
            </p:cNvSpPr>
            <p:nvPr userDrawn="1"/>
          </p:nvSpPr>
          <p:spPr bwMode="auto">
            <a:xfrm>
              <a:off x="4895114" y="3832200"/>
              <a:ext cx="40138" cy="42146"/>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6" name="Freeform 810">
              <a:extLst>
                <a:ext uri="{FF2B5EF4-FFF2-40B4-BE49-F238E27FC236}">
                  <a16:creationId xmlns:a16="http://schemas.microsoft.com/office/drawing/2014/main" id="{12CC4DB3-0AA7-4197-AEBA-5FA1D75619AE}"/>
                </a:ext>
              </a:extLst>
            </p:cNvPr>
            <p:cNvSpPr>
              <a:spLocks/>
            </p:cNvSpPr>
            <p:nvPr userDrawn="1"/>
          </p:nvSpPr>
          <p:spPr bwMode="auto">
            <a:xfrm>
              <a:off x="4911169" y="3874345"/>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7" name="Freeform 811">
              <a:extLst>
                <a:ext uri="{FF2B5EF4-FFF2-40B4-BE49-F238E27FC236}">
                  <a16:creationId xmlns:a16="http://schemas.microsoft.com/office/drawing/2014/main" id="{65C24C49-62E4-4513-AC8F-2EEFEF0AA331}"/>
                </a:ext>
              </a:extLst>
            </p:cNvPr>
            <p:cNvSpPr>
              <a:spLocks noEditPoints="1"/>
            </p:cNvSpPr>
            <p:nvPr userDrawn="1"/>
          </p:nvSpPr>
          <p:spPr bwMode="auto">
            <a:xfrm>
              <a:off x="4943280" y="3892407"/>
              <a:ext cx="26091" cy="28097"/>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8" name="Freeform 812">
              <a:extLst>
                <a:ext uri="{FF2B5EF4-FFF2-40B4-BE49-F238E27FC236}">
                  <a16:creationId xmlns:a16="http://schemas.microsoft.com/office/drawing/2014/main" id="{21E414B8-6E71-40B6-AA10-CA29FCB6843E}"/>
                </a:ext>
              </a:extLst>
            </p:cNvPr>
            <p:cNvSpPr>
              <a:spLocks noEditPoints="1"/>
            </p:cNvSpPr>
            <p:nvPr userDrawn="1"/>
          </p:nvSpPr>
          <p:spPr bwMode="auto">
            <a:xfrm>
              <a:off x="4746602" y="2836771"/>
              <a:ext cx="164567" cy="162561"/>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9" name="Freeform 813">
              <a:extLst>
                <a:ext uri="{FF2B5EF4-FFF2-40B4-BE49-F238E27FC236}">
                  <a16:creationId xmlns:a16="http://schemas.microsoft.com/office/drawing/2014/main" id="{2A543E69-D479-4E73-9B73-C26CAFF0C399}"/>
                </a:ext>
              </a:extLst>
            </p:cNvPr>
            <p:cNvSpPr>
              <a:spLocks/>
            </p:cNvSpPr>
            <p:nvPr userDrawn="1"/>
          </p:nvSpPr>
          <p:spPr bwMode="auto">
            <a:xfrm>
              <a:off x="4838920" y="2997324"/>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0" name="Freeform 814">
              <a:extLst>
                <a:ext uri="{FF2B5EF4-FFF2-40B4-BE49-F238E27FC236}">
                  <a16:creationId xmlns:a16="http://schemas.microsoft.com/office/drawing/2014/main" id="{92E79D7F-2D7F-4113-91B8-6310D5A700BD}"/>
                </a:ext>
              </a:extLst>
            </p:cNvPr>
            <p:cNvSpPr>
              <a:spLocks/>
            </p:cNvSpPr>
            <p:nvPr userDrawn="1"/>
          </p:nvSpPr>
          <p:spPr bwMode="auto">
            <a:xfrm>
              <a:off x="4852968" y="3033449"/>
              <a:ext cx="26091" cy="26090"/>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1" name="Freeform 815">
              <a:extLst>
                <a:ext uri="{FF2B5EF4-FFF2-40B4-BE49-F238E27FC236}">
                  <a16:creationId xmlns:a16="http://schemas.microsoft.com/office/drawing/2014/main" id="{254B6641-569A-441B-9F12-8621A4B9D342}"/>
                </a:ext>
              </a:extLst>
            </p:cNvPr>
            <p:cNvSpPr>
              <a:spLocks noEditPoints="1"/>
            </p:cNvSpPr>
            <p:nvPr userDrawn="1"/>
          </p:nvSpPr>
          <p:spPr bwMode="auto">
            <a:xfrm>
              <a:off x="4879058" y="304749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2" name="Freeform 816">
              <a:extLst>
                <a:ext uri="{FF2B5EF4-FFF2-40B4-BE49-F238E27FC236}">
                  <a16:creationId xmlns:a16="http://schemas.microsoft.com/office/drawing/2014/main" id="{142B4A4B-EFC1-4154-80FC-73725D3FA69F}"/>
                </a:ext>
              </a:extLst>
            </p:cNvPr>
            <p:cNvSpPr>
              <a:spLocks noEditPoints="1"/>
            </p:cNvSpPr>
            <p:nvPr userDrawn="1"/>
          </p:nvSpPr>
          <p:spPr bwMode="auto">
            <a:xfrm>
              <a:off x="4343212" y="3053518"/>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3" name="Freeform 817">
              <a:extLst>
                <a:ext uri="{FF2B5EF4-FFF2-40B4-BE49-F238E27FC236}">
                  <a16:creationId xmlns:a16="http://schemas.microsoft.com/office/drawing/2014/main" id="{1B3FCF33-1A62-4BF9-A292-5392B0E89B04}"/>
                </a:ext>
              </a:extLst>
            </p:cNvPr>
            <p:cNvSpPr>
              <a:spLocks noEditPoints="1"/>
            </p:cNvSpPr>
            <p:nvPr userDrawn="1"/>
          </p:nvSpPr>
          <p:spPr bwMode="auto">
            <a:xfrm>
              <a:off x="4507779" y="3191994"/>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4" name="Freeform 818">
              <a:extLst>
                <a:ext uri="{FF2B5EF4-FFF2-40B4-BE49-F238E27FC236}">
                  <a16:creationId xmlns:a16="http://schemas.microsoft.com/office/drawing/2014/main" id="{BE69A2FC-CAC1-4561-993E-6307C0C4A1E1}"/>
                </a:ext>
              </a:extLst>
            </p:cNvPr>
            <p:cNvSpPr>
              <a:spLocks noEditPoints="1"/>
            </p:cNvSpPr>
            <p:nvPr userDrawn="1"/>
          </p:nvSpPr>
          <p:spPr bwMode="auto">
            <a:xfrm>
              <a:off x="4543903" y="3218085"/>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6 w 20"/>
                <a:gd name="T43" fmla="*/ 18 h 20"/>
                <a:gd name="T44" fmla="*/ 20 w 20"/>
                <a:gd name="T45" fmla="*/ 10 h 20"/>
                <a:gd name="T46" fmla="*/ 18 w 20"/>
                <a:gd name="T47" fmla="*/ 4 h 20"/>
                <a:gd name="T48" fmla="*/ 18 w 20"/>
                <a:gd name="T49" fmla="*/ 4 h 20"/>
                <a:gd name="T50" fmla="*/ 10 w 20"/>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5" name="Freeform 819">
              <a:extLst>
                <a:ext uri="{FF2B5EF4-FFF2-40B4-BE49-F238E27FC236}">
                  <a16:creationId xmlns:a16="http://schemas.microsoft.com/office/drawing/2014/main" id="{133969FE-2F89-4EBF-898F-E98DEBA55F6A}"/>
                </a:ext>
              </a:extLst>
            </p:cNvPr>
            <p:cNvSpPr>
              <a:spLocks noEditPoints="1"/>
            </p:cNvSpPr>
            <p:nvPr userDrawn="1"/>
          </p:nvSpPr>
          <p:spPr bwMode="auto">
            <a:xfrm>
              <a:off x="4576014" y="3216077"/>
              <a:ext cx="28097" cy="26090"/>
            </a:xfrm>
            <a:custGeom>
              <a:avLst/>
              <a:gdLst>
                <a:gd name="T0" fmla="*/ 7 w 18"/>
                <a:gd name="T1" fmla="*/ 11 h 18"/>
                <a:gd name="T2" fmla="*/ 6 w 18"/>
                <a:gd name="T3" fmla="*/ 9 h 18"/>
                <a:gd name="T4" fmla="*/ 7 w 18"/>
                <a:gd name="T5" fmla="*/ 7 h 18"/>
                <a:gd name="T6" fmla="*/ 9 w 18"/>
                <a:gd name="T7" fmla="*/ 6 h 18"/>
                <a:gd name="T8" fmla="*/ 11 w 18"/>
                <a:gd name="T9" fmla="*/ 8 h 18"/>
                <a:gd name="T10" fmla="*/ 11 w 18"/>
                <a:gd name="T11" fmla="*/ 8 h 18"/>
                <a:gd name="T12" fmla="*/ 12 w 18"/>
                <a:gd name="T13" fmla="*/ 9 h 18"/>
                <a:gd name="T14" fmla="*/ 11 w 18"/>
                <a:gd name="T15" fmla="*/ 11 h 18"/>
                <a:gd name="T16" fmla="*/ 9 w 18"/>
                <a:gd name="T17" fmla="*/ 12 h 18"/>
                <a:gd name="T18" fmla="*/ 7 w 18"/>
                <a:gd name="T19" fmla="*/ 11 h 18"/>
                <a:gd name="T20" fmla="*/ 7 w 18"/>
                <a:gd name="T21" fmla="*/ 11 h 18"/>
                <a:gd name="T22" fmla="*/ 9 w 18"/>
                <a:gd name="T23" fmla="*/ 0 h 18"/>
                <a:gd name="T24" fmla="*/ 9 w 18"/>
                <a:gd name="T25" fmla="*/ 0 h 18"/>
                <a:gd name="T26" fmla="*/ 9 w 18"/>
                <a:gd name="T27" fmla="*/ 0 h 18"/>
                <a:gd name="T28" fmla="*/ 4 w 18"/>
                <a:gd name="T29" fmla="*/ 2 h 18"/>
                <a:gd name="T30" fmla="*/ 0 w 18"/>
                <a:gd name="T31" fmla="*/ 9 h 18"/>
                <a:gd name="T32" fmla="*/ 2 w 18"/>
                <a:gd name="T33" fmla="*/ 14 h 18"/>
                <a:gd name="T34" fmla="*/ 2 w 18"/>
                <a:gd name="T35" fmla="*/ 14 h 18"/>
                <a:gd name="T36" fmla="*/ 9 w 18"/>
                <a:gd name="T37" fmla="*/ 18 h 18"/>
                <a:gd name="T38" fmla="*/ 9 w 18"/>
                <a:gd name="T39" fmla="*/ 18 h 18"/>
                <a:gd name="T40" fmla="*/ 14 w 18"/>
                <a:gd name="T41" fmla="*/ 16 h 18"/>
                <a:gd name="T42" fmla="*/ 14 w 18"/>
                <a:gd name="T43" fmla="*/ 16 h 18"/>
                <a:gd name="T44" fmla="*/ 18 w 18"/>
                <a:gd name="T45" fmla="*/ 9 h 18"/>
                <a:gd name="T46" fmla="*/ 16 w 18"/>
                <a:gd name="T47" fmla="*/ 4 h 18"/>
                <a:gd name="T48" fmla="*/ 14 w 18"/>
                <a:gd name="T49" fmla="*/ 6 h 18"/>
                <a:gd name="T50" fmla="*/ 16 w 18"/>
                <a:gd name="T51" fmla="*/ 4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7" y="11"/>
                  </a:move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moveTo>
                    <a:pt x="9" y="0"/>
                  </a:moveTo>
                  <a:cubicBezTo>
                    <a:pt x="9" y="0"/>
                    <a:pt x="9" y="0"/>
                    <a:pt x="9" y="0"/>
                  </a:cubicBezTo>
                  <a:cubicBezTo>
                    <a:pt x="9" y="0"/>
                    <a:pt x="9" y="0"/>
                    <a:pt x="9" y="0"/>
                  </a:cubicBezTo>
                  <a:cubicBezTo>
                    <a:pt x="7" y="0"/>
                    <a:pt x="5" y="1"/>
                    <a:pt x="4" y="2"/>
                  </a:cubicBezTo>
                  <a:cubicBezTo>
                    <a:pt x="2"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4" y="16"/>
                    <a:pt x="14" y="16"/>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6" name="Freeform 820">
              <a:extLst>
                <a:ext uri="{FF2B5EF4-FFF2-40B4-BE49-F238E27FC236}">
                  <a16:creationId xmlns:a16="http://schemas.microsoft.com/office/drawing/2014/main" id="{3F39F06C-5FB5-403C-A03A-D4BB85D0F3FD}"/>
                </a:ext>
              </a:extLst>
            </p:cNvPr>
            <p:cNvSpPr>
              <a:spLocks/>
            </p:cNvSpPr>
            <p:nvPr userDrawn="1"/>
          </p:nvSpPr>
          <p:spPr bwMode="auto">
            <a:xfrm>
              <a:off x="3014636" y="269227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7" name="Freeform 821">
              <a:extLst>
                <a:ext uri="{FF2B5EF4-FFF2-40B4-BE49-F238E27FC236}">
                  <a16:creationId xmlns:a16="http://schemas.microsoft.com/office/drawing/2014/main" id="{A34F6B0C-CD95-4572-85E5-F627335478DD}"/>
                </a:ext>
              </a:extLst>
            </p:cNvPr>
            <p:cNvSpPr>
              <a:spLocks noEditPoints="1"/>
            </p:cNvSpPr>
            <p:nvPr userDrawn="1"/>
          </p:nvSpPr>
          <p:spPr bwMode="auto">
            <a:xfrm>
              <a:off x="3068823" y="2963206"/>
              <a:ext cx="24083" cy="18063"/>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8" name="Freeform 822">
              <a:extLst>
                <a:ext uri="{FF2B5EF4-FFF2-40B4-BE49-F238E27FC236}">
                  <a16:creationId xmlns:a16="http://schemas.microsoft.com/office/drawing/2014/main" id="{5812FA7F-C127-4F7F-988B-386FF2D838E2}"/>
                </a:ext>
              </a:extLst>
            </p:cNvPr>
            <p:cNvSpPr>
              <a:spLocks noEditPoints="1"/>
            </p:cNvSpPr>
            <p:nvPr userDrawn="1"/>
          </p:nvSpPr>
          <p:spPr bwMode="auto">
            <a:xfrm>
              <a:off x="3307645" y="2939123"/>
              <a:ext cx="62215" cy="60207"/>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5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9" name="Freeform 823">
              <a:extLst>
                <a:ext uri="{FF2B5EF4-FFF2-40B4-BE49-F238E27FC236}">
                  <a16:creationId xmlns:a16="http://schemas.microsoft.com/office/drawing/2014/main" id="{C85B4319-AC6F-4228-9BB3-D00283E7727D}"/>
                </a:ext>
              </a:extLst>
            </p:cNvPr>
            <p:cNvSpPr>
              <a:spLocks noEditPoints="1"/>
            </p:cNvSpPr>
            <p:nvPr userDrawn="1"/>
          </p:nvSpPr>
          <p:spPr bwMode="auto">
            <a:xfrm>
              <a:off x="3369860" y="2987289"/>
              <a:ext cx="44152" cy="44152"/>
            </a:xfrm>
            <a:custGeom>
              <a:avLst/>
              <a:gdLst>
                <a:gd name="T0" fmla="*/ 27 w 30"/>
                <a:gd name="T1" fmla="*/ 6 h 30"/>
                <a:gd name="T2" fmla="*/ 27 w 30"/>
                <a:gd name="T3" fmla="*/ 6 h 30"/>
                <a:gd name="T4" fmla="*/ 27 w 30"/>
                <a:gd name="T5" fmla="*/ 6 h 30"/>
                <a:gd name="T6" fmla="*/ 27 w 30"/>
                <a:gd name="T7" fmla="*/ 6 h 30"/>
                <a:gd name="T8" fmla="*/ 15 w 30"/>
                <a:gd name="T9" fmla="*/ 0 h 30"/>
                <a:gd name="T10" fmla="*/ 15 w 30"/>
                <a:gd name="T11" fmla="*/ 0 h 30"/>
                <a:gd name="T12" fmla="*/ 6 w 30"/>
                <a:gd name="T13" fmla="*/ 3 h 30"/>
                <a:gd name="T14" fmla="*/ 6 w 30"/>
                <a:gd name="T15" fmla="*/ 3 h 30"/>
                <a:gd name="T16" fmla="*/ 0 w 30"/>
                <a:gd name="T17" fmla="*/ 15 h 30"/>
                <a:gd name="T18" fmla="*/ 3 w 30"/>
                <a:gd name="T19" fmla="*/ 24 h 30"/>
                <a:gd name="T20" fmla="*/ 3 w 30"/>
                <a:gd name="T21" fmla="*/ 24 h 30"/>
                <a:gd name="T22" fmla="*/ 15 w 30"/>
                <a:gd name="T23" fmla="*/ 30 h 30"/>
                <a:gd name="T24" fmla="*/ 15 w 30"/>
                <a:gd name="T25" fmla="*/ 30 h 30"/>
                <a:gd name="T26" fmla="*/ 24 w 30"/>
                <a:gd name="T27" fmla="*/ 27 h 30"/>
                <a:gd name="T28" fmla="*/ 24 w 30"/>
                <a:gd name="T29" fmla="*/ 27 h 30"/>
                <a:gd name="T30" fmla="*/ 24 w 30"/>
                <a:gd name="T31" fmla="*/ 27 h 30"/>
                <a:gd name="T32" fmla="*/ 30 w 30"/>
                <a:gd name="T33" fmla="*/ 15 h 30"/>
                <a:gd name="T34" fmla="*/ 27 w 30"/>
                <a:gd name="T35" fmla="*/ 6 h 30"/>
                <a:gd name="T36" fmla="*/ 25 w 30"/>
                <a:gd name="T37" fmla="*/ 7 h 30"/>
                <a:gd name="T38" fmla="*/ 22 w 30"/>
                <a:gd name="T39" fmla="*/ 9 h 30"/>
                <a:gd name="T40" fmla="*/ 24 w 30"/>
                <a:gd name="T41" fmla="*/ 15 h 30"/>
                <a:gd name="T42" fmla="*/ 21 w 30"/>
                <a:gd name="T43" fmla="*/ 22 h 30"/>
                <a:gd name="T44" fmla="*/ 21 w 30"/>
                <a:gd name="T45" fmla="*/ 22 h 30"/>
                <a:gd name="T46" fmla="*/ 15 w 30"/>
                <a:gd name="T47" fmla="*/ 24 h 30"/>
                <a:gd name="T48" fmla="*/ 7 w 30"/>
                <a:gd name="T49" fmla="*/ 20 h 30"/>
                <a:gd name="T50" fmla="*/ 7 w 30"/>
                <a:gd name="T51" fmla="*/ 20 h 30"/>
                <a:gd name="T52" fmla="*/ 6 w 30"/>
                <a:gd name="T53" fmla="*/ 15 h 30"/>
                <a:gd name="T54" fmla="*/ 9 w 30"/>
                <a:gd name="T55" fmla="*/ 7 h 30"/>
                <a:gd name="T56" fmla="*/ 9 w 30"/>
                <a:gd name="T57" fmla="*/ 7 h 30"/>
                <a:gd name="T58" fmla="*/ 15 w 30"/>
                <a:gd name="T59" fmla="*/ 6 h 30"/>
                <a:gd name="T60" fmla="*/ 22 w 30"/>
                <a:gd name="T61" fmla="*/ 9 h 30"/>
                <a:gd name="T62" fmla="*/ 22 w 30"/>
                <a:gd name="T63" fmla="*/ 9 h 30"/>
                <a:gd name="T64" fmla="*/ 25 w 30"/>
                <a:gd name="T65" fmla="*/ 7 h 30"/>
                <a:gd name="T66" fmla="*/ 27 w 30"/>
                <a:gd name="T67" fmla="*/ 6 h 30"/>
                <a:gd name="T68" fmla="*/ 27 w 30"/>
                <a:gd name="T69" fmla="*/ 6 h 30"/>
                <a:gd name="T70" fmla="*/ 27 w 30"/>
                <a:gd name="T71" fmla="*/ 6 h 30"/>
                <a:gd name="T72" fmla="*/ 15 w 30"/>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27" y="6"/>
                  </a:moveTo>
                  <a:cubicBezTo>
                    <a:pt x="27" y="6"/>
                    <a:pt x="27" y="6"/>
                    <a:pt x="27" y="6"/>
                  </a:cubicBezTo>
                  <a:cubicBezTo>
                    <a:pt x="27" y="6"/>
                    <a:pt x="27" y="6"/>
                    <a:pt x="27" y="6"/>
                  </a:cubicBezTo>
                  <a:cubicBezTo>
                    <a:pt x="27" y="6"/>
                    <a:pt x="27" y="6"/>
                    <a:pt x="27" y="6"/>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8"/>
                    <a:pt x="6" y="17"/>
                    <a:pt x="6" y="15"/>
                  </a:cubicBezTo>
                  <a:cubicBezTo>
                    <a:pt x="6" y="12"/>
                    <a:pt x="7" y="9"/>
                    <a:pt x="9" y="7"/>
                  </a:cubicBezTo>
                  <a:cubicBezTo>
                    <a:pt x="9" y="7"/>
                    <a:pt x="9" y="7"/>
                    <a:pt x="9" y="7"/>
                  </a:cubicBezTo>
                  <a:cubicBezTo>
                    <a:pt x="11" y="6"/>
                    <a:pt x="13" y="6"/>
                    <a:pt x="15" y="6"/>
                  </a:cubicBezTo>
                  <a:cubicBezTo>
                    <a:pt x="18" y="6"/>
                    <a:pt x="21" y="7"/>
                    <a:pt x="22" y="9"/>
                  </a:cubicBezTo>
                  <a:cubicBezTo>
                    <a:pt x="22" y="9"/>
                    <a:pt x="22" y="9"/>
                    <a:pt x="22" y="9"/>
                  </a:cubicBezTo>
                  <a:cubicBezTo>
                    <a:pt x="25" y="7"/>
                    <a:pt x="25" y="7"/>
                    <a:pt x="25" y="7"/>
                  </a:cubicBezTo>
                  <a:cubicBezTo>
                    <a:pt x="27" y="6"/>
                    <a:pt x="27" y="6"/>
                    <a:pt x="27" y="6"/>
                  </a:cubicBezTo>
                  <a:cubicBezTo>
                    <a:pt x="27" y="6"/>
                    <a:pt x="27" y="6"/>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0" name="Freeform 824">
              <a:extLst>
                <a:ext uri="{FF2B5EF4-FFF2-40B4-BE49-F238E27FC236}">
                  <a16:creationId xmlns:a16="http://schemas.microsoft.com/office/drawing/2014/main" id="{B65C2D36-E9D0-4229-92A2-544E1306967E}"/>
                </a:ext>
              </a:extLst>
            </p:cNvPr>
            <p:cNvSpPr>
              <a:spLocks noEditPoints="1"/>
            </p:cNvSpPr>
            <p:nvPr userDrawn="1"/>
          </p:nvSpPr>
          <p:spPr bwMode="auto">
            <a:xfrm>
              <a:off x="3428060" y="2981269"/>
              <a:ext cx="38132" cy="38132"/>
            </a:xfrm>
            <a:custGeom>
              <a:avLst/>
              <a:gdLst>
                <a:gd name="T0" fmla="*/ 3 w 26"/>
                <a:gd name="T1" fmla="*/ 20 h 25"/>
                <a:gd name="T2" fmla="*/ 3 w 26"/>
                <a:gd name="T3" fmla="*/ 20 h 25"/>
                <a:gd name="T4" fmla="*/ 3 w 26"/>
                <a:gd name="T5" fmla="*/ 20 h 25"/>
                <a:gd name="T6" fmla="*/ 3 w 26"/>
                <a:gd name="T7" fmla="*/ 20 h 25"/>
                <a:gd name="T8" fmla="*/ 19 w 26"/>
                <a:gd name="T9" fmla="*/ 8 h 25"/>
                <a:gd name="T10" fmla="*/ 21 w 26"/>
                <a:gd name="T11" fmla="*/ 6 h 25"/>
                <a:gd name="T12" fmla="*/ 24 w 26"/>
                <a:gd name="T13" fmla="*/ 5 h 25"/>
                <a:gd name="T14" fmla="*/ 21 w 26"/>
                <a:gd name="T15" fmla="*/ 6 h 25"/>
                <a:gd name="T16" fmla="*/ 19 w 26"/>
                <a:gd name="T17" fmla="*/ 8 h 25"/>
                <a:gd name="T18" fmla="*/ 20 w 26"/>
                <a:gd name="T19" fmla="*/ 12 h 25"/>
                <a:gd name="T20" fmla="*/ 18 w 26"/>
                <a:gd name="T21" fmla="*/ 18 h 25"/>
                <a:gd name="T22" fmla="*/ 18 w 26"/>
                <a:gd name="T23" fmla="*/ 18 h 25"/>
                <a:gd name="T24" fmla="*/ 13 w 26"/>
                <a:gd name="T25" fmla="*/ 19 h 25"/>
                <a:gd name="T26" fmla="*/ 8 w 26"/>
                <a:gd name="T27" fmla="*/ 16 h 25"/>
                <a:gd name="T28" fmla="*/ 8 w 26"/>
                <a:gd name="T29" fmla="*/ 16 h 25"/>
                <a:gd name="T30" fmla="*/ 6 w 26"/>
                <a:gd name="T31" fmla="*/ 12 h 25"/>
                <a:gd name="T32" fmla="*/ 9 w 26"/>
                <a:gd name="T33" fmla="*/ 7 h 25"/>
                <a:gd name="T34" fmla="*/ 9 w 26"/>
                <a:gd name="T35" fmla="*/ 7 h 25"/>
                <a:gd name="T36" fmla="*/ 9 w 26"/>
                <a:gd name="T37" fmla="*/ 7 h 25"/>
                <a:gd name="T38" fmla="*/ 13 w 26"/>
                <a:gd name="T39" fmla="*/ 6 h 25"/>
                <a:gd name="T40" fmla="*/ 19 w 26"/>
                <a:gd name="T41" fmla="*/ 8 h 25"/>
                <a:gd name="T42" fmla="*/ 13 w 26"/>
                <a:gd name="T43" fmla="*/ 0 h 25"/>
                <a:gd name="T44" fmla="*/ 13 w 26"/>
                <a:gd name="T45" fmla="*/ 0 h 25"/>
                <a:gd name="T46" fmla="*/ 13 w 26"/>
                <a:gd name="T47" fmla="*/ 0 h 25"/>
                <a:gd name="T48" fmla="*/ 6 w 26"/>
                <a:gd name="T49" fmla="*/ 2 h 25"/>
                <a:gd name="T50" fmla="*/ 6 w 26"/>
                <a:gd name="T51" fmla="*/ 2 h 25"/>
                <a:gd name="T52" fmla="*/ 0 w 26"/>
                <a:gd name="T53" fmla="*/ 12 h 25"/>
                <a:gd name="T54" fmla="*/ 3 w 26"/>
                <a:gd name="T55" fmla="*/ 20 h 25"/>
                <a:gd name="T56" fmla="*/ 3 w 26"/>
                <a:gd name="T57" fmla="*/ 20 h 25"/>
                <a:gd name="T58" fmla="*/ 13 w 26"/>
                <a:gd name="T59" fmla="*/ 25 h 25"/>
                <a:gd name="T60" fmla="*/ 13 w 26"/>
                <a:gd name="T61" fmla="*/ 25 h 25"/>
                <a:gd name="T62" fmla="*/ 21 w 26"/>
                <a:gd name="T63" fmla="*/ 23 h 25"/>
                <a:gd name="T64" fmla="*/ 21 w 26"/>
                <a:gd name="T65" fmla="*/ 23 h 25"/>
                <a:gd name="T66" fmla="*/ 26 w 26"/>
                <a:gd name="T67" fmla="*/ 12 h 25"/>
                <a:gd name="T68" fmla="*/ 24 w 26"/>
                <a:gd name="T69" fmla="*/ 5 h 25"/>
                <a:gd name="T70" fmla="*/ 24 w 26"/>
                <a:gd name="T71" fmla="*/ 5 h 25"/>
                <a:gd name="T72" fmla="*/ 13 w 26"/>
                <a:gd name="T7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25">
                  <a:moveTo>
                    <a:pt x="3" y="20"/>
                  </a:moveTo>
                  <a:cubicBezTo>
                    <a:pt x="3" y="20"/>
                    <a:pt x="3" y="20"/>
                    <a:pt x="3" y="20"/>
                  </a:cubicBezTo>
                  <a:cubicBezTo>
                    <a:pt x="3" y="20"/>
                    <a:pt x="3" y="20"/>
                    <a:pt x="3" y="20"/>
                  </a:cubicBezTo>
                  <a:cubicBezTo>
                    <a:pt x="3" y="20"/>
                    <a:pt x="3" y="20"/>
                    <a:pt x="3" y="20"/>
                  </a:cubicBezTo>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1" name="Freeform 825">
              <a:extLst>
                <a:ext uri="{FF2B5EF4-FFF2-40B4-BE49-F238E27FC236}">
                  <a16:creationId xmlns:a16="http://schemas.microsoft.com/office/drawing/2014/main" id="{A96E5D8C-3DDA-4EBA-A0BF-DDA1275C94AF}"/>
                </a:ext>
              </a:extLst>
            </p:cNvPr>
            <p:cNvSpPr>
              <a:spLocks/>
            </p:cNvSpPr>
            <p:nvPr userDrawn="1"/>
          </p:nvSpPr>
          <p:spPr bwMode="auto">
            <a:xfrm>
              <a:off x="4224805" y="2373174"/>
              <a:ext cx="168581" cy="154533"/>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2" name="Freeform 826">
              <a:extLst>
                <a:ext uri="{FF2B5EF4-FFF2-40B4-BE49-F238E27FC236}">
                  <a16:creationId xmlns:a16="http://schemas.microsoft.com/office/drawing/2014/main" id="{A35785DE-1346-4F09-8CA8-5251B4FD95CE}"/>
                </a:ext>
              </a:extLst>
            </p:cNvPr>
            <p:cNvSpPr>
              <a:spLocks noEditPoints="1"/>
            </p:cNvSpPr>
            <p:nvPr userDrawn="1"/>
          </p:nvSpPr>
          <p:spPr bwMode="auto">
            <a:xfrm>
              <a:off x="4206742" y="2375181"/>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3" name="Freeform 827">
              <a:extLst>
                <a:ext uri="{FF2B5EF4-FFF2-40B4-BE49-F238E27FC236}">
                  <a16:creationId xmlns:a16="http://schemas.microsoft.com/office/drawing/2014/main" id="{8574A5CD-09B1-4F32-B6DF-498DD950BF1B}"/>
                </a:ext>
              </a:extLst>
            </p:cNvPr>
            <p:cNvSpPr>
              <a:spLocks noEditPoints="1"/>
            </p:cNvSpPr>
            <p:nvPr userDrawn="1"/>
          </p:nvSpPr>
          <p:spPr bwMode="auto">
            <a:xfrm>
              <a:off x="4182659" y="2359126"/>
              <a:ext cx="28097" cy="28097"/>
            </a:xfrm>
            <a:custGeom>
              <a:avLst/>
              <a:gdLst>
                <a:gd name="T0" fmla="*/ 9 w 19"/>
                <a:gd name="T1" fmla="*/ 12 h 18"/>
                <a:gd name="T2" fmla="*/ 8 w 19"/>
                <a:gd name="T3" fmla="*/ 12 h 18"/>
                <a:gd name="T4" fmla="*/ 9 w 19"/>
                <a:gd name="T5" fmla="*/ 12 h 18"/>
                <a:gd name="T6" fmla="*/ 9 w 19"/>
                <a:gd name="T7" fmla="*/ 0 h 18"/>
                <a:gd name="T8" fmla="*/ 4 w 19"/>
                <a:gd name="T9" fmla="*/ 2 h 18"/>
                <a:gd name="T10" fmla="*/ 1 w 19"/>
                <a:gd name="T11" fmla="*/ 6 h 18"/>
                <a:gd name="T12" fmla="*/ 1 w 19"/>
                <a:gd name="T13" fmla="*/ 6 h 18"/>
                <a:gd name="T14" fmla="*/ 0 w 19"/>
                <a:gd name="T15" fmla="*/ 9 h 18"/>
                <a:gd name="T16" fmla="*/ 7 w 19"/>
                <a:gd name="T17" fmla="*/ 17 h 18"/>
                <a:gd name="T18" fmla="*/ 7 w 19"/>
                <a:gd name="T19" fmla="*/ 17 h 18"/>
                <a:gd name="T20" fmla="*/ 10 w 19"/>
                <a:gd name="T21" fmla="*/ 18 h 18"/>
                <a:gd name="T22" fmla="*/ 15 w 19"/>
                <a:gd name="T23" fmla="*/ 16 h 18"/>
                <a:gd name="T24" fmla="*/ 18 w 19"/>
                <a:gd name="T25" fmla="*/ 12 h 18"/>
                <a:gd name="T26" fmla="*/ 19 w 19"/>
                <a:gd name="T27" fmla="*/ 9 h 18"/>
                <a:gd name="T28" fmla="*/ 13 w 19"/>
                <a:gd name="T29" fmla="*/ 1 h 18"/>
                <a:gd name="T30" fmla="*/ 12 w 19"/>
                <a:gd name="T31" fmla="*/ 4 h 18"/>
                <a:gd name="T32" fmla="*/ 11 w 19"/>
                <a:gd name="T33" fmla="*/ 6 h 18"/>
                <a:gd name="T34" fmla="*/ 13 w 19"/>
                <a:gd name="T35" fmla="*/ 9 h 18"/>
                <a:gd name="T36" fmla="*/ 13 w 19"/>
                <a:gd name="T37" fmla="*/ 10 h 18"/>
                <a:gd name="T38" fmla="*/ 12 w 19"/>
                <a:gd name="T39" fmla="*/ 11 h 18"/>
                <a:gd name="T40" fmla="*/ 10 w 19"/>
                <a:gd name="T41" fmla="*/ 12 h 18"/>
                <a:gd name="T42" fmla="*/ 10 w 19"/>
                <a:gd name="T43" fmla="*/ 12 h 18"/>
                <a:gd name="T44" fmla="*/ 9 w 19"/>
                <a:gd name="T45" fmla="*/ 12 h 18"/>
                <a:gd name="T46" fmla="*/ 8 w 19"/>
                <a:gd name="T47" fmla="*/ 12 h 18"/>
                <a:gd name="T48" fmla="*/ 6 w 19"/>
                <a:gd name="T49" fmla="*/ 9 h 18"/>
                <a:gd name="T50" fmla="*/ 6 w 19"/>
                <a:gd name="T51" fmla="*/ 8 h 18"/>
                <a:gd name="T52" fmla="*/ 6 w 19"/>
                <a:gd name="T53" fmla="*/ 8 h 18"/>
                <a:gd name="T54" fmla="*/ 7 w 19"/>
                <a:gd name="T55" fmla="*/ 7 h 18"/>
                <a:gd name="T56" fmla="*/ 9 w 19"/>
                <a:gd name="T57" fmla="*/ 6 h 18"/>
                <a:gd name="T58" fmla="*/ 9 w 19"/>
                <a:gd name="T59" fmla="*/ 6 h 18"/>
                <a:gd name="T60" fmla="*/ 11 w 19"/>
                <a:gd name="T61" fmla="*/ 6 h 18"/>
                <a:gd name="T62" fmla="*/ 12 w 19"/>
                <a:gd name="T63" fmla="*/ 4 h 18"/>
                <a:gd name="T64" fmla="*/ 13 w 19"/>
                <a:gd name="T65" fmla="*/ 1 h 18"/>
                <a:gd name="T66" fmla="*/ 9 w 19"/>
                <a:gd name="T6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8">
                  <a:moveTo>
                    <a:pt x="9" y="12"/>
                  </a:moveTo>
                  <a:cubicBezTo>
                    <a:pt x="9" y="12"/>
                    <a:pt x="9" y="12"/>
                    <a:pt x="8" y="12"/>
                  </a:cubicBezTo>
                  <a:cubicBezTo>
                    <a:pt x="9" y="12"/>
                    <a:pt x="9" y="12"/>
                    <a:pt x="9" y="12"/>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8" y="12"/>
                    <a:pt x="8" y="12"/>
                    <a:pt x="8"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4" name="Freeform 828">
              <a:extLst>
                <a:ext uri="{FF2B5EF4-FFF2-40B4-BE49-F238E27FC236}">
                  <a16:creationId xmlns:a16="http://schemas.microsoft.com/office/drawing/2014/main" id="{A8E9D63B-11DF-482C-B981-DCBD82AE1AD8}"/>
                </a:ext>
              </a:extLst>
            </p:cNvPr>
            <p:cNvSpPr>
              <a:spLocks noEditPoints="1"/>
            </p:cNvSpPr>
            <p:nvPr userDrawn="1"/>
          </p:nvSpPr>
          <p:spPr bwMode="auto">
            <a:xfrm>
              <a:off x="4178645" y="2335043"/>
              <a:ext cx="24083" cy="24083"/>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8 w 16"/>
                <a:gd name="T35" fmla="*/ 0 h 15"/>
                <a:gd name="T36" fmla="*/ 4 w 16"/>
                <a:gd name="T37" fmla="*/ 1 h 15"/>
                <a:gd name="T38" fmla="*/ 1 w 16"/>
                <a:gd name="T39" fmla="*/ 5 h 15"/>
                <a:gd name="T40" fmla="*/ 0 w 16"/>
                <a:gd name="T41" fmla="*/ 7 h 15"/>
                <a:gd name="T42" fmla="*/ 6 w 16"/>
                <a:gd name="T43" fmla="*/ 15 h 15"/>
                <a:gd name="T44" fmla="*/ 6 w 16"/>
                <a:gd name="T45" fmla="*/ 15 h 15"/>
                <a:gd name="T46" fmla="*/ 9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5" name="Freeform 829">
              <a:extLst>
                <a:ext uri="{FF2B5EF4-FFF2-40B4-BE49-F238E27FC236}">
                  <a16:creationId xmlns:a16="http://schemas.microsoft.com/office/drawing/2014/main" id="{1D4CCE66-F9B6-4777-9DF2-72BCD4B3E5F1}"/>
                </a:ext>
              </a:extLst>
            </p:cNvPr>
            <p:cNvSpPr>
              <a:spLocks noEditPoints="1"/>
            </p:cNvSpPr>
            <p:nvPr userDrawn="1"/>
          </p:nvSpPr>
          <p:spPr bwMode="auto">
            <a:xfrm>
              <a:off x="4128473" y="2116289"/>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1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6" name="Freeform 830">
              <a:extLst>
                <a:ext uri="{FF2B5EF4-FFF2-40B4-BE49-F238E27FC236}">
                  <a16:creationId xmlns:a16="http://schemas.microsoft.com/office/drawing/2014/main" id="{60E33BD6-1251-4576-91AB-A95C0F8B4B8A}"/>
                </a:ext>
              </a:extLst>
            </p:cNvPr>
            <p:cNvSpPr>
              <a:spLocks noEditPoints="1"/>
            </p:cNvSpPr>
            <p:nvPr userDrawn="1"/>
          </p:nvSpPr>
          <p:spPr bwMode="auto">
            <a:xfrm>
              <a:off x="4122451" y="2242725"/>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9 w 22"/>
                <a:gd name="T19" fmla="*/ 15 h 22"/>
                <a:gd name="T20" fmla="*/ 6 w 22"/>
                <a:gd name="T21" fmla="*/ 11 h 22"/>
                <a:gd name="T22" fmla="*/ 6 w 22"/>
                <a:gd name="T23" fmla="*/ 9 h 22"/>
                <a:gd name="T24" fmla="*/ 6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9" y="15"/>
                    <a:pt x="9" y="15"/>
                    <a:pt x="9" y="15"/>
                  </a:cubicBezTo>
                  <a:cubicBezTo>
                    <a:pt x="7" y="14"/>
                    <a:pt x="6" y="13"/>
                    <a:pt x="6" y="11"/>
                  </a:cubicBezTo>
                  <a:cubicBezTo>
                    <a:pt x="6" y="10"/>
                    <a:pt x="6" y="9"/>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7" name="Freeform 831">
              <a:extLst>
                <a:ext uri="{FF2B5EF4-FFF2-40B4-BE49-F238E27FC236}">
                  <a16:creationId xmlns:a16="http://schemas.microsoft.com/office/drawing/2014/main" id="{01B65ACF-086A-40F2-9DFD-9A232CD03F9D}"/>
                </a:ext>
              </a:extLst>
            </p:cNvPr>
            <p:cNvSpPr>
              <a:spLocks noEditPoints="1"/>
            </p:cNvSpPr>
            <p:nvPr userDrawn="1"/>
          </p:nvSpPr>
          <p:spPr bwMode="auto">
            <a:xfrm>
              <a:off x="4106396" y="2268814"/>
              <a:ext cx="26091" cy="24083"/>
            </a:xfrm>
            <a:custGeom>
              <a:avLst/>
              <a:gdLst>
                <a:gd name="T0" fmla="*/ 6 w 17"/>
                <a:gd name="T1" fmla="*/ 7 h 17"/>
                <a:gd name="T2" fmla="*/ 8 w 17"/>
                <a:gd name="T3" fmla="*/ 6 h 17"/>
                <a:gd name="T4" fmla="*/ 9 w 17"/>
                <a:gd name="T5" fmla="*/ 6 h 17"/>
                <a:gd name="T6" fmla="*/ 10 w 17"/>
                <a:gd name="T7" fmla="*/ 6 h 17"/>
                <a:gd name="T8" fmla="*/ 11 w 17"/>
                <a:gd name="T9" fmla="*/ 9 h 17"/>
                <a:gd name="T10" fmla="*/ 11 w 17"/>
                <a:gd name="T11" fmla="*/ 10 h 17"/>
                <a:gd name="T12" fmla="*/ 8 w 17"/>
                <a:gd name="T13" fmla="*/ 11 h 17"/>
                <a:gd name="T14" fmla="*/ 7 w 17"/>
                <a:gd name="T15" fmla="*/ 11 h 17"/>
                <a:gd name="T16" fmla="*/ 7 w 17"/>
                <a:gd name="T17" fmla="*/ 11 h 17"/>
                <a:gd name="T18" fmla="*/ 6 w 17"/>
                <a:gd name="T19" fmla="*/ 9 h 17"/>
                <a:gd name="T20" fmla="*/ 6 w 17"/>
                <a:gd name="T21" fmla="*/ 7 h 17"/>
                <a:gd name="T22" fmla="*/ 6 w 17"/>
                <a:gd name="T23" fmla="*/ 7 h 17"/>
                <a:gd name="T24" fmla="*/ 8 w 17"/>
                <a:gd name="T25" fmla="*/ 0 h 17"/>
                <a:gd name="T26" fmla="*/ 0 w 17"/>
                <a:gd name="T27" fmla="*/ 5 h 17"/>
                <a:gd name="T28" fmla="*/ 3 w 17"/>
                <a:gd name="T29" fmla="*/ 6 h 17"/>
                <a:gd name="T30" fmla="*/ 0 w 17"/>
                <a:gd name="T31" fmla="*/ 5 h 17"/>
                <a:gd name="T32" fmla="*/ 0 w 17"/>
                <a:gd name="T33" fmla="*/ 9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9 h 17"/>
                <a:gd name="T48" fmla="*/ 12 w 17"/>
                <a:gd name="T49" fmla="*/ 1 h 17"/>
                <a:gd name="T50" fmla="*/ 12 w 17"/>
                <a:gd name="T51" fmla="*/ 1 h 17"/>
                <a:gd name="T52" fmla="*/ 8 w 17"/>
                <a:gd name="T53" fmla="*/ 0 h 17"/>
                <a:gd name="T54" fmla="*/ 8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7"/>
                    <a:pt x="7" y="6"/>
                    <a:pt x="8" y="6"/>
                  </a:cubicBezTo>
                  <a:cubicBezTo>
                    <a:pt x="9" y="6"/>
                    <a:pt x="9" y="6"/>
                    <a:pt x="9" y="6"/>
                  </a:cubicBezTo>
                  <a:cubicBezTo>
                    <a:pt x="10" y="6"/>
                    <a:pt x="10" y="6"/>
                    <a:pt x="10"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9"/>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8" name="Freeform 832">
              <a:extLst>
                <a:ext uri="{FF2B5EF4-FFF2-40B4-BE49-F238E27FC236}">
                  <a16:creationId xmlns:a16="http://schemas.microsoft.com/office/drawing/2014/main" id="{D4497AE0-74A8-43A7-9536-90DAB2FCB300}"/>
                </a:ext>
              </a:extLst>
            </p:cNvPr>
            <p:cNvSpPr>
              <a:spLocks noEditPoints="1"/>
            </p:cNvSpPr>
            <p:nvPr userDrawn="1"/>
          </p:nvSpPr>
          <p:spPr bwMode="auto">
            <a:xfrm>
              <a:off x="4080307" y="2270822"/>
              <a:ext cx="24083" cy="22077"/>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4 w 15"/>
                <a:gd name="T33" fmla="*/ 14 h 15"/>
                <a:gd name="T34" fmla="*/ 8 w 15"/>
                <a:gd name="T35" fmla="*/ 15 h 15"/>
                <a:gd name="T36" fmla="*/ 8 w 15"/>
                <a:gd name="T37" fmla="*/ 15 h 15"/>
                <a:gd name="T38" fmla="*/ 15 w 15"/>
                <a:gd name="T39" fmla="*/ 11 h 15"/>
                <a:gd name="T40" fmla="*/ 15 w 15"/>
                <a:gd name="T41" fmla="*/ 11 h 15"/>
                <a:gd name="T42" fmla="*/ 15 w 15"/>
                <a:gd name="T43" fmla="*/ 7 h 15"/>
                <a:gd name="T44" fmla="*/ 11 w 15"/>
                <a:gd name="T45" fmla="*/ 0 h 15"/>
                <a:gd name="T46" fmla="*/ 8 w 15"/>
                <a:gd name="T47" fmla="*/ 0 h 15"/>
                <a:gd name="T48" fmla="*/ 8 w 15"/>
                <a:gd name="T49" fmla="*/ 0 h 15"/>
                <a:gd name="T50" fmla="*/ 8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4" y="14"/>
                    <a:pt x="4" y="14"/>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9" name="Freeform 833">
              <a:extLst>
                <a:ext uri="{FF2B5EF4-FFF2-40B4-BE49-F238E27FC236}">
                  <a16:creationId xmlns:a16="http://schemas.microsoft.com/office/drawing/2014/main" id="{D6EFF8E4-5669-477E-BA28-1BEA235EFBF5}"/>
                </a:ext>
              </a:extLst>
            </p:cNvPr>
            <p:cNvSpPr>
              <a:spLocks noEditPoints="1"/>
            </p:cNvSpPr>
            <p:nvPr userDrawn="1"/>
          </p:nvSpPr>
          <p:spPr bwMode="auto">
            <a:xfrm>
              <a:off x="3381901" y="168480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49 h 99"/>
                <a:gd name="T16" fmla="*/ 11 w 101"/>
                <a:gd name="T17" fmla="*/ 30 h 99"/>
                <a:gd name="T18" fmla="*/ 8 w 101"/>
                <a:gd name="T19" fmla="*/ 29 h 99"/>
                <a:gd name="T20" fmla="*/ 11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49"/>
                  </a:cubicBezTo>
                  <a:cubicBezTo>
                    <a:pt x="6" y="43"/>
                    <a:pt x="7" y="36"/>
                    <a:pt x="11" y="30"/>
                  </a:cubicBezTo>
                  <a:cubicBezTo>
                    <a:pt x="8" y="29"/>
                    <a:pt x="8" y="29"/>
                    <a:pt x="8" y="29"/>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0" name="Freeform 834">
              <a:extLst>
                <a:ext uri="{FF2B5EF4-FFF2-40B4-BE49-F238E27FC236}">
                  <a16:creationId xmlns:a16="http://schemas.microsoft.com/office/drawing/2014/main" id="{38946117-CA4B-473E-BC48-A4AEF0EAC28B}"/>
                </a:ext>
              </a:extLst>
            </p:cNvPr>
            <p:cNvSpPr>
              <a:spLocks noEditPoints="1"/>
            </p:cNvSpPr>
            <p:nvPr userDrawn="1"/>
          </p:nvSpPr>
          <p:spPr bwMode="auto">
            <a:xfrm>
              <a:off x="3377887" y="1811238"/>
              <a:ext cx="34118" cy="32111"/>
            </a:xfrm>
            <a:custGeom>
              <a:avLst/>
              <a:gdLst>
                <a:gd name="T0" fmla="*/ 7 w 22"/>
                <a:gd name="T1" fmla="*/ 8 h 21"/>
                <a:gd name="T2" fmla="*/ 11 w 22"/>
                <a:gd name="T3" fmla="*/ 6 h 21"/>
                <a:gd name="T4" fmla="*/ 13 w 22"/>
                <a:gd name="T5" fmla="*/ 6 h 21"/>
                <a:gd name="T6" fmla="*/ 13 w 22"/>
                <a:gd name="T7" fmla="*/ 6 h 21"/>
                <a:gd name="T8" fmla="*/ 16 w 22"/>
                <a:gd name="T9" fmla="*/ 11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2 w 22"/>
                <a:gd name="T43" fmla="*/ 11 h 21"/>
                <a:gd name="T44" fmla="*/ 16 w 22"/>
                <a:gd name="T45" fmla="*/ 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1" name="Freeform 835">
              <a:extLst>
                <a:ext uri="{FF2B5EF4-FFF2-40B4-BE49-F238E27FC236}">
                  <a16:creationId xmlns:a16="http://schemas.microsoft.com/office/drawing/2014/main" id="{845CD28E-DA7C-4A67-8148-2119CBF85A59}"/>
                </a:ext>
              </a:extLst>
            </p:cNvPr>
            <p:cNvSpPr>
              <a:spLocks noEditPoints="1"/>
            </p:cNvSpPr>
            <p:nvPr userDrawn="1"/>
          </p:nvSpPr>
          <p:spPr bwMode="auto">
            <a:xfrm>
              <a:off x="3361832" y="1837329"/>
              <a:ext cx="26091" cy="26090"/>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11 w 17"/>
                <a:gd name="T11" fmla="*/ 9 h 17"/>
                <a:gd name="T12" fmla="*/ 8 w 17"/>
                <a:gd name="T13" fmla="*/ 11 h 17"/>
                <a:gd name="T14" fmla="*/ 7 w 17"/>
                <a:gd name="T15" fmla="*/ 10 h 17"/>
                <a:gd name="T16" fmla="*/ 7 w 17"/>
                <a:gd name="T17" fmla="*/ 10 h 17"/>
                <a:gd name="T18" fmla="*/ 6 w 17"/>
                <a:gd name="T19" fmla="*/ 8 h 17"/>
                <a:gd name="T20" fmla="*/ 6 w 17"/>
                <a:gd name="T21" fmla="*/ 7 h 17"/>
                <a:gd name="T22" fmla="*/ 6 w 17"/>
                <a:gd name="T23" fmla="*/ 7 h 17"/>
                <a:gd name="T24" fmla="*/ 1 w 17"/>
                <a:gd name="T25" fmla="*/ 4 h 17"/>
                <a:gd name="T26" fmla="*/ 1 w 17"/>
                <a:gd name="T27" fmla="*/ 4 h 17"/>
                <a:gd name="T28" fmla="*/ 1 w 17"/>
                <a:gd name="T29" fmla="*/ 4 h 17"/>
                <a:gd name="T30" fmla="*/ 1 w 17"/>
                <a:gd name="T31" fmla="*/ 4 h 17"/>
                <a:gd name="T32" fmla="*/ 8 w 17"/>
                <a:gd name="T33" fmla="*/ 0 h 17"/>
                <a:gd name="T34" fmla="*/ 1 w 17"/>
                <a:gd name="T35" fmla="*/ 4 h 17"/>
                <a:gd name="T36" fmla="*/ 1 w 17"/>
                <a:gd name="T37" fmla="*/ 4 h 17"/>
                <a:gd name="T38" fmla="*/ 0 w 17"/>
                <a:gd name="T39" fmla="*/ 8 h 17"/>
                <a:gd name="T40" fmla="*/ 5 w 17"/>
                <a:gd name="T41" fmla="*/ 16 h 17"/>
                <a:gd name="T42" fmla="*/ 5 w 17"/>
                <a:gd name="T43" fmla="*/ 16 h 17"/>
                <a:gd name="T44" fmla="*/ 8 w 17"/>
                <a:gd name="T45" fmla="*/ 17 h 17"/>
                <a:gd name="T46" fmla="*/ 8 w 17"/>
                <a:gd name="T47" fmla="*/ 17 h 17"/>
                <a:gd name="T48" fmla="*/ 16 w 17"/>
                <a:gd name="T49" fmla="*/ 12 h 17"/>
                <a:gd name="T50" fmla="*/ 16 w 17"/>
                <a:gd name="T51" fmla="*/ 12 h 17"/>
                <a:gd name="T52" fmla="*/ 17 w 17"/>
                <a:gd name="T53" fmla="*/ 8 h 17"/>
                <a:gd name="T54" fmla="*/ 12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6"/>
                    <a:pt x="7" y="6"/>
                    <a:pt x="8" y="6"/>
                  </a:cubicBezTo>
                  <a:cubicBezTo>
                    <a:pt x="9" y="6"/>
                    <a:pt x="9" y="6"/>
                    <a:pt x="10" y="6"/>
                  </a:cubicBezTo>
                  <a:cubicBezTo>
                    <a:pt x="11" y="6"/>
                    <a:pt x="11" y="7"/>
                    <a:pt x="11" y="8"/>
                  </a:cubicBezTo>
                  <a:cubicBezTo>
                    <a:pt x="11" y="8"/>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5"/>
                    <a:pt x="0" y="7"/>
                    <a:pt x="0" y="8"/>
                  </a:cubicBezTo>
                  <a:cubicBezTo>
                    <a:pt x="0" y="11"/>
                    <a:pt x="2" y="14"/>
                    <a:pt x="5" y="16"/>
                  </a:cubicBezTo>
                  <a:cubicBezTo>
                    <a:pt x="5" y="16"/>
                    <a:pt x="5" y="16"/>
                    <a:pt x="5" y="16"/>
                  </a:cubicBezTo>
                  <a:cubicBezTo>
                    <a:pt x="6" y="16"/>
                    <a:pt x="7"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2" name="Freeform 836">
              <a:extLst>
                <a:ext uri="{FF2B5EF4-FFF2-40B4-BE49-F238E27FC236}">
                  <a16:creationId xmlns:a16="http://schemas.microsoft.com/office/drawing/2014/main" id="{7638C2B2-50C8-4C25-A58A-CBEB9B7D93D5}"/>
                </a:ext>
              </a:extLst>
            </p:cNvPr>
            <p:cNvSpPr>
              <a:spLocks noEditPoints="1"/>
            </p:cNvSpPr>
            <p:nvPr userDrawn="1"/>
          </p:nvSpPr>
          <p:spPr bwMode="auto">
            <a:xfrm>
              <a:off x="3335742" y="1839335"/>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8 w 16"/>
                <a:gd name="T23" fmla="*/ 0 h 15"/>
                <a:gd name="T24" fmla="*/ 1 w 16"/>
                <a:gd name="T25" fmla="*/ 4 h 15"/>
                <a:gd name="T26" fmla="*/ 1 w 16"/>
                <a:gd name="T27" fmla="*/ 4 h 15"/>
                <a:gd name="T28" fmla="*/ 1 w 16"/>
                <a:gd name="T29" fmla="*/ 4 h 15"/>
                <a:gd name="T30" fmla="*/ 1 w 16"/>
                <a:gd name="T31" fmla="*/ 4 h 15"/>
                <a:gd name="T32" fmla="*/ 1 w 16"/>
                <a:gd name="T33" fmla="*/ 4 h 15"/>
                <a:gd name="T34" fmla="*/ 0 w 16"/>
                <a:gd name="T35" fmla="*/ 8 h 15"/>
                <a:gd name="T36" fmla="*/ 5 w 16"/>
                <a:gd name="T37" fmla="*/ 15 h 15"/>
                <a:gd name="T38" fmla="*/ 8 w 16"/>
                <a:gd name="T39" fmla="*/ 15 h 15"/>
                <a:gd name="T40" fmla="*/ 8 w 16"/>
                <a:gd name="T41" fmla="*/ 15 h 15"/>
                <a:gd name="T42" fmla="*/ 15 w 16"/>
                <a:gd name="T43" fmla="*/ 11 h 15"/>
                <a:gd name="T44" fmla="*/ 16 w 16"/>
                <a:gd name="T45" fmla="*/ 8 h 15"/>
                <a:gd name="T46" fmla="*/ 11 w 16"/>
                <a:gd name="T47" fmla="*/ 1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8" y="0"/>
                    <a:pt x="8" y="0"/>
                    <a:pt x="8" y="0"/>
                  </a:cubicBez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3" name="Freeform 837">
              <a:extLst>
                <a:ext uri="{FF2B5EF4-FFF2-40B4-BE49-F238E27FC236}">
                  <a16:creationId xmlns:a16="http://schemas.microsoft.com/office/drawing/2014/main" id="{BA7AA727-C415-4CD9-9907-D1F15B59A280}"/>
                </a:ext>
              </a:extLst>
            </p:cNvPr>
            <p:cNvSpPr>
              <a:spLocks noEditPoints="1"/>
            </p:cNvSpPr>
            <p:nvPr userDrawn="1"/>
          </p:nvSpPr>
          <p:spPr bwMode="auto">
            <a:xfrm>
              <a:off x="4616152" y="3485003"/>
              <a:ext cx="152525" cy="148512"/>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69" y="99"/>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4" name="Freeform 838">
              <a:extLst>
                <a:ext uri="{FF2B5EF4-FFF2-40B4-BE49-F238E27FC236}">
                  <a16:creationId xmlns:a16="http://schemas.microsoft.com/office/drawing/2014/main" id="{3DBF106C-E441-4D88-82AF-0DDBEE87C681}"/>
                </a:ext>
              </a:extLst>
            </p:cNvPr>
            <p:cNvSpPr>
              <a:spLocks noEditPoints="1"/>
            </p:cNvSpPr>
            <p:nvPr userDrawn="1"/>
          </p:nvSpPr>
          <p:spPr bwMode="auto">
            <a:xfrm>
              <a:off x="4612138" y="3609432"/>
              <a:ext cx="34118" cy="34118"/>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5" name="Freeform 839">
              <a:extLst>
                <a:ext uri="{FF2B5EF4-FFF2-40B4-BE49-F238E27FC236}">
                  <a16:creationId xmlns:a16="http://schemas.microsoft.com/office/drawing/2014/main" id="{401D6ABB-BCD0-4262-B207-006D8C660830}"/>
                </a:ext>
              </a:extLst>
            </p:cNvPr>
            <p:cNvSpPr>
              <a:spLocks noEditPoints="1"/>
            </p:cNvSpPr>
            <p:nvPr userDrawn="1"/>
          </p:nvSpPr>
          <p:spPr bwMode="auto">
            <a:xfrm>
              <a:off x="4596083" y="3635523"/>
              <a:ext cx="26091" cy="26090"/>
            </a:xfrm>
            <a:custGeom>
              <a:avLst/>
              <a:gdLst>
                <a:gd name="T0" fmla="*/ 6 w 17"/>
                <a:gd name="T1" fmla="*/ 7 h 17"/>
                <a:gd name="T2" fmla="*/ 8 w 17"/>
                <a:gd name="T3" fmla="*/ 6 h 17"/>
                <a:gd name="T4" fmla="*/ 9 w 17"/>
                <a:gd name="T5" fmla="*/ 6 h 17"/>
                <a:gd name="T6" fmla="*/ 9 w 17"/>
                <a:gd name="T7" fmla="*/ 6 h 17"/>
                <a:gd name="T8" fmla="*/ 11 w 17"/>
                <a:gd name="T9" fmla="*/ 9 h 17"/>
                <a:gd name="T10" fmla="*/ 11 w 17"/>
                <a:gd name="T11" fmla="*/ 10 h 17"/>
                <a:gd name="T12" fmla="*/ 8 w 17"/>
                <a:gd name="T13" fmla="*/ 11 h 17"/>
                <a:gd name="T14" fmla="*/ 7 w 17"/>
                <a:gd name="T15" fmla="*/ 11 h 17"/>
                <a:gd name="T16" fmla="*/ 6 w 17"/>
                <a:gd name="T17" fmla="*/ 9 h 17"/>
                <a:gd name="T18" fmla="*/ 6 w 17"/>
                <a:gd name="T19" fmla="*/ 7 h 17"/>
                <a:gd name="T20" fmla="*/ 6 w 17"/>
                <a:gd name="T21" fmla="*/ 7 h 17"/>
                <a:gd name="T22" fmla="*/ 8 w 17"/>
                <a:gd name="T23" fmla="*/ 0 h 17"/>
                <a:gd name="T24" fmla="*/ 0 w 17"/>
                <a:gd name="T25" fmla="*/ 5 h 17"/>
                <a:gd name="T26" fmla="*/ 3 w 17"/>
                <a:gd name="T27" fmla="*/ 6 h 17"/>
                <a:gd name="T28" fmla="*/ 0 w 17"/>
                <a:gd name="T29" fmla="*/ 5 h 17"/>
                <a:gd name="T30" fmla="*/ 0 w 17"/>
                <a:gd name="T31" fmla="*/ 9 h 17"/>
                <a:gd name="T32" fmla="*/ 4 w 17"/>
                <a:gd name="T33" fmla="*/ 16 h 17"/>
                <a:gd name="T34" fmla="*/ 8 w 17"/>
                <a:gd name="T35" fmla="*/ 17 h 17"/>
                <a:gd name="T36" fmla="*/ 8 w 17"/>
                <a:gd name="T37" fmla="*/ 17 h 17"/>
                <a:gd name="T38" fmla="*/ 8 w 17"/>
                <a:gd name="T39" fmla="*/ 17 h 17"/>
                <a:gd name="T40" fmla="*/ 16 w 17"/>
                <a:gd name="T41" fmla="*/ 12 h 17"/>
                <a:gd name="T42" fmla="*/ 17 w 17"/>
                <a:gd name="T43" fmla="*/ 9 h 17"/>
                <a:gd name="T44" fmla="*/ 12 w 17"/>
                <a:gd name="T45" fmla="*/ 1 h 17"/>
                <a:gd name="T46" fmla="*/ 12 w 17"/>
                <a:gd name="T47" fmla="*/ 1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6" name="Freeform 840">
              <a:extLst>
                <a:ext uri="{FF2B5EF4-FFF2-40B4-BE49-F238E27FC236}">
                  <a16:creationId xmlns:a16="http://schemas.microsoft.com/office/drawing/2014/main" id="{57E11A25-09D9-4843-943E-4830C36C5FFC}"/>
                </a:ext>
              </a:extLst>
            </p:cNvPr>
            <p:cNvSpPr>
              <a:spLocks noEditPoints="1"/>
            </p:cNvSpPr>
            <p:nvPr userDrawn="1"/>
          </p:nvSpPr>
          <p:spPr bwMode="auto">
            <a:xfrm>
              <a:off x="4569994" y="3639536"/>
              <a:ext cx="24083" cy="22077"/>
            </a:xfrm>
            <a:custGeom>
              <a:avLst/>
              <a:gdLst>
                <a:gd name="T0" fmla="*/ 8 w 16"/>
                <a:gd name="T1" fmla="*/ 9 h 15"/>
                <a:gd name="T2" fmla="*/ 7 w 16"/>
                <a:gd name="T3" fmla="*/ 9 h 15"/>
                <a:gd name="T4" fmla="*/ 6 w 16"/>
                <a:gd name="T5" fmla="*/ 7 h 15"/>
                <a:gd name="T6" fmla="*/ 6 w 16"/>
                <a:gd name="T7" fmla="*/ 7 h 15"/>
                <a:gd name="T8" fmla="*/ 4 w 16"/>
                <a:gd name="T9" fmla="*/ 5 h 15"/>
                <a:gd name="T10" fmla="*/ 6 w 16"/>
                <a:gd name="T11" fmla="*/ 7 h 15"/>
                <a:gd name="T12" fmla="*/ 8 w 16"/>
                <a:gd name="T13" fmla="*/ 6 h 15"/>
                <a:gd name="T14" fmla="*/ 9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8 w 16"/>
                <a:gd name="T35" fmla="*/ 15 h 15"/>
                <a:gd name="T36" fmla="*/ 15 w 16"/>
                <a:gd name="T37" fmla="*/ 11 h 15"/>
                <a:gd name="T38" fmla="*/ 15 w 16"/>
                <a:gd name="T39" fmla="*/ 11 h 15"/>
                <a:gd name="T40" fmla="*/ 16 w 16"/>
                <a:gd name="T41" fmla="*/ 7 h 15"/>
                <a:gd name="T42" fmla="*/ 11 w 16"/>
                <a:gd name="T43" fmla="*/ 1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6" y="15"/>
                    <a:pt x="7" y="15"/>
                    <a:pt x="8" y="15"/>
                  </a:cubicBezTo>
                  <a:cubicBezTo>
                    <a:pt x="11" y="15"/>
                    <a:pt x="13" y="13"/>
                    <a:pt x="15" y="11"/>
                  </a:cubicBezTo>
                  <a:cubicBezTo>
                    <a:pt x="15" y="11"/>
                    <a:pt x="15" y="11"/>
                    <a:pt x="15" y="11"/>
                  </a:cubicBezTo>
                  <a:cubicBezTo>
                    <a:pt x="15" y="10"/>
                    <a:pt x="16" y="8"/>
                    <a:pt x="16" y="7"/>
                  </a:cubicBezTo>
                  <a:cubicBezTo>
                    <a:pt x="16" y="4"/>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7" name="Freeform 841">
              <a:extLst>
                <a:ext uri="{FF2B5EF4-FFF2-40B4-BE49-F238E27FC236}">
                  <a16:creationId xmlns:a16="http://schemas.microsoft.com/office/drawing/2014/main" id="{3737AD6C-CA62-4C49-9DDC-A6EB521BC49F}"/>
                </a:ext>
              </a:extLst>
            </p:cNvPr>
            <p:cNvSpPr>
              <a:spLocks noEditPoints="1"/>
            </p:cNvSpPr>
            <p:nvPr userDrawn="1"/>
          </p:nvSpPr>
          <p:spPr bwMode="auto">
            <a:xfrm>
              <a:off x="4032141" y="3653584"/>
              <a:ext cx="152525" cy="148512"/>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8" name="Freeform 842">
              <a:extLst>
                <a:ext uri="{FF2B5EF4-FFF2-40B4-BE49-F238E27FC236}">
                  <a16:creationId xmlns:a16="http://schemas.microsoft.com/office/drawing/2014/main" id="{3650E23E-443A-4441-AD26-989D9F4C1369}"/>
                </a:ext>
              </a:extLst>
            </p:cNvPr>
            <p:cNvSpPr>
              <a:spLocks noEditPoints="1"/>
            </p:cNvSpPr>
            <p:nvPr userDrawn="1"/>
          </p:nvSpPr>
          <p:spPr bwMode="auto">
            <a:xfrm>
              <a:off x="4028127" y="3778013"/>
              <a:ext cx="34118" cy="34118"/>
            </a:xfrm>
            <a:custGeom>
              <a:avLst/>
              <a:gdLst>
                <a:gd name="T0" fmla="*/ 7 w 22"/>
                <a:gd name="T1" fmla="*/ 9 h 22"/>
                <a:gd name="T2" fmla="*/ 11 w 22"/>
                <a:gd name="T3" fmla="*/ 6 h 22"/>
                <a:gd name="T4" fmla="*/ 14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7" y="9"/>
                  </a:moveTo>
                  <a:cubicBezTo>
                    <a:pt x="8" y="7"/>
                    <a:pt x="9" y="6"/>
                    <a:pt x="11" y="6"/>
                  </a:cubicBezTo>
                  <a:cubicBezTo>
                    <a:pt x="12" y="6"/>
                    <a:pt x="13" y="6"/>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0"/>
                    <a:pt x="6" y="10"/>
                    <a:pt x="7" y="9"/>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9" name="Freeform 843">
              <a:extLst>
                <a:ext uri="{FF2B5EF4-FFF2-40B4-BE49-F238E27FC236}">
                  <a16:creationId xmlns:a16="http://schemas.microsoft.com/office/drawing/2014/main" id="{B9475DD7-ABD6-49DD-BFFC-CCC1734459FA}"/>
                </a:ext>
              </a:extLst>
            </p:cNvPr>
            <p:cNvSpPr>
              <a:spLocks noEditPoints="1"/>
            </p:cNvSpPr>
            <p:nvPr userDrawn="1"/>
          </p:nvSpPr>
          <p:spPr bwMode="auto">
            <a:xfrm>
              <a:off x="4012072" y="3804103"/>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16 w 17"/>
                <a:gd name="T39" fmla="*/ 13 h 17"/>
                <a:gd name="T40" fmla="*/ 17 w 17"/>
                <a:gd name="T41" fmla="*/ 9 h 17"/>
                <a:gd name="T42" fmla="*/ 12 w 17"/>
                <a:gd name="T43" fmla="*/ 1 h 17"/>
                <a:gd name="T44" fmla="*/ 12 w 17"/>
                <a:gd name="T45" fmla="*/ 1 h 17"/>
                <a:gd name="T46" fmla="*/ 9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0" name="Freeform 844">
              <a:extLst>
                <a:ext uri="{FF2B5EF4-FFF2-40B4-BE49-F238E27FC236}">
                  <a16:creationId xmlns:a16="http://schemas.microsoft.com/office/drawing/2014/main" id="{DF1AC788-5A18-4585-B159-347F5A17B5EC}"/>
                </a:ext>
              </a:extLst>
            </p:cNvPr>
            <p:cNvSpPr>
              <a:spLocks noEditPoints="1"/>
            </p:cNvSpPr>
            <p:nvPr userDrawn="1"/>
          </p:nvSpPr>
          <p:spPr bwMode="auto">
            <a:xfrm>
              <a:off x="3987989" y="3808117"/>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9 w 15"/>
                <a:gd name="T13" fmla="*/ 8 h 15"/>
                <a:gd name="T14" fmla="*/ 7 w 15"/>
                <a:gd name="T15" fmla="*/ 9 h 15"/>
                <a:gd name="T16" fmla="*/ 6 w 15"/>
                <a:gd name="T17" fmla="*/ 9 h 15"/>
                <a:gd name="T18" fmla="*/ 6 w 15"/>
                <a:gd name="T19" fmla="*/ 9 h 15"/>
                <a:gd name="T20" fmla="*/ 6 w 15"/>
                <a:gd name="T21" fmla="*/ 7 h 15"/>
                <a:gd name="T22" fmla="*/ 6 w 15"/>
                <a:gd name="T23" fmla="*/ 7 h 15"/>
                <a:gd name="T24" fmla="*/ 6 w 15"/>
                <a:gd name="T25" fmla="*/ 7 h 15"/>
                <a:gd name="T26" fmla="*/ 7 w 15"/>
                <a:gd name="T27" fmla="*/ 0 h 15"/>
                <a:gd name="T28" fmla="*/ 0 w 15"/>
                <a:gd name="T29" fmla="*/ 4 h 15"/>
                <a:gd name="T30" fmla="*/ 0 w 15"/>
                <a:gd name="T31" fmla="*/ 4 h 15"/>
                <a:gd name="T32" fmla="*/ 0 w 15"/>
                <a:gd name="T33" fmla="*/ 4 h 15"/>
                <a:gd name="T34" fmla="*/ 0 w 15"/>
                <a:gd name="T35" fmla="*/ 4 h 15"/>
                <a:gd name="T36" fmla="*/ 0 w 15"/>
                <a:gd name="T37" fmla="*/ 4 h 15"/>
                <a:gd name="T38" fmla="*/ 0 w 15"/>
                <a:gd name="T39" fmla="*/ 7 h 15"/>
                <a:gd name="T40" fmla="*/ 4 w 15"/>
                <a:gd name="T41" fmla="*/ 14 h 15"/>
                <a:gd name="T42" fmla="*/ 4 w 15"/>
                <a:gd name="T43" fmla="*/ 14 h 15"/>
                <a:gd name="T44" fmla="*/ 7 w 15"/>
                <a:gd name="T45" fmla="*/ 15 h 15"/>
                <a:gd name="T46" fmla="*/ 7 w 15"/>
                <a:gd name="T47" fmla="*/ 15 h 15"/>
                <a:gd name="T48" fmla="*/ 14 w 15"/>
                <a:gd name="T49" fmla="*/ 11 h 15"/>
                <a:gd name="T50" fmla="*/ 14 w 15"/>
                <a:gd name="T51" fmla="*/ 11 h 15"/>
                <a:gd name="T52" fmla="*/ 14 w 15"/>
                <a:gd name="T53" fmla="*/ 11 h 15"/>
                <a:gd name="T54" fmla="*/ 15 w 15"/>
                <a:gd name="T55" fmla="*/ 7 h 15"/>
                <a:gd name="T56" fmla="*/ 11 w 15"/>
                <a:gd name="T57" fmla="*/ 1 h 15"/>
                <a:gd name="T58" fmla="*/ 11 w 15"/>
                <a:gd name="T59" fmla="*/ 1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4"/>
                    <a:pt x="14" y="11"/>
                  </a:cubicBezTo>
                  <a:cubicBezTo>
                    <a:pt x="14" y="11"/>
                    <a:pt x="14" y="11"/>
                    <a:pt x="14" y="11"/>
                  </a:cubicBezTo>
                  <a:cubicBezTo>
                    <a:pt x="14" y="11"/>
                    <a:pt x="14" y="11"/>
                    <a:pt x="14" y="11"/>
                  </a:cubicBezTo>
                  <a:cubicBezTo>
                    <a:pt x="15" y="10"/>
                    <a:pt x="15" y="9"/>
                    <a:pt x="15" y="7"/>
                  </a:cubicBezTo>
                  <a:cubicBezTo>
                    <a:pt x="15" y="5"/>
                    <a:pt x="13" y="2"/>
                    <a:pt x="11" y="1"/>
                  </a:cubicBezTo>
                  <a:cubicBezTo>
                    <a:pt x="11" y="1"/>
                    <a:pt x="11" y="1"/>
                    <a:pt x="11" y="1"/>
                  </a:cubicBezTo>
                  <a:cubicBezTo>
                    <a:pt x="9" y="0"/>
                    <a:pt x="8"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1" name="Freeform 845">
              <a:extLst>
                <a:ext uri="{FF2B5EF4-FFF2-40B4-BE49-F238E27FC236}">
                  <a16:creationId xmlns:a16="http://schemas.microsoft.com/office/drawing/2014/main" id="{F2076C9E-F82F-4C1F-A9CB-17CCBCDE525D}"/>
                </a:ext>
              </a:extLst>
            </p:cNvPr>
            <p:cNvSpPr>
              <a:spLocks noEditPoints="1"/>
            </p:cNvSpPr>
            <p:nvPr userDrawn="1"/>
          </p:nvSpPr>
          <p:spPr bwMode="auto">
            <a:xfrm>
              <a:off x="5075736" y="3232132"/>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2" name="Freeform 846">
              <a:extLst>
                <a:ext uri="{FF2B5EF4-FFF2-40B4-BE49-F238E27FC236}">
                  <a16:creationId xmlns:a16="http://schemas.microsoft.com/office/drawing/2014/main" id="{A51B996A-D636-4CE7-97CA-F8BBB63490CD}"/>
                </a:ext>
              </a:extLst>
            </p:cNvPr>
            <p:cNvSpPr>
              <a:spLocks noEditPoints="1"/>
            </p:cNvSpPr>
            <p:nvPr userDrawn="1"/>
          </p:nvSpPr>
          <p:spPr bwMode="auto">
            <a:xfrm>
              <a:off x="5059680" y="3340506"/>
              <a:ext cx="32111" cy="32111"/>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3" name="Freeform 847">
              <a:extLst>
                <a:ext uri="{FF2B5EF4-FFF2-40B4-BE49-F238E27FC236}">
                  <a16:creationId xmlns:a16="http://schemas.microsoft.com/office/drawing/2014/main" id="{D9D438CA-8E6A-437F-B516-9731F42EACE9}"/>
                </a:ext>
              </a:extLst>
            </p:cNvPr>
            <p:cNvSpPr>
              <a:spLocks noEditPoints="1"/>
            </p:cNvSpPr>
            <p:nvPr userDrawn="1"/>
          </p:nvSpPr>
          <p:spPr bwMode="auto">
            <a:xfrm>
              <a:off x="5041618" y="3360575"/>
              <a:ext cx="24083" cy="26090"/>
            </a:xfrm>
            <a:custGeom>
              <a:avLst/>
              <a:gdLst>
                <a:gd name="T0" fmla="*/ 8 w 16"/>
                <a:gd name="T1" fmla="*/ 11 h 17"/>
                <a:gd name="T2" fmla="*/ 7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6 h 17"/>
                <a:gd name="T18" fmla="*/ 10 w 16"/>
                <a:gd name="T19" fmla="*/ 8 h 17"/>
                <a:gd name="T20" fmla="*/ 10 w 16"/>
                <a:gd name="T21" fmla="*/ 10 h 17"/>
                <a:gd name="T22" fmla="*/ 8 w 16"/>
                <a:gd name="T23" fmla="*/ 11 h 17"/>
                <a:gd name="T24" fmla="*/ 8 w 16"/>
                <a:gd name="T25" fmla="*/ 0 h 17"/>
                <a:gd name="T26" fmla="*/ 8 w 16"/>
                <a:gd name="T27" fmla="*/ 0 h 17"/>
                <a:gd name="T28" fmla="*/ 8 w 16"/>
                <a:gd name="T29" fmla="*/ 0 h 17"/>
                <a:gd name="T30" fmla="*/ 1 w 16"/>
                <a:gd name="T31" fmla="*/ 3 h 17"/>
                <a:gd name="T32" fmla="*/ 1 w 16"/>
                <a:gd name="T33" fmla="*/ 3 h 17"/>
                <a:gd name="T34" fmla="*/ 0 w 16"/>
                <a:gd name="T35" fmla="*/ 8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13 w 16"/>
                <a:gd name="T51" fmla="*/ 2 h 17"/>
                <a:gd name="T52" fmla="*/ 8 w 16"/>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7">
                  <a:moveTo>
                    <a:pt x="8" y="11"/>
                  </a:moveTo>
                  <a:cubicBezTo>
                    <a:pt x="8" y="11"/>
                    <a:pt x="7" y="10"/>
                    <a:pt x="7" y="10"/>
                  </a:cubicBez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6"/>
                  </a:cubicBezTo>
                  <a:cubicBezTo>
                    <a:pt x="10" y="6"/>
                    <a:pt x="10" y="6"/>
                    <a:pt x="10"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3" y="2"/>
                    <a:pt x="13" y="2"/>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4" name="Freeform 848">
              <a:extLst>
                <a:ext uri="{FF2B5EF4-FFF2-40B4-BE49-F238E27FC236}">
                  <a16:creationId xmlns:a16="http://schemas.microsoft.com/office/drawing/2014/main" id="{9231B1EC-4A24-4D0D-BD93-4653DC3BB532}"/>
                </a:ext>
              </a:extLst>
            </p:cNvPr>
            <p:cNvSpPr>
              <a:spLocks noEditPoints="1"/>
            </p:cNvSpPr>
            <p:nvPr userDrawn="1"/>
          </p:nvSpPr>
          <p:spPr bwMode="auto">
            <a:xfrm>
              <a:off x="5017535" y="3358569"/>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5" name="Freeform 849">
              <a:extLst>
                <a:ext uri="{FF2B5EF4-FFF2-40B4-BE49-F238E27FC236}">
                  <a16:creationId xmlns:a16="http://schemas.microsoft.com/office/drawing/2014/main" id="{EF06EDA1-1D44-44EE-BBD4-05D29D345280}"/>
                </a:ext>
              </a:extLst>
            </p:cNvPr>
            <p:cNvSpPr>
              <a:spLocks noEditPoints="1"/>
            </p:cNvSpPr>
            <p:nvPr userDrawn="1"/>
          </p:nvSpPr>
          <p:spPr bwMode="auto">
            <a:xfrm>
              <a:off x="3913733" y="1819266"/>
              <a:ext cx="361244" cy="305051"/>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6" name="Freeform 850">
              <a:extLst>
                <a:ext uri="{FF2B5EF4-FFF2-40B4-BE49-F238E27FC236}">
                  <a16:creationId xmlns:a16="http://schemas.microsoft.com/office/drawing/2014/main" id="{57E6A281-B7C3-4F2B-BF7F-C79CFA34C9CB}"/>
                </a:ext>
              </a:extLst>
            </p:cNvPr>
            <p:cNvSpPr>
              <a:spLocks/>
            </p:cNvSpPr>
            <p:nvPr userDrawn="1"/>
          </p:nvSpPr>
          <p:spPr bwMode="auto">
            <a:xfrm>
              <a:off x="3941829" y="2007916"/>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7" name="Freeform 851">
              <a:extLst>
                <a:ext uri="{FF2B5EF4-FFF2-40B4-BE49-F238E27FC236}">
                  <a16:creationId xmlns:a16="http://schemas.microsoft.com/office/drawing/2014/main" id="{9BD0E2DC-7DD8-4DAA-B5C3-A54DD61D5DD0}"/>
                </a:ext>
              </a:extLst>
            </p:cNvPr>
            <p:cNvSpPr>
              <a:spLocks/>
            </p:cNvSpPr>
            <p:nvPr userDrawn="1"/>
          </p:nvSpPr>
          <p:spPr bwMode="auto">
            <a:xfrm>
              <a:off x="4234839" y="2124317"/>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8" name="Freeform 852">
              <a:extLst>
                <a:ext uri="{FF2B5EF4-FFF2-40B4-BE49-F238E27FC236}">
                  <a16:creationId xmlns:a16="http://schemas.microsoft.com/office/drawing/2014/main" id="{1B322370-5274-4ABD-84BF-7DA523DE1750}"/>
                </a:ext>
              </a:extLst>
            </p:cNvPr>
            <p:cNvSpPr>
              <a:spLocks noEditPoints="1"/>
            </p:cNvSpPr>
            <p:nvPr userDrawn="1"/>
          </p:nvSpPr>
          <p:spPr bwMode="auto">
            <a:xfrm>
              <a:off x="3550482" y="3639536"/>
              <a:ext cx="361244" cy="315086"/>
            </a:xfrm>
            <a:custGeom>
              <a:avLst/>
              <a:gdLst>
                <a:gd name="T0" fmla="*/ 224 w 240"/>
                <a:gd name="T1" fmla="*/ 102 h 209"/>
                <a:gd name="T2" fmla="*/ 211 w 240"/>
                <a:gd name="T3" fmla="*/ 190 h 209"/>
                <a:gd name="T4" fmla="*/ 213 w 240"/>
                <a:gd name="T5" fmla="*/ 189 h 209"/>
                <a:gd name="T6" fmla="*/ 113 w 240"/>
                <a:gd name="T7" fmla="*/ 7 h 209"/>
                <a:gd name="T8" fmla="*/ 119 w 240"/>
                <a:gd name="T9" fmla="*/ 12 h 209"/>
                <a:gd name="T10" fmla="*/ 173 w 240"/>
                <a:gd name="T11" fmla="*/ 7 h 209"/>
                <a:gd name="T12" fmla="*/ 190 w 240"/>
                <a:gd name="T13" fmla="*/ 8 h 209"/>
                <a:gd name="T14" fmla="*/ 203 w 240"/>
                <a:gd name="T15" fmla="*/ 24 h 209"/>
                <a:gd name="T16" fmla="*/ 202 w 240"/>
                <a:gd name="T17" fmla="*/ 57 h 209"/>
                <a:gd name="T18" fmla="*/ 218 w 240"/>
                <a:gd name="T19" fmla="*/ 59 h 209"/>
                <a:gd name="T20" fmla="*/ 234 w 240"/>
                <a:gd name="T21" fmla="*/ 80 h 209"/>
                <a:gd name="T22" fmla="*/ 202 w 240"/>
                <a:gd name="T23" fmla="*/ 107 h 209"/>
                <a:gd name="T24" fmla="*/ 182 w 240"/>
                <a:gd name="T25" fmla="*/ 124 h 209"/>
                <a:gd name="T26" fmla="*/ 168 w 240"/>
                <a:gd name="T27" fmla="*/ 153 h 209"/>
                <a:gd name="T28" fmla="*/ 153 w 240"/>
                <a:gd name="T29" fmla="*/ 154 h 209"/>
                <a:gd name="T30" fmla="*/ 128 w 240"/>
                <a:gd name="T31" fmla="*/ 147 h 209"/>
                <a:gd name="T32" fmla="*/ 78 w 240"/>
                <a:gd name="T33" fmla="*/ 170 h 209"/>
                <a:gd name="T34" fmla="*/ 58 w 240"/>
                <a:gd name="T35" fmla="*/ 163 h 209"/>
                <a:gd name="T36" fmla="*/ 55 w 240"/>
                <a:gd name="T37" fmla="*/ 130 h 209"/>
                <a:gd name="T38" fmla="*/ 6 w 240"/>
                <a:gd name="T39" fmla="*/ 97 h 209"/>
                <a:gd name="T40" fmla="*/ 26 w 240"/>
                <a:gd name="T41" fmla="*/ 80 h 209"/>
                <a:gd name="T42" fmla="*/ 22 w 240"/>
                <a:gd name="T43" fmla="*/ 54 h 209"/>
                <a:gd name="T44" fmla="*/ 48 w 240"/>
                <a:gd name="T45" fmla="*/ 13 h 209"/>
                <a:gd name="T46" fmla="*/ 80 w 240"/>
                <a:gd name="T47" fmla="*/ 11 h 209"/>
                <a:gd name="T48" fmla="*/ 105 w 240"/>
                <a:gd name="T49" fmla="*/ 6 h 209"/>
                <a:gd name="T50" fmla="*/ 195 w 240"/>
                <a:gd name="T51" fmla="*/ 4 h 209"/>
                <a:gd name="T52" fmla="*/ 76 w 240"/>
                <a:gd name="T53" fmla="*/ 3 h 209"/>
                <a:gd name="T54" fmla="*/ 71 w 240"/>
                <a:gd name="T55" fmla="*/ 14 h 209"/>
                <a:gd name="T56" fmla="*/ 40 w 240"/>
                <a:gd name="T57" fmla="*/ 4 h 209"/>
                <a:gd name="T58" fmla="*/ 19 w 240"/>
                <a:gd name="T59" fmla="*/ 30 h 209"/>
                <a:gd name="T60" fmla="*/ 21 w 240"/>
                <a:gd name="T61" fmla="*/ 77 h 209"/>
                <a:gd name="T62" fmla="*/ 2 w 240"/>
                <a:gd name="T63" fmla="*/ 89 h 209"/>
                <a:gd name="T64" fmla="*/ 16 w 240"/>
                <a:gd name="T65" fmla="*/ 126 h 209"/>
                <a:gd name="T66" fmla="*/ 45 w 240"/>
                <a:gd name="T67" fmla="*/ 128 h 209"/>
                <a:gd name="T68" fmla="*/ 50 w 240"/>
                <a:gd name="T69" fmla="*/ 157 h 209"/>
                <a:gd name="T70" fmla="*/ 114 w 240"/>
                <a:gd name="T71" fmla="*/ 168 h 209"/>
                <a:gd name="T72" fmla="*/ 141 w 240"/>
                <a:gd name="T73" fmla="*/ 154 h 209"/>
                <a:gd name="T74" fmla="*/ 158 w 240"/>
                <a:gd name="T75" fmla="*/ 160 h 209"/>
                <a:gd name="T76" fmla="*/ 216 w 240"/>
                <a:gd name="T77" fmla="*/ 209 h 209"/>
                <a:gd name="T78" fmla="*/ 204 w 240"/>
                <a:gd name="T79" fmla="*/ 123 h 209"/>
                <a:gd name="T80" fmla="*/ 222 w 240"/>
                <a:gd name="T81" fmla="*/ 103 h 209"/>
                <a:gd name="T82" fmla="*/ 232 w 240"/>
                <a:gd name="T83" fmla="*/ 58 h 209"/>
                <a:gd name="T84" fmla="*/ 214 w 240"/>
                <a:gd name="T85" fmla="*/ 53 h 209"/>
                <a:gd name="T86" fmla="*/ 204 w 240"/>
                <a:gd name="T87" fmla="*/ 48 h 209"/>
                <a:gd name="T88" fmla="*/ 199 w 240"/>
                <a:gd name="T89" fmla="*/ 7 h 209"/>
                <a:gd name="T90" fmla="*/ 193 w 240"/>
                <a:gd name="T91" fmla="*/ 3 h 209"/>
                <a:gd name="T92" fmla="*/ 122 w 240"/>
                <a:gd name="T93" fmla="*/ 3 h 209"/>
                <a:gd name="T94" fmla="*/ 119 w 240"/>
                <a:gd name="T95" fmla="*/ 6 h 209"/>
                <a:gd name="T96" fmla="*/ 116 w 240"/>
                <a:gd name="T9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222" y="103"/>
                  </a:moveTo>
                  <a:cubicBezTo>
                    <a:pt x="221" y="103"/>
                    <a:pt x="221" y="103"/>
                    <a:pt x="221" y="103"/>
                  </a:cubicBezTo>
                  <a:cubicBezTo>
                    <a:pt x="222" y="103"/>
                    <a:pt x="222" y="103"/>
                    <a:pt x="222" y="103"/>
                  </a:cubicBezTo>
                  <a:moveTo>
                    <a:pt x="224" y="102"/>
                  </a:moveTo>
                  <a:cubicBezTo>
                    <a:pt x="222" y="103"/>
                    <a:pt x="222" y="103"/>
                    <a:pt x="222" y="103"/>
                  </a:cubicBezTo>
                  <a:cubicBezTo>
                    <a:pt x="222" y="103"/>
                    <a:pt x="222" y="103"/>
                    <a:pt x="222" y="103"/>
                  </a:cubicBezTo>
                  <a:cubicBezTo>
                    <a:pt x="224" y="102"/>
                    <a:pt x="224" y="102"/>
                    <a:pt x="224" y="102"/>
                  </a:cubicBezTo>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2" y="103"/>
                    <a:pt x="222" y="103"/>
                    <a:pt x="222" y="103"/>
                  </a:cubicBezTo>
                  <a:cubicBezTo>
                    <a:pt x="228" y="101"/>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9" name="Freeform 853">
              <a:extLst>
                <a:ext uri="{FF2B5EF4-FFF2-40B4-BE49-F238E27FC236}">
                  <a16:creationId xmlns:a16="http://schemas.microsoft.com/office/drawing/2014/main" id="{9BA2EF63-479F-4170-BBE4-52B6405978C8}"/>
                </a:ext>
              </a:extLst>
            </p:cNvPr>
            <p:cNvSpPr>
              <a:spLocks noEditPoints="1"/>
            </p:cNvSpPr>
            <p:nvPr userDrawn="1"/>
          </p:nvSpPr>
          <p:spPr bwMode="auto">
            <a:xfrm>
              <a:off x="4299060" y="1861412"/>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0" name="Freeform 854">
              <a:extLst>
                <a:ext uri="{FF2B5EF4-FFF2-40B4-BE49-F238E27FC236}">
                  <a16:creationId xmlns:a16="http://schemas.microsoft.com/office/drawing/2014/main" id="{16B5C6B9-0D2D-46FF-9177-DF7F288E31B9}"/>
                </a:ext>
              </a:extLst>
            </p:cNvPr>
            <p:cNvSpPr>
              <a:spLocks noEditPoints="1"/>
            </p:cNvSpPr>
            <p:nvPr userDrawn="1"/>
          </p:nvSpPr>
          <p:spPr bwMode="auto">
            <a:xfrm>
              <a:off x="5539332" y="1825287"/>
              <a:ext cx="359238" cy="248857"/>
            </a:xfrm>
            <a:custGeom>
              <a:avLst/>
              <a:gdLst>
                <a:gd name="T0" fmla="*/ 11 w 239"/>
                <a:gd name="T1" fmla="*/ 98 h 165"/>
                <a:gd name="T2" fmla="*/ 7 w 239"/>
                <a:gd name="T3" fmla="*/ 70 h 165"/>
                <a:gd name="T4" fmla="*/ 7 w 239"/>
                <a:gd name="T5" fmla="*/ 69 h 165"/>
                <a:gd name="T6" fmla="*/ 7 w 239"/>
                <a:gd name="T7" fmla="*/ 68 h 165"/>
                <a:gd name="T8" fmla="*/ 19 w 239"/>
                <a:gd name="T9" fmla="*/ 13 h 165"/>
                <a:gd name="T10" fmla="*/ 30 w 239"/>
                <a:gd name="T11" fmla="*/ 6 h 165"/>
                <a:gd name="T12" fmla="*/ 209 w 239"/>
                <a:gd name="T13" fmla="*/ 9 h 165"/>
                <a:gd name="T14" fmla="*/ 231 w 239"/>
                <a:gd name="T15" fmla="*/ 40 h 165"/>
                <a:gd name="T16" fmla="*/ 233 w 239"/>
                <a:gd name="T17" fmla="*/ 72 h 165"/>
                <a:gd name="T18" fmla="*/ 233 w 239"/>
                <a:gd name="T19" fmla="*/ 75 h 165"/>
                <a:gd name="T20" fmla="*/ 233 w 239"/>
                <a:gd name="T21" fmla="*/ 75 h 165"/>
                <a:gd name="T22" fmla="*/ 211 w 239"/>
                <a:gd name="T23" fmla="*/ 132 h 165"/>
                <a:gd name="T24" fmla="*/ 206 w 239"/>
                <a:gd name="T25" fmla="*/ 133 h 165"/>
                <a:gd name="T26" fmla="*/ 206 w 239"/>
                <a:gd name="T27" fmla="*/ 133 h 165"/>
                <a:gd name="T28" fmla="*/ 127 w 239"/>
                <a:gd name="T29" fmla="*/ 132 h 165"/>
                <a:gd name="T30" fmla="*/ 114 w 239"/>
                <a:gd name="T31" fmla="*/ 129 h 165"/>
                <a:gd name="T32" fmla="*/ 30 w 239"/>
                <a:gd name="T33" fmla="*/ 5 h 165"/>
                <a:gd name="T34" fmla="*/ 30 w 239"/>
                <a:gd name="T35" fmla="*/ 0 h 165"/>
                <a:gd name="T36" fmla="*/ 15 w 239"/>
                <a:gd name="T37" fmla="*/ 9 h 165"/>
                <a:gd name="T38" fmla="*/ 1 w 239"/>
                <a:gd name="T39" fmla="*/ 68 h 165"/>
                <a:gd name="T40" fmla="*/ 5 w 239"/>
                <a:gd name="T41" fmla="*/ 100 h 165"/>
                <a:gd name="T42" fmla="*/ 28 w 239"/>
                <a:gd name="T43" fmla="*/ 134 h 165"/>
                <a:gd name="T44" fmla="*/ 87 w 239"/>
                <a:gd name="T45" fmla="*/ 165 h 165"/>
                <a:gd name="T46" fmla="*/ 206 w 239"/>
                <a:gd name="T47" fmla="*/ 139 h 165"/>
                <a:gd name="T48" fmla="*/ 206 w 239"/>
                <a:gd name="T49" fmla="*/ 139 h 165"/>
                <a:gd name="T50" fmla="*/ 229 w 239"/>
                <a:gd name="T51" fmla="*/ 122 h 165"/>
                <a:gd name="T52" fmla="*/ 239 w 239"/>
                <a:gd name="T53" fmla="*/ 64 h 165"/>
                <a:gd name="T54" fmla="*/ 226 w 239"/>
                <a:gd name="T55" fmla="*/ 13 h 165"/>
                <a:gd name="T56" fmla="*/ 209 w 239"/>
                <a:gd name="T57" fmla="*/ 3 h 165"/>
                <a:gd name="T58" fmla="*/ 209 w 239"/>
                <a:gd name="T59" fmla="*/ 6 h 165"/>
                <a:gd name="T60" fmla="*/ 209 w 239"/>
                <a:gd name="T61" fmla="*/ 6 h 165"/>
                <a:gd name="T62" fmla="*/ 30 w 239"/>
                <a:gd name="T6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1" name="Freeform 855">
              <a:extLst>
                <a:ext uri="{FF2B5EF4-FFF2-40B4-BE49-F238E27FC236}">
                  <a16:creationId xmlns:a16="http://schemas.microsoft.com/office/drawing/2014/main" id="{B640409F-E36A-400A-BC99-1495384B53D3}"/>
                </a:ext>
              </a:extLst>
            </p:cNvPr>
            <p:cNvSpPr>
              <a:spLocks noEditPoints="1"/>
            </p:cNvSpPr>
            <p:nvPr userDrawn="1"/>
          </p:nvSpPr>
          <p:spPr bwMode="auto">
            <a:xfrm>
              <a:off x="5583484" y="261400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8"/>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2" name="Freeform 856">
              <a:extLst>
                <a:ext uri="{FF2B5EF4-FFF2-40B4-BE49-F238E27FC236}">
                  <a16:creationId xmlns:a16="http://schemas.microsoft.com/office/drawing/2014/main" id="{02BD78C5-0994-4D97-923F-F5A3CD80301C}"/>
                </a:ext>
              </a:extLst>
            </p:cNvPr>
            <p:cNvSpPr>
              <a:spLocks noEditPoints="1"/>
            </p:cNvSpPr>
            <p:nvPr userDrawn="1"/>
          </p:nvSpPr>
          <p:spPr bwMode="auto">
            <a:xfrm>
              <a:off x="5583484" y="2762515"/>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3" name="Freeform 857">
              <a:extLst>
                <a:ext uri="{FF2B5EF4-FFF2-40B4-BE49-F238E27FC236}">
                  <a16:creationId xmlns:a16="http://schemas.microsoft.com/office/drawing/2014/main" id="{D67BE1E9-D671-4BF3-8C58-3F0F75FB3D16}"/>
                </a:ext>
              </a:extLst>
            </p:cNvPr>
            <p:cNvSpPr>
              <a:spLocks noEditPoints="1"/>
            </p:cNvSpPr>
            <p:nvPr userDrawn="1"/>
          </p:nvSpPr>
          <p:spPr bwMode="auto">
            <a:xfrm>
              <a:off x="6018985" y="1755045"/>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4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89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4"/>
                    <a:pt x="115" y="94"/>
                    <a:pt x="115" y="94"/>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89"/>
                    <a:pt x="43" y="89"/>
                    <a:pt x="43" y="89"/>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7"/>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4" name="Freeform 858">
              <a:extLst>
                <a:ext uri="{FF2B5EF4-FFF2-40B4-BE49-F238E27FC236}">
                  <a16:creationId xmlns:a16="http://schemas.microsoft.com/office/drawing/2014/main" id="{E5A26ADA-B4B0-434A-B175-05069460D396}"/>
                </a:ext>
              </a:extLst>
            </p:cNvPr>
            <p:cNvSpPr>
              <a:spLocks noEditPoints="1"/>
            </p:cNvSpPr>
            <p:nvPr userDrawn="1"/>
          </p:nvSpPr>
          <p:spPr bwMode="auto">
            <a:xfrm>
              <a:off x="4517814" y="2082172"/>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5" name="Freeform 859">
              <a:extLst>
                <a:ext uri="{FF2B5EF4-FFF2-40B4-BE49-F238E27FC236}">
                  <a16:creationId xmlns:a16="http://schemas.microsoft.com/office/drawing/2014/main" id="{CE50B52F-3299-40B4-8D67-37AE955DE403}"/>
                </a:ext>
              </a:extLst>
            </p:cNvPr>
            <p:cNvSpPr>
              <a:spLocks noEditPoints="1"/>
            </p:cNvSpPr>
            <p:nvPr userDrawn="1"/>
          </p:nvSpPr>
          <p:spPr bwMode="auto">
            <a:xfrm>
              <a:off x="3269514" y="2316980"/>
              <a:ext cx="222768" cy="136470"/>
            </a:xfrm>
            <a:custGeom>
              <a:avLst/>
              <a:gdLst>
                <a:gd name="T0" fmla="*/ 50 w 148"/>
                <a:gd name="T1" fmla="*/ 85 h 91"/>
                <a:gd name="T2" fmla="*/ 50 w 148"/>
                <a:gd name="T3" fmla="*/ 85 h 91"/>
                <a:gd name="T4" fmla="*/ 50 w 148"/>
                <a:gd name="T5" fmla="*/ 85 h 91"/>
                <a:gd name="T6" fmla="*/ 50 w 148"/>
                <a:gd name="T7" fmla="*/ 85 h 91"/>
                <a:gd name="T8" fmla="*/ 59 w 148"/>
                <a:gd name="T9" fmla="*/ 6 h 91"/>
                <a:gd name="T10" fmla="*/ 125 w 148"/>
                <a:gd name="T11" fmla="*/ 6 h 91"/>
                <a:gd name="T12" fmla="*/ 134 w 148"/>
                <a:gd name="T13" fmla="*/ 11 h 91"/>
                <a:gd name="T14" fmla="*/ 140 w 148"/>
                <a:gd name="T15" fmla="*/ 17 h 91"/>
                <a:gd name="T16" fmla="*/ 142 w 148"/>
                <a:gd name="T17" fmla="*/ 25 h 91"/>
                <a:gd name="T18" fmla="*/ 142 w 148"/>
                <a:gd name="T19" fmla="*/ 73 h 91"/>
                <a:gd name="T20" fmla="*/ 138 w 148"/>
                <a:gd name="T21" fmla="*/ 79 h 91"/>
                <a:gd name="T22" fmla="*/ 133 w 148"/>
                <a:gd name="T23" fmla="*/ 83 h 91"/>
                <a:gd name="T24" fmla="*/ 127 w 148"/>
                <a:gd name="T25" fmla="*/ 85 h 91"/>
                <a:gd name="T26" fmla="*/ 50 w 148"/>
                <a:gd name="T27" fmla="*/ 85 h 91"/>
                <a:gd name="T28" fmla="*/ 43 w 148"/>
                <a:gd name="T29" fmla="*/ 83 h 91"/>
                <a:gd name="T30" fmla="*/ 39 w 148"/>
                <a:gd name="T31" fmla="*/ 79 h 91"/>
                <a:gd name="T32" fmla="*/ 38 w 148"/>
                <a:gd name="T33" fmla="*/ 70 h 91"/>
                <a:gd name="T34" fmla="*/ 38 w 148"/>
                <a:gd name="T35" fmla="*/ 67 h 91"/>
                <a:gd name="T36" fmla="*/ 38 w 148"/>
                <a:gd name="T37" fmla="*/ 65 h 91"/>
                <a:gd name="T38" fmla="*/ 21 w 148"/>
                <a:gd name="T39" fmla="*/ 44 h 91"/>
                <a:gd name="T40" fmla="*/ 38 w 148"/>
                <a:gd name="T41" fmla="*/ 52 h 91"/>
                <a:gd name="T42" fmla="*/ 39 w 148"/>
                <a:gd name="T43" fmla="*/ 24 h 91"/>
                <a:gd name="T44" fmla="*/ 43 w 148"/>
                <a:gd name="T45" fmla="*/ 16 h 91"/>
                <a:gd name="T46" fmla="*/ 59 w 148"/>
                <a:gd name="T47" fmla="*/ 6 h 91"/>
                <a:gd name="T48" fmla="*/ 126 w 148"/>
                <a:gd name="T49" fmla="*/ 0 h 91"/>
                <a:gd name="T50" fmla="*/ 59 w 148"/>
                <a:gd name="T51" fmla="*/ 0 h 91"/>
                <a:gd name="T52" fmla="*/ 59 w 148"/>
                <a:gd name="T53" fmla="*/ 0 h 91"/>
                <a:gd name="T54" fmla="*/ 37 w 148"/>
                <a:gd name="T55" fmla="*/ 13 h 91"/>
                <a:gd name="T56" fmla="*/ 33 w 148"/>
                <a:gd name="T57" fmla="*/ 23 h 91"/>
                <a:gd name="T58" fmla="*/ 33 w 148"/>
                <a:gd name="T59" fmla="*/ 23 h 91"/>
                <a:gd name="T60" fmla="*/ 33 w 148"/>
                <a:gd name="T61" fmla="*/ 43 h 91"/>
                <a:gd name="T62" fmla="*/ 0 w 148"/>
                <a:gd name="T63" fmla="*/ 27 h 91"/>
                <a:gd name="T64" fmla="*/ 32 w 148"/>
                <a:gd name="T65" fmla="*/ 67 h 91"/>
                <a:gd name="T66" fmla="*/ 32 w 148"/>
                <a:gd name="T67" fmla="*/ 70 h 91"/>
                <a:gd name="T68" fmla="*/ 34 w 148"/>
                <a:gd name="T69" fmla="*/ 82 h 91"/>
                <a:gd name="T70" fmla="*/ 44 w 148"/>
                <a:gd name="T71" fmla="*/ 90 h 91"/>
                <a:gd name="T72" fmla="*/ 49 w 148"/>
                <a:gd name="T73" fmla="*/ 91 h 91"/>
                <a:gd name="T74" fmla="*/ 50 w 148"/>
                <a:gd name="T75" fmla="*/ 91 h 91"/>
                <a:gd name="T76" fmla="*/ 127 w 148"/>
                <a:gd name="T77" fmla="*/ 91 h 91"/>
                <a:gd name="T78" fmla="*/ 127 w 148"/>
                <a:gd name="T79" fmla="*/ 91 h 91"/>
                <a:gd name="T80" fmla="*/ 136 w 148"/>
                <a:gd name="T81" fmla="*/ 88 h 91"/>
                <a:gd name="T82" fmla="*/ 145 w 148"/>
                <a:gd name="T83" fmla="*/ 79 h 91"/>
                <a:gd name="T84" fmla="*/ 148 w 148"/>
                <a:gd name="T85" fmla="*/ 74 h 91"/>
                <a:gd name="T86" fmla="*/ 148 w 148"/>
                <a:gd name="T87" fmla="*/ 74 h 91"/>
                <a:gd name="T88" fmla="*/ 148 w 148"/>
                <a:gd name="T89" fmla="*/ 24 h 91"/>
                <a:gd name="T90" fmla="*/ 148 w 148"/>
                <a:gd name="T91" fmla="*/ 24 h 91"/>
                <a:gd name="T92" fmla="*/ 144 w 148"/>
                <a:gd name="T93" fmla="*/ 13 h 91"/>
                <a:gd name="T94" fmla="*/ 133 w 148"/>
                <a:gd name="T95" fmla="*/ 3 h 91"/>
                <a:gd name="T96" fmla="*/ 127 w 148"/>
                <a:gd name="T97" fmla="*/ 0 h 91"/>
                <a:gd name="T98" fmla="*/ 126 w 148"/>
                <a:gd name="T9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91">
                  <a:moveTo>
                    <a:pt x="50" y="85"/>
                  </a:moveTo>
                  <a:cubicBezTo>
                    <a:pt x="50" y="85"/>
                    <a:pt x="50" y="85"/>
                    <a:pt x="50" y="85"/>
                  </a:cubicBezTo>
                  <a:cubicBezTo>
                    <a:pt x="50" y="85"/>
                    <a:pt x="50" y="85"/>
                    <a:pt x="50" y="85"/>
                  </a:cubicBezTo>
                  <a:cubicBezTo>
                    <a:pt x="50" y="85"/>
                    <a:pt x="50" y="85"/>
                    <a:pt x="50" y="85"/>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6" name="Freeform 860">
              <a:extLst>
                <a:ext uri="{FF2B5EF4-FFF2-40B4-BE49-F238E27FC236}">
                  <a16:creationId xmlns:a16="http://schemas.microsoft.com/office/drawing/2014/main" id="{320A6F22-42F7-4D5E-AB63-A8161CFDB817}"/>
                </a:ext>
              </a:extLst>
            </p:cNvPr>
            <p:cNvSpPr>
              <a:spLocks noEditPoints="1"/>
            </p:cNvSpPr>
            <p:nvPr userDrawn="1"/>
          </p:nvSpPr>
          <p:spPr bwMode="auto">
            <a:xfrm>
              <a:off x="4913175" y="3027427"/>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1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8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7" name="Freeform 861">
              <a:extLst>
                <a:ext uri="{FF2B5EF4-FFF2-40B4-BE49-F238E27FC236}">
                  <a16:creationId xmlns:a16="http://schemas.microsoft.com/office/drawing/2014/main" id="{4C147C2D-64BA-4C51-A90D-9109C746BFAD}"/>
                </a:ext>
              </a:extLst>
            </p:cNvPr>
            <p:cNvSpPr>
              <a:spLocks noEditPoints="1"/>
            </p:cNvSpPr>
            <p:nvPr userDrawn="1"/>
          </p:nvSpPr>
          <p:spPr bwMode="auto">
            <a:xfrm>
              <a:off x="3694980" y="2583900"/>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6 w 116"/>
                <a:gd name="T59" fmla="*/ 0 h 72"/>
                <a:gd name="T60" fmla="*/ 45 w 116"/>
                <a:gd name="T61" fmla="*/ 0 h 72"/>
                <a:gd name="T62" fmla="*/ 28 w 116"/>
                <a:gd name="T63" fmla="*/ 10 h 72"/>
                <a:gd name="T64" fmla="*/ 25 w 116"/>
                <a:gd name="T65" fmla="*/ 18 h 72"/>
                <a:gd name="T66" fmla="*/ 25 w 116"/>
                <a:gd name="T67" fmla="*/ 18 h 72"/>
                <a:gd name="T68" fmla="*/ 25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4 w 116"/>
                <a:gd name="T81" fmla="*/ 71 h 72"/>
                <a:gd name="T82" fmla="*/ 38 w 116"/>
                <a:gd name="T83" fmla="*/ 72 h 72"/>
                <a:gd name="T84" fmla="*/ 38 w 116"/>
                <a:gd name="T85" fmla="*/ 72 h 72"/>
                <a:gd name="T86" fmla="*/ 99 w 116"/>
                <a:gd name="T87" fmla="*/ 72 h 72"/>
                <a:gd name="T88" fmla="*/ 99 w 116"/>
                <a:gd name="T89" fmla="*/ 72 h 72"/>
                <a:gd name="T90" fmla="*/ 107 w 116"/>
                <a:gd name="T91" fmla="*/ 70 h 72"/>
                <a:gd name="T92" fmla="*/ 113 w 116"/>
                <a:gd name="T93" fmla="*/ 63 h 72"/>
                <a:gd name="T94" fmla="*/ 116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8" name="Freeform 862">
              <a:extLst>
                <a:ext uri="{FF2B5EF4-FFF2-40B4-BE49-F238E27FC236}">
                  <a16:creationId xmlns:a16="http://schemas.microsoft.com/office/drawing/2014/main" id="{1F174882-F63E-4763-BDDB-CA7B1C2D83CC}"/>
                </a:ext>
              </a:extLst>
            </p:cNvPr>
            <p:cNvSpPr>
              <a:spLocks noEditPoints="1"/>
            </p:cNvSpPr>
            <p:nvPr userDrawn="1"/>
          </p:nvSpPr>
          <p:spPr bwMode="auto">
            <a:xfrm>
              <a:off x="4690408" y="2001895"/>
              <a:ext cx="640206" cy="192664"/>
            </a:xfrm>
            <a:custGeom>
              <a:avLst/>
              <a:gdLst>
                <a:gd name="T0" fmla="*/ 92 w 426"/>
                <a:gd name="T1" fmla="*/ 25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346 w 426"/>
                <a:gd name="T43" fmla="*/ 0 h 128"/>
                <a:gd name="T44" fmla="*/ 83 w 426"/>
                <a:gd name="T45" fmla="*/ 20 h 128"/>
                <a:gd name="T46" fmla="*/ 39 w 426"/>
                <a:gd name="T47" fmla="*/ 42 h 128"/>
                <a:gd name="T48" fmla="*/ 31 w 426"/>
                <a:gd name="T49" fmla="*/ 74 h 128"/>
                <a:gd name="T50" fmla="*/ 31 w 426"/>
                <a:gd name="T51" fmla="*/ 74 h 128"/>
                <a:gd name="T52" fmla="*/ 49 w 426"/>
                <a:gd name="T53" fmla="*/ 105 h 128"/>
                <a:gd name="T54" fmla="*/ 0 w 426"/>
                <a:gd name="T55" fmla="*/ 128 h 128"/>
                <a:gd name="T56" fmla="*/ 39 w 426"/>
                <a:gd name="T57" fmla="*/ 124 h 128"/>
                <a:gd name="T58" fmla="*/ 91 w 426"/>
                <a:gd name="T59" fmla="*/ 119 h 128"/>
                <a:gd name="T60" fmla="*/ 101 w 426"/>
                <a:gd name="T61" fmla="*/ 118 h 128"/>
                <a:gd name="T62" fmla="*/ 102 w 426"/>
                <a:gd name="T63" fmla="*/ 118 h 128"/>
                <a:gd name="T64" fmla="*/ 368 w 426"/>
                <a:gd name="T65" fmla="*/ 113 h 128"/>
                <a:gd name="T66" fmla="*/ 397 w 426"/>
                <a:gd name="T67" fmla="*/ 103 h 128"/>
                <a:gd name="T68" fmla="*/ 426 w 426"/>
                <a:gd name="T69" fmla="*/ 46 h 128"/>
                <a:gd name="T70" fmla="*/ 418 w 426"/>
                <a:gd name="T71" fmla="*/ 22 h 128"/>
                <a:gd name="T72" fmla="*/ 374 w 426"/>
                <a:gd name="T73" fmla="*/ 1 h 128"/>
                <a:gd name="T74" fmla="*/ 372 w 426"/>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19"/>
                    <a:pt x="83" y="20"/>
                  </a:cubicBezTo>
                  <a:cubicBezTo>
                    <a:pt x="82" y="20"/>
                    <a:pt x="70" y="21"/>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9" name="Freeform 863">
              <a:extLst>
                <a:ext uri="{FF2B5EF4-FFF2-40B4-BE49-F238E27FC236}">
                  <a16:creationId xmlns:a16="http://schemas.microsoft.com/office/drawing/2014/main" id="{BE0F9745-4F87-4BDB-BF4A-43C06B9493D1}"/>
                </a:ext>
              </a:extLst>
            </p:cNvPr>
            <p:cNvSpPr>
              <a:spLocks/>
            </p:cNvSpPr>
            <p:nvPr userDrawn="1"/>
          </p:nvSpPr>
          <p:spPr bwMode="auto">
            <a:xfrm>
              <a:off x="3281556" y="2098227"/>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 name="T84" fmla="*/ 346 w 426"/>
                <a:gd name="T8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0" name="Freeform 864">
              <a:extLst>
                <a:ext uri="{FF2B5EF4-FFF2-40B4-BE49-F238E27FC236}">
                  <a16:creationId xmlns:a16="http://schemas.microsoft.com/office/drawing/2014/main" id="{EC541D1B-CD11-46FB-9DD0-0701A263F665}"/>
                </a:ext>
              </a:extLst>
            </p:cNvPr>
            <p:cNvSpPr>
              <a:spLocks noEditPoints="1"/>
            </p:cNvSpPr>
            <p:nvPr userDrawn="1"/>
          </p:nvSpPr>
          <p:spPr bwMode="auto">
            <a:xfrm>
              <a:off x="3847505" y="2100234"/>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1" name="Freeform 865">
              <a:extLst>
                <a:ext uri="{FF2B5EF4-FFF2-40B4-BE49-F238E27FC236}">
                  <a16:creationId xmlns:a16="http://schemas.microsoft.com/office/drawing/2014/main" id="{5AC9948C-E8A7-412F-A783-1549DDB31B22}"/>
                </a:ext>
              </a:extLst>
            </p:cNvPr>
            <p:cNvSpPr>
              <a:spLocks noEditPoints="1"/>
            </p:cNvSpPr>
            <p:nvPr userDrawn="1"/>
          </p:nvSpPr>
          <p:spPr bwMode="auto">
            <a:xfrm>
              <a:off x="3835464" y="267421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1 w 426"/>
                <a:gd name="T69" fmla="*/ 7 h 128"/>
                <a:gd name="T70" fmla="*/ 346 w 426"/>
                <a:gd name="T71" fmla="*/ 6 h 128"/>
                <a:gd name="T72" fmla="*/ 371 w 426"/>
                <a:gd name="T73" fmla="*/ 7 h 128"/>
                <a:gd name="T74" fmla="*/ 373 w 426"/>
                <a:gd name="T75" fmla="*/ 7 h 128"/>
                <a:gd name="T76" fmla="*/ 409 w 426"/>
                <a:gd name="T77" fmla="*/ 21 h 128"/>
                <a:gd name="T78" fmla="*/ 410 w 426"/>
                <a:gd name="T79" fmla="*/ 15 h 128"/>
                <a:gd name="T80" fmla="*/ 374 w 426"/>
                <a:gd name="T81" fmla="*/ 1 h 128"/>
                <a:gd name="T82" fmla="*/ 372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2" name="Freeform 866">
              <a:extLst>
                <a:ext uri="{FF2B5EF4-FFF2-40B4-BE49-F238E27FC236}">
                  <a16:creationId xmlns:a16="http://schemas.microsoft.com/office/drawing/2014/main" id="{160C095C-4610-41F5-94DC-D316FA4ACD3F}"/>
                </a:ext>
              </a:extLst>
            </p:cNvPr>
            <p:cNvSpPr>
              <a:spLocks noEditPoints="1"/>
            </p:cNvSpPr>
            <p:nvPr userDrawn="1"/>
          </p:nvSpPr>
          <p:spPr bwMode="auto">
            <a:xfrm>
              <a:off x="5408883" y="2842791"/>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2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2"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3" name="Freeform 867">
              <a:extLst>
                <a:ext uri="{FF2B5EF4-FFF2-40B4-BE49-F238E27FC236}">
                  <a16:creationId xmlns:a16="http://schemas.microsoft.com/office/drawing/2014/main" id="{E6C5AAED-9796-4CF5-9270-83ABCF02D54C}"/>
                </a:ext>
              </a:extLst>
            </p:cNvPr>
            <p:cNvSpPr>
              <a:spLocks noEditPoints="1"/>
            </p:cNvSpPr>
            <p:nvPr userDrawn="1"/>
          </p:nvSpPr>
          <p:spPr bwMode="auto">
            <a:xfrm>
              <a:off x="5469091" y="2094213"/>
              <a:ext cx="120415" cy="415432"/>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35 h 275"/>
                <a:gd name="T64" fmla="*/ 80 w 80"/>
                <a:gd name="T65" fmla="*/ 216 h 275"/>
                <a:gd name="T66" fmla="*/ 66 w 80"/>
                <a:gd name="T67" fmla="*/ 45 h 275"/>
                <a:gd name="T68" fmla="*/ 36 w 80"/>
                <a:gd name="T69" fmla="*/ 28 h 275"/>
                <a:gd name="T70" fmla="*/ 35 w 80"/>
                <a:gd name="T71" fmla="*/ 28 h 275"/>
                <a:gd name="T72" fmla="*/ 35 w 80"/>
                <a:gd name="T73" fmla="*/ 28 h 275"/>
                <a:gd name="T74" fmla="*/ 14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4" name="Freeform 868">
              <a:extLst>
                <a:ext uri="{FF2B5EF4-FFF2-40B4-BE49-F238E27FC236}">
                  <a16:creationId xmlns:a16="http://schemas.microsoft.com/office/drawing/2014/main" id="{1CE8F013-E14A-4C3D-A5D6-3976B850649D}"/>
                </a:ext>
              </a:extLst>
            </p:cNvPr>
            <p:cNvSpPr>
              <a:spLocks noEditPoints="1"/>
            </p:cNvSpPr>
            <p:nvPr userDrawn="1"/>
          </p:nvSpPr>
          <p:spPr bwMode="auto">
            <a:xfrm>
              <a:off x="4736567" y="3428810"/>
              <a:ext cx="640206" cy="192664"/>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5" name="Freeform 869">
              <a:extLst>
                <a:ext uri="{FF2B5EF4-FFF2-40B4-BE49-F238E27FC236}">
                  <a16:creationId xmlns:a16="http://schemas.microsoft.com/office/drawing/2014/main" id="{31E3866E-AE2F-4FC0-93CD-A5D2E972944C}"/>
                </a:ext>
              </a:extLst>
            </p:cNvPr>
            <p:cNvSpPr>
              <a:spLocks/>
            </p:cNvSpPr>
            <p:nvPr userDrawn="1"/>
          </p:nvSpPr>
          <p:spPr bwMode="auto">
            <a:xfrm>
              <a:off x="5346668" y="3567288"/>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6" name="Freeform 870">
              <a:extLst>
                <a:ext uri="{FF2B5EF4-FFF2-40B4-BE49-F238E27FC236}">
                  <a16:creationId xmlns:a16="http://schemas.microsoft.com/office/drawing/2014/main" id="{47866482-6F98-4114-9DCA-E514989998CA}"/>
                </a:ext>
              </a:extLst>
            </p:cNvPr>
            <p:cNvSpPr>
              <a:spLocks noEditPoints="1"/>
            </p:cNvSpPr>
            <p:nvPr userDrawn="1"/>
          </p:nvSpPr>
          <p:spPr bwMode="auto">
            <a:xfrm>
              <a:off x="5282447" y="216044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80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6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7" name="Freeform 871">
              <a:extLst>
                <a:ext uri="{FF2B5EF4-FFF2-40B4-BE49-F238E27FC236}">
                  <a16:creationId xmlns:a16="http://schemas.microsoft.com/office/drawing/2014/main" id="{A5B352CA-0205-47A3-A95F-219B348E4F99}"/>
                </a:ext>
              </a:extLst>
            </p:cNvPr>
            <p:cNvSpPr>
              <a:spLocks noEditPoints="1"/>
            </p:cNvSpPr>
            <p:nvPr userDrawn="1"/>
          </p:nvSpPr>
          <p:spPr bwMode="auto">
            <a:xfrm>
              <a:off x="3064809" y="2170476"/>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91 w 116"/>
                <a:gd name="T25" fmla="*/ 36 h 365"/>
                <a:gd name="T26" fmla="*/ 94 w 116"/>
                <a:gd name="T27" fmla="*/ 48 h 365"/>
                <a:gd name="T28" fmla="*/ 94 w 116"/>
                <a:gd name="T29" fmla="*/ 49 h 365"/>
                <a:gd name="T30" fmla="*/ 101 w 116"/>
                <a:gd name="T31" fmla="*/ 276 h 365"/>
                <a:gd name="T32" fmla="*/ 104 w 116"/>
                <a:gd name="T33" fmla="*/ 310 h 365"/>
                <a:gd name="T34" fmla="*/ 95 w 116"/>
                <a:gd name="T35" fmla="*/ 301 h 365"/>
                <a:gd name="T36" fmla="*/ 76 w 116"/>
                <a:gd name="T37" fmla="*/ 328 h 365"/>
                <a:gd name="T38" fmla="*/ 68 w 116"/>
                <a:gd name="T39" fmla="*/ 330 h 365"/>
                <a:gd name="T40" fmla="*/ 67 w 116"/>
                <a:gd name="T41" fmla="*/ 331 h 365"/>
                <a:gd name="T42" fmla="*/ 42 w 116"/>
                <a:gd name="T43" fmla="*/ 324 h 365"/>
                <a:gd name="T44" fmla="*/ 25 w 116"/>
                <a:gd name="T45" fmla="*/ 295 h 365"/>
                <a:gd name="T46" fmla="*/ 25 w 116"/>
                <a:gd name="T47" fmla="*/ 292 h 365"/>
                <a:gd name="T48" fmla="*/ 25 w 116"/>
                <a:gd name="T49" fmla="*/ 291 h 365"/>
                <a:gd name="T50" fmla="*/ 40 w 116"/>
                <a:gd name="T51" fmla="*/ 0 h 365"/>
                <a:gd name="T52" fmla="*/ 1 w 116"/>
                <a:gd name="T53" fmla="*/ 45 h 365"/>
                <a:gd name="T54" fmla="*/ 0 w 116"/>
                <a:gd name="T55" fmla="*/ 66 h 365"/>
                <a:gd name="T56" fmla="*/ 19 w 116"/>
                <a:gd name="T57" fmla="*/ 292 h 365"/>
                <a:gd name="T58" fmla="*/ 39 w 116"/>
                <a:gd name="T59" fmla="*/ 329 h 365"/>
                <a:gd name="T60" fmla="*/ 65 w 116"/>
                <a:gd name="T61" fmla="*/ 337 h 365"/>
                <a:gd name="T62" fmla="*/ 68 w 116"/>
                <a:gd name="T63" fmla="*/ 336 h 365"/>
                <a:gd name="T64" fmla="*/ 84 w 116"/>
                <a:gd name="T65" fmla="*/ 331 h 365"/>
                <a:gd name="T66" fmla="*/ 99 w 116"/>
                <a:gd name="T67" fmla="*/ 313 h 365"/>
                <a:gd name="T68" fmla="*/ 115 w 116"/>
                <a:gd name="T69" fmla="*/ 355 h 365"/>
                <a:gd name="T70" fmla="*/ 112 w 116"/>
                <a:gd name="T71" fmla="*/ 328 h 365"/>
                <a:gd name="T72" fmla="*/ 107 w 116"/>
                <a:gd name="T73" fmla="*/ 284 h 365"/>
                <a:gd name="T74" fmla="*/ 107 w 116"/>
                <a:gd name="T75" fmla="*/ 275 h 365"/>
                <a:gd name="T76" fmla="*/ 107 w 116"/>
                <a:gd name="T77" fmla="*/ 275 h 365"/>
                <a:gd name="T78" fmla="*/ 100 w 116"/>
                <a:gd name="T79" fmla="*/ 49 h 365"/>
                <a:gd name="T80" fmla="*/ 74 w 116"/>
                <a:gd name="T81" fmla="*/ 8 h 365"/>
                <a:gd name="T82" fmla="*/ 40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8" name="Freeform 872">
              <a:extLst>
                <a:ext uri="{FF2B5EF4-FFF2-40B4-BE49-F238E27FC236}">
                  <a16:creationId xmlns:a16="http://schemas.microsoft.com/office/drawing/2014/main" id="{5FF734E3-C293-4757-97FA-90644F489122}"/>
                </a:ext>
              </a:extLst>
            </p:cNvPr>
            <p:cNvSpPr>
              <a:spLocks/>
            </p:cNvSpPr>
            <p:nvPr userDrawn="1"/>
          </p:nvSpPr>
          <p:spPr bwMode="auto">
            <a:xfrm>
              <a:off x="3233390" y="2704315"/>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9" name="Freeform 873">
              <a:extLst>
                <a:ext uri="{FF2B5EF4-FFF2-40B4-BE49-F238E27FC236}">
                  <a16:creationId xmlns:a16="http://schemas.microsoft.com/office/drawing/2014/main" id="{D62B934B-7651-4492-941E-B2E197E9D90E}"/>
                </a:ext>
              </a:extLst>
            </p:cNvPr>
            <p:cNvSpPr>
              <a:spLocks noEditPoints="1"/>
            </p:cNvSpPr>
            <p:nvPr userDrawn="1"/>
          </p:nvSpPr>
          <p:spPr bwMode="auto">
            <a:xfrm>
              <a:off x="4760650" y="2208607"/>
              <a:ext cx="188650" cy="148512"/>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0" name="Freeform 874">
              <a:extLst>
                <a:ext uri="{FF2B5EF4-FFF2-40B4-BE49-F238E27FC236}">
                  <a16:creationId xmlns:a16="http://schemas.microsoft.com/office/drawing/2014/main" id="{FB6B190E-51B3-4786-9657-57072B01FF88}"/>
                </a:ext>
              </a:extLst>
            </p:cNvPr>
            <p:cNvSpPr>
              <a:spLocks noEditPoints="1"/>
            </p:cNvSpPr>
            <p:nvPr userDrawn="1"/>
          </p:nvSpPr>
          <p:spPr bwMode="auto">
            <a:xfrm>
              <a:off x="3036712" y="1851376"/>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1" name="Freeform 875">
              <a:extLst>
                <a:ext uri="{FF2B5EF4-FFF2-40B4-BE49-F238E27FC236}">
                  <a16:creationId xmlns:a16="http://schemas.microsoft.com/office/drawing/2014/main" id="{064C3DC9-CBEA-454E-97A4-C4522B7B0916}"/>
                </a:ext>
              </a:extLst>
            </p:cNvPr>
            <p:cNvSpPr>
              <a:spLocks noEditPoints="1"/>
            </p:cNvSpPr>
            <p:nvPr userDrawn="1"/>
          </p:nvSpPr>
          <p:spPr bwMode="auto">
            <a:xfrm>
              <a:off x="5105839" y="3017393"/>
              <a:ext cx="238823" cy="182630"/>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3 h 121"/>
                <a:gd name="T38" fmla="*/ 6 w 159"/>
                <a:gd name="T39" fmla="*/ 45 h 121"/>
                <a:gd name="T40" fmla="*/ 11 w 159"/>
                <a:gd name="T41" fmla="*/ 38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5"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2" name="Freeform 876">
              <a:extLst>
                <a:ext uri="{FF2B5EF4-FFF2-40B4-BE49-F238E27FC236}">
                  <a16:creationId xmlns:a16="http://schemas.microsoft.com/office/drawing/2014/main" id="{02AF5707-1CCC-4E2B-A361-2A7A8B2EB50B}"/>
                </a:ext>
              </a:extLst>
            </p:cNvPr>
            <p:cNvSpPr>
              <a:spLocks noEditPoints="1"/>
            </p:cNvSpPr>
            <p:nvPr userDrawn="1"/>
          </p:nvSpPr>
          <p:spPr bwMode="auto">
            <a:xfrm>
              <a:off x="4746602" y="2361132"/>
              <a:ext cx="248857" cy="228788"/>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3" name="Freeform 877">
              <a:extLst>
                <a:ext uri="{FF2B5EF4-FFF2-40B4-BE49-F238E27FC236}">
                  <a16:creationId xmlns:a16="http://schemas.microsoft.com/office/drawing/2014/main" id="{43A1FCA9-DAC9-480D-82D4-8C50C5352FB8}"/>
                </a:ext>
              </a:extLst>
            </p:cNvPr>
            <p:cNvSpPr>
              <a:spLocks noEditPoints="1"/>
            </p:cNvSpPr>
            <p:nvPr userDrawn="1"/>
          </p:nvSpPr>
          <p:spPr bwMode="auto">
            <a:xfrm>
              <a:off x="5553381" y="3533169"/>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2 w 152"/>
                <a:gd name="T31" fmla="*/ 99 h 141"/>
                <a:gd name="T32" fmla="*/ 96 w 152"/>
                <a:gd name="T33" fmla="*/ 112 h 141"/>
                <a:gd name="T34" fmla="*/ 88 w 152"/>
                <a:gd name="T35" fmla="*/ 116 h 141"/>
                <a:gd name="T36" fmla="*/ 87 w 152"/>
                <a:gd name="T37" fmla="*/ 116 h 141"/>
                <a:gd name="T38" fmla="*/ 71 w 152"/>
                <a:gd name="T39" fmla="*/ 120 h 141"/>
                <a:gd name="T40" fmla="*/ 51 w 152"/>
                <a:gd name="T41" fmla="*/ 117 h 141"/>
                <a:gd name="T42" fmla="*/ 41 w 152"/>
                <a:gd name="T43" fmla="*/ 114 h 141"/>
                <a:gd name="T44" fmla="*/ 12 w 152"/>
                <a:gd name="T45" fmla="*/ 85 h 141"/>
                <a:gd name="T46" fmla="*/ 8 w 152"/>
                <a:gd name="T47" fmla="*/ 43 h 141"/>
                <a:gd name="T48" fmla="*/ 10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4" name="Freeform 878">
              <a:extLst>
                <a:ext uri="{FF2B5EF4-FFF2-40B4-BE49-F238E27FC236}">
                  <a16:creationId xmlns:a16="http://schemas.microsoft.com/office/drawing/2014/main" id="{CEFD51AE-A810-42BD-A224-137A2BCA3D47}"/>
                </a:ext>
              </a:extLst>
            </p:cNvPr>
            <p:cNvSpPr>
              <a:spLocks/>
            </p:cNvSpPr>
            <p:nvPr userDrawn="1"/>
          </p:nvSpPr>
          <p:spPr bwMode="auto">
            <a:xfrm>
              <a:off x="5760092" y="3697736"/>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5" name="Freeform 879">
              <a:extLst>
                <a:ext uri="{FF2B5EF4-FFF2-40B4-BE49-F238E27FC236}">
                  <a16:creationId xmlns:a16="http://schemas.microsoft.com/office/drawing/2014/main" id="{3DD99267-5BDB-4AC3-83E6-077F86E1D29A}"/>
                </a:ext>
              </a:extLst>
            </p:cNvPr>
            <p:cNvSpPr>
              <a:spLocks noEditPoints="1"/>
            </p:cNvSpPr>
            <p:nvPr userDrawn="1"/>
          </p:nvSpPr>
          <p:spPr bwMode="auto">
            <a:xfrm>
              <a:off x="4730547" y="3137808"/>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6" name="Freeform 880">
              <a:extLst>
                <a:ext uri="{FF2B5EF4-FFF2-40B4-BE49-F238E27FC236}">
                  <a16:creationId xmlns:a16="http://schemas.microsoft.com/office/drawing/2014/main" id="{8C172E85-AC17-44CF-8506-F615B70DDF13}"/>
                </a:ext>
              </a:extLst>
            </p:cNvPr>
            <p:cNvSpPr>
              <a:spLocks noEditPoints="1"/>
            </p:cNvSpPr>
            <p:nvPr userDrawn="1"/>
          </p:nvSpPr>
          <p:spPr bwMode="auto">
            <a:xfrm>
              <a:off x="5083763" y="3627495"/>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7" name="Freeform 881">
              <a:extLst>
                <a:ext uri="{FF2B5EF4-FFF2-40B4-BE49-F238E27FC236}">
                  <a16:creationId xmlns:a16="http://schemas.microsoft.com/office/drawing/2014/main" id="{BFD7457B-B433-461F-9AFE-B6A95B2495C4}"/>
                </a:ext>
              </a:extLst>
            </p:cNvPr>
            <p:cNvSpPr>
              <a:spLocks noEditPoints="1"/>
            </p:cNvSpPr>
            <p:nvPr userDrawn="1"/>
          </p:nvSpPr>
          <p:spPr bwMode="auto">
            <a:xfrm>
              <a:off x="3572557" y="2965214"/>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8" name="Freeform 882">
              <a:extLst>
                <a:ext uri="{FF2B5EF4-FFF2-40B4-BE49-F238E27FC236}">
                  <a16:creationId xmlns:a16="http://schemas.microsoft.com/office/drawing/2014/main" id="{096DCCFD-24AA-4AB9-8CD9-25FE9B9FBAB2}"/>
                </a:ext>
              </a:extLst>
            </p:cNvPr>
            <p:cNvSpPr>
              <a:spLocks/>
            </p:cNvSpPr>
            <p:nvPr userDrawn="1"/>
          </p:nvSpPr>
          <p:spPr bwMode="auto">
            <a:xfrm>
              <a:off x="3703007" y="2967220"/>
              <a:ext cx="4014" cy="2008"/>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9" name="Freeform 883">
              <a:extLst>
                <a:ext uri="{FF2B5EF4-FFF2-40B4-BE49-F238E27FC236}">
                  <a16:creationId xmlns:a16="http://schemas.microsoft.com/office/drawing/2014/main" id="{306C34E0-C8AB-42F5-9814-81F30C4130F6}"/>
                </a:ext>
              </a:extLst>
            </p:cNvPr>
            <p:cNvSpPr>
              <a:spLocks noEditPoints="1"/>
            </p:cNvSpPr>
            <p:nvPr userDrawn="1"/>
          </p:nvSpPr>
          <p:spPr bwMode="auto">
            <a:xfrm>
              <a:off x="4433524" y="2435389"/>
              <a:ext cx="315086" cy="282975"/>
            </a:xfrm>
            <a:custGeom>
              <a:avLst/>
              <a:gdLst>
                <a:gd name="T0" fmla="*/ 10 w 209"/>
                <a:gd name="T1" fmla="*/ 188 h 188"/>
                <a:gd name="T2" fmla="*/ 12 w 209"/>
                <a:gd name="T3" fmla="*/ 180 h 188"/>
                <a:gd name="T4" fmla="*/ 82 w 209"/>
                <a:gd name="T5" fmla="*/ 3 h 188"/>
                <a:gd name="T6" fmla="*/ 82 w 209"/>
                <a:gd name="T7" fmla="*/ 3 h 188"/>
                <a:gd name="T8" fmla="*/ 8 w 209"/>
                <a:gd name="T9" fmla="*/ 68 h 188"/>
                <a:gd name="T10" fmla="*/ 4 w 209"/>
                <a:gd name="T11" fmla="*/ 114 h 188"/>
                <a:gd name="T12" fmla="*/ 14 w 209"/>
                <a:gd name="T13" fmla="*/ 153 h 188"/>
                <a:gd name="T14" fmla="*/ 13 w 209"/>
                <a:gd name="T15" fmla="*/ 172 h 188"/>
                <a:gd name="T16" fmla="*/ 17 w 209"/>
                <a:gd name="T17" fmla="*/ 177 h 188"/>
                <a:gd name="T18" fmla="*/ 40 w 209"/>
                <a:gd name="T19" fmla="*/ 144 h 188"/>
                <a:gd name="T20" fmla="*/ 85 w 209"/>
                <a:gd name="T21" fmla="*/ 165 h 188"/>
                <a:gd name="T22" fmla="*/ 116 w 209"/>
                <a:gd name="T23" fmla="*/ 172 h 188"/>
                <a:gd name="T24" fmla="*/ 111 w 209"/>
                <a:gd name="T25" fmla="*/ 166 h 188"/>
                <a:gd name="T26" fmla="*/ 110 w 209"/>
                <a:gd name="T27" fmla="*/ 166 h 188"/>
                <a:gd name="T28" fmla="*/ 88 w 209"/>
                <a:gd name="T29" fmla="*/ 160 h 188"/>
                <a:gd name="T30" fmla="*/ 82 w 209"/>
                <a:gd name="T31" fmla="*/ 158 h 188"/>
                <a:gd name="T32" fmla="*/ 40 w 209"/>
                <a:gd name="T33" fmla="*/ 137 h 188"/>
                <a:gd name="T34" fmla="*/ 20 w 209"/>
                <a:gd name="T35" fmla="*/ 162 h 188"/>
                <a:gd name="T36" fmla="*/ 13 w 209"/>
                <a:gd name="T37" fmla="*/ 116 h 188"/>
                <a:gd name="T38" fmla="*/ 12 w 209"/>
                <a:gd name="T39" fmla="*/ 115 h 188"/>
                <a:gd name="T40" fmla="*/ 6 w 209"/>
                <a:gd name="T41" fmla="*/ 97 h 188"/>
                <a:gd name="T42" fmla="*/ 13 w 209"/>
                <a:gd name="T43" fmla="*/ 70 h 188"/>
                <a:gd name="T44" fmla="*/ 13 w 209"/>
                <a:gd name="T45" fmla="*/ 70 h 188"/>
                <a:gd name="T46" fmla="*/ 84 w 209"/>
                <a:gd name="T47" fmla="*/ 9 h 188"/>
                <a:gd name="T48" fmla="*/ 107 w 209"/>
                <a:gd name="T49" fmla="*/ 6 h 188"/>
                <a:gd name="T50" fmla="*/ 152 w 209"/>
                <a:gd name="T51" fmla="*/ 15 h 188"/>
                <a:gd name="T52" fmla="*/ 203 w 209"/>
                <a:gd name="T53" fmla="*/ 79 h 188"/>
                <a:gd name="T54" fmla="*/ 153 w 209"/>
                <a:gd name="T55" fmla="*/ 157 h 188"/>
                <a:gd name="T56" fmla="*/ 121 w 209"/>
                <a:gd name="T57" fmla="*/ 165 h 188"/>
                <a:gd name="T58" fmla="*/ 156 w 209"/>
                <a:gd name="T59" fmla="*/ 162 h 188"/>
                <a:gd name="T60" fmla="*/ 156 w 209"/>
                <a:gd name="T61" fmla="*/ 162 h 188"/>
                <a:gd name="T62" fmla="*/ 209 w 209"/>
                <a:gd name="T63" fmla="*/ 79 h 188"/>
                <a:gd name="T64" fmla="*/ 202 w 209"/>
                <a:gd name="T65" fmla="*/ 48 h 188"/>
                <a:gd name="T66" fmla="*/ 154 w 209"/>
                <a:gd name="T67" fmla="*/ 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188">
                  <a:moveTo>
                    <a:pt x="12" y="180"/>
                  </a:moveTo>
                  <a:cubicBezTo>
                    <a:pt x="10" y="188"/>
                    <a:pt x="10" y="188"/>
                    <a:pt x="10" y="188"/>
                  </a:cubicBezTo>
                  <a:cubicBezTo>
                    <a:pt x="14" y="182"/>
                    <a:pt x="14" y="182"/>
                    <a:pt x="14" y="182"/>
                  </a:cubicBezTo>
                  <a:cubicBezTo>
                    <a:pt x="13" y="182"/>
                    <a:pt x="12" y="181"/>
                    <a:pt x="12" y="180"/>
                  </a:cubicBezTo>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0"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0" name="Freeform 884">
              <a:extLst>
                <a:ext uri="{FF2B5EF4-FFF2-40B4-BE49-F238E27FC236}">
                  <a16:creationId xmlns:a16="http://schemas.microsoft.com/office/drawing/2014/main" id="{269055F7-3642-4952-BEEA-C18FE9973E5C}"/>
                </a:ext>
              </a:extLst>
            </p:cNvPr>
            <p:cNvSpPr>
              <a:spLocks/>
            </p:cNvSpPr>
            <p:nvPr userDrawn="1"/>
          </p:nvSpPr>
          <p:spPr bwMode="auto">
            <a:xfrm>
              <a:off x="4608124" y="2684246"/>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1" name="Freeform 885">
              <a:extLst>
                <a:ext uri="{FF2B5EF4-FFF2-40B4-BE49-F238E27FC236}">
                  <a16:creationId xmlns:a16="http://schemas.microsoft.com/office/drawing/2014/main" id="{5CB772BB-D727-4FA9-A6A7-30903BF96E10}"/>
                </a:ext>
              </a:extLst>
            </p:cNvPr>
            <p:cNvSpPr>
              <a:spLocks/>
            </p:cNvSpPr>
            <p:nvPr userDrawn="1"/>
          </p:nvSpPr>
          <p:spPr bwMode="auto">
            <a:xfrm>
              <a:off x="4451585" y="2696287"/>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2" name="Freeform 886">
              <a:extLst>
                <a:ext uri="{FF2B5EF4-FFF2-40B4-BE49-F238E27FC236}">
                  <a16:creationId xmlns:a16="http://schemas.microsoft.com/office/drawing/2014/main" id="{EBBB40E6-3500-453A-88D6-136C914B6C2E}"/>
                </a:ext>
              </a:extLst>
            </p:cNvPr>
            <p:cNvSpPr>
              <a:spLocks noEditPoints="1"/>
            </p:cNvSpPr>
            <p:nvPr userDrawn="1"/>
          </p:nvSpPr>
          <p:spPr bwMode="auto">
            <a:xfrm>
              <a:off x="5585492" y="2236704"/>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1 w 306"/>
                <a:gd name="T25" fmla="*/ 162 h 269"/>
                <a:gd name="T26" fmla="*/ 17 w 306"/>
                <a:gd name="T27" fmla="*/ 101 h 269"/>
                <a:gd name="T28" fmla="*/ 18 w 306"/>
                <a:gd name="T29" fmla="*/ 100 h 269"/>
                <a:gd name="T30" fmla="*/ 39 w 306"/>
                <a:gd name="T31" fmla="*/ 62 h 269"/>
                <a:gd name="T32" fmla="*/ 158 w 306"/>
                <a:gd name="T33" fmla="*/ 0 h 269"/>
                <a:gd name="T34" fmla="*/ 121 w 306"/>
                <a:gd name="T35" fmla="*/ 3 h 269"/>
                <a:gd name="T36" fmla="*/ 32 w 306"/>
                <a:gd name="T37" fmla="*/ 60 h 269"/>
                <a:gd name="T38" fmla="*/ 2 w 306"/>
                <a:gd name="T39" fmla="*/ 126 h 269"/>
                <a:gd name="T40" fmla="*/ 6 w 306"/>
                <a:gd name="T41" fmla="*/ 166 h 269"/>
                <a:gd name="T42" fmla="*/ 22 w 306"/>
                <a:gd name="T43" fmla="*/ 224 h 269"/>
                <a:gd name="T44" fmla="*/ 20 w 306"/>
                <a:gd name="T45" fmla="*/ 252 h 269"/>
                <a:gd name="T46" fmla="*/ 19 w 306"/>
                <a:gd name="T47" fmla="*/ 255 h 269"/>
                <a:gd name="T48" fmla="*/ 25 w 306"/>
                <a:gd name="T49" fmla="*/ 257 h 269"/>
                <a:gd name="T50" fmla="*/ 73 w 306"/>
                <a:gd name="T51" fmla="*/ 217 h 269"/>
                <a:gd name="T52" fmla="*/ 162 w 306"/>
                <a:gd name="T53" fmla="*/ 250 h 269"/>
                <a:gd name="T54" fmla="*/ 229 w 306"/>
                <a:gd name="T55" fmla="*/ 236 h 269"/>
                <a:gd name="T56" fmla="*/ 291 w 306"/>
                <a:gd name="T57" fmla="*/ 173 h 269"/>
                <a:gd name="T58" fmla="*/ 297 w 306"/>
                <a:gd name="T59" fmla="*/ 69 h 269"/>
                <a:gd name="T60" fmla="*/ 296 w 306"/>
                <a:gd name="T61" fmla="*/ 69 h 269"/>
                <a:gd name="T62" fmla="*/ 187 w 306"/>
                <a:gd name="T63" fmla="*/ 2 h 269"/>
                <a:gd name="T64" fmla="*/ 186 w 306"/>
                <a:gd name="T65" fmla="*/ 2 h 269"/>
                <a:gd name="T66" fmla="*/ 162 w 306"/>
                <a:gd name="T67" fmla="*/ 0 h 269"/>
                <a:gd name="T68" fmla="*/ 158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3" name="Freeform 887">
              <a:extLst>
                <a:ext uri="{FF2B5EF4-FFF2-40B4-BE49-F238E27FC236}">
                  <a16:creationId xmlns:a16="http://schemas.microsoft.com/office/drawing/2014/main" id="{3F107420-9248-459E-971B-546B643B37CE}"/>
                </a:ext>
              </a:extLst>
            </p:cNvPr>
            <p:cNvSpPr>
              <a:spLocks noEditPoints="1"/>
            </p:cNvSpPr>
            <p:nvPr userDrawn="1"/>
          </p:nvSpPr>
          <p:spPr bwMode="auto">
            <a:xfrm>
              <a:off x="5830335" y="2236704"/>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4" name="Freeform 888">
              <a:extLst>
                <a:ext uri="{FF2B5EF4-FFF2-40B4-BE49-F238E27FC236}">
                  <a16:creationId xmlns:a16="http://schemas.microsoft.com/office/drawing/2014/main" id="{FFE77805-927B-4BF5-AE2E-FFECB72D5BD2}"/>
                </a:ext>
              </a:extLst>
            </p:cNvPr>
            <p:cNvSpPr>
              <a:spLocks/>
            </p:cNvSpPr>
            <p:nvPr userDrawn="1"/>
          </p:nvSpPr>
          <p:spPr bwMode="auto">
            <a:xfrm>
              <a:off x="5585492" y="2425353"/>
              <a:ext cx="4014" cy="32111"/>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5" name="Freeform 889">
              <a:extLst>
                <a:ext uri="{FF2B5EF4-FFF2-40B4-BE49-F238E27FC236}">
                  <a16:creationId xmlns:a16="http://schemas.microsoft.com/office/drawing/2014/main" id="{33D2CE88-7E33-4A00-975D-2D3FEC2E49BC}"/>
                </a:ext>
              </a:extLst>
            </p:cNvPr>
            <p:cNvSpPr>
              <a:spLocks noEditPoints="1"/>
            </p:cNvSpPr>
            <p:nvPr userDrawn="1"/>
          </p:nvSpPr>
          <p:spPr bwMode="auto">
            <a:xfrm>
              <a:off x="3420032" y="3298361"/>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6" name="Freeform 890">
              <a:extLst>
                <a:ext uri="{FF2B5EF4-FFF2-40B4-BE49-F238E27FC236}">
                  <a16:creationId xmlns:a16="http://schemas.microsoft.com/office/drawing/2014/main" id="{4C0FE984-FDF5-4DB4-86A7-9B240B26E8AB}"/>
                </a:ext>
              </a:extLst>
            </p:cNvPr>
            <p:cNvSpPr>
              <a:spLocks noEditPoints="1"/>
            </p:cNvSpPr>
            <p:nvPr userDrawn="1"/>
          </p:nvSpPr>
          <p:spPr bwMode="auto">
            <a:xfrm>
              <a:off x="4993452" y="2465492"/>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7" name="Freeform 891">
              <a:extLst>
                <a:ext uri="{FF2B5EF4-FFF2-40B4-BE49-F238E27FC236}">
                  <a16:creationId xmlns:a16="http://schemas.microsoft.com/office/drawing/2014/main" id="{AD40E719-A0FE-4B9C-9863-50A5669020F8}"/>
                </a:ext>
              </a:extLst>
            </p:cNvPr>
            <p:cNvSpPr>
              <a:spLocks noEditPoints="1"/>
            </p:cNvSpPr>
            <p:nvPr userDrawn="1"/>
          </p:nvSpPr>
          <p:spPr bwMode="auto">
            <a:xfrm>
              <a:off x="3755187" y="3523135"/>
              <a:ext cx="156539" cy="104359"/>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4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6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8" name="Freeform 892">
              <a:extLst>
                <a:ext uri="{FF2B5EF4-FFF2-40B4-BE49-F238E27FC236}">
                  <a16:creationId xmlns:a16="http://schemas.microsoft.com/office/drawing/2014/main" id="{B00F47C5-7F4C-4BA0-A063-16B57749CA7E}"/>
                </a:ext>
              </a:extLst>
            </p:cNvPr>
            <p:cNvSpPr>
              <a:spLocks noEditPoints="1"/>
            </p:cNvSpPr>
            <p:nvPr userDrawn="1"/>
          </p:nvSpPr>
          <p:spPr bwMode="auto">
            <a:xfrm>
              <a:off x="3199272" y="3653584"/>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6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9" name="Freeform 893">
              <a:extLst>
                <a:ext uri="{FF2B5EF4-FFF2-40B4-BE49-F238E27FC236}">
                  <a16:creationId xmlns:a16="http://schemas.microsoft.com/office/drawing/2014/main" id="{A731545F-6CAF-46E0-9E44-597EEDB81A52}"/>
                </a:ext>
              </a:extLst>
            </p:cNvPr>
            <p:cNvSpPr>
              <a:spLocks noEditPoints="1"/>
            </p:cNvSpPr>
            <p:nvPr userDrawn="1"/>
          </p:nvSpPr>
          <p:spPr bwMode="auto">
            <a:xfrm>
              <a:off x="4086327" y="3143828"/>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0" name="Freeform 894">
              <a:extLst>
                <a:ext uri="{FF2B5EF4-FFF2-40B4-BE49-F238E27FC236}">
                  <a16:creationId xmlns:a16="http://schemas.microsoft.com/office/drawing/2014/main" id="{CE491E73-8BC0-4421-8513-889A64C6BB2B}"/>
                </a:ext>
              </a:extLst>
            </p:cNvPr>
            <p:cNvSpPr>
              <a:spLocks noEditPoints="1"/>
            </p:cNvSpPr>
            <p:nvPr userDrawn="1"/>
          </p:nvSpPr>
          <p:spPr bwMode="auto">
            <a:xfrm>
              <a:off x="4072279" y="2868882"/>
              <a:ext cx="252871" cy="232802"/>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2 w 168"/>
                <a:gd name="T35" fmla="*/ 149 h 155"/>
                <a:gd name="T36" fmla="*/ 51 w 168"/>
                <a:gd name="T37" fmla="*/ 143 h 155"/>
                <a:gd name="T38" fmla="*/ 41 w 168"/>
                <a:gd name="T39" fmla="*/ 113 h 155"/>
                <a:gd name="T40" fmla="*/ 41 w 168"/>
                <a:gd name="T41" fmla="*/ 112 h 155"/>
                <a:gd name="T42" fmla="*/ 19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2"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1" name="Freeform 895">
              <a:extLst>
                <a:ext uri="{FF2B5EF4-FFF2-40B4-BE49-F238E27FC236}">
                  <a16:creationId xmlns:a16="http://schemas.microsoft.com/office/drawing/2014/main" id="{4628280F-57B1-41AB-B6B9-BAC677348240}"/>
                </a:ext>
              </a:extLst>
            </p:cNvPr>
            <p:cNvSpPr>
              <a:spLocks noEditPoints="1"/>
            </p:cNvSpPr>
            <p:nvPr userDrawn="1"/>
          </p:nvSpPr>
          <p:spPr bwMode="auto">
            <a:xfrm>
              <a:off x="3448129" y="2407292"/>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2" name="Freeform 896">
              <a:extLst>
                <a:ext uri="{FF2B5EF4-FFF2-40B4-BE49-F238E27FC236}">
                  <a16:creationId xmlns:a16="http://schemas.microsoft.com/office/drawing/2014/main" id="{EACD9650-2603-456A-956B-D87D69AA05C6}"/>
                </a:ext>
              </a:extLst>
            </p:cNvPr>
            <p:cNvSpPr>
              <a:spLocks/>
            </p:cNvSpPr>
            <p:nvPr userDrawn="1"/>
          </p:nvSpPr>
          <p:spPr bwMode="auto">
            <a:xfrm>
              <a:off x="3688958" y="2611997"/>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3" name="Freeform 897">
              <a:extLst>
                <a:ext uri="{FF2B5EF4-FFF2-40B4-BE49-F238E27FC236}">
                  <a16:creationId xmlns:a16="http://schemas.microsoft.com/office/drawing/2014/main" id="{58C8DF03-02F9-4415-A126-FA9DEAF1BA85}"/>
                </a:ext>
              </a:extLst>
            </p:cNvPr>
            <p:cNvSpPr>
              <a:spLocks noEditPoints="1"/>
            </p:cNvSpPr>
            <p:nvPr userDrawn="1"/>
          </p:nvSpPr>
          <p:spPr bwMode="auto">
            <a:xfrm>
              <a:off x="4224805" y="3208049"/>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4" name="Freeform 898">
              <a:extLst>
                <a:ext uri="{FF2B5EF4-FFF2-40B4-BE49-F238E27FC236}">
                  <a16:creationId xmlns:a16="http://schemas.microsoft.com/office/drawing/2014/main" id="{50DA9D78-6107-4F44-A52A-4F991A65C342}"/>
                </a:ext>
              </a:extLst>
            </p:cNvPr>
            <p:cNvSpPr>
              <a:spLocks noEditPoints="1"/>
            </p:cNvSpPr>
            <p:nvPr userDrawn="1"/>
          </p:nvSpPr>
          <p:spPr bwMode="auto">
            <a:xfrm>
              <a:off x="3319686" y="2553796"/>
              <a:ext cx="178616" cy="252871"/>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5" name="Freeform 899">
              <a:extLst>
                <a:ext uri="{FF2B5EF4-FFF2-40B4-BE49-F238E27FC236}">
                  <a16:creationId xmlns:a16="http://schemas.microsoft.com/office/drawing/2014/main" id="{107DA708-D9B0-4CA6-86BF-403BE9ADE93D}"/>
                </a:ext>
              </a:extLst>
            </p:cNvPr>
            <p:cNvSpPr>
              <a:spLocks/>
            </p:cNvSpPr>
            <p:nvPr userDrawn="1"/>
          </p:nvSpPr>
          <p:spPr bwMode="auto">
            <a:xfrm>
              <a:off x="3490275" y="2758501"/>
              <a:ext cx="8028" cy="6021"/>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6" name="Freeform 900">
              <a:extLst>
                <a:ext uri="{FF2B5EF4-FFF2-40B4-BE49-F238E27FC236}">
                  <a16:creationId xmlns:a16="http://schemas.microsoft.com/office/drawing/2014/main" id="{10B9A7E6-8471-46D2-B0FF-E7DFE9B82D7A}"/>
                </a:ext>
              </a:extLst>
            </p:cNvPr>
            <p:cNvSpPr>
              <a:spLocks noEditPoints="1"/>
            </p:cNvSpPr>
            <p:nvPr userDrawn="1"/>
          </p:nvSpPr>
          <p:spPr bwMode="auto">
            <a:xfrm>
              <a:off x="4730547" y="2609989"/>
              <a:ext cx="329134" cy="196677"/>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5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5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7" name="Freeform 901">
              <a:extLst>
                <a:ext uri="{FF2B5EF4-FFF2-40B4-BE49-F238E27FC236}">
                  <a16:creationId xmlns:a16="http://schemas.microsoft.com/office/drawing/2014/main" id="{71498C16-6289-407D-84A6-29C077D358A6}"/>
                </a:ext>
              </a:extLst>
            </p:cNvPr>
            <p:cNvSpPr>
              <a:spLocks noEditPoints="1"/>
            </p:cNvSpPr>
            <p:nvPr userDrawn="1"/>
          </p:nvSpPr>
          <p:spPr bwMode="auto">
            <a:xfrm>
              <a:off x="5079750" y="2668191"/>
              <a:ext cx="210726" cy="20671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1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2 w 140"/>
                <a:gd name="T27" fmla="*/ 105 h 137"/>
                <a:gd name="T28" fmla="*/ 38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5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8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8"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8" name="Freeform 902">
              <a:extLst>
                <a:ext uri="{FF2B5EF4-FFF2-40B4-BE49-F238E27FC236}">
                  <a16:creationId xmlns:a16="http://schemas.microsoft.com/office/drawing/2014/main" id="{2FD1E008-249E-48D6-9EC2-6ABA8BC90B8B}"/>
                </a:ext>
              </a:extLst>
            </p:cNvPr>
            <p:cNvSpPr>
              <a:spLocks noEditPoints="1"/>
            </p:cNvSpPr>
            <p:nvPr userDrawn="1"/>
          </p:nvSpPr>
          <p:spPr bwMode="auto">
            <a:xfrm>
              <a:off x="4034147" y="2491582"/>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9" name="Freeform 903">
              <a:extLst>
                <a:ext uri="{FF2B5EF4-FFF2-40B4-BE49-F238E27FC236}">
                  <a16:creationId xmlns:a16="http://schemas.microsoft.com/office/drawing/2014/main" id="{15447A87-CBA6-4E38-BC46-F6F2B08FDDFB}"/>
                </a:ext>
              </a:extLst>
            </p:cNvPr>
            <p:cNvSpPr>
              <a:spLocks/>
            </p:cNvSpPr>
            <p:nvPr userDrawn="1"/>
          </p:nvSpPr>
          <p:spPr bwMode="auto">
            <a:xfrm>
              <a:off x="4152556" y="2686252"/>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0" name="Freeform 904">
              <a:extLst>
                <a:ext uri="{FF2B5EF4-FFF2-40B4-BE49-F238E27FC236}">
                  <a16:creationId xmlns:a16="http://schemas.microsoft.com/office/drawing/2014/main" id="{967DCED2-498D-4676-BB22-0122DCCF6A94}"/>
                </a:ext>
              </a:extLst>
            </p:cNvPr>
            <p:cNvSpPr>
              <a:spLocks noEditPoints="1"/>
            </p:cNvSpPr>
            <p:nvPr userDrawn="1"/>
          </p:nvSpPr>
          <p:spPr bwMode="auto">
            <a:xfrm>
              <a:off x="3875602" y="2270822"/>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1" name="Freeform 905">
              <a:extLst>
                <a:ext uri="{FF2B5EF4-FFF2-40B4-BE49-F238E27FC236}">
                  <a16:creationId xmlns:a16="http://schemas.microsoft.com/office/drawing/2014/main" id="{FCDDC78D-32AB-420E-BBC1-5BC395612A94}"/>
                </a:ext>
              </a:extLst>
            </p:cNvPr>
            <p:cNvSpPr>
              <a:spLocks noEditPoints="1"/>
            </p:cNvSpPr>
            <p:nvPr userDrawn="1"/>
          </p:nvSpPr>
          <p:spPr bwMode="auto">
            <a:xfrm>
              <a:off x="5300510" y="2626045"/>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0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2" name="Freeform 906">
              <a:extLst>
                <a:ext uri="{FF2B5EF4-FFF2-40B4-BE49-F238E27FC236}">
                  <a16:creationId xmlns:a16="http://schemas.microsoft.com/office/drawing/2014/main" id="{2DC8F693-4F0C-403C-BC5C-A20A79710E11}"/>
                </a:ext>
              </a:extLst>
            </p:cNvPr>
            <p:cNvSpPr>
              <a:spLocks noEditPoints="1"/>
            </p:cNvSpPr>
            <p:nvPr userDrawn="1"/>
          </p:nvSpPr>
          <p:spPr bwMode="auto">
            <a:xfrm>
              <a:off x="5589505" y="2092206"/>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17 w 76"/>
                <a:gd name="T69" fmla="*/ 6 h 115"/>
                <a:gd name="T70" fmla="*/ 16 w 76"/>
                <a:gd name="T71" fmla="*/ 3 h 115"/>
                <a:gd name="T72" fmla="*/ 8 w 76"/>
                <a:gd name="T73" fmla="*/ 8 h 115"/>
                <a:gd name="T74" fmla="*/ 1 w 76"/>
                <a:gd name="T75" fmla="*/ 22 h 115"/>
                <a:gd name="T76" fmla="*/ 0 w 76"/>
                <a:gd name="T77" fmla="*/ 39 h 115"/>
                <a:gd name="T78" fmla="*/ 1 w 76"/>
                <a:gd name="T79" fmla="*/ 61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90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1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3" name="Freeform 907">
              <a:extLst>
                <a:ext uri="{FF2B5EF4-FFF2-40B4-BE49-F238E27FC236}">
                  <a16:creationId xmlns:a16="http://schemas.microsoft.com/office/drawing/2014/main" id="{AF6D415B-4CFF-4CDC-A5EA-BF2272770B8D}"/>
                </a:ext>
              </a:extLst>
            </p:cNvPr>
            <p:cNvSpPr>
              <a:spLocks noEditPoints="1"/>
            </p:cNvSpPr>
            <p:nvPr userDrawn="1"/>
          </p:nvSpPr>
          <p:spPr bwMode="auto">
            <a:xfrm>
              <a:off x="4963349" y="1819266"/>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4" name="Freeform 908">
              <a:extLst>
                <a:ext uri="{FF2B5EF4-FFF2-40B4-BE49-F238E27FC236}">
                  <a16:creationId xmlns:a16="http://schemas.microsoft.com/office/drawing/2014/main" id="{10469472-BC38-499A-AF6C-51C10E46682E}"/>
                </a:ext>
              </a:extLst>
            </p:cNvPr>
            <p:cNvSpPr>
              <a:spLocks noEditPoints="1"/>
            </p:cNvSpPr>
            <p:nvPr userDrawn="1"/>
          </p:nvSpPr>
          <p:spPr bwMode="auto">
            <a:xfrm>
              <a:off x="3899685" y="2533727"/>
              <a:ext cx="114395" cy="174602"/>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6 h 115"/>
                <a:gd name="T64" fmla="*/ 60 w 76"/>
                <a:gd name="T65" fmla="*/ 0 h 115"/>
                <a:gd name="T66" fmla="*/ 60 w 76"/>
                <a:gd name="T67" fmla="*/ 0 h 115"/>
                <a:gd name="T68" fmla="*/ 60 w 76"/>
                <a:gd name="T69" fmla="*/ 0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cubicBezTo>
                    <a:pt x="60" y="6"/>
                    <a:pt x="60" y="6"/>
                    <a:pt x="60" y="6"/>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5" name="Freeform 909">
              <a:extLst>
                <a:ext uri="{FF2B5EF4-FFF2-40B4-BE49-F238E27FC236}">
                  <a16:creationId xmlns:a16="http://schemas.microsoft.com/office/drawing/2014/main" id="{95D643C5-B30F-4139-A7C8-A497B34C8337}"/>
                </a:ext>
              </a:extLst>
            </p:cNvPr>
            <p:cNvSpPr>
              <a:spLocks noEditPoints="1"/>
            </p:cNvSpPr>
            <p:nvPr userDrawn="1"/>
          </p:nvSpPr>
          <p:spPr bwMode="auto">
            <a:xfrm>
              <a:off x="3209307" y="2056081"/>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2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3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7 w 76"/>
                <a:gd name="T69" fmla="*/ 3 h 115"/>
                <a:gd name="T70" fmla="*/ 17 w 76"/>
                <a:gd name="T71" fmla="*/ 6 h 115"/>
                <a:gd name="T72" fmla="*/ 17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7" y="6"/>
                    <a:pt x="17" y="6"/>
                    <a:pt x="17" y="6"/>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6" name="Freeform 910">
              <a:extLst>
                <a:ext uri="{FF2B5EF4-FFF2-40B4-BE49-F238E27FC236}">
                  <a16:creationId xmlns:a16="http://schemas.microsoft.com/office/drawing/2014/main" id="{5FFDC425-0A42-4387-B448-B2778C967657}"/>
                </a:ext>
              </a:extLst>
            </p:cNvPr>
            <p:cNvSpPr>
              <a:spLocks noEditPoints="1"/>
            </p:cNvSpPr>
            <p:nvPr userDrawn="1"/>
          </p:nvSpPr>
          <p:spPr bwMode="auto">
            <a:xfrm>
              <a:off x="4357261" y="286687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7" name="Freeform 911">
              <a:extLst>
                <a:ext uri="{FF2B5EF4-FFF2-40B4-BE49-F238E27FC236}">
                  <a16:creationId xmlns:a16="http://schemas.microsoft.com/office/drawing/2014/main" id="{315AC139-7F54-4ECD-8F73-B45F06CC2E90}"/>
                </a:ext>
              </a:extLst>
            </p:cNvPr>
            <p:cNvSpPr>
              <a:spLocks noEditPoints="1"/>
            </p:cNvSpPr>
            <p:nvPr userDrawn="1"/>
          </p:nvSpPr>
          <p:spPr bwMode="auto">
            <a:xfrm>
              <a:off x="3929788" y="28909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0 h 116"/>
                <a:gd name="T66" fmla="*/ 60 w 76"/>
                <a:gd name="T67" fmla="*/ 0 h 116"/>
                <a:gd name="T68" fmla="*/ 59 w 76"/>
                <a:gd name="T69" fmla="*/ 0 h 116"/>
                <a:gd name="T70" fmla="*/ 16 w 76"/>
                <a:gd name="T71" fmla="*/ 4 h 116"/>
                <a:gd name="T72" fmla="*/ 8 w 76"/>
                <a:gd name="T73" fmla="*/ 8 h 116"/>
                <a:gd name="T74" fmla="*/ 2 w 76"/>
                <a:gd name="T75" fmla="*/ 22 h 116"/>
                <a:gd name="T76" fmla="*/ 0 w 76"/>
                <a:gd name="T77" fmla="*/ 40 h 116"/>
                <a:gd name="T78" fmla="*/ 2 w 76"/>
                <a:gd name="T79" fmla="*/ 61 h 116"/>
                <a:gd name="T80" fmla="*/ 9 w 76"/>
                <a:gd name="T81" fmla="*/ 82 h 116"/>
                <a:gd name="T82" fmla="*/ 15 w 76"/>
                <a:gd name="T83" fmla="*/ 88 h 116"/>
                <a:gd name="T84" fmla="*/ 16 w 76"/>
                <a:gd name="T85" fmla="*/ 89 h 116"/>
                <a:gd name="T86" fmla="*/ 38 w 76"/>
                <a:gd name="T87" fmla="*/ 90 h 116"/>
                <a:gd name="T88" fmla="*/ 26 w 76"/>
                <a:gd name="T89" fmla="*/ 116 h 116"/>
                <a:gd name="T90" fmla="*/ 56 w 76"/>
                <a:gd name="T91" fmla="*/ 90 h 116"/>
                <a:gd name="T92" fmla="*/ 72 w 76"/>
                <a:gd name="T93" fmla="*/ 85 h 116"/>
                <a:gd name="T94" fmla="*/ 75 w 76"/>
                <a:gd name="T95" fmla="*/ 81 h 116"/>
                <a:gd name="T96" fmla="*/ 76 w 76"/>
                <a:gd name="T97" fmla="*/ 77 h 116"/>
                <a:gd name="T98" fmla="*/ 76 w 76"/>
                <a:gd name="T99" fmla="*/ 76 h 116"/>
                <a:gd name="T100" fmla="*/ 76 w 76"/>
                <a:gd name="T101" fmla="*/ 28 h 116"/>
                <a:gd name="T102" fmla="*/ 69 w 76"/>
                <a:gd name="T103" fmla="*/ 5 h 116"/>
                <a:gd name="T104" fmla="*/ 63 w 76"/>
                <a:gd name="T105" fmla="*/ 1 h 116"/>
                <a:gd name="T106" fmla="*/ 60 w 76"/>
                <a:gd name="T10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8" name="Freeform 912">
              <a:extLst>
                <a:ext uri="{FF2B5EF4-FFF2-40B4-BE49-F238E27FC236}">
                  <a16:creationId xmlns:a16="http://schemas.microsoft.com/office/drawing/2014/main" id="{CF12BD71-654E-4F4D-8B6B-4D85F806E7CF}"/>
                </a:ext>
              </a:extLst>
            </p:cNvPr>
            <p:cNvSpPr>
              <a:spLocks noEditPoints="1"/>
            </p:cNvSpPr>
            <p:nvPr userDrawn="1"/>
          </p:nvSpPr>
          <p:spPr bwMode="auto">
            <a:xfrm>
              <a:off x="3436087" y="3087635"/>
              <a:ext cx="114395" cy="174602"/>
            </a:xfrm>
            <a:custGeom>
              <a:avLst/>
              <a:gdLst>
                <a:gd name="T0" fmla="*/ 19 w 76"/>
                <a:gd name="T1" fmla="*/ 83 h 116"/>
                <a:gd name="T2" fmla="*/ 19 w 76"/>
                <a:gd name="T3" fmla="*/ 83 h 116"/>
                <a:gd name="T4" fmla="*/ 19 w 76"/>
                <a:gd name="T5" fmla="*/ 83 h 116"/>
                <a:gd name="T6" fmla="*/ 19 w 76"/>
                <a:gd name="T7" fmla="*/ 83 h 116"/>
                <a:gd name="T8" fmla="*/ 17 w 76"/>
                <a:gd name="T9" fmla="*/ 10 h 116"/>
                <a:gd name="T10" fmla="*/ 60 w 76"/>
                <a:gd name="T11" fmla="*/ 6 h 116"/>
                <a:gd name="T12" fmla="*/ 62 w 76"/>
                <a:gd name="T13" fmla="*/ 7 h 116"/>
                <a:gd name="T14" fmla="*/ 67 w 76"/>
                <a:gd name="T15" fmla="*/ 11 h 116"/>
                <a:gd name="T16" fmla="*/ 70 w 76"/>
                <a:gd name="T17" fmla="*/ 28 h 116"/>
                <a:gd name="T18" fmla="*/ 70 w 76"/>
                <a:gd name="T19" fmla="*/ 76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3 w 76"/>
                <a:gd name="T37" fmla="*/ 94 h 116"/>
                <a:gd name="T38" fmla="*/ 47 w 76"/>
                <a:gd name="T39" fmla="*/ 84 h 116"/>
                <a:gd name="T40" fmla="*/ 18 w 76"/>
                <a:gd name="T41" fmla="*/ 83 h 116"/>
                <a:gd name="T42" fmla="*/ 14 w 76"/>
                <a:gd name="T43" fmla="*/ 78 h 116"/>
                <a:gd name="T44" fmla="*/ 8 w 76"/>
                <a:gd name="T45" fmla="*/ 60 h 116"/>
                <a:gd name="T46" fmla="*/ 8 w 76"/>
                <a:gd name="T47" fmla="*/ 60 h 116"/>
                <a:gd name="T48" fmla="*/ 8 w 76"/>
                <a:gd name="T49" fmla="*/ 60 h 116"/>
                <a:gd name="T50" fmla="*/ 8 w 76"/>
                <a:gd name="T51" fmla="*/ 58 h 116"/>
                <a:gd name="T52" fmla="*/ 6 w 76"/>
                <a:gd name="T53" fmla="*/ 39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60 w 76"/>
                <a:gd name="T67" fmla="*/ 0 h 116"/>
                <a:gd name="T68" fmla="*/ 17 w 76"/>
                <a:gd name="T69" fmla="*/ 4 h 116"/>
                <a:gd name="T70" fmla="*/ 8 w 76"/>
                <a:gd name="T71" fmla="*/ 8 h 116"/>
                <a:gd name="T72" fmla="*/ 2 w 76"/>
                <a:gd name="T73" fmla="*/ 22 h 116"/>
                <a:gd name="T74" fmla="*/ 0 w 76"/>
                <a:gd name="T75" fmla="*/ 39 h 116"/>
                <a:gd name="T76" fmla="*/ 2 w 76"/>
                <a:gd name="T77" fmla="*/ 61 h 116"/>
                <a:gd name="T78" fmla="*/ 9 w 76"/>
                <a:gd name="T79" fmla="*/ 81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3 w 76"/>
                <a:gd name="T91" fmla="*/ 85 h 116"/>
                <a:gd name="T92" fmla="*/ 76 w 76"/>
                <a:gd name="T93" fmla="*/ 81 h 116"/>
                <a:gd name="T94" fmla="*/ 76 w 76"/>
                <a:gd name="T95" fmla="*/ 77 h 116"/>
                <a:gd name="T96" fmla="*/ 76 w 76"/>
                <a:gd name="T97" fmla="*/ 76 h 116"/>
                <a:gd name="T98" fmla="*/ 76 w 76"/>
                <a:gd name="T99" fmla="*/ 28 h 116"/>
                <a:gd name="T100" fmla="*/ 69 w 76"/>
                <a:gd name="T101" fmla="*/ 4 h 116"/>
                <a:gd name="T102" fmla="*/ 64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9" name="Freeform 913">
              <a:extLst>
                <a:ext uri="{FF2B5EF4-FFF2-40B4-BE49-F238E27FC236}">
                  <a16:creationId xmlns:a16="http://schemas.microsoft.com/office/drawing/2014/main" id="{E1AA9825-ECFE-4AC6-8534-626EC64D963D}"/>
                </a:ext>
              </a:extLst>
            </p:cNvPr>
            <p:cNvSpPr>
              <a:spLocks noEditPoints="1"/>
            </p:cNvSpPr>
            <p:nvPr userDrawn="1"/>
          </p:nvSpPr>
          <p:spPr bwMode="auto">
            <a:xfrm>
              <a:off x="3877608" y="3346527"/>
              <a:ext cx="114395" cy="174602"/>
            </a:xfrm>
            <a:custGeom>
              <a:avLst/>
              <a:gdLst>
                <a:gd name="T0" fmla="*/ 18 w 76"/>
                <a:gd name="T1" fmla="*/ 83 h 116"/>
                <a:gd name="T2" fmla="*/ 18 w 76"/>
                <a:gd name="T3" fmla="*/ 83 h 116"/>
                <a:gd name="T4" fmla="*/ 18 w 76"/>
                <a:gd name="T5" fmla="*/ 83 h 116"/>
                <a:gd name="T6" fmla="*/ 18 w 76"/>
                <a:gd name="T7" fmla="*/ 83 h 116"/>
                <a:gd name="T8" fmla="*/ 17 w 76"/>
                <a:gd name="T9" fmla="*/ 10 h 116"/>
                <a:gd name="T10" fmla="*/ 60 w 76"/>
                <a:gd name="T11" fmla="*/ 6 h 116"/>
                <a:gd name="T12" fmla="*/ 61 w 76"/>
                <a:gd name="T13" fmla="*/ 7 h 116"/>
                <a:gd name="T14" fmla="*/ 67 w 76"/>
                <a:gd name="T15" fmla="*/ 11 h 116"/>
                <a:gd name="T16" fmla="*/ 70 w 76"/>
                <a:gd name="T17" fmla="*/ 28 h 116"/>
                <a:gd name="T18" fmla="*/ 70 w 76"/>
                <a:gd name="T19" fmla="*/ 77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2 w 76"/>
                <a:gd name="T37" fmla="*/ 94 h 116"/>
                <a:gd name="T38" fmla="*/ 47 w 76"/>
                <a:gd name="T39" fmla="*/ 84 h 116"/>
                <a:gd name="T40" fmla="*/ 18 w 76"/>
                <a:gd name="T41" fmla="*/ 83 h 116"/>
                <a:gd name="T42" fmla="*/ 13 w 76"/>
                <a:gd name="T43" fmla="*/ 78 h 116"/>
                <a:gd name="T44" fmla="*/ 8 w 76"/>
                <a:gd name="T45" fmla="*/ 60 h 116"/>
                <a:gd name="T46" fmla="*/ 8 w 76"/>
                <a:gd name="T47" fmla="*/ 60 h 116"/>
                <a:gd name="T48" fmla="*/ 7 w 76"/>
                <a:gd name="T49" fmla="*/ 60 h 116"/>
                <a:gd name="T50" fmla="*/ 7 w 76"/>
                <a:gd name="T51" fmla="*/ 59 h 116"/>
                <a:gd name="T52" fmla="*/ 6 w 76"/>
                <a:gd name="T53" fmla="*/ 40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59 w 76"/>
                <a:gd name="T67" fmla="*/ 0 h 116"/>
                <a:gd name="T68" fmla="*/ 16 w 76"/>
                <a:gd name="T69" fmla="*/ 4 h 116"/>
                <a:gd name="T70" fmla="*/ 8 w 76"/>
                <a:gd name="T71" fmla="*/ 8 h 116"/>
                <a:gd name="T72" fmla="*/ 2 w 76"/>
                <a:gd name="T73" fmla="*/ 22 h 116"/>
                <a:gd name="T74" fmla="*/ 0 w 76"/>
                <a:gd name="T75" fmla="*/ 40 h 116"/>
                <a:gd name="T76" fmla="*/ 2 w 76"/>
                <a:gd name="T77" fmla="*/ 61 h 116"/>
                <a:gd name="T78" fmla="*/ 9 w 76"/>
                <a:gd name="T79" fmla="*/ 82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0" name="Freeform 914">
              <a:extLst>
                <a:ext uri="{FF2B5EF4-FFF2-40B4-BE49-F238E27FC236}">
                  <a16:creationId xmlns:a16="http://schemas.microsoft.com/office/drawing/2014/main" id="{1C4A3943-5358-420E-8D76-ADB96B264B2E}"/>
                </a:ext>
              </a:extLst>
            </p:cNvPr>
            <p:cNvSpPr>
              <a:spLocks noEditPoints="1"/>
            </p:cNvSpPr>
            <p:nvPr userDrawn="1"/>
          </p:nvSpPr>
          <p:spPr bwMode="auto">
            <a:xfrm>
              <a:off x="3064809" y="3288326"/>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1" name="Freeform 915">
              <a:extLst>
                <a:ext uri="{FF2B5EF4-FFF2-40B4-BE49-F238E27FC236}">
                  <a16:creationId xmlns:a16="http://schemas.microsoft.com/office/drawing/2014/main" id="{3048BCDA-6FBB-44D1-A5D4-E4FA5A58A1FF}"/>
                </a:ext>
              </a:extLst>
            </p:cNvPr>
            <p:cNvSpPr>
              <a:spLocks noEditPoints="1"/>
            </p:cNvSpPr>
            <p:nvPr userDrawn="1"/>
          </p:nvSpPr>
          <p:spPr bwMode="auto">
            <a:xfrm>
              <a:off x="3929788" y="3480990"/>
              <a:ext cx="367266" cy="146505"/>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69 w 244"/>
                <a:gd name="T63" fmla="*/ 18 h 98"/>
                <a:gd name="T64" fmla="*/ 69 w 244"/>
                <a:gd name="T65" fmla="*/ 18 h 98"/>
                <a:gd name="T66" fmla="*/ 68 w 244"/>
                <a:gd name="T67" fmla="*/ 19 h 98"/>
                <a:gd name="T68" fmla="*/ 63 w 244"/>
                <a:gd name="T69" fmla="*/ 34 h 98"/>
                <a:gd name="T70" fmla="*/ 67 w 244"/>
                <a:gd name="T71" fmla="*/ 51 h 98"/>
                <a:gd name="T72" fmla="*/ 72 w 244"/>
                <a:gd name="T73" fmla="*/ 65 h 98"/>
                <a:gd name="T74" fmla="*/ 71 w 244"/>
                <a:gd name="T75" fmla="*/ 69 h 98"/>
                <a:gd name="T76" fmla="*/ 68 w 244"/>
                <a:gd name="T77" fmla="*/ 72 h 98"/>
                <a:gd name="T78" fmla="*/ 67 w 244"/>
                <a:gd name="T79" fmla="*/ 72 h 98"/>
                <a:gd name="T80" fmla="*/ 67 w 244"/>
                <a:gd name="T81" fmla="*/ 72 h 98"/>
                <a:gd name="T82" fmla="*/ 0 w 244"/>
                <a:gd name="T83" fmla="*/ 74 h 98"/>
                <a:gd name="T84" fmla="*/ 17 w 244"/>
                <a:gd name="T85" fmla="*/ 79 h 98"/>
                <a:gd name="T86" fmla="*/ 136 w 244"/>
                <a:gd name="T87" fmla="*/ 98 h 98"/>
                <a:gd name="T88" fmla="*/ 151 w 244"/>
                <a:gd name="T89" fmla="*/ 98 h 98"/>
                <a:gd name="T90" fmla="*/ 157 w 244"/>
                <a:gd name="T91" fmla="*/ 98 h 98"/>
                <a:gd name="T92" fmla="*/ 222 w 244"/>
                <a:gd name="T93" fmla="*/ 86 h 98"/>
                <a:gd name="T94" fmla="*/ 239 w 244"/>
                <a:gd name="T95" fmla="*/ 74 h 98"/>
                <a:gd name="T96" fmla="*/ 239 w 244"/>
                <a:gd name="T97" fmla="*/ 73 h 98"/>
                <a:gd name="T98" fmla="*/ 239 w 244"/>
                <a:gd name="T99" fmla="*/ 73 h 98"/>
                <a:gd name="T100" fmla="*/ 244 w 244"/>
                <a:gd name="T101" fmla="*/ 44 h 98"/>
                <a:gd name="T102" fmla="*/ 234 w 244"/>
                <a:gd name="T103" fmla="*/ 14 h 98"/>
                <a:gd name="T104" fmla="*/ 223 w 244"/>
                <a:gd name="T105" fmla="*/ 7 h 98"/>
                <a:gd name="T106" fmla="*/ 222 w 244"/>
                <a:gd name="T107" fmla="*/ 7 h 98"/>
                <a:gd name="T108" fmla="*/ 222 w 244"/>
                <a:gd name="T109" fmla="*/ 7 h 98"/>
                <a:gd name="T110" fmla="*/ 156 w 244"/>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2" name="Freeform 916">
              <a:extLst>
                <a:ext uri="{FF2B5EF4-FFF2-40B4-BE49-F238E27FC236}">
                  <a16:creationId xmlns:a16="http://schemas.microsoft.com/office/drawing/2014/main" id="{28EF20C1-98CB-4E04-855F-32A05CAD071D}"/>
                </a:ext>
              </a:extLst>
            </p:cNvPr>
            <p:cNvSpPr>
              <a:spLocks noEditPoints="1"/>
            </p:cNvSpPr>
            <p:nvPr userDrawn="1"/>
          </p:nvSpPr>
          <p:spPr bwMode="auto">
            <a:xfrm>
              <a:off x="4939266" y="2858847"/>
              <a:ext cx="297023" cy="118408"/>
            </a:xfrm>
            <a:custGeom>
              <a:avLst/>
              <a:gdLst>
                <a:gd name="T0" fmla="*/ 142 w 198"/>
                <a:gd name="T1" fmla="*/ 41 h 79"/>
                <a:gd name="T2" fmla="*/ 142 w 198"/>
                <a:gd name="T3" fmla="*/ 41 h 79"/>
                <a:gd name="T4" fmla="*/ 141 w 198"/>
                <a:gd name="T5" fmla="*/ 57 h 79"/>
                <a:gd name="T6" fmla="*/ 141 w 198"/>
                <a:gd name="T7" fmla="*/ 57 h 79"/>
                <a:gd name="T8" fmla="*/ 19 w 198"/>
                <a:gd name="T9" fmla="*/ 10 h 79"/>
                <a:gd name="T10" fmla="*/ 71 w 198"/>
                <a:gd name="T11" fmla="*/ 6 h 79"/>
                <a:gd name="T12" fmla="*/ 133 w 198"/>
                <a:gd name="T13" fmla="*/ 17 h 79"/>
                <a:gd name="T14" fmla="*/ 136 w 198"/>
                <a:gd name="T15" fmla="*/ 19 h 79"/>
                <a:gd name="T16" fmla="*/ 138 w 198"/>
                <a:gd name="T17" fmla="*/ 35 h 79"/>
                <a:gd name="T18" fmla="*/ 136 w 198"/>
                <a:gd name="T19" fmla="*/ 38 h 79"/>
                <a:gd name="T20" fmla="*/ 136 w 198"/>
                <a:gd name="T21" fmla="*/ 38 h 79"/>
                <a:gd name="T22" fmla="*/ 136 w 198"/>
                <a:gd name="T23" fmla="*/ 38 h 79"/>
                <a:gd name="T24" fmla="*/ 132 w 198"/>
                <a:gd name="T25" fmla="*/ 52 h 79"/>
                <a:gd name="T26" fmla="*/ 138 w 198"/>
                <a:gd name="T27" fmla="*/ 62 h 79"/>
                <a:gd name="T28" fmla="*/ 141 w 198"/>
                <a:gd name="T29" fmla="*/ 63 h 79"/>
                <a:gd name="T30" fmla="*/ 86 w 198"/>
                <a:gd name="T31" fmla="*/ 73 h 79"/>
                <a:gd name="T32" fmla="*/ 75 w 198"/>
                <a:gd name="T33" fmla="*/ 73 h 79"/>
                <a:gd name="T34" fmla="*/ 74 w 198"/>
                <a:gd name="T35" fmla="*/ 73 h 79"/>
                <a:gd name="T36" fmla="*/ 70 w 198"/>
                <a:gd name="T37" fmla="*/ 73 h 79"/>
                <a:gd name="T38" fmla="*/ 11 w 198"/>
                <a:gd name="T39" fmla="*/ 58 h 79"/>
                <a:gd name="T40" fmla="*/ 9 w 198"/>
                <a:gd name="T41" fmla="*/ 56 h 79"/>
                <a:gd name="T42" fmla="*/ 13 w 198"/>
                <a:gd name="T43" fmla="*/ 15 h 79"/>
                <a:gd name="T44" fmla="*/ 19 w 198"/>
                <a:gd name="T45" fmla="*/ 11 h 79"/>
                <a:gd name="T46" fmla="*/ 71 w 198"/>
                <a:gd name="T47" fmla="*/ 0 h 79"/>
                <a:gd name="T48" fmla="*/ 18 w 198"/>
                <a:gd name="T49" fmla="*/ 5 h 79"/>
                <a:gd name="T50" fmla="*/ 17 w 198"/>
                <a:gd name="T51" fmla="*/ 5 h 79"/>
                <a:gd name="T52" fmla="*/ 0 w 198"/>
                <a:gd name="T53" fmla="*/ 35 h 79"/>
                <a:gd name="T54" fmla="*/ 4 w 198"/>
                <a:gd name="T55" fmla="*/ 59 h 79"/>
                <a:gd name="T56" fmla="*/ 18 w 198"/>
                <a:gd name="T57" fmla="*/ 69 h 79"/>
                <a:gd name="T58" fmla="*/ 70 w 198"/>
                <a:gd name="T59" fmla="*/ 79 h 79"/>
                <a:gd name="T60" fmla="*/ 86 w 198"/>
                <a:gd name="T61" fmla="*/ 79 h 79"/>
                <a:gd name="T62" fmla="*/ 198 w 198"/>
                <a:gd name="T63" fmla="*/ 59 h 79"/>
                <a:gd name="T64" fmla="*/ 140 w 198"/>
                <a:gd name="T65" fmla="*/ 56 h 79"/>
                <a:gd name="T66" fmla="*/ 138 w 198"/>
                <a:gd name="T67" fmla="*/ 52 h 79"/>
                <a:gd name="T68" fmla="*/ 145 w 198"/>
                <a:gd name="T69" fmla="*/ 27 h 79"/>
                <a:gd name="T70" fmla="*/ 141 w 198"/>
                <a:gd name="T71" fmla="*/ 14 h 79"/>
                <a:gd name="T72" fmla="*/ 138 w 198"/>
                <a:gd name="T73" fmla="*/ 17 h 79"/>
                <a:gd name="T74" fmla="*/ 138 w 198"/>
                <a:gd name="T75" fmla="*/ 17 h 79"/>
                <a:gd name="T76" fmla="*/ 71 w 198"/>
                <a:gd name="T7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3" name="Freeform 917">
              <a:extLst>
                <a:ext uri="{FF2B5EF4-FFF2-40B4-BE49-F238E27FC236}">
                  <a16:creationId xmlns:a16="http://schemas.microsoft.com/office/drawing/2014/main" id="{CE5EAE49-89BD-494E-818B-721FF1FCAA3F}"/>
                </a:ext>
              </a:extLst>
            </p:cNvPr>
            <p:cNvSpPr>
              <a:spLocks noEditPoints="1"/>
            </p:cNvSpPr>
            <p:nvPr userDrawn="1"/>
          </p:nvSpPr>
          <p:spPr bwMode="auto">
            <a:xfrm>
              <a:off x="3369860" y="19055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4" name="Freeform 918">
              <a:extLst>
                <a:ext uri="{FF2B5EF4-FFF2-40B4-BE49-F238E27FC236}">
                  <a16:creationId xmlns:a16="http://schemas.microsoft.com/office/drawing/2014/main" id="{A23FB485-7BB9-4463-A001-7120A7C8DA1D}"/>
                </a:ext>
              </a:extLst>
            </p:cNvPr>
            <p:cNvSpPr>
              <a:spLocks noEditPoints="1"/>
            </p:cNvSpPr>
            <p:nvPr userDrawn="1"/>
          </p:nvSpPr>
          <p:spPr bwMode="auto">
            <a:xfrm>
              <a:off x="3036712" y="3085628"/>
              <a:ext cx="415432" cy="168581"/>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6"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5" name="Freeform 919">
              <a:extLst>
                <a:ext uri="{FF2B5EF4-FFF2-40B4-BE49-F238E27FC236}">
                  <a16:creationId xmlns:a16="http://schemas.microsoft.com/office/drawing/2014/main" id="{32F91F02-B100-41B7-9AC4-E7155EF5440B}"/>
                </a:ext>
              </a:extLst>
            </p:cNvPr>
            <p:cNvSpPr>
              <a:spLocks/>
            </p:cNvSpPr>
            <p:nvPr userDrawn="1"/>
          </p:nvSpPr>
          <p:spPr bwMode="auto">
            <a:xfrm>
              <a:off x="3068823" y="3099676"/>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6" name="Freeform 920">
              <a:extLst>
                <a:ext uri="{FF2B5EF4-FFF2-40B4-BE49-F238E27FC236}">
                  <a16:creationId xmlns:a16="http://schemas.microsoft.com/office/drawing/2014/main" id="{46873219-C42A-4698-8FFF-82B8D5CB4D87}"/>
                </a:ext>
              </a:extLst>
            </p:cNvPr>
            <p:cNvSpPr>
              <a:spLocks noEditPoints="1"/>
            </p:cNvSpPr>
            <p:nvPr userDrawn="1"/>
          </p:nvSpPr>
          <p:spPr bwMode="auto">
            <a:xfrm>
              <a:off x="3833456" y="3103690"/>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3 w 245"/>
                <a:gd name="T39" fmla="*/ 141 h 161"/>
                <a:gd name="T40" fmla="*/ 203 w 245"/>
                <a:gd name="T41" fmla="*/ 141 h 161"/>
                <a:gd name="T42" fmla="*/ 202 w 245"/>
                <a:gd name="T43" fmla="*/ 141 h 161"/>
                <a:gd name="T44" fmla="*/ 111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2 w 245"/>
                <a:gd name="T105" fmla="*/ 84 h 161"/>
                <a:gd name="T106" fmla="*/ 158 w 245"/>
                <a:gd name="T107" fmla="*/ 73 h 161"/>
                <a:gd name="T108" fmla="*/ 158 w 245"/>
                <a:gd name="T109" fmla="*/ 69 h 161"/>
                <a:gd name="T110" fmla="*/ 157 w 245"/>
                <a:gd name="T111" fmla="*/ 68 h 161"/>
                <a:gd name="T112" fmla="*/ 157 w 245"/>
                <a:gd name="T113" fmla="*/ 68 h 161"/>
                <a:gd name="T114" fmla="*/ 136 w 245"/>
                <a:gd name="T115" fmla="*/ 16 h 161"/>
                <a:gd name="T116" fmla="*/ 136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7" name="Freeform 921">
              <a:extLst>
                <a:ext uri="{FF2B5EF4-FFF2-40B4-BE49-F238E27FC236}">
                  <a16:creationId xmlns:a16="http://schemas.microsoft.com/office/drawing/2014/main" id="{7B157E07-ED5E-4E68-ADAA-B34597A9C109}"/>
                </a:ext>
              </a:extLst>
            </p:cNvPr>
            <p:cNvSpPr>
              <a:spLocks/>
            </p:cNvSpPr>
            <p:nvPr userDrawn="1"/>
          </p:nvSpPr>
          <p:spPr bwMode="auto">
            <a:xfrm>
              <a:off x="3857539" y="3143828"/>
              <a:ext cx="14049" cy="20069"/>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8" name="Freeform 922">
              <a:extLst>
                <a:ext uri="{FF2B5EF4-FFF2-40B4-BE49-F238E27FC236}">
                  <a16:creationId xmlns:a16="http://schemas.microsoft.com/office/drawing/2014/main" id="{07AC4A60-5525-4564-8628-A4D2DCCE1E6C}"/>
                </a:ext>
              </a:extLst>
            </p:cNvPr>
            <p:cNvSpPr>
              <a:spLocks noEditPoints="1"/>
            </p:cNvSpPr>
            <p:nvPr userDrawn="1"/>
          </p:nvSpPr>
          <p:spPr bwMode="auto">
            <a:xfrm>
              <a:off x="4206742" y="3585349"/>
              <a:ext cx="531833" cy="349203"/>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9" name="Freeform 923">
              <a:extLst>
                <a:ext uri="{FF2B5EF4-FFF2-40B4-BE49-F238E27FC236}">
                  <a16:creationId xmlns:a16="http://schemas.microsoft.com/office/drawing/2014/main" id="{68F1E2A0-D6AE-445F-B9B6-0F247851F356}"/>
                </a:ext>
              </a:extLst>
            </p:cNvPr>
            <p:cNvSpPr>
              <a:spLocks noEditPoints="1"/>
            </p:cNvSpPr>
            <p:nvPr userDrawn="1"/>
          </p:nvSpPr>
          <p:spPr bwMode="auto">
            <a:xfrm>
              <a:off x="4549925" y="2989297"/>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4 w 170"/>
                <a:gd name="T61" fmla="*/ 86 h 133"/>
                <a:gd name="T62" fmla="*/ 37 w 170"/>
                <a:gd name="T63" fmla="*/ 92 h 133"/>
                <a:gd name="T64" fmla="*/ 43 w 170"/>
                <a:gd name="T65" fmla="*/ 133 h 133"/>
                <a:gd name="T66" fmla="*/ 56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2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0" name="Freeform 924">
              <a:extLst>
                <a:ext uri="{FF2B5EF4-FFF2-40B4-BE49-F238E27FC236}">
                  <a16:creationId xmlns:a16="http://schemas.microsoft.com/office/drawing/2014/main" id="{DED6F4F0-457E-46A8-9DD6-2E4D2B1BF12B}"/>
                </a:ext>
              </a:extLst>
            </p:cNvPr>
            <p:cNvSpPr>
              <a:spLocks noEditPoints="1"/>
            </p:cNvSpPr>
            <p:nvPr userDrawn="1"/>
          </p:nvSpPr>
          <p:spPr bwMode="auto">
            <a:xfrm>
              <a:off x="5521270" y="3360575"/>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9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9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1" name="Freeform 925">
              <a:extLst>
                <a:ext uri="{FF2B5EF4-FFF2-40B4-BE49-F238E27FC236}">
                  <a16:creationId xmlns:a16="http://schemas.microsoft.com/office/drawing/2014/main" id="{72FC4FC5-850F-4D61-9254-AA84B3B83B66}"/>
                </a:ext>
              </a:extLst>
            </p:cNvPr>
            <p:cNvSpPr>
              <a:spLocks/>
            </p:cNvSpPr>
            <p:nvPr userDrawn="1"/>
          </p:nvSpPr>
          <p:spPr bwMode="auto">
            <a:xfrm>
              <a:off x="5585492" y="3559260"/>
              <a:ext cx="2008" cy="2008"/>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2" name="Freeform 926">
              <a:extLst>
                <a:ext uri="{FF2B5EF4-FFF2-40B4-BE49-F238E27FC236}">
                  <a16:creationId xmlns:a16="http://schemas.microsoft.com/office/drawing/2014/main" id="{0D1AA5A8-6CCE-4742-B6C4-46AFBF4627F3}"/>
                </a:ext>
              </a:extLst>
            </p:cNvPr>
            <p:cNvSpPr>
              <a:spLocks noEditPoints="1"/>
            </p:cNvSpPr>
            <p:nvPr userDrawn="1"/>
          </p:nvSpPr>
          <p:spPr bwMode="auto">
            <a:xfrm>
              <a:off x="4272971" y="2130338"/>
              <a:ext cx="282975" cy="244843"/>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9 w 188"/>
                <a:gd name="T89" fmla="*/ 58 h 162"/>
                <a:gd name="T90" fmla="*/ 164 w 188"/>
                <a:gd name="T91" fmla="*/ 36 h 162"/>
                <a:gd name="T92" fmla="*/ 123 w 188"/>
                <a:gd name="T93" fmla="*/ 5 h 162"/>
                <a:gd name="T94" fmla="*/ 82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9" y="58"/>
                    <a:pt x="169"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3" name="Freeform 927">
              <a:extLst>
                <a:ext uri="{FF2B5EF4-FFF2-40B4-BE49-F238E27FC236}">
                  <a16:creationId xmlns:a16="http://schemas.microsoft.com/office/drawing/2014/main" id="{FB3715FC-1D5F-442C-87AB-85CBED41B0BF}"/>
                </a:ext>
              </a:extLst>
            </p:cNvPr>
            <p:cNvSpPr>
              <a:spLocks noEditPoints="1"/>
            </p:cNvSpPr>
            <p:nvPr userDrawn="1"/>
          </p:nvSpPr>
          <p:spPr bwMode="auto">
            <a:xfrm>
              <a:off x="2882179" y="1670754"/>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09 w 130"/>
                <a:gd name="T21" fmla="*/ 66 h 112"/>
                <a:gd name="T22" fmla="*/ 97 w 130"/>
                <a:gd name="T23" fmla="*/ 76 h 112"/>
                <a:gd name="T24" fmla="*/ 92 w 130"/>
                <a:gd name="T25" fmla="*/ 92 h 112"/>
                <a:gd name="T26" fmla="*/ 79 w 130"/>
                <a:gd name="T27" fmla="*/ 91 h 112"/>
                <a:gd name="T28" fmla="*/ 67 w 130"/>
                <a:gd name="T29" fmla="*/ 91 h 112"/>
                <a:gd name="T30" fmla="*/ 34 w 130"/>
                <a:gd name="T31" fmla="*/ 93 h 112"/>
                <a:gd name="T32" fmla="*/ 21 w 130"/>
                <a:gd name="T33" fmla="*/ 75 h 112"/>
                <a:gd name="T34" fmla="*/ 8 w 130"/>
                <a:gd name="T35" fmla="*/ 71 h 112"/>
                <a:gd name="T36" fmla="*/ 16 w 130"/>
                <a:gd name="T37" fmla="*/ 56 h 112"/>
                <a:gd name="T38" fmla="*/ 16 w 130"/>
                <a:gd name="T39" fmla="*/ 25 h 112"/>
                <a:gd name="T40" fmla="*/ 44 w 130"/>
                <a:gd name="T41" fmla="*/ 20 h 112"/>
                <a:gd name="T42" fmla="*/ 54 w 130"/>
                <a:gd name="T43" fmla="*/ 0 h 112"/>
                <a:gd name="T44" fmla="*/ 41 w 130"/>
                <a:gd name="T45" fmla="*/ 9 h 112"/>
                <a:gd name="T46" fmla="*/ 41 w 130"/>
                <a:gd name="T47" fmla="*/ 14 h 112"/>
                <a:gd name="T48" fmla="*/ 37 w 130"/>
                <a:gd name="T49" fmla="*/ 16 h 112"/>
                <a:gd name="T50" fmla="*/ 26 w 130"/>
                <a:gd name="T51" fmla="*/ 13 h 112"/>
                <a:gd name="T52" fmla="*/ 8 w 130"/>
                <a:gd name="T53" fmla="*/ 33 h 112"/>
                <a:gd name="T54" fmla="*/ 13 w 130"/>
                <a:gd name="T55" fmla="*/ 49 h 112"/>
                <a:gd name="T56" fmla="*/ 4 w 130"/>
                <a:gd name="T57" fmla="*/ 56 h 112"/>
                <a:gd name="T58" fmla="*/ 2 w 130"/>
                <a:gd name="T59" fmla="*/ 57 h 112"/>
                <a:gd name="T60" fmla="*/ 10 w 130"/>
                <a:gd name="T61" fmla="*/ 81 h 112"/>
                <a:gd name="T62" fmla="*/ 21 w 130"/>
                <a:gd name="T63" fmla="*/ 81 h 112"/>
                <a:gd name="T64" fmla="*/ 28 w 130"/>
                <a:gd name="T65" fmla="*/ 93 h 112"/>
                <a:gd name="T66" fmla="*/ 28 w 130"/>
                <a:gd name="T67" fmla="*/ 96 h 112"/>
                <a:gd name="T68" fmla="*/ 64 w 130"/>
                <a:gd name="T69" fmla="*/ 104 h 112"/>
                <a:gd name="T70" fmla="*/ 74 w 130"/>
                <a:gd name="T71" fmla="*/ 94 h 112"/>
                <a:gd name="T72" fmla="*/ 75 w 130"/>
                <a:gd name="T73" fmla="*/ 96 h 112"/>
                <a:gd name="T74" fmla="*/ 85 w 130"/>
                <a:gd name="T75" fmla="*/ 100 h 112"/>
                <a:gd name="T76" fmla="*/ 100 w 130"/>
                <a:gd name="T77" fmla="*/ 92 h 112"/>
                <a:gd name="T78" fmla="*/ 123 w 130"/>
                <a:gd name="T79" fmla="*/ 110 h 112"/>
                <a:gd name="T80" fmla="*/ 128 w 130"/>
                <a:gd name="T81" fmla="*/ 111 h 112"/>
                <a:gd name="T82" fmla="*/ 129 w 130"/>
                <a:gd name="T83" fmla="*/ 107 h 112"/>
                <a:gd name="T84" fmla="*/ 113 w 130"/>
                <a:gd name="T85" fmla="*/ 71 h 112"/>
                <a:gd name="T86" fmla="*/ 130 w 130"/>
                <a:gd name="T87" fmla="*/ 51 h 112"/>
                <a:gd name="T88" fmla="*/ 120 w 130"/>
                <a:gd name="T89" fmla="*/ 39 h 112"/>
                <a:gd name="T90" fmla="*/ 111 w 130"/>
                <a:gd name="T91" fmla="*/ 37 h 112"/>
                <a:gd name="T92" fmla="*/ 109 w 130"/>
                <a:gd name="T93" fmla="*/ 14 h 112"/>
                <a:gd name="T94" fmla="*/ 68 w 130"/>
                <a:gd name="T95" fmla="*/ 8 h 112"/>
                <a:gd name="T96" fmla="*/ 54 w 130"/>
                <a:gd name="T9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5" y="63"/>
                    <a:pt x="112" y="64"/>
                    <a:pt x="109" y="66"/>
                  </a:cubicBezTo>
                  <a:cubicBezTo>
                    <a:pt x="106" y="68"/>
                    <a:pt x="105" y="72"/>
                    <a:pt x="105" y="75"/>
                  </a:cubicBezTo>
                  <a:cubicBezTo>
                    <a:pt x="105" y="78"/>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2"/>
                    <a:pt x="8" y="71"/>
                  </a:cubicBezTo>
                  <a:cubicBezTo>
                    <a:pt x="7" y="70"/>
                    <a:pt x="6" y="69"/>
                    <a:pt x="6" y="66"/>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19"/>
                    <a:pt x="46" y="19"/>
                    <a:pt x="47" y="17"/>
                  </a:cubicBezTo>
                  <a:cubicBezTo>
                    <a:pt x="47" y="16"/>
                    <a:pt x="48" y="15"/>
                    <a:pt x="48" y="14"/>
                  </a:cubicBezTo>
                  <a:cubicBezTo>
                    <a:pt x="48" y="13"/>
                    <a:pt x="47" y="12"/>
                    <a:pt x="47" y="11"/>
                  </a:cubicBezTo>
                  <a:moveTo>
                    <a:pt x="54" y="0"/>
                  </a:moveTo>
                  <a:cubicBezTo>
                    <a:pt x="54" y="0"/>
                    <a:pt x="54" y="0"/>
                    <a:pt x="54" y="0"/>
                  </a:cubicBezTo>
                  <a:cubicBezTo>
                    <a:pt x="52" y="0"/>
                    <a:pt x="50" y="0"/>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4"/>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4"/>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6"/>
                  </a:cubicBezTo>
                  <a:cubicBezTo>
                    <a:pt x="0" y="70"/>
                    <a:pt x="1" y="73"/>
                    <a:pt x="3" y="75"/>
                  </a:cubicBezTo>
                  <a:cubicBezTo>
                    <a:pt x="5" y="78"/>
                    <a:pt x="8" y="80"/>
                    <a:pt x="10" y="81"/>
                  </a:cubicBezTo>
                  <a:cubicBezTo>
                    <a:pt x="13" y="81"/>
                    <a:pt x="14" y="82"/>
                    <a:pt x="15" y="82"/>
                  </a:cubicBezTo>
                  <a:cubicBezTo>
                    <a:pt x="15" y="82"/>
                    <a:pt x="15" y="82"/>
                    <a:pt x="15" y="82"/>
                  </a:cubicBezTo>
                  <a:cubicBezTo>
                    <a:pt x="16" y="81"/>
                    <a:pt x="16" y="81"/>
                    <a:pt x="16" y="81"/>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6"/>
                    <a:pt x="118" y="106"/>
                    <a:pt x="118" y="106"/>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1"/>
                    <a:pt x="128" y="111"/>
                  </a:cubicBezTo>
                  <a:cubicBezTo>
                    <a:pt x="129" y="110"/>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8"/>
                    <a:pt x="119" y="68"/>
                  </a:cubicBezTo>
                  <a:cubicBezTo>
                    <a:pt x="121" y="68"/>
                    <a:pt x="123" y="67"/>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7" y="39"/>
                    <a:pt x="116" y="39"/>
                  </a:cubicBezTo>
                  <a:cubicBezTo>
                    <a:pt x="113" y="39"/>
                    <a:pt x="111" y="38"/>
                    <a:pt x="111" y="37"/>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0"/>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4" name="Freeform 928">
              <a:extLst>
                <a:ext uri="{FF2B5EF4-FFF2-40B4-BE49-F238E27FC236}">
                  <a16:creationId xmlns:a16="http://schemas.microsoft.com/office/drawing/2014/main" id="{8F3EC240-2F7D-4E84-86E9-64DA0950B123}"/>
                </a:ext>
              </a:extLst>
            </p:cNvPr>
            <p:cNvSpPr>
              <a:spLocks noEditPoints="1"/>
            </p:cNvSpPr>
            <p:nvPr userDrawn="1"/>
          </p:nvSpPr>
          <p:spPr bwMode="auto">
            <a:xfrm>
              <a:off x="4983418" y="2172482"/>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8 w 188"/>
                <a:gd name="T91" fmla="*/ 140 h 162"/>
                <a:gd name="T92" fmla="*/ 79 w 188"/>
                <a:gd name="T93" fmla="*/ 138 h 162"/>
                <a:gd name="T94" fmla="*/ 94 w 188"/>
                <a:gd name="T95" fmla="*/ 149 h 162"/>
                <a:gd name="T96" fmla="*/ 113 w 188"/>
                <a:gd name="T97" fmla="*/ 154 h 162"/>
                <a:gd name="T98" fmla="*/ 147 w 188"/>
                <a:gd name="T99" fmla="*/ 140 h 162"/>
                <a:gd name="T100" fmla="*/ 147 w 188"/>
                <a:gd name="T101" fmla="*/ 133 h 162"/>
                <a:gd name="T102" fmla="*/ 159 w 188"/>
                <a:gd name="T103" fmla="*/ 117 h 162"/>
                <a:gd name="T104" fmla="*/ 168 w 188"/>
                <a:gd name="T105" fmla="*/ 118 h 162"/>
                <a:gd name="T106" fmla="*/ 188 w 188"/>
                <a:gd name="T107" fmla="*/ 97 h 162"/>
                <a:gd name="T108" fmla="*/ 183 w 188"/>
                <a:gd name="T109" fmla="*/ 83 h 162"/>
                <a:gd name="T110" fmla="*/ 171 w 188"/>
                <a:gd name="T111" fmla="*/ 77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5" name="Freeform 929">
              <a:extLst>
                <a:ext uri="{FF2B5EF4-FFF2-40B4-BE49-F238E27FC236}">
                  <a16:creationId xmlns:a16="http://schemas.microsoft.com/office/drawing/2014/main" id="{2ABFB50B-62D3-4051-8EE0-A21714FCA0C4}"/>
                </a:ext>
              </a:extLst>
            </p:cNvPr>
            <p:cNvSpPr>
              <a:spLocks noEditPoints="1"/>
            </p:cNvSpPr>
            <p:nvPr userDrawn="1"/>
          </p:nvSpPr>
          <p:spPr bwMode="auto">
            <a:xfrm>
              <a:off x="4413455" y="3272271"/>
              <a:ext cx="282975" cy="242837"/>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50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5 w 188"/>
                <a:gd name="T35" fmla="*/ 63 h 162"/>
                <a:gd name="T36" fmla="*/ 32 w 188"/>
                <a:gd name="T37" fmla="*/ 40 h 162"/>
                <a:gd name="T38" fmla="*/ 64 w 188"/>
                <a:gd name="T39" fmla="*/ 10 h 162"/>
                <a:gd name="T40" fmla="*/ 94 w 188"/>
                <a:gd name="T41" fmla="*/ 24 h 162"/>
                <a:gd name="T42" fmla="*/ 98 w 188"/>
                <a:gd name="T43" fmla="*/ 28 h 162"/>
                <a:gd name="T44" fmla="*/ 99 w 188"/>
                <a:gd name="T45" fmla="*/ 8 h 162"/>
                <a:gd name="T46" fmla="*/ 64 w 188"/>
                <a:gd name="T47" fmla="*/ 4 h 162"/>
                <a:gd name="T48" fmla="*/ 27 w 188"/>
                <a:gd name="T49" fmla="*/ 44 h 162"/>
                <a:gd name="T50" fmla="*/ 15 w 188"/>
                <a:gd name="T51" fmla="*/ 57 h 162"/>
                <a:gd name="T52" fmla="*/ 7 w 188"/>
                <a:gd name="T53" fmla="*/ 59 h 162"/>
                <a:gd name="T54" fmla="*/ 8 w 188"/>
                <a:gd name="T55" fmla="*/ 95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79 w 188"/>
                <a:gd name="T71" fmla="*/ 138 h 162"/>
                <a:gd name="T72" fmla="*/ 94 w 188"/>
                <a:gd name="T73" fmla="*/ 150 h 162"/>
                <a:gd name="T74" fmla="*/ 146 w 188"/>
                <a:gd name="T75" fmla="*/ 140 h 162"/>
                <a:gd name="T76" fmla="*/ 147 w 188"/>
                <a:gd name="T77" fmla="*/ 132 h 162"/>
                <a:gd name="T78" fmla="*/ 159 w 188"/>
                <a:gd name="T79" fmla="*/ 116 h 162"/>
                <a:gd name="T80" fmla="*/ 178 w 188"/>
                <a:gd name="T81" fmla="*/ 114 h 162"/>
                <a:gd name="T82" fmla="*/ 185 w 188"/>
                <a:gd name="T83" fmla="*/ 83 h 162"/>
                <a:gd name="T84" fmla="*/ 172 w 188"/>
                <a:gd name="T85" fmla="*/ 76 h 162"/>
                <a:gd name="T86" fmla="*/ 174 w 188"/>
                <a:gd name="T87" fmla="*/ 58 h 162"/>
                <a:gd name="T88" fmla="*/ 152 w 188"/>
                <a:gd name="T89" fmla="*/ 20 h 162"/>
                <a:gd name="T90" fmla="*/ 134 w 188"/>
                <a:gd name="T91" fmla="*/ 23 h 162"/>
                <a:gd name="T92" fmla="*/ 127 w 188"/>
                <a:gd name="T93" fmla="*/ 19 h 162"/>
                <a:gd name="T94" fmla="*/ 122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6" name="Freeform 930">
              <a:extLst>
                <a:ext uri="{FF2B5EF4-FFF2-40B4-BE49-F238E27FC236}">
                  <a16:creationId xmlns:a16="http://schemas.microsoft.com/office/drawing/2014/main" id="{2B01A014-F18D-4396-BE25-9C1FE6B13931}"/>
                </a:ext>
              </a:extLst>
            </p:cNvPr>
            <p:cNvSpPr>
              <a:spLocks noEditPoints="1"/>
            </p:cNvSpPr>
            <p:nvPr userDrawn="1"/>
          </p:nvSpPr>
          <p:spPr bwMode="auto">
            <a:xfrm>
              <a:off x="5760092" y="3071579"/>
              <a:ext cx="365258" cy="315086"/>
            </a:xfrm>
            <a:custGeom>
              <a:avLst/>
              <a:gdLst>
                <a:gd name="T0" fmla="*/ 4 w 243"/>
                <a:gd name="T1" fmla="*/ 203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28 w 243"/>
                <a:gd name="T21" fmla="*/ 189 h 208"/>
                <a:gd name="T22" fmla="*/ 105 w 243"/>
                <a:gd name="T23" fmla="*/ 170 h 208"/>
                <a:gd name="T24" fmla="*/ 95 w 243"/>
                <a:gd name="T25" fmla="*/ 177 h 208"/>
                <a:gd name="T26" fmla="*/ 63 w 243"/>
                <a:gd name="T27" fmla="*/ 173 h 208"/>
                <a:gd name="T28" fmla="*/ 58 w 243"/>
                <a:gd name="T29" fmla="*/ 145 h 208"/>
                <a:gd name="T30" fmla="*/ 35 w 243"/>
                <a:gd name="T31" fmla="*/ 163 h 208"/>
                <a:gd name="T32" fmla="*/ 14 w 243"/>
                <a:gd name="T33" fmla="*/ 118 h 208"/>
                <a:gd name="T34" fmla="*/ 12 w 243"/>
                <a:gd name="T35" fmla="*/ 82 h 208"/>
                <a:gd name="T36" fmla="*/ 40 w 243"/>
                <a:gd name="T37" fmla="*/ 76 h 208"/>
                <a:gd name="T38" fmla="*/ 44 w 243"/>
                <a:gd name="T39" fmla="*/ 30 h 208"/>
                <a:gd name="T40" fmla="*/ 111 w 243"/>
                <a:gd name="T41" fmla="*/ 20 h 208"/>
                <a:gd name="T42" fmla="*/ 123 w 243"/>
                <a:gd name="T43" fmla="*/ 30 h 208"/>
                <a:gd name="T44" fmla="*/ 143 w 243"/>
                <a:gd name="T45" fmla="*/ 0 h 208"/>
                <a:gd name="T46" fmla="*/ 114 w 243"/>
                <a:gd name="T47" fmla="*/ 15 h 208"/>
                <a:gd name="T48" fmla="*/ 32 w 243"/>
                <a:gd name="T49" fmla="*/ 45 h 208"/>
                <a:gd name="T50" fmla="*/ 24 w 243"/>
                <a:gd name="T51" fmla="*/ 75 h 208"/>
                <a:gd name="T52" fmla="*/ 9 w 243"/>
                <a:gd name="T53" fmla="*/ 76 h 208"/>
                <a:gd name="T54" fmla="*/ 11 w 243"/>
                <a:gd name="T55" fmla="*/ 122 h 208"/>
                <a:gd name="T56" fmla="*/ 30 w 243"/>
                <a:gd name="T57" fmla="*/ 160 h 208"/>
                <a:gd name="T58" fmla="*/ 2 w 243"/>
                <a:gd name="T59" fmla="*/ 203 h 208"/>
                <a:gd name="T60" fmla="*/ 3 w 243"/>
                <a:gd name="T61" fmla="*/ 208 h 208"/>
                <a:gd name="T62" fmla="*/ 19 w 243"/>
                <a:gd name="T63" fmla="*/ 200 h 208"/>
                <a:gd name="T64" fmla="*/ 56 w 243"/>
                <a:gd name="T65" fmla="*/ 173 h 208"/>
                <a:gd name="T66" fmla="*/ 84 w 243"/>
                <a:gd name="T67" fmla="*/ 187 h 208"/>
                <a:gd name="T68" fmla="*/ 100 w 243"/>
                <a:gd name="T69" fmla="*/ 180 h 208"/>
                <a:gd name="T70" fmla="*/ 112 w 243"/>
                <a:gd name="T71" fmla="*/ 179 h 208"/>
                <a:gd name="T72" fmla="*/ 147 w 243"/>
                <a:gd name="T73" fmla="*/ 198 h 208"/>
                <a:gd name="T74" fmla="*/ 190 w 243"/>
                <a:gd name="T75" fmla="*/ 178 h 208"/>
                <a:gd name="T76" fmla="*/ 197 w 243"/>
                <a:gd name="T77" fmla="*/ 151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7" name="Freeform 931">
              <a:extLst>
                <a:ext uri="{FF2B5EF4-FFF2-40B4-BE49-F238E27FC236}">
                  <a16:creationId xmlns:a16="http://schemas.microsoft.com/office/drawing/2014/main" id="{741E50B3-F170-4719-B5C5-A9A81D038AF1}"/>
                </a:ext>
              </a:extLst>
            </p:cNvPr>
            <p:cNvSpPr>
              <a:spLocks/>
            </p:cNvSpPr>
            <p:nvPr userDrawn="1"/>
          </p:nvSpPr>
          <p:spPr bwMode="auto">
            <a:xfrm>
              <a:off x="5762100" y="3380644"/>
              <a:ext cx="2008" cy="6021"/>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8" name="Freeform 932">
              <a:extLst>
                <a:ext uri="{FF2B5EF4-FFF2-40B4-BE49-F238E27FC236}">
                  <a16:creationId xmlns:a16="http://schemas.microsoft.com/office/drawing/2014/main" id="{6B843117-1EAF-4733-9166-CD7A948E1272}"/>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close/>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9" name="Freeform 933">
              <a:extLst>
                <a:ext uri="{FF2B5EF4-FFF2-40B4-BE49-F238E27FC236}">
                  <a16:creationId xmlns:a16="http://schemas.microsoft.com/office/drawing/2014/main" id="{3C82C675-5E5A-44DF-BF64-3F479F76C8DE}"/>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0" name="Freeform 934">
              <a:extLst>
                <a:ext uri="{FF2B5EF4-FFF2-40B4-BE49-F238E27FC236}">
                  <a16:creationId xmlns:a16="http://schemas.microsoft.com/office/drawing/2014/main" id="{A27D1A6E-D81B-459B-BEA8-89D04AEB2ECE}"/>
                </a:ext>
              </a:extLst>
            </p:cNvPr>
            <p:cNvSpPr>
              <a:spLocks noEditPoints="1"/>
            </p:cNvSpPr>
            <p:nvPr userDrawn="1"/>
          </p:nvSpPr>
          <p:spPr bwMode="auto">
            <a:xfrm>
              <a:off x="6181544" y="2957186"/>
              <a:ext cx="152525" cy="148512"/>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1" name="Freeform 935">
              <a:extLst>
                <a:ext uri="{FF2B5EF4-FFF2-40B4-BE49-F238E27FC236}">
                  <a16:creationId xmlns:a16="http://schemas.microsoft.com/office/drawing/2014/main" id="{C24A4284-DEAA-4B35-8995-0E285D223977}"/>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close/>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close/>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2" name="Freeform 936">
              <a:extLst>
                <a:ext uri="{FF2B5EF4-FFF2-40B4-BE49-F238E27FC236}">
                  <a16:creationId xmlns:a16="http://schemas.microsoft.com/office/drawing/2014/main" id="{73E57342-8380-4C10-85F0-DD3C3DF4AF43}"/>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3" name="Freeform 937">
              <a:extLst>
                <a:ext uri="{FF2B5EF4-FFF2-40B4-BE49-F238E27FC236}">
                  <a16:creationId xmlns:a16="http://schemas.microsoft.com/office/drawing/2014/main" id="{4C9908F7-0605-4F8C-B44A-91C0CBF7ECF8}"/>
                </a:ext>
              </a:extLst>
            </p:cNvPr>
            <p:cNvSpPr>
              <a:spLocks noEditPoints="1"/>
            </p:cNvSpPr>
            <p:nvPr userDrawn="1"/>
          </p:nvSpPr>
          <p:spPr bwMode="auto">
            <a:xfrm>
              <a:off x="5956770" y="1927639"/>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4" name="Freeform 938">
              <a:extLst>
                <a:ext uri="{FF2B5EF4-FFF2-40B4-BE49-F238E27FC236}">
                  <a16:creationId xmlns:a16="http://schemas.microsoft.com/office/drawing/2014/main" id="{8C52AB43-6BCD-47D9-AAF8-E63E78CE54FD}"/>
                </a:ext>
              </a:extLst>
            </p:cNvPr>
            <p:cNvSpPr>
              <a:spLocks noEditPoints="1"/>
            </p:cNvSpPr>
            <p:nvPr userDrawn="1"/>
          </p:nvSpPr>
          <p:spPr bwMode="auto">
            <a:xfrm>
              <a:off x="5952756" y="2023971"/>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4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4"/>
                    <a:pt x="12" y="14"/>
                    <a:pt x="12" y="14"/>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5" name="Freeform 939">
              <a:extLst>
                <a:ext uri="{FF2B5EF4-FFF2-40B4-BE49-F238E27FC236}">
                  <a16:creationId xmlns:a16="http://schemas.microsoft.com/office/drawing/2014/main" id="{DCD17D33-AC93-4D87-9606-999D6F4B220F}"/>
                </a:ext>
              </a:extLst>
            </p:cNvPr>
            <p:cNvSpPr>
              <a:spLocks/>
            </p:cNvSpPr>
            <p:nvPr userDrawn="1"/>
          </p:nvSpPr>
          <p:spPr bwMode="auto">
            <a:xfrm>
              <a:off x="5970819" y="2025978"/>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6" name="Freeform 940">
              <a:extLst>
                <a:ext uri="{FF2B5EF4-FFF2-40B4-BE49-F238E27FC236}">
                  <a16:creationId xmlns:a16="http://schemas.microsoft.com/office/drawing/2014/main" id="{F1BEC4D5-08FB-4AD3-A08E-BD1D0C801169}"/>
                </a:ext>
              </a:extLst>
            </p:cNvPr>
            <p:cNvSpPr>
              <a:spLocks noEditPoints="1"/>
            </p:cNvSpPr>
            <p:nvPr userDrawn="1"/>
          </p:nvSpPr>
          <p:spPr bwMode="auto">
            <a:xfrm>
              <a:off x="5938708" y="2044040"/>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7" name="Freeform 941">
              <a:extLst>
                <a:ext uri="{FF2B5EF4-FFF2-40B4-BE49-F238E27FC236}">
                  <a16:creationId xmlns:a16="http://schemas.microsoft.com/office/drawing/2014/main" id="{C4353394-95C3-4CB4-A506-47FFADC297C0}"/>
                </a:ext>
              </a:extLst>
            </p:cNvPr>
            <p:cNvSpPr>
              <a:spLocks/>
            </p:cNvSpPr>
            <p:nvPr userDrawn="1"/>
          </p:nvSpPr>
          <p:spPr bwMode="auto">
            <a:xfrm>
              <a:off x="5954764" y="2046048"/>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8" name="Freeform 942">
              <a:extLst>
                <a:ext uri="{FF2B5EF4-FFF2-40B4-BE49-F238E27FC236}">
                  <a16:creationId xmlns:a16="http://schemas.microsoft.com/office/drawing/2014/main" id="{B12498CC-3205-417C-9AE5-46158008951A}"/>
                </a:ext>
              </a:extLst>
            </p:cNvPr>
            <p:cNvSpPr>
              <a:spLocks noEditPoints="1"/>
            </p:cNvSpPr>
            <p:nvPr userDrawn="1"/>
          </p:nvSpPr>
          <p:spPr bwMode="auto">
            <a:xfrm>
              <a:off x="5942722" y="2064109"/>
              <a:ext cx="20069" cy="20069"/>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6 w 13"/>
                <a:gd name="T23" fmla="*/ 7 h 13"/>
                <a:gd name="T24" fmla="*/ 6 w 13"/>
                <a:gd name="T25" fmla="*/ 7 h 13"/>
                <a:gd name="T26" fmla="*/ 6 w 13"/>
                <a:gd name="T27" fmla="*/ 7 h 13"/>
                <a:gd name="T28" fmla="*/ 8 w 13"/>
                <a:gd name="T29" fmla="*/ 0 h 13"/>
                <a:gd name="T30" fmla="*/ 5 w 13"/>
                <a:gd name="T31" fmla="*/ 1 h 13"/>
                <a:gd name="T32" fmla="*/ 5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3 w 13"/>
                <a:gd name="T51" fmla="*/ 7 h 13"/>
                <a:gd name="T52" fmla="*/ 12 w 13"/>
                <a:gd name="T53" fmla="*/ 3 h 13"/>
                <a:gd name="T54" fmla="*/ 12 w 13"/>
                <a:gd name="T55" fmla="*/ 3 h 13"/>
                <a:gd name="T56" fmla="*/ 8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9" name="Freeform 943">
              <a:extLst>
                <a:ext uri="{FF2B5EF4-FFF2-40B4-BE49-F238E27FC236}">
                  <a16:creationId xmlns:a16="http://schemas.microsoft.com/office/drawing/2014/main" id="{4D53E4B7-C102-4BA5-BAFE-DC153530722C}"/>
                </a:ext>
              </a:extLst>
            </p:cNvPr>
            <p:cNvSpPr>
              <a:spLocks/>
            </p:cNvSpPr>
            <p:nvPr userDrawn="1"/>
          </p:nvSpPr>
          <p:spPr bwMode="auto">
            <a:xfrm>
              <a:off x="5948742" y="2064109"/>
              <a:ext cx="6021" cy="2008"/>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0" name="Freeform 944">
              <a:extLst>
                <a:ext uri="{FF2B5EF4-FFF2-40B4-BE49-F238E27FC236}">
                  <a16:creationId xmlns:a16="http://schemas.microsoft.com/office/drawing/2014/main" id="{312C1648-2ACD-453A-B560-3109C6A6BFAD}"/>
                </a:ext>
              </a:extLst>
            </p:cNvPr>
            <p:cNvSpPr>
              <a:spLocks noEditPoints="1"/>
            </p:cNvSpPr>
            <p:nvPr userDrawn="1"/>
          </p:nvSpPr>
          <p:spPr bwMode="auto">
            <a:xfrm>
              <a:off x="6145420" y="3214071"/>
              <a:ext cx="152525" cy="148512"/>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1" name="Freeform 945">
              <a:extLst>
                <a:ext uri="{FF2B5EF4-FFF2-40B4-BE49-F238E27FC236}">
                  <a16:creationId xmlns:a16="http://schemas.microsoft.com/office/drawing/2014/main" id="{B37B23F1-814C-4E46-B0AC-BC45B60D9E2F}"/>
                </a:ext>
              </a:extLst>
            </p:cNvPr>
            <p:cNvSpPr>
              <a:spLocks noEditPoints="1"/>
            </p:cNvSpPr>
            <p:nvPr userDrawn="1"/>
          </p:nvSpPr>
          <p:spPr bwMode="auto">
            <a:xfrm>
              <a:off x="6141406" y="3340506"/>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6 w 22"/>
                <a:gd name="T19" fmla="*/ 8 h 21"/>
                <a:gd name="T20" fmla="*/ 11 w 22"/>
                <a:gd name="T21" fmla="*/ 0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2" name="Freeform 946">
              <a:extLst>
                <a:ext uri="{FF2B5EF4-FFF2-40B4-BE49-F238E27FC236}">
                  <a16:creationId xmlns:a16="http://schemas.microsoft.com/office/drawing/2014/main" id="{04674FC2-02AA-45BA-A4A0-A949DC644D4A}"/>
                </a:ext>
              </a:extLst>
            </p:cNvPr>
            <p:cNvSpPr>
              <a:spLocks noEditPoints="1"/>
            </p:cNvSpPr>
            <p:nvPr userDrawn="1"/>
          </p:nvSpPr>
          <p:spPr bwMode="auto">
            <a:xfrm>
              <a:off x="6125351" y="3364589"/>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16 w 17"/>
                <a:gd name="T35" fmla="*/ 13 h 18"/>
                <a:gd name="T36" fmla="*/ 17 w 17"/>
                <a:gd name="T37" fmla="*/ 9 h 18"/>
                <a:gd name="T38" fmla="*/ 12 w 17"/>
                <a:gd name="T39" fmla="*/ 1 h 18"/>
                <a:gd name="T40" fmla="*/ 8 w 17"/>
                <a:gd name="T41" fmla="*/ 0 h 18"/>
                <a:gd name="T42" fmla="*/ 8 w 17"/>
                <a:gd name="T43" fmla="*/ 0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3" name="Freeform 947">
              <a:extLst>
                <a:ext uri="{FF2B5EF4-FFF2-40B4-BE49-F238E27FC236}">
                  <a16:creationId xmlns:a16="http://schemas.microsoft.com/office/drawing/2014/main" id="{CCD9B749-D9F2-4FEE-851C-F63A99BB050C}"/>
                </a:ext>
              </a:extLst>
            </p:cNvPr>
            <p:cNvSpPr>
              <a:spLocks noEditPoints="1"/>
            </p:cNvSpPr>
            <p:nvPr userDrawn="1"/>
          </p:nvSpPr>
          <p:spPr bwMode="auto">
            <a:xfrm>
              <a:off x="6099261" y="3368602"/>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4" name="Freeform 948">
              <a:extLst>
                <a:ext uri="{FF2B5EF4-FFF2-40B4-BE49-F238E27FC236}">
                  <a16:creationId xmlns:a16="http://schemas.microsoft.com/office/drawing/2014/main" id="{AA01F6E2-3AA0-43F3-A25D-8B45FFD8C9CE}"/>
                </a:ext>
              </a:extLst>
            </p:cNvPr>
            <p:cNvSpPr>
              <a:spLocks noEditPoints="1"/>
            </p:cNvSpPr>
            <p:nvPr userDrawn="1"/>
          </p:nvSpPr>
          <p:spPr bwMode="auto">
            <a:xfrm>
              <a:off x="6059123" y="2646114"/>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5" name="Freeform 949">
              <a:extLst>
                <a:ext uri="{FF2B5EF4-FFF2-40B4-BE49-F238E27FC236}">
                  <a16:creationId xmlns:a16="http://schemas.microsoft.com/office/drawing/2014/main" id="{9E6F9EA5-5939-435C-86F9-CD391C3233FB}"/>
                </a:ext>
              </a:extLst>
            </p:cNvPr>
            <p:cNvSpPr>
              <a:spLocks noEditPoints="1"/>
            </p:cNvSpPr>
            <p:nvPr userDrawn="1"/>
          </p:nvSpPr>
          <p:spPr bwMode="auto">
            <a:xfrm>
              <a:off x="6107289" y="3513100"/>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26 w 120"/>
                <a:gd name="T45" fmla="*/ 160 h 166"/>
                <a:gd name="T46" fmla="*/ 16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2 w 120"/>
                <a:gd name="T67" fmla="*/ 54 h 166"/>
                <a:gd name="T68" fmla="*/ 0 w 120"/>
                <a:gd name="T69" fmla="*/ 62 h 166"/>
                <a:gd name="T70" fmla="*/ 0 w 120"/>
                <a:gd name="T71" fmla="*/ 62 h 166"/>
                <a:gd name="T72" fmla="*/ 1 w 120"/>
                <a:gd name="T73" fmla="*/ 131 h 166"/>
                <a:gd name="T74" fmla="*/ 1 w 120"/>
                <a:gd name="T75" fmla="*/ 131 h 166"/>
                <a:gd name="T76" fmla="*/ 12 w 120"/>
                <a:gd name="T77" fmla="*/ 160 h 166"/>
                <a:gd name="T78" fmla="*/ 26 w 120"/>
                <a:gd name="T79" fmla="*/ 166 h 166"/>
                <a:gd name="T80" fmla="*/ 26 w 120"/>
                <a:gd name="T81" fmla="*/ 166 h 166"/>
                <a:gd name="T82" fmla="*/ 29 w 120"/>
                <a:gd name="T83" fmla="*/ 166 h 166"/>
                <a:gd name="T84" fmla="*/ 88 w 120"/>
                <a:gd name="T85" fmla="*/ 165 h 166"/>
                <a:gd name="T86" fmla="*/ 88 w 120"/>
                <a:gd name="T87" fmla="*/ 165 h 166"/>
                <a:gd name="T88" fmla="*/ 115 w 120"/>
                <a:gd name="T89" fmla="*/ 147 h 166"/>
                <a:gd name="T90" fmla="*/ 120 w 120"/>
                <a:gd name="T91" fmla="*/ 133 h 166"/>
                <a:gd name="T92" fmla="*/ 120 w 120"/>
                <a:gd name="T93" fmla="*/ 133 h 166"/>
                <a:gd name="T94" fmla="*/ 119 w 120"/>
                <a:gd name="T95" fmla="*/ 70 h 166"/>
                <a:gd name="T96" fmla="*/ 119 w 120"/>
                <a:gd name="T97" fmla="*/ 70 h 166"/>
                <a:gd name="T98" fmla="*/ 113 w 120"/>
                <a:gd name="T99" fmla="*/ 51 h 166"/>
                <a:gd name="T100" fmla="*/ 97 w 120"/>
                <a:gd name="T101" fmla="*/ 38 h 166"/>
                <a:gd name="T102" fmla="*/ 87 w 120"/>
                <a:gd name="T103" fmla="*/ 35 h 166"/>
                <a:gd name="T104" fmla="*/ 87 w 120"/>
                <a:gd name="T105" fmla="*/ 35 h 166"/>
                <a:gd name="T106" fmla="*/ 61 w 120"/>
                <a:gd name="T107" fmla="*/ 36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6" y="160"/>
                    <a:pt x="26"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6" name="Freeform 950">
              <a:extLst>
                <a:ext uri="{FF2B5EF4-FFF2-40B4-BE49-F238E27FC236}">
                  <a16:creationId xmlns:a16="http://schemas.microsoft.com/office/drawing/2014/main" id="{52AAFB5B-E5BE-47FE-8431-4B52B5CB11C4}"/>
                </a:ext>
              </a:extLst>
            </p:cNvPr>
            <p:cNvSpPr>
              <a:spLocks noEditPoints="1"/>
            </p:cNvSpPr>
            <p:nvPr userDrawn="1"/>
          </p:nvSpPr>
          <p:spPr bwMode="auto">
            <a:xfrm>
              <a:off x="6095248" y="197981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7" name="Freeform 951">
              <a:extLst>
                <a:ext uri="{FF2B5EF4-FFF2-40B4-BE49-F238E27FC236}">
                  <a16:creationId xmlns:a16="http://schemas.microsoft.com/office/drawing/2014/main" id="{029AD9F0-A780-4AB1-A4CF-C647218E004E}"/>
                </a:ext>
              </a:extLst>
            </p:cNvPr>
            <p:cNvSpPr>
              <a:spLocks noEditPoints="1"/>
            </p:cNvSpPr>
            <p:nvPr userDrawn="1"/>
          </p:nvSpPr>
          <p:spPr bwMode="auto">
            <a:xfrm>
              <a:off x="6008950" y="2190545"/>
              <a:ext cx="248857" cy="98339"/>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8" name="Freeform 952">
              <a:extLst>
                <a:ext uri="{FF2B5EF4-FFF2-40B4-BE49-F238E27FC236}">
                  <a16:creationId xmlns:a16="http://schemas.microsoft.com/office/drawing/2014/main" id="{91301558-7614-44B5-8E98-0F42E466983D}"/>
                </a:ext>
              </a:extLst>
            </p:cNvPr>
            <p:cNvSpPr>
              <a:spLocks noEditPoints="1"/>
            </p:cNvSpPr>
            <p:nvPr userDrawn="1"/>
          </p:nvSpPr>
          <p:spPr bwMode="auto">
            <a:xfrm>
              <a:off x="5902584" y="3396699"/>
              <a:ext cx="254879" cy="200691"/>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9" name="Freeform 953">
              <a:extLst>
                <a:ext uri="{FF2B5EF4-FFF2-40B4-BE49-F238E27FC236}">
                  <a16:creationId xmlns:a16="http://schemas.microsoft.com/office/drawing/2014/main" id="{8D9CDC44-6992-4E4F-A7C3-6E43599D5AE6}"/>
                </a:ext>
              </a:extLst>
            </p:cNvPr>
            <p:cNvSpPr>
              <a:spLocks noEditPoints="1"/>
            </p:cNvSpPr>
            <p:nvPr userDrawn="1"/>
          </p:nvSpPr>
          <p:spPr bwMode="auto">
            <a:xfrm>
              <a:off x="6010957" y="2419333"/>
              <a:ext cx="282975" cy="242837"/>
            </a:xfrm>
            <a:custGeom>
              <a:avLst/>
              <a:gdLst>
                <a:gd name="T0" fmla="*/ 77 w 188"/>
                <a:gd name="T1" fmla="*/ 139 h 162"/>
                <a:gd name="T2" fmla="*/ 168 w 188"/>
                <a:gd name="T3" fmla="*/ 112 h 162"/>
                <a:gd name="T4" fmla="*/ 108 w 188"/>
                <a:gd name="T5" fmla="*/ 6 h 162"/>
                <a:gd name="T6" fmla="*/ 114 w 188"/>
                <a:gd name="T7" fmla="*/ 7 h 162"/>
                <a:gd name="T8" fmla="*/ 121 w 188"/>
                <a:gd name="T9" fmla="*/ 19 h 162"/>
                <a:gd name="T10" fmla="*/ 135 w 188"/>
                <a:gd name="T11" fmla="*/ 29 h 162"/>
                <a:gd name="T12" fmla="*/ 167 w 188"/>
                <a:gd name="T13" fmla="*/ 35 h 162"/>
                <a:gd name="T14" fmla="*/ 169 w 188"/>
                <a:gd name="T15" fmla="*/ 56 h 162"/>
                <a:gd name="T16" fmla="*/ 167 w 188"/>
                <a:gd name="T17" fmla="*/ 80 h 162"/>
                <a:gd name="T18" fmla="*/ 182 w 188"/>
                <a:gd name="T19" fmla="*/ 97 h 162"/>
                <a:gd name="T20" fmla="*/ 169 w 188"/>
                <a:gd name="T21" fmla="*/ 111 h 162"/>
                <a:gd name="T22" fmla="*/ 159 w 188"/>
                <a:gd name="T23" fmla="*/ 110 h 162"/>
                <a:gd name="T24" fmla="*/ 141 w 188"/>
                <a:gd name="T25" fmla="*/ 132 h 162"/>
                <a:gd name="T26" fmla="*/ 102 w 188"/>
                <a:gd name="T27" fmla="*/ 146 h 162"/>
                <a:gd name="T28" fmla="*/ 90 w 188"/>
                <a:gd name="T29" fmla="*/ 134 h 162"/>
                <a:gd name="T30" fmla="*/ 82 w 188"/>
                <a:gd name="T31" fmla="*/ 131 h 162"/>
                <a:gd name="T32" fmla="*/ 73 w 188"/>
                <a:gd name="T33" fmla="*/ 136 h 162"/>
                <a:gd name="T34" fmla="*/ 53 w 188"/>
                <a:gd name="T35" fmla="*/ 136 h 162"/>
                <a:gd name="T36" fmla="*/ 50 w 188"/>
                <a:gd name="T37" fmla="*/ 124 h 162"/>
                <a:gd name="T38" fmla="*/ 44 w 188"/>
                <a:gd name="T39" fmla="*/ 111 h 162"/>
                <a:gd name="T40" fmla="*/ 34 w 188"/>
                <a:gd name="T41" fmla="*/ 110 h 162"/>
                <a:gd name="T42" fmla="*/ 12 w 188"/>
                <a:gd name="T43" fmla="*/ 91 h 162"/>
                <a:gd name="T44" fmla="*/ 8 w 188"/>
                <a:gd name="T45" fmla="*/ 66 h 162"/>
                <a:gd name="T46" fmla="*/ 15 w 188"/>
                <a:gd name="T47" fmla="*/ 63 h 162"/>
                <a:gd name="T48" fmla="*/ 36 w 188"/>
                <a:gd name="T49" fmla="*/ 50 h 162"/>
                <a:gd name="T50" fmla="*/ 35 w 188"/>
                <a:gd name="T51" fmla="*/ 24 h 162"/>
                <a:gd name="T52" fmla="*/ 64 w 188"/>
                <a:gd name="T53" fmla="*/ 10 h 162"/>
                <a:gd name="T54" fmla="*/ 94 w 188"/>
                <a:gd name="T55" fmla="*/ 24 h 162"/>
                <a:gd name="T56" fmla="*/ 95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4 w 188"/>
                <a:gd name="T69" fmla="*/ 57 h 162"/>
                <a:gd name="T70" fmla="*/ 2 w 188"/>
                <a:gd name="T71" fmla="*/ 66 h 162"/>
                <a:gd name="T72" fmla="*/ 8 w 188"/>
                <a:gd name="T73" fmla="*/ 96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4 w 188"/>
                <a:gd name="T85" fmla="*/ 121 h 162"/>
                <a:gd name="T86" fmla="*/ 43 w 188"/>
                <a:gd name="T87" fmla="*/ 136 h 162"/>
                <a:gd name="T88" fmla="*/ 65 w 188"/>
                <a:gd name="T89" fmla="*/ 145 h 162"/>
                <a:gd name="T90" fmla="*/ 78 w 188"/>
                <a:gd name="T91" fmla="*/ 140 h 162"/>
                <a:gd name="T92" fmla="*/ 79 w 188"/>
                <a:gd name="T93" fmla="*/ 138 h 162"/>
                <a:gd name="T94" fmla="*/ 94 w 188"/>
                <a:gd name="T95" fmla="*/ 149 h 162"/>
                <a:gd name="T96" fmla="*/ 113 w 188"/>
                <a:gd name="T97" fmla="*/ 154 h 162"/>
                <a:gd name="T98" fmla="*/ 148 w 188"/>
                <a:gd name="T99" fmla="*/ 139 h 162"/>
                <a:gd name="T100" fmla="*/ 147 w 188"/>
                <a:gd name="T101" fmla="*/ 132 h 162"/>
                <a:gd name="T102" fmla="*/ 159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8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0" name="Freeform 954">
              <a:extLst>
                <a:ext uri="{FF2B5EF4-FFF2-40B4-BE49-F238E27FC236}">
                  <a16:creationId xmlns:a16="http://schemas.microsoft.com/office/drawing/2014/main" id="{4212D070-8553-4A0E-951E-2A4E761472E9}"/>
                </a:ext>
              </a:extLst>
            </p:cNvPr>
            <p:cNvSpPr>
              <a:spLocks noEditPoints="1"/>
            </p:cNvSpPr>
            <p:nvPr userDrawn="1"/>
          </p:nvSpPr>
          <p:spPr bwMode="auto">
            <a:xfrm>
              <a:off x="7046524" y="198985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1" name="Freeform 955">
              <a:extLst>
                <a:ext uri="{FF2B5EF4-FFF2-40B4-BE49-F238E27FC236}">
                  <a16:creationId xmlns:a16="http://schemas.microsoft.com/office/drawing/2014/main" id="{C153F788-4951-4AFE-9622-82255FD0CAA3}"/>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close/>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2" name="Freeform 956">
              <a:extLst>
                <a:ext uri="{FF2B5EF4-FFF2-40B4-BE49-F238E27FC236}">
                  <a16:creationId xmlns:a16="http://schemas.microsoft.com/office/drawing/2014/main" id="{3185BC5E-2292-425F-AC1D-6A6A940BB1C8}"/>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3" name="Freeform 957">
              <a:extLst>
                <a:ext uri="{FF2B5EF4-FFF2-40B4-BE49-F238E27FC236}">
                  <a16:creationId xmlns:a16="http://schemas.microsoft.com/office/drawing/2014/main" id="{DA2CC1F4-6BF4-47CD-9DE9-C9AF16E7BFB2}"/>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close/>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4" name="Freeform 958">
              <a:extLst>
                <a:ext uri="{FF2B5EF4-FFF2-40B4-BE49-F238E27FC236}">
                  <a16:creationId xmlns:a16="http://schemas.microsoft.com/office/drawing/2014/main" id="{611CF5F6-DC53-4510-8A90-93E8DCBC9E21}"/>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5" name="Freeform 959">
              <a:extLst>
                <a:ext uri="{FF2B5EF4-FFF2-40B4-BE49-F238E27FC236}">
                  <a16:creationId xmlns:a16="http://schemas.microsoft.com/office/drawing/2014/main" id="{9BB2FED7-5D18-4D7D-B672-6DE922FFB39A}"/>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close/>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6" name="Freeform 960">
              <a:extLst>
                <a:ext uri="{FF2B5EF4-FFF2-40B4-BE49-F238E27FC236}">
                  <a16:creationId xmlns:a16="http://schemas.microsoft.com/office/drawing/2014/main" id="{91DAD904-6073-43E9-B8A7-8AF54B0AEE1D}"/>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7" name="Freeform 961">
              <a:extLst>
                <a:ext uri="{FF2B5EF4-FFF2-40B4-BE49-F238E27FC236}">
                  <a16:creationId xmlns:a16="http://schemas.microsoft.com/office/drawing/2014/main" id="{DDEBA875-08BC-414D-B7E1-F3448BCF0F05}"/>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close/>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8" name="Freeform 962">
              <a:extLst>
                <a:ext uri="{FF2B5EF4-FFF2-40B4-BE49-F238E27FC236}">
                  <a16:creationId xmlns:a16="http://schemas.microsoft.com/office/drawing/2014/main" id="{7E0469E8-9C5D-4B5E-8F73-CB78EF338D72}"/>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9" name="Freeform 963">
              <a:extLst>
                <a:ext uri="{FF2B5EF4-FFF2-40B4-BE49-F238E27FC236}">
                  <a16:creationId xmlns:a16="http://schemas.microsoft.com/office/drawing/2014/main" id="{68EBD78F-B38E-4E1E-A35D-07DD8D1FED14}"/>
                </a:ext>
              </a:extLst>
            </p:cNvPr>
            <p:cNvSpPr>
              <a:spLocks noEditPoints="1"/>
            </p:cNvSpPr>
            <p:nvPr userDrawn="1"/>
          </p:nvSpPr>
          <p:spPr bwMode="auto">
            <a:xfrm>
              <a:off x="8967139" y="3597391"/>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0" name="Freeform 964">
              <a:extLst>
                <a:ext uri="{FF2B5EF4-FFF2-40B4-BE49-F238E27FC236}">
                  <a16:creationId xmlns:a16="http://schemas.microsoft.com/office/drawing/2014/main" id="{3F5CB8C3-2D8F-483D-9051-AA071E5295BC}"/>
                </a:ext>
              </a:extLst>
            </p:cNvPr>
            <p:cNvSpPr>
              <a:spLocks noEditPoints="1"/>
            </p:cNvSpPr>
            <p:nvPr userDrawn="1"/>
          </p:nvSpPr>
          <p:spPr bwMode="auto">
            <a:xfrm>
              <a:off x="7682715" y="2674211"/>
              <a:ext cx="297023" cy="288995"/>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1" name="Freeform 965">
              <a:extLst>
                <a:ext uri="{FF2B5EF4-FFF2-40B4-BE49-F238E27FC236}">
                  <a16:creationId xmlns:a16="http://schemas.microsoft.com/office/drawing/2014/main" id="{90C6FBB2-C48F-4CFB-B6EB-7AACD0E89C1A}"/>
                </a:ext>
              </a:extLst>
            </p:cNvPr>
            <p:cNvSpPr>
              <a:spLocks noEditPoints="1"/>
            </p:cNvSpPr>
            <p:nvPr userDrawn="1"/>
          </p:nvSpPr>
          <p:spPr bwMode="auto">
            <a:xfrm>
              <a:off x="8633992" y="2702307"/>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2" name="Freeform 966">
              <a:extLst>
                <a:ext uri="{FF2B5EF4-FFF2-40B4-BE49-F238E27FC236}">
                  <a16:creationId xmlns:a16="http://schemas.microsoft.com/office/drawing/2014/main" id="{B76A5DC5-2708-45CA-8F37-13030FED09B8}"/>
                </a:ext>
              </a:extLst>
            </p:cNvPr>
            <p:cNvSpPr>
              <a:spLocks noEditPoints="1"/>
            </p:cNvSpPr>
            <p:nvPr userDrawn="1"/>
          </p:nvSpPr>
          <p:spPr bwMode="auto">
            <a:xfrm>
              <a:off x="8987208" y="2054075"/>
              <a:ext cx="194671" cy="184636"/>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3" name="Freeform 967">
              <a:extLst>
                <a:ext uri="{FF2B5EF4-FFF2-40B4-BE49-F238E27FC236}">
                  <a16:creationId xmlns:a16="http://schemas.microsoft.com/office/drawing/2014/main" id="{3F6D77FA-A0EA-49B9-85BD-F19B57E710A2}"/>
                </a:ext>
              </a:extLst>
            </p:cNvPr>
            <p:cNvSpPr>
              <a:spLocks noEditPoints="1"/>
            </p:cNvSpPr>
            <p:nvPr userDrawn="1"/>
          </p:nvSpPr>
          <p:spPr bwMode="auto">
            <a:xfrm>
              <a:off x="8545688" y="3549225"/>
              <a:ext cx="126436" cy="120415"/>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4" name="Freeform 968">
              <a:extLst>
                <a:ext uri="{FF2B5EF4-FFF2-40B4-BE49-F238E27FC236}">
                  <a16:creationId xmlns:a16="http://schemas.microsoft.com/office/drawing/2014/main" id="{2EF4531F-EDCC-4FF3-8CEF-6B7CE69AB818}"/>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close/>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5" name="Freeform 969">
              <a:extLst>
                <a:ext uri="{FF2B5EF4-FFF2-40B4-BE49-F238E27FC236}">
                  <a16:creationId xmlns:a16="http://schemas.microsoft.com/office/drawing/2014/main" id="{9712D346-9621-4FEA-8D4E-C5B42C4F75AF}"/>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6" name="Freeform 970">
              <a:extLst>
                <a:ext uri="{FF2B5EF4-FFF2-40B4-BE49-F238E27FC236}">
                  <a16:creationId xmlns:a16="http://schemas.microsoft.com/office/drawing/2014/main" id="{EBD7CB72-B3D5-4BD8-B11B-FD6B895E195C}"/>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7" name="Freeform 971">
              <a:extLst>
                <a:ext uri="{FF2B5EF4-FFF2-40B4-BE49-F238E27FC236}">
                  <a16:creationId xmlns:a16="http://schemas.microsoft.com/office/drawing/2014/main" id="{A14E060A-E12E-402F-BB7A-2ACA70B7AD67}"/>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8" name="Freeform 972">
              <a:extLst>
                <a:ext uri="{FF2B5EF4-FFF2-40B4-BE49-F238E27FC236}">
                  <a16:creationId xmlns:a16="http://schemas.microsoft.com/office/drawing/2014/main" id="{9C8A103C-85B8-4ECE-99EA-E7EF313F93E1}"/>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close/>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9" name="Freeform 973">
              <a:extLst>
                <a:ext uri="{FF2B5EF4-FFF2-40B4-BE49-F238E27FC236}">
                  <a16:creationId xmlns:a16="http://schemas.microsoft.com/office/drawing/2014/main" id="{6A598C3E-5D89-45CD-B32A-8433F2B9B06B}"/>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0" name="Freeform 974">
              <a:extLst>
                <a:ext uri="{FF2B5EF4-FFF2-40B4-BE49-F238E27FC236}">
                  <a16:creationId xmlns:a16="http://schemas.microsoft.com/office/drawing/2014/main" id="{7A85C200-C40A-4174-B001-0C3652190361}"/>
                </a:ext>
              </a:extLst>
            </p:cNvPr>
            <p:cNvSpPr>
              <a:spLocks noEditPoints="1"/>
            </p:cNvSpPr>
            <p:nvPr userDrawn="1"/>
          </p:nvSpPr>
          <p:spPr bwMode="auto">
            <a:xfrm>
              <a:off x="6695314" y="2660163"/>
              <a:ext cx="329134" cy="321106"/>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1" name="Freeform 975">
              <a:extLst>
                <a:ext uri="{FF2B5EF4-FFF2-40B4-BE49-F238E27FC236}">
                  <a16:creationId xmlns:a16="http://schemas.microsoft.com/office/drawing/2014/main" id="{493B7075-8ECD-49DD-9437-D6AAD896526A}"/>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close/>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2" name="Freeform 976">
              <a:extLst>
                <a:ext uri="{FF2B5EF4-FFF2-40B4-BE49-F238E27FC236}">
                  <a16:creationId xmlns:a16="http://schemas.microsoft.com/office/drawing/2014/main" id="{299CFC29-BA09-49AD-838B-84783246F6FD}"/>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3" name="Freeform 977">
              <a:extLst>
                <a:ext uri="{FF2B5EF4-FFF2-40B4-BE49-F238E27FC236}">
                  <a16:creationId xmlns:a16="http://schemas.microsoft.com/office/drawing/2014/main" id="{1BCA119E-5745-4846-B30B-B204B7524C64}"/>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close/>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4" name="Freeform 978">
              <a:extLst>
                <a:ext uri="{FF2B5EF4-FFF2-40B4-BE49-F238E27FC236}">
                  <a16:creationId xmlns:a16="http://schemas.microsoft.com/office/drawing/2014/main" id="{E80F9A85-AD32-4E02-B5A4-43E5E18B9EC6}"/>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5" name="Freeform 979">
              <a:extLst>
                <a:ext uri="{FF2B5EF4-FFF2-40B4-BE49-F238E27FC236}">
                  <a16:creationId xmlns:a16="http://schemas.microsoft.com/office/drawing/2014/main" id="{00BBC3AE-38D4-4792-A3B1-D76F3977E2A4}"/>
                </a:ext>
              </a:extLst>
            </p:cNvPr>
            <p:cNvSpPr>
              <a:spLocks noEditPoints="1"/>
            </p:cNvSpPr>
            <p:nvPr userDrawn="1"/>
          </p:nvSpPr>
          <p:spPr bwMode="auto">
            <a:xfrm>
              <a:off x="6910054" y="2327015"/>
              <a:ext cx="118408" cy="116401"/>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6" name="Freeform 980">
              <a:extLst>
                <a:ext uri="{FF2B5EF4-FFF2-40B4-BE49-F238E27FC236}">
                  <a16:creationId xmlns:a16="http://schemas.microsoft.com/office/drawing/2014/main" id="{4BAF1B5D-8F60-4AB0-9060-DD2DA7CEFB3A}"/>
                </a:ext>
              </a:extLst>
            </p:cNvPr>
            <p:cNvSpPr>
              <a:spLocks noEditPoints="1"/>
            </p:cNvSpPr>
            <p:nvPr userDrawn="1"/>
          </p:nvSpPr>
          <p:spPr bwMode="auto">
            <a:xfrm>
              <a:off x="6974275" y="2439402"/>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7" name="Freeform 981">
              <a:extLst>
                <a:ext uri="{FF2B5EF4-FFF2-40B4-BE49-F238E27FC236}">
                  <a16:creationId xmlns:a16="http://schemas.microsoft.com/office/drawing/2014/main" id="{F1B6FF6C-4869-415E-A06E-337C7DC2BD5C}"/>
                </a:ext>
              </a:extLst>
            </p:cNvPr>
            <p:cNvSpPr>
              <a:spLocks/>
            </p:cNvSpPr>
            <p:nvPr userDrawn="1"/>
          </p:nvSpPr>
          <p:spPr bwMode="auto">
            <a:xfrm>
              <a:off x="6980296" y="2439402"/>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8" name="Freeform 982">
              <a:extLst>
                <a:ext uri="{FF2B5EF4-FFF2-40B4-BE49-F238E27FC236}">
                  <a16:creationId xmlns:a16="http://schemas.microsoft.com/office/drawing/2014/main" id="{195DBBA6-095C-422E-B03F-67C88F7D4D0D}"/>
                </a:ext>
              </a:extLst>
            </p:cNvPr>
            <p:cNvSpPr>
              <a:spLocks/>
            </p:cNvSpPr>
            <p:nvPr userDrawn="1"/>
          </p:nvSpPr>
          <p:spPr bwMode="auto">
            <a:xfrm>
              <a:off x="6986317" y="2463485"/>
              <a:ext cx="20069" cy="22077"/>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9" name="Freeform 983">
              <a:extLst>
                <a:ext uri="{FF2B5EF4-FFF2-40B4-BE49-F238E27FC236}">
                  <a16:creationId xmlns:a16="http://schemas.microsoft.com/office/drawing/2014/main" id="{77A73EAF-9620-440E-BB72-4223A3E4BCDC}"/>
                </a:ext>
              </a:extLst>
            </p:cNvPr>
            <p:cNvSpPr>
              <a:spLocks/>
            </p:cNvSpPr>
            <p:nvPr userDrawn="1"/>
          </p:nvSpPr>
          <p:spPr bwMode="auto">
            <a:xfrm>
              <a:off x="6988323" y="2463485"/>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0" name="Freeform 984">
              <a:extLst>
                <a:ext uri="{FF2B5EF4-FFF2-40B4-BE49-F238E27FC236}">
                  <a16:creationId xmlns:a16="http://schemas.microsoft.com/office/drawing/2014/main" id="{9F2ABD32-363A-4B0C-9497-DD7B62965BE0}"/>
                </a:ext>
              </a:extLst>
            </p:cNvPr>
            <p:cNvSpPr>
              <a:spLocks noEditPoints="1"/>
            </p:cNvSpPr>
            <p:nvPr userDrawn="1"/>
          </p:nvSpPr>
          <p:spPr bwMode="auto">
            <a:xfrm>
              <a:off x="7004378" y="2473519"/>
              <a:ext cx="18063" cy="20069"/>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1" name="Freeform 985">
              <a:extLst>
                <a:ext uri="{FF2B5EF4-FFF2-40B4-BE49-F238E27FC236}">
                  <a16:creationId xmlns:a16="http://schemas.microsoft.com/office/drawing/2014/main" id="{3B5B4143-7F54-4B1C-AF29-92F83539D923}"/>
                </a:ext>
              </a:extLst>
            </p:cNvPr>
            <p:cNvSpPr>
              <a:spLocks/>
            </p:cNvSpPr>
            <p:nvPr userDrawn="1"/>
          </p:nvSpPr>
          <p:spPr bwMode="auto">
            <a:xfrm>
              <a:off x="7004378" y="2477533"/>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2" name="Freeform 986">
              <a:extLst>
                <a:ext uri="{FF2B5EF4-FFF2-40B4-BE49-F238E27FC236}">
                  <a16:creationId xmlns:a16="http://schemas.microsoft.com/office/drawing/2014/main" id="{BAE9B2AE-E163-41AD-86B9-8B1EC5EECBF6}"/>
                </a:ext>
              </a:extLst>
            </p:cNvPr>
            <p:cNvSpPr>
              <a:spLocks noEditPoints="1"/>
            </p:cNvSpPr>
            <p:nvPr userDrawn="1"/>
          </p:nvSpPr>
          <p:spPr bwMode="auto">
            <a:xfrm>
              <a:off x="8609909" y="3282306"/>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3" name="Freeform 987">
              <a:extLst>
                <a:ext uri="{FF2B5EF4-FFF2-40B4-BE49-F238E27FC236}">
                  <a16:creationId xmlns:a16="http://schemas.microsoft.com/office/drawing/2014/main" id="{79BC7966-74A5-4A23-ACDD-B4E4828456C2}"/>
                </a:ext>
              </a:extLst>
            </p:cNvPr>
            <p:cNvSpPr>
              <a:spLocks noEditPoints="1"/>
            </p:cNvSpPr>
            <p:nvPr userDrawn="1"/>
          </p:nvSpPr>
          <p:spPr bwMode="auto">
            <a:xfrm>
              <a:off x="8605895" y="3378638"/>
              <a:ext cx="30104" cy="26090"/>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0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4" name="Freeform 988">
              <a:extLst>
                <a:ext uri="{FF2B5EF4-FFF2-40B4-BE49-F238E27FC236}">
                  <a16:creationId xmlns:a16="http://schemas.microsoft.com/office/drawing/2014/main" id="{FF2AFEAC-C5CC-4659-B028-CA86E9B7FC45}"/>
                </a:ext>
              </a:extLst>
            </p:cNvPr>
            <p:cNvSpPr>
              <a:spLocks/>
            </p:cNvSpPr>
            <p:nvPr userDrawn="1"/>
          </p:nvSpPr>
          <p:spPr bwMode="auto">
            <a:xfrm>
              <a:off x="8625964" y="3378638"/>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5" name="Freeform 989">
              <a:extLst>
                <a:ext uri="{FF2B5EF4-FFF2-40B4-BE49-F238E27FC236}">
                  <a16:creationId xmlns:a16="http://schemas.microsoft.com/office/drawing/2014/main" id="{F138D1D0-78D0-4464-A6D5-BBE104C2CCE8}"/>
                </a:ext>
              </a:extLst>
            </p:cNvPr>
            <p:cNvSpPr>
              <a:spLocks noEditPoints="1"/>
            </p:cNvSpPr>
            <p:nvPr userDrawn="1"/>
          </p:nvSpPr>
          <p:spPr bwMode="auto">
            <a:xfrm>
              <a:off x="8593854" y="3398707"/>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6" name="Freeform 990">
              <a:extLst>
                <a:ext uri="{FF2B5EF4-FFF2-40B4-BE49-F238E27FC236}">
                  <a16:creationId xmlns:a16="http://schemas.microsoft.com/office/drawing/2014/main" id="{E1791179-95BF-4AD6-B9C4-8D8BA59070D2}"/>
                </a:ext>
              </a:extLst>
            </p:cNvPr>
            <p:cNvSpPr>
              <a:spLocks/>
            </p:cNvSpPr>
            <p:nvPr userDrawn="1"/>
          </p:nvSpPr>
          <p:spPr bwMode="auto">
            <a:xfrm>
              <a:off x="8607903" y="3398707"/>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0"/>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7" name="Freeform 991">
              <a:extLst>
                <a:ext uri="{FF2B5EF4-FFF2-40B4-BE49-F238E27FC236}">
                  <a16:creationId xmlns:a16="http://schemas.microsoft.com/office/drawing/2014/main" id="{CA9EAFA5-5678-4663-BE55-F15F727FAB09}"/>
                </a:ext>
              </a:extLst>
            </p:cNvPr>
            <p:cNvSpPr>
              <a:spLocks noEditPoints="1"/>
            </p:cNvSpPr>
            <p:nvPr userDrawn="1"/>
          </p:nvSpPr>
          <p:spPr bwMode="auto">
            <a:xfrm>
              <a:off x="8595861" y="3418776"/>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8" name="Freeform 992">
              <a:extLst>
                <a:ext uri="{FF2B5EF4-FFF2-40B4-BE49-F238E27FC236}">
                  <a16:creationId xmlns:a16="http://schemas.microsoft.com/office/drawing/2014/main" id="{8C8CA0C1-9BFA-4B1A-B23F-9CE91F879191}"/>
                </a:ext>
              </a:extLst>
            </p:cNvPr>
            <p:cNvSpPr>
              <a:spLocks/>
            </p:cNvSpPr>
            <p:nvPr userDrawn="1"/>
          </p:nvSpPr>
          <p:spPr bwMode="auto">
            <a:xfrm>
              <a:off x="8601881" y="3418776"/>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9" name="Freeform 993">
              <a:extLst>
                <a:ext uri="{FF2B5EF4-FFF2-40B4-BE49-F238E27FC236}">
                  <a16:creationId xmlns:a16="http://schemas.microsoft.com/office/drawing/2014/main" id="{0A30BAB3-5F32-443D-859C-5BD13CA9A737}"/>
                </a:ext>
              </a:extLst>
            </p:cNvPr>
            <p:cNvSpPr>
              <a:spLocks noEditPoints="1"/>
            </p:cNvSpPr>
            <p:nvPr userDrawn="1"/>
          </p:nvSpPr>
          <p:spPr bwMode="auto">
            <a:xfrm>
              <a:off x="8804580"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0" name="Freeform 994">
              <a:extLst>
                <a:ext uri="{FF2B5EF4-FFF2-40B4-BE49-F238E27FC236}">
                  <a16:creationId xmlns:a16="http://schemas.microsoft.com/office/drawing/2014/main" id="{EB459B70-E5CD-473C-B606-01F8843D7809}"/>
                </a:ext>
              </a:extLst>
            </p:cNvPr>
            <p:cNvSpPr>
              <a:spLocks noEditPoints="1"/>
            </p:cNvSpPr>
            <p:nvPr userDrawn="1"/>
          </p:nvSpPr>
          <p:spPr bwMode="auto">
            <a:xfrm>
              <a:off x="8800566" y="3163897"/>
              <a:ext cx="42146" cy="40138"/>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1" name="Freeform 995">
              <a:extLst>
                <a:ext uri="{FF2B5EF4-FFF2-40B4-BE49-F238E27FC236}">
                  <a16:creationId xmlns:a16="http://schemas.microsoft.com/office/drawing/2014/main" id="{8B3C0B14-5E3A-4293-B777-E7298B9B0037}"/>
                </a:ext>
              </a:extLst>
            </p:cNvPr>
            <p:cNvSpPr>
              <a:spLocks noEditPoints="1"/>
            </p:cNvSpPr>
            <p:nvPr userDrawn="1"/>
          </p:nvSpPr>
          <p:spPr bwMode="auto">
            <a:xfrm>
              <a:off x="8778490" y="3198016"/>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2" name="Freeform 996">
              <a:extLst>
                <a:ext uri="{FF2B5EF4-FFF2-40B4-BE49-F238E27FC236}">
                  <a16:creationId xmlns:a16="http://schemas.microsoft.com/office/drawing/2014/main" id="{BA5A1716-94EB-453E-9E7E-8A2088E9F619}"/>
                </a:ext>
              </a:extLst>
            </p:cNvPr>
            <p:cNvSpPr>
              <a:spLocks noEditPoints="1"/>
            </p:cNvSpPr>
            <p:nvPr userDrawn="1"/>
          </p:nvSpPr>
          <p:spPr bwMode="auto">
            <a:xfrm>
              <a:off x="8780497" y="3234140"/>
              <a:ext cx="30104" cy="30104"/>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3" name="Freeform 997">
              <a:extLst>
                <a:ext uri="{FF2B5EF4-FFF2-40B4-BE49-F238E27FC236}">
                  <a16:creationId xmlns:a16="http://schemas.microsoft.com/office/drawing/2014/main" id="{207B74F2-2E70-46AA-8B16-4F7E8F48ACBD}"/>
                </a:ext>
              </a:extLst>
            </p:cNvPr>
            <p:cNvSpPr>
              <a:spLocks noEditPoints="1"/>
            </p:cNvSpPr>
            <p:nvPr userDrawn="1"/>
          </p:nvSpPr>
          <p:spPr bwMode="auto">
            <a:xfrm>
              <a:off x="8407211" y="1841342"/>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4" name="Freeform 998">
              <a:extLst>
                <a:ext uri="{FF2B5EF4-FFF2-40B4-BE49-F238E27FC236}">
                  <a16:creationId xmlns:a16="http://schemas.microsoft.com/office/drawing/2014/main" id="{0B2A053B-79B9-4091-B975-EB84924FC028}"/>
                </a:ext>
              </a:extLst>
            </p:cNvPr>
            <p:cNvSpPr>
              <a:spLocks noEditPoints="1"/>
            </p:cNvSpPr>
            <p:nvPr userDrawn="1"/>
          </p:nvSpPr>
          <p:spPr bwMode="auto">
            <a:xfrm>
              <a:off x="8405204" y="1937674"/>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5" name="Freeform 999">
              <a:extLst>
                <a:ext uri="{FF2B5EF4-FFF2-40B4-BE49-F238E27FC236}">
                  <a16:creationId xmlns:a16="http://schemas.microsoft.com/office/drawing/2014/main" id="{7F3C3553-1B4F-4D0D-90B8-70CA54BE1F9C}"/>
                </a:ext>
              </a:extLst>
            </p:cNvPr>
            <p:cNvSpPr>
              <a:spLocks/>
            </p:cNvSpPr>
            <p:nvPr userDrawn="1"/>
          </p:nvSpPr>
          <p:spPr bwMode="auto">
            <a:xfrm>
              <a:off x="8425273" y="1937674"/>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6" name="Freeform 1000">
              <a:extLst>
                <a:ext uri="{FF2B5EF4-FFF2-40B4-BE49-F238E27FC236}">
                  <a16:creationId xmlns:a16="http://schemas.microsoft.com/office/drawing/2014/main" id="{9C7F3A33-78BF-4C84-84D0-C153CCC42D2A}"/>
                </a:ext>
              </a:extLst>
            </p:cNvPr>
            <p:cNvSpPr>
              <a:spLocks noEditPoints="1"/>
            </p:cNvSpPr>
            <p:nvPr userDrawn="1"/>
          </p:nvSpPr>
          <p:spPr bwMode="auto">
            <a:xfrm>
              <a:off x="8393162" y="1957743"/>
              <a:ext cx="20069" cy="22077"/>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7" name="Freeform 1001">
              <a:extLst>
                <a:ext uri="{FF2B5EF4-FFF2-40B4-BE49-F238E27FC236}">
                  <a16:creationId xmlns:a16="http://schemas.microsoft.com/office/drawing/2014/main" id="{5D98A208-68F4-48A1-B9BC-F2D7878995DA}"/>
                </a:ext>
              </a:extLst>
            </p:cNvPr>
            <p:cNvSpPr>
              <a:spLocks/>
            </p:cNvSpPr>
            <p:nvPr userDrawn="1"/>
          </p:nvSpPr>
          <p:spPr bwMode="auto">
            <a:xfrm>
              <a:off x="8407211" y="1957743"/>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8" name="Freeform 1002">
              <a:extLst>
                <a:ext uri="{FF2B5EF4-FFF2-40B4-BE49-F238E27FC236}">
                  <a16:creationId xmlns:a16="http://schemas.microsoft.com/office/drawing/2014/main" id="{D70F65A2-74DD-4C9D-8D16-DE67CFB57711}"/>
                </a:ext>
              </a:extLst>
            </p:cNvPr>
            <p:cNvSpPr>
              <a:spLocks noEditPoints="1"/>
            </p:cNvSpPr>
            <p:nvPr userDrawn="1"/>
          </p:nvSpPr>
          <p:spPr bwMode="auto">
            <a:xfrm>
              <a:off x="8395170" y="1979819"/>
              <a:ext cx="18063" cy="18063"/>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9" name="Freeform 1003">
              <a:extLst>
                <a:ext uri="{FF2B5EF4-FFF2-40B4-BE49-F238E27FC236}">
                  <a16:creationId xmlns:a16="http://schemas.microsoft.com/office/drawing/2014/main" id="{7CD03714-01BE-4D5B-9319-FF9D630D1586}"/>
                </a:ext>
              </a:extLst>
            </p:cNvPr>
            <p:cNvSpPr>
              <a:spLocks/>
            </p:cNvSpPr>
            <p:nvPr userDrawn="1"/>
          </p:nvSpPr>
          <p:spPr bwMode="auto">
            <a:xfrm>
              <a:off x="8401190" y="1979819"/>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0" name="Freeform 1004">
              <a:extLst>
                <a:ext uri="{FF2B5EF4-FFF2-40B4-BE49-F238E27FC236}">
                  <a16:creationId xmlns:a16="http://schemas.microsoft.com/office/drawing/2014/main" id="{8CD7717A-55A3-4781-B527-E2CBCC46BB5D}"/>
                </a:ext>
              </a:extLst>
            </p:cNvPr>
            <p:cNvSpPr>
              <a:spLocks noEditPoints="1"/>
            </p:cNvSpPr>
            <p:nvPr userDrawn="1"/>
          </p:nvSpPr>
          <p:spPr bwMode="auto">
            <a:xfrm>
              <a:off x="7785068" y="2214628"/>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1" name="Freeform 1005">
              <a:extLst>
                <a:ext uri="{FF2B5EF4-FFF2-40B4-BE49-F238E27FC236}">
                  <a16:creationId xmlns:a16="http://schemas.microsoft.com/office/drawing/2014/main" id="{B0B2D34B-7AB5-4509-91AE-7CA80705631B}"/>
                </a:ext>
              </a:extLst>
            </p:cNvPr>
            <p:cNvSpPr>
              <a:spLocks noEditPoints="1"/>
            </p:cNvSpPr>
            <p:nvPr userDrawn="1"/>
          </p:nvSpPr>
          <p:spPr bwMode="auto">
            <a:xfrm>
              <a:off x="7877386"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3"/>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2" name="Freeform 1006">
              <a:extLst>
                <a:ext uri="{FF2B5EF4-FFF2-40B4-BE49-F238E27FC236}">
                  <a16:creationId xmlns:a16="http://schemas.microsoft.com/office/drawing/2014/main" id="{DFDAD0D1-B096-4CC1-AA09-49F0B012C73F}"/>
                </a:ext>
              </a:extLst>
            </p:cNvPr>
            <p:cNvSpPr>
              <a:spLocks/>
            </p:cNvSpPr>
            <p:nvPr userDrawn="1"/>
          </p:nvSpPr>
          <p:spPr bwMode="auto">
            <a:xfrm>
              <a:off x="7891434" y="2411306"/>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3" name="Freeform 1007">
              <a:extLst>
                <a:ext uri="{FF2B5EF4-FFF2-40B4-BE49-F238E27FC236}">
                  <a16:creationId xmlns:a16="http://schemas.microsoft.com/office/drawing/2014/main" id="{C8252ED7-2784-49ED-B9A3-895E93305C89}"/>
                </a:ext>
              </a:extLst>
            </p:cNvPr>
            <p:cNvSpPr>
              <a:spLocks noEditPoints="1"/>
            </p:cNvSpPr>
            <p:nvPr userDrawn="1"/>
          </p:nvSpPr>
          <p:spPr bwMode="auto">
            <a:xfrm>
              <a:off x="7919531" y="242535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4" name="Freeform 1008">
              <a:extLst>
                <a:ext uri="{FF2B5EF4-FFF2-40B4-BE49-F238E27FC236}">
                  <a16:creationId xmlns:a16="http://schemas.microsoft.com/office/drawing/2014/main" id="{49FA9FA5-3FD8-4B18-B2B2-FF824915FA64}"/>
                </a:ext>
              </a:extLst>
            </p:cNvPr>
            <p:cNvSpPr>
              <a:spLocks noEditPoints="1"/>
            </p:cNvSpPr>
            <p:nvPr userDrawn="1"/>
          </p:nvSpPr>
          <p:spPr bwMode="auto">
            <a:xfrm>
              <a:off x="8003821" y="3641543"/>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2" name="Group 1210">
              <a:extLst>
                <a:ext uri="{FF2B5EF4-FFF2-40B4-BE49-F238E27FC236}">
                  <a16:creationId xmlns:a16="http://schemas.microsoft.com/office/drawing/2014/main" id="{6F2E80A6-8325-43FD-9C9E-ED2F3029B10F}"/>
                </a:ext>
              </a:extLst>
            </p:cNvPr>
            <p:cNvGrpSpPr>
              <a:grpSpLocks/>
            </p:cNvGrpSpPr>
            <p:nvPr userDrawn="1"/>
          </p:nvGrpSpPr>
          <p:grpSpPr bwMode="auto">
            <a:xfrm>
              <a:off x="-200439" y="1606533"/>
              <a:ext cx="9544878" cy="4461368"/>
              <a:chOff x="-4945" y="1004"/>
              <a:chExt cx="4756" cy="2223"/>
            </a:xfrm>
            <a:grpFill/>
          </p:grpSpPr>
          <p:sp>
            <p:nvSpPr>
              <p:cNvPr id="545" name="Freeform 1010">
                <a:extLst>
                  <a:ext uri="{FF2B5EF4-FFF2-40B4-BE49-F238E27FC236}">
                    <a16:creationId xmlns:a16="http://schemas.microsoft.com/office/drawing/2014/main" id="{57EA2734-C88F-4494-9878-A38387035492}"/>
                  </a:ext>
                </a:extLst>
              </p:cNvPr>
              <p:cNvSpPr>
                <a:spLocks noEditPoints="1"/>
              </p:cNvSpPr>
              <p:nvPr userDrawn="1"/>
            </p:nvSpPr>
            <p:spPr bwMode="auto">
              <a:xfrm>
                <a:off x="-806" y="2108"/>
                <a:ext cx="20" cy="20"/>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6" name="Freeform 1011">
                <a:extLst>
                  <a:ext uri="{FF2B5EF4-FFF2-40B4-BE49-F238E27FC236}">
                    <a16:creationId xmlns:a16="http://schemas.microsoft.com/office/drawing/2014/main" id="{EC76306F-28D4-4523-B299-4D7D2346F2A4}"/>
                  </a:ext>
                </a:extLst>
              </p:cNvPr>
              <p:cNvSpPr>
                <a:spLocks/>
              </p:cNvSpPr>
              <p:nvPr userDrawn="1"/>
            </p:nvSpPr>
            <p:spPr bwMode="auto">
              <a:xfrm>
                <a:off x="-798" y="2128"/>
                <a:ext cx="15" cy="15"/>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7" name="Freeform 1012">
                <a:extLst>
                  <a:ext uri="{FF2B5EF4-FFF2-40B4-BE49-F238E27FC236}">
                    <a16:creationId xmlns:a16="http://schemas.microsoft.com/office/drawing/2014/main" id="{236DA6B6-8436-458F-8096-0FE0298B19E9}"/>
                  </a:ext>
                </a:extLst>
              </p:cNvPr>
              <p:cNvSpPr>
                <a:spLocks noEditPoints="1"/>
              </p:cNvSpPr>
              <p:nvPr userDrawn="1"/>
            </p:nvSpPr>
            <p:spPr bwMode="auto">
              <a:xfrm>
                <a:off x="-782" y="2137"/>
                <a:ext cx="12" cy="12"/>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8" name="Freeform 1013">
                <a:extLst>
                  <a:ext uri="{FF2B5EF4-FFF2-40B4-BE49-F238E27FC236}">
                    <a16:creationId xmlns:a16="http://schemas.microsoft.com/office/drawing/2014/main" id="{CB6B5530-8C12-4827-9718-36783A532799}"/>
                  </a:ext>
                </a:extLst>
              </p:cNvPr>
              <p:cNvSpPr>
                <a:spLocks noEditPoints="1"/>
              </p:cNvSpPr>
              <p:nvPr userDrawn="1"/>
            </p:nvSpPr>
            <p:spPr bwMode="auto">
              <a:xfrm>
                <a:off x="-878" y="1617"/>
                <a:ext cx="84" cy="81"/>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9" name="Freeform 1014">
                <a:extLst>
                  <a:ext uri="{FF2B5EF4-FFF2-40B4-BE49-F238E27FC236}">
                    <a16:creationId xmlns:a16="http://schemas.microsoft.com/office/drawing/2014/main" id="{1B97B189-B92F-4294-9B42-5C5D6B9ADF18}"/>
                  </a:ext>
                </a:extLst>
              </p:cNvPr>
              <p:cNvSpPr>
                <a:spLocks/>
              </p:cNvSpPr>
              <p:nvPr userDrawn="1"/>
            </p:nvSpPr>
            <p:spPr bwMode="auto">
              <a:xfrm>
                <a:off x="-830" y="1697"/>
                <a:ext cx="18" cy="18"/>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0" name="Freeform 1015">
                <a:extLst>
                  <a:ext uri="{FF2B5EF4-FFF2-40B4-BE49-F238E27FC236}">
                    <a16:creationId xmlns:a16="http://schemas.microsoft.com/office/drawing/2014/main" id="{E7844405-9680-4922-9341-4E82B1FF9CF0}"/>
                  </a:ext>
                </a:extLst>
              </p:cNvPr>
              <p:cNvSpPr>
                <a:spLocks/>
              </p:cNvSpPr>
              <p:nvPr userDrawn="1"/>
            </p:nvSpPr>
            <p:spPr bwMode="auto">
              <a:xfrm>
                <a:off x="-824" y="1715"/>
                <a:ext cx="14" cy="13"/>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1" name="Freeform 1016">
                <a:extLst>
                  <a:ext uri="{FF2B5EF4-FFF2-40B4-BE49-F238E27FC236}">
                    <a16:creationId xmlns:a16="http://schemas.microsoft.com/office/drawing/2014/main" id="{591CB553-84A3-41FD-8FFA-FFB37D3D3C3E}"/>
                  </a:ext>
                </a:extLst>
              </p:cNvPr>
              <p:cNvSpPr>
                <a:spLocks noEditPoints="1"/>
              </p:cNvSpPr>
              <p:nvPr userDrawn="1"/>
            </p:nvSpPr>
            <p:spPr bwMode="auto">
              <a:xfrm>
                <a:off x="-810" y="1722"/>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2" name="Freeform 1017">
                <a:extLst>
                  <a:ext uri="{FF2B5EF4-FFF2-40B4-BE49-F238E27FC236}">
                    <a16:creationId xmlns:a16="http://schemas.microsoft.com/office/drawing/2014/main" id="{6CEBD902-3CB6-45EE-A274-E5587F53E25F}"/>
                  </a:ext>
                </a:extLst>
              </p:cNvPr>
              <p:cNvSpPr>
                <a:spLocks noEditPoints="1"/>
              </p:cNvSpPr>
              <p:nvPr userDrawn="1"/>
            </p:nvSpPr>
            <p:spPr bwMode="auto">
              <a:xfrm>
                <a:off x="-1078" y="1725"/>
                <a:ext cx="92" cy="90"/>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3" name="Freeform 1018">
                <a:extLst>
                  <a:ext uri="{FF2B5EF4-FFF2-40B4-BE49-F238E27FC236}">
                    <a16:creationId xmlns:a16="http://schemas.microsoft.com/office/drawing/2014/main" id="{176CA0EA-756B-41C2-A790-23CE850410C8}"/>
                  </a:ext>
                </a:extLst>
              </p:cNvPr>
              <p:cNvSpPr>
                <a:spLocks noEditPoints="1"/>
              </p:cNvSpPr>
              <p:nvPr userDrawn="1"/>
            </p:nvSpPr>
            <p:spPr bwMode="auto">
              <a:xfrm>
                <a:off x="-995" y="1794"/>
                <a:ext cx="19" cy="19"/>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0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4" name="Freeform 1019">
                <a:extLst>
                  <a:ext uri="{FF2B5EF4-FFF2-40B4-BE49-F238E27FC236}">
                    <a16:creationId xmlns:a16="http://schemas.microsoft.com/office/drawing/2014/main" id="{DEDBB2FA-0894-41B9-BBED-032AE2CF1DEE}"/>
                  </a:ext>
                </a:extLst>
              </p:cNvPr>
              <p:cNvSpPr>
                <a:spLocks noEditPoints="1"/>
              </p:cNvSpPr>
              <p:nvPr userDrawn="1"/>
            </p:nvSpPr>
            <p:spPr bwMode="auto">
              <a:xfrm>
                <a:off x="-978" y="1807"/>
                <a:ext cx="15" cy="15"/>
              </a:xfrm>
              <a:custGeom>
                <a:avLst/>
                <a:gdLst>
                  <a:gd name="T0" fmla="*/ 10 w 20"/>
                  <a:gd name="T1" fmla="*/ 14 h 20"/>
                  <a:gd name="T2" fmla="*/ 7 w 20"/>
                  <a:gd name="T3" fmla="*/ 12 h 20"/>
                  <a:gd name="T4" fmla="*/ 6 w 20"/>
                  <a:gd name="T5" fmla="*/ 10 h 20"/>
                  <a:gd name="T6" fmla="*/ 7 w 20"/>
                  <a:gd name="T7" fmla="*/ 7 h 20"/>
                  <a:gd name="T8" fmla="*/ 10 w 20"/>
                  <a:gd name="T9" fmla="*/ 6 h 20"/>
                  <a:gd name="T10" fmla="*/ 13 w 20"/>
                  <a:gd name="T11" fmla="*/ 8 h 20"/>
                  <a:gd name="T12" fmla="*/ 13 w 20"/>
                  <a:gd name="T13" fmla="*/ 8 h 20"/>
                  <a:gd name="T14" fmla="*/ 14 w 20"/>
                  <a:gd name="T15" fmla="*/ 10 h 20"/>
                  <a:gd name="T16" fmla="*/ 12 w 20"/>
                  <a:gd name="T17" fmla="*/ 13 h 20"/>
                  <a:gd name="T18" fmla="*/ 10 w 20"/>
                  <a:gd name="T19" fmla="*/ 14 h 20"/>
                  <a:gd name="T20" fmla="*/ 10 w 20"/>
                  <a:gd name="T21" fmla="*/ 0 h 20"/>
                  <a:gd name="T22" fmla="*/ 10 w 20"/>
                  <a:gd name="T23" fmla="*/ 0 h 20"/>
                  <a:gd name="T24" fmla="*/ 10 w 20"/>
                  <a:gd name="T25" fmla="*/ 0 h 20"/>
                  <a:gd name="T26" fmla="*/ 4 w 20"/>
                  <a:gd name="T27" fmla="*/ 2 h 20"/>
                  <a:gd name="T28" fmla="*/ 0 w 20"/>
                  <a:gd name="T29" fmla="*/ 10 h 20"/>
                  <a:gd name="T30" fmla="*/ 2 w 20"/>
                  <a:gd name="T31" fmla="*/ 16 h 20"/>
                  <a:gd name="T32" fmla="*/ 10 w 20"/>
                  <a:gd name="T33" fmla="*/ 20 h 20"/>
                  <a:gd name="T34" fmla="*/ 10 w 20"/>
                  <a:gd name="T35" fmla="*/ 20 h 20"/>
                  <a:gd name="T36" fmla="*/ 16 w 20"/>
                  <a:gd name="T37" fmla="*/ 18 h 20"/>
                  <a:gd name="T38" fmla="*/ 20 w 20"/>
                  <a:gd name="T39" fmla="*/ 10 h 20"/>
                  <a:gd name="T40" fmla="*/ 18 w 20"/>
                  <a:gd name="T41" fmla="*/ 4 h 20"/>
                  <a:gd name="T42" fmla="*/ 15 w 20"/>
                  <a:gd name="T43" fmla="*/ 6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0" y="14"/>
                    </a:move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cubicBezTo>
                      <a:pt x="13" y="8"/>
                      <a:pt x="13" y="8"/>
                      <a:pt x="13" y="8"/>
                    </a:cubicBezTo>
                    <a:cubicBezTo>
                      <a:pt x="14" y="8"/>
                      <a:pt x="14" y="9"/>
                      <a:pt x="14" y="10"/>
                    </a:cubicBezTo>
                    <a:cubicBezTo>
                      <a:pt x="14" y="11"/>
                      <a:pt x="13" y="12"/>
                      <a:pt x="12" y="13"/>
                    </a:cubicBezTo>
                    <a:cubicBezTo>
                      <a:pt x="11" y="14"/>
                      <a:pt x="11" y="14"/>
                      <a:pt x="10" y="14"/>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5" y="6"/>
                      <a:pt x="15" y="6"/>
                      <a:pt x="15" y="6"/>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5" name="Freeform 1020">
                <a:extLst>
                  <a:ext uri="{FF2B5EF4-FFF2-40B4-BE49-F238E27FC236}">
                    <a16:creationId xmlns:a16="http://schemas.microsoft.com/office/drawing/2014/main" id="{62C393CC-3BA0-4740-82D9-D3FC9F5F9564}"/>
                  </a:ext>
                </a:extLst>
              </p:cNvPr>
              <p:cNvSpPr>
                <a:spLocks noEditPoints="1"/>
              </p:cNvSpPr>
              <p:nvPr userDrawn="1"/>
            </p:nvSpPr>
            <p:spPr bwMode="auto">
              <a:xfrm>
                <a:off x="-962" y="1806"/>
                <a:ext cx="14" cy="13"/>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7 w 18"/>
                  <a:gd name="T19" fmla="*/ 11 h 18"/>
                  <a:gd name="T20" fmla="*/ 6 w 18"/>
                  <a:gd name="T21" fmla="*/ 9 h 18"/>
                  <a:gd name="T22" fmla="*/ 7 w 18"/>
                  <a:gd name="T23" fmla="*/ 7 h 18"/>
                  <a:gd name="T24" fmla="*/ 9 w 18"/>
                  <a:gd name="T25" fmla="*/ 6 h 18"/>
                  <a:gd name="T26" fmla="*/ 11 w 18"/>
                  <a:gd name="T27" fmla="*/ 8 h 18"/>
                  <a:gd name="T28" fmla="*/ 9 w 18"/>
                  <a:gd name="T29" fmla="*/ 0 h 18"/>
                  <a:gd name="T30" fmla="*/ 9 w 18"/>
                  <a:gd name="T31" fmla="*/ 0 h 18"/>
                  <a:gd name="T32" fmla="*/ 9 w 18"/>
                  <a:gd name="T33" fmla="*/ 0 h 18"/>
                  <a:gd name="T34" fmla="*/ 4 w 18"/>
                  <a:gd name="T35" fmla="*/ 2 h 18"/>
                  <a:gd name="T36" fmla="*/ 0 w 18"/>
                  <a:gd name="T37" fmla="*/ 9 h 18"/>
                  <a:gd name="T38" fmla="*/ 2 w 18"/>
                  <a:gd name="T39" fmla="*/ 14 h 18"/>
                  <a:gd name="T40" fmla="*/ 2 w 18"/>
                  <a:gd name="T41" fmla="*/ 14 h 18"/>
                  <a:gd name="T42" fmla="*/ 9 w 18"/>
                  <a:gd name="T43" fmla="*/ 18 h 18"/>
                  <a:gd name="T44" fmla="*/ 9 w 18"/>
                  <a:gd name="T45" fmla="*/ 18 h 18"/>
                  <a:gd name="T46" fmla="*/ 14 w 18"/>
                  <a:gd name="T47" fmla="*/ 16 h 18"/>
                  <a:gd name="T48" fmla="*/ 18 w 18"/>
                  <a:gd name="T49" fmla="*/ 9 h 18"/>
                  <a:gd name="T50" fmla="*/ 16 w 18"/>
                  <a:gd name="T51" fmla="*/ 4 h 18"/>
                  <a:gd name="T52" fmla="*/ 16 w 18"/>
                  <a:gd name="T53" fmla="*/ 4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9" y="0"/>
                      <a:pt x="9" y="0"/>
                      <a:pt x="9" y="0"/>
                    </a:cubicBezTo>
                    <a:cubicBezTo>
                      <a:pt x="7" y="0"/>
                      <a:pt x="5" y="1"/>
                      <a:pt x="4" y="2"/>
                    </a:cubicBezTo>
                    <a:cubicBezTo>
                      <a:pt x="1"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6" name="Freeform 1021">
                <a:extLst>
                  <a:ext uri="{FF2B5EF4-FFF2-40B4-BE49-F238E27FC236}">
                    <a16:creationId xmlns:a16="http://schemas.microsoft.com/office/drawing/2014/main" id="{63E1A128-FDE7-420F-9109-A499518EA341}"/>
                  </a:ext>
                </a:extLst>
              </p:cNvPr>
              <p:cNvSpPr>
                <a:spLocks/>
              </p:cNvSpPr>
              <p:nvPr userDrawn="1"/>
            </p:nvSpPr>
            <p:spPr bwMode="auto">
              <a:xfrm>
                <a:off x="-1739" y="1545"/>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7" name="Freeform 1022">
                <a:extLst>
                  <a:ext uri="{FF2B5EF4-FFF2-40B4-BE49-F238E27FC236}">
                    <a16:creationId xmlns:a16="http://schemas.microsoft.com/office/drawing/2014/main" id="{A4EBA264-F84A-416D-8B21-7D0BD3D6E43E}"/>
                  </a:ext>
                </a:extLst>
              </p:cNvPr>
              <p:cNvSpPr>
                <a:spLocks noEditPoints="1"/>
              </p:cNvSpPr>
              <p:nvPr userDrawn="1"/>
            </p:nvSpPr>
            <p:spPr bwMode="auto">
              <a:xfrm>
                <a:off x="-1713" y="1680"/>
                <a:ext cx="13" cy="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8" name="Freeform 1023">
                <a:extLst>
                  <a:ext uri="{FF2B5EF4-FFF2-40B4-BE49-F238E27FC236}">
                    <a16:creationId xmlns:a16="http://schemas.microsoft.com/office/drawing/2014/main" id="{CCB15C64-4BC7-4464-9BAD-8245B82BDC7E}"/>
                  </a:ext>
                </a:extLst>
              </p:cNvPr>
              <p:cNvSpPr>
                <a:spLocks noEditPoints="1"/>
              </p:cNvSpPr>
              <p:nvPr userDrawn="1"/>
            </p:nvSpPr>
            <p:spPr bwMode="auto">
              <a:xfrm>
                <a:off x="-1594" y="1668"/>
                <a:ext cx="31" cy="30"/>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9" name="Freeform 1024">
                <a:extLst>
                  <a:ext uri="{FF2B5EF4-FFF2-40B4-BE49-F238E27FC236}">
                    <a16:creationId xmlns:a16="http://schemas.microsoft.com/office/drawing/2014/main" id="{D936E848-8543-4B1B-A346-C6E71B36E213}"/>
                  </a:ext>
                </a:extLst>
              </p:cNvPr>
              <p:cNvSpPr>
                <a:spLocks noEditPoints="1"/>
              </p:cNvSpPr>
              <p:nvPr userDrawn="1"/>
            </p:nvSpPr>
            <p:spPr bwMode="auto">
              <a:xfrm>
                <a:off x="-1564" y="1692"/>
                <a:ext cx="23" cy="2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0" name="Freeform 1025">
                <a:extLst>
                  <a:ext uri="{FF2B5EF4-FFF2-40B4-BE49-F238E27FC236}">
                    <a16:creationId xmlns:a16="http://schemas.microsoft.com/office/drawing/2014/main" id="{5BE10011-DDC9-4959-80CF-70277DB7E2EE}"/>
                  </a:ext>
                </a:extLst>
              </p:cNvPr>
              <p:cNvSpPr>
                <a:spLocks noEditPoints="1"/>
              </p:cNvSpPr>
              <p:nvPr userDrawn="1"/>
            </p:nvSpPr>
            <p:spPr bwMode="auto">
              <a:xfrm>
                <a:off x="-1534" y="1689"/>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13 w 26"/>
                  <a:gd name="T25" fmla="*/ 0 h 25"/>
                  <a:gd name="T26" fmla="*/ 5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1" name="Freeform 1026">
                <a:extLst>
                  <a:ext uri="{FF2B5EF4-FFF2-40B4-BE49-F238E27FC236}">
                    <a16:creationId xmlns:a16="http://schemas.microsoft.com/office/drawing/2014/main" id="{78EDE6AB-3899-4399-AD98-81C884C4A038}"/>
                  </a:ext>
                </a:extLst>
              </p:cNvPr>
              <p:cNvSpPr>
                <a:spLocks noEditPoints="1"/>
              </p:cNvSpPr>
              <p:nvPr userDrawn="1"/>
            </p:nvSpPr>
            <p:spPr bwMode="auto">
              <a:xfrm>
                <a:off x="-1136" y="1386"/>
                <a:ext cx="83" cy="77"/>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9 h 103"/>
                  <a:gd name="T14" fmla="*/ 72 w 111"/>
                  <a:gd name="T15" fmla="*/ 7 h 103"/>
                  <a:gd name="T16" fmla="*/ 71 w 111"/>
                  <a:gd name="T17" fmla="*/ 9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2" name="Freeform 1027">
                <a:extLst>
                  <a:ext uri="{FF2B5EF4-FFF2-40B4-BE49-F238E27FC236}">
                    <a16:creationId xmlns:a16="http://schemas.microsoft.com/office/drawing/2014/main" id="{887B91D6-6F41-43DE-86A0-632D807DF6BF}"/>
                  </a:ext>
                </a:extLst>
              </p:cNvPr>
              <p:cNvSpPr>
                <a:spLocks noEditPoints="1"/>
              </p:cNvSpPr>
              <p:nvPr userDrawn="1"/>
            </p:nvSpPr>
            <p:spPr bwMode="auto">
              <a:xfrm>
                <a:off x="-1146" y="1387"/>
                <a:ext cx="18" cy="17"/>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3" name="Freeform 1028">
                <a:extLst>
                  <a:ext uri="{FF2B5EF4-FFF2-40B4-BE49-F238E27FC236}">
                    <a16:creationId xmlns:a16="http://schemas.microsoft.com/office/drawing/2014/main" id="{AC2AE78A-03D7-4316-8A71-AAB0D9A24120}"/>
                  </a:ext>
                </a:extLst>
              </p:cNvPr>
              <p:cNvSpPr>
                <a:spLocks noEditPoints="1"/>
              </p:cNvSpPr>
              <p:nvPr userDrawn="1"/>
            </p:nvSpPr>
            <p:spPr bwMode="auto">
              <a:xfrm>
                <a:off x="-1158" y="1379"/>
                <a:ext cx="14" cy="14"/>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4" name="Freeform 1029">
                <a:extLst>
                  <a:ext uri="{FF2B5EF4-FFF2-40B4-BE49-F238E27FC236}">
                    <a16:creationId xmlns:a16="http://schemas.microsoft.com/office/drawing/2014/main" id="{0332EE41-4A83-4A28-B87E-A2AEA5723017}"/>
                  </a:ext>
                </a:extLst>
              </p:cNvPr>
              <p:cNvSpPr>
                <a:spLocks noEditPoints="1"/>
              </p:cNvSpPr>
              <p:nvPr userDrawn="1"/>
            </p:nvSpPr>
            <p:spPr bwMode="auto">
              <a:xfrm>
                <a:off x="-1160" y="1367"/>
                <a:ext cx="12" cy="12"/>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8 w 16"/>
                  <a:gd name="T33" fmla="*/ 0 h 15"/>
                  <a:gd name="T34" fmla="*/ 4 w 16"/>
                  <a:gd name="T35" fmla="*/ 1 h 15"/>
                  <a:gd name="T36" fmla="*/ 1 w 16"/>
                  <a:gd name="T37" fmla="*/ 5 h 15"/>
                  <a:gd name="T38" fmla="*/ 0 w 16"/>
                  <a:gd name="T39" fmla="*/ 7 h 15"/>
                  <a:gd name="T40" fmla="*/ 6 w 16"/>
                  <a:gd name="T41" fmla="*/ 15 h 15"/>
                  <a:gd name="T42" fmla="*/ 8 w 16"/>
                  <a:gd name="T43" fmla="*/ 15 h 15"/>
                  <a:gd name="T44" fmla="*/ 8 w 16"/>
                  <a:gd name="T45" fmla="*/ 15 h 15"/>
                  <a:gd name="T46" fmla="*/ 13 w 16"/>
                  <a:gd name="T47" fmla="*/ 14 h 15"/>
                  <a:gd name="T48" fmla="*/ 16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5" name="Freeform 1030">
                <a:extLst>
                  <a:ext uri="{FF2B5EF4-FFF2-40B4-BE49-F238E27FC236}">
                    <a16:creationId xmlns:a16="http://schemas.microsoft.com/office/drawing/2014/main" id="{C86450D8-E21B-48DF-8408-248821849FA8}"/>
                  </a:ext>
                </a:extLst>
              </p:cNvPr>
              <p:cNvSpPr>
                <a:spLocks noEditPoints="1"/>
              </p:cNvSpPr>
              <p:nvPr userDrawn="1"/>
            </p:nvSpPr>
            <p:spPr bwMode="auto">
              <a:xfrm>
                <a:off x="-1185" y="1258"/>
                <a:ext cx="76" cy="74"/>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0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6" name="Freeform 1031">
                <a:extLst>
                  <a:ext uri="{FF2B5EF4-FFF2-40B4-BE49-F238E27FC236}">
                    <a16:creationId xmlns:a16="http://schemas.microsoft.com/office/drawing/2014/main" id="{1BC6BC6A-8C23-41DA-A50F-72819F678F8F}"/>
                  </a:ext>
                </a:extLst>
              </p:cNvPr>
              <p:cNvSpPr>
                <a:spLocks noEditPoints="1"/>
              </p:cNvSpPr>
              <p:nvPr userDrawn="1"/>
            </p:nvSpPr>
            <p:spPr bwMode="auto">
              <a:xfrm>
                <a:off x="-1187" y="1321"/>
                <a:ext cx="16" cy="16"/>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7" name="Freeform 1032">
                <a:extLst>
                  <a:ext uri="{FF2B5EF4-FFF2-40B4-BE49-F238E27FC236}">
                    <a16:creationId xmlns:a16="http://schemas.microsoft.com/office/drawing/2014/main" id="{C33720BA-97B5-4584-85F7-769C94AC8E9F}"/>
                  </a:ext>
                </a:extLst>
              </p:cNvPr>
              <p:cNvSpPr>
                <a:spLocks noEditPoints="1"/>
              </p:cNvSpPr>
              <p:nvPr userDrawn="1"/>
            </p:nvSpPr>
            <p:spPr bwMode="auto">
              <a:xfrm>
                <a:off x="-1196" y="1334"/>
                <a:ext cx="13" cy="12"/>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8" name="Freeform 1033">
                <a:extLst>
                  <a:ext uri="{FF2B5EF4-FFF2-40B4-BE49-F238E27FC236}">
                    <a16:creationId xmlns:a16="http://schemas.microsoft.com/office/drawing/2014/main" id="{26F1B593-0BFB-4580-9CC0-D8AE29862DAD}"/>
                  </a:ext>
                </a:extLst>
              </p:cNvPr>
              <p:cNvSpPr>
                <a:spLocks noEditPoints="1"/>
              </p:cNvSpPr>
              <p:nvPr userDrawn="1"/>
            </p:nvSpPr>
            <p:spPr bwMode="auto">
              <a:xfrm>
                <a:off x="-1208" y="1335"/>
                <a:ext cx="11"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7 h 15"/>
                  <a:gd name="T38" fmla="*/ 11 w 15"/>
                  <a:gd name="T39" fmla="*/ 0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9" name="Freeform 1034">
                <a:extLst>
                  <a:ext uri="{FF2B5EF4-FFF2-40B4-BE49-F238E27FC236}">
                    <a16:creationId xmlns:a16="http://schemas.microsoft.com/office/drawing/2014/main" id="{020EBFFA-DE79-4CCA-B184-2AEA72211002}"/>
                  </a:ext>
                </a:extLst>
              </p:cNvPr>
              <p:cNvSpPr>
                <a:spLocks noEditPoints="1"/>
              </p:cNvSpPr>
              <p:nvPr userDrawn="1"/>
            </p:nvSpPr>
            <p:spPr bwMode="auto">
              <a:xfrm>
                <a:off x="-2145" y="1045"/>
                <a:ext cx="76" cy="75"/>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5 h 99"/>
                  <a:gd name="T38" fmla="*/ 50 w 101"/>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0" name="Freeform 1035">
                <a:extLst>
                  <a:ext uri="{FF2B5EF4-FFF2-40B4-BE49-F238E27FC236}">
                    <a16:creationId xmlns:a16="http://schemas.microsoft.com/office/drawing/2014/main" id="{1802490C-CEE5-4405-91F5-392DE31573FE}"/>
                  </a:ext>
                </a:extLst>
              </p:cNvPr>
              <p:cNvSpPr>
                <a:spLocks noEditPoints="1"/>
              </p:cNvSpPr>
              <p:nvPr userDrawn="1"/>
            </p:nvSpPr>
            <p:spPr bwMode="auto">
              <a:xfrm>
                <a:off x="-2147" y="1108"/>
                <a:ext cx="16" cy="17"/>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6"/>
                    </a:cubicBezTo>
                    <a:cubicBezTo>
                      <a:pt x="15" y="7"/>
                      <a:pt x="16" y="9"/>
                      <a:pt x="16" y="11"/>
                    </a:cubicBezTo>
                    <a:cubicBezTo>
                      <a:pt x="16" y="11"/>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1" y="22"/>
                      <a:pt x="11" y="22"/>
                      <a:pt x="11" y="22"/>
                    </a:cubicBezTo>
                    <a:cubicBezTo>
                      <a:pt x="15" y="22"/>
                      <a:pt x="19" y="19"/>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1" name="Freeform 1036">
                <a:extLst>
                  <a:ext uri="{FF2B5EF4-FFF2-40B4-BE49-F238E27FC236}">
                    <a16:creationId xmlns:a16="http://schemas.microsoft.com/office/drawing/2014/main" id="{79171E30-6537-4C26-844A-783167DDC6A2}"/>
                  </a:ext>
                </a:extLst>
              </p:cNvPr>
              <p:cNvSpPr>
                <a:spLocks noEditPoints="1"/>
              </p:cNvSpPr>
              <p:nvPr userDrawn="1"/>
            </p:nvSpPr>
            <p:spPr bwMode="auto">
              <a:xfrm>
                <a:off x="-2156" y="1121"/>
                <a:ext cx="13" cy="1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16 w 17"/>
                  <a:gd name="T35" fmla="*/ 12 h 17"/>
                  <a:gd name="T36" fmla="*/ 17 w 17"/>
                  <a:gd name="T37" fmla="*/ 8 h 17"/>
                  <a:gd name="T38" fmla="*/ 12 w 17"/>
                  <a:gd name="T39" fmla="*/ 1 h 17"/>
                  <a:gd name="T40" fmla="*/ 8 w 17"/>
                  <a:gd name="T41" fmla="*/ 0 h 17"/>
                  <a:gd name="T42" fmla="*/ 8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1"/>
                      <a:pt x="1" y="5"/>
                    </a:cubicBezTo>
                    <a:cubicBezTo>
                      <a:pt x="1" y="5"/>
                      <a:pt x="1" y="5"/>
                      <a:pt x="1" y="5"/>
                    </a:cubicBezTo>
                    <a:cubicBezTo>
                      <a:pt x="0" y="6"/>
                      <a:pt x="0" y="7"/>
                      <a:pt x="0" y="8"/>
                    </a:cubicBezTo>
                    <a:cubicBezTo>
                      <a:pt x="0" y="12"/>
                      <a:pt x="1" y="15"/>
                      <a:pt x="5" y="16"/>
                    </a:cubicBezTo>
                    <a:cubicBezTo>
                      <a:pt x="6" y="17"/>
                      <a:pt x="7" y="17"/>
                      <a:pt x="8" y="17"/>
                    </a:cubicBezTo>
                    <a:cubicBezTo>
                      <a:pt x="12" y="17"/>
                      <a:pt x="15" y="15"/>
                      <a:pt x="16" y="12"/>
                    </a:cubicBezTo>
                    <a:cubicBezTo>
                      <a:pt x="17" y="11"/>
                      <a:pt x="17" y="10"/>
                      <a:pt x="17" y="8"/>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2" name="Freeform 1037">
                <a:extLst>
                  <a:ext uri="{FF2B5EF4-FFF2-40B4-BE49-F238E27FC236}">
                    <a16:creationId xmlns:a16="http://schemas.microsoft.com/office/drawing/2014/main" id="{0ABD9FC9-979F-441F-BEEA-118ACF79490E}"/>
                  </a:ext>
                </a:extLst>
              </p:cNvPr>
              <p:cNvSpPr>
                <a:spLocks noEditPoints="1"/>
              </p:cNvSpPr>
              <p:nvPr userDrawn="1"/>
            </p:nvSpPr>
            <p:spPr bwMode="auto">
              <a:xfrm>
                <a:off x="-2168" y="1122"/>
                <a:ext cx="12" cy="12"/>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15 w 16"/>
                  <a:gd name="T35" fmla="*/ 11 h 16"/>
                  <a:gd name="T36" fmla="*/ 16 w 16"/>
                  <a:gd name="T37" fmla="*/ 8 h 16"/>
                  <a:gd name="T38" fmla="*/ 11 w 16"/>
                  <a:gd name="T39" fmla="*/ 1 h 16"/>
                  <a:gd name="T40" fmla="*/ 8 w 16"/>
                  <a:gd name="T41" fmla="*/ 0 h 16"/>
                  <a:gd name="T42" fmla="*/ 8 w 16"/>
                  <a:gd name="T43" fmla="*/ 0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6"/>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11" y="16"/>
                      <a:pt x="13" y="14"/>
                      <a:pt x="15" y="11"/>
                    </a:cubicBezTo>
                    <a:cubicBezTo>
                      <a:pt x="15" y="10"/>
                      <a:pt x="16" y="9"/>
                      <a:pt x="16" y="8"/>
                    </a:cubicBezTo>
                    <a:cubicBezTo>
                      <a:pt x="16" y="5"/>
                      <a:pt x="14" y="3"/>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3" name="Freeform 1038">
                <a:extLst>
                  <a:ext uri="{FF2B5EF4-FFF2-40B4-BE49-F238E27FC236}">
                    <a16:creationId xmlns:a16="http://schemas.microsoft.com/office/drawing/2014/main" id="{F9C08A67-6357-4D4D-90FA-C342175638EE}"/>
                  </a:ext>
                </a:extLst>
              </p:cNvPr>
              <p:cNvSpPr>
                <a:spLocks noEditPoints="1"/>
              </p:cNvSpPr>
              <p:nvPr userDrawn="1"/>
            </p:nvSpPr>
            <p:spPr bwMode="auto">
              <a:xfrm>
                <a:off x="-941" y="1940"/>
                <a:ext cx="75" cy="74"/>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9"/>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4" name="Freeform 1039">
                <a:extLst>
                  <a:ext uri="{FF2B5EF4-FFF2-40B4-BE49-F238E27FC236}">
                    <a16:creationId xmlns:a16="http://schemas.microsoft.com/office/drawing/2014/main" id="{B9513E0B-90D5-4170-9247-FFF3F95FAF67}"/>
                  </a:ext>
                </a:extLst>
              </p:cNvPr>
              <p:cNvSpPr>
                <a:spLocks noEditPoints="1"/>
              </p:cNvSpPr>
              <p:nvPr userDrawn="1"/>
            </p:nvSpPr>
            <p:spPr bwMode="auto">
              <a:xfrm>
                <a:off x="-944" y="2002"/>
                <a:ext cx="17" cy="17"/>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5" name="Freeform 1040">
                <a:extLst>
                  <a:ext uri="{FF2B5EF4-FFF2-40B4-BE49-F238E27FC236}">
                    <a16:creationId xmlns:a16="http://schemas.microsoft.com/office/drawing/2014/main" id="{398B7C6F-67A2-40D5-B322-068AE110A1BB}"/>
                  </a:ext>
                </a:extLst>
              </p:cNvPr>
              <p:cNvSpPr>
                <a:spLocks noEditPoints="1"/>
              </p:cNvSpPr>
              <p:nvPr userDrawn="1"/>
            </p:nvSpPr>
            <p:spPr bwMode="auto">
              <a:xfrm>
                <a:off x="-953" y="2015"/>
                <a:ext cx="14" cy="13"/>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6" name="Freeform 1041">
                <a:extLst>
                  <a:ext uri="{FF2B5EF4-FFF2-40B4-BE49-F238E27FC236}">
                    <a16:creationId xmlns:a16="http://schemas.microsoft.com/office/drawing/2014/main" id="{811F064B-E9DB-4E9C-B676-825E0A1141BF}"/>
                  </a:ext>
                </a:extLst>
              </p:cNvPr>
              <p:cNvSpPr>
                <a:spLocks noEditPoints="1"/>
              </p:cNvSpPr>
              <p:nvPr userDrawn="1"/>
            </p:nvSpPr>
            <p:spPr bwMode="auto">
              <a:xfrm>
                <a:off x="-965" y="2017"/>
                <a:ext cx="12"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7" name="Freeform 1042">
                <a:extLst>
                  <a:ext uri="{FF2B5EF4-FFF2-40B4-BE49-F238E27FC236}">
                    <a16:creationId xmlns:a16="http://schemas.microsoft.com/office/drawing/2014/main" id="{316F52FC-1F5B-4662-A278-7C0B1D04AEA9}"/>
                  </a:ext>
                </a:extLst>
              </p:cNvPr>
              <p:cNvSpPr>
                <a:spLocks noEditPoints="1"/>
              </p:cNvSpPr>
              <p:nvPr userDrawn="1"/>
            </p:nvSpPr>
            <p:spPr bwMode="auto">
              <a:xfrm>
                <a:off x="-1232" y="2024"/>
                <a:ext cx="75" cy="74"/>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8" name="Freeform 1043">
                <a:extLst>
                  <a:ext uri="{FF2B5EF4-FFF2-40B4-BE49-F238E27FC236}">
                    <a16:creationId xmlns:a16="http://schemas.microsoft.com/office/drawing/2014/main" id="{1C94B771-3EAA-4E0E-8E67-33EDFBB9939C}"/>
                  </a:ext>
                </a:extLst>
              </p:cNvPr>
              <p:cNvSpPr>
                <a:spLocks noEditPoints="1"/>
              </p:cNvSpPr>
              <p:nvPr userDrawn="1"/>
            </p:nvSpPr>
            <p:spPr bwMode="auto">
              <a:xfrm>
                <a:off x="-1235" y="2086"/>
                <a:ext cx="17" cy="17"/>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9" name="Freeform 1044">
                <a:extLst>
                  <a:ext uri="{FF2B5EF4-FFF2-40B4-BE49-F238E27FC236}">
                    <a16:creationId xmlns:a16="http://schemas.microsoft.com/office/drawing/2014/main" id="{D013339B-F7F1-4FF4-9F12-82319E80E844}"/>
                  </a:ext>
                </a:extLst>
              </p:cNvPr>
              <p:cNvSpPr>
                <a:spLocks noEditPoints="1"/>
              </p:cNvSpPr>
              <p:nvPr userDrawn="1"/>
            </p:nvSpPr>
            <p:spPr bwMode="auto">
              <a:xfrm>
                <a:off x="-1243" y="2099"/>
                <a:ext cx="13" cy="13"/>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16 w 17"/>
                  <a:gd name="T35" fmla="*/ 13 h 17"/>
                  <a:gd name="T36" fmla="*/ 17 w 17"/>
                  <a:gd name="T37" fmla="*/ 9 h 17"/>
                  <a:gd name="T38" fmla="*/ 12 w 17"/>
                  <a:gd name="T39" fmla="*/ 1 h 17"/>
                  <a:gd name="T40" fmla="*/ 8 w 17"/>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0" name="Freeform 1045">
                <a:extLst>
                  <a:ext uri="{FF2B5EF4-FFF2-40B4-BE49-F238E27FC236}">
                    <a16:creationId xmlns:a16="http://schemas.microsoft.com/office/drawing/2014/main" id="{72A0720C-40BE-416D-91EC-665AD9B589FF}"/>
                  </a:ext>
                </a:extLst>
              </p:cNvPr>
              <p:cNvSpPr>
                <a:spLocks noEditPoints="1"/>
              </p:cNvSpPr>
              <p:nvPr userDrawn="1"/>
            </p:nvSpPr>
            <p:spPr bwMode="auto">
              <a:xfrm>
                <a:off x="-1256" y="2101"/>
                <a:ext cx="12" cy="11"/>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15 w 16"/>
                  <a:gd name="T37" fmla="*/ 11 h 15"/>
                  <a:gd name="T38" fmla="*/ 16 w 16"/>
                  <a:gd name="T39" fmla="*/ 7 h 15"/>
                  <a:gd name="T40" fmla="*/ 11 w 16"/>
                  <a:gd name="T41" fmla="*/ 1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1" name="Freeform 1046">
                <a:extLst>
                  <a:ext uri="{FF2B5EF4-FFF2-40B4-BE49-F238E27FC236}">
                    <a16:creationId xmlns:a16="http://schemas.microsoft.com/office/drawing/2014/main" id="{A44AA6C7-78A2-4B3F-8BDA-A334BD109CEC}"/>
                  </a:ext>
                </a:extLst>
              </p:cNvPr>
              <p:cNvSpPr>
                <a:spLocks noEditPoints="1"/>
              </p:cNvSpPr>
              <p:nvPr userDrawn="1"/>
            </p:nvSpPr>
            <p:spPr bwMode="auto">
              <a:xfrm>
                <a:off x="-713" y="1814"/>
                <a:ext cx="72" cy="7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2" name="Freeform 1047">
                <a:extLst>
                  <a:ext uri="{FF2B5EF4-FFF2-40B4-BE49-F238E27FC236}">
                    <a16:creationId xmlns:a16="http://schemas.microsoft.com/office/drawing/2014/main" id="{AB75907B-86D6-4F90-9F72-A65C9D98C743}"/>
                  </a:ext>
                </a:extLst>
              </p:cNvPr>
              <p:cNvSpPr>
                <a:spLocks noEditPoints="1"/>
              </p:cNvSpPr>
              <p:nvPr userDrawn="1"/>
            </p:nvSpPr>
            <p:spPr bwMode="auto">
              <a:xfrm>
                <a:off x="-720" y="1868"/>
                <a:ext cx="16" cy="16"/>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3" name="Freeform 1048">
                <a:extLst>
                  <a:ext uri="{FF2B5EF4-FFF2-40B4-BE49-F238E27FC236}">
                    <a16:creationId xmlns:a16="http://schemas.microsoft.com/office/drawing/2014/main" id="{0BB8F02C-9838-4033-B71B-24728471FE16}"/>
                  </a:ext>
                </a:extLst>
              </p:cNvPr>
              <p:cNvSpPr>
                <a:spLocks noEditPoints="1"/>
              </p:cNvSpPr>
              <p:nvPr userDrawn="1"/>
            </p:nvSpPr>
            <p:spPr bwMode="auto">
              <a:xfrm>
                <a:off x="-730" y="1878"/>
                <a:ext cx="12" cy="13"/>
              </a:xfrm>
              <a:custGeom>
                <a:avLst/>
                <a:gdLst>
                  <a:gd name="T0" fmla="*/ 6 w 16"/>
                  <a:gd name="T1" fmla="*/ 7 h 17"/>
                  <a:gd name="T2" fmla="*/ 8 w 16"/>
                  <a:gd name="T3" fmla="*/ 6 h 17"/>
                  <a:gd name="T4" fmla="*/ 9 w 16"/>
                  <a:gd name="T5" fmla="*/ 6 h 17"/>
                  <a:gd name="T6" fmla="*/ 10 w 16"/>
                  <a:gd name="T7" fmla="*/ 8 h 17"/>
                  <a:gd name="T8" fmla="*/ 10 w 16"/>
                  <a:gd name="T9" fmla="*/ 10 h 17"/>
                  <a:gd name="T10" fmla="*/ 8 w 16"/>
                  <a:gd name="T11" fmla="*/ 11 h 17"/>
                  <a:gd name="T12" fmla="*/ 6 w 16"/>
                  <a:gd name="T13" fmla="*/ 10 h 17"/>
                  <a:gd name="T14" fmla="*/ 6 w 16"/>
                  <a:gd name="T15" fmla="*/ 8 h 17"/>
                  <a:gd name="T16" fmla="*/ 6 w 16"/>
                  <a:gd name="T17" fmla="*/ 7 h 17"/>
                  <a:gd name="T18" fmla="*/ 6 w 16"/>
                  <a:gd name="T19" fmla="*/ 7 h 17"/>
                  <a:gd name="T20" fmla="*/ 8 w 16"/>
                  <a:gd name="T21" fmla="*/ 0 h 17"/>
                  <a:gd name="T22" fmla="*/ 8 w 16"/>
                  <a:gd name="T23" fmla="*/ 0 h 17"/>
                  <a:gd name="T24" fmla="*/ 8 w 16"/>
                  <a:gd name="T25" fmla="*/ 0 h 17"/>
                  <a:gd name="T26" fmla="*/ 1 w 16"/>
                  <a:gd name="T27" fmla="*/ 3 h 17"/>
                  <a:gd name="T28" fmla="*/ 1 w 16"/>
                  <a:gd name="T29" fmla="*/ 3 h 17"/>
                  <a:gd name="T30" fmla="*/ 0 w 16"/>
                  <a:gd name="T31" fmla="*/ 8 h 17"/>
                  <a:gd name="T32" fmla="*/ 3 w 16"/>
                  <a:gd name="T33" fmla="*/ 15 h 17"/>
                  <a:gd name="T34" fmla="*/ 8 w 16"/>
                  <a:gd name="T35" fmla="*/ 17 h 17"/>
                  <a:gd name="T36" fmla="*/ 8 w 16"/>
                  <a:gd name="T37" fmla="*/ 17 h 17"/>
                  <a:gd name="T38" fmla="*/ 15 w 16"/>
                  <a:gd name="T39" fmla="*/ 13 h 17"/>
                  <a:gd name="T40" fmla="*/ 16 w 16"/>
                  <a:gd name="T41" fmla="*/ 8 h 17"/>
                  <a:gd name="T42" fmla="*/ 13 w 16"/>
                  <a:gd name="T43" fmla="*/ 2 h 17"/>
                  <a:gd name="T44" fmla="*/ 8 w 1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7">
                    <a:moveTo>
                      <a:pt x="6" y="7"/>
                    </a:move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cubicBezTo>
                      <a:pt x="7" y="11"/>
                      <a:pt x="7" y="10"/>
                      <a:pt x="6" y="10"/>
                    </a:cubicBezTo>
                    <a:cubicBezTo>
                      <a:pt x="6" y="10"/>
                      <a:pt x="6" y="9"/>
                      <a:pt x="6" y="8"/>
                    </a:cubicBezTo>
                    <a:cubicBezTo>
                      <a:pt x="6" y="8"/>
                      <a:pt x="6" y="7"/>
                      <a:pt x="6" y="7"/>
                    </a:cubicBezTo>
                    <a:cubicBezTo>
                      <a:pt x="6" y="7"/>
                      <a:pt x="6" y="7"/>
                      <a:pt x="6" y="7"/>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4" name="Freeform 1049">
                <a:extLst>
                  <a:ext uri="{FF2B5EF4-FFF2-40B4-BE49-F238E27FC236}">
                    <a16:creationId xmlns:a16="http://schemas.microsoft.com/office/drawing/2014/main" id="{676271F2-6FCC-4A1F-9840-9741849469C3}"/>
                  </a:ext>
                </a:extLst>
              </p:cNvPr>
              <p:cNvSpPr>
                <a:spLocks noEditPoints="1"/>
              </p:cNvSpPr>
              <p:nvPr userDrawn="1"/>
            </p:nvSpPr>
            <p:spPr bwMode="auto">
              <a:xfrm>
                <a:off x="-742" y="1877"/>
                <a:ext cx="11" cy="11"/>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5" name="Freeform 1050">
                <a:extLst>
                  <a:ext uri="{FF2B5EF4-FFF2-40B4-BE49-F238E27FC236}">
                    <a16:creationId xmlns:a16="http://schemas.microsoft.com/office/drawing/2014/main" id="{8CD900CD-54C8-4671-BD51-C6F418B757DF}"/>
                  </a:ext>
                </a:extLst>
              </p:cNvPr>
              <p:cNvSpPr>
                <a:spLocks noEditPoints="1"/>
              </p:cNvSpPr>
              <p:nvPr userDrawn="1"/>
            </p:nvSpPr>
            <p:spPr bwMode="auto">
              <a:xfrm>
                <a:off x="-1292" y="1110"/>
                <a:ext cx="180" cy="152"/>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4 w 240"/>
                  <a:gd name="T101" fmla="*/ 124 h 203"/>
                  <a:gd name="T102" fmla="*/ 206 w 240"/>
                  <a:gd name="T103" fmla="*/ 112 h 203"/>
                  <a:gd name="T104" fmla="*/ 240 w 240"/>
                  <a:gd name="T105" fmla="*/ 81 h 203"/>
                  <a:gd name="T106" fmla="*/ 228 w 240"/>
                  <a:gd name="T107" fmla="*/ 55 h 203"/>
                  <a:gd name="T108" fmla="*/ 214 w 240"/>
                  <a:gd name="T109" fmla="*/ 54 h 203"/>
                  <a:gd name="T110" fmla="*/ 204 w 240"/>
                  <a:gd name="T111" fmla="*/ 48 h 203"/>
                  <a:gd name="T112" fmla="*/ 207 w 240"/>
                  <a:gd name="T113" fmla="*/ 15 h 203"/>
                  <a:gd name="T114" fmla="*/ 195 w 240"/>
                  <a:gd name="T115" fmla="*/ 5 h 203"/>
                  <a:gd name="T116" fmla="*/ 189 w 240"/>
                  <a:gd name="T117" fmla="*/ 3 h 203"/>
                  <a:gd name="T118" fmla="*/ 122 w 240"/>
                  <a:gd name="T119" fmla="*/ 4 h 203"/>
                  <a:gd name="T120" fmla="*/ 120 w 240"/>
                  <a:gd name="T121" fmla="*/ 6 h 203"/>
                  <a:gd name="T122" fmla="*/ 119 w 240"/>
                  <a:gd name="T123" fmla="*/ 6 h 203"/>
                  <a:gd name="T124" fmla="*/ 105 w 240"/>
                  <a:gd name="T12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6" name="Freeform 1051">
                <a:extLst>
                  <a:ext uri="{FF2B5EF4-FFF2-40B4-BE49-F238E27FC236}">
                    <a16:creationId xmlns:a16="http://schemas.microsoft.com/office/drawing/2014/main" id="{A33CA307-0393-4AF0-900B-A12C198D47AE}"/>
                  </a:ext>
                </a:extLst>
              </p:cNvPr>
              <p:cNvSpPr>
                <a:spLocks/>
              </p:cNvSpPr>
              <p:nvPr userDrawn="1"/>
            </p:nvSpPr>
            <p:spPr bwMode="auto">
              <a:xfrm>
                <a:off x="-1278" y="1204"/>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7" name="Freeform 1052">
                <a:extLst>
                  <a:ext uri="{FF2B5EF4-FFF2-40B4-BE49-F238E27FC236}">
                    <a16:creationId xmlns:a16="http://schemas.microsoft.com/office/drawing/2014/main" id="{25EC8CAB-8E7E-4DD2-9670-2472B0805ABB}"/>
                  </a:ext>
                </a:extLst>
              </p:cNvPr>
              <p:cNvSpPr>
                <a:spLocks/>
              </p:cNvSpPr>
              <p:nvPr userDrawn="1"/>
            </p:nvSpPr>
            <p:spPr bwMode="auto">
              <a:xfrm>
                <a:off x="-1133" y="1262"/>
                <a:ext cx="3" cy="6"/>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8" name="Freeform 1053">
                <a:extLst>
                  <a:ext uri="{FF2B5EF4-FFF2-40B4-BE49-F238E27FC236}">
                    <a16:creationId xmlns:a16="http://schemas.microsoft.com/office/drawing/2014/main" id="{395BDBF3-A5E5-4B3C-BB1F-8AAE86A98AAC}"/>
                  </a:ext>
                </a:extLst>
              </p:cNvPr>
              <p:cNvSpPr>
                <a:spLocks noEditPoints="1"/>
              </p:cNvSpPr>
              <p:nvPr userDrawn="1"/>
            </p:nvSpPr>
            <p:spPr bwMode="auto">
              <a:xfrm>
                <a:off x="-1473" y="2017"/>
                <a:ext cx="180" cy="157"/>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29 w 240"/>
                  <a:gd name="T69" fmla="*/ 10 h 209"/>
                  <a:gd name="T70" fmla="*/ 17 w 240"/>
                  <a:gd name="T71" fmla="*/ 66 h 209"/>
                  <a:gd name="T72" fmla="*/ 21 w 240"/>
                  <a:gd name="T73" fmla="*/ 77 h 209"/>
                  <a:gd name="T74" fmla="*/ 1 w 240"/>
                  <a:gd name="T75" fmla="*/ 89 h 209"/>
                  <a:gd name="T76" fmla="*/ 14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6 w 240"/>
                  <a:gd name="T97" fmla="*/ 111 h 209"/>
                  <a:gd name="T98" fmla="*/ 240 w 240"/>
                  <a:gd name="T99" fmla="*/ 80 h 209"/>
                  <a:gd name="T100" fmla="*/ 227 w 240"/>
                  <a:gd name="T101" fmla="*/ 55 h 209"/>
                  <a:gd name="T102" fmla="*/ 214 w 240"/>
                  <a:gd name="T103" fmla="*/ 53 h 209"/>
                  <a:gd name="T104" fmla="*/ 203 w 240"/>
                  <a:gd name="T105" fmla="*/ 48 h 209"/>
                  <a:gd name="T106" fmla="*/ 207 w 240"/>
                  <a:gd name="T107" fmla="*/ 14 h 209"/>
                  <a:gd name="T108" fmla="*/ 195 w 240"/>
                  <a:gd name="T109" fmla="*/ 4 h 209"/>
                  <a:gd name="T110" fmla="*/ 189 w 240"/>
                  <a:gd name="T111" fmla="*/ 2 h 209"/>
                  <a:gd name="T112" fmla="*/ 122 w 240"/>
                  <a:gd name="T113" fmla="*/ 3 h 209"/>
                  <a:gd name="T114" fmla="*/ 120 w 240"/>
                  <a:gd name="T115" fmla="*/ 5 h 209"/>
                  <a:gd name="T116" fmla="*/ 118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9" name="Freeform 1054">
                <a:extLst>
                  <a:ext uri="{FF2B5EF4-FFF2-40B4-BE49-F238E27FC236}">
                    <a16:creationId xmlns:a16="http://schemas.microsoft.com/office/drawing/2014/main" id="{9C9A1B40-A121-4CAF-B49D-EC751802EAF6}"/>
                  </a:ext>
                </a:extLst>
              </p:cNvPr>
              <p:cNvSpPr>
                <a:spLocks noEditPoints="1"/>
              </p:cNvSpPr>
              <p:nvPr userDrawn="1"/>
            </p:nvSpPr>
            <p:spPr bwMode="auto">
              <a:xfrm>
                <a:off x="-1100" y="1131"/>
                <a:ext cx="179" cy="124"/>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0" name="Freeform 1055">
                <a:extLst>
                  <a:ext uri="{FF2B5EF4-FFF2-40B4-BE49-F238E27FC236}">
                    <a16:creationId xmlns:a16="http://schemas.microsoft.com/office/drawing/2014/main" id="{B9F7E1C9-BAAD-4309-BADF-E7E46378635A}"/>
                  </a:ext>
                </a:extLst>
              </p:cNvPr>
              <p:cNvSpPr>
                <a:spLocks noEditPoints="1"/>
              </p:cNvSpPr>
              <p:nvPr userDrawn="1"/>
            </p:nvSpPr>
            <p:spPr bwMode="auto">
              <a:xfrm>
                <a:off x="-482" y="1113"/>
                <a:ext cx="180" cy="124"/>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7 w 239"/>
                  <a:gd name="T59" fmla="*/ 132 h 165"/>
                  <a:gd name="T60" fmla="*/ 104 w 239"/>
                  <a:gd name="T61" fmla="*/ 147 h 165"/>
                  <a:gd name="T62" fmla="*/ 114 w 239"/>
                  <a:gd name="T63" fmla="*/ 129 h 165"/>
                  <a:gd name="T64" fmla="*/ 30 w 239"/>
                  <a:gd name="T65" fmla="*/ 128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1" name="Freeform 1056">
                <a:extLst>
                  <a:ext uri="{FF2B5EF4-FFF2-40B4-BE49-F238E27FC236}">
                    <a16:creationId xmlns:a16="http://schemas.microsoft.com/office/drawing/2014/main" id="{66950856-3B4C-4A43-AE85-2DF5420ED1B7}"/>
                  </a:ext>
                </a:extLst>
              </p:cNvPr>
              <p:cNvSpPr>
                <a:spLocks noEditPoints="1"/>
              </p:cNvSpPr>
              <p:nvPr userDrawn="1"/>
            </p:nvSpPr>
            <p:spPr bwMode="auto">
              <a:xfrm>
                <a:off x="-459" y="1506"/>
                <a:ext cx="223" cy="201"/>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2" name="Freeform 1057">
                <a:extLst>
                  <a:ext uri="{FF2B5EF4-FFF2-40B4-BE49-F238E27FC236}">
                    <a16:creationId xmlns:a16="http://schemas.microsoft.com/office/drawing/2014/main" id="{5AC5DE5D-2AED-4F26-BBD2-CB9D08DA87F8}"/>
                  </a:ext>
                </a:extLst>
              </p:cNvPr>
              <p:cNvSpPr>
                <a:spLocks noEditPoints="1"/>
              </p:cNvSpPr>
              <p:nvPr userDrawn="1"/>
            </p:nvSpPr>
            <p:spPr bwMode="auto">
              <a:xfrm>
                <a:off x="-459" y="1580"/>
                <a:ext cx="10" cy="36"/>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3" name="Freeform 1058">
                <a:extLst>
                  <a:ext uri="{FF2B5EF4-FFF2-40B4-BE49-F238E27FC236}">
                    <a16:creationId xmlns:a16="http://schemas.microsoft.com/office/drawing/2014/main" id="{45839A11-FC77-42D9-8BF9-5F5C2298A80D}"/>
                  </a:ext>
                </a:extLst>
              </p:cNvPr>
              <p:cNvSpPr>
                <a:spLocks noEditPoints="1"/>
              </p:cNvSpPr>
              <p:nvPr userDrawn="1"/>
            </p:nvSpPr>
            <p:spPr bwMode="auto">
              <a:xfrm>
                <a:off x="-991" y="1241"/>
                <a:ext cx="89" cy="55"/>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4" name="Freeform 1059">
                <a:extLst>
                  <a:ext uri="{FF2B5EF4-FFF2-40B4-BE49-F238E27FC236}">
                    <a16:creationId xmlns:a16="http://schemas.microsoft.com/office/drawing/2014/main" id="{76E77F7D-0024-402C-A28C-CEBE147CACAB}"/>
                  </a:ext>
                </a:extLst>
              </p:cNvPr>
              <p:cNvSpPr>
                <a:spLocks noEditPoints="1"/>
              </p:cNvSpPr>
              <p:nvPr userDrawn="1"/>
            </p:nvSpPr>
            <p:spPr bwMode="auto">
              <a:xfrm>
                <a:off x="-1613" y="1358"/>
                <a:ext cx="111" cy="68"/>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5" name="Freeform 1060">
                <a:extLst>
                  <a:ext uri="{FF2B5EF4-FFF2-40B4-BE49-F238E27FC236}">
                    <a16:creationId xmlns:a16="http://schemas.microsoft.com/office/drawing/2014/main" id="{BB4EC9DA-E774-4ABA-AF11-7A728AB726A6}"/>
                  </a:ext>
                </a:extLst>
              </p:cNvPr>
              <p:cNvSpPr>
                <a:spLocks noEditPoints="1"/>
              </p:cNvSpPr>
              <p:nvPr userDrawn="1"/>
            </p:nvSpPr>
            <p:spPr bwMode="auto">
              <a:xfrm>
                <a:off x="-794" y="1712"/>
                <a:ext cx="90" cy="55"/>
              </a:xfrm>
              <a:custGeom>
                <a:avLst/>
                <a:gdLst>
                  <a:gd name="T0" fmla="*/ 32 w 119"/>
                  <a:gd name="T1" fmla="*/ 19 h 73"/>
                  <a:gd name="T2" fmla="*/ 32 w 119"/>
                  <a:gd name="T3" fmla="*/ 19 h 73"/>
                  <a:gd name="T4" fmla="*/ 49 w 119"/>
                  <a:gd name="T5" fmla="*/ 6 h 73"/>
                  <a:gd name="T6" fmla="*/ 100 w 119"/>
                  <a:gd name="T7" fmla="*/ 6 h 73"/>
                  <a:gd name="T8" fmla="*/ 106 w 119"/>
                  <a:gd name="T9" fmla="*/ 9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3 w 119"/>
                  <a:gd name="T27" fmla="*/ 62 h 73"/>
                  <a:gd name="T28" fmla="*/ 32 w 119"/>
                  <a:gd name="T29" fmla="*/ 55 h 73"/>
                  <a:gd name="T30" fmla="*/ 32 w 119"/>
                  <a:gd name="T31" fmla="*/ 53 h 73"/>
                  <a:gd name="T32" fmla="*/ 32 w 119"/>
                  <a:gd name="T33" fmla="*/ 51 h 73"/>
                  <a:gd name="T34" fmla="*/ 21 w 119"/>
                  <a:gd name="T35" fmla="*/ 37 h 73"/>
                  <a:gd name="T36" fmla="*/ 33 w 119"/>
                  <a:gd name="T37" fmla="*/ 43 h 73"/>
                  <a:gd name="T38" fmla="*/ 33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7 w 119"/>
                  <a:gd name="T53" fmla="*/ 18 h 73"/>
                  <a:gd name="T54" fmla="*/ 27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5 w 119"/>
                  <a:gd name="T89" fmla="*/ 10 h 73"/>
                  <a:gd name="T90" fmla="*/ 107 w 119"/>
                  <a:gd name="T91" fmla="*/ 2 h 73"/>
                  <a:gd name="T92" fmla="*/ 101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2" y="19"/>
                    </a:moveTo>
                    <a:cubicBezTo>
                      <a:pt x="32" y="19"/>
                      <a:pt x="32" y="19"/>
                      <a:pt x="32" y="19"/>
                    </a:cubicBezTo>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6" name="Freeform 1061">
                <a:extLst>
                  <a:ext uri="{FF2B5EF4-FFF2-40B4-BE49-F238E27FC236}">
                    <a16:creationId xmlns:a16="http://schemas.microsoft.com/office/drawing/2014/main" id="{8EF85C78-F43A-4095-9468-1639A4830892}"/>
                  </a:ext>
                </a:extLst>
              </p:cNvPr>
              <p:cNvSpPr>
                <a:spLocks noEditPoints="1"/>
              </p:cNvSpPr>
              <p:nvPr userDrawn="1"/>
            </p:nvSpPr>
            <p:spPr bwMode="auto">
              <a:xfrm>
                <a:off x="-620" y="1084"/>
                <a:ext cx="66" cy="40"/>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3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2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5"/>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3"/>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2"/>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7" name="Freeform 1062">
                <a:extLst>
                  <a:ext uri="{FF2B5EF4-FFF2-40B4-BE49-F238E27FC236}">
                    <a16:creationId xmlns:a16="http://schemas.microsoft.com/office/drawing/2014/main" id="{145F46FC-C350-47F2-8CE0-27FE37544F76}"/>
                  </a:ext>
                </a:extLst>
              </p:cNvPr>
              <p:cNvSpPr>
                <a:spLocks noEditPoints="1"/>
              </p:cNvSpPr>
              <p:nvPr userDrawn="1"/>
            </p:nvSpPr>
            <p:spPr bwMode="auto">
              <a:xfrm>
                <a:off x="-755" y="1105"/>
                <a:ext cx="89" cy="55"/>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8" name="Freeform 1063">
                <a:extLst>
                  <a:ext uri="{FF2B5EF4-FFF2-40B4-BE49-F238E27FC236}">
                    <a16:creationId xmlns:a16="http://schemas.microsoft.com/office/drawing/2014/main" id="{AEA2FDB6-2AF8-418D-8054-0B0D3C9619C2}"/>
                  </a:ext>
                </a:extLst>
              </p:cNvPr>
              <p:cNvSpPr>
                <a:spLocks noEditPoints="1"/>
              </p:cNvSpPr>
              <p:nvPr userDrawn="1"/>
            </p:nvSpPr>
            <p:spPr bwMode="auto">
              <a:xfrm>
                <a:off x="-1401" y="1491"/>
                <a:ext cx="87" cy="54"/>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9" name="Freeform 1064">
                <a:extLst>
                  <a:ext uri="{FF2B5EF4-FFF2-40B4-BE49-F238E27FC236}">
                    <a16:creationId xmlns:a16="http://schemas.microsoft.com/office/drawing/2014/main" id="{79A9C8E5-1CFA-48FA-ACBC-432EDEE7A621}"/>
                  </a:ext>
                </a:extLst>
              </p:cNvPr>
              <p:cNvSpPr>
                <a:spLocks noEditPoints="1"/>
              </p:cNvSpPr>
              <p:nvPr userDrawn="1"/>
            </p:nvSpPr>
            <p:spPr bwMode="auto">
              <a:xfrm>
                <a:off x="-905" y="1201"/>
                <a:ext cx="320" cy="96"/>
              </a:xfrm>
              <a:custGeom>
                <a:avLst/>
                <a:gdLst>
                  <a:gd name="T0" fmla="*/ 92 w 426"/>
                  <a:gd name="T1" fmla="*/ 25 h 128"/>
                  <a:gd name="T2" fmla="*/ 346 w 426"/>
                  <a:gd name="T3" fmla="*/ 6 h 128"/>
                  <a:gd name="T4" fmla="*/ 373 w 426"/>
                  <a:gd name="T5" fmla="*/ 7 h 128"/>
                  <a:gd name="T6" fmla="*/ 420 w 426"/>
                  <a:gd name="T7" fmla="*/ 45 h 128"/>
                  <a:gd name="T8" fmla="*/ 420 w 426"/>
                  <a:gd name="T9" fmla="*/ 46 h 128"/>
                  <a:gd name="T10" fmla="*/ 420 w 426"/>
                  <a:gd name="T11" fmla="*/ 46 h 128"/>
                  <a:gd name="T12" fmla="*/ 420 w 426"/>
                  <a:gd name="T13" fmla="*/ 46 h 128"/>
                  <a:gd name="T14" fmla="*/ 384 w 426"/>
                  <a:gd name="T15" fmla="*/ 103 h 128"/>
                  <a:gd name="T16" fmla="*/ 369 w 426"/>
                  <a:gd name="T17" fmla="*/ 106 h 128"/>
                  <a:gd name="T18" fmla="*/ 368 w 426"/>
                  <a:gd name="T19" fmla="*/ 107 h 128"/>
                  <a:gd name="T20" fmla="*/ 101 w 426"/>
                  <a:gd name="T21" fmla="*/ 112 h 128"/>
                  <a:gd name="T22" fmla="*/ 57 w 426"/>
                  <a:gd name="T23" fmla="*/ 116 h 128"/>
                  <a:gd name="T24" fmla="*/ 72 w 426"/>
                  <a:gd name="T25" fmla="*/ 105 h 128"/>
                  <a:gd name="T26" fmla="*/ 39 w 426"/>
                  <a:gd name="T27" fmla="*/ 84 h 128"/>
                  <a:gd name="T28" fmla="*/ 37 w 426"/>
                  <a:gd name="T29" fmla="*/ 74 h 128"/>
                  <a:gd name="T30" fmla="*/ 37 w 426"/>
                  <a:gd name="T31" fmla="*/ 74 h 128"/>
                  <a:gd name="T32" fmla="*/ 44 w 426"/>
                  <a:gd name="T33" fmla="*/ 46 h 128"/>
                  <a:gd name="T34" fmla="*/ 79 w 426"/>
                  <a:gd name="T35" fmla="*/ 26 h 128"/>
                  <a:gd name="T36" fmla="*/ 83 w 426"/>
                  <a:gd name="T37" fmla="*/ 26 h 128"/>
                  <a:gd name="T38" fmla="*/ 83 w 426"/>
                  <a:gd name="T39" fmla="*/ 26 h 128"/>
                  <a:gd name="T40" fmla="*/ 346 w 426"/>
                  <a:gd name="T41" fmla="*/ 0 h 128"/>
                  <a:gd name="T42" fmla="*/ 83 w 426"/>
                  <a:gd name="T43" fmla="*/ 20 h 128"/>
                  <a:gd name="T44" fmla="*/ 39 w 426"/>
                  <a:gd name="T45" fmla="*/ 42 h 128"/>
                  <a:gd name="T46" fmla="*/ 31 w 426"/>
                  <a:gd name="T47" fmla="*/ 74 h 128"/>
                  <a:gd name="T48" fmla="*/ 31 w 426"/>
                  <a:gd name="T49" fmla="*/ 74 h 128"/>
                  <a:gd name="T50" fmla="*/ 49 w 426"/>
                  <a:gd name="T51" fmla="*/ 105 h 128"/>
                  <a:gd name="T52" fmla="*/ 0 w 426"/>
                  <a:gd name="T53" fmla="*/ 128 h 128"/>
                  <a:gd name="T54" fmla="*/ 39 w 426"/>
                  <a:gd name="T55" fmla="*/ 124 h 128"/>
                  <a:gd name="T56" fmla="*/ 91 w 426"/>
                  <a:gd name="T57" fmla="*/ 119 h 128"/>
                  <a:gd name="T58" fmla="*/ 101 w 426"/>
                  <a:gd name="T59" fmla="*/ 118 h 128"/>
                  <a:gd name="T60" fmla="*/ 102 w 426"/>
                  <a:gd name="T61" fmla="*/ 118 h 128"/>
                  <a:gd name="T62" fmla="*/ 368 w 426"/>
                  <a:gd name="T63" fmla="*/ 113 h 128"/>
                  <a:gd name="T64" fmla="*/ 396 w 426"/>
                  <a:gd name="T65" fmla="*/ 103 h 128"/>
                  <a:gd name="T66" fmla="*/ 426 w 426"/>
                  <a:gd name="T67" fmla="*/ 46 h 128"/>
                  <a:gd name="T68" fmla="*/ 418 w 426"/>
                  <a:gd name="T69" fmla="*/ 22 h 128"/>
                  <a:gd name="T70" fmla="*/ 372 w 426"/>
                  <a:gd name="T7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19"/>
                      <a:pt x="83" y="20"/>
                    </a:cubicBezTo>
                    <a:cubicBezTo>
                      <a:pt x="82" y="20"/>
                      <a:pt x="69" y="21"/>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0" name="Freeform 1065">
                <a:extLst>
                  <a:ext uri="{FF2B5EF4-FFF2-40B4-BE49-F238E27FC236}">
                    <a16:creationId xmlns:a16="http://schemas.microsoft.com/office/drawing/2014/main" id="{1AD7784A-8D83-401D-84D9-DCDB48A29FD6}"/>
                  </a:ext>
                </a:extLst>
              </p:cNvPr>
              <p:cNvSpPr>
                <a:spLocks/>
              </p:cNvSpPr>
              <p:nvPr userDrawn="1"/>
            </p:nvSpPr>
            <p:spPr bwMode="auto">
              <a:xfrm>
                <a:off x="-1607" y="1249"/>
                <a:ext cx="320" cy="95"/>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1" name="Freeform 1066">
                <a:extLst>
                  <a:ext uri="{FF2B5EF4-FFF2-40B4-BE49-F238E27FC236}">
                    <a16:creationId xmlns:a16="http://schemas.microsoft.com/office/drawing/2014/main" id="{2741D114-A6E7-4B13-B41B-ACC484132509}"/>
                  </a:ext>
                </a:extLst>
              </p:cNvPr>
              <p:cNvSpPr>
                <a:spLocks noEditPoints="1"/>
              </p:cNvSpPr>
              <p:nvPr userDrawn="1"/>
            </p:nvSpPr>
            <p:spPr bwMode="auto">
              <a:xfrm>
                <a:off x="-1325" y="1250"/>
                <a:ext cx="24" cy="10"/>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2" name="Freeform 1067">
                <a:extLst>
                  <a:ext uri="{FF2B5EF4-FFF2-40B4-BE49-F238E27FC236}">
                    <a16:creationId xmlns:a16="http://schemas.microsoft.com/office/drawing/2014/main" id="{4B3C04BE-8250-4878-9873-A6701C0B5CE4}"/>
                  </a:ext>
                </a:extLst>
              </p:cNvPr>
              <p:cNvSpPr>
                <a:spLocks noEditPoints="1"/>
              </p:cNvSpPr>
              <p:nvPr userDrawn="1"/>
            </p:nvSpPr>
            <p:spPr bwMode="auto">
              <a:xfrm>
                <a:off x="-1331" y="1536"/>
                <a:ext cx="320" cy="96"/>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0 w 426"/>
                  <a:gd name="T69" fmla="*/ 7 h 128"/>
                  <a:gd name="T70" fmla="*/ 346 w 426"/>
                  <a:gd name="T71" fmla="*/ 6 h 128"/>
                  <a:gd name="T72" fmla="*/ 371 w 426"/>
                  <a:gd name="T73" fmla="*/ 7 h 128"/>
                  <a:gd name="T74" fmla="*/ 373 w 426"/>
                  <a:gd name="T75" fmla="*/ 7 h 128"/>
                  <a:gd name="T76" fmla="*/ 410 w 426"/>
                  <a:gd name="T77" fmla="*/ 15 h 128"/>
                  <a:gd name="T78" fmla="*/ 410 w 426"/>
                  <a:gd name="T79" fmla="*/ 14 h 128"/>
                  <a:gd name="T80" fmla="*/ 374 w 426"/>
                  <a:gd name="T81" fmla="*/ 1 h 128"/>
                  <a:gd name="T82" fmla="*/ 346 w 426"/>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3" name="Freeform 1068">
                <a:extLst>
                  <a:ext uri="{FF2B5EF4-FFF2-40B4-BE49-F238E27FC236}">
                    <a16:creationId xmlns:a16="http://schemas.microsoft.com/office/drawing/2014/main" id="{1D28B379-E5A8-4C4E-A2B9-8A67955CE058}"/>
                  </a:ext>
                </a:extLst>
              </p:cNvPr>
              <p:cNvSpPr>
                <a:spLocks noEditPoints="1"/>
              </p:cNvSpPr>
              <p:nvPr userDrawn="1"/>
            </p:nvSpPr>
            <p:spPr bwMode="auto">
              <a:xfrm>
                <a:off x="-546" y="1620"/>
                <a:ext cx="60" cy="207"/>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8 w 80"/>
                  <a:gd name="T59" fmla="*/ 243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3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4" name="Freeform 1069">
                <a:extLst>
                  <a:ext uri="{FF2B5EF4-FFF2-40B4-BE49-F238E27FC236}">
                    <a16:creationId xmlns:a16="http://schemas.microsoft.com/office/drawing/2014/main" id="{9AA29D6E-606D-4A02-9E0C-FB40E7027132}"/>
                  </a:ext>
                </a:extLst>
              </p:cNvPr>
              <p:cNvSpPr>
                <a:spLocks noEditPoints="1"/>
              </p:cNvSpPr>
              <p:nvPr userDrawn="1"/>
            </p:nvSpPr>
            <p:spPr bwMode="auto">
              <a:xfrm>
                <a:off x="-538" y="1041"/>
                <a:ext cx="47" cy="165"/>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48 w 63"/>
                  <a:gd name="T17" fmla="*/ 211 h 220"/>
                  <a:gd name="T18" fmla="*/ 38 w 63"/>
                  <a:gd name="T19" fmla="*/ 214 h 220"/>
                  <a:gd name="T20" fmla="*/ 38 w 63"/>
                  <a:gd name="T21" fmla="*/ 214 h 220"/>
                  <a:gd name="T22" fmla="*/ 38 w 63"/>
                  <a:gd name="T23" fmla="*/ 214 h 220"/>
                  <a:gd name="T24" fmla="*/ 22 w 63"/>
                  <a:gd name="T25" fmla="*/ 210 h 220"/>
                  <a:gd name="T26" fmla="*/ 10 w 63"/>
                  <a:gd name="T27" fmla="*/ 192 h 220"/>
                  <a:gd name="T28" fmla="*/ 10 w 63"/>
                  <a:gd name="T29" fmla="*/ 190 h 220"/>
                  <a:gd name="T30" fmla="*/ 10 w 63"/>
                  <a:gd name="T31" fmla="*/ 63 h 220"/>
                  <a:gd name="T32" fmla="*/ 10 w 63"/>
                  <a:gd name="T33" fmla="*/ 62 h 220"/>
                  <a:gd name="T34" fmla="*/ 13 w 63"/>
                  <a:gd name="T35" fmla="*/ 66 h 220"/>
                  <a:gd name="T36" fmla="*/ 17 w 63"/>
                  <a:gd name="T37" fmla="*/ 40 h 220"/>
                  <a:gd name="T38" fmla="*/ 28 w 63"/>
                  <a:gd name="T39" fmla="*/ 34 h 220"/>
                  <a:gd name="T40" fmla="*/ 29 w 63"/>
                  <a:gd name="T41" fmla="*/ 33 h 220"/>
                  <a:gd name="T42" fmla="*/ 2 w 63"/>
                  <a:gd name="T43" fmla="*/ 28 h 220"/>
                  <a:gd name="T44" fmla="*/ 4 w 63"/>
                  <a:gd name="T45" fmla="*/ 54 h 220"/>
                  <a:gd name="T46" fmla="*/ 4 w 63"/>
                  <a:gd name="T47" fmla="*/ 62 h 220"/>
                  <a:gd name="T48" fmla="*/ 4 w 63"/>
                  <a:gd name="T49" fmla="*/ 190 h 220"/>
                  <a:gd name="T50" fmla="*/ 9 w 63"/>
                  <a:gd name="T51" fmla="*/ 205 h 220"/>
                  <a:gd name="T52" fmla="*/ 38 w 63"/>
                  <a:gd name="T53" fmla="*/ 220 h 220"/>
                  <a:gd name="T54" fmla="*/ 51 w 63"/>
                  <a:gd name="T55" fmla="*/ 216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2"/>
                    </a:cubicBezTo>
                    <a:cubicBezTo>
                      <a:pt x="56" y="193"/>
                      <a:pt x="56" y="193"/>
                      <a:pt x="56" y="193"/>
                    </a:cubicBezTo>
                    <a:cubicBezTo>
                      <a:pt x="56" y="193"/>
                      <a:pt x="56" y="193"/>
                      <a:pt x="56" y="193"/>
                    </a:cubicBezTo>
                    <a:cubicBezTo>
                      <a:pt x="55" y="203"/>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5" name="Freeform 1070">
                <a:extLst>
                  <a:ext uri="{FF2B5EF4-FFF2-40B4-BE49-F238E27FC236}">
                    <a16:creationId xmlns:a16="http://schemas.microsoft.com/office/drawing/2014/main" id="{50E8BCCB-68A6-447A-AA6B-2A7F0F55E702}"/>
                  </a:ext>
                </a:extLst>
              </p:cNvPr>
              <p:cNvSpPr>
                <a:spLocks noEditPoints="1"/>
              </p:cNvSpPr>
              <p:nvPr userDrawn="1"/>
            </p:nvSpPr>
            <p:spPr bwMode="auto">
              <a:xfrm>
                <a:off x="-518" y="1247"/>
                <a:ext cx="60" cy="207"/>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6" name="Freeform 1071">
                <a:extLst>
                  <a:ext uri="{FF2B5EF4-FFF2-40B4-BE49-F238E27FC236}">
                    <a16:creationId xmlns:a16="http://schemas.microsoft.com/office/drawing/2014/main" id="{CA1E16CD-DC74-415E-8722-C76353AE3950}"/>
                  </a:ext>
                </a:extLst>
              </p:cNvPr>
              <p:cNvSpPr>
                <a:spLocks noEditPoints="1"/>
              </p:cNvSpPr>
              <p:nvPr userDrawn="1"/>
            </p:nvSpPr>
            <p:spPr bwMode="auto">
              <a:xfrm>
                <a:off x="-881" y="1912"/>
                <a:ext cx="318" cy="96"/>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7" name="Freeform 1072">
                <a:extLst>
                  <a:ext uri="{FF2B5EF4-FFF2-40B4-BE49-F238E27FC236}">
                    <a16:creationId xmlns:a16="http://schemas.microsoft.com/office/drawing/2014/main" id="{950EE6E8-28D5-4F95-A8EC-508D30A5EC9E}"/>
                  </a:ext>
                </a:extLst>
              </p:cNvPr>
              <p:cNvSpPr>
                <a:spLocks/>
              </p:cNvSpPr>
              <p:nvPr userDrawn="1"/>
            </p:nvSpPr>
            <p:spPr bwMode="auto">
              <a:xfrm>
                <a:off x="-578" y="1981"/>
                <a:ext cx="3"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8" name="Freeform 1073">
                <a:extLst>
                  <a:ext uri="{FF2B5EF4-FFF2-40B4-BE49-F238E27FC236}">
                    <a16:creationId xmlns:a16="http://schemas.microsoft.com/office/drawing/2014/main" id="{5437C41D-4812-43AC-BB0B-3FF3169A383B}"/>
                  </a:ext>
                </a:extLst>
              </p:cNvPr>
              <p:cNvSpPr>
                <a:spLocks noEditPoints="1"/>
              </p:cNvSpPr>
              <p:nvPr userDrawn="1"/>
            </p:nvSpPr>
            <p:spPr bwMode="auto">
              <a:xfrm>
                <a:off x="-609" y="1280"/>
                <a:ext cx="74" cy="23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5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9" name="Freeform 1074">
                <a:extLst>
                  <a:ext uri="{FF2B5EF4-FFF2-40B4-BE49-F238E27FC236}">
                    <a16:creationId xmlns:a16="http://schemas.microsoft.com/office/drawing/2014/main" id="{C659F0AF-F22F-4090-AF30-BA9724CD7154}"/>
                  </a:ext>
                </a:extLst>
              </p:cNvPr>
              <p:cNvSpPr>
                <a:spLocks noEditPoints="1"/>
              </p:cNvSpPr>
              <p:nvPr userDrawn="1"/>
            </p:nvSpPr>
            <p:spPr bwMode="auto">
              <a:xfrm>
                <a:off x="-1715" y="1285"/>
                <a:ext cx="87" cy="27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7 w 116"/>
                  <a:gd name="T11" fmla="*/ 47 h 365"/>
                  <a:gd name="T12" fmla="*/ 23 w 116"/>
                  <a:gd name="T13" fmla="*/ 12 h 365"/>
                  <a:gd name="T14" fmla="*/ 40 w 116"/>
                  <a:gd name="T15" fmla="*/ 6 h 365"/>
                  <a:gd name="T16" fmla="*/ 40 w 116"/>
                  <a:gd name="T17" fmla="*/ 6 h 365"/>
                  <a:gd name="T18" fmla="*/ 41 w 116"/>
                  <a:gd name="T19" fmla="*/ 6 h 365"/>
                  <a:gd name="T20" fmla="*/ 90 w 116"/>
                  <a:gd name="T21" fmla="*/ 36 h 365"/>
                  <a:gd name="T22" fmla="*/ 94 w 116"/>
                  <a:gd name="T23" fmla="*/ 48 h 365"/>
                  <a:gd name="T24" fmla="*/ 94 w 116"/>
                  <a:gd name="T25" fmla="*/ 49 h 365"/>
                  <a:gd name="T26" fmla="*/ 101 w 116"/>
                  <a:gd name="T27" fmla="*/ 276 h 365"/>
                  <a:gd name="T28" fmla="*/ 104 w 116"/>
                  <a:gd name="T29" fmla="*/ 310 h 365"/>
                  <a:gd name="T30" fmla="*/ 95 w 116"/>
                  <a:gd name="T31" fmla="*/ 301 h 365"/>
                  <a:gd name="T32" fmla="*/ 76 w 116"/>
                  <a:gd name="T33" fmla="*/ 328 h 365"/>
                  <a:gd name="T34" fmla="*/ 68 w 116"/>
                  <a:gd name="T35" fmla="*/ 330 h 365"/>
                  <a:gd name="T36" fmla="*/ 67 w 116"/>
                  <a:gd name="T37" fmla="*/ 331 h 365"/>
                  <a:gd name="T38" fmla="*/ 42 w 116"/>
                  <a:gd name="T39" fmla="*/ 324 h 365"/>
                  <a:gd name="T40" fmla="*/ 25 w 116"/>
                  <a:gd name="T41" fmla="*/ 295 h 365"/>
                  <a:gd name="T42" fmla="*/ 25 w 116"/>
                  <a:gd name="T43" fmla="*/ 292 h 365"/>
                  <a:gd name="T44" fmla="*/ 25 w 116"/>
                  <a:gd name="T45" fmla="*/ 291 h 365"/>
                  <a:gd name="T46" fmla="*/ 24 w 116"/>
                  <a:gd name="T47" fmla="*/ 284 h 365"/>
                  <a:gd name="T48" fmla="*/ 6 w 116"/>
                  <a:gd name="T49" fmla="*/ 66 h 365"/>
                  <a:gd name="T50" fmla="*/ 7 w 116"/>
                  <a:gd name="T51" fmla="*/ 47 h 365"/>
                  <a:gd name="T52" fmla="*/ 40 w 116"/>
                  <a:gd name="T53" fmla="*/ 0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7" y="47"/>
                    </a:move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7"/>
                      <a:pt x="7" y="47"/>
                    </a:cubicBezTo>
                    <a:moveTo>
                      <a:pt x="40" y="0"/>
                    </a:moveTo>
                    <a:cubicBezTo>
                      <a:pt x="36" y="0"/>
                      <a:pt x="28" y="1"/>
                      <a:pt x="20" y="7"/>
                    </a:cubicBezTo>
                    <a:cubicBezTo>
                      <a:pt x="12" y="13"/>
                      <a:pt x="4" y="24"/>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0" name="Freeform 1075">
                <a:extLst>
                  <a:ext uri="{FF2B5EF4-FFF2-40B4-BE49-F238E27FC236}">
                    <a16:creationId xmlns:a16="http://schemas.microsoft.com/office/drawing/2014/main" id="{96FECE4A-3B06-4F1C-8F3A-C6862052AAC3}"/>
                  </a:ext>
                </a:extLst>
              </p:cNvPr>
              <p:cNvSpPr>
                <a:spLocks/>
              </p:cNvSpPr>
              <p:nvPr userDrawn="1"/>
            </p:nvSpPr>
            <p:spPr bwMode="auto">
              <a:xfrm>
                <a:off x="-1631" y="1551"/>
                <a:ext cx="3" cy="6"/>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1" name="Freeform 1076">
                <a:extLst>
                  <a:ext uri="{FF2B5EF4-FFF2-40B4-BE49-F238E27FC236}">
                    <a16:creationId xmlns:a16="http://schemas.microsoft.com/office/drawing/2014/main" id="{B4C653AD-C7C9-4BB3-A91A-42261FA3F907}"/>
                  </a:ext>
                </a:extLst>
              </p:cNvPr>
              <p:cNvSpPr>
                <a:spLocks noEditPoints="1"/>
              </p:cNvSpPr>
              <p:nvPr userDrawn="1"/>
            </p:nvSpPr>
            <p:spPr bwMode="auto">
              <a:xfrm>
                <a:off x="-870" y="1304"/>
                <a:ext cx="94" cy="74"/>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2" name="Freeform 1077">
                <a:extLst>
                  <a:ext uri="{FF2B5EF4-FFF2-40B4-BE49-F238E27FC236}">
                    <a16:creationId xmlns:a16="http://schemas.microsoft.com/office/drawing/2014/main" id="{CF611546-6032-42A5-A274-11802BF66DD3}"/>
                  </a:ext>
                </a:extLst>
              </p:cNvPr>
              <p:cNvSpPr>
                <a:spLocks noEditPoints="1"/>
              </p:cNvSpPr>
              <p:nvPr userDrawn="1"/>
            </p:nvSpPr>
            <p:spPr bwMode="auto">
              <a:xfrm>
                <a:off x="-1730" y="1126"/>
                <a:ext cx="138" cy="10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3" name="Freeform 1078">
                <a:extLst>
                  <a:ext uri="{FF2B5EF4-FFF2-40B4-BE49-F238E27FC236}">
                    <a16:creationId xmlns:a16="http://schemas.microsoft.com/office/drawing/2014/main" id="{F3513E74-BB98-483A-85AA-FBB8AFBAA5AD}"/>
                  </a:ext>
                </a:extLst>
              </p:cNvPr>
              <p:cNvSpPr>
                <a:spLocks noEditPoints="1"/>
              </p:cNvSpPr>
              <p:nvPr userDrawn="1"/>
            </p:nvSpPr>
            <p:spPr bwMode="auto">
              <a:xfrm>
                <a:off x="-698" y="1707"/>
                <a:ext cx="120" cy="91"/>
              </a:xfrm>
              <a:custGeom>
                <a:avLst/>
                <a:gdLst>
                  <a:gd name="T0" fmla="*/ 46 w 160"/>
                  <a:gd name="T1" fmla="*/ 32 h 121"/>
                  <a:gd name="T2" fmla="*/ 86 w 160"/>
                  <a:gd name="T3" fmla="*/ 16 h 121"/>
                  <a:gd name="T4" fmla="*/ 71 w 160"/>
                  <a:gd name="T5" fmla="*/ 31 h 121"/>
                  <a:gd name="T6" fmla="*/ 123 w 160"/>
                  <a:gd name="T7" fmla="*/ 33 h 121"/>
                  <a:gd name="T8" fmla="*/ 123 w 160"/>
                  <a:gd name="T9" fmla="*/ 33 h 121"/>
                  <a:gd name="T10" fmla="*/ 140 w 160"/>
                  <a:gd name="T11" fmla="*/ 38 h 121"/>
                  <a:gd name="T12" fmla="*/ 150 w 160"/>
                  <a:gd name="T13" fmla="*/ 45 h 121"/>
                  <a:gd name="T14" fmla="*/ 154 w 160"/>
                  <a:gd name="T15" fmla="*/ 56 h 121"/>
                  <a:gd name="T16" fmla="*/ 154 w 160"/>
                  <a:gd name="T17" fmla="*/ 58 h 121"/>
                  <a:gd name="T18" fmla="*/ 154 w 160"/>
                  <a:gd name="T19" fmla="*/ 58 h 121"/>
                  <a:gd name="T20" fmla="*/ 154 w 160"/>
                  <a:gd name="T21" fmla="*/ 97 h 121"/>
                  <a:gd name="T22" fmla="*/ 147 w 160"/>
                  <a:gd name="T23" fmla="*/ 105 h 121"/>
                  <a:gd name="T24" fmla="*/ 116 w 160"/>
                  <a:gd name="T25" fmla="*/ 115 h 121"/>
                  <a:gd name="T26" fmla="*/ 23 w 160"/>
                  <a:gd name="T27" fmla="*/ 115 h 121"/>
                  <a:gd name="T28" fmla="*/ 14 w 160"/>
                  <a:gd name="T29" fmla="*/ 110 h 121"/>
                  <a:gd name="T30" fmla="*/ 9 w 160"/>
                  <a:gd name="T31" fmla="*/ 104 h 121"/>
                  <a:gd name="T32" fmla="*/ 6 w 160"/>
                  <a:gd name="T33" fmla="*/ 95 h 121"/>
                  <a:gd name="T34" fmla="*/ 7 w 160"/>
                  <a:gd name="T35" fmla="*/ 94 h 121"/>
                  <a:gd name="T36" fmla="*/ 7 w 160"/>
                  <a:gd name="T37" fmla="*/ 93 h 121"/>
                  <a:gd name="T38" fmla="*/ 6 w 160"/>
                  <a:gd name="T39" fmla="*/ 45 h 121"/>
                  <a:gd name="T40" fmla="*/ 12 w 160"/>
                  <a:gd name="T41" fmla="*/ 38 h 121"/>
                  <a:gd name="T42" fmla="*/ 36 w 160"/>
                  <a:gd name="T43" fmla="*/ 31 h 121"/>
                  <a:gd name="T44" fmla="*/ 45 w 160"/>
                  <a:gd name="T45" fmla="*/ 32 h 121"/>
                  <a:gd name="T46" fmla="*/ 46 w 160"/>
                  <a:gd name="T47" fmla="*/ 32 h 121"/>
                  <a:gd name="T48" fmla="*/ 111 w 160"/>
                  <a:gd name="T49" fmla="*/ 0 h 121"/>
                  <a:gd name="T50" fmla="*/ 45 w 160"/>
                  <a:gd name="T51" fmla="*/ 26 h 121"/>
                  <a:gd name="T52" fmla="*/ 36 w 160"/>
                  <a:gd name="T53" fmla="*/ 25 h 121"/>
                  <a:gd name="T54" fmla="*/ 36 w 160"/>
                  <a:gd name="T55" fmla="*/ 25 h 121"/>
                  <a:gd name="T56" fmla="*/ 8 w 160"/>
                  <a:gd name="T57" fmla="*/ 34 h 121"/>
                  <a:gd name="T58" fmla="*/ 1 w 160"/>
                  <a:gd name="T59" fmla="*/ 44 h 121"/>
                  <a:gd name="T60" fmla="*/ 0 w 160"/>
                  <a:gd name="T61" fmla="*/ 44 h 121"/>
                  <a:gd name="T62" fmla="*/ 1 w 160"/>
                  <a:gd name="T63" fmla="*/ 93 h 121"/>
                  <a:gd name="T64" fmla="*/ 1 w 160"/>
                  <a:gd name="T65" fmla="*/ 95 h 121"/>
                  <a:gd name="T66" fmla="*/ 4 w 160"/>
                  <a:gd name="T67" fmla="*/ 107 h 121"/>
                  <a:gd name="T68" fmla="*/ 15 w 160"/>
                  <a:gd name="T69" fmla="*/ 118 h 121"/>
                  <a:gd name="T70" fmla="*/ 22 w 160"/>
                  <a:gd name="T71" fmla="*/ 121 h 121"/>
                  <a:gd name="T72" fmla="*/ 22 w 160"/>
                  <a:gd name="T73" fmla="*/ 121 h 121"/>
                  <a:gd name="T74" fmla="*/ 22 w 160"/>
                  <a:gd name="T75" fmla="*/ 121 h 121"/>
                  <a:gd name="T76" fmla="*/ 116 w 160"/>
                  <a:gd name="T77" fmla="*/ 121 h 121"/>
                  <a:gd name="T78" fmla="*/ 117 w 160"/>
                  <a:gd name="T79" fmla="*/ 121 h 121"/>
                  <a:gd name="T80" fmla="*/ 152 w 160"/>
                  <a:gd name="T81" fmla="*/ 109 h 121"/>
                  <a:gd name="T82" fmla="*/ 160 w 160"/>
                  <a:gd name="T83" fmla="*/ 98 h 121"/>
                  <a:gd name="T84" fmla="*/ 160 w 160"/>
                  <a:gd name="T85" fmla="*/ 98 h 121"/>
                  <a:gd name="T86" fmla="*/ 160 w 160"/>
                  <a:gd name="T87" fmla="*/ 58 h 121"/>
                  <a:gd name="T88" fmla="*/ 160 w 160"/>
                  <a:gd name="T89" fmla="*/ 56 h 121"/>
                  <a:gd name="T90" fmla="*/ 154 w 160"/>
                  <a:gd name="T91" fmla="*/ 40 h 121"/>
                  <a:gd name="T92" fmla="*/ 135 w 160"/>
                  <a:gd name="T93" fmla="*/ 29 h 121"/>
                  <a:gd name="T94" fmla="*/ 124 w 160"/>
                  <a:gd name="T95" fmla="*/ 27 h 121"/>
                  <a:gd name="T96" fmla="*/ 123 w 160"/>
                  <a:gd name="T97" fmla="*/ 27 h 121"/>
                  <a:gd name="T98" fmla="*/ 85 w 160"/>
                  <a:gd name="T99" fmla="*/ 25 h 121"/>
                  <a:gd name="T100" fmla="*/ 111 w 160"/>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21">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4" name="Freeform 1079">
                <a:extLst>
                  <a:ext uri="{FF2B5EF4-FFF2-40B4-BE49-F238E27FC236}">
                    <a16:creationId xmlns:a16="http://schemas.microsoft.com/office/drawing/2014/main" id="{3A47201E-B054-4DEC-BA7D-77AF54FBDC16}"/>
                  </a:ext>
                </a:extLst>
              </p:cNvPr>
              <p:cNvSpPr>
                <a:spLocks noEditPoints="1"/>
              </p:cNvSpPr>
              <p:nvPr userDrawn="1"/>
            </p:nvSpPr>
            <p:spPr bwMode="auto">
              <a:xfrm>
                <a:off x="-877" y="1380"/>
                <a:ext cx="125" cy="114"/>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5" name="Freeform 1080">
                <a:extLst>
                  <a:ext uri="{FF2B5EF4-FFF2-40B4-BE49-F238E27FC236}">
                    <a16:creationId xmlns:a16="http://schemas.microsoft.com/office/drawing/2014/main" id="{9220F603-6E48-489C-AC8F-47E4B7B9B762}"/>
                  </a:ext>
                </a:extLst>
              </p:cNvPr>
              <p:cNvSpPr>
                <a:spLocks noEditPoints="1"/>
              </p:cNvSpPr>
              <p:nvPr userDrawn="1"/>
            </p:nvSpPr>
            <p:spPr bwMode="auto">
              <a:xfrm>
                <a:off x="-474" y="1964"/>
                <a:ext cx="114" cy="106"/>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1 w 152"/>
                  <a:gd name="T31" fmla="*/ 99 h 141"/>
                  <a:gd name="T32" fmla="*/ 96 w 152"/>
                  <a:gd name="T33" fmla="*/ 112 h 141"/>
                  <a:gd name="T34" fmla="*/ 88 w 152"/>
                  <a:gd name="T35" fmla="*/ 116 h 141"/>
                  <a:gd name="T36" fmla="*/ 87 w 152"/>
                  <a:gd name="T37" fmla="*/ 116 h 141"/>
                  <a:gd name="T38" fmla="*/ 71 w 152"/>
                  <a:gd name="T39" fmla="*/ 120 h 141"/>
                  <a:gd name="T40" fmla="*/ 50 w 152"/>
                  <a:gd name="T41" fmla="*/ 117 h 141"/>
                  <a:gd name="T42" fmla="*/ 41 w 152"/>
                  <a:gd name="T43" fmla="*/ 114 h 141"/>
                  <a:gd name="T44" fmla="*/ 12 w 152"/>
                  <a:gd name="T45" fmla="*/ 85 h 141"/>
                  <a:gd name="T46" fmla="*/ 8 w 152"/>
                  <a:gd name="T47" fmla="*/ 43 h 141"/>
                  <a:gd name="T48" fmla="*/ 9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6" name="Freeform 1081">
                <a:extLst>
                  <a:ext uri="{FF2B5EF4-FFF2-40B4-BE49-F238E27FC236}">
                    <a16:creationId xmlns:a16="http://schemas.microsoft.com/office/drawing/2014/main" id="{B3813F6E-4444-4AA4-8AA6-E504287842A9}"/>
                  </a:ext>
                </a:extLst>
              </p:cNvPr>
              <p:cNvSpPr>
                <a:spLocks/>
              </p:cNvSpPr>
              <p:nvPr userDrawn="1"/>
            </p:nvSpPr>
            <p:spPr bwMode="auto">
              <a:xfrm>
                <a:off x="-371" y="2046"/>
                <a:ext cx="3" cy="2"/>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7" name="Freeform 1082">
                <a:extLst>
                  <a:ext uri="{FF2B5EF4-FFF2-40B4-BE49-F238E27FC236}">
                    <a16:creationId xmlns:a16="http://schemas.microsoft.com/office/drawing/2014/main" id="{A58AEB66-76A4-4F19-8AD3-E874194FDECD}"/>
                  </a:ext>
                </a:extLst>
              </p:cNvPr>
              <p:cNvSpPr>
                <a:spLocks noEditPoints="1"/>
              </p:cNvSpPr>
              <p:nvPr userDrawn="1"/>
            </p:nvSpPr>
            <p:spPr bwMode="auto">
              <a:xfrm>
                <a:off x="-884" y="1767"/>
                <a:ext cx="156" cy="141"/>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8" name="Freeform 1083">
                <a:extLst>
                  <a:ext uri="{FF2B5EF4-FFF2-40B4-BE49-F238E27FC236}">
                    <a16:creationId xmlns:a16="http://schemas.microsoft.com/office/drawing/2014/main" id="{47620BEE-9448-4C47-A9FD-1CB9823CD74E}"/>
                  </a:ext>
                </a:extLst>
              </p:cNvPr>
              <p:cNvSpPr>
                <a:spLocks noEditPoints="1"/>
              </p:cNvSpPr>
              <p:nvPr userDrawn="1"/>
            </p:nvSpPr>
            <p:spPr bwMode="auto">
              <a:xfrm>
                <a:off x="-1589" y="1045"/>
                <a:ext cx="109" cy="101"/>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6 w 146"/>
                  <a:gd name="T51" fmla="*/ 68 h 135"/>
                  <a:gd name="T52" fmla="*/ 11 w 146"/>
                  <a:gd name="T53" fmla="*/ 50 h 135"/>
                  <a:gd name="T54" fmla="*/ 11 w 146"/>
                  <a:gd name="T55" fmla="*/ 50 h 135"/>
                  <a:gd name="T56" fmla="*/ 11 w 146"/>
                  <a:gd name="T57" fmla="*/ 49 h 135"/>
                  <a:gd name="T58" fmla="*/ 11 w 146"/>
                  <a:gd name="T59" fmla="*/ 49 h 135"/>
                  <a:gd name="T60" fmla="*/ 21 w 146"/>
                  <a:gd name="T61" fmla="*/ 32 h 135"/>
                  <a:gd name="T62" fmla="*/ 59 w 146"/>
                  <a:gd name="T63" fmla="*/ 8 h 135"/>
                  <a:gd name="T64" fmla="*/ 75 w 146"/>
                  <a:gd name="T65" fmla="*/ 0 h 135"/>
                  <a:gd name="T66" fmla="*/ 58 w 146"/>
                  <a:gd name="T67" fmla="*/ 2 h 135"/>
                  <a:gd name="T68" fmla="*/ 58 w 146"/>
                  <a:gd name="T69" fmla="*/ 2 h 135"/>
                  <a:gd name="T70" fmla="*/ 58 w 146"/>
                  <a:gd name="T71" fmla="*/ 2 h 135"/>
                  <a:gd name="T72" fmla="*/ 16 w 146"/>
                  <a:gd name="T73" fmla="*/ 29 h 135"/>
                  <a:gd name="T74" fmla="*/ 6 w 146"/>
                  <a:gd name="T75" fmla="*/ 47 h 135"/>
                  <a:gd name="T76" fmla="*/ 0 w 146"/>
                  <a:gd name="T77" fmla="*/ 68 h 135"/>
                  <a:gd name="T78" fmla="*/ 3 w 146"/>
                  <a:gd name="T79" fmla="*/ 80 h 135"/>
                  <a:gd name="T80" fmla="*/ 6 w 146"/>
                  <a:gd name="T81" fmla="*/ 84 h 135"/>
                  <a:gd name="T82" fmla="*/ 10 w 146"/>
                  <a:gd name="T83" fmla="*/ 107 h 135"/>
                  <a:gd name="T84" fmla="*/ 10 w 146"/>
                  <a:gd name="T85" fmla="*/ 117 h 135"/>
                  <a:gd name="T86" fmla="*/ 9 w 146"/>
                  <a:gd name="T87" fmla="*/ 120 h 135"/>
                  <a:gd name="T88" fmla="*/ 9 w 146"/>
                  <a:gd name="T89" fmla="*/ 121 h 135"/>
                  <a:gd name="T90" fmla="*/ 9 w 146"/>
                  <a:gd name="T91" fmla="*/ 121 h 135"/>
                  <a:gd name="T92" fmla="*/ 7 w 146"/>
                  <a:gd name="T93" fmla="*/ 135 h 135"/>
                  <a:gd name="T94" fmla="*/ 15 w 146"/>
                  <a:gd name="T95" fmla="*/ 123 h 135"/>
                  <a:gd name="T96" fmla="*/ 29 w 146"/>
                  <a:gd name="T97" fmla="*/ 101 h 135"/>
                  <a:gd name="T98" fmla="*/ 35 w 146"/>
                  <a:gd name="T99" fmla="*/ 105 h 135"/>
                  <a:gd name="T100" fmla="*/ 59 w 146"/>
                  <a:gd name="T101" fmla="*/ 116 h 135"/>
                  <a:gd name="T102" fmla="*/ 78 w 146"/>
                  <a:gd name="T103" fmla="*/ 121 h 135"/>
                  <a:gd name="T104" fmla="*/ 109 w 146"/>
                  <a:gd name="T105" fmla="*/ 114 h 135"/>
                  <a:gd name="T106" fmla="*/ 109 w 146"/>
                  <a:gd name="T107" fmla="*/ 114 h 135"/>
                  <a:gd name="T108" fmla="*/ 110 w 146"/>
                  <a:gd name="T109" fmla="*/ 114 h 135"/>
                  <a:gd name="T110" fmla="*/ 139 w 146"/>
                  <a:gd name="T111" fmla="*/ 84 h 135"/>
                  <a:gd name="T112" fmla="*/ 146 w 146"/>
                  <a:gd name="T113" fmla="*/ 56 h 135"/>
                  <a:gd name="T114" fmla="*/ 142 w 146"/>
                  <a:gd name="T115" fmla="*/ 34 h 135"/>
                  <a:gd name="T116" fmla="*/ 142 w 146"/>
                  <a:gd name="T117" fmla="*/ 33 h 135"/>
                  <a:gd name="T118" fmla="*/ 142 w 146"/>
                  <a:gd name="T119" fmla="*/ 33 h 135"/>
                  <a:gd name="T120" fmla="*/ 108 w 146"/>
                  <a:gd name="T121" fmla="*/ 6 h 135"/>
                  <a:gd name="T122" fmla="*/ 75 w 146"/>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9" y="79"/>
                      <a:pt x="6" y="75"/>
                      <a:pt x="6" y="68"/>
                    </a:cubicBezTo>
                    <a:cubicBezTo>
                      <a:pt x="6" y="63"/>
                      <a:pt x="7" y="57"/>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2"/>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3"/>
                      <a:pt x="142" y="33"/>
                      <a:pt x="142" y="33"/>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9" name="Freeform 1084">
                <a:extLst>
                  <a:ext uri="{FF2B5EF4-FFF2-40B4-BE49-F238E27FC236}">
                    <a16:creationId xmlns:a16="http://schemas.microsoft.com/office/drawing/2014/main" id="{930BCAB7-63BF-496E-935E-2D35748A7617}"/>
                  </a:ext>
                </a:extLst>
              </p:cNvPr>
              <p:cNvSpPr>
                <a:spLocks noEditPoints="1"/>
              </p:cNvSpPr>
              <p:nvPr userDrawn="1"/>
            </p:nvSpPr>
            <p:spPr bwMode="auto">
              <a:xfrm>
                <a:off x="-708" y="2011"/>
                <a:ext cx="157" cy="141"/>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7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0" name="Freeform 1085">
                <a:extLst>
                  <a:ext uri="{FF2B5EF4-FFF2-40B4-BE49-F238E27FC236}">
                    <a16:creationId xmlns:a16="http://schemas.microsoft.com/office/drawing/2014/main" id="{F5A0EB3D-63D2-4AEE-904A-880E7A614A56}"/>
                  </a:ext>
                </a:extLst>
              </p:cNvPr>
              <p:cNvSpPr>
                <a:spLocks noEditPoints="1"/>
              </p:cNvSpPr>
              <p:nvPr userDrawn="1"/>
            </p:nvSpPr>
            <p:spPr bwMode="auto">
              <a:xfrm>
                <a:off x="-1462" y="1681"/>
                <a:ext cx="157" cy="141"/>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1" name="Freeform 1086">
                <a:extLst>
                  <a:ext uri="{FF2B5EF4-FFF2-40B4-BE49-F238E27FC236}">
                    <a16:creationId xmlns:a16="http://schemas.microsoft.com/office/drawing/2014/main" id="{0C9C159B-0D04-4C44-ABD2-32DC5E10CECB}"/>
                  </a:ext>
                </a:extLst>
              </p:cNvPr>
              <p:cNvSpPr>
                <a:spLocks/>
              </p:cNvSpPr>
              <p:nvPr userDrawn="1"/>
            </p:nvSpPr>
            <p:spPr bwMode="auto">
              <a:xfrm>
                <a:off x="-1397" y="1682"/>
                <a:ext cx="2" cy="1"/>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2" name="Freeform 1087">
                <a:extLst>
                  <a:ext uri="{FF2B5EF4-FFF2-40B4-BE49-F238E27FC236}">
                    <a16:creationId xmlns:a16="http://schemas.microsoft.com/office/drawing/2014/main" id="{22DE172E-1E8B-4063-BCDD-E2CB90F9F9B5}"/>
                  </a:ext>
                </a:extLst>
              </p:cNvPr>
              <p:cNvSpPr>
                <a:spLocks/>
              </p:cNvSpPr>
              <p:nvPr userDrawn="1"/>
            </p:nvSpPr>
            <p:spPr bwMode="auto">
              <a:xfrm>
                <a:off x="-1034" y="1417"/>
                <a:ext cx="157" cy="133"/>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1"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3" name="Freeform 1088">
                <a:extLst>
                  <a:ext uri="{FF2B5EF4-FFF2-40B4-BE49-F238E27FC236}">
                    <a16:creationId xmlns:a16="http://schemas.microsoft.com/office/drawing/2014/main" id="{A4A3314F-B13C-4A6F-A40F-9F6899C91CD2}"/>
                  </a:ext>
                </a:extLst>
              </p:cNvPr>
              <p:cNvSpPr>
                <a:spLocks/>
              </p:cNvSpPr>
              <p:nvPr userDrawn="1"/>
            </p:nvSpPr>
            <p:spPr bwMode="auto">
              <a:xfrm>
                <a:off x="-946" y="1541"/>
                <a:ext cx="5" cy="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4" name="Freeform 1089">
                <a:extLst>
                  <a:ext uri="{FF2B5EF4-FFF2-40B4-BE49-F238E27FC236}">
                    <a16:creationId xmlns:a16="http://schemas.microsoft.com/office/drawing/2014/main" id="{1595F417-4156-443E-B92C-58440CE5907A}"/>
                  </a:ext>
                </a:extLst>
              </p:cNvPr>
              <p:cNvSpPr>
                <a:spLocks/>
              </p:cNvSpPr>
              <p:nvPr userDrawn="1"/>
            </p:nvSpPr>
            <p:spPr bwMode="auto">
              <a:xfrm>
                <a:off x="-1025" y="1552"/>
                <a:ext cx="3" cy="6"/>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5" name="Freeform 1090">
                <a:extLst>
                  <a:ext uri="{FF2B5EF4-FFF2-40B4-BE49-F238E27FC236}">
                    <a16:creationId xmlns:a16="http://schemas.microsoft.com/office/drawing/2014/main" id="{A7A92F85-051F-409B-B532-141C44FF89D8}"/>
                  </a:ext>
                </a:extLst>
              </p:cNvPr>
              <p:cNvSpPr>
                <a:spLocks/>
              </p:cNvSpPr>
              <p:nvPr userDrawn="1"/>
            </p:nvSpPr>
            <p:spPr bwMode="auto">
              <a:xfrm>
                <a:off x="-1024" y="1547"/>
                <a:ext cx="4" cy="7"/>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6" name="Freeform 1091">
                <a:extLst>
                  <a:ext uri="{FF2B5EF4-FFF2-40B4-BE49-F238E27FC236}">
                    <a16:creationId xmlns:a16="http://schemas.microsoft.com/office/drawing/2014/main" id="{ABD8D187-8D22-4BE1-ABF4-894D12965605}"/>
                  </a:ext>
                </a:extLst>
              </p:cNvPr>
              <p:cNvSpPr>
                <a:spLocks noEditPoints="1"/>
              </p:cNvSpPr>
              <p:nvPr userDrawn="1"/>
            </p:nvSpPr>
            <p:spPr bwMode="auto">
              <a:xfrm>
                <a:off x="-458" y="1318"/>
                <a:ext cx="228" cy="202"/>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dirty="0"/>
              </a:p>
            </p:txBody>
          </p:sp>
          <p:sp>
            <p:nvSpPr>
              <p:cNvPr id="627" name="Freeform 1092">
                <a:extLst>
                  <a:ext uri="{FF2B5EF4-FFF2-40B4-BE49-F238E27FC236}">
                    <a16:creationId xmlns:a16="http://schemas.microsoft.com/office/drawing/2014/main" id="{D7324D53-68F5-4268-9362-E9D78F122738}"/>
                  </a:ext>
                </a:extLst>
              </p:cNvPr>
              <p:cNvSpPr>
                <a:spLocks noEditPoints="1"/>
              </p:cNvSpPr>
              <p:nvPr userDrawn="1"/>
            </p:nvSpPr>
            <p:spPr bwMode="auto">
              <a:xfrm>
                <a:off x="-337" y="1318"/>
                <a:ext cx="19" cy="4"/>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8" name="Freeform 1093">
                <a:extLst>
                  <a:ext uri="{FF2B5EF4-FFF2-40B4-BE49-F238E27FC236}">
                    <a16:creationId xmlns:a16="http://schemas.microsoft.com/office/drawing/2014/main" id="{985FA642-31A1-4DDA-A793-E20AD8D3FC99}"/>
                  </a:ext>
                </a:extLst>
              </p:cNvPr>
              <p:cNvSpPr>
                <a:spLocks/>
              </p:cNvSpPr>
              <p:nvPr userDrawn="1"/>
            </p:nvSpPr>
            <p:spPr bwMode="auto">
              <a:xfrm>
                <a:off x="-458"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9" name="Freeform 1094">
                <a:extLst>
                  <a:ext uri="{FF2B5EF4-FFF2-40B4-BE49-F238E27FC236}">
                    <a16:creationId xmlns:a16="http://schemas.microsoft.com/office/drawing/2014/main" id="{EB86CF4B-BD13-4231-9CDD-C07A3C0B1102}"/>
                  </a:ext>
                </a:extLst>
              </p:cNvPr>
              <p:cNvSpPr>
                <a:spLocks noEditPoints="1"/>
              </p:cNvSpPr>
              <p:nvPr userDrawn="1"/>
            </p:nvSpPr>
            <p:spPr bwMode="auto">
              <a:xfrm>
                <a:off x="-1538" y="1847"/>
                <a:ext cx="175" cy="156"/>
              </a:xfrm>
              <a:custGeom>
                <a:avLst/>
                <a:gdLst>
                  <a:gd name="T0" fmla="*/ 93 w 233"/>
                  <a:gd name="T1" fmla="*/ 8 h 208"/>
                  <a:gd name="T2" fmla="*/ 94 w 233"/>
                  <a:gd name="T3" fmla="*/ 8 h 208"/>
                  <a:gd name="T4" fmla="*/ 120 w 233"/>
                  <a:gd name="T5" fmla="*/ 6 h 208"/>
                  <a:gd name="T6" fmla="*/ 120 w 233"/>
                  <a:gd name="T7" fmla="*/ 6 h 208"/>
                  <a:gd name="T8" fmla="*/ 170 w 233"/>
                  <a:gd name="T9" fmla="*/ 15 h 208"/>
                  <a:gd name="T10" fmla="*/ 220 w 233"/>
                  <a:gd name="T11" fmla="*/ 56 h 208"/>
                  <a:gd name="T12" fmla="*/ 227 w 233"/>
                  <a:gd name="T13" fmla="*/ 88 h 208"/>
                  <a:gd name="T14" fmla="*/ 216 w 233"/>
                  <a:gd name="T15" fmla="*/ 130 h 208"/>
                  <a:gd name="T16" fmla="*/ 171 w 233"/>
                  <a:gd name="T17" fmla="*/ 175 h 208"/>
                  <a:gd name="T18" fmla="*/ 171 w 233"/>
                  <a:gd name="T19" fmla="*/ 175 h 208"/>
                  <a:gd name="T20" fmla="*/ 123 w 233"/>
                  <a:gd name="T21" fmla="*/ 185 h 208"/>
                  <a:gd name="T22" fmla="*/ 123 w 233"/>
                  <a:gd name="T23" fmla="*/ 185 h 208"/>
                  <a:gd name="T24" fmla="*/ 123 w 233"/>
                  <a:gd name="T25" fmla="*/ 185 h 208"/>
                  <a:gd name="T26" fmla="*/ 98 w 233"/>
                  <a:gd name="T27" fmla="*/ 179 h 208"/>
                  <a:gd name="T28" fmla="*/ 98 w 233"/>
                  <a:gd name="T29" fmla="*/ 179 h 208"/>
                  <a:gd name="T30" fmla="*/ 97 w 233"/>
                  <a:gd name="T31" fmla="*/ 178 h 208"/>
                  <a:gd name="T32" fmla="*/ 91 w 233"/>
                  <a:gd name="T33" fmla="*/ 176 h 208"/>
                  <a:gd name="T34" fmla="*/ 67 w 233"/>
                  <a:gd name="T35" fmla="*/ 165 h 208"/>
                  <a:gd name="T36" fmla="*/ 45 w 233"/>
                  <a:gd name="T37" fmla="*/ 153 h 208"/>
                  <a:gd name="T38" fmla="*/ 42 w 233"/>
                  <a:gd name="T39" fmla="*/ 151 h 208"/>
                  <a:gd name="T40" fmla="*/ 22 w 233"/>
                  <a:gd name="T41" fmla="*/ 182 h 208"/>
                  <a:gd name="T42" fmla="*/ 22 w 233"/>
                  <a:gd name="T43" fmla="*/ 171 h 208"/>
                  <a:gd name="T44" fmla="*/ 14 w 233"/>
                  <a:gd name="T45" fmla="*/ 129 h 208"/>
                  <a:gd name="T46" fmla="*/ 14 w 233"/>
                  <a:gd name="T47" fmla="*/ 129 h 208"/>
                  <a:gd name="T48" fmla="*/ 13 w 233"/>
                  <a:gd name="T49" fmla="*/ 128 h 208"/>
                  <a:gd name="T50" fmla="*/ 9 w 233"/>
                  <a:gd name="T51" fmla="*/ 123 h 208"/>
                  <a:gd name="T52" fmla="*/ 6 w 233"/>
                  <a:gd name="T53" fmla="*/ 107 h 208"/>
                  <a:gd name="T54" fmla="*/ 14 w 233"/>
                  <a:gd name="T55" fmla="*/ 77 h 208"/>
                  <a:gd name="T56" fmla="*/ 14 w 233"/>
                  <a:gd name="T57" fmla="*/ 77 h 208"/>
                  <a:gd name="T58" fmla="*/ 14 w 233"/>
                  <a:gd name="T59" fmla="*/ 77 h 208"/>
                  <a:gd name="T60" fmla="*/ 14 w 233"/>
                  <a:gd name="T61" fmla="*/ 77 h 208"/>
                  <a:gd name="T62" fmla="*/ 30 w 233"/>
                  <a:gd name="T63" fmla="*/ 48 h 208"/>
                  <a:gd name="T64" fmla="*/ 93 w 233"/>
                  <a:gd name="T65" fmla="*/ 8 h 208"/>
                  <a:gd name="T66" fmla="*/ 120 w 233"/>
                  <a:gd name="T67" fmla="*/ 0 h 208"/>
                  <a:gd name="T68" fmla="*/ 92 w 233"/>
                  <a:gd name="T69" fmla="*/ 2 h 208"/>
                  <a:gd name="T70" fmla="*/ 92 w 233"/>
                  <a:gd name="T71" fmla="*/ 2 h 208"/>
                  <a:gd name="T72" fmla="*/ 92 w 233"/>
                  <a:gd name="T73" fmla="*/ 2 h 208"/>
                  <a:gd name="T74" fmla="*/ 24 w 233"/>
                  <a:gd name="T75" fmla="*/ 46 h 208"/>
                  <a:gd name="T76" fmla="*/ 9 w 233"/>
                  <a:gd name="T77" fmla="*/ 75 h 208"/>
                  <a:gd name="T78" fmla="*/ 0 w 233"/>
                  <a:gd name="T79" fmla="*/ 107 h 208"/>
                  <a:gd name="T80" fmla="*/ 4 w 233"/>
                  <a:gd name="T81" fmla="*/ 127 h 208"/>
                  <a:gd name="T82" fmla="*/ 9 w 233"/>
                  <a:gd name="T83" fmla="*/ 133 h 208"/>
                  <a:gd name="T84" fmla="*/ 16 w 233"/>
                  <a:gd name="T85" fmla="*/ 171 h 208"/>
                  <a:gd name="T86" fmla="*/ 15 w 233"/>
                  <a:gd name="T87" fmla="*/ 187 h 208"/>
                  <a:gd name="T88" fmla="*/ 15 w 233"/>
                  <a:gd name="T89" fmla="*/ 192 h 208"/>
                  <a:gd name="T90" fmla="*/ 14 w 233"/>
                  <a:gd name="T91" fmla="*/ 193 h 208"/>
                  <a:gd name="T92" fmla="*/ 14 w 233"/>
                  <a:gd name="T93" fmla="*/ 194 h 208"/>
                  <a:gd name="T94" fmla="*/ 12 w 233"/>
                  <a:gd name="T95" fmla="*/ 208 h 208"/>
                  <a:gd name="T96" fmla="*/ 20 w 233"/>
                  <a:gd name="T97" fmla="*/ 196 h 208"/>
                  <a:gd name="T98" fmla="*/ 44 w 233"/>
                  <a:gd name="T99" fmla="*/ 159 h 208"/>
                  <a:gd name="T100" fmla="*/ 56 w 233"/>
                  <a:gd name="T101" fmla="*/ 166 h 208"/>
                  <a:gd name="T102" fmla="*/ 95 w 233"/>
                  <a:gd name="T103" fmla="*/ 184 h 208"/>
                  <a:gd name="T104" fmla="*/ 123 w 233"/>
                  <a:gd name="T105" fmla="*/ 191 h 208"/>
                  <a:gd name="T106" fmla="*/ 174 w 233"/>
                  <a:gd name="T107" fmla="*/ 180 h 208"/>
                  <a:gd name="T108" fmla="*/ 174 w 233"/>
                  <a:gd name="T109" fmla="*/ 180 h 208"/>
                  <a:gd name="T110" fmla="*/ 174 w 233"/>
                  <a:gd name="T111" fmla="*/ 180 h 208"/>
                  <a:gd name="T112" fmla="*/ 221 w 233"/>
                  <a:gd name="T113" fmla="*/ 132 h 208"/>
                  <a:gd name="T114" fmla="*/ 233 w 233"/>
                  <a:gd name="T115" fmla="*/ 88 h 208"/>
                  <a:gd name="T116" fmla="*/ 226 w 233"/>
                  <a:gd name="T117" fmla="*/ 53 h 208"/>
                  <a:gd name="T118" fmla="*/ 226 w 233"/>
                  <a:gd name="T119" fmla="*/ 53 h 208"/>
                  <a:gd name="T120" fmla="*/ 226 w 233"/>
                  <a:gd name="T121" fmla="*/ 52 h 208"/>
                  <a:gd name="T122" fmla="*/ 172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0" name="Freeform 1095">
                <a:extLst>
                  <a:ext uri="{FF2B5EF4-FFF2-40B4-BE49-F238E27FC236}">
                    <a16:creationId xmlns:a16="http://schemas.microsoft.com/office/drawing/2014/main" id="{4114802C-2FEA-4D4D-9E35-5C90ED9B6DCC}"/>
                  </a:ext>
                </a:extLst>
              </p:cNvPr>
              <p:cNvSpPr>
                <a:spLocks noEditPoints="1"/>
              </p:cNvSpPr>
              <p:nvPr userDrawn="1"/>
            </p:nvSpPr>
            <p:spPr bwMode="auto">
              <a:xfrm>
                <a:off x="-755" y="1432"/>
                <a:ext cx="127" cy="8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6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7 w 169"/>
                  <a:gd name="T49" fmla="*/ 0 h 117"/>
                  <a:gd name="T50" fmla="*/ 73 w 169"/>
                  <a:gd name="T51" fmla="*/ 0 h 117"/>
                  <a:gd name="T52" fmla="*/ 73 w 169"/>
                  <a:gd name="T53" fmla="*/ 0 h 117"/>
                  <a:gd name="T54" fmla="*/ 54 w 169"/>
                  <a:gd name="T55" fmla="*/ 5 h 117"/>
                  <a:gd name="T56" fmla="*/ 40 w 169"/>
                  <a:gd name="T57" fmla="*/ 21 h 117"/>
                  <a:gd name="T58" fmla="*/ 37 w 169"/>
                  <a:gd name="T59" fmla="*/ 31 h 117"/>
                  <a:gd name="T60" fmla="*/ 37 w 169"/>
                  <a:gd name="T61" fmla="*/ 31 h 117"/>
                  <a:gd name="T62" fmla="*/ 37 w 169"/>
                  <a:gd name="T63" fmla="*/ 57 h 117"/>
                  <a:gd name="T64" fmla="*/ 0 w 169"/>
                  <a:gd name="T65" fmla="*/ 38 h 117"/>
                  <a:gd name="T66" fmla="*/ 9 w 169"/>
                  <a:gd name="T67" fmla="*/ 48 h 117"/>
                  <a:gd name="T68" fmla="*/ 11 w 169"/>
                  <a:gd name="T69" fmla="*/ 47 h 117"/>
                  <a:gd name="T70" fmla="*/ 9 w 169"/>
                  <a:gd name="T71" fmla="*/ 48 h 117"/>
                  <a:gd name="T72" fmla="*/ 37 w 169"/>
                  <a:gd name="T73" fmla="*/ 86 h 117"/>
                  <a:gd name="T74" fmla="*/ 41 w 169"/>
                  <a:gd name="T75" fmla="*/ 102 h 117"/>
                  <a:gd name="T76" fmla="*/ 54 w 169"/>
                  <a:gd name="T77" fmla="*/ 114 h 117"/>
                  <a:gd name="T78" fmla="*/ 62 w 169"/>
                  <a:gd name="T79" fmla="*/ 117 h 117"/>
                  <a:gd name="T80" fmla="*/ 62 w 169"/>
                  <a:gd name="T81" fmla="*/ 117 h 117"/>
                  <a:gd name="T82" fmla="*/ 133 w 169"/>
                  <a:gd name="T83" fmla="*/ 117 h 117"/>
                  <a:gd name="T84" fmla="*/ 133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1 w 169"/>
                  <a:gd name="T97" fmla="*/ 5 h 117"/>
                  <a:gd name="T98" fmla="*/ 137 w 169"/>
                  <a:gd name="T99" fmla="*/ 0 h 117"/>
                  <a:gd name="T100" fmla="*/ 137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1" name="Freeform 1096">
                <a:extLst>
                  <a:ext uri="{FF2B5EF4-FFF2-40B4-BE49-F238E27FC236}">
                    <a16:creationId xmlns:a16="http://schemas.microsoft.com/office/drawing/2014/main" id="{9581C9A5-9567-4C3A-80F9-4201B5BF9739}"/>
                  </a:ext>
                </a:extLst>
              </p:cNvPr>
              <p:cNvSpPr>
                <a:spLocks noEditPoints="1"/>
              </p:cNvSpPr>
              <p:nvPr userDrawn="1"/>
            </p:nvSpPr>
            <p:spPr bwMode="auto">
              <a:xfrm>
                <a:off x="-1371" y="1959"/>
                <a:ext cx="78" cy="52"/>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3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5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2" name="Freeform 1097">
                <a:extLst>
                  <a:ext uri="{FF2B5EF4-FFF2-40B4-BE49-F238E27FC236}">
                    <a16:creationId xmlns:a16="http://schemas.microsoft.com/office/drawing/2014/main" id="{935DADF4-9B8F-4753-A835-DFCEB14A1CEA}"/>
                  </a:ext>
                </a:extLst>
              </p:cNvPr>
              <p:cNvSpPr>
                <a:spLocks noEditPoints="1"/>
              </p:cNvSpPr>
              <p:nvPr userDrawn="1"/>
            </p:nvSpPr>
            <p:spPr bwMode="auto">
              <a:xfrm>
                <a:off x="-1648" y="2024"/>
                <a:ext cx="107" cy="74"/>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6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3" name="Freeform 1098">
                <a:extLst>
                  <a:ext uri="{FF2B5EF4-FFF2-40B4-BE49-F238E27FC236}">
                    <a16:creationId xmlns:a16="http://schemas.microsoft.com/office/drawing/2014/main" id="{DF220810-CD08-40E6-A57F-C26A042FF86D}"/>
                  </a:ext>
                </a:extLst>
              </p:cNvPr>
              <p:cNvSpPr>
                <a:spLocks noEditPoints="1"/>
              </p:cNvSpPr>
              <p:nvPr userDrawn="1"/>
            </p:nvSpPr>
            <p:spPr bwMode="auto">
              <a:xfrm>
                <a:off x="-1206" y="1770"/>
                <a:ext cx="84" cy="57"/>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3 w 112"/>
                  <a:gd name="T21" fmla="*/ 65 h 76"/>
                  <a:gd name="T22" fmla="*/ 87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4" name="Freeform 1099">
                <a:extLst>
                  <a:ext uri="{FF2B5EF4-FFF2-40B4-BE49-F238E27FC236}">
                    <a16:creationId xmlns:a16="http://schemas.microsoft.com/office/drawing/2014/main" id="{5F7BD142-8322-4E72-BB8C-93B0EDAB3444}"/>
                  </a:ext>
                </a:extLst>
              </p:cNvPr>
              <p:cNvSpPr>
                <a:spLocks noEditPoints="1"/>
              </p:cNvSpPr>
              <p:nvPr userDrawn="1"/>
            </p:nvSpPr>
            <p:spPr bwMode="auto">
              <a:xfrm>
                <a:off x="-1213" y="1633"/>
                <a:ext cx="126" cy="116"/>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1 w 168"/>
                  <a:gd name="T35" fmla="*/ 149 h 155"/>
                  <a:gd name="T36" fmla="*/ 51 w 168"/>
                  <a:gd name="T37" fmla="*/ 143 h 155"/>
                  <a:gd name="T38" fmla="*/ 41 w 168"/>
                  <a:gd name="T39" fmla="*/ 113 h 155"/>
                  <a:gd name="T40" fmla="*/ 41 w 168"/>
                  <a:gd name="T41" fmla="*/ 112 h 155"/>
                  <a:gd name="T42" fmla="*/ 18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1"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5" name="Freeform 1100">
                <a:extLst>
                  <a:ext uri="{FF2B5EF4-FFF2-40B4-BE49-F238E27FC236}">
                    <a16:creationId xmlns:a16="http://schemas.microsoft.com/office/drawing/2014/main" id="{7357508A-F406-41A3-A377-4BCD59DB58C4}"/>
                  </a:ext>
                </a:extLst>
              </p:cNvPr>
              <p:cNvSpPr>
                <a:spLocks noEditPoints="1"/>
              </p:cNvSpPr>
              <p:nvPr userDrawn="1"/>
            </p:nvSpPr>
            <p:spPr bwMode="auto">
              <a:xfrm>
                <a:off x="-1523" y="1403"/>
                <a:ext cx="126" cy="117"/>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6" name="Freeform 1101">
                <a:extLst>
                  <a:ext uri="{FF2B5EF4-FFF2-40B4-BE49-F238E27FC236}">
                    <a16:creationId xmlns:a16="http://schemas.microsoft.com/office/drawing/2014/main" id="{5DB6565E-C99B-47C9-B4E8-AEF64FD8C2F0}"/>
                  </a:ext>
                </a:extLst>
              </p:cNvPr>
              <p:cNvSpPr>
                <a:spLocks/>
              </p:cNvSpPr>
              <p:nvPr userDrawn="1"/>
            </p:nvSpPr>
            <p:spPr bwMode="auto">
              <a:xfrm>
                <a:off x="-1403"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7" name="Freeform 1102">
                <a:extLst>
                  <a:ext uri="{FF2B5EF4-FFF2-40B4-BE49-F238E27FC236}">
                    <a16:creationId xmlns:a16="http://schemas.microsoft.com/office/drawing/2014/main" id="{E23CB7DE-DB98-4D96-8B1F-85CF43A1F3FB}"/>
                  </a:ext>
                </a:extLst>
              </p:cNvPr>
              <p:cNvSpPr>
                <a:spLocks noEditPoints="1"/>
              </p:cNvSpPr>
              <p:nvPr userDrawn="1"/>
            </p:nvSpPr>
            <p:spPr bwMode="auto">
              <a:xfrm>
                <a:off x="-1137" y="1802"/>
                <a:ext cx="89" cy="12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8" name="Freeform 1103">
                <a:extLst>
                  <a:ext uri="{FF2B5EF4-FFF2-40B4-BE49-F238E27FC236}">
                    <a16:creationId xmlns:a16="http://schemas.microsoft.com/office/drawing/2014/main" id="{FA66F9D8-C937-40FD-9269-6A97F0B67726}"/>
                  </a:ext>
                </a:extLst>
              </p:cNvPr>
              <p:cNvSpPr>
                <a:spLocks noEditPoints="1"/>
              </p:cNvSpPr>
              <p:nvPr userDrawn="1"/>
            </p:nvSpPr>
            <p:spPr bwMode="auto">
              <a:xfrm>
                <a:off x="-1588" y="1476"/>
                <a:ext cx="89" cy="126"/>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6 w 119"/>
                  <a:gd name="T41" fmla="*/ 161 h 167"/>
                  <a:gd name="T42" fmla="*/ 26 w 119"/>
                  <a:gd name="T43" fmla="*/ 161 h 167"/>
                  <a:gd name="T44" fmla="*/ 16 w 119"/>
                  <a:gd name="T45" fmla="*/ 157 h 167"/>
                  <a:gd name="T46" fmla="*/ 7 w 119"/>
                  <a:gd name="T47" fmla="*/ 131 h 167"/>
                  <a:gd name="T48" fmla="*/ 6 w 119"/>
                  <a:gd name="T49" fmla="*/ 63 h 167"/>
                  <a:gd name="T50" fmla="*/ 70 w 119"/>
                  <a:gd name="T51" fmla="*/ 11 h 167"/>
                  <a:gd name="T52" fmla="*/ 68 w 119"/>
                  <a:gd name="T53" fmla="*/ 9 h 167"/>
                  <a:gd name="T54" fmla="*/ 70 w 119"/>
                  <a:gd name="T55" fmla="*/ 11 h 167"/>
                  <a:gd name="T56" fmla="*/ 79 w 119"/>
                  <a:gd name="T57" fmla="*/ 0 h 167"/>
                  <a:gd name="T58" fmla="*/ 68 w 119"/>
                  <a:gd name="T59" fmla="*/ 8 h 167"/>
                  <a:gd name="T60" fmla="*/ 31 w 119"/>
                  <a:gd name="T61" fmla="*/ 37 h 167"/>
                  <a:gd name="T62" fmla="*/ 14 w 119"/>
                  <a:gd name="T63" fmla="*/ 41 h 167"/>
                  <a:gd name="T64" fmla="*/ 2 w 119"/>
                  <a:gd name="T65" fmla="*/ 54 h 167"/>
                  <a:gd name="T66" fmla="*/ 0 w 119"/>
                  <a:gd name="T67" fmla="*/ 62 h 167"/>
                  <a:gd name="T68" fmla="*/ 0 w 119"/>
                  <a:gd name="T69" fmla="*/ 63 h 167"/>
                  <a:gd name="T70" fmla="*/ 1 w 119"/>
                  <a:gd name="T71" fmla="*/ 131 h 167"/>
                  <a:gd name="T72" fmla="*/ 1 w 119"/>
                  <a:gd name="T73" fmla="*/ 131 h 167"/>
                  <a:gd name="T74" fmla="*/ 12 w 119"/>
                  <a:gd name="T75" fmla="*/ 161 h 167"/>
                  <a:gd name="T76" fmla="*/ 26 w 119"/>
                  <a:gd name="T77" fmla="*/ 167 h 167"/>
                  <a:gd name="T78" fmla="*/ 26 w 119"/>
                  <a:gd name="T79" fmla="*/ 167 h 167"/>
                  <a:gd name="T80" fmla="*/ 29 w 119"/>
                  <a:gd name="T81" fmla="*/ 167 h 167"/>
                  <a:gd name="T82" fmla="*/ 87 w 119"/>
                  <a:gd name="T83" fmla="*/ 166 h 167"/>
                  <a:gd name="T84" fmla="*/ 88 w 119"/>
                  <a:gd name="T85" fmla="*/ 166 h 167"/>
                  <a:gd name="T86" fmla="*/ 115 w 119"/>
                  <a:gd name="T87" fmla="*/ 147 h 167"/>
                  <a:gd name="T88" fmla="*/ 118 w 119"/>
                  <a:gd name="T89" fmla="*/ 139 h 167"/>
                  <a:gd name="T90" fmla="*/ 114 w 119"/>
                  <a:gd name="T91" fmla="*/ 136 h 167"/>
                  <a:gd name="T92" fmla="*/ 119 w 119"/>
                  <a:gd name="T93" fmla="*/ 137 h 167"/>
                  <a:gd name="T94" fmla="*/ 119 w 119"/>
                  <a:gd name="T95" fmla="*/ 133 h 167"/>
                  <a:gd name="T96" fmla="*/ 119 w 119"/>
                  <a:gd name="T97" fmla="*/ 133 h 167"/>
                  <a:gd name="T98" fmla="*/ 118 w 119"/>
                  <a:gd name="T99" fmla="*/ 71 h 167"/>
                  <a:gd name="T100" fmla="*/ 118 w 119"/>
                  <a:gd name="T101" fmla="*/ 71 h 167"/>
                  <a:gd name="T102" fmla="*/ 113 w 119"/>
                  <a:gd name="T103" fmla="*/ 52 h 167"/>
                  <a:gd name="T104" fmla="*/ 96 w 119"/>
                  <a:gd name="T105" fmla="*/ 39 h 167"/>
                  <a:gd name="T106" fmla="*/ 86 w 119"/>
                  <a:gd name="T107" fmla="*/ 36 h 167"/>
                  <a:gd name="T108" fmla="*/ 86 w 119"/>
                  <a:gd name="T109" fmla="*/ 36 h 167"/>
                  <a:gd name="T110" fmla="*/ 60 w 119"/>
                  <a:gd name="T111" fmla="*/ 36 h 167"/>
                  <a:gd name="T112" fmla="*/ 79 w 119"/>
                  <a:gd name="T11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9" name="Freeform 1104">
                <a:extLst>
                  <a:ext uri="{FF2B5EF4-FFF2-40B4-BE49-F238E27FC236}">
                    <a16:creationId xmlns:a16="http://schemas.microsoft.com/office/drawing/2014/main" id="{25C75F51-8759-4531-BC11-F4A2DB690CA1}"/>
                  </a:ext>
                </a:extLst>
              </p:cNvPr>
              <p:cNvSpPr>
                <a:spLocks/>
              </p:cNvSpPr>
              <p:nvPr userDrawn="1"/>
            </p:nvSpPr>
            <p:spPr bwMode="auto">
              <a:xfrm>
                <a:off x="-1502" y="1578"/>
                <a:ext cx="3" cy="3"/>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0" name="Freeform 1105">
                <a:extLst>
                  <a:ext uri="{FF2B5EF4-FFF2-40B4-BE49-F238E27FC236}">
                    <a16:creationId xmlns:a16="http://schemas.microsoft.com/office/drawing/2014/main" id="{BB796EA8-7516-4B4D-BADE-C0A4376A3206}"/>
                  </a:ext>
                </a:extLst>
              </p:cNvPr>
              <p:cNvSpPr>
                <a:spLocks noEditPoints="1"/>
              </p:cNvSpPr>
              <p:nvPr userDrawn="1"/>
            </p:nvSpPr>
            <p:spPr bwMode="auto">
              <a:xfrm>
                <a:off x="-885" y="1504"/>
                <a:ext cx="164" cy="98"/>
              </a:xfrm>
              <a:custGeom>
                <a:avLst/>
                <a:gdLst>
                  <a:gd name="T0" fmla="*/ 15 w 219"/>
                  <a:gd name="T1" fmla="*/ 41 h 131"/>
                  <a:gd name="T2" fmla="*/ 17 w 219"/>
                  <a:gd name="T3" fmla="*/ 38 h 131"/>
                  <a:gd name="T4" fmla="*/ 15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4 h 131"/>
                  <a:gd name="T20" fmla="*/ 208 w 219"/>
                  <a:gd name="T21" fmla="*/ 115 h 131"/>
                  <a:gd name="T22" fmla="*/ 178 w 219"/>
                  <a:gd name="T23" fmla="*/ 125 h 131"/>
                  <a:gd name="T24" fmla="*/ 99 w 219"/>
                  <a:gd name="T25" fmla="*/ 125 h 131"/>
                  <a:gd name="T26" fmla="*/ 87 w 219"/>
                  <a:gd name="T27" fmla="*/ 120 h 131"/>
                  <a:gd name="T28" fmla="*/ 80 w 219"/>
                  <a:gd name="T29" fmla="*/ 111 h 131"/>
                  <a:gd name="T30" fmla="*/ 76 w 219"/>
                  <a:gd name="T31" fmla="*/ 95 h 131"/>
                  <a:gd name="T32" fmla="*/ 76 w 219"/>
                  <a:gd name="T33" fmla="*/ 94 h 131"/>
                  <a:gd name="T34" fmla="*/ 34 w 219"/>
                  <a:gd name="T35" fmla="*/ 51 h 131"/>
                  <a:gd name="T36" fmla="*/ 76 w 219"/>
                  <a:gd name="T37" fmla="*/ 74 h 131"/>
                  <a:gd name="T38" fmla="*/ 76 w 219"/>
                  <a:gd name="T39" fmla="*/ 35 h 131"/>
                  <a:gd name="T40" fmla="*/ 82 w 219"/>
                  <a:gd name="T41" fmla="*/ 20 h 131"/>
                  <a:gd name="T42" fmla="*/ 92 w 219"/>
                  <a:gd name="T43" fmla="*/ 11 h 131"/>
                  <a:gd name="T44" fmla="*/ 110 w 219"/>
                  <a:gd name="T45" fmla="*/ 6 h 131"/>
                  <a:gd name="T46" fmla="*/ 110 w 219"/>
                  <a:gd name="T47" fmla="*/ 6 h 131"/>
                  <a:gd name="T48" fmla="*/ 182 w 219"/>
                  <a:gd name="T49" fmla="*/ 0 h 131"/>
                  <a:gd name="T50" fmla="*/ 110 w 219"/>
                  <a:gd name="T51" fmla="*/ 0 h 131"/>
                  <a:gd name="T52" fmla="*/ 110 w 219"/>
                  <a:gd name="T53" fmla="*/ 0 h 131"/>
                  <a:gd name="T54" fmla="*/ 89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5 w 219"/>
                  <a:gd name="T67" fmla="*/ 40 h 131"/>
                  <a:gd name="T68" fmla="*/ 17 w 219"/>
                  <a:gd name="T69" fmla="*/ 38 h 131"/>
                  <a:gd name="T70" fmla="*/ 15 w 219"/>
                  <a:gd name="T71" fmla="*/ 40 h 131"/>
                  <a:gd name="T72" fmla="*/ 70 w 219"/>
                  <a:gd name="T73" fmla="*/ 97 h 131"/>
                  <a:gd name="T74" fmla="*/ 74 w 219"/>
                  <a:gd name="T75" fmla="*/ 114 h 131"/>
                  <a:gd name="T76" fmla="*/ 89 w 219"/>
                  <a:gd name="T77" fmla="*/ 128 h 131"/>
                  <a:gd name="T78" fmla="*/ 99 w 219"/>
                  <a:gd name="T79" fmla="*/ 131 h 131"/>
                  <a:gd name="T80" fmla="*/ 99 w 219"/>
                  <a:gd name="T81" fmla="*/ 131 h 131"/>
                  <a:gd name="T82" fmla="*/ 178 w 219"/>
                  <a:gd name="T83" fmla="*/ 131 h 131"/>
                  <a:gd name="T84" fmla="*/ 178 w 219"/>
                  <a:gd name="T85" fmla="*/ 131 h 131"/>
                  <a:gd name="T86" fmla="*/ 212 w 219"/>
                  <a:gd name="T87" fmla="*/ 119 h 131"/>
                  <a:gd name="T88" fmla="*/ 219 w 219"/>
                  <a:gd name="T89" fmla="*/ 104 h 131"/>
                  <a:gd name="T90" fmla="*/ 219 w 219"/>
                  <a:gd name="T91" fmla="*/ 101 h 131"/>
                  <a:gd name="T92" fmla="*/ 219 w 219"/>
                  <a:gd name="T93" fmla="*/ 36 h 131"/>
                  <a:gd name="T94" fmla="*/ 219 w 219"/>
                  <a:gd name="T95" fmla="*/ 36 h 131"/>
                  <a:gd name="T96" fmla="*/ 198 w 219"/>
                  <a:gd name="T97" fmla="*/ 5 h 131"/>
                  <a:gd name="T98" fmla="*/ 183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1" name="Freeform 1106">
                <a:extLst>
                  <a:ext uri="{FF2B5EF4-FFF2-40B4-BE49-F238E27FC236}">
                    <a16:creationId xmlns:a16="http://schemas.microsoft.com/office/drawing/2014/main" id="{C94ABFD9-CC71-49B9-9075-FAAF5440D6F3}"/>
                  </a:ext>
                </a:extLst>
              </p:cNvPr>
              <p:cNvSpPr>
                <a:spLocks noEditPoints="1"/>
              </p:cNvSpPr>
              <p:nvPr userDrawn="1"/>
            </p:nvSpPr>
            <p:spPr bwMode="auto">
              <a:xfrm>
                <a:off x="-710" y="1533"/>
                <a:ext cx="105" cy="10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5 h 137"/>
                  <a:gd name="T28" fmla="*/ 37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7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2" name="Freeform 1107">
                <a:extLst>
                  <a:ext uri="{FF2B5EF4-FFF2-40B4-BE49-F238E27FC236}">
                    <a16:creationId xmlns:a16="http://schemas.microsoft.com/office/drawing/2014/main" id="{AAE5A389-E189-45DB-A0A5-E430FF96D507}"/>
                  </a:ext>
                </a:extLst>
              </p:cNvPr>
              <p:cNvSpPr>
                <a:spLocks noEditPoints="1"/>
              </p:cNvSpPr>
              <p:nvPr userDrawn="1"/>
            </p:nvSpPr>
            <p:spPr bwMode="auto">
              <a:xfrm>
                <a:off x="-1232" y="1445"/>
                <a:ext cx="105" cy="10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3" name="Freeform 1108">
                <a:extLst>
                  <a:ext uri="{FF2B5EF4-FFF2-40B4-BE49-F238E27FC236}">
                    <a16:creationId xmlns:a16="http://schemas.microsoft.com/office/drawing/2014/main" id="{39A1F5D9-44D0-4069-9D50-783AECE038B1}"/>
                  </a:ext>
                </a:extLst>
              </p:cNvPr>
              <p:cNvSpPr>
                <a:spLocks/>
              </p:cNvSpPr>
              <p:nvPr userDrawn="1"/>
            </p:nvSpPr>
            <p:spPr bwMode="auto">
              <a:xfrm>
                <a:off x="-1172" y="1542"/>
                <a:ext cx="10" cy="4"/>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4" name="Freeform 1109">
                <a:extLst>
                  <a:ext uri="{FF2B5EF4-FFF2-40B4-BE49-F238E27FC236}">
                    <a16:creationId xmlns:a16="http://schemas.microsoft.com/office/drawing/2014/main" id="{19F04534-9AC4-4C91-B918-1E63095FA318}"/>
                  </a:ext>
                </a:extLst>
              </p:cNvPr>
              <p:cNvSpPr>
                <a:spLocks noEditPoints="1"/>
              </p:cNvSpPr>
              <p:nvPr userDrawn="1"/>
            </p:nvSpPr>
            <p:spPr bwMode="auto">
              <a:xfrm>
                <a:off x="-1311" y="1335"/>
                <a:ext cx="117" cy="115"/>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8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5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5" name="Freeform 1110">
                <a:extLst>
                  <a:ext uri="{FF2B5EF4-FFF2-40B4-BE49-F238E27FC236}">
                    <a16:creationId xmlns:a16="http://schemas.microsoft.com/office/drawing/2014/main" id="{514F96CC-D538-4415-8E6B-5AF1E821FCE7}"/>
                  </a:ext>
                </a:extLst>
              </p:cNvPr>
              <p:cNvSpPr>
                <a:spLocks noEditPoints="1"/>
              </p:cNvSpPr>
              <p:nvPr userDrawn="1"/>
            </p:nvSpPr>
            <p:spPr bwMode="auto">
              <a:xfrm>
                <a:off x="-601" y="151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6" name="Freeform 1111">
                <a:extLst>
                  <a:ext uri="{FF2B5EF4-FFF2-40B4-BE49-F238E27FC236}">
                    <a16:creationId xmlns:a16="http://schemas.microsoft.com/office/drawing/2014/main" id="{2FA7B2E4-1DD3-4339-A1BD-55320D5BBB31}"/>
                  </a:ext>
                </a:extLst>
              </p:cNvPr>
              <p:cNvSpPr>
                <a:spLocks noEditPoints="1"/>
              </p:cNvSpPr>
              <p:nvPr userDrawn="1"/>
            </p:nvSpPr>
            <p:spPr bwMode="auto">
              <a:xfrm>
                <a:off x="-456" y="1246"/>
                <a:ext cx="57" cy="86"/>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6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8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7 w 76"/>
                  <a:gd name="T69" fmla="*/ 8 h 115"/>
                  <a:gd name="T70" fmla="*/ 1 w 76"/>
                  <a:gd name="T71" fmla="*/ 22 h 115"/>
                  <a:gd name="T72" fmla="*/ 0 w 76"/>
                  <a:gd name="T73" fmla="*/ 39 h 115"/>
                  <a:gd name="T74" fmla="*/ 1 w 76"/>
                  <a:gd name="T75" fmla="*/ 61 h 115"/>
                  <a:gd name="T76" fmla="*/ 8 w 76"/>
                  <a:gd name="T77" fmla="*/ 81 h 115"/>
                  <a:gd name="T78" fmla="*/ 15 w 76"/>
                  <a:gd name="T79" fmla="*/ 88 h 115"/>
                  <a:gd name="T80" fmla="*/ 15 w 76"/>
                  <a:gd name="T81" fmla="*/ 88 h 115"/>
                  <a:gd name="T82" fmla="*/ 37 w 76"/>
                  <a:gd name="T83" fmla="*/ 89 h 115"/>
                  <a:gd name="T84" fmla="*/ 26 w 76"/>
                  <a:gd name="T85" fmla="*/ 115 h 115"/>
                  <a:gd name="T86" fmla="*/ 56 w 76"/>
                  <a:gd name="T87" fmla="*/ 90 h 115"/>
                  <a:gd name="T88" fmla="*/ 72 w 76"/>
                  <a:gd name="T89" fmla="*/ 85 h 115"/>
                  <a:gd name="T90" fmla="*/ 75 w 76"/>
                  <a:gd name="T91" fmla="*/ 80 h 115"/>
                  <a:gd name="T92" fmla="*/ 76 w 76"/>
                  <a:gd name="T93" fmla="*/ 77 h 115"/>
                  <a:gd name="T94" fmla="*/ 76 w 76"/>
                  <a:gd name="T95" fmla="*/ 76 h 115"/>
                  <a:gd name="T96" fmla="*/ 76 w 76"/>
                  <a:gd name="T97" fmla="*/ 28 h 115"/>
                  <a:gd name="T98" fmla="*/ 69 w 76"/>
                  <a:gd name="T99" fmla="*/ 4 h 115"/>
                  <a:gd name="T100" fmla="*/ 63 w 76"/>
                  <a:gd name="T101" fmla="*/ 1 h 115"/>
                  <a:gd name="T102" fmla="*/ 60 w 76"/>
                  <a:gd name="T10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7" name="Freeform 1112">
                <a:extLst>
                  <a:ext uri="{FF2B5EF4-FFF2-40B4-BE49-F238E27FC236}">
                    <a16:creationId xmlns:a16="http://schemas.microsoft.com/office/drawing/2014/main" id="{A0C8B453-C1AA-4E06-B5D3-1B34FFE1548D}"/>
                  </a:ext>
                </a:extLst>
              </p:cNvPr>
              <p:cNvSpPr>
                <a:spLocks noEditPoints="1"/>
              </p:cNvSpPr>
              <p:nvPr userDrawn="1"/>
            </p:nvSpPr>
            <p:spPr bwMode="auto">
              <a:xfrm>
                <a:off x="-1299" y="1466"/>
                <a:ext cx="57" cy="87"/>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8" name="Freeform 1113">
                <a:extLst>
                  <a:ext uri="{FF2B5EF4-FFF2-40B4-BE49-F238E27FC236}">
                    <a16:creationId xmlns:a16="http://schemas.microsoft.com/office/drawing/2014/main" id="{321FB9DA-77EC-44E6-8C02-0240316E2482}"/>
                  </a:ext>
                </a:extLst>
              </p:cNvPr>
              <p:cNvSpPr>
                <a:spLocks noEditPoints="1"/>
              </p:cNvSpPr>
              <p:nvPr userDrawn="1"/>
            </p:nvSpPr>
            <p:spPr bwMode="auto">
              <a:xfrm>
                <a:off x="-1643" y="1228"/>
                <a:ext cx="57" cy="86"/>
              </a:xfrm>
              <a:custGeom>
                <a:avLst/>
                <a:gdLst>
                  <a:gd name="T0" fmla="*/ 18 w 76"/>
                  <a:gd name="T1" fmla="*/ 82 h 115"/>
                  <a:gd name="T2" fmla="*/ 18 w 76"/>
                  <a:gd name="T3" fmla="*/ 82 h 115"/>
                  <a:gd name="T4" fmla="*/ 18 w 76"/>
                  <a:gd name="T5" fmla="*/ 82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6 h 115"/>
                  <a:gd name="T22" fmla="*/ 70 w 76"/>
                  <a:gd name="T23" fmla="*/ 77 h 115"/>
                  <a:gd name="T24" fmla="*/ 70 w 76"/>
                  <a:gd name="T25" fmla="*/ 78 h 115"/>
                  <a:gd name="T26" fmla="*/ 67 w 76"/>
                  <a:gd name="T27" fmla="*/ 81 h 115"/>
                  <a:gd name="T28" fmla="*/ 55 w 76"/>
                  <a:gd name="T29" fmla="*/ 83 h 115"/>
                  <a:gd name="T30" fmla="*/ 55 w 76"/>
                  <a:gd name="T31" fmla="*/ 83 h 115"/>
                  <a:gd name="T32" fmla="*/ 54 w 76"/>
                  <a:gd name="T33" fmla="*/ 83 h 115"/>
                  <a:gd name="T34" fmla="*/ 42 w 76"/>
                  <a:gd name="T35" fmla="*/ 93 h 115"/>
                  <a:gd name="T36" fmla="*/ 47 w 76"/>
                  <a:gd name="T37" fmla="*/ 84 h 115"/>
                  <a:gd name="T38" fmla="*/ 18 w 76"/>
                  <a:gd name="T39" fmla="*/ 82 h 115"/>
                  <a:gd name="T40" fmla="*/ 13 w 76"/>
                  <a:gd name="T41" fmla="*/ 77 h 115"/>
                  <a:gd name="T42" fmla="*/ 8 w 76"/>
                  <a:gd name="T43" fmla="*/ 60 h 115"/>
                  <a:gd name="T44" fmla="*/ 8 w 76"/>
                  <a:gd name="T45" fmla="*/ 60 h 115"/>
                  <a:gd name="T46" fmla="*/ 8 w 76"/>
                  <a:gd name="T47" fmla="*/ 60 h 115"/>
                  <a:gd name="T48" fmla="*/ 7 w 76"/>
                  <a:gd name="T49" fmla="*/ 58 h 115"/>
                  <a:gd name="T50" fmla="*/ 6 w 76"/>
                  <a:gd name="T51" fmla="*/ 39 h 115"/>
                  <a:gd name="T52" fmla="*/ 9 w 76"/>
                  <a:gd name="T53" fmla="*/ 18 h 115"/>
                  <a:gd name="T54" fmla="*/ 12 w 76"/>
                  <a:gd name="T55" fmla="*/ 11 h 115"/>
                  <a:gd name="T56" fmla="*/ 17 w 76"/>
                  <a:gd name="T57" fmla="*/ 9 h 115"/>
                  <a:gd name="T58" fmla="*/ 17 w 76"/>
                  <a:gd name="T59" fmla="*/ 9 h 115"/>
                  <a:gd name="T60" fmla="*/ 60 w 76"/>
                  <a:gd name="T61" fmla="*/ 0 h 115"/>
                  <a:gd name="T62" fmla="*/ 60 w 76"/>
                  <a:gd name="T63" fmla="*/ 0 h 115"/>
                  <a:gd name="T64" fmla="*/ 60 w 76"/>
                  <a:gd name="T65" fmla="*/ 0 h 115"/>
                  <a:gd name="T66" fmla="*/ 16 w 76"/>
                  <a:gd name="T67" fmla="*/ 3 h 115"/>
                  <a:gd name="T68" fmla="*/ 17 w 76"/>
                  <a:gd name="T69" fmla="*/ 6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7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6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2"/>
                    </a:move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9" name="Freeform 1114">
                <a:extLst>
                  <a:ext uri="{FF2B5EF4-FFF2-40B4-BE49-F238E27FC236}">
                    <a16:creationId xmlns:a16="http://schemas.microsoft.com/office/drawing/2014/main" id="{A075ED83-1A82-40E0-A423-229472A551D3}"/>
                  </a:ext>
                </a:extLst>
              </p:cNvPr>
              <p:cNvSpPr>
                <a:spLocks noEditPoints="1"/>
              </p:cNvSpPr>
              <p:nvPr userDrawn="1"/>
            </p:nvSpPr>
            <p:spPr bwMode="auto">
              <a:xfrm>
                <a:off x="-1071" y="163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0" name="Freeform 1115">
                <a:extLst>
                  <a:ext uri="{FF2B5EF4-FFF2-40B4-BE49-F238E27FC236}">
                    <a16:creationId xmlns:a16="http://schemas.microsoft.com/office/drawing/2014/main" id="{CF12D783-9766-4599-A6B4-F8B4286D92C3}"/>
                  </a:ext>
                </a:extLst>
              </p:cNvPr>
              <p:cNvSpPr>
                <a:spLocks noEditPoints="1"/>
              </p:cNvSpPr>
              <p:nvPr userDrawn="1"/>
            </p:nvSpPr>
            <p:spPr bwMode="auto">
              <a:xfrm>
                <a:off x="-1283" y="1644"/>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9 w 76"/>
                  <a:gd name="T79" fmla="*/ 82 h 116"/>
                  <a:gd name="T80" fmla="*/ 15 w 76"/>
                  <a:gd name="T81" fmla="*/ 88 h 116"/>
                  <a:gd name="T82" fmla="*/ 16 w 76"/>
                  <a:gd name="T83" fmla="*/ 89 h 116"/>
                  <a:gd name="T84" fmla="*/ 37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1" name="Freeform 1116">
                <a:extLst>
                  <a:ext uri="{FF2B5EF4-FFF2-40B4-BE49-F238E27FC236}">
                    <a16:creationId xmlns:a16="http://schemas.microsoft.com/office/drawing/2014/main" id="{DD296E51-843E-456B-B573-21461CE130BC}"/>
                  </a:ext>
                </a:extLst>
              </p:cNvPr>
              <p:cNvSpPr>
                <a:spLocks noEditPoints="1"/>
              </p:cNvSpPr>
              <p:nvPr userDrawn="1"/>
            </p:nvSpPr>
            <p:spPr bwMode="auto">
              <a:xfrm>
                <a:off x="-1529" y="174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4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2" name="Freeform 1117">
                <a:extLst>
                  <a:ext uri="{FF2B5EF4-FFF2-40B4-BE49-F238E27FC236}">
                    <a16:creationId xmlns:a16="http://schemas.microsoft.com/office/drawing/2014/main" id="{D2DE5188-E7D7-4393-993F-0C34ABA06CE2}"/>
                  </a:ext>
                </a:extLst>
              </p:cNvPr>
              <p:cNvSpPr>
                <a:spLocks noEditPoints="1"/>
              </p:cNvSpPr>
              <p:nvPr userDrawn="1"/>
            </p:nvSpPr>
            <p:spPr bwMode="auto">
              <a:xfrm>
                <a:off x="-1310" y="1871"/>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7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3" name="Freeform 1118">
                <a:extLst>
                  <a:ext uri="{FF2B5EF4-FFF2-40B4-BE49-F238E27FC236}">
                    <a16:creationId xmlns:a16="http://schemas.microsoft.com/office/drawing/2014/main" id="{F92CFF9D-BF84-4015-A664-F6767437E8A1}"/>
                  </a:ext>
                </a:extLst>
              </p:cNvPr>
              <p:cNvSpPr>
                <a:spLocks noEditPoints="1"/>
              </p:cNvSpPr>
              <p:nvPr userDrawn="1"/>
            </p:nvSpPr>
            <p:spPr bwMode="auto">
              <a:xfrm>
                <a:off x="-1715" y="1842"/>
                <a:ext cx="126" cy="185"/>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4" name="Freeform 1119">
                <a:extLst>
                  <a:ext uri="{FF2B5EF4-FFF2-40B4-BE49-F238E27FC236}">
                    <a16:creationId xmlns:a16="http://schemas.microsoft.com/office/drawing/2014/main" id="{E328D9E8-FD9B-4FB5-872E-60B18753135D}"/>
                  </a:ext>
                </a:extLst>
              </p:cNvPr>
              <p:cNvSpPr>
                <a:spLocks noEditPoints="1"/>
              </p:cNvSpPr>
              <p:nvPr userDrawn="1"/>
            </p:nvSpPr>
            <p:spPr bwMode="auto">
              <a:xfrm>
                <a:off x="-1284" y="1938"/>
                <a:ext cx="183" cy="73"/>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5" name="Freeform 1120">
                <a:extLst>
                  <a:ext uri="{FF2B5EF4-FFF2-40B4-BE49-F238E27FC236}">
                    <a16:creationId xmlns:a16="http://schemas.microsoft.com/office/drawing/2014/main" id="{F2EB388F-E9E1-4C3D-97D8-ADB848B37463}"/>
                  </a:ext>
                </a:extLst>
              </p:cNvPr>
              <p:cNvSpPr>
                <a:spLocks noEditPoints="1"/>
              </p:cNvSpPr>
              <p:nvPr userDrawn="1"/>
            </p:nvSpPr>
            <p:spPr bwMode="auto">
              <a:xfrm>
                <a:off x="-781" y="1628"/>
                <a:ext cx="149" cy="59"/>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6" name="Freeform 1121">
                <a:extLst>
                  <a:ext uri="{FF2B5EF4-FFF2-40B4-BE49-F238E27FC236}">
                    <a16:creationId xmlns:a16="http://schemas.microsoft.com/office/drawing/2014/main" id="{13C87113-F9B7-4F54-BBD4-D80A4A55AC25}"/>
                  </a:ext>
                </a:extLst>
              </p:cNvPr>
              <p:cNvSpPr>
                <a:spLocks noEditPoints="1"/>
              </p:cNvSpPr>
              <p:nvPr userDrawn="1"/>
            </p:nvSpPr>
            <p:spPr bwMode="auto">
              <a:xfrm>
                <a:off x="-1563" y="1153"/>
                <a:ext cx="193" cy="78"/>
              </a:xfrm>
              <a:custGeom>
                <a:avLst/>
                <a:gdLst>
                  <a:gd name="T0" fmla="*/ 187 w 258"/>
                  <a:gd name="T1" fmla="*/ 54 h 104"/>
                  <a:gd name="T2" fmla="*/ 187 w 258"/>
                  <a:gd name="T3" fmla="*/ 54 h 104"/>
                  <a:gd name="T4" fmla="*/ 25 w 258"/>
                  <a:gd name="T5" fmla="*/ 13 h 104"/>
                  <a:gd name="T6" fmla="*/ 94 w 258"/>
                  <a:gd name="T7" fmla="*/ 6 h 104"/>
                  <a:gd name="T8" fmla="*/ 177 w 258"/>
                  <a:gd name="T9" fmla="*/ 21 h 104"/>
                  <a:gd name="T10" fmla="*/ 182 w 258"/>
                  <a:gd name="T11" fmla="*/ 24 h 104"/>
                  <a:gd name="T12" fmla="*/ 184 w 258"/>
                  <a:gd name="T13" fmla="*/ 46 h 104"/>
                  <a:gd name="T14" fmla="*/ 182 w 258"/>
                  <a:gd name="T15" fmla="*/ 51 h 104"/>
                  <a:gd name="T16" fmla="*/ 182 w 258"/>
                  <a:gd name="T17" fmla="*/ 51 h 104"/>
                  <a:gd name="T18" fmla="*/ 176 w 258"/>
                  <a:gd name="T19" fmla="*/ 69 h 104"/>
                  <a:gd name="T20" fmla="*/ 184 w 258"/>
                  <a:gd name="T21" fmla="*/ 81 h 104"/>
                  <a:gd name="T22" fmla="*/ 187 w 258"/>
                  <a:gd name="T23" fmla="*/ 83 h 104"/>
                  <a:gd name="T24" fmla="*/ 115 w 258"/>
                  <a:gd name="T25" fmla="*/ 98 h 104"/>
                  <a:gd name="T26" fmla="*/ 100 w 258"/>
                  <a:gd name="T27" fmla="*/ 98 h 104"/>
                  <a:gd name="T28" fmla="*/ 99 w 258"/>
                  <a:gd name="T29" fmla="*/ 97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8 w 258"/>
                  <a:gd name="T55" fmla="*/ 103 h 104"/>
                  <a:gd name="T56" fmla="*/ 240 w 258"/>
                  <a:gd name="T57" fmla="*/ 84 h 104"/>
                  <a:gd name="T58" fmla="*/ 188 w 258"/>
                  <a:gd name="T59" fmla="*/ 77 h 104"/>
                  <a:gd name="T60" fmla="*/ 185 w 258"/>
                  <a:gd name="T61" fmla="*/ 75 h 104"/>
                  <a:gd name="T62" fmla="*/ 187 w 258"/>
                  <a:gd name="T63" fmla="*/ 54 h 104"/>
                  <a:gd name="T64" fmla="*/ 186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25" y="13"/>
                      <a:pt x="25" y="13"/>
                      <a:pt x="25" y="13"/>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7" name="Freeform 1122">
                <a:extLst>
                  <a:ext uri="{FF2B5EF4-FFF2-40B4-BE49-F238E27FC236}">
                    <a16:creationId xmlns:a16="http://schemas.microsoft.com/office/drawing/2014/main" id="{7DCFFC08-7AAA-4B1A-964F-9650026DF32B}"/>
                  </a:ext>
                </a:extLst>
              </p:cNvPr>
              <p:cNvSpPr>
                <a:spLocks noEditPoints="1"/>
              </p:cNvSpPr>
              <p:nvPr userDrawn="1"/>
            </p:nvSpPr>
            <p:spPr bwMode="auto">
              <a:xfrm>
                <a:off x="-1730" y="1741"/>
                <a:ext cx="208" cy="84"/>
              </a:xfrm>
              <a:custGeom>
                <a:avLst/>
                <a:gdLst>
                  <a:gd name="T0" fmla="*/ 11 w 277"/>
                  <a:gd name="T1" fmla="*/ 80 h 112"/>
                  <a:gd name="T2" fmla="*/ 11 w 277"/>
                  <a:gd name="T3" fmla="*/ 80 h 112"/>
                  <a:gd name="T4" fmla="*/ 11 w 277"/>
                  <a:gd name="T5" fmla="*/ 80 h 112"/>
                  <a:gd name="T6" fmla="*/ 101 w 277"/>
                  <a:gd name="T7" fmla="*/ 6 h 112"/>
                  <a:gd name="T8" fmla="*/ 191 w 277"/>
                  <a:gd name="T9" fmla="*/ 22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3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8" name="Freeform 1123">
                <a:extLst>
                  <a:ext uri="{FF2B5EF4-FFF2-40B4-BE49-F238E27FC236}">
                    <a16:creationId xmlns:a16="http://schemas.microsoft.com/office/drawing/2014/main" id="{38A96AEA-E090-4CE2-A9A9-007F48C81CA8}"/>
                  </a:ext>
                </a:extLst>
              </p:cNvPr>
              <p:cNvSpPr>
                <a:spLocks/>
              </p:cNvSpPr>
              <p:nvPr userDrawn="1"/>
            </p:nvSpPr>
            <p:spPr bwMode="auto">
              <a:xfrm>
                <a:off x="-1713" y="1748"/>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9" name="Freeform 1124">
                <a:extLst>
                  <a:ext uri="{FF2B5EF4-FFF2-40B4-BE49-F238E27FC236}">
                    <a16:creationId xmlns:a16="http://schemas.microsoft.com/office/drawing/2014/main" id="{CE318AEC-C6DD-430B-A23F-ED13A811010C}"/>
                  </a:ext>
                </a:extLst>
              </p:cNvPr>
              <p:cNvSpPr>
                <a:spLocks/>
              </p:cNvSpPr>
              <p:nvPr userDrawn="1"/>
            </p:nvSpPr>
            <p:spPr bwMode="auto">
              <a:xfrm>
                <a:off x="-1582" y="17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0" name="Freeform 1125">
                <a:extLst>
                  <a:ext uri="{FF2B5EF4-FFF2-40B4-BE49-F238E27FC236}">
                    <a16:creationId xmlns:a16="http://schemas.microsoft.com/office/drawing/2014/main" id="{1FD92724-DEA5-47CC-98B7-9268F42587B3}"/>
                  </a:ext>
                </a:extLst>
              </p:cNvPr>
              <p:cNvSpPr>
                <a:spLocks noEditPoints="1"/>
              </p:cNvSpPr>
              <p:nvPr userDrawn="1"/>
            </p:nvSpPr>
            <p:spPr bwMode="auto">
              <a:xfrm>
                <a:off x="-1331" y="1750"/>
                <a:ext cx="183" cy="121"/>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6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1" name="Freeform 1126">
                <a:extLst>
                  <a:ext uri="{FF2B5EF4-FFF2-40B4-BE49-F238E27FC236}">
                    <a16:creationId xmlns:a16="http://schemas.microsoft.com/office/drawing/2014/main" id="{9D522F2C-C640-4820-AF1E-D88B09B4480D}"/>
                  </a:ext>
                </a:extLst>
              </p:cNvPr>
              <p:cNvSpPr>
                <a:spLocks/>
              </p:cNvSpPr>
              <p:nvPr userDrawn="1"/>
            </p:nvSpPr>
            <p:spPr bwMode="auto">
              <a:xfrm>
                <a:off x="-1319" y="1770"/>
                <a:ext cx="6" cy="10"/>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2" name="Freeform 1127">
                <a:extLst>
                  <a:ext uri="{FF2B5EF4-FFF2-40B4-BE49-F238E27FC236}">
                    <a16:creationId xmlns:a16="http://schemas.microsoft.com/office/drawing/2014/main" id="{B295AFC4-1667-4A38-8EDC-603B03501C5F}"/>
                  </a:ext>
                </a:extLst>
              </p:cNvPr>
              <p:cNvSpPr>
                <a:spLocks noEditPoints="1"/>
              </p:cNvSpPr>
              <p:nvPr userDrawn="1"/>
            </p:nvSpPr>
            <p:spPr bwMode="auto">
              <a:xfrm>
                <a:off x="-1757" y="1022"/>
                <a:ext cx="129" cy="84"/>
              </a:xfrm>
              <a:custGeom>
                <a:avLst/>
                <a:gdLst>
                  <a:gd name="T0" fmla="*/ 19 w 171"/>
                  <a:gd name="T1" fmla="*/ 26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8 h 112"/>
                  <a:gd name="T28" fmla="*/ 160 w 171"/>
                  <a:gd name="T29" fmla="*/ 88 h 112"/>
                  <a:gd name="T30" fmla="*/ 160 w 171"/>
                  <a:gd name="T31" fmla="*/ 88 h 112"/>
                  <a:gd name="T32" fmla="*/ 163 w 171"/>
                  <a:gd name="T33" fmla="*/ 89 h 112"/>
                  <a:gd name="T34" fmla="*/ 159 w 171"/>
                  <a:gd name="T35" fmla="*/ 90 h 112"/>
                  <a:gd name="T36" fmla="*/ 140 w 171"/>
                  <a:gd name="T37" fmla="*/ 97 h 112"/>
                  <a:gd name="T38" fmla="*/ 140 w 171"/>
                  <a:gd name="T39" fmla="*/ 97 h 112"/>
                  <a:gd name="T40" fmla="*/ 140 w 171"/>
                  <a:gd name="T41" fmla="*/ 97 h 112"/>
                  <a:gd name="T42" fmla="*/ 140 w 171"/>
                  <a:gd name="T43" fmla="*/ 97 h 112"/>
                  <a:gd name="T44" fmla="*/ 77 w 171"/>
                  <a:gd name="T45" fmla="*/ 106 h 112"/>
                  <a:gd name="T46" fmla="*/ 77 w 171"/>
                  <a:gd name="T47" fmla="*/ 106 h 112"/>
                  <a:gd name="T48" fmla="*/ 77 w 171"/>
                  <a:gd name="T49" fmla="*/ 106 h 112"/>
                  <a:gd name="T50" fmla="*/ 26 w 171"/>
                  <a:gd name="T51" fmla="*/ 97 h 112"/>
                  <a:gd name="T52" fmla="*/ 26 w 171"/>
                  <a:gd name="T53" fmla="*/ 97 h 112"/>
                  <a:gd name="T54" fmla="*/ 26 w 171"/>
                  <a:gd name="T55" fmla="*/ 97 h 112"/>
                  <a:gd name="T56" fmla="*/ 26 w 171"/>
                  <a:gd name="T57" fmla="*/ 97 h 112"/>
                  <a:gd name="T58" fmla="*/ 16 w 171"/>
                  <a:gd name="T59" fmla="*/ 90 h 112"/>
                  <a:gd name="T60" fmla="*/ 6 w 171"/>
                  <a:gd name="T61" fmla="*/ 66 h 112"/>
                  <a:gd name="T62" fmla="*/ 19 w 171"/>
                  <a:gd name="T63" fmla="*/ 26 h 112"/>
                  <a:gd name="T64" fmla="*/ 58 w 171"/>
                  <a:gd name="T65" fmla="*/ 0 h 112"/>
                  <a:gd name="T66" fmla="*/ 58 w 171"/>
                  <a:gd name="T67" fmla="*/ 0 h 112"/>
                  <a:gd name="T68" fmla="*/ 25 w 171"/>
                  <a:gd name="T69" fmla="*/ 11 h 112"/>
                  <a:gd name="T70" fmla="*/ 14 w 171"/>
                  <a:gd name="T71" fmla="*/ 23 h 112"/>
                  <a:gd name="T72" fmla="*/ 14 w 171"/>
                  <a:gd name="T73" fmla="*/ 23 h 112"/>
                  <a:gd name="T74" fmla="*/ 13 w 171"/>
                  <a:gd name="T75" fmla="*/ 23 h 112"/>
                  <a:gd name="T76" fmla="*/ 0 w 171"/>
                  <a:gd name="T77" fmla="*/ 66 h 112"/>
                  <a:gd name="T78" fmla="*/ 12 w 171"/>
                  <a:gd name="T79" fmla="*/ 95 h 112"/>
                  <a:gd name="T80" fmla="*/ 24 w 171"/>
                  <a:gd name="T81" fmla="*/ 103 h 112"/>
                  <a:gd name="T82" fmla="*/ 77 w 171"/>
                  <a:gd name="T83" fmla="*/ 112 h 112"/>
                  <a:gd name="T84" fmla="*/ 142 w 171"/>
                  <a:gd name="T85" fmla="*/ 103 h 112"/>
                  <a:gd name="T86" fmla="*/ 142 w 171"/>
                  <a:gd name="T87" fmla="*/ 103 h 112"/>
                  <a:gd name="T88" fmla="*/ 165 w 171"/>
                  <a:gd name="T89" fmla="*/ 94 h 112"/>
                  <a:gd name="T90" fmla="*/ 169 w 171"/>
                  <a:gd name="T91" fmla="*/ 91 h 112"/>
                  <a:gd name="T92" fmla="*/ 171 w 171"/>
                  <a:gd name="T93" fmla="*/ 87 h 112"/>
                  <a:gd name="T94" fmla="*/ 170 w 171"/>
                  <a:gd name="T95" fmla="*/ 85 h 112"/>
                  <a:gd name="T96" fmla="*/ 169 w 171"/>
                  <a:gd name="T97" fmla="*/ 83 h 112"/>
                  <a:gd name="T98" fmla="*/ 167 w 171"/>
                  <a:gd name="T99" fmla="*/ 83 h 112"/>
                  <a:gd name="T100" fmla="*/ 160 w 171"/>
                  <a:gd name="T101" fmla="*/ 82 h 112"/>
                  <a:gd name="T102" fmla="*/ 138 w 171"/>
                  <a:gd name="T103" fmla="*/ 83 h 112"/>
                  <a:gd name="T104" fmla="*/ 125 w 171"/>
                  <a:gd name="T105" fmla="*/ 77 h 112"/>
                  <a:gd name="T106" fmla="*/ 113 w 171"/>
                  <a:gd name="T107" fmla="*/ 58 h 112"/>
                  <a:gd name="T108" fmla="*/ 111 w 171"/>
                  <a:gd name="T109" fmla="*/ 50 h 112"/>
                  <a:gd name="T110" fmla="*/ 111 w 171"/>
                  <a:gd name="T111" fmla="*/ 48 h 112"/>
                  <a:gd name="T112" fmla="*/ 110 w 171"/>
                  <a:gd name="T113" fmla="*/ 47 h 112"/>
                  <a:gd name="T114" fmla="*/ 110 w 171"/>
                  <a:gd name="T115" fmla="*/ 47 h 112"/>
                  <a:gd name="T116" fmla="*/ 95 w 171"/>
                  <a:gd name="T117" fmla="*/ 11 h 112"/>
                  <a:gd name="T118" fmla="*/ 95 w 171"/>
                  <a:gd name="T119" fmla="*/ 11 h 112"/>
                  <a:gd name="T120" fmla="*/ 95 w 171"/>
                  <a:gd name="T121" fmla="*/ 11 h 112"/>
                  <a:gd name="T122" fmla="*/ 58 w 171"/>
                  <a:gd name="T12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12">
                    <a:moveTo>
                      <a:pt x="19" y="26"/>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8"/>
                      <a:pt x="160" y="88"/>
                    </a:cubicBezTo>
                    <a:cubicBezTo>
                      <a:pt x="160" y="88"/>
                      <a:pt x="160" y="88"/>
                      <a:pt x="160" y="88"/>
                    </a:cubicBezTo>
                    <a:cubicBezTo>
                      <a:pt x="160" y="88"/>
                      <a:pt x="160" y="88"/>
                      <a:pt x="160" y="88"/>
                    </a:cubicBezTo>
                    <a:cubicBezTo>
                      <a:pt x="161" y="88"/>
                      <a:pt x="162" y="88"/>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6"/>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2" y="112"/>
                      <a:pt x="142"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5"/>
                      <a:pt x="170" y="85"/>
                    </a:cubicBezTo>
                    <a:cubicBezTo>
                      <a:pt x="170" y="84"/>
                      <a:pt x="169" y="84"/>
                      <a:pt x="169" y="83"/>
                    </a:cubicBezTo>
                    <a:cubicBezTo>
                      <a:pt x="168" y="83"/>
                      <a:pt x="168" y="83"/>
                      <a:pt x="167" y="83"/>
                    </a:cubicBezTo>
                    <a:cubicBezTo>
                      <a:pt x="165" y="83"/>
                      <a:pt x="163" y="82"/>
                      <a:pt x="160" y="82"/>
                    </a:cubicBezTo>
                    <a:cubicBezTo>
                      <a:pt x="151" y="82"/>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3" name="Freeform 1128">
                <a:extLst>
                  <a:ext uri="{FF2B5EF4-FFF2-40B4-BE49-F238E27FC236}">
                    <a16:creationId xmlns:a16="http://schemas.microsoft.com/office/drawing/2014/main" id="{3BA4790A-C757-4FFC-9DA3-065A9F25AA79}"/>
                  </a:ext>
                </a:extLst>
              </p:cNvPr>
              <p:cNvSpPr>
                <a:spLocks noEditPoints="1"/>
              </p:cNvSpPr>
              <p:nvPr userDrawn="1"/>
            </p:nvSpPr>
            <p:spPr bwMode="auto">
              <a:xfrm>
                <a:off x="-1146" y="1990"/>
                <a:ext cx="265" cy="174"/>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4" name="Freeform 1129">
                <a:extLst>
                  <a:ext uri="{FF2B5EF4-FFF2-40B4-BE49-F238E27FC236}">
                    <a16:creationId xmlns:a16="http://schemas.microsoft.com/office/drawing/2014/main" id="{C8864F9A-E317-4FC7-9496-1718001EA19B}"/>
                  </a:ext>
                </a:extLst>
              </p:cNvPr>
              <p:cNvSpPr>
                <a:spLocks noEditPoints="1"/>
              </p:cNvSpPr>
              <p:nvPr userDrawn="1"/>
            </p:nvSpPr>
            <p:spPr bwMode="auto">
              <a:xfrm>
                <a:off x="-974" y="1693"/>
                <a:ext cx="127" cy="100"/>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3 w 170"/>
                  <a:gd name="T61" fmla="*/ 86 h 133"/>
                  <a:gd name="T62" fmla="*/ 37 w 170"/>
                  <a:gd name="T63" fmla="*/ 92 h 133"/>
                  <a:gd name="T64" fmla="*/ 43 w 170"/>
                  <a:gd name="T65" fmla="*/ 133 h 133"/>
                  <a:gd name="T66" fmla="*/ 55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1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5" name="Freeform 1130">
                <a:extLst>
                  <a:ext uri="{FF2B5EF4-FFF2-40B4-BE49-F238E27FC236}">
                    <a16:creationId xmlns:a16="http://schemas.microsoft.com/office/drawing/2014/main" id="{1F715D14-D153-4BAF-A866-117FC6971347}"/>
                  </a:ext>
                </a:extLst>
              </p:cNvPr>
              <p:cNvSpPr>
                <a:spLocks noEditPoints="1"/>
              </p:cNvSpPr>
              <p:nvPr userDrawn="1"/>
            </p:nvSpPr>
            <p:spPr bwMode="auto">
              <a:xfrm>
                <a:off x="-491" y="1878"/>
                <a:ext cx="128" cy="99"/>
              </a:xfrm>
              <a:custGeom>
                <a:avLst/>
                <a:gdLst>
                  <a:gd name="T0" fmla="*/ 27 w 170"/>
                  <a:gd name="T1" fmla="*/ 7 h 132"/>
                  <a:gd name="T2" fmla="*/ 35 w 170"/>
                  <a:gd name="T3" fmla="*/ 7 h 132"/>
                  <a:gd name="T4" fmla="*/ 108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5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8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8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6" name="Freeform 1131">
                <a:extLst>
                  <a:ext uri="{FF2B5EF4-FFF2-40B4-BE49-F238E27FC236}">
                    <a16:creationId xmlns:a16="http://schemas.microsoft.com/office/drawing/2014/main" id="{0AC0074D-071C-40E0-A276-15C5E1FABBA9}"/>
                  </a:ext>
                </a:extLst>
              </p:cNvPr>
              <p:cNvSpPr>
                <a:spLocks/>
              </p:cNvSpPr>
              <p:nvPr userDrawn="1"/>
            </p:nvSpPr>
            <p:spPr bwMode="auto">
              <a:xfrm>
                <a:off x="-458" y="1977"/>
                <a:ext cx="0"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7" name="Freeform 1132">
                <a:extLst>
                  <a:ext uri="{FF2B5EF4-FFF2-40B4-BE49-F238E27FC236}">
                    <a16:creationId xmlns:a16="http://schemas.microsoft.com/office/drawing/2014/main" id="{1DDC5C62-57B9-4966-A3B5-F34CB39BF7E4}"/>
                  </a:ext>
                </a:extLst>
              </p:cNvPr>
              <p:cNvSpPr>
                <a:spLocks noEditPoints="1"/>
              </p:cNvSpPr>
              <p:nvPr userDrawn="1"/>
            </p:nvSpPr>
            <p:spPr bwMode="auto">
              <a:xfrm>
                <a:off x="-1112" y="1265"/>
                <a:ext cx="140" cy="122"/>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5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3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8" name="Freeform 1133">
                <a:extLst>
                  <a:ext uri="{FF2B5EF4-FFF2-40B4-BE49-F238E27FC236}">
                    <a16:creationId xmlns:a16="http://schemas.microsoft.com/office/drawing/2014/main" id="{006AB634-02B5-48B6-ADF7-9112FBB62BCA}"/>
                  </a:ext>
                </a:extLst>
              </p:cNvPr>
              <p:cNvSpPr>
                <a:spLocks noEditPoints="1"/>
              </p:cNvSpPr>
              <p:nvPr userDrawn="1"/>
            </p:nvSpPr>
            <p:spPr bwMode="auto">
              <a:xfrm>
                <a:off x="-490" y="1004"/>
                <a:ext cx="97" cy="84"/>
              </a:xfrm>
              <a:custGeom>
                <a:avLst/>
                <a:gdLst>
                  <a:gd name="T0" fmla="*/ 63 w 129"/>
                  <a:gd name="T1" fmla="*/ 16 h 112"/>
                  <a:gd name="T2" fmla="*/ 63 w 129"/>
                  <a:gd name="T3" fmla="*/ 16 h 112"/>
                  <a:gd name="T4" fmla="*/ 66 w 129"/>
                  <a:gd name="T5" fmla="*/ 15 h 112"/>
                  <a:gd name="T6" fmla="*/ 52 w 129"/>
                  <a:gd name="T7" fmla="*/ 7 h 112"/>
                  <a:gd name="T8" fmla="*/ 55 w 129"/>
                  <a:gd name="T9" fmla="*/ 6 h 112"/>
                  <a:gd name="T10" fmla="*/ 61 w 129"/>
                  <a:gd name="T11" fmla="*/ 22 h 112"/>
                  <a:gd name="T12" fmla="*/ 71 w 129"/>
                  <a:gd name="T13" fmla="*/ 13 h 112"/>
                  <a:gd name="T14" fmla="*/ 92 w 129"/>
                  <a:gd name="T15" fmla="*/ 10 h 112"/>
                  <a:gd name="T16" fmla="*/ 106 w 129"/>
                  <a:gd name="T17" fmla="*/ 28 h 112"/>
                  <a:gd name="T18" fmla="*/ 116 w 129"/>
                  <a:gd name="T19" fmla="*/ 45 h 112"/>
                  <a:gd name="T20" fmla="*/ 121 w 129"/>
                  <a:gd name="T21" fmla="*/ 45 h 112"/>
                  <a:gd name="T22" fmla="*/ 121 w 129"/>
                  <a:gd name="T23" fmla="*/ 60 h 112"/>
                  <a:gd name="T24" fmla="*/ 109 w 129"/>
                  <a:gd name="T25" fmla="*/ 66 h 112"/>
                  <a:gd name="T26" fmla="*/ 99 w 129"/>
                  <a:gd name="T27" fmla="*/ 75 h 112"/>
                  <a:gd name="T28" fmla="*/ 94 w 129"/>
                  <a:gd name="T29" fmla="*/ 85 h 112"/>
                  <a:gd name="T30" fmla="*/ 85 w 129"/>
                  <a:gd name="T31" fmla="*/ 94 h 112"/>
                  <a:gd name="T32" fmla="*/ 79 w 129"/>
                  <a:gd name="T33" fmla="*/ 91 h 112"/>
                  <a:gd name="T34" fmla="*/ 73 w 129"/>
                  <a:gd name="T35" fmla="*/ 89 h 112"/>
                  <a:gd name="T36" fmla="*/ 52 w 129"/>
                  <a:gd name="T37" fmla="*/ 100 h 112"/>
                  <a:gd name="T38" fmla="*/ 34 w 129"/>
                  <a:gd name="T39" fmla="*/ 91 h 112"/>
                  <a:gd name="T40" fmla="*/ 20 w 129"/>
                  <a:gd name="T41" fmla="*/ 75 h 112"/>
                  <a:gd name="T42" fmla="*/ 10 w 129"/>
                  <a:gd name="T43" fmla="*/ 74 h 112"/>
                  <a:gd name="T44" fmla="*/ 7 w 129"/>
                  <a:gd name="T45" fmla="*/ 62 h 112"/>
                  <a:gd name="T46" fmla="*/ 18 w 129"/>
                  <a:gd name="T47" fmla="*/ 49 h 112"/>
                  <a:gd name="T48" fmla="*/ 16 w 129"/>
                  <a:gd name="T49" fmla="*/ 25 h 112"/>
                  <a:gd name="T50" fmla="*/ 37 w 129"/>
                  <a:gd name="T51" fmla="*/ 22 h 112"/>
                  <a:gd name="T52" fmla="*/ 47 w 129"/>
                  <a:gd name="T53" fmla="*/ 14 h 112"/>
                  <a:gd name="T54" fmla="*/ 54 w 129"/>
                  <a:gd name="T55" fmla="*/ 0 h 112"/>
                  <a:gd name="T56" fmla="*/ 41 w 129"/>
                  <a:gd name="T57" fmla="*/ 9 h 112"/>
                  <a:gd name="T58" fmla="*/ 41 w 129"/>
                  <a:gd name="T59" fmla="*/ 14 h 112"/>
                  <a:gd name="T60" fmla="*/ 37 w 129"/>
                  <a:gd name="T61" fmla="*/ 16 h 112"/>
                  <a:gd name="T62" fmla="*/ 30 w 129"/>
                  <a:gd name="T63" fmla="*/ 15 h 112"/>
                  <a:gd name="T64" fmla="*/ 26 w 129"/>
                  <a:gd name="T65" fmla="*/ 14 h 112"/>
                  <a:gd name="T66" fmla="*/ 11 w 129"/>
                  <a:gd name="T67" fmla="*/ 22 h 112"/>
                  <a:gd name="T68" fmla="*/ 9 w 129"/>
                  <a:gd name="T69" fmla="*/ 41 h 112"/>
                  <a:gd name="T70" fmla="*/ 11 w 129"/>
                  <a:gd name="T71" fmla="*/ 52 h 112"/>
                  <a:gd name="T72" fmla="*/ 4 w 129"/>
                  <a:gd name="T73" fmla="*/ 56 h 112"/>
                  <a:gd name="T74" fmla="*/ 4 w 129"/>
                  <a:gd name="T75" fmla="*/ 56 h 112"/>
                  <a:gd name="T76" fmla="*/ 0 w 129"/>
                  <a:gd name="T77" fmla="*/ 67 h 112"/>
                  <a:gd name="T78" fmla="*/ 14 w 129"/>
                  <a:gd name="T79" fmla="*/ 82 h 112"/>
                  <a:gd name="T80" fmla="*/ 20 w 129"/>
                  <a:gd name="T81" fmla="*/ 81 h 112"/>
                  <a:gd name="T82" fmla="*/ 28 w 129"/>
                  <a:gd name="T83" fmla="*/ 91 h 112"/>
                  <a:gd name="T84" fmla="*/ 28 w 129"/>
                  <a:gd name="T85" fmla="*/ 94 h 112"/>
                  <a:gd name="T86" fmla="*/ 29 w 129"/>
                  <a:gd name="T87" fmla="*/ 97 h 112"/>
                  <a:gd name="T88" fmla="*/ 64 w 129"/>
                  <a:gd name="T89" fmla="*/ 104 h 112"/>
                  <a:gd name="T90" fmla="*/ 71 w 129"/>
                  <a:gd name="T91" fmla="*/ 96 h 112"/>
                  <a:gd name="T92" fmla="*/ 74 w 129"/>
                  <a:gd name="T93" fmla="*/ 95 h 112"/>
                  <a:gd name="T94" fmla="*/ 75 w 129"/>
                  <a:gd name="T95" fmla="*/ 96 h 112"/>
                  <a:gd name="T96" fmla="*/ 84 w 129"/>
                  <a:gd name="T97" fmla="*/ 100 h 112"/>
                  <a:gd name="T98" fmla="*/ 100 w 129"/>
                  <a:gd name="T99" fmla="*/ 93 h 112"/>
                  <a:gd name="T100" fmla="*/ 117 w 129"/>
                  <a:gd name="T101" fmla="*/ 107 h 112"/>
                  <a:gd name="T102" fmla="*/ 124 w 129"/>
                  <a:gd name="T103" fmla="*/ 111 h 112"/>
                  <a:gd name="T104" fmla="*/ 128 w 129"/>
                  <a:gd name="T105" fmla="*/ 111 h 112"/>
                  <a:gd name="T106" fmla="*/ 129 w 129"/>
                  <a:gd name="T107" fmla="*/ 107 h 112"/>
                  <a:gd name="T108" fmla="*/ 114 w 129"/>
                  <a:gd name="T109" fmla="*/ 84 h 112"/>
                  <a:gd name="T110" fmla="*/ 118 w 129"/>
                  <a:gd name="T111" fmla="*/ 69 h 112"/>
                  <a:gd name="T112" fmla="*/ 129 w 129"/>
                  <a:gd name="T113" fmla="*/ 52 h 112"/>
                  <a:gd name="T114" fmla="*/ 119 w 129"/>
                  <a:gd name="T115" fmla="*/ 39 h 112"/>
                  <a:gd name="T116" fmla="*/ 116 w 129"/>
                  <a:gd name="T117" fmla="*/ 39 h 112"/>
                  <a:gd name="T118" fmla="*/ 110 w 129"/>
                  <a:gd name="T119" fmla="*/ 32 h 112"/>
                  <a:gd name="T120" fmla="*/ 95 w 129"/>
                  <a:gd name="T121" fmla="*/ 5 h 112"/>
                  <a:gd name="T122" fmla="*/ 68 w 129"/>
                  <a:gd name="T123" fmla="*/ 8 h 112"/>
                  <a:gd name="T124" fmla="*/ 57 w 129"/>
                  <a:gd name="T125"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12">
                    <a:moveTo>
                      <a:pt x="99" y="80"/>
                    </a:moveTo>
                    <a:cubicBezTo>
                      <a:pt x="99" y="80"/>
                      <a:pt x="99" y="80"/>
                      <a:pt x="99" y="80"/>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8"/>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89"/>
                      <a:pt x="67" y="91"/>
                    </a:cubicBezTo>
                    <a:cubicBezTo>
                      <a:pt x="65" y="93"/>
                      <a:pt x="63" y="95"/>
                      <a:pt x="61" y="99"/>
                    </a:cubicBezTo>
                    <a:cubicBezTo>
                      <a:pt x="59" y="99"/>
                      <a:pt x="56" y="100"/>
                      <a:pt x="52" y="100"/>
                    </a:cubicBezTo>
                    <a:cubicBezTo>
                      <a:pt x="52" y="100"/>
                      <a:pt x="52" y="100"/>
                      <a:pt x="52" y="100"/>
                    </a:cubicBezTo>
                    <a:cubicBezTo>
                      <a:pt x="46" y="100"/>
                      <a:pt x="40" y="99"/>
                      <a:pt x="34" y="93"/>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3"/>
                      <a:pt x="8" y="73"/>
                      <a:pt x="7" y="71"/>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2"/>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1"/>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8"/>
                      <a:pt x="122" y="68"/>
                      <a:pt x="123" y="66"/>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9" name="Freeform 1134">
                <a:extLst>
                  <a:ext uri="{FF2B5EF4-FFF2-40B4-BE49-F238E27FC236}">
                    <a16:creationId xmlns:a16="http://schemas.microsoft.com/office/drawing/2014/main" id="{FE5CA647-55AA-421C-AABB-282B2DEF72D0}"/>
                  </a:ext>
                </a:extLst>
              </p:cNvPr>
              <p:cNvSpPr>
                <a:spLocks noEditPoints="1"/>
              </p:cNvSpPr>
              <p:nvPr userDrawn="1"/>
            </p:nvSpPr>
            <p:spPr bwMode="auto">
              <a:xfrm>
                <a:off x="-758" y="1286"/>
                <a:ext cx="141" cy="122"/>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7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7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2 w 188"/>
                  <a:gd name="T73" fmla="*/ 123 h 162"/>
                  <a:gd name="T74" fmla="*/ 1 w 188"/>
                  <a:gd name="T75" fmla="*/ 157 h 162"/>
                  <a:gd name="T76" fmla="*/ 0 w 188"/>
                  <a:gd name="T77" fmla="*/ 159 h 162"/>
                  <a:gd name="T78" fmla="*/ 3 w 188"/>
                  <a:gd name="T79" fmla="*/ 162 h 162"/>
                  <a:gd name="T80" fmla="*/ 15 w 188"/>
                  <a:gd name="T81" fmla="*/ 155 h 162"/>
                  <a:gd name="T82" fmla="*/ 43 w 188"/>
                  <a:gd name="T83" fmla="*/ 125 h 162"/>
                  <a:gd name="T84" fmla="*/ 44 w 188"/>
                  <a:gd name="T85" fmla="*/ 137 h 162"/>
                  <a:gd name="T86" fmla="*/ 64 w 188"/>
                  <a:gd name="T87" fmla="*/ 146 h 162"/>
                  <a:gd name="T88" fmla="*/ 77 w 188"/>
                  <a:gd name="T89" fmla="*/ 140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67 w 188"/>
                  <a:gd name="T101" fmla="*/ 118 h 162"/>
                  <a:gd name="T102" fmla="*/ 177 w 188"/>
                  <a:gd name="T103" fmla="*/ 115 h 162"/>
                  <a:gd name="T104" fmla="*/ 185 w 188"/>
                  <a:gd name="T105" fmla="*/ 85 h 162"/>
                  <a:gd name="T106" fmla="*/ 183 w 188"/>
                  <a:gd name="T107" fmla="*/ 83 h 162"/>
                  <a:gd name="T108" fmla="*/ 170 w 188"/>
                  <a:gd name="T109" fmla="*/ 71 h 162"/>
                  <a:gd name="T110" fmla="*/ 174 w 188"/>
                  <a:gd name="T111" fmla="*/ 59 h 162"/>
                  <a:gd name="T112" fmla="*/ 153 w 188"/>
                  <a:gd name="T113" fmla="*/ 20 h 162"/>
                  <a:gd name="T114" fmla="*/ 151 w 188"/>
                  <a:gd name="T115" fmla="*/ 20 h 162"/>
                  <a:gd name="T116" fmla="*/ 134 w 188"/>
                  <a:gd name="T117" fmla="*/ 23 h 162"/>
                  <a:gd name="T118" fmla="*/ 127 w 188"/>
                  <a:gd name="T119" fmla="*/ 19 h 162"/>
                  <a:gd name="T120" fmla="*/ 127 w 188"/>
                  <a:gd name="T121" fmla="*/ 13 h 162"/>
                  <a:gd name="T122" fmla="*/ 110 w 188"/>
                  <a:gd name="T1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0" name="Freeform 1135">
                <a:extLst>
                  <a:ext uri="{FF2B5EF4-FFF2-40B4-BE49-F238E27FC236}">
                    <a16:creationId xmlns:a16="http://schemas.microsoft.com/office/drawing/2014/main" id="{5FBC02AA-51F2-4030-96A4-43214841FCBC}"/>
                  </a:ext>
                </a:extLst>
              </p:cNvPr>
              <p:cNvSpPr>
                <a:spLocks noEditPoints="1"/>
              </p:cNvSpPr>
              <p:nvPr userDrawn="1"/>
            </p:nvSpPr>
            <p:spPr bwMode="auto">
              <a:xfrm>
                <a:off x="-1043" y="1834"/>
                <a:ext cx="141" cy="121"/>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49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8 w 188"/>
                  <a:gd name="T35" fmla="*/ 64 h 162"/>
                  <a:gd name="T36" fmla="*/ 30 w 188"/>
                  <a:gd name="T37" fmla="*/ 35 h 162"/>
                  <a:gd name="T38" fmla="*/ 64 w 188"/>
                  <a:gd name="T39" fmla="*/ 10 h 162"/>
                  <a:gd name="T40" fmla="*/ 94 w 188"/>
                  <a:gd name="T41" fmla="*/ 24 h 162"/>
                  <a:gd name="T42" fmla="*/ 99 w 188"/>
                  <a:gd name="T43" fmla="*/ 23 h 162"/>
                  <a:gd name="T44" fmla="*/ 95 w 188"/>
                  <a:gd name="T45" fmla="*/ 17 h 162"/>
                  <a:gd name="T46" fmla="*/ 50 w 188"/>
                  <a:gd name="T47" fmla="*/ 7 h 162"/>
                  <a:gd name="T48" fmla="*/ 30 w 188"/>
                  <a:gd name="T49" fmla="*/ 50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0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4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1" name="Freeform 1136">
                <a:extLst>
                  <a:ext uri="{FF2B5EF4-FFF2-40B4-BE49-F238E27FC236}">
                    <a16:creationId xmlns:a16="http://schemas.microsoft.com/office/drawing/2014/main" id="{322D8391-329B-40FC-B70A-65589E68C61F}"/>
                  </a:ext>
                </a:extLst>
              </p:cNvPr>
              <p:cNvSpPr>
                <a:spLocks noEditPoints="1"/>
              </p:cNvSpPr>
              <p:nvPr userDrawn="1"/>
            </p:nvSpPr>
            <p:spPr bwMode="auto">
              <a:xfrm>
                <a:off x="-906" y="1083"/>
                <a:ext cx="141" cy="122"/>
              </a:xfrm>
              <a:custGeom>
                <a:avLst/>
                <a:gdLst>
                  <a:gd name="T0" fmla="*/ 167 w 188"/>
                  <a:gd name="T1" fmla="*/ 112 h 162"/>
                  <a:gd name="T2" fmla="*/ 99 w 188"/>
                  <a:gd name="T3" fmla="*/ 23 h 162"/>
                  <a:gd name="T4" fmla="*/ 110 w 188"/>
                  <a:gd name="T5" fmla="*/ 6 h 162"/>
                  <a:gd name="T6" fmla="*/ 120 w 188"/>
                  <a:gd name="T7" fmla="*/ 12 h 162"/>
                  <a:gd name="T8" fmla="*/ 122 w 188"/>
                  <a:gd name="T9" fmla="*/ 24 h 162"/>
                  <a:gd name="T10" fmla="*/ 147 w 188"/>
                  <a:gd name="T11" fmla="*/ 27 h 162"/>
                  <a:gd name="T12" fmla="*/ 170 w 188"/>
                  <a:gd name="T13" fmla="*/ 47 h 162"/>
                  <a:gd name="T14" fmla="*/ 169 w 188"/>
                  <a:gd name="T15" fmla="*/ 56 h 162"/>
                  <a:gd name="T16" fmla="*/ 176 w 188"/>
                  <a:gd name="T17" fmla="*/ 87 h 162"/>
                  <a:gd name="T18" fmla="*/ 179 w 188"/>
                  <a:gd name="T19" fmla="*/ 105 h 162"/>
                  <a:gd name="T20" fmla="*/ 168 w 188"/>
                  <a:gd name="T21" fmla="*/ 112 h 162"/>
                  <a:gd name="T22" fmla="*/ 149 w 188"/>
                  <a:gd name="T23" fmla="*/ 113 h 162"/>
                  <a:gd name="T24" fmla="*/ 141 w 188"/>
                  <a:gd name="T25" fmla="*/ 137 h 162"/>
                  <a:gd name="T26" fmla="*/ 102 w 188"/>
                  <a:gd name="T27" fmla="*/ 146 h 162"/>
                  <a:gd name="T28" fmla="*/ 90 w 188"/>
                  <a:gd name="T29" fmla="*/ 134 h 162"/>
                  <a:gd name="T30" fmla="*/ 81 w 188"/>
                  <a:gd name="T31" fmla="*/ 130 h 162"/>
                  <a:gd name="T32" fmla="*/ 72 w 188"/>
                  <a:gd name="T33" fmla="*/ 136 h 162"/>
                  <a:gd name="T34" fmla="*/ 53 w 188"/>
                  <a:gd name="T35" fmla="*/ 136 h 162"/>
                  <a:gd name="T36" fmla="*/ 50 w 188"/>
                  <a:gd name="T37" fmla="*/ 124 h 162"/>
                  <a:gd name="T38" fmla="*/ 43 w 188"/>
                  <a:gd name="T39" fmla="*/ 111 h 162"/>
                  <a:gd name="T40" fmla="*/ 34 w 188"/>
                  <a:gd name="T41" fmla="*/ 110 h 162"/>
                  <a:gd name="T42" fmla="*/ 12 w 188"/>
                  <a:gd name="T43" fmla="*/ 91 h 162"/>
                  <a:gd name="T44" fmla="*/ 8 w 188"/>
                  <a:gd name="T45" fmla="*/ 66 h 162"/>
                  <a:gd name="T46" fmla="*/ 14 w 188"/>
                  <a:gd name="T47" fmla="*/ 63 h 162"/>
                  <a:gd name="T48" fmla="*/ 36 w 188"/>
                  <a:gd name="T49" fmla="*/ 50 h 162"/>
                  <a:gd name="T50" fmla="*/ 35 w 188"/>
                  <a:gd name="T51" fmla="*/ 24 h 162"/>
                  <a:gd name="T52" fmla="*/ 64 w 188"/>
                  <a:gd name="T53" fmla="*/ 10 h 162"/>
                  <a:gd name="T54" fmla="*/ 94 w 188"/>
                  <a:gd name="T55" fmla="*/ 24 h 162"/>
                  <a:gd name="T56" fmla="*/ 94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3 w 188"/>
                  <a:gd name="T69" fmla="*/ 57 h 162"/>
                  <a:gd name="T70" fmla="*/ 1 w 188"/>
                  <a:gd name="T71" fmla="*/ 66 h 162"/>
                  <a:gd name="T72" fmla="*/ 8 w 188"/>
                  <a:gd name="T73" fmla="*/ 95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3 w 188"/>
                  <a:gd name="T85" fmla="*/ 120 h 162"/>
                  <a:gd name="T86" fmla="*/ 43 w 188"/>
                  <a:gd name="T87" fmla="*/ 135 h 162"/>
                  <a:gd name="T88" fmla="*/ 64 w 188"/>
                  <a:gd name="T89" fmla="*/ 145 h 162"/>
                  <a:gd name="T90" fmla="*/ 77 w 188"/>
                  <a:gd name="T91" fmla="*/ 140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09"/>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4" y="147"/>
                      <a:pt x="102" y="146"/>
                    </a:cubicBezTo>
                    <a:cubicBezTo>
                      <a:pt x="100" y="146"/>
                      <a:pt x="99" y="145"/>
                      <a:pt x="99" y="145"/>
                    </a:cubicBezTo>
                    <a:cubicBezTo>
                      <a:pt x="98" y="145"/>
                      <a:pt x="98" y="145"/>
                      <a:pt x="98" y="145"/>
                    </a:cubicBezTo>
                    <a:cubicBezTo>
                      <a:pt x="95" y="140"/>
                      <a:pt x="92" y="136"/>
                      <a:pt x="90" y="134"/>
                    </a:cubicBezTo>
                    <a:cubicBezTo>
                      <a:pt x="87" y="132"/>
                      <a:pt x="84" y="130"/>
                      <a:pt x="81" y="130"/>
                    </a:cubicBezTo>
                    <a:cubicBezTo>
                      <a:pt x="81" y="130"/>
                      <a:pt x="81" y="130"/>
                      <a:pt x="81" y="130"/>
                    </a:cubicBezTo>
                    <a:cubicBezTo>
                      <a:pt x="81" y="130"/>
                      <a:pt x="81" y="130"/>
                      <a:pt x="81" y="130"/>
                    </a:cubicBezTo>
                    <a:cubicBezTo>
                      <a:pt x="80" y="130"/>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7"/>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6"/>
                      <a:pt x="81" y="136"/>
                    </a:cubicBezTo>
                    <a:cubicBezTo>
                      <a:pt x="82" y="136"/>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2" name="Freeform 1137">
                <a:extLst>
                  <a:ext uri="{FF2B5EF4-FFF2-40B4-BE49-F238E27FC236}">
                    <a16:creationId xmlns:a16="http://schemas.microsoft.com/office/drawing/2014/main" id="{EED67D76-261E-433D-9BF7-C57C53C5D3B0}"/>
                  </a:ext>
                </a:extLst>
              </p:cNvPr>
              <p:cNvSpPr>
                <a:spLocks noEditPoints="1"/>
              </p:cNvSpPr>
              <p:nvPr userDrawn="1"/>
            </p:nvSpPr>
            <p:spPr bwMode="auto">
              <a:xfrm>
                <a:off x="-371" y="1734"/>
                <a:ext cx="182" cy="157"/>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1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0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17 w 243"/>
                  <a:gd name="T103" fmla="*/ 151 h 208"/>
                  <a:gd name="T104" fmla="*/ 230 w 243"/>
                  <a:gd name="T105" fmla="*/ 147 h 208"/>
                  <a:gd name="T106" fmla="*/ 240 w 243"/>
                  <a:gd name="T107" fmla="*/ 110 h 208"/>
                  <a:gd name="T108" fmla="*/ 238 w 243"/>
                  <a:gd name="T109" fmla="*/ 108 h 208"/>
                  <a:gd name="T110" fmla="*/ 219 w 243"/>
                  <a:gd name="T111" fmla="*/ 91 h 208"/>
                  <a:gd name="T112" fmla="*/ 225 w 243"/>
                  <a:gd name="T113" fmla="*/ 75 h 208"/>
                  <a:gd name="T114" fmla="*/ 198 w 243"/>
                  <a:gd name="T115" fmla="*/ 26 h 208"/>
                  <a:gd name="T116" fmla="*/ 196 w 243"/>
                  <a:gd name="T117" fmla="*/ 26 h 208"/>
                  <a:gd name="T118" fmla="*/ 174 w 243"/>
                  <a:gd name="T119" fmla="*/ 30 h 208"/>
                  <a:gd name="T120" fmla="*/ 164 w 243"/>
                  <a:gd name="T121" fmla="*/ 23 h 208"/>
                  <a:gd name="T122" fmla="*/ 164 w 243"/>
                  <a:gd name="T123" fmla="*/ 16 h 208"/>
                  <a:gd name="T124" fmla="*/ 143 w 24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3" name="Freeform 1138">
                <a:extLst>
                  <a:ext uri="{FF2B5EF4-FFF2-40B4-BE49-F238E27FC236}">
                    <a16:creationId xmlns:a16="http://schemas.microsoft.com/office/drawing/2014/main" id="{03C06DAF-709D-4288-BD8C-25FCE487EB45}"/>
                  </a:ext>
                </a:extLst>
              </p:cNvPr>
              <p:cNvSpPr>
                <a:spLocks/>
              </p:cNvSpPr>
              <p:nvPr userDrawn="1"/>
            </p:nvSpPr>
            <p:spPr bwMode="auto">
              <a:xfrm>
                <a:off x="-371" y="1888"/>
                <a:ext cx="2" cy="3"/>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4" name="Freeform 1139">
                <a:extLst>
                  <a:ext uri="{FF2B5EF4-FFF2-40B4-BE49-F238E27FC236}">
                    <a16:creationId xmlns:a16="http://schemas.microsoft.com/office/drawing/2014/main" id="{B35252D1-08BC-4CBF-8A9B-87139AA68E6E}"/>
                  </a:ext>
                </a:extLst>
              </p:cNvPr>
              <p:cNvSpPr>
                <a:spLocks noEditPoints="1"/>
              </p:cNvSpPr>
              <p:nvPr userDrawn="1"/>
            </p:nvSpPr>
            <p:spPr bwMode="auto">
              <a:xfrm>
                <a:off x="-4541" y="2262"/>
                <a:ext cx="68" cy="64"/>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1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1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1"/>
                      <a:pt x="59" y="41"/>
                      <a:pt x="59" y="41"/>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1"/>
                      <a:pt x="31" y="41"/>
                      <a:pt x="31" y="41"/>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5" name="Freeform 1140">
                <a:extLst>
                  <a:ext uri="{FF2B5EF4-FFF2-40B4-BE49-F238E27FC236}">
                    <a16:creationId xmlns:a16="http://schemas.microsoft.com/office/drawing/2014/main" id="{93B7B335-CF87-4659-A024-98B7B98754D6}"/>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6" name="Freeform 1141">
                <a:extLst>
                  <a:ext uri="{FF2B5EF4-FFF2-40B4-BE49-F238E27FC236}">
                    <a16:creationId xmlns:a16="http://schemas.microsoft.com/office/drawing/2014/main" id="{6EA5305F-A42F-4827-8579-4436673FAB24}"/>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7" name="Freeform 1142">
                <a:extLst>
                  <a:ext uri="{FF2B5EF4-FFF2-40B4-BE49-F238E27FC236}">
                    <a16:creationId xmlns:a16="http://schemas.microsoft.com/office/drawing/2014/main" id="{6A287ACA-DBD0-4399-9326-F8909BB611C9}"/>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8" name="Freeform 1143">
                <a:extLst>
                  <a:ext uri="{FF2B5EF4-FFF2-40B4-BE49-F238E27FC236}">
                    <a16:creationId xmlns:a16="http://schemas.microsoft.com/office/drawing/2014/main" id="{5052B046-5BD7-4ED4-8F4F-BADC1345D942}"/>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9" name="Freeform 1144">
                <a:extLst>
                  <a:ext uri="{FF2B5EF4-FFF2-40B4-BE49-F238E27FC236}">
                    <a16:creationId xmlns:a16="http://schemas.microsoft.com/office/drawing/2014/main" id="{610A19A5-AD40-4D0F-84B2-CBF5CE601119}"/>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0" name="Freeform 1145">
                <a:extLst>
                  <a:ext uri="{FF2B5EF4-FFF2-40B4-BE49-F238E27FC236}">
                    <a16:creationId xmlns:a16="http://schemas.microsoft.com/office/drawing/2014/main" id="{788E4BF3-EFC8-4593-BB1C-35AFCC66E845}"/>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1" name="Freeform 1146">
                <a:extLst>
                  <a:ext uri="{FF2B5EF4-FFF2-40B4-BE49-F238E27FC236}">
                    <a16:creationId xmlns:a16="http://schemas.microsoft.com/office/drawing/2014/main" id="{E3E9C9B0-633C-4CF2-AB6D-7F73A2BADAE0}"/>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2" name="Freeform 1147">
                <a:extLst>
                  <a:ext uri="{FF2B5EF4-FFF2-40B4-BE49-F238E27FC236}">
                    <a16:creationId xmlns:a16="http://schemas.microsoft.com/office/drawing/2014/main" id="{90DB5739-83B0-4292-9E96-A39224C33967}"/>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3" name="Freeform 1148">
                <a:extLst>
                  <a:ext uri="{FF2B5EF4-FFF2-40B4-BE49-F238E27FC236}">
                    <a16:creationId xmlns:a16="http://schemas.microsoft.com/office/drawing/2014/main" id="{172D2198-3B0D-4058-A9D5-B6CDC9319B88}"/>
                  </a:ext>
                </a:extLst>
              </p:cNvPr>
              <p:cNvSpPr>
                <a:spLocks noEditPoints="1"/>
              </p:cNvSpPr>
              <p:nvPr userDrawn="1"/>
            </p:nvSpPr>
            <p:spPr bwMode="auto">
              <a:xfrm>
                <a:off x="-3584" y="3063"/>
                <a:ext cx="168" cy="164"/>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4 h 218"/>
                  <a:gd name="T22" fmla="*/ 103 w 224"/>
                  <a:gd name="T23" fmla="*/ 154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2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4"/>
                      <a:pt x="121" y="154"/>
                      <a:pt x="121" y="154"/>
                    </a:cubicBezTo>
                    <a:cubicBezTo>
                      <a:pt x="112" y="192"/>
                      <a:pt x="112" y="192"/>
                      <a:pt x="112" y="192"/>
                    </a:cubicBezTo>
                    <a:cubicBezTo>
                      <a:pt x="103" y="154"/>
                      <a:pt x="103" y="154"/>
                      <a:pt x="103" y="154"/>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2"/>
                      <a:pt x="191" y="32"/>
                      <a:pt x="191" y="32"/>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4" name="Freeform 1149">
                <a:extLst>
                  <a:ext uri="{FF2B5EF4-FFF2-40B4-BE49-F238E27FC236}">
                    <a16:creationId xmlns:a16="http://schemas.microsoft.com/office/drawing/2014/main" id="{E8558122-3D9D-4185-BAAE-AC332D5E7CD5}"/>
                  </a:ext>
                </a:extLst>
              </p:cNvPr>
              <p:cNvSpPr>
                <a:spLocks noEditPoints="1"/>
              </p:cNvSpPr>
              <p:nvPr userDrawn="1"/>
            </p:nvSpPr>
            <p:spPr bwMode="auto">
              <a:xfrm>
                <a:off x="-4223" y="2603"/>
                <a:ext cx="147" cy="14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5" name="Freeform 1150">
                <a:extLst>
                  <a:ext uri="{FF2B5EF4-FFF2-40B4-BE49-F238E27FC236}">
                    <a16:creationId xmlns:a16="http://schemas.microsoft.com/office/drawing/2014/main" id="{50B77623-56A9-4005-A2B0-F344E9BD6A56}"/>
                  </a:ext>
                </a:extLst>
              </p:cNvPr>
              <p:cNvSpPr>
                <a:spLocks noEditPoints="1"/>
              </p:cNvSpPr>
              <p:nvPr userDrawn="1"/>
            </p:nvSpPr>
            <p:spPr bwMode="auto">
              <a:xfrm>
                <a:off x="-3749" y="2617"/>
                <a:ext cx="97" cy="95"/>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4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1"/>
                      <a:pt x="64" y="101"/>
                      <a:pt x="64" y="101"/>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50"/>
                      <a:pt x="30" y="50"/>
                      <a:pt x="30" y="50"/>
                    </a:cubicBezTo>
                    <a:cubicBezTo>
                      <a:pt x="47" y="52"/>
                      <a:pt x="47" y="52"/>
                      <a:pt x="47" y="52"/>
                    </a:cubicBezTo>
                    <a:cubicBezTo>
                      <a:pt x="38" y="38"/>
                      <a:pt x="38" y="38"/>
                      <a:pt x="38" y="38"/>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6" name="Freeform 1151">
                <a:extLst>
                  <a:ext uri="{FF2B5EF4-FFF2-40B4-BE49-F238E27FC236}">
                    <a16:creationId xmlns:a16="http://schemas.microsoft.com/office/drawing/2014/main" id="{B8BBFFA2-E3E8-4816-9706-E5ADD4069EAE}"/>
                  </a:ext>
                </a:extLst>
              </p:cNvPr>
              <p:cNvSpPr>
                <a:spLocks noEditPoints="1"/>
              </p:cNvSpPr>
              <p:nvPr userDrawn="1"/>
            </p:nvSpPr>
            <p:spPr bwMode="auto">
              <a:xfrm>
                <a:off x="-3573" y="2294"/>
                <a:ext cx="97" cy="93"/>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7" name="Freeform 1152">
                <a:extLst>
                  <a:ext uri="{FF2B5EF4-FFF2-40B4-BE49-F238E27FC236}">
                    <a16:creationId xmlns:a16="http://schemas.microsoft.com/office/drawing/2014/main" id="{3946B535-C661-45B3-B6BA-8C8ED05F1F39}"/>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close/>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close/>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8" name="Freeform 1153">
                <a:extLst>
                  <a:ext uri="{FF2B5EF4-FFF2-40B4-BE49-F238E27FC236}">
                    <a16:creationId xmlns:a16="http://schemas.microsoft.com/office/drawing/2014/main" id="{CC25E7E6-F126-434F-A563-EE019299FB3F}"/>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9" name="Freeform 1154">
                <a:extLst>
                  <a:ext uri="{FF2B5EF4-FFF2-40B4-BE49-F238E27FC236}">
                    <a16:creationId xmlns:a16="http://schemas.microsoft.com/office/drawing/2014/main" id="{A943276F-5D97-4CCC-A50E-165D7D916761}"/>
                  </a:ext>
                </a:extLst>
              </p:cNvPr>
              <p:cNvSpPr>
                <a:spLocks noEditPoints="1"/>
              </p:cNvSpPr>
              <p:nvPr userDrawn="1"/>
            </p:nvSpPr>
            <p:spPr bwMode="auto">
              <a:xfrm>
                <a:off x="-3793" y="3039"/>
                <a:ext cx="62" cy="61"/>
              </a:xfrm>
              <a:custGeom>
                <a:avLst/>
                <a:gdLst>
                  <a:gd name="T0" fmla="*/ 75 w 83"/>
                  <a:gd name="T1" fmla="*/ 39 h 82"/>
                  <a:gd name="T2" fmla="*/ 74 w 83"/>
                  <a:gd name="T3" fmla="*/ 39 h 82"/>
                  <a:gd name="T4" fmla="*/ 39 w 83"/>
                  <a:gd name="T5" fmla="*/ 28 h 82"/>
                  <a:gd name="T6" fmla="*/ 44 w 83"/>
                  <a:gd name="T7" fmla="*/ 28 h 82"/>
                  <a:gd name="T8" fmla="*/ 49 w 83"/>
                  <a:gd name="T9" fmla="*/ 30 h 82"/>
                  <a:gd name="T10" fmla="*/ 52 w 83"/>
                  <a:gd name="T11" fmla="*/ 34 h 82"/>
                  <a:gd name="T12" fmla="*/ 54 w 83"/>
                  <a:gd name="T13" fmla="*/ 38 h 82"/>
                  <a:gd name="T14" fmla="*/ 54 w 83"/>
                  <a:gd name="T15" fmla="*/ 43 h 82"/>
                  <a:gd name="T16" fmla="*/ 52 w 83"/>
                  <a:gd name="T17" fmla="*/ 48 h 82"/>
                  <a:gd name="T18" fmla="*/ 49 w 83"/>
                  <a:gd name="T19" fmla="*/ 51 h 82"/>
                  <a:gd name="T20" fmla="*/ 44 w 83"/>
                  <a:gd name="T21" fmla="*/ 53 h 82"/>
                  <a:gd name="T22" fmla="*/ 39 w 83"/>
                  <a:gd name="T23" fmla="*/ 53 h 82"/>
                  <a:gd name="T24" fmla="*/ 34 w 83"/>
                  <a:gd name="T25" fmla="*/ 51 h 82"/>
                  <a:gd name="T26" fmla="*/ 31 w 83"/>
                  <a:gd name="T27" fmla="*/ 48 h 82"/>
                  <a:gd name="T28" fmla="*/ 29 w 83"/>
                  <a:gd name="T29" fmla="*/ 43 h 82"/>
                  <a:gd name="T30" fmla="*/ 29 w 83"/>
                  <a:gd name="T31" fmla="*/ 38 h 82"/>
                  <a:gd name="T32" fmla="*/ 31 w 83"/>
                  <a:gd name="T33" fmla="*/ 34 h 82"/>
                  <a:gd name="T34" fmla="*/ 34 w 83"/>
                  <a:gd name="T35" fmla="*/ 30 h 82"/>
                  <a:gd name="T36" fmla="*/ 39 w 83"/>
                  <a:gd name="T37" fmla="*/ 28 h 82"/>
                  <a:gd name="T38" fmla="*/ 37 w 83"/>
                  <a:gd name="T39" fmla="*/ 19 h 82"/>
                  <a:gd name="T40" fmla="*/ 29 w 83"/>
                  <a:gd name="T41" fmla="*/ 22 h 82"/>
                  <a:gd name="T42" fmla="*/ 14 w 83"/>
                  <a:gd name="T43" fmla="*/ 15 h 82"/>
                  <a:gd name="T44" fmla="*/ 3 w 83"/>
                  <a:gd name="T45" fmla="*/ 25 h 82"/>
                  <a:gd name="T46" fmla="*/ 0 w 83"/>
                  <a:gd name="T47" fmla="*/ 41 h 82"/>
                  <a:gd name="T48" fmla="*/ 3 w 83"/>
                  <a:gd name="T49" fmla="*/ 56 h 82"/>
                  <a:gd name="T50" fmla="*/ 12 w 83"/>
                  <a:gd name="T51" fmla="*/ 70 h 82"/>
                  <a:gd name="T52" fmla="*/ 26 w 83"/>
                  <a:gd name="T53" fmla="*/ 78 h 82"/>
                  <a:gd name="T54" fmla="*/ 42 w 83"/>
                  <a:gd name="T55" fmla="*/ 82 h 82"/>
                  <a:gd name="T56" fmla="*/ 58 w 83"/>
                  <a:gd name="T57" fmla="*/ 78 h 82"/>
                  <a:gd name="T58" fmla="*/ 71 w 83"/>
                  <a:gd name="T59" fmla="*/ 70 h 82"/>
                  <a:gd name="T60" fmla="*/ 77 w 83"/>
                  <a:gd name="T61" fmla="*/ 56 h 82"/>
                  <a:gd name="T62" fmla="*/ 64 w 83"/>
                  <a:gd name="T63" fmla="*/ 45 h 82"/>
                  <a:gd name="T64" fmla="*/ 75 w 83"/>
                  <a:gd name="T65" fmla="*/ 39 h 82"/>
                  <a:gd name="T66" fmla="*/ 80 w 83"/>
                  <a:gd name="T67" fmla="*/ 25 h 82"/>
                  <a:gd name="T68" fmla="*/ 71 w 83"/>
                  <a:gd name="T69" fmla="*/ 12 h 82"/>
                  <a:gd name="T70" fmla="*/ 58 w 83"/>
                  <a:gd name="T71" fmla="*/ 3 h 82"/>
                  <a:gd name="T72" fmla="*/ 42 w 83"/>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2">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2"/>
                      <a:pt x="42" y="82"/>
                      <a:pt x="42" y="82"/>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0" name="Freeform 1155">
                <a:extLst>
                  <a:ext uri="{FF2B5EF4-FFF2-40B4-BE49-F238E27FC236}">
                    <a16:creationId xmlns:a16="http://schemas.microsoft.com/office/drawing/2014/main" id="{23551816-7B80-4456-9A3E-C668E4BE8237}"/>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1" name="Freeform 1156">
                <a:extLst>
                  <a:ext uri="{FF2B5EF4-FFF2-40B4-BE49-F238E27FC236}">
                    <a16:creationId xmlns:a16="http://schemas.microsoft.com/office/drawing/2014/main" id="{5DA4FEA5-0C48-4171-B536-2A5B7A66A123}"/>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2" name="Freeform 1157">
                <a:extLst>
                  <a:ext uri="{FF2B5EF4-FFF2-40B4-BE49-F238E27FC236}">
                    <a16:creationId xmlns:a16="http://schemas.microsoft.com/office/drawing/2014/main" id="{532A4043-0730-480C-8799-03D9E77034DB}"/>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3" name="Freeform 1158">
                <a:extLst>
                  <a:ext uri="{FF2B5EF4-FFF2-40B4-BE49-F238E27FC236}">
                    <a16:creationId xmlns:a16="http://schemas.microsoft.com/office/drawing/2014/main" id="{0AE4EEF3-8BEF-4D70-AA48-FC61A10BBA6D}"/>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4" name="Freeform 1159">
                <a:extLst>
                  <a:ext uri="{FF2B5EF4-FFF2-40B4-BE49-F238E27FC236}">
                    <a16:creationId xmlns:a16="http://schemas.microsoft.com/office/drawing/2014/main" id="{A666CDC0-E251-425F-845E-8F0E05AE2AA0}"/>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5" name="Freeform 1160">
                <a:extLst>
                  <a:ext uri="{FF2B5EF4-FFF2-40B4-BE49-F238E27FC236}">
                    <a16:creationId xmlns:a16="http://schemas.microsoft.com/office/drawing/2014/main" id="{8AB597AD-D9E6-40D6-8E1C-F0E82BAB96EA}"/>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6" name="Freeform 1161">
                <a:extLst>
                  <a:ext uri="{FF2B5EF4-FFF2-40B4-BE49-F238E27FC236}">
                    <a16:creationId xmlns:a16="http://schemas.microsoft.com/office/drawing/2014/main" id="{CB7F949C-37BA-47FE-9FE6-F8261533AE2E}"/>
                  </a:ext>
                </a:extLst>
              </p:cNvPr>
              <p:cNvSpPr>
                <a:spLocks noEditPoints="1"/>
              </p:cNvSpPr>
              <p:nvPr userDrawn="1"/>
            </p:nvSpPr>
            <p:spPr bwMode="auto">
              <a:xfrm>
                <a:off x="-4715" y="2596"/>
                <a:ext cx="164" cy="161"/>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1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1 h 214"/>
                  <a:gd name="T36" fmla="*/ 101 w 219"/>
                  <a:gd name="T37" fmla="*/ 64 h 214"/>
                  <a:gd name="T38" fmla="*/ 98 w 219"/>
                  <a:gd name="T39" fmla="*/ 50 h 214"/>
                  <a:gd name="T40" fmla="*/ 76 w 219"/>
                  <a:gd name="T41" fmla="*/ 59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1"/>
                      <a:pt x="134" y="71"/>
                      <a:pt x="134" y="71"/>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1"/>
                      <a:pt x="84" y="71"/>
                      <a:pt x="84" y="71"/>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9"/>
                      <a:pt x="76" y="59"/>
                      <a:pt x="76" y="59"/>
                    </a:cubicBezTo>
                    <a:cubicBezTo>
                      <a:pt x="32" y="32"/>
                      <a:pt x="32" y="32"/>
                      <a:pt x="32" y="32"/>
                    </a:cubicBezTo>
                    <a:cubicBezTo>
                      <a:pt x="60" y="75"/>
                      <a:pt x="60" y="75"/>
                      <a:pt x="60" y="75"/>
                    </a:cubicBezTo>
                    <a:cubicBezTo>
                      <a:pt x="13" y="67"/>
                      <a:pt x="13" y="67"/>
                      <a:pt x="13" y="67"/>
                    </a:cubicBezTo>
                    <a:cubicBezTo>
                      <a:pt x="13" y="68"/>
                      <a:pt x="13" y="69"/>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9"/>
                      <a:pt x="143" y="59"/>
                      <a:pt x="143"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7" name="Freeform 1162">
                <a:extLst>
                  <a:ext uri="{FF2B5EF4-FFF2-40B4-BE49-F238E27FC236}">
                    <a16:creationId xmlns:a16="http://schemas.microsoft.com/office/drawing/2014/main" id="{5345E6D9-071F-4EE4-A32B-91BA02AD5266}"/>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8" name="Freeform 1163">
                <a:extLst>
                  <a:ext uri="{FF2B5EF4-FFF2-40B4-BE49-F238E27FC236}">
                    <a16:creationId xmlns:a16="http://schemas.microsoft.com/office/drawing/2014/main" id="{4AC6FC77-C3EA-406F-82FC-45B99F0E893E}"/>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9" name="Freeform 1164">
                <a:extLst>
                  <a:ext uri="{FF2B5EF4-FFF2-40B4-BE49-F238E27FC236}">
                    <a16:creationId xmlns:a16="http://schemas.microsoft.com/office/drawing/2014/main" id="{CE2E612E-5981-4ED2-94E1-029C8FDC7F18}"/>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0" name="Freeform 1165">
                <a:extLst>
                  <a:ext uri="{FF2B5EF4-FFF2-40B4-BE49-F238E27FC236}">
                    <a16:creationId xmlns:a16="http://schemas.microsoft.com/office/drawing/2014/main" id="{727564FA-5DB4-4E3C-9372-BF16DDB397C5}"/>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1" name="Freeform 1166">
                <a:extLst>
                  <a:ext uri="{FF2B5EF4-FFF2-40B4-BE49-F238E27FC236}">
                    <a16:creationId xmlns:a16="http://schemas.microsoft.com/office/drawing/2014/main" id="{F5FABD94-E659-47C2-A8FC-87EBD22145E9}"/>
                  </a:ext>
                </a:extLst>
              </p:cNvPr>
              <p:cNvSpPr>
                <a:spLocks noEditPoints="1"/>
              </p:cNvSpPr>
              <p:nvPr userDrawn="1"/>
            </p:nvSpPr>
            <p:spPr bwMode="auto">
              <a:xfrm>
                <a:off x="-4608" y="2430"/>
                <a:ext cx="59" cy="59"/>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2" name="Freeform 1167">
                <a:extLst>
                  <a:ext uri="{FF2B5EF4-FFF2-40B4-BE49-F238E27FC236}">
                    <a16:creationId xmlns:a16="http://schemas.microsoft.com/office/drawing/2014/main" id="{7EA2A47B-584B-4FFF-B239-8B1320E5D5C1}"/>
                  </a:ext>
                </a:extLst>
              </p:cNvPr>
              <p:cNvSpPr>
                <a:spLocks noEditPoints="1"/>
              </p:cNvSpPr>
              <p:nvPr userDrawn="1"/>
            </p:nvSpPr>
            <p:spPr bwMode="auto">
              <a:xfrm>
                <a:off x="-4575" y="2486"/>
                <a:ext cx="13" cy="14"/>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3" name="Freeform 1168">
                <a:extLst>
                  <a:ext uri="{FF2B5EF4-FFF2-40B4-BE49-F238E27FC236}">
                    <a16:creationId xmlns:a16="http://schemas.microsoft.com/office/drawing/2014/main" id="{8122248F-A0AD-41FE-B561-DD4CA18B5054}"/>
                  </a:ext>
                </a:extLst>
              </p:cNvPr>
              <p:cNvSpPr>
                <a:spLocks/>
              </p:cNvSpPr>
              <p:nvPr userDrawn="1"/>
            </p:nvSpPr>
            <p:spPr bwMode="auto">
              <a:xfrm>
                <a:off x="-4572" y="2486"/>
                <a:ext cx="4" cy="2"/>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4" name="Freeform 1169">
                <a:extLst>
                  <a:ext uri="{FF2B5EF4-FFF2-40B4-BE49-F238E27FC236}">
                    <a16:creationId xmlns:a16="http://schemas.microsoft.com/office/drawing/2014/main" id="{8D1A1424-81D1-428F-A251-C9A5ED8BE956}"/>
                  </a:ext>
                </a:extLst>
              </p:cNvPr>
              <p:cNvSpPr>
                <a:spLocks/>
              </p:cNvSpPr>
              <p:nvPr userDrawn="1"/>
            </p:nvSpPr>
            <p:spPr bwMode="auto">
              <a:xfrm>
                <a:off x="-4571" y="2498"/>
                <a:ext cx="11" cy="12"/>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5" name="Freeform 1170">
                <a:extLst>
                  <a:ext uri="{FF2B5EF4-FFF2-40B4-BE49-F238E27FC236}">
                    <a16:creationId xmlns:a16="http://schemas.microsoft.com/office/drawing/2014/main" id="{9653EAFC-310A-4077-9961-3A01601FBFA7}"/>
                  </a:ext>
                </a:extLst>
              </p:cNvPr>
              <p:cNvSpPr>
                <a:spLocks/>
              </p:cNvSpPr>
              <p:nvPr userDrawn="1"/>
            </p:nvSpPr>
            <p:spPr bwMode="auto">
              <a:xfrm>
                <a:off x="-4569" y="2498"/>
                <a:ext cx="5" cy="2"/>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6" name="Freeform 1171">
                <a:extLst>
                  <a:ext uri="{FF2B5EF4-FFF2-40B4-BE49-F238E27FC236}">
                    <a16:creationId xmlns:a16="http://schemas.microsoft.com/office/drawing/2014/main" id="{44D37FA7-FD8C-4534-859C-80284E430AAA}"/>
                  </a:ext>
                </a:extLst>
              </p:cNvPr>
              <p:cNvSpPr>
                <a:spLocks noEditPoints="1"/>
              </p:cNvSpPr>
              <p:nvPr userDrawn="1"/>
            </p:nvSpPr>
            <p:spPr bwMode="auto">
              <a:xfrm>
                <a:off x="-4561" y="2504"/>
                <a:ext cx="10" cy="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4"/>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7" name="Freeform 1172">
                <a:extLst>
                  <a:ext uri="{FF2B5EF4-FFF2-40B4-BE49-F238E27FC236}">
                    <a16:creationId xmlns:a16="http://schemas.microsoft.com/office/drawing/2014/main" id="{1F431A53-16BF-4452-888A-89391E3E6E21}"/>
                  </a:ext>
                </a:extLst>
              </p:cNvPr>
              <p:cNvSpPr>
                <a:spLocks/>
              </p:cNvSpPr>
              <p:nvPr userDrawn="1"/>
            </p:nvSpPr>
            <p:spPr bwMode="auto">
              <a:xfrm>
                <a:off x="-4561" y="2505"/>
                <a:ext cx="1"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8" name="Freeform 1173">
                <a:extLst>
                  <a:ext uri="{FF2B5EF4-FFF2-40B4-BE49-F238E27FC236}">
                    <a16:creationId xmlns:a16="http://schemas.microsoft.com/office/drawing/2014/main" id="{B8BEAF5B-7246-40E6-B5B6-36047238BCCC}"/>
                  </a:ext>
                </a:extLst>
              </p:cNvPr>
              <p:cNvSpPr>
                <a:spLocks noEditPoints="1"/>
              </p:cNvSpPr>
              <p:nvPr userDrawn="1"/>
            </p:nvSpPr>
            <p:spPr bwMode="auto">
              <a:xfrm>
                <a:off x="-3761" y="2906"/>
                <a:ext cx="59" cy="58"/>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9" name="Freeform 1174">
                <a:extLst>
                  <a:ext uri="{FF2B5EF4-FFF2-40B4-BE49-F238E27FC236}">
                    <a16:creationId xmlns:a16="http://schemas.microsoft.com/office/drawing/2014/main" id="{43B0AA5B-5858-49FE-AA24-73F437EB7C12}"/>
                  </a:ext>
                </a:extLst>
              </p:cNvPr>
              <p:cNvSpPr>
                <a:spLocks noEditPoints="1"/>
              </p:cNvSpPr>
              <p:nvPr userDrawn="1"/>
            </p:nvSpPr>
            <p:spPr bwMode="auto">
              <a:xfrm>
                <a:off x="-3763" y="2954"/>
                <a:ext cx="14" cy="14"/>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0" name="Freeform 1175">
                <a:extLst>
                  <a:ext uri="{FF2B5EF4-FFF2-40B4-BE49-F238E27FC236}">
                    <a16:creationId xmlns:a16="http://schemas.microsoft.com/office/drawing/2014/main" id="{93ED5A9D-2208-4F1E-89CA-F1868FD1ACB7}"/>
                  </a:ext>
                </a:extLst>
              </p:cNvPr>
              <p:cNvSpPr>
                <a:spLocks/>
              </p:cNvSpPr>
              <p:nvPr userDrawn="1"/>
            </p:nvSpPr>
            <p:spPr bwMode="auto">
              <a:xfrm>
                <a:off x="-3754" y="2954"/>
                <a:ext cx="4" cy="4"/>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1" name="Freeform 1176">
                <a:extLst>
                  <a:ext uri="{FF2B5EF4-FFF2-40B4-BE49-F238E27FC236}">
                    <a16:creationId xmlns:a16="http://schemas.microsoft.com/office/drawing/2014/main" id="{412007D0-3552-46E0-9BC5-076AF3E21426}"/>
                  </a:ext>
                </a:extLst>
              </p:cNvPr>
              <p:cNvSpPr>
                <a:spLocks noEditPoints="1"/>
              </p:cNvSpPr>
              <p:nvPr userDrawn="1"/>
            </p:nvSpPr>
            <p:spPr bwMode="auto">
              <a:xfrm>
                <a:off x="-3769" y="2964"/>
                <a:ext cx="11" cy="10"/>
              </a:xfrm>
              <a:custGeom>
                <a:avLst/>
                <a:gdLst>
                  <a:gd name="T0" fmla="*/ 8 w 15"/>
                  <a:gd name="T1" fmla="*/ 8 h 14"/>
                  <a:gd name="T2" fmla="*/ 8 w 15"/>
                  <a:gd name="T3" fmla="*/ 8 h 14"/>
                  <a:gd name="T4" fmla="*/ 8 w 15"/>
                  <a:gd name="T5" fmla="*/ 8 h 14"/>
                  <a:gd name="T6" fmla="*/ 7 w 15"/>
                  <a:gd name="T7" fmla="*/ 8 h 14"/>
                  <a:gd name="T8" fmla="*/ 6 w 15"/>
                  <a:gd name="T9" fmla="*/ 7 h 14"/>
                  <a:gd name="T10" fmla="*/ 7 w 15"/>
                  <a:gd name="T11" fmla="*/ 6 h 14"/>
                  <a:gd name="T12" fmla="*/ 8 w 15"/>
                  <a:gd name="T13" fmla="*/ 6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8 w 15"/>
                  <a:gd name="T27" fmla="*/ 0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2 w 15"/>
                  <a:gd name="T45" fmla="*/ 13 h 14"/>
                  <a:gd name="T46" fmla="*/ 15 w 15"/>
                  <a:gd name="T47" fmla="*/ 7 h 14"/>
                  <a:gd name="T48" fmla="*/ 14 w 15"/>
                  <a:gd name="T49" fmla="*/ 4 h 14"/>
                  <a:gd name="T50" fmla="*/ 10 w 15"/>
                  <a:gd name="T51" fmla="*/ 1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8" y="8"/>
                      <a:pt x="8" y="8"/>
                      <a:pt x="8" y="8"/>
                    </a:cubicBezTo>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1"/>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2" name="Freeform 1177">
                <a:extLst>
                  <a:ext uri="{FF2B5EF4-FFF2-40B4-BE49-F238E27FC236}">
                    <a16:creationId xmlns:a16="http://schemas.microsoft.com/office/drawing/2014/main" id="{6BFEB7B8-6EE8-4E94-9168-7EB5B5E91ECD}"/>
                  </a:ext>
                </a:extLst>
              </p:cNvPr>
              <p:cNvSpPr>
                <a:spLocks/>
              </p:cNvSpPr>
              <p:nvPr userDrawn="1"/>
            </p:nvSpPr>
            <p:spPr bwMode="auto">
              <a:xfrm>
                <a:off x="-3762" y="2964"/>
                <a:ext cx="3" cy="3"/>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1"/>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3" name="Freeform 1178">
                <a:extLst>
                  <a:ext uri="{FF2B5EF4-FFF2-40B4-BE49-F238E27FC236}">
                    <a16:creationId xmlns:a16="http://schemas.microsoft.com/office/drawing/2014/main" id="{5EAA2A1C-4631-4CA1-96E9-CE445AE96B36}"/>
                  </a:ext>
                </a:extLst>
              </p:cNvPr>
              <p:cNvSpPr>
                <a:spLocks noEditPoints="1"/>
              </p:cNvSpPr>
              <p:nvPr userDrawn="1"/>
            </p:nvSpPr>
            <p:spPr bwMode="auto">
              <a:xfrm>
                <a:off x="-3768" y="2974"/>
                <a:ext cx="10" cy="10"/>
              </a:xfrm>
              <a:custGeom>
                <a:avLst/>
                <a:gdLst>
                  <a:gd name="T0" fmla="*/ 6 w 13"/>
                  <a:gd name="T1" fmla="*/ 6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7 w 13"/>
                  <a:gd name="T17" fmla="*/ 7 h 13"/>
                  <a:gd name="T18" fmla="*/ 6 w 13"/>
                  <a:gd name="T19" fmla="*/ 7 h 13"/>
                  <a:gd name="T20" fmla="*/ 6 w 13"/>
                  <a:gd name="T21" fmla="*/ 6 h 13"/>
                  <a:gd name="T22" fmla="*/ 8 w 13"/>
                  <a:gd name="T23" fmla="*/ 0 h 13"/>
                  <a:gd name="T24" fmla="*/ 6 w 13"/>
                  <a:gd name="T25" fmla="*/ 0 h 13"/>
                  <a:gd name="T26" fmla="*/ 6 w 13"/>
                  <a:gd name="T27" fmla="*/ 0 h 13"/>
                  <a:gd name="T28" fmla="*/ 4 w 13"/>
                  <a:gd name="T29" fmla="*/ 0 h 13"/>
                  <a:gd name="T30" fmla="*/ 3 w 13"/>
                  <a:gd name="T31" fmla="*/ 1 h 13"/>
                  <a:gd name="T32" fmla="*/ 3 w 13"/>
                  <a:gd name="T33" fmla="*/ 1 h 13"/>
                  <a:gd name="T34" fmla="*/ 0 w 13"/>
                  <a:gd name="T35" fmla="*/ 6 h 13"/>
                  <a:gd name="T36" fmla="*/ 1 w 13"/>
                  <a:gd name="T37" fmla="*/ 10 h 13"/>
                  <a:gd name="T38" fmla="*/ 1 w 13"/>
                  <a:gd name="T39" fmla="*/ 10 h 13"/>
                  <a:gd name="T40" fmla="*/ 6 w 13"/>
                  <a:gd name="T41" fmla="*/ 13 h 13"/>
                  <a:gd name="T42" fmla="*/ 6 w 13"/>
                  <a:gd name="T43" fmla="*/ 13 h 13"/>
                  <a:gd name="T44" fmla="*/ 10 w 13"/>
                  <a:gd name="T45" fmla="*/ 12 h 13"/>
                  <a:gd name="T46" fmla="*/ 10 w 13"/>
                  <a:gd name="T47" fmla="*/ 12 h 13"/>
                  <a:gd name="T48" fmla="*/ 13 w 13"/>
                  <a:gd name="T49" fmla="*/ 6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6"/>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1"/>
                    </a:cubicBezTo>
                    <a:cubicBezTo>
                      <a:pt x="3" y="1"/>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4" name="Freeform 1179">
                <a:extLst>
                  <a:ext uri="{FF2B5EF4-FFF2-40B4-BE49-F238E27FC236}">
                    <a16:creationId xmlns:a16="http://schemas.microsoft.com/office/drawing/2014/main" id="{E63538BB-0251-453D-B33A-7B20C2EAB6EF}"/>
                  </a:ext>
                </a:extLst>
              </p:cNvPr>
              <p:cNvSpPr>
                <a:spLocks/>
              </p:cNvSpPr>
              <p:nvPr userDrawn="1"/>
            </p:nvSpPr>
            <p:spPr bwMode="auto">
              <a:xfrm>
                <a:off x="-3765" y="2974"/>
                <a:ext cx="3"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5" name="Freeform 1180">
                <a:extLst>
                  <a:ext uri="{FF2B5EF4-FFF2-40B4-BE49-F238E27FC236}">
                    <a16:creationId xmlns:a16="http://schemas.microsoft.com/office/drawing/2014/main" id="{08FFDD28-320D-42F2-B235-82D54565A12B}"/>
                  </a:ext>
                </a:extLst>
              </p:cNvPr>
              <p:cNvSpPr>
                <a:spLocks noEditPoints="1"/>
              </p:cNvSpPr>
              <p:nvPr userDrawn="1"/>
            </p:nvSpPr>
            <p:spPr bwMode="auto">
              <a:xfrm>
                <a:off x="-3664" y="2763"/>
                <a:ext cx="101" cy="98"/>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8"/>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6" name="Freeform 1181">
                <a:extLst>
                  <a:ext uri="{FF2B5EF4-FFF2-40B4-BE49-F238E27FC236}">
                    <a16:creationId xmlns:a16="http://schemas.microsoft.com/office/drawing/2014/main" id="{DF0E904A-D281-481B-A8C5-DDBDB48FF179}"/>
                  </a:ext>
                </a:extLst>
              </p:cNvPr>
              <p:cNvSpPr>
                <a:spLocks noEditPoints="1"/>
              </p:cNvSpPr>
              <p:nvPr userDrawn="1"/>
            </p:nvSpPr>
            <p:spPr bwMode="auto">
              <a:xfrm>
                <a:off x="-3667" y="2847"/>
                <a:ext cx="21" cy="21"/>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7"/>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7" name="Freeform 1182">
                <a:extLst>
                  <a:ext uri="{FF2B5EF4-FFF2-40B4-BE49-F238E27FC236}">
                    <a16:creationId xmlns:a16="http://schemas.microsoft.com/office/drawing/2014/main" id="{67B32725-42ED-405A-9AE9-3D8761ED5976}"/>
                  </a:ext>
                </a:extLst>
              </p:cNvPr>
              <p:cNvSpPr>
                <a:spLocks noEditPoints="1"/>
              </p:cNvSpPr>
              <p:nvPr userDrawn="1"/>
            </p:nvSpPr>
            <p:spPr bwMode="auto">
              <a:xfrm>
                <a:off x="-3678" y="2865"/>
                <a:ext cx="17" cy="16"/>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7 w 22"/>
                  <a:gd name="T37" fmla="*/ 20 h 21"/>
                  <a:gd name="T38" fmla="*/ 17 w 22"/>
                  <a:gd name="T39" fmla="*/ 20 h 21"/>
                  <a:gd name="T40" fmla="*/ 22 w 22"/>
                  <a:gd name="T41" fmla="*/ 11 h 21"/>
                  <a:gd name="T42" fmla="*/ 20 w 22"/>
                  <a:gd name="T43" fmla="*/ 5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8" name="Freeform 1183">
                <a:extLst>
                  <a:ext uri="{FF2B5EF4-FFF2-40B4-BE49-F238E27FC236}">
                    <a16:creationId xmlns:a16="http://schemas.microsoft.com/office/drawing/2014/main" id="{8AE72402-B9B7-43E6-8C3C-C332A75EA08B}"/>
                  </a:ext>
                </a:extLst>
              </p:cNvPr>
              <p:cNvSpPr>
                <a:spLocks noEditPoints="1"/>
              </p:cNvSpPr>
              <p:nvPr userDrawn="1"/>
            </p:nvSpPr>
            <p:spPr bwMode="auto">
              <a:xfrm>
                <a:off x="-3676" y="2883"/>
                <a:ext cx="14" cy="1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9" name="Freeform 1184">
                <a:extLst>
                  <a:ext uri="{FF2B5EF4-FFF2-40B4-BE49-F238E27FC236}">
                    <a16:creationId xmlns:a16="http://schemas.microsoft.com/office/drawing/2014/main" id="{50A78311-B081-434B-8DC4-2EF97CF33D86}"/>
                  </a:ext>
                </a:extLst>
              </p:cNvPr>
              <p:cNvSpPr>
                <a:spLocks noEditPoints="1"/>
              </p:cNvSpPr>
              <p:nvPr userDrawn="1"/>
            </p:nvSpPr>
            <p:spPr bwMode="auto">
              <a:xfrm>
                <a:off x="-3859" y="2167"/>
                <a:ext cx="60" cy="5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8 w 79"/>
                  <a:gd name="T17" fmla="*/ 69 h 78"/>
                  <a:gd name="T18" fmla="*/ 57 w 79"/>
                  <a:gd name="T19" fmla="*/ 67 h 78"/>
                  <a:gd name="T20" fmla="*/ 39 w 79"/>
                  <a:gd name="T21" fmla="*/ 72 h 78"/>
                  <a:gd name="T22" fmla="*/ 39 w 79"/>
                  <a:gd name="T23" fmla="*/ 0 h 78"/>
                  <a:gd name="T24" fmla="*/ 39 w 79"/>
                  <a:gd name="T25" fmla="*/ 0 h 78"/>
                  <a:gd name="T26" fmla="*/ 19 w 79"/>
                  <a:gd name="T27" fmla="*/ 6 h 78"/>
                  <a:gd name="T28" fmla="*/ 0 w 79"/>
                  <a:gd name="T29" fmla="*/ 39 h 78"/>
                  <a:gd name="T30" fmla="*/ 6 w 79"/>
                  <a:gd name="T31" fmla="*/ 59 h 78"/>
                  <a:gd name="T32" fmla="*/ 10 w 79"/>
                  <a:gd name="T33" fmla="*/ 65 h 78"/>
                  <a:gd name="T34" fmla="*/ 15 w 79"/>
                  <a:gd name="T35" fmla="*/ 69 h 78"/>
                  <a:gd name="T36" fmla="*/ 15 w 79"/>
                  <a:gd name="T37" fmla="*/ 70 h 78"/>
                  <a:gd name="T38" fmla="*/ 39 w 79"/>
                  <a:gd name="T39" fmla="*/ 78 h 78"/>
                  <a:gd name="T40" fmla="*/ 39 w 79"/>
                  <a:gd name="T41" fmla="*/ 78 h 78"/>
                  <a:gd name="T42" fmla="*/ 60 w 79"/>
                  <a:gd name="T43" fmla="*/ 72 h 78"/>
                  <a:gd name="T44" fmla="*/ 60 w 79"/>
                  <a:gd name="T45" fmla="*/ 72 h 78"/>
                  <a:gd name="T46" fmla="*/ 79 w 79"/>
                  <a:gd name="T47" fmla="*/ 39 h 78"/>
                  <a:gd name="T48" fmla="*/ 73 w 79"/>
                  <a:gd name="T49" fmla="*/ 19 h 78"/>
                  <a:gd name="T50" fmla="*/ 39 w 79"/>
                  <a:gd name="T5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8" y="69"/>
                      <a:pt x="58" y="69"/>
                      <a:pt x="58" y="69"/>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0" name="Freeform 1185">
                <a:extLst>
                  <a:ext uri="{FF2B5EF4-FFF2-40B4-BE49-F238E27FC236}">
                    <a16:creationId xmlns:a16="http://schemas.microsoft.com/office/drawing/2014/main" id="{A489426D-536F-4300-B8B7-2340128138A3}"/>
                  </a:ext>
                </a:extLst>
              </p:cNvPr>
              <p:cNvSpPr>
                <a:spLocks noEditPoints="1"/>
              </p:cNvSpPr>
              <p:nvPr userDrawn="1"/>
            </p:nvSpPr>
            <p:spPr bwMode="auto">
              <a:xfrm>
                <a:off x="-3860" y="2216"/>
                <a:ext cx="13" cy="13"/>
              </a:xfrm>
              <a:custGeom>
                <a:avLst/>
                <a:gdLst>
                  <a:gd name="T0" fmla="*/ 7 w 18"/>
                  <a:gd name="T1" fmla="*/ 6 h 18"/>
                  <a:gd name="T2" fmla="*/ 9 w 18"/>
                  <a:gd name="T3" fmla="*/ 6 h 18"/>
                  <a:gd name="T4" fmla="*/ 12 w 18"/>
                  <a:gd name="T5" fmla="*/ 7 h 18"/>
                  <a:gd name="T6" fmla="*/ 12 w 18"/>
                  <a:gd name="T7" fmla="*/ 9 h 18"/>
                  <a:gd name="T8" fmla="*/ 11 w 18"/>
                  <a:gd name="T9" fmla="*/ 11 h 18"/>
                  <a:gd name="T10" fmla="*/ 11 w 18"/>
                  <a:gd name="T11" fmla="*/ 11 h 18"/>
                  <a:gd name="T12" fmla="*/ 9 w 18"/>
                  <a:gd name="T13" fmla="*/ 12 h 18"/>
                  <a:gd name="T14" fmla="*/ 6 w 18"/>
                  <a:gd name="T15" fmla="*/ 10 h 18"/>
                  <a:gd name="T16" fmla="*/ 6 w 18"/>
                  <a:gd name="T17" fmla="*/ 9 h 18"/>
                  <a:gd name="T18" fmla="*/ 7 w 18"/>
                  <a:gd name="T19" fmla="*/ 6 h 18"/>
                  <a:gd name="T20" fmla="*/ 8 w 18"/>
                  <a:gd name="T21" fmla="*/ 6 h 18"/>
                  <a:gd name="T22" fmla="*/ 7 w 18"/>
                  <a:gd name="T23" fmla="*/ 6 h 18"/>
                  <a:gd name="T24" fmla="*/ 9 w 18"/>
                  <a:gd name="T25" fmla="*/ 0 h 18"/>
                  <a:gd name="T26" fmla="*/ 9 w 18"/>
                  <a:gd name="T27" fmla="*/ 0 h 18"/>
                  <a:gd name="T28" fmla="*/ 4 w 18"/>
                  <a:gd name="T29" fmla="*/ 1 h 18"/>
                  <a:gd name="T30" fmla="*/ 4 w 18"/>
                  <a:gd name="T31" fmla="*/ 1 h 18"/>
                  <a:gd name="T32" fmla="*/ 0 w 18"/>
                  <a:gd name="T33" fmla="*/ 9 h 18"/>
                  <a:gd name="T34" fmla="*/ 1 w 18"/>
                  <a:gd name="T35" fmla="*/ 13 h 18"/>
                  <a:gd name="T36" fmla="*/ 5 w 18"/>
                  <a:gd name="T37" fmla="*/ 16 h 18"/>
                  <a:gd name="T38" fmla="*/ 5 w 18"/>
                  <a:gd name="T39" fmla="*/ 17 h 18"/>
                  <a:gd name="T40" fmla="*/ 9 w 18"/>
                  <a:gd name="T41" fmla="*/ 18 h 18"/>
                  <a:gd name="T42" fmla="*/ 9 w 18"/>
                  <a:gd name="T43" fmla="*/ 18 h 18"/>
                  <a:gd name="T44" fmla="*/ 14 w 18"/>
                  <a:gd name="T45" fmla="*/ 16 h 18"/>
                  <a:gd name="T46" fmla="*/ 12 w 18"/>
                  <a:gd name="T47" fmla="*/ 14 h 18"/>
                  <a:gd name="T48" fmla="*/ 14 w 18"/>
                  <a:gd name="T49" fmla="*/ 16 h 18"/>
                  <a:gd name="T50" fmla="*/ 18 w 18"/>
                  <a:gd name="T51" fmla="*/ 9 h 18"/>
                  <a:gd name="T52" fmla="*/ 17 w 18"/>
                  <a:gd name="T53" fmla="*/ 5 h 18"/>
                  <a:gd name="T54" fmla="*/ 12 w 18"/>
                  <a:gd name="T55" fmla="*/ 0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7" y="6"/>
                    </a:move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cubicBezTo>
                      <a:pt x="8" y="12"/>
                      <a:pt x="7" y="11"/>
                      <a:pt x="6" y="10"/>
                    </a:cubicBezTo>
                    <a:cubicBezTo>
                      <a:pt x="6" y="10"/>
                      <a:pt x="6" y="9"/>
                      <a:pt x="6" y="9"/>
                    </a:cubicBezTo>
                    <a:cubicBezTo>
                      <a:pt x="6" y="8"/>
                      <a:pt x="6" y="7"/>
                      <a:pt x="7" y="6"/>
                    </a:cubicBezTo>
                    <a:cubicBezTo>
                      <a:pt x="8" y="6"/>
                      <a:pt x="8" y="6"/>
                      <a:pt x="8" y="6"/>
                    </a:cubicBezTo>
                    <a:cubicBezTo>
                      <a:pt x="7" y="6"/>
                      <a:pt x="7" y="6"/>
                      <a:pt x="7" y="6"/>
                    </a:cubicBezTo>
                    <a:moveTo>
                      <a:pt x="9" y="0"/>
                    </a:moveTo>
                    <a:cubicBezTo>
                      <a:pt x="9" y="0"/>
                      <a:pt x="9" y="0"/>
                      <a:pt x="9" y="0"/>
                    </a:cubicBezTo>
                    <a:cubicBezTo>
                      <a:pt x="8" y="0"/>
                      <a:pt x="6" y="0"/>
                      <a:pt x="4" y="1"/>
                    </a:cubicBezTo>
                    <a:cubicBezTo>
                      <a:pt x="4" y="1"/>
                      <a:pt x="4" y="1"/>
                      <a:pt x="4" y="1"/>
                    </a:cubicBezTo>
                    <a:cubicBezTo>
                      <a:pt x="2" y="3"/>
                      <a:pt x="0" y="6"/>
                      <a:pt x="0" y="9"/>
                    </a:cubicBezTo>
                    <a:cubicBezTo>
                      <a:pt x="0" y="10"/>
                      <a:pt x="0" y="12"/>
                      <a:pt x="1" y="13"/>
                    </a:cubicBezTo>
                    <a:cubicBezTo>
                      <a:pt x="3" y="14"/>
                      <a:pt x="4" y="15"/>
                      <a:pt x="5" y="16"/>
                    </a:cubicBezTo>
                    <a:cubicBezTo>
                      <a:pt x="5" y="16"/>
                      <a:pt x="5" y="17"/>
                      <a:pt x="5" y="17"/>
                    </a:cubicBezTo>
                    <a:cubicBezTo>
                      <a:pt x="7" y="17"/>
                      <a:pt x="8" y="18"/>
                      <a:pt x="9" y="18"/>
                    </a:cubicBezTo>
                    <a:cubicBezTo>
                      <a:pt x="9" y="18"/>
                      <a:pt x="9" y="18"/>
                      <a:pt x="9" y="18"/>
                    </a:cubicBezTo>
                    <a:cubicBezTo>
                      <a:pt x="11" y="18"/>
                      <a:pt x="12" y="17"/>
                      <a:pt x="14" y="16"/>
                    </a:cubicBezTo>
                    <a:cubicBezTo>
                      <a:pt x="12" y="14"/>
                      <a:pt x="12" y="14"/>
                      <a:pt x="12" y="14"/>
                    </a:cubicBezTo>
                    <a:cubicBezTo>
                      <a:pt x="14" y="16"/>
                      <a:pt x="14" y="16"/>
                      <a:pt x="14" y="16"/>
                    </a:cubicBezTo>
                    <a:cubicBezTo>
                      <a:pt x="17" y="15"/>
                      <a:pt x="18" y="12"/>
                      <a:pt x="18" y="9"/>
                    </a:cubicBezTo>
                    <a:cubicBezTo>
                      <a:pt x="18" y="7"/>
                      <a:pt x="18" y="6"/>
                      <a:pt x="17" y="5"/>
                    </a:cubicBezTo>
                    <a:cubicBezTo>
                      <a:pt x="16" y="3"/>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1" name="Freeform 1186">
                <a:extLst>
                  <a:ext uri="{FF2B5EF4-FFF2-40B4-BE49-F238E27FC236}">
                    <a16:creationId xmlns:a16="http://schemas.microsoft.com/office/drawing/2014/main" id="{5E2E1376-8DCE-433A-AB09-EBE060C739AF}"/>
                  </a:ext>
                </a:extLst>
              </p:cNvPr>
              <p:cNvSpPr>
                <a:spLocks/>
              </p:cNvSpPr>
              <p:nvPr userDrawn="1"/>
            </p:nvSpPr>
            <p:spPr bwMode="auto">
              <a:xfrm>
                <a:off x="-3851" y="2216"/>
                <a:ext cx="4" cy="3"/>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2" name="Freeform 1187">
                <a:extLst>
                  <a:ext uri="{FF2B5EF4-FFF2-40B4-BE49-F238E27FC236}">
                    <a16:creationId xmlns:a16="http://schemas.microsoft.com/office/drawing/2014/main" id="{17C79D83-7BA5-4387-ACC5-09346C6EB19C}"/>
                  </a:ext>
                </a:extLst>
              </p:cNvPr>
              <p:cNvSpPr>
                <a:spLocks noEditPoints="1"/>
              </p:cNvSpPr>
              <p:nvPr userDrawn="1"/>
            </p:nvSpPr>
            <p:spPr bwMode="auto">
              <a:xfrm>
                <a:off x="-3867" y="2225"/>
                <a:ext cx="11" cy="11"/>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0 h 14"/>
                  <a:gd name="T20" fmla="*/ 8 w 15"/>
                  <a:gd name="T21" fmla="*/ 0 h 14"/>
                  <a:gd name="T22" fmla="*/ 4 w 15"/>
                  <a:gd name="T23" fmla="*/ 1 h 14"/>
                  <a:gd name="T24" fmla="*/ 0 w 15"/>
                  <a:gd name="T25" fmla="*/ 7 h 14"/>
                  <a:gd name="T26" fmla="*/ 1 w 15"/>
                  <a:gd name="T27" fmla="*/ 11 h 14"/>
                  <a:gd name="T28" fmla="*/ 6 w 15"/>
                  <a:gd name="T29" fmla="*/ 14 h 14"/>
                  <a:gd name="T30" fmla="*/ 8 w 15"/>
                  <a:gd name="T31" fmla="*/ 13 h 14"/>
                  <a:gd name="T32" fmla="*/ 8 w 15"/>
                  <a:gd name="T33" fmla="*/ 13 h 14"/>
                  <a:gd name="T34" fmla="*/ 10 w 15"/>
                  <a:gd name="T35" fmla="*/ 14 h 14"/>
                  <a:gd name="T36" fmla="*/ 12 w 15"/>
                  <a:gd name="T37" fmla="*/ 13 h 14"/>
                  <a:gd name="T38" fmla="*/ 10 w 15"/>
                  <a:gd name="T39" fmla="*/ 11 h 14"/>
                  <a:gd name="T40" fmla="*/ 12 w 15"/>
                  <a:gd name="T41" fmla="*/ 13 h 14"/>
                  <a:gd name="T42" fmla="*/ 15 w 15"/>
                  <a:gd name="T43" fmla="*/ 7 h 14"/>
                  <a:gd name="T44" fmla="*/ 14 w 15"/>
                  <a:gd name="T45" fmla="*/ 4 h 14"/>
                  <a:gd name="T46" fmla="*/ 10 w 15"/>
                  <a:gd name="T47" fmla="*/ 0 h 14"/>
                  <a:gd name="T48" fmla="*/ 10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7"/>
                      <a:pt x="6" y="7"/>
                      <a:pt x="6" y="7"/>
                    </a:cubicBezTo>
                    <a:cubicBezTo>
                      <a:pt x="6"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10"/>
                      <a:pt x="1" y="11"/>
                    </a:cubicBezTo>
                    <a:cubicBezTo>
                      <a:pt x="3" y="12"/>
                      <a:pt x="4" y="13"/>
                      <a:pt x="6" y="14"/>
                    </a:cubicBezTo>
                    <a:cubicBezTo>
                      <a:pt x="7" y="14"/>
                      <a:pt x="8" y="13"/>
                      <a:pt x="8" y="13"/>
                    </a:cubicBezTo>
                    <a:cubicBezTo>
                      <a:pt x="8" y="13"/>
                      <a:pt x="8" y="13"/>
                      <a:pt x="8" y="13"/>
                    </a:cubicBezTo>
                    <a:cubicBezTo>
                      <a:pt x="9" y="13"/>
                      <a:pt x="10" y="14"/>
                      <a:pt x="10" y="14"/>
                    </a:cubicBezTo>
                    <a:cubicBezTo>
                      <a:pt x="11" y="14"/>
                      <a:pt x="11" y="13"/>
                      <a:pt x="12" y="13"/>
                    </a:cubicBezTo>
                    <a:cubicBezTo>
                      <a:pt x="10" y="11"/>
                      <a:pt x="10" y="11"/>
                      <a:pt x="10" y="11"/>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3" name="Freeform 1188">
                <a:extLst>
                  <a:ext uri="{FF2B5EF4-FFF2-40B4-BE49-F238E27FC236}">
                    <a16:creationId xmlns:a16="http://schemas.microsoft.com/office/drawing/2014/main" id="{026D3985-503E-42F7-AC28-EF154706FA2E}"/>
                  </a:ext>
                </a:extLst>
              </p:cNvPr>
              <p:cNvSpPr>
                <a:spLocks/>
              </p:cNvSpPr>
              <p:nvPr userDrawn="1"/>
            </p:nvSpPr>
            <p:spPr bwMode="auto">
              <a:xfrm>
                <a:off x="-3859" y="2225"/>
                <a:ext cx="3" cy="3"/>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4" name="Freeform 1189">
                <a:extLst>
                  <a:ext uri="{FF2B5EF4-FFF2-40B4-BE49-F238E27FC236}">
                    <a16:creationId xmlns:a16="http://schemas.microsoft.com/office/drawing/2014/main" id="{A2E26C21-40C3-47FF-814E-A6833BFBD07F}"/>
                  </a:ext>
                </a:extLst>
              </p:cNvPr>
              <p:cNvSpPr>
                <a:spLocks noEditPoints="1"/>
              </p:cNvSpPr>
              <p:nvPr userDrawn="1"/>
            </p:nvSpPr>
            <p:spPr bwMode="auto">
              <a:xfrm>
                <a:off x="-3865" y="2236"/>
                <a:ext cx="9" cy="9"/>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6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6"/>
                      <a:pt x="6" y="6"/>
                      <a:pt x="6" y="6"/>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5" name="Freeform 1190">
                <a:extLst>
                  <a:ext uri="{FF2B5EF4-FFF2-40B4-BE49-F238E27FC236}">
                    <a16:creationId xmlns:a16="http://schemas.microsoft.com/office/drawing/2014/main" id="{FDBDC890-BD7C-4E85-9CF6-BF61D8CED653}"/>
                  </a:ext>
                </a:extLst>
              </p:cNvPr>
              <p:cNvSpPr>
                <a:spLocks/>
              </p:cNvSpPr>
              <p:nvPr userDrawn="1"/>
            </p:nvSpPr>
            <p:spPr bwMode="auto">
              <a:xfrm>
                <a:off x="-3862" y="2235"/>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6" name="Freeform 1191">
                <a:extLst>
                  <a:ext uri="{FF2B5EF4-FFF2-40B4-BE49-F238E27FC236}">
                    <a16:creationId xmlns:a16="http://schemas.microsoft.com/office/drawing/2014/main" id="{62486C1C-72D3-475C-8E71-1E7DEF151867}"/>
                  </a:ext>
                </a:extLst>
              </p:cNvPr>
              <p:cNvSpPr>
                <a:spLocks noEditPoints="1"/>
              </p:cNvSpPr>
              <p:nvPr userDrawn="1"/>
            </p:nvSpPr>
            <p:spPr bwMode="auto">
              <a:xfrm>
                <a:off x="-4172" y="2374"/>
                <a:ext cx="82" cy="8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8"/>
                      <a:pt x="99" y="80"/>
                      <a:pt x="90" y="88"/>
                    </a:cubicBezTo>
                    <a:cubicBezTo>
                      <a:pt x="81" y="97"/>
                      <a:pt x="69" y="102"/>
                      <a:pt x="55" y="102"/>
                    </a:cubicBezTo>
                    <a:cubicBezTo>
                      <a:pt x="41" y="102"/>
                      <a:pt x="29" y="97"/>
                      <a:pt x="20" y="88"/>
                    </a:cubicBezTo>
                    <a:cubicBezTo>
                      <a:pt x="11" y="80"/>
                      <a:pt x="6" y="68"/>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7" name="Freeform 1192">
                <a:extLst>
                  <a:ext uri="{FF2B5EF4-FFF2-40B4-BE49-F238E27FC236}">
                    <a16:creationId xmlns:a16="http://schemas.microsoft.com/office/drawing/2014/main" id="{C1ECD7DC-05FB-4593-B134-E69916D8AF9B}"/>
                  </a:ext>
                </a:extLst>
              </p:cNvPr>
              <p:cNvSpPr>
                <a:spLocks noEditPoints="1"/>
              </p:cNvSpPr>
              <p:nvPr userDrawn="1"/>
            </p:nvSpPr>
            <p:spPr bwMode="auto">
              <a:xfrm>
                <a:off x="-4125" y="2454"/>
                <a:ext cx="18" cy="18"/>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8" name="Freeform 1193">
                <a:extLst>
                  <a:ext uri="{FF2B5EF4-FFF2-40B4-BE49-F238E27FC236}">
                    <a16:creationId xmlns:a16="http://schemas.microsoft.com/office/drawing/2014/main" id="{20C37DB3-EC69-4461-AB38-BFB9BBD73831}"/>
                  </a:ext>
                </a:extLst>
              </p:cNvPr>
              <p:cNvSpPr>
                <a:spLocks/>
              </p:cNvSpPr>
              <p:nvPr userDrawn="1"/>
            </p:nvSpPr>
            <p:spPr bwMode="auto">
              <a:xfrm>
                <a:off x="-4119" y="2472"/>
                <a:ext cx="14" cy="14"/>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9" name="Freeform 1194">
                <a:extLst>
                  <a:ext uri="{FF2B5EF4-FFF2-40B4-BE49-F238E27FC236}">
                    <a16:creationId xmlns:a16="http://schemas.microsoft.com/office/drawing/2014/main" id="{315EC9A3-A686-4DCB-8AB5-3032FF6F7DA5}"/>
                  </a:ext>
                </a:extLst>
              </p:cNvPr>
              <p:cNvSpPr>
                <a:spLocks noEditPoints="1"/>
              </p:cNvSpPr>
              <p:nvPr userDrawn="1"/>
            </p:nvSpPr>
            <p:spPr bwMode="auto">
              <a:xfrm>
                <a:off x="-4105" y="2480"/>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0" name="Freeform 1195">
                <a:extLst>
                  <a:ext uri="{FF2B5EF4-FFF2-40B4-BE49-F238E27FC236}">
                    <a16:creationId xmlns:a16="http://schemas.microsoft.com/office/drawing/2014/main" id="{050FD693-38D0-4AC0-B78A-EC2E5BC95DFA}"/>
                  </a:ext>
                </a:extLst>
              </p:cNvPr>
              <p:cNvSpPr>
                <a:spLocks noEditPoints="1"/>
              </p:cNvSpPr>
              <p:nvPr userDrawn="1"/>
            </p:nvSpPr>
            <p:spPr bwMode="auto">
              <a:xfrm>
                <a:off x="-4064" y="3085"/>
                <a:ext cx="94" cy="93"/>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2"/>
                      <a:pt x="79" y="118"/>
                      <a:pt x="63" y="118"/>
                    </a:cubicBezTo>
                    <a:cubicBezTo>
                      <a:pt x="47" y="118"/>
                      <a:pt x="33" y="112"/>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1" name="Freeform 1196">
                <a:extLst>
                  <a:ext uri="{FF2B5EF4-FFF2-40B4-BE49-F238E27FC236}">
                    <a16:creationId xmlns:a16="http://schemas.microsoft.com/office/drawing/2014/main" id="{D52C34E9-557B-4849-BB81-B26D7D0481AA}"/>
                  </a:ext>
                </a:extLst>
              </p:cNvPr>
              <p:cNvSpPr>
                <a:spLocks noEditPoints="1"/>
              </p:cNvSpPr>
              <p:nvPr userDrawn="1"/>
            </p:nvSpPr>
            <p:spPr bwMode="auto">
              <a:xfrm>
                <a:off x="-4010" y="3178"/>
                <a:ext cx="19" cy="19"/>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2" name="Freeform 1197">
                <a:extLst>
                  <a:ext uri="{FF2B5EF4-FFF2-40B4-BE49-F238E27FC236}">
                    <a16:creationId xmlns:a16="http://schemas.microsoft.com/office/drawing/2014/main" id="{AC98EDFC-1413-4ABE-9C2E-29401A90047E}"/>
                  </a:ext>
                </a:extLst>
              </p:cNvPr>
              <p:cNvSpPr>
                <a:spLocks/>
              </p:cNvSpPr>
              <p:nvPr userDrawn="1"/>
            </p:nvSpPr>
            <p:spPr bwMode="auto">
              <a:xfrm>
                <a:off x="-4003" y="3198"/>
                <a:ext cx="15" cy="15"/>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3"/>
                      <a:pt x="13" y="14"/>
                      <a:pt x="10" y="14"/>
                    </a:cubicBezTo>
                    <a:cubicBezTo>
                      <a:pt x="8" y="14"/>
                      <a:pt x="6" y="13"/>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3" name="Freeform 1198">
                <a:extLst>
                  <a:ext uri="{FF2B5EF4-FFF2-40B4-BE49-F238E27FC236}">
                    <a16:creationId xmlns:a16="http://schemas.microsoft.com/office/drawing/2014/main" id="{682DD571-4AF4-42CD-BF02-63CC1DC789D8}"/>
                  </a:ext>
                </a:extLst>
              </p:cNvPr>
              <p:cNvSpPr>
                <a:spLocks noEditPoints="1"/>
              </p:cNvSpPr>
              <p:nvPr userDrawn="1"/>
            </p:nvSpPr>
            <p:spPr bwMode="auto">
              <a:xfrm>
                <a:off x="-3987" y="3207"/>
                <a:ext cx="13" cy="1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4"/>
                      <a:pt x="4" y="17"/>
                      <a:pt x="8" y="17"/>
                    </a:cubicBezTo>
                    <a:cubicBezTo>
                      <a:pt x="13" y="17"/>
                      <a:pt x="17" y="14"/>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4" name="Freeform 1199">
                <a:extLst>
                  <a:ext uri="{FF2B5EF4-FFF2-40B4-BE49-F238E27FC236}">
                    <a16:creationId xmlns:a16="http://schemas.microsoft.com/office/drawing/2014/main" id="{53C099DD-B6D4-432F-8B2D-AF8B6750406B}"/>
                  </a:ext>
                </a:extLst>
              </p:cNvPr>
              <p:cNvSpPr>
                <a:spLocks noEditPoints="1"/>
              </p:cNvSpPr>
              <p:nvPr userDrawn="1"/>
            </p:nvSpPr>
            <p:spPr bwMode="auto">
              <a:xfrm>
                <a:off x="-4084" y="2684"/>
                <a:ext cx="84" cy="82"/>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5" name="Freeform 1200">
                <a:extLst>
                  <a:ext uri="{FF2B5EF4-FFF2-40B4-BE49-F238E27FC236}">
                    <a16:creationId xmlns:a16="http://schemas.microsoft.com/office/drawing/2014/main" id="{95A95B1F-3033-4778-AB70-AEEAF1DDC9E7}"/>
                  </a:ext>
                </a:extLst>
              </p:cNvPr>
              <p:cNvSpPr>
                <a:spLocks/>
              </p:cNvSpPr>
              <p:nvPr userDrawn="1"/>
            </p:nvSpPr>
            <p:spPr bwMode="auto">
              <a:xfrm>
                <a:off x="-4036" y="2764"/>
                <a:ext cx="17" cy="18"/>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6" name="Freeform 1201">
                <a:extLst>
                  <a:ext uri="{FF2B5EF4-FFF2-40B4-BE49-F238E27FC236}">
                    <a16:creationId xmlns:a16="http://schemas.microsoft.com/office/drawing/2014/main" id="{68AB2613-8A85-4506-A6C3-10545E376FF7}"/>
                  </a:ext>
                </a:extLst>
              </p:cNvPr>
              <p:cNvSpPr>
                <a:spLocks/>
              </p:cNvSpPr>
              <p:nvPr userDrawn="1"/>
            </p:nvSpPr>
            <p:spPr bwMode="auto">
              <a:xfrm>
                <a:off x="-4030" y="2782"/>
                <a:ext cx="14" cy="14"/>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7" name="Freeform 1202">
                <a:extLst>
                  <a:ext uri="{FF2B5EF4-FFF2-40B4-BE49-F238E27FC236}">
                    <a16:creationId xmlns:a16="http://schemas.microsoft.com/office/drawing/2014/main" id="{140658E7-5FC2-4CF4-BBE3-15670D6AC344}"/>
                  </a:ext>
                </a:extLst>
              </p:cNvPr>
              <p:cNvSpPr>
                <a:spLocks noEditPoints="1"/>
              </p:cNvSpPr>
              <p:nvPr userDrawn="1"/>
            </p:nvSpPr>
            <p:spPr bwMode="auto">
              <a:xfrm>
                <a:off x="-4017" y="2790"/>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8" name="Freeform 1203">
                <a:extLst>
                  <a:ext uri="{FF2B5EF4-FFF2-40B4-BE49-F238E27FC236}">
                    <a16:creationId xmlns:a16="http://schemas.microsoft.com/office/drawing/2014/main" id="{61710AE1-C92B-46B8-91B2-2645E10FC4D9}"/>
                  </a:ext>
                </a:extLst>
              </p:cNvPr>
              <p:cNvSpPr>
                <a:spLocks noEditPoints="1"/>
              </p:cNvSpPr>
              <p:nvPr userDrawn="1"/>
            </p:nvSpPr>
            <p:spPr bwMode="auto">
              <a:xfrm>
                <a:off x="-4284" y="2792"/>
                <a:ext cx="92" cy="90"/>
              </a:xfrm>
              <a:custGeom>
                <a:avLst/>
                <a:gdLst>
                  <a:gd name="T0" fmla="*/ 62 w 123"/>
                  <a:gd name="T1" fmla="*/ 114 h 120"/>
                  <a:gd name="T2" fmla="*/ 17 w 123"/>
                  <a:gd name="T3" fmla="*/ 93 h 120"/>
                  <a:gd name="T4" fmla="*/ 6 w 123"/>
                  <a:gd name="T5" fmla="*/ 60 h 120"/>
                  <a:gd name="T6" fmla="*/ 28 w 123"/>
                  <a:gd name="T7" fmla="*/ 17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4"/>
                      <a:pt x="14" y="27"/>
                      <a:pt x="28" y="17"/>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9" name="Freeform 1204">
                <a:extLst>
                  <a:ext uri="{FF2B5EF4-FFF2-40B4-BE49-F238E27FC236}">
                    <a16:creationId xmlns:a16="http://schemas.microsoft.com/office/drawing/2014/main" id="{309AF0B0-3A7E-46CD-A197-A1BCD813A414}"/>
                  </a:ext>
                </a:extLst>
              </p:cNvPr>
              <p:cNvSpPr>
                <a:spLocks noEditPoints="1"/>
              </p:cNvSpPr>
              <p:nvPr userDrawn="1"/>
            </p:nvSpPr>
            <p:spPr bwMode="auto">
              <a:xfrm>
                <a:off x="-4202" y="2862"/>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7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7"/>
                      <a:pt x="21" y="7"/>
                      <a:pt x="21" y="7"/>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9"/>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0" name="Freeform 1205">
                <a:extLst>
                  <a:ext uri="{FF2B5EF4-FFF2-40B4-BE49-F238E27FC236}">
                    <a16:creationId xmlns:a16="http://schemas.microsoft.com/office/drawing/2014/main" id="{0F50B450-9D4D-4CA8-B65F-DFBB838EBE18}"/>
                  </a:ext>
                </a:extLst>
              </p:cNvPr>
              <p:cNvSpPr>
                <a:spLocks noEditPoints="1"/>
              </p:cNvSpPr>
              <p:nvPr userDrawn="1"/>
            </p:nvSpPr>
            <p:spPr bwMode="auto">
              <a:xfrm>
                <a:off x="-4185" y="2875"/>
                <a:ext cx="15" cy="15"/>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4" y="8"/>
                    </a:moveTo>
                    <a:cubicBezTo>
                      <a:pt x="16" y="6"/>
                      <a:pt x="16" y="6"/>
                      <a:pt x="16" y="6"/>
                    </a:cubicBezTo>
                    <a:cubicBezTo>
                      <a:pt x="14" y="8"/>
                      <a:pt x="14" y="8"/>
                      <a:pt x="14" y="8"/>
                    </a:cubicBezTo>
                    <a:cubicBezTo>
                      <a:pt x="14" y="9"/>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7"/>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0" y="20"/>
                      <a:pt x="10" y="20"/>
                      <a:pt x="10" y="20"/>
                    </a:cubicBezTo>
                    <a:cubicBezTo>
                      <a:pt x="13"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1" name="Freeform 1206">
                <a:extLst>
                  <a:ext uri="{FF2B5EF4-FFF2-40B4-BE49-F238E27FC236}">
                    <a16:creationId xmlns:a16="http://schemas.microsoft.com/office/drawing/2014/main" id="{95F48013-2875-4A36-9C25-530E90B84E09}"/>
                  </a:ext>
                </a:extLst>
              </p:cNvPr>
              <p:cNvSpPr>
                <a:spLocks noEditPoints="1"/>
              </p:cNvSpPr>
              <p:nvPr userDrawn="1"/>
            </p:nvSpPr>
            <p:spPr bwMode="auto">
              <a:xfrm>
                <a:off x="-4167" y="2874"/>
                <a:ext cx="12" cy="13"/>
              </a:xfrm>
              <a:custGeom>
                <a:avLst/>
                <a:gdLst>
                  <a:gd name="T0" fmla="*/ 9 w 17"/>
                  <a:gd name="T1" fmla="*/ 11 h 17"/>
                  <a:gd name="T2" fmla="*/ 6 w 17"/>
                  <a:gd name="T3" fmla="*/ 10 h 17"/>
                  <a:gd name="T4" fmla="*/ 6 w 17"/>
                  <a:gd name="T5" fmla="*/ 8 h 17"/>
                  <a:gd name="T6" fmla="*/ 7 w 17"/>
                  <a:gd name="T7" fmla="*/ 6 h 17"/>
                  <a:gd name="T8" fmla="*/ 9 w 17"/>
                  <a:gd name="T9" fmla="*/ 6 h 17"/>
                  <a:gd name="T10" fmla="*/ 11 w 17"/>
                  <a:gd name="T11" fmla="*/ 7 h 17"/>
                  <a:gd name="T12" fmla="*/ 11 w 17"/>
                  <a:gd name="T13" fmla="*/ 7 h 17"/>
                  <a:gd name="T14" fmla="*/ 11 w 17"/>
                  <a:gd name="T15" fmla="*/ 8 h 17"/>
                  <a:gd name="T16" fmla="*/ 10 w 17"/>
                  <a:gd name="T17" fmla="*/ 10 h 17"/>
                  <a:gd name="T18" fmla="*/ 9 w 17"/>
                  <a:gd name="T19" fmla="*/ 11 h 17"/>
                  <a:gd name="T20" fmla="*/ 9 w 17"/>
                  <a:gd name="T21" fmla="*/ 0 h 17"/>
                  <a:gd name="T22" fmla="*/ 9 w 17"/>
                  <a:gd name="T23" fmla="*/ 0 h 17"/>
                  <a:gd name="T24" fmla="*/ 3 w 17"/>
                  <a:gd name="T25" fmla="*/ 1 h 17"/>
                  <a:gd name="T26" fmla="*/ 0 w 17"/>
                  <a:gd name="T27" fmla="*/ 8 h 17"/>
                  <a:gd name="T28" fmla="*/ 2 w 17"/>
                  <a:gd name="T29" fmla="*/ 13 h 17"/>
                  <a:gd name="T30" fmla="*/ 9 w 17"/>
                  <a:gd name="T31" fmla="*/ 17 h 17"/>
                  <a:gd name="T32" fmla="*/ 9 w 17"/>
                  <a:gd name="T33" fmla="*/ 17 h 17"/>
                  <a:gd name="T34" fmla="*/ 14 w 17"/>
                  <a:gd name="T35" fmla="*/ 15 h 17"/>
                  <a:gd name="T36" fmla="*/ 17 w 17"/>
                  <a:gd name="T37" fmla="*/ 8 h 17"/>
                  <a:gd name="T38" fmla="*/ 16 w 17"/>
                  <a:gd name="T39" fmla="*/ 3 h 17"/>
                  <a:gd name="T40" fmla="*/ 13 w 17"/>
                  <a:gd name="T41" fmla="*/ 5 h 17"/>
                  <a:gd name="T42" fmla="*/ 16 w 17"/>
                  <a:gd name="T43" fmla="*/ 3 h 17"/>
                  <a:gd name="T44" fmla="*/ 9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9" y="11"/>
                    </a:moveTo>
                    <a:cubicBezTo>
                      <a:pt x="8" y="11"/>
                      <a:pt x="7" y="10"/>
                      <a:pt x="6" y="10"/>
                    </a:cubicBezTo>
                    <a:cubicBezTo>
                      <a:pt x="6" y="9"/>
                      <a:pt x="6" y="9"/>
                      <a:pt x="6" y="8"/>
                    </a:cubicBezTo>
                    <a:cubicBezTo>
                      <a:pt x="6" y="7"/>
                      <a:pt x="6" y="7"/>
                      <a:pt x="7" y="6"/>
                    </a:cubicBezTo>
                    <a:cubicBezTo>
                      <a:pt x="8" y="6"/>
                      <a:pt x="8" y="6"/>
                      <a:pt x="9" y="6"/>
                    </a:cubicBezTo>
                    <a:cubicBezTo>
                      <a:pt x="10" y="6"/>
                      <a:pt x="10" y="6"/>
                      <a:pt x="11" y="7"/>
                    </a:cubicBezTo>
                    <a:cubicBezTo>
                      <a:pt x="11" y="7"/>
                      <a:pt x="11" y="7"/>
                      <a:pt x="11" y="7"/>
                    </a:cubicBezTo>
                    <a:cubicBezTo>
                      <a:pt x="11" y="7"/>
                      <a:pt x="11" y="8"/>
                      <a:pt x="11" y="8"/>
                    </a:cubicBezTo>
                    <a:cubicBezTo>
                      <a:pt x="11" y="9"/>
                      <a:pt x="11" y="10"/>
                      <a:pt x="10" y="10"/>
                    </a:cubicBezTo>
                    <a:cubicBezTo>
                      <a:pt x="10" y="11"/>
                      <a:pt x="9" y="11"/>
                      <a:pt x="9" y="11"/>
                    </a:cubicBezTo>
                    <a:moveTo>
                      <a:pt x="9" y="0"/>
                    </a:moveTo>
                    <a:cubicBezTo>
                      <a:pt x="9" y="0"/>
                      <a:pt x="9" y="0"/>
                      <a:pt x="9" y="0"/>
                    </a:cubicBezTo>
                    <a:cubicBezTo>
                      <a:pt x="7" y="0"/>
                      <a:pt x="5" y="0"/>
                      <a:pt x="3" y="1"/>
                    </a:cubicBezTo>
                    <a:cubicBezTo>
                      <a:pt x="1" y="3"/>
                      <a:pt x="0" y="6"/>
                      <a:pt x="0" y="8"/>
                    </a:cubicBezTo>
                    <a:cubicBezTo>
                      <a:pt x="0" y="10"/>
                      <a:pt x="1" y="12"/>
                      <a:pt x="2" y="13"/>
                    </a:cubicBezTo>
                    <a:cubicBezTo>
                      <a:pt x="3" y="16"/>
                      <a:pt x="6" y="17"/>
                      <a:pt x="9" y="17"/>
                    </a:cubicBezTo>
                    <a:cubicBezTo>
                      <a:pt x="9" y="17"/>
                      <a:pt x="9" y="17"/>
                      <a:pt x="9" y="17"/>
                    </a:cubicBezTo>
                    <a:cubicBezTo>
                      <a:pt x="10" y="17"/>
                      <a:pt x="12" y="16"/>
                      <a:pt x="14" y="15"/>
                    </a:cubicBezTo>
                    <a:cubicBezTo>
                      <a:pt x="16" y="13"/>
                      <a:pt x="17" y="11"/>
                      <a:pt x="17" y="8"/>
                    </a:cubicBezTo>
                    <a:cubicBezTo>
                      <a:pt x="17" y="6"/>
                      <a:pt x="17" y="4"/>
                      <a:pt x="16" y="3"/>
                    </a:cubicBezTo>
                    <a:cubicBezTo>
                      <a:pt x="13" y="5"/>
                      <a:pt x="13" y="5"/>
                      <a:pt x="13" y="5"/>
                    </a:cubicBezTo>
                    <a:cubicBezTo>
                      <a:pt x="16" y="3"/>
                      <a:pt x="16" y="3"/>
                      <a:pt x="16" y="3"/>
                    </a:cubicBezTo>
                    <a:cubicBezTo>
                      <a:pt x="14"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2" name="Freeform 1207">
                <a:extLst>
                  <a:ext uri="{FF2B5EF4-FFF2-40B4-BE49-F238E27FC236}">
                    <a16:creationId xmlns:a16="http://schemas.microsoft.com/office/drawing/2014/main" id="{6014C824-A05C-482F-A159-914F1BF57185}"/>
                  </a:ext>
                </a:extLst>
              </p:cNvPr>
              <p:cNvSpPr>
                <a:spLocks/>
              </p:cNvSpPr>
              <p:nvPr userDrawn="1"/>
            </p:nvSpPr>
            <p:spPr bwMode="auto">
              <a:xfrm>
                <a:off x="-4945" y="2613"/>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2"/>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4"/>
                      <a:pt x="192" y="163"/>
                      <a:pt x="166" y="182"/>
                    </a:cubicBezTo>
                    <a:cubicBezTo>
                      <a:pt x="148" y="196"/>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3" name="Freeform 1208">
                <a:extLst>
                  <a:ext uri="{FF2B5EF4-FFF2-40B4-BE49-F238E27FC236}">
                    <a16:creationId xmlns:a16="http://schemas.microsoft.com/office/drawing/2014/main" id="{7AFDEAD3-8467-415D-B2F1-8C2CAB32F84E}"/>
                  </a:ext>
                </a:extLst>
              </p:cNvPr>
              <p:cNvSpPr>
                <a:spLocks noEditPoints="1"/>
              </p:cNvSpPr>
              <p:nvPr userDrawn="1"/>
            </p:nvSpPr>
            <p:spPr bwMode="auto">
              <a:xfrm>
                <a:off x="-4800" y="2735"/>
                <a:ext cx="31" cy="31"/>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9"/>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7"/>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4" name="Freeform 1209">
                <a:extLst>
                  <a:ext uri="{FF2B5EF4-FFF2-40B4-BE49-F238E27FC236}">
                    <a16:creationId xmlns:a16="http://schemas.microsoft.com/office/drawing/2014/main" id="{BF8EDABF-4791-4805-803C-6AC84508F52C}"/>
                  </a:ext>
                </a:extLst>
              </p:cNvPr>
              <p:cNvSpPr>
                <a:spLocks/>
              </p:cNvSpPr>
              <p:nvPr userDrawn="1"/>
            </p:nvSpPr>
            <p:spPr bwMode="auto">
              <a:xfrm>
                <a:off x="-4770" y="2759"/>
                <a:ext cx="24" cy="22"/>
              </a:xfrm>
              <a:custGeom>
                <a:avLst/>
                <a:gdLst>
                  <a:gd name="T0" fmla="*/ 15 w 31"/>
                  <a:gd name="T1" fmla="*/ 0 h 30"/>
                  <a:gd name="T2" fmla="*/ 15 w 31"/>
                  <a:gd name="T3" fmla="*/ 0 h 30"/>
                  <a:gd name="T4" fmla="*/ 6 w 31"/>
                  <a:gd name="T5" fmla="*/ 3 h 30"/>
                  <a:gd name="T6" fmla="*/ 0 w 31"/>
                  <a:gd name="T7" fmla="*/ 15 h 30"/>
                  <a:gd name="T8" fmla="*/ 3 w 31"/>
                  <a:gd name="T9" fmla="*/ 24 h 30"/>
                  <a:gd name="T10" fmla="*/ 15 w 31"/>
                  <a:gd name="T11" fmla="*/ 30 h 30"/>
                  <a:gd name="T12" fmla="*/ 16 w 31"/>
                  <a:gd name="T13" fmla="*/ 30 h 30"/>
                  <a:gd name="T14" fmla="*/ 25 w 31"/>
                  <a:gd name="T15" fmla="*/ 27 h 30"/>
                  <a:gd name="T16" fmla="*/ 31 w 31"/>
                  <a:gd name="T17" fmla="*/ 15 h 30"/>
                  <a:gd name="T18" fmla="*/ 28 w 31"/>
                  <a:gd name="T19" fmla="*/ 6 h 30"/>
                  <a:gd name="T20" fmla="*/ 25 w 31"/>
                  <a:gd name="T21" fmla="*/ 7 h 30"/>
                  <a:gd name="T22" fmla="*/ 23 w 31"/>
                  <a:gd name="T23" fmla="*/ 9 h 30"/>
                  <a:gd name="T24" fmla="*/ 25 w 31"/>
                  <a:gd name="T25" fmla="*/ 15 h 30"/>
                  <a:gd name="T26" fmla="*/ 21 w 31"/>
                  <a:gd name="T27" fmla="*/ 22 h 30"/>
                  <a:gd name="T28" fmla="*/ 16 w 31"/>
                  <a:gd name="T29" fmla="*/ 24 h 30"/>
                  <a:gd name="T30" fmla="*/ 8 w 31"/>
                  <a:gd name="T31" fmla="*/ 20 h 30"/>
                  <a:gd name="T32" fmla="*/ 6 w 31"/>
                  <a:gd name="T33" fmla="*/ 15 h 30"/>
                  <a:gd name="T34" fmla="*/ 10 w 31"/>
                  <a:gd name="T35" fmla="*/ 7 h 30"/>
                  <a:gd name="T36" fmla="*/ 15 w 31"/>
                  <a:gd name="T37" fmla="*/ 6 h 30"/>
                  <a:gd name="T38" fmla="*/ 23 w 31"/>
                  <a:gd name="T39" fmla="*/ 9 h 30"/>
                  <a:gd name="T40" fmla="*/ 25 w 31"/>
                  <a:gd name="T41" fmla="*/ 7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cubicBezTo>
                      <a:pt x="13" y="24"/>
                      <a:pt x="10" y="23"/>
                      <a:pt x="8" y="20"/>
                    </a:cubicBezTo>
                    <a:cubicBezTo>
                      <a:pt x="7" y="19"/>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345" name="Freeform 1211">
              <a:extLst>
                <a:ext uri="{FF2B5EF4-FFF2-40B4-BE49-F238E27FC236}">
                  <a16:creationId xmlns:a16="http://schemas.microsoft.com/office/drawing/2014/main" id="{B179BE57-D389-4015-901B-DF04A50ED3C6}"/>
                </a:ext>
              </a:extLst>
            </p:cNvPr>
            <p:cNvSpPr>
              <a:spLocks/>
            </p:cNvSpPr>
            <p:nvPr userDrawn="1"/>
          </p:nvSpPr>
          <p:spPr bwMode="auto">
            <a:xfrm>
              <a:off x="210979" y="5124652"/>
              <a:ext cx="40138" cy="36124"/>
            </a:xfrm>
            <a:custGeom>
              <a:avLst/>
              <a:gdLst>
                <a:gd name="T0" fmla="*/ 13 w 26"/>
                <a:gd name="T1" fmla="*/ 0 h 25"/>
                <a:gd name="T2" fmla="*/ 13 w 26"/>
                <a:gd name="T3" fmla="*/ 0 h 25"/>
                <a:gd name="T4" fmla="*/ 5 w 26"/>
                <a:gd name="T5" fmla="*/ 2 h 25"/>
                <a:gd name="T6" fmla="*/ 0 w 26"/>
                <a:gd name="T7" fmla="*/ 12 h 25"/>
                <a:gd name="T8" fmla="*/ 2 w 26"/>
                <a:gd name="T9" fmla="*/ 20 h 25"/>
                <a:gd name="T10" fmla="*/ 13 w 26"/>
                <a:gd name="T11" fmla="*/ 25 h 25"/>
                <a:gd name="T12" fmla="*/ 13 w 26"/>
                <a:gd name="T13" fmla="*/ 25 h 25"/>
                <a:gd name="T14" fmla="*/ 21 w 26"/>
                <a:gd name="T15" fmla="*/ 23 h 25"/>
                <a:gd name="T16" fmla="*/ 26 w 26"/>
                <a:gd name="T17" fmla="*/ 12 h 25"/>
                <a:gd name="T18" fmla="*/ 23 w 26"/>
                <a:gd name="T19" fmla="*/ 5 h 25"/>
                <a:gd name="T20" fmla="*/ 21 w 26"/>
                <a:gd name="T21" fmla="*/ 6 h 25"/>
                <a:gd name="T22" fmla="*/ 19 w 26"/>
                <a:gd name="T23" fmla="*/ 8 h 25"/>
                <a:gd name="T24" fmla="*/ 20 w 26"/>
                <a:gd name="T25" fmla="*/ 12 h 25"/>
                <a:gd name="T26" fmla="*/ 17 w 26"/>
                <a:gd name="T27" fmla="*/ 18 h 25"/>
                <a:gd name="T28" fmla="*/ 13 w 26"/>
                <a:gd name="T29" fmla="*/ 19 h 25"/>
                <a:gd name="T30" fmla="*/ 7 w 26"/>
                <a:gd name="T31" fmla="*/ 17 h 25"/>
                <a:gd name="T32" fmla="*/ 6 w 26"/>
                <a:gd name="T33" fmla="*/ 12 h 25"/>
                <a:gd name="T34" fmla="*/ 9 w 26"/>
                <a:gd name="T35" fmla="*/ 7 h 25"/>
                <a:gd name="T36" fmla="*/ 13 w 26"/>
                <a:gd name="T37" fmla="*/ 6 h 25"/>
                <a:gd name="T38" fmla="*/ 19 w 26"/>
                <a:gd name="T39" fmla="*/ 8 h 25"/>
                <a:gd name="T40" fmla="*/ 21 w 26"/>
                <a:gd name="T41" fmla="*/ 6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0"/>
                  </a:moveTo>
                  <a:cubicBezTo>
                    <a:pt x="13" y="0"/>
                    <a:pt x="13" y="0"/>
                    <a:pt x="13" y="0"/>
                  </a:cubicBezTo>
                  <a:cubicBezTo>
                    <a:pt x="10" y="0"/>
                    <a:pt x="7" y="0"/>
                    <a:pt x="5" y="2"/>
                  </a:cubicBezTo>
                  <a:cubicBezTo>
                    <a:pt x="2" y="5"/>
                    <a:pt x="0" y="9"/>
                    <a:pt x="0" y="12"/>
                  </a:cubicBezTo>
                  <a:cubicBezTo>
                    <a:pt x="0" y="15"/>
                    <a:pt x="1" y="18"/>
                    <a:pt x="2" y="20"/>
                  </a:cubicBezTo>
                  <a:cubicBezTo>
                    <a:pt x="5" y="24"/>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7"/>
                    <a:pt x="17" y="18"/>
                  </a:cubicBezTo>
                  <a:cubicBezTo>
                    <a:pt x="16" y="19"/>
                    <a:pt x="14" y="19"/>
                    <a:pt x="13" y="19"/>
                  </a:cubicBezTo>
                  <a:cubicBezTo>
                    <a:pt x="11" y="19"/>
                    <a:pt x="9" y="18"/>
                    <a:pt x="7" y="17"/>
                  </a:cubicBezTo>
                  <a:cubicBezTo>
                    <a:pt x="6" y="15"/>
                    <a:pt x="6" y="14"/>
                    <a:pt x="6" y="12"/>
                  </a:cubicBezTo>
                  <a:cubicBezTo>
                    <a:pt x="6" y="10"/>
                    <a:pt x="7" y="8"/>
                    <a:pt x="9" y="7"/>
                  </a:cubicBezTo>
                  <a:cubicBezTo>
                    <a:pt x="10" y="6"/>
                    <a:pt x="11" y="6"/>
                    <a:pt x="13" y="6"/>
                  </a:cubicBezTo>
                  <a:cubicBezTo>
                    <a:pt x="15" y="6"/>
                    <a:pt x="17" y="7"/>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6" name="Freeform 1212">
              <a:extLst>
                <a:ext uri="{FF2B5EF4-FFF2-40B4-BE49-F238E27FC236}">
                  <a16:creationId xmlns:a16="http://schemas.microsoft.com/office/drawing/2014/main" id="{06B557D0-C2EA-46AF-BE91-6DB9EB681CCC}"/>
                </a:ext>
              </a:extLst>
            </p:cNvPr>
            <p:cNvSpPr>
              <a:spLocks/>
            </p:cNvSpPr>
            <p:nvPr userDrawn="1"/>
          </p:nvSpPr>
          <p:spPr bwMode="auto">
            <a:xfrm>
              <a:off x="1009730" y="4514550"/>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10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10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10"/>
                    <a:pt x="71" y="10"/>
                    <a:pt x="71" y="10"/>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10"/>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7" name="Freeform 1213">
              <a:extLst>
                <a:ext uri="{FF2B5EF4-FFF2-40B4-BE49-F238E27FC236}">
                  <a16:creationId xmlns:a16="http://schemas.microsoft.com/office/drawing/2014/main" id="{E71170AB-5843-49F2-89D2-8036265FEDFD}"/>
                </a:ext>
              </a:extLst>
            </p:cNvPr>
            <p:cNvSpPr>
              <a:spLocks/>
            </p:cNvSpPr>
            <p:nvPr userDrawn="1"/>
          </p:nvSpPr>
          <p:spPr bwMode="auto">
            <a:xfrm>
              <a:off x="989661" y="4516557"/>
              <a:ext cx="34118" cy="34118"/>
            </a:xfrm>
            <a:custGeom>
              <a:avLst/>
              <a:gdLst>
                <a:gd name="T0" fmla="*/ 11 w 23"/>
                <a:gd name="T1" fmla="*/ 0 h 23"/>
                <a:gd name="T2" fmla="*/ 5 w 23"/>
                <a:gd name="T3" fmla="*/ 2 h 23"/>
                <a:gd name="T4" fmla="*/ 0 w 23"/>
                <a:gd name="T5" fmla="*/ 8 h 23"/>
                <a:gd name="T6" fmla="*/ 0 w 23"/>
                <a:gd name="T7" fmla="*/ 11 h 23"/>
                <a:gd name="T8" fmla="*/ 8 w 23"/>
                <a:gd name="T9" fmla="*/ 22 h 23"/>
                <a:gd name="T10" fmla="*/ 12 w 23"/>
                <a:gd name="T11" fmla="*/ 23 h 23"/>
                <a:gd name="T12" fmla="*/ 18 w 23"/>
                <a:gd name="T13" fmla="*/ 21 h 23"/>
                <a:gd name="T14" fmla="*/ 23 w 23"/>
                <a:gd name="T15" fmla="*/ 16 h 23"/>
                <a:gd name="T16" fmla="*/ 23 w 23"/>
                <a:gd name="T17" fmla="*/ 12 h 23"/>
                <a:gd name="T18" fmla="*/ 15 w 23"/>
                <a:gd name="T19" fmla="*/ 1 h 23"/>
                <a:gd name="T20" fmla="*/ 14 w 23"/>
                <a:gd name="T21" fmla="*/ 4 h 23"/>
                <a:gd name="T22" fmla="*/ 13 w 23"/>
                <a:gd name="T23" fmla="*/ 7 h 23"/>
                <a:gd name="T24" fmla="*/ 17 w 23"/>
                <a:gd name="T25" fmla="*/ 12 h 23"/>
                <a:gd name="T26" fmla="*/ 17 w 23"/>
                <a:gd name="T27" fmla="*/ 14 h 23"/>
                <a:gd name="T28" fmla="*/ 15 w 23"/>
                <a:gd name="T29" fmla="*/ 16 h 23"/>
                <a:gd name="T30" fmla="*/ 12 w 23"/>
                <a:gd name="T31" fmla="*/ 17 h 23"/>
                <a:gd name="T32" fmla="*/ 10 w 23"/>
                <a:gd name="T33" fmla="*/ 17 h 23"/>
                <a:gd name="T34" fmla="*/ 6 w 23"/>
                <a:gd name="T35" fmla="*/ 11 h 23"/>
                <a:gd name="T36" fmla="*/ 6 w 23"/>
                <a:gd name="T37" fmla="*/ 10 h 23"/>
                <a:gd name="T38" fmla="*/ 8 w 23"/>
                <a:gd name="T39" fmla="*/ 7 h 23"/>
                <a:gd name="T40" fmla="*/ 11 w 23"/>
                <a:gd name="T41" fmla="*/ 6 h 23"/>
                <a:gd name="T42" fmla="*/ 13 w 23"/>
                <a:gd name="T43" fmla="*/ 7 h 23"/>
                <a:gd name="T44" fmla="*/ 14 w 23"/>
                <a:gd name="T45" fmla="*/ 4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1" y="0"/>
                  </a:moveTo>
                  <a:cubicBezTo>
                    <a:pt x="9" y="0"/>
                    <a:pt x="6" y="1"/>
                    <a:pt x="5" y="2"/>
                  </a:cubicBezTo>
                  <a:cubicBezTo>
                    <a:pt x="3" y="4"/>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cubicBezTo>
                    <a:pt x="14" y="4"/>
                    <a:pt x="14" y="4"/>
                    <a:pt x="14" y="4"/>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8" name="Freeform 1214">
              <a:extLst>
                <a:ext uri="{FF2B5EF4-FFF2-40B4-BE49-F238E27FC236}">
                  <a16:creationId xmlns:a16="http://schemas.microsoft.com/office/drawing/2014/main" id="{A3A9C57E-E715-42B9-9296-84FCED211454}"/>
                </a:ext>
              </a:extLst>
            </p:cNvPr>
            <p:cNvSpPr>
              <a:spLocks/>
            </p:cNvSpPr>
            <p:nvPr userDrawn="1"/>
          </p:nvSpPr>
          <p:spPr bwMode="auto">
            <a:xfrm>
              <a:off x="965578" y="4502509"/>
              <a:ext cx="28097" cy="26090"/>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3"/>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9" name="Freeform 1215">
              <a:extLst>
                <a:ext uri="{FF2B5EF4-FFF2-40B4-BE49-F238E27FC236}">
                  <a16:creationId xmlns:a16="http://schemas.microsoft.com/office/drawing/2014/main" id="{B99FA13E-40E5-4A03-8168-5D6DC02CECAE}"/>
                </a:ext>
              </a:extLst>
            </p:cNvPr>
            <p:cNvSpPr>
              <a:spLocks noEditPoints="1"/>
            </p:cNvSpPr>
            <p:nvPr userDrawn="1"/>
          </p:nvSpPr>
          <p:spPr bwMode="auto">
            <a:xfrm>
              <a:off x="963571" y="4478426"/>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3 w 16"/>
                <a:gd name="T33" fmla="*/ 1 h 15"/>
                <a:gd name="T34" fmla="*/ 0 w 16"/>
                <a:gd name="T35" fmla="*/ 5 h 15"/>
                <a:gd name="T36" fmla="*/ 0 w 16"/>
                <a:gd name="T37" fmla="*/ 7 h 15"/>
                <a:gd name="T38" fmla="*/ 5 w 16"/>
                <a:gd name="T39" fmla="*/ 15 h 15"/>
                <a:gd name="T40" fmla="*/ 8 w 16"/>
                <a:gd name="T41" fmla="*/ 15 h 15"/>
                <a:gd name="T42" fmla="*/ 8 w 16"/>
                <a:gd name="T43" fmla="*/ 15 h 15"/>
                <a:gd name="T44" fmla="*/ 13 w 16"/>
                <a:gd name="T45" fmla="*/ 14 h 15"/>
                <a:gd name="T46" fmla="*/ 15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1"/>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0" name="Freeform 1216">
              <a:extLst>
                <a:ext uri="{FF2B5EF4-FFF2-40B4-BE49-F238E27FC236}">
                  <a16:creationId xmlns:a16="http://schemas.microsoft.com/office/drawing/2014/main" id="{600344CB-3AC2-4DFB-B838-90A7A9E1FD93}"/>
                </a:ext>
              </a:extLst>
            </p:cNvPr>
            <p:cNvSpPr>
              <a:spLocks/>
            </p:cNvSpPr>
            <p:nvPr userDrawn="1"/>
          </p:nvSpPr>
          <p:spPr bwMode="auto">
            <a:xfrm>
              <a:off x="202951" y="3888394"/>
              <a:ext cx="118408" cy="110381"/>
            </a:xfrm>
            <a:custGeom>
              <a:avLst/>
              <a:gdLst>
                <a:gd name="T0" fmla="*/ 38 w 79"/>
                <a:gd name="T1" fmla="*/ 0 h 73"/>
                <a:gd name="T2" fmla="*/ 38 w 79"/>
                <a:gd name="T3" fmla="*/ 0 h 73"/>
                <a:gd name="T4" fmla="*/ 16 w 79"/>
                <a:gd name="T5" fmla="*/ 6 h 73"/>
                <a:gd name="T6" fmla="*/ 10 w 79"/>
                <a:gd name="T7" fmla="*/ 12 h 73"/>
                <a:gd name="T8" fmla="*/ 9 w 79"/>
                <a:gd name="T9" fmla="*/ 13 h 73"/>
                <a:gd name="T10" fmla="*/ 6 w 79"/>
                <a:gd name="T11" fmla="*/ 17 h 73"/>
                <a:gd name="T12" fmla="*/ 6 w 79"/>
                <a:gd name="T13" fmla="*/ 17 h 73"/>
                <a:gd name="T14" fmla="*/ 3 w 79"/>
                <a:gd name="T15" fmla="*/ 23 h 73"/>
                <a:gd name="T16" fmla="*/ 0 w 79"/>
                <a:gd name="T17" fmla="*/ 35 h 73"/>
                <a:gd name="T18" fmla="*/ 27 w 79"/>
                <a:gd name="T19" fmla="*/ 70 h 73"/>
                <a:gd name="T20" fmla="*/ 41 w 79"/>
                <a:gd name="T21" fmla="*/ 73 h 73"/>
                <a:gd name="T22" fmla="*/ 63 w 79"/>
                <a:gd name="T23" fmla="*/ 67 h 73"/>
                <a:gd name="T24" fmla="*/ 76 w 79"/>
                <a:gd name="T25" fmla="*/ 50 h 73"/>
                <a:gd name="T26" fmla="*/ 79 w 79"/>
                <a:gd name="T27" fmla="*/ 38 h 73"/>
                <a:gd name="T28" fmla="*/ 52 w 79"/>
                <a:gd name="T29" fmla="*/ 3 h 73"/>
                <a:gd name="T30" fmla="*/ 51 w 79"/>
                <a:gd name="T31" fmla="*/ 5 h 73"/>
                <a:gd name="T32" fmla="*/ 50 w 79"/>
                <a:gd name="T33" fmla="*/ 8 h 73"/>
                <a:gd name="T34" fmla="*/ 73 w 79"/>
                <a:gd name="T35" fmla="*/ 38 h 73"/>
                <a:gd name="T36" fmla="*/ 71 w 79"/>
                <a:gd name="T37" fmla="*/ 48 h 73"/>
                <a:gd name="T38" fmla="*/ 59 w 79"/>
                <a:gd name="T39" fmla="*/ 62 h 73"/>
                <a:gd name="T40" fmla="*/ 41 w 79"/>
                <a:gd name="T41" fmla="*/ 67 h 73"/>
                <a:gd name="T42" fmla="*/ 29 w 79"/>
                <a:gd name="T43" fmla="*/ 65 h 73"/>
                <a:gd name="T44" fmla="*/ 6 w 79"/>
                <a:gd name="T45" fmla="*/ 35 h 73"/>
                <a:gd name="T46" fmla="*/ 8 w 79"/>
                <a:gd name="T47" fmla="*/ 25 h 73"/>
                <a:gd name="T48" fmla="*/ 20 w 79"/>
                <a:gd name="T49" fmla="*/ 11 h 73"/>
                <a:gd name="T50" fmla="*/ 38 w 79"/>
                <a:gd name="T51" fmla="*/ 6 h 73"/>
                <a:gd name="T52" fmla="*/ 50 w 79"/>
                <a:gd name="T53" fmla="*/ 8 h 73"/>
                <a:gd name="T54" fmla="*/ 51 w 79"/>
                <a:gd name="T55" fmla="*/ 5 h 73"/>
                <a:gd name="T56" fmla="*/ 52 w 79"/>
                <a:gd name="T57" fmla="*/ 3 h 73"/>
                <a:gd name="T58" fmla="*/ 38 w 79"/>
                <a:gd name="T5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3">
                  <a:moveTo>
                    <a:pt x="38" y="0"/>
                  </a:moveTo>
                  <a:cubicBezTo>
                    <a:pt x="38" y="0"/>
                    <a:pt x="38" y="0"/>
                    <a:pt x="38" y="0"/>
                  </a:cubicBez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4"/>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5"/>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1" name="Freeform 1217">
              <a:extLst>
                <a:ext uri="{FF2B5EF4-FFF2-40B4-BE49-F238E27FC236}">
                  <a16:creationId xmlns:a16="http://schemas.microsoft.com/office/drawing/2014/main" id="{83692BA7-4568-407B-A1C7-EF3EA841F2C8}"/>
                </a:ext>
              </a:extLst>
            </p:cNvPr>
            <p:cNvSpPr>
              <a:spLocks/>
            </p:cNvSpPr>
            <p:nvPr userDrawn="1"/>
          </p:nvSpPr>
          <p:spPr bwMode="auto">
            <a:xfrm>
              <a:off x="188902" y="3890400"/>
              <a:ext cx="28097" cy="26090"/>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0 w 19"/>
                <a:gd name="T19" fmla="*/ 17 h 17"/>
                <a:gd name="T20" fmla="*/ 15 w 19"/>
                <a:gd name="T21" fmla="*/ 16 h 17"/>
                <a:gd name="T22" fmla="*/ 19 w 19"/>
                <a:gd name="T23" fmla="*/ 11 h 17"/>
                <a:gd name="T24" fmla="*/ 19 w 19"/>
                <a:gd name="T25" fmla="*/ 9 h 17"/>
                <a:gd name="T26" fmla="*/ 13 w 19"/>
                <a:gd name="T27" fmla="*/ 0 h 17"/>
                <a:gd name="T28" fmla="*/ 12 w 19"/>
                <a:gd name="T29" fmla="*/ 3 h 17"/>
                <a:gd name="T30" fmla="*/ 11 w 19"/>
                <a:gd name="T31" fmla="*/ 6 h 17"/>
                <a:gd name="T32" fmla="*/ 13 w 19"/>
                <a:gd name="T33" fmla="*/ 9 h 17"/>
                <a:gd name="T34" fmla="*/ 13 w 19"/>
                <a:gd name="T35" fmla="*/ 10 h 17"/>
                <a:gd name="T36" fmla="*/ 12 w 19"/>
                <a:gd name="T37" fmla="*/ 11 h 17"/>
                <a:gd name="T38" fmla="*/ 10 w 19"/>
                <a:gd name="T39" fmla="*/ 11 h 17"/>
                <a:gd name="T40" fmla="*/ 10 w 19"/>
                <a:gd name="T41" fmla="*/ 11 h 17"/>
                <a:gd name="T42" fmla="*/ 9 w 19"/>
                <a:gd name="T43" fmla="*/ 11 h 17"/>
                <a:gd name="T44" fmla="*/ 6 w 19"/>
                <a:gd name="T45" fmla="*/ 8 h 17"/>
                <a:gd name="T46" fmla="*/ 7 w 19"/>
                <a:gd name="T47" fmla="*/ 8 h 17"/>
                <a:gd name="T48" fmla="*/ 8 w 19"/>
                <a:gd name="T49" fmla="*/ 6 h 17"/>
                <a:gd name="T50" fmla="*/ 9 w 19"/>
                <a:gd name="T51" fmla="*/ 6 h 17"/>
                <a:gd name="T52" fmla="*/ 9 w 19"/>
                <a:gd name="T53" fmla="*/ 6 h 17"/>
                <a:gd name="T54" fmla="*/ 11 w 19"/>
                <a:gd name="T55" fmla="*/ 6 h 17"/>
                <a:gd name="T56" fmla="*/ 12 w 19"/>
                <a:gd name="T57" fmla="*/ 3 h 17"/>
                <a:gd name="T58" fmla="*/ 13 w 19"/>
                <a:gd name="T59" fmla="*/ 0 h 17"/>
                <a:gd name="T60" fmla="*/ 9 w 19"/>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0" y="17"/>
                    <a:pt x="10" y="17"/>
                    <a:pt x="10" y="17"/>
                  </a:cubicBezTo>
                  <a:cubicBezTo>
                    <a:pt x="12" y="17"/>
                    <a:pt x="13" y="17"/>
                    <a:pt x="15" y="16"/>
                  </a:cubicBezTo>
                  <a:cubicBezTo>
                    <a:pt x="16" y="14"/>
                    <a:pt x="17" y="12"/>
                    <a:pt x="19" y="11"/>
                  </a:cubicBezTo>
                  <a:cubicBezTo>
                    <a:pt x="19" y="10"/>
                    <a:pt x="19" y="10"/>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1"/>
                    <a:pt x="6" y="9"/>
                    <a:pt x="6" y="8"/>
                  </a:cubicBezTo>
                  <a:cubicBezTo>
                    <a:pt x="7" y="8"/>
                    <a:pt x="7" y="8"/>
                    <a:pt x="7" y="8"/>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2" name="Freeform 1218">
              <a:extLst>
                <a:ext uri="{FF2B5EF4-FFF2-40B4-BE49-F238E27FC236}">
                  <a16:creationId xmlns:a16="http://schemas.microsoft.com/office/drawing/2014/main" id="{27B92047-DD32-4AA1-B9F4-0A9342880EA0}"/>
                </a:ext>
              </a:extLst>
            </p:cNvPr>
            <p:cNvSpPr>
              <a:spLocks/>
            </p:cNvSpPr>
            <p:nvPr userDrawn="1"/>
          </p:nvSpPr>
          <p:spPr bwMode="auto">
            <a:xfrm>
              <a:off x="210979" y="3906455"/>
              <a:ext cx="6021" cy="8028"/>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3" name="Freeform 1219">
              <a:extLst>
                <a:ext uri="{FF2B5EF4-FFF2-40B4-BE49-F238E27FC236}">
                  <a16:creationId xmlns:a16="http://schemas.microsoft.com/office/drawing/2014/main" id="{C8416416-32A2-45CB-B794-7AAF2DB39A87}"/>
                </a:ext>
              </a:extLst>
            </p:cNvPr>
            <p:cNvSpPr>
              <a:spLocks/>
            </p:cNvSpPr>
            <p:nvPr userDrawn="1"/>
          </p:nvSpPr>
          <p:spPr bwMode="auto">
            <a:xfrm>
              <a:off x="174854" y="3880366"/>
              <a:ext cx="20069" cy="20069"/>
            </a:xfrm>
            <a:custGeom>
              <a:avLst/>
              <a:gdLst>
                <a:gd name="T0" fmla="*/ 8 w 14"/>
                <a:gd name="T1" fmla="*/ 0 h 14"/>
                <a:gd name="T2" fmla="*/ 5 w 14"/>
                <a:gd name="T3" fmla="*/ 1 h 14"/>
                <a:gd name="T4" fmla="*/ 3 w 14"/>
                <a:gd name="T5" fmla="*/ 1 h 14"/>
                <a:gd name="T6" fmla="*/ 3 w 14"/>
                <a:gd name="T7" fmla="*/ 1 h 14"/>
                <a:gd name="T8" fmla="*/ 0 w 14"/>
                <a:gd name="T9" fmla="*/ 4 h 14"/>
                <a:gd name="T10" fmla="*/ 0 w 14"/>
                <a:gd name="T11" fmla="*/ 7 h 14"/>
                <a:gd name="T12" fmla="*/ 5 w 14"/>
                <a:gd name="T13" fmla="*/ 13 h 14"/>
                <a:gd name="T14" fmla="*/ 7 w 14"/>
                <a:gd name="T15" fmla="*/ 14 h 14"/>
                <a:gd name="T16" fmla="*/ 11 w 14"/>
                <a:gd name="T17" fmla="*/ 13 h 14"/>
                <a:gd name="T18" fmla="*/ 11 w 14"/>
                <a:gd name="T19" fmla="*/ 12 h 14"/>
                <a:gd name="T20" fmla="*/ 14 w 14"/>
                <a:gd name="T21" fmla="*/ 8 h 14"/>
                <a:gd name="T22" fmla="*/ 14 w 14"/>
                <a:gd name="T23" fmla="*/ 7 h 14"/>
                <a:gd name="T24" fmla="*/ 9 w 14"/>
                <a:gd name="T25" fmla="*/ 0 h 14"/>
                <a:gd name="T26" fmla="*/ 8 w 14"/>
                <a:gd name="T27" fmla="*/ 3 h 14"/>
                <a:gd name="T28" fmla="*/ 7 w 14"/>
                <a:gd name="T29" fmla="*/ 6 h 14"/>
                <a:gd name="T30" fmla="*/ 8 w 14"/>
                <a:gd name="T31" fmla="*/ 7 h 14"/>
                <a:gd name="T32" fmla="*/ 8 w 14"/>
                <a:gd name="T33" fmla="*/ 7 h 14"/>
                <a:gd name="T34" fmla="*/ 8 w 14"/>
                <a:gd name="T35" fmla="*/ 8 h 14"/>
                <a:gd name="T36" fmla="*/ 7 w 14"/>
                <a:gd name="T37" fmla="*/ 8 h 14"/>
                <a:gd name="T38" fmla="*/ 7 w 14"/>
                <a:gd name="T39" fmla="*/ 8 h 14"/>
                <a:gd name="T40" fmla="*/ 6 w 14"/>
                <a:gd name="T41" fmla="*/ 7 h 14"/>
                <a:gd name="T42" fmla="*/ 6 w 14"/>
                <a:gd name="T43" fmla="*/ 6 h 14"/>
                <a:gd name="T44" fmla="*/ 6 w 14"/>
                <a:gd name="T45" fmla="*/ 6 h 14"/>
                <a:gd name="T46" fmla="*/ 7 w 14"/>
                <a:gd name="T47" fmla="*/ 6 h 14"/>
                <a:gd name="T48" fmla="*/ 7 w 14"/>
                <a:gd name="T49" fmla="*/ 6 h 14"/>
                <a:gd name="T50" fmla="*/ 8 w 14"/>
                <a:gd name="T51" fmla="*/ 3 h 14"/>
                <a:gd name="T52" fmla="*/ 9 w 14"/>
                <a:gd name="T53" fmla="*/ 0 h 14"/>
                <a:gd name="T54" fmla="*/ 8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0"/>
                  </a:moveTo>
                  <a:cubicBezTo>
                    <a:pt x="7" y="1"/>
                    <a:pt x="6"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4" name="Freeform 1220">
              <a:extLst>
                <a:ext uri="{FF2B5EF4-FFF2-40B4-BE49-F238E27FC236}">
                  <a16:creationId xmlns:a16="http://schemas.microsoft.com/office/drawing/2014/main" id="{7D3DA8D4-E0AA-45FA-B0CA-186F6C7A3B61}"/>
                </a:ext>
              </a:extLst>
            </p:cNvPr>
            <p:cNvSpPr>
              <a:spLocks/>
            </p:cNvSpPr>
            <p:nvPr userDrawn="1"/>
          </p:nvSpPr>
          <p:spPr bwMode="auto">
            <a:xfrm>
              <a:off x="190910" y="3892407"/>
              <a:ext cx="4014" cy="6021"/>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5" name="Freeform 1221">
              <a:extLst>
                <a:ext uri="{FF2B5EF4-FFF2-40B4-BE49-F238E27FC236}">
                  <a16:creationId xmlns:a16="http://schemas.microsoft.com/office/drawing/2014/main" id="{19197572-3E97-467A-A084-95C405CD28F2}"/>
                </a:ext>
              </a:extLst>
            </p:cNvPr>
            <p:cNvSpPr>
              <a:spLocks noEditPoints="1"/>
            </p:cNvSpPr>
            <p:nvPr userDrawn="1"/>
          </p:nvSpPr>
          <p:spPr bwMode="auto">
            <a:xfrm>
              <a:off x="170841" y="3862303"/>
              <a:ext cx="20069" cy="18063"/>
            </a:xfrm>
            <a:custGeom>
              <a:avLst/>
              <a:gdLst>
                <a:gd name="T0" fmla="*/ 6 w 13"/>
                <a:gd name="T1" fmla="*/ 7 h 13"/>
                <a:gd name="T2" fmla="*/ 6 w 13"/>
                <a:gd name="T3" fmla="*/ 7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7 h 13"/>
                <a:gd name="T20" fmla="*/ 7 w 13"/>
                <a:gd name="T21" fmla="*/ 0 h 13"/>
                <a:gd name="T22" fmla="*/ 3 w 13"/>
                <a:gd name="T23" fmla="*/ 1 h 13"/>
                <a:gd name="T24" fmla="*/ 1 w 13"/>
                <a:gd name="T25" fmla="*/ 4 h 13"/>
                <a:gd name="T26" fmla="*/ 0 w 13"/>
                <a:gd name="T27" fmla="*/ 7 h 13"/>
                <a:gd name="T28" fmla="*/ 5 w 13"/>
                <a:gd name="T29" fmla="*/ 13 h 13"/>
                <a:gd name="T30" fmla="*/ 5 w 13"/>
                <a:gd name="T31" fmla="*/ 13 h 13"/>
                <a:gd name="T32" fmla="*/ 9 w 13"/>
                <a:gd name="T33" fmla="*/ 12 h 13"/>
                <a:gd name="T34" fmla="*/ 9 w 13"/>
                <a:gd name="T35" fmla="*/ 12 h 13"/>
                <a:gd name="T36" fmla="*/ 10 w 13"/>
                <a:gd name="T37" fmla="*/ 12 h 13"/>
                <a:gd name="T38" fmla="*/ 10 w 13"/>
                <a:gd name="T39" fmla="*/ 12 h 13"/>
                <a:gd name="T40" fmla="*/ 13 w 13"/>
                <a:gd name="T41" fmla="*/ 9 h 13"/>
                <a:gd name="T42" fmla="*/ 13 w 13"/>
                <a:gd name="T43" fmla="*/ 7 h 13"/>
                <a:gd name="T44" fmla="*/ 9 w 13"/>
                <a:gd name="T45" fmla="*/ 1 h 13"/>
                <a:gd name="T46" fmla="*/ 8 w 13"/>
                <a:gd name="T47" fmla="*/ 4 h 13"/>
                <a:gd name="T48" fmla="*/ 9 w 13"/>
                <a:gd name="T49" fmla="*/ 1 h 13"/>
                <a:gd name="T50" fmla="*/ 7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6" y="7"/>
                  </a:moveTo>
                  <a:cubicBezTo>
                    <a:pt x="6" y="7"/>
                    <a:pt x="6" y="7"/>
                    <a:pt x="6" y="7"/>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moveTo>
                    <a:pt x="7" y="0"/>
                  </a:moveTo>
                  <a:cubicBezTo>
                    <a:pt x="5" y="0"/>
                    <a:pt x="4" y="1"/>
                    <a:pt x="3" y="1"/>
                  </a:cubicBezTo>
                  <a:cubicBezTo>
                    <a:pt x="2" y="2"/>
                    <a:pt x="1" y="3"/>
                    <a:pt x="1" y="4"/>
                  </a:cubicBezTo>
                  <a:cubicBezTo>
                    <a:pt x="0" y="5"/>
                    <a:pt x="0" y="6"/>
                    <a:pt x="0" y="7"/>
                  </a:cubicBezTo>
                  <a:cubicBezTo>
                    <a:pt x="0" y="9"/>
                    <a:pt x="2" y="12"/>
                    <a:pt x="5" y="13"/>
                  </a:cubicBezTo>
                  <a:cubicBezTo>
                    <a:pt x="5" y="13"/>
                    <a:pt x="5" y="13"/>
                    <a:pt x="5" y="13"/>
                  </a:cubicBezTo>
                  <a:cubicBezTo>
                    <a:pt x="6" y="12"/>
                    <a:pt x="8" y="12"/>
                    <a:pt x="9" y="12"/>
                  </a:cubicBezTo>
                  <a:cubicBezTo>
                    <a:pt x="9" y="12"/>
                    <a:pt x="9" y="12"/>
                    <a:pt x="9" y="12"/>
                  </a:cubicBezTo>
                  <a:cubicBezTo>
                    <a:pt x="9" y="12"/>
                    <a:pt x="10" y="12"/>
                    <a:pt x="10" y="12"/>
                  </a:cubicBezTo>
                  <a:cubicBezTo>
                    <a:pt x="10" y="12"/>
                    <a:pt x="10" y="12"/>
                    <a:pt x="10" y="12"/>
                  </a:cubicBezTo>
                  <a:cubicBezTo>
                    <a:pt x="11" y="11"/>
                    <a:pt x="12" y="10"/>
                    <a:pt x="13" y="9"/>
                  </a:cubicBezTo>
                  <a:cubicBezTo>
                    <a:pt x="13" y="8"/>
                    <a:pt x="13" y="8"/>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6" name="Freeform 1222">
              <a:extLst>
                <a:ext uri="{FF2B5EF4-FFF2-40B4-BE49-F238E27FC236}">
                  <a16:creationId xmlns:a16="http://schemas.microsoft.com/office/drawing/2014/main" id="{D0ABC53F-C719-4357-92C0-15990938201E}"/>
                </a:ext>
              </a:extLst>
            </p:cNvPr>
            <p:cNvSpPr>
              <a:spLocks/>
            </p:cNvSpPr>
            <p:nvPr userDrawn="1"/>
          </p:nvSpPr>
          <p:spPr bwMode="auto">
            <a:xfrm>
              <a:off x="178868" y="3880366"/>
              <a:ext cx="8028" cy="0"/>
            </a:xfrm>
            <a:custGeom>
              <a:avLst/>
              <a:gdLst>
                <a:gd name="T0" fmla="*/ 4 w 5"/>
                <a:gd name="T1" fmla="*/ 0 h 1"/>
                <a:gd name="T2" fmla="*/ 4 w 5"/>
                <a:gd name="T3" fmla="*/ 0 h 1"/>
                <a:gd name="T4" fmla="*/ 0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4" y="0"/>
                    <a:pt x="4" y="0"/>
                    <a:pt x="4" y="0"/>
                  </a:cubicBezTo>
                  <a:cubicBezTo>
                    <a:pt x="3" y="0"/>
                    <a:pt x="1" y="0"/>
                    <a:pt x="0" y="1"/>
                  </a:cubicBezTo>
                  <a:cubicBezTo>
                    <a:pt x="1" y="1"/>
                    <a:pt x="1"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7" name="Freeform 1223">
              <a:extLst>
                <a:ext uri="{FF2B5EF4-FFF2-40B4-BE49-F238E27FC236}">
                  <a16:creationId xmlns:a16="http://schemas.microsoft.com/office/drawing/2014/main" id="{869311B0-13FC-4D39-B8A7-2EA898BD438C}"/>
                </a:ext>
              </a:extLst>
            </p:cNvPr>
            <p:cNvSpPr>
              <a:spLocks noEditPoints="1"/>
            </p:cNvSpPr>
            <p:nvPr userDrawn="1"/>
          </p:nvSpPr>
          <p:spPr bwMode="auto">
            <a:xfrm>
              <a:off x="909384" y="4259672"/>
              <a:ext cx="152525" cy="146505"/>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6 w 101"/>
                <a:gd name="T23" fmla="*/ 27 h 98"/>
                <a:gd name="T24" fmla="*/ 6 w 101"/>
                <a:gd name="T25" fmla="*/ 27 h 98"/>
                <a:gd name="T26" fmla="*/ 0 w 101"/>
                <a:gd name="T27" fmla="*/ 49 h 98"/>
                <a:gd name="T28" fmla="*/ 28 w 101"/>
                <a:gd name="T29" fmla="*/ 93 h 98"/>
                <a:gd name="T30" fmla="*/ 51 w 101"/>
                <a:gd name="T31" fmla="*/ 98 h 98"/>
                <a:gd name="T32" fmla="*/ 96 w 101"/>
                <a:gd name="T33" fmla="*/ 71 h 98"/>
                <a:gd name="T34" fmla="*/ 101 w 101"/>
                <a:gd name="T35" fmla="*/ 49 h 98"/>
                <a:gd name="T36" fmla="*/ 74 w 101"/>
                <a:gd name="T37" fmla="*/ 5 h 98"/>
                <a:gd name="T38" fmla="*/ 75 w 101"/>
                <a:gd name="T39" fmla="*/ 12 h 98"/>
                <a:gd name="T40" fmla="*/ 71 w 101"/>
                <a:gd name="T41" fmla="*/ 4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32" y="0"/>
                    <a:pt x="14"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8"/>
                    <a:pt x="87" y="88"/>
                    <a:pt x="96" y="71"/>
                  </a:cubicBezTo>
                  <a:cubicBezTo>
                    <a:pt x="99" y="64"/>
                    <a:pt x="101" y="56"/>
                    <a:pt x="101" y="49"/>
                  </a:cubicBezTo>
                  <a:cubicBezTo>
                    <a:pt x="101" y="31"/>
                    <a:pt x="91" y="14"/>
                    <a:pt x="74" y="5"/>
                  </a:cubicBezTo>
                  <a:cubicBezTo>
                    <a:pt x="75" y="12"/>
                    <a:pt x="75" y="12"/>
                    <a:pt x="75" y="12"/>
                  </a:cubicBezTo>
                  <a:cubicBezTo>
                    <a:pt x="71" y="4"/>
                    <a:pt x="71" y="4"/>
                    <a:pt x="71" y="4"/>
                  </a:cubicBezTo>
                  <a:cubicBezTo>
                    <a:pt x="65"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8" name="Freeform 1224">
              <a:extLst>
                <a:ext uri="{FF2B5EF4-FFF2-40B4-BE49-F238E27FC236}">
                  <a16:creationId xmlns:a16="http://schemas.microsoft.com/office/drawing/2014/main" id="{D73B1778-B880-41C7-AB54-3AF7EC8612C2}"/>
                </a:ext>
              </a:extLst>
            </p:cNvPr>
            <p:cNvSpPr>
              <a:spLocks noEditPoints="1"/>
            </p:cNvSpPr>
            <p:nvPr userDrawn="1"/>
          </p:nvSpPr>
          <p:spPr bwMode="auto">
            <a:xfrm>
              <a:off x="905371" y="4384100"/>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9" name="Freeform 1225">
              <a:extLst>
                <a:ext uri="{FF2B5EF4-FFF2-40B4-BE49-F238E27FC236}">
                  <a16:creationId xmlns:a16="http://schemas.microsoft.com/office/drawing/2014/main" id="{92CF6326-BFDD-4B55-9DF4-DFB61AECBF74}"/>
                </a:ext>
              </a:extLst>
            </p:cNvPr>
            <p:cNvSpPr>
              <a:spLocks noEditPoints="1"/>
            </p:cNvSpPr>
            <p:nvPr userDrawn="1"/>
          </p:nvSpPr>
          <p:spPr bwMode="auto">
            <a:xfrm>
              <a:off x="889315" y="4410191"/>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0" name="Freeform 1226">
              <a:extLst>
                <a:ext uri="{FF2B5EF4-FFF2-40B4-BE49-F238E27FC236}">
                  <a16:creationId xmlns:a16="http://schemas.microsoft.com/office/drawing/2014/main" id="{C7AD528F-9E44-446F-84AE-FA9C2B3F0949}"/>
                </a:ext>
              </a:extLst>
            </p:cNvPr>
            <p:cNvSpPr>
              <a:spLocks noEditPoints="1"/>
            </p:cNvSpPr>
            <p:nvPr userDrawn="1"/>
          </p:nvSpPr>
          <p:spPr bwMode="auto">
            <a:xfrm>
              <a:off x="865232" y="4412197"/>
              <a:ext cx="22077" cy="24083"/>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3"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1" name="Freeform 1227">
              <a:extLst>
                <a:ext uri="{FF2B5EF4-FFF2-40B4-BE49-F238E27FC236}">
                  <a16:creationId xmlns:a16="http://schemas.microsoft.com/office/drawing/2014/main" id="{3893116E-D61B-4CEB-BEE3-BBD0F00D21C5}"/>
                </a:ext>
              </a:extLst>
            </p:cNvPr>
            <p:cNvSpPr>
              <a:spLocks noEditPoints="1"/>
            </p:cNvSpPr>
            <p:nvPr userDrawn="1"/>
          </p:nvSpPr>
          <p:spPr bwMode="auto">
            <a:xfrm>
              <a:off x="1399071" y="5626380"/>
              <a:ext cx="152525" cy="150519"/>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9 h 99"/>
                <a:gd name="T34" fmla="*/ 51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3"/>
                    <a:pt x="51" y="93"/>
                  </a:cubicBezTo>
                  <a:cubicBezTo>
                    <a:pt x="44" y="93"/>
                    <a:pt x="37" y="91"/>
                    <a:pt x="31" y="88"/>
                  </a:cubicBezTo>
                  <a:cubicBezTo>
                    <a:pt x="15" y="80"/>
                    <a:pt x="6" y="65"/>
                    <a:pt x="6" y="49"/>
                  </a:cubicBezTo>
                  <a:cubicBezTo>
                    <a:pt x="6" y="43"/>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9"/>
                    <a:pt x="51" y="99"/>
                  </a:cubicBezTo>
                  <a:cubicBezTo>
                    <a:pt x="51" y="99"/>
                    <a:pt x="51" y="99"/>
                    <a:pt x="51" y="99"/>
                  </a:cubicBezTo>
                  <a:cubicBezTo>
                    <a:pt x="69" y="99"/>
                    <a:pt x="87" y="89"/>
                    <a:pt x="96" y="71"/>
                  </a:cubicBezTo>
                  <a:cubicBezTo>
                    <a:pt x="100" y="64"/>
                    <a:pt x="101" y="57"/>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2" name="Freeform 1228">
              <a:extLst>
                <a:ext uri="{FF2B5EF4-FFF2-40B4-BE49-F238E27FC236}">
                  <a16:creationId xmlns:a16="http://schemas.microsoft.com/office/drawing/2014/main" id="{FD572E20-25DD-446F-AE42-94D44F916CB3}"/>
                </a:ext>
              </a:extLst>
            </p:cNvPr>
            <p:cNvSpPr>
              <a:spLocks noEditPoints="1"/>
            </p:cNvSpPr>
            <p:nvPr userDrawn="1"/>
          </p:nvSpPr>
          <p:spPr bwMode="auto">
            <a:xfrm>
              <a:off x="1395057" y="5752815"/>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8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8"/>
                    <a:pt x="17" y="9"/>
                    <a:pt x="17" y="11"/>
                  </a:cubicBezTo>
                  <a:cubicBezTo>
                    <a:pt x="17" y="12"/>
                    <a:pt x="17" y="13"/>
                    <a:pt x="16" y="13"/>
                  </a:cubicBezTo>
                  <a:cubicBezTo>
                    <a:pt x="15" y="15"/>
                    <a:pt x="13" y="16"/>
                    <a:pt x="12" y="16"/>
                  </a:cubicBezTo>
                  <a:cubicBezTo>
                    <a:pt x="11" y="16"/>
                    <a:pt x="10" y="16"/>
                    <a:pt x="9" y="15"/>
                  </a:cubicBezTo>
                  <a:cubicBezTo>
                    <a:pt x="7" y="15"/>
                    <a:pt x="6" y="13"/>
                    <a:pt x="6" y="11"/>
                  </a:cubicBezTo>
                  <a:cubicBezTo>
                    <a:pt x="6" y="10"/>
                    <a:pt x="7" y="10"/>
                    <a:pt x="7" y="9"/>
                  </a:cubicBezTo>
                  <a:cubicBezTo>
                    <a:pt x="4" y="8"/>
                    <a:pt x="4" y="8"/>
                    <a:pt x="4" y="8"/>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3" name="Freeform 1229">
              <a:extLst>
                <a:ext uri="{FF2B5EF4-FFF2-40B4-BE49-F238E27FC236}">
                  <a16:creationId xmlns:a16="http://schemas.microsoft.com/office/drawing/2014/main" id="{7A686EB2-6861-416A-ABC1-3F59C4E403CD}"/>
                </a:ext>
              </a:extLst>
            </p:cNvPr>
            <p:cNvSpPr>
              <a:spLocks noEditPoints="1"/>
            </p:cNvSpPr>
            <p:nvPr userDrawn="1"/>
          </p:nvSpPr>
          <p:spPr bwMode="auto">
            <a:xfrm>
              <a:off x="1379002" y="5776898"/>
              <a:ext cx="26091" cy="26090"/>
            </a:xfrm>
            <a:custGeom>
              <a:avLst/>
              <a:gdLst>
                <a:gd name="T0" fmla="*/ 6 w 18"/>
                <a:gd name="T1" fmla="*/ 8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8 h 17"/>
                <a:gd name="T18" fmla="*/ 6 w 18"/>
                <a:gd name="T19" fmla="*/ 8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17 w 18"/>
                <a:gd name="T33" fmla="*/ 12 h 17"/>
                <a:gd name="T34" fmla="*/ 18 w 18"/>
                <a:gd name="T35" fmla="*/ 9 h 17"/>
                <a:gd name="T36" fmla="*/ 13 w 18"/>
                <a:gd name="T37" fmla="*/ 1 h 17"/>
                <a:gd name="T38" fmla="*/ 9 w 18"/>
                <a:gd name="T39" fmla="*/ 0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8"/>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8"/>
                  </a:cubicBezTo>
                  <a:cubicBezTo>
                    <a:pt x="6" y="8"/>
                    <a:pt x="6" y="8"/>
                    <a:pt x="6" y="8"/>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6"/>
                    <a:pt x="17" y="12"/>
                  </a:cubicBezTo>
                  <a:cubicBezTo>
                    <a:pt x="17" y="11"/>
                    <a:pt x="18" y="10"/>
                    <a:pt x="18" y="9"/>
                  </a:cubicBezTo>
                  <a:cubicBezTo>
                    <a:pt x="18"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4" name="Freeform 1230">
              <a:extLst>
                <a:ext uri="{FF2B5EF4-FFF2-40B4-BE49-F238E27FC236}">
                  <a16:creationId xmlns:a16="http://schemas.microsoft.com/office/drawing/2014/main" id="{8D3B7CCD-B749-48E3-AF80-F156742B165A}"/>
                </a:ext>
              </a:extLst>
            </p:cNvPr>
            <p:cNvSpPr>
              <a:spLocks noEditPoints="1"/>
            </p:cNvSpPr>
            <p:nvPr userDrawn="1"/>
          </p:nvSpPr>
          <p:spPr bwMode="auto">
            <a:xfrm>
              <a:off x="1354919" y="5780912"/>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9"/>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5"/>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5" name="Freeform 1231">
              <a:extLst>
                <a:ext uri="{FF2B5EF4-FFF2-40B4-BE49-F238E27FC236}">
                  <a16:creationId xmlns:a16="http://schemas.microsoft.com/office/drawing/2014/main" id="{3A18D9E2-C226-4203-A829-93F5C64408EB}"/>
                </a:ext>
              </a:extLst>
            </p:cNvPr>
            <p:cNvSpPr>
              <a:spLocks noEditPoints="1"/>
            </p:cNvSpPr>
            <p:nvPr userDrawn="1"/>
          </p:nvSpPr>
          <p:spPr bwMode="auto">
            <a:xfrm>
              <a:off x="817066" y="5794961"/>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6" name="Freeform 1232">
              <a:extLst>
                <a:ext uri="{FF2B5EF4-FFF2-40B4-BE49-F238E27FC236}">
                  <a16:creationId xmlns:a16="http://schemas.microsoft.com/office/drawing/2014/main" id="{7441543F-7D0D-4ACB-8638-9EF768C2AD25}"/>
                </a:ext>
              </a:extLst>
            </p:cNvPr>
            <p:cNvSpPr>
              <a:spLocks noEditPoints="1"/>
            </p:cNvSpPr>
            <p:nvPr userDrawn="1"/>
          </p:nvSpPr>
          <p:spPr bwMode="auto">
            <a:xfrm>
              <a:off x="813053" y="5921396"/>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1"/>
                    <a:pt x="6" y="10"/>
                    <a:pt x="6" y="9"/>
                  </a:cubicBezTo>
                  <a:cubicBezTo>
                    <a:pt x="4" y="8"/>
                    <a:pt x="4" y="8"/>
                    <a:pt x="4" y="8"/>
                  </a:cubicBezTo>
                  <a:cubicBezTo>
                    <a:pt x="6" y="9"/>
                    <a:pt x="6" y="9"/>
                    <a:pt x="6"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9"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7" name="Freeform 1233">
              <a:extLst>
                <a:ext uri="{FF2B5EF4-FFF2-40B4-BE49-F238E27FC236}">
                  <a16:creationId xmlns:a16="http://schemas.microsoft.com/office/drawing/2014/main" id="{D7F41382-E818-40E9-897D-E1824327C4FE}"/>
                </a:ext>
              </a:extLst>
            </p:cNvPr>
            <p:cNvSpPr>
              <a:spLocks noEditPoints="1"/>
            </p:cNvSpPr>
            <p:nvPr userDrawn="1"/>
          </p:nvSpPr>
          <p:spPr bwMode="auto">
            <a:xfrm>
              <a:off x="794990" y="5945479"/>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8" name="Freeform 1234">
              <a:extLst>
                <a:ext uri="{FF2B5EF4-FFF2-40B4-BE49-F238E27FC236}">
                  <a16:creationId xmlns:a16="http://schemas.microsoft.com/office/drawing/2014/main" id="{41254B1A-B90E-4962-A050-47FFBEACCABD}"/>
                </a:ext>
              </a:extLst>
            </p:cNvPr>
            <p:cNvSpPr>
              <a:spLocks noEditPoints="1"/>
            </p:cNvSpPr>
            <p:nvPr userDrawn="1"/>
          </p:nvSpPr>
          <p:spPr bwMode="auto">
            <a:xfrm>
              <a:off x="770907" y="5949492"/>
              <a:ext cx="22077" cy="22077"/>
            </a:xfrm>
            <a:custGeom>
              <a:avLst/>
              <a:gdLst>
                <a:gd name="T0" fmla="*/ 6 w 15"/>
                <a:gd name="T1" fmla="*/ 7 h 15"/>
                <a:gd name="T2" fmla="*/ 8 w 15"/>
                <a:gd name="T3" fmla="*/ 6 h 15"/>
                <a:gd name="T4" fmla="*/ 8 w 15"/>
                <a:gd name="T5" fmla="*/ 6 h 15"/>
                <a:gd name="T6" fmla="*/ 9 w 15"/>
                <a:gd name="T7" fmla="*/ 8 h 15"/>
                <a:gd name="T8" fmla="*/ 9 w 15"/>
                <a:gd name="T9" fmla="*/ 8 h 15"/>
                <a:gd name="T10" fmla="*/ 8 w 15"/>
                <a:gd name="T11" fmla="*/ 9 h 15"/>
                <a:gd name="T12" fmla="*/ 7 w 15"/>
                <a:gd name="T13" fmla="*/ 9 h 15"/>
                <a:gd name="T14" fmla="*/ 6 w 15"/>
                <a:gd name="T15" fmla="*/ 8 h 15"/>
                <a:gd name="T16" fmla="*/ 6 w 15"/>
                <a:gd name="T17" fmla="*/ 7 h 15"/>
                <a:gd name="T18" fmla="*/ 6 w 15"/>
                <a:gd name="T19" fmla="*/ 7 h 15"/>
                <a:gd name="T20" fmla="*/ 8 w 15"/>
                <a:gd name="T21" fmla="*/ 0 h 15"/>
                <a:gd name="T22" fmla="*/ 1 w 15"/>
                <a:gd name="T23" fmla="*/ 4 h 15"/>
                <a:gd name="T24" fmla="*/ 4 w 15"/>
                <a:gd name="T25" fmla="*/ 6 h 15"/>
                <a:gd name="T26" fmla="*/ 1 w 15"/>
                <a:gd name="T27" fmla="*/ 4 h 15"/>
                <a:gd name="T28" fmla="*/ 0 w 15"/>
                <a:gd name="T29" fmla="*/ 8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8 h 15"/>
                <a:gd name="T42" fmla="*/ 11 w 15"/>
                <a:gd name="T43" fmla="*/ 1 h 15"/>
                <a:gd name="T44" fmla="*/ 8 w 15"/>
                <a:gd name="T45" fmla="*/ 0 h 15"/>
                <a:gd name="T46" fmla="*/ 8 w 15"/>
                <a:gd name="T47" fmla="*/ 0 h 15"/>
                <a:gd name="T48" fmla="*/ 8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6" y="7"/>
                  </a:moveTo>
                  <a:cubicBezTo>
                    <a:pt x="7" y="6"/>
                    <a:pt x="7" y="6"/>
                    <a:pt x="8" y="6"/>
                  </a:cubicBezTo>
                  <a:cubicBezTo>
                    <a:pt x="8" y="6"/>
                    <a:pt x="8" y="6"/>
                    <a:pt x="8" y="6"/>
                  </a:cubicBezTo>
                  <a:cubicBezTo>
                    <a:pt x="9" y="6"/>
                    <a:pt x="9" y="7"/>
                    <a:pt x="9" y="8"/>
                  </a:cubicBezTo>
                  <a:cubicBezTo>
                    <a:pt x="9" y="8"/>
                    <a:pt x="9" y="8"/>
                    <a:pt x="9" y="8"/>
                  </a:cubicBezTo>
                  <a:cubicBezTo>
                    <a:pt x="9" y="9"/>
                    <a:pt x="8" y="9"/>
                    <a:pt x="8" y="9"/>
                  </a:cubicBezTo>
                  <a:cubicBezTo>
                    <a:pt x="7" y="9"/>
                    <a:pt x="7" y="9"/>
                    <a:pt x="7" y="9"/>
                  </a:cubicBezTo>
                  <a:cubicBezTo>
                    <a:pt x="6" y="9"/>
                    <a:pt x="6" y="8"/>
                    <a:pt x="6" y="8"/>
                  </a:cubicBezTo>
                  <a:cubicBezTo>
                    <a:pt x="6" y="7"/>
                    <a:pt x="6" y="7"/>
                    <a:pt x="6" y="7"/>
                  </a:cubicBezTo>
                  <a:cubicBezTo>
                    <a:pt x="6" y="7"/>
                    <a:pt x="6" y="7"/>
                    <a:pt x="6" y="7"/>
                  </a:cubicBezTo>
                  <a:moveTo>
                    <a:pt x="8" y="0"/>
                  </a:moveTo>
                  <a:cubicBezTo>
                    <a:pt x="5" y="0"/>
                    <a:pt x="2" y="1"/>
                    <a:pt x="1" y="4"/>
                  </a:cubicBezTo>
                  <a:cubicBezTo>
                    <a:pt x="4" y="6"/>
                    <a:pt x="4" y="6"/>
                    <a:pt x="4" y="6"/>
                  </a:cubicBezTo>
                  <a:cubicBezTo>
                    <a:pt x="1" y="4"/>
                    <a:pt x="1" y="4"/>
                    <a:pt x="1" y="4"/>
                  </a:cubicBezTo>
                  <a:cubicBezTo>
                    <a:pt x="0" y="5"/>
                    <a:pt x="0" y="6"/>
                    <a:pt x="0" y="8"/>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9" name="Freeform 1235">
              <a:extLst>
                <a:ext uri="{FF2B5EF4-FFF2-40B4-BE49-F238E27FC236}">
                  <a16:creationId xmlns:a16="http://schemas.microsoft.com/office/drawing/2014/main" id="{83672528-7D25-4607-B622-A56DD56CA281}"/>
                </a:ext>
              </a:extLst>
            </p:cNvPr>
            <p:cNvSpPr>
              <a:spLocks noEditPoints="1"/>
            </p:cNvSpPr>
            <p:nvPr userDrawn="1"/>
          </p:nvSpPr>
          <p:spPr bwMode="auto">
            <a:xfrm>
              <a:off x="1858654" y="5373509"/>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0" name="Freeform 1236">
              <a:extLst>
                <a:ext uri="{FF2B5EF4-FFF2-40B4-BE49-F238E27FC236}">
                  <a16:creationId xmlns:a16="http://schemas.microsoft.com/office/drawing/2014/main" id="{3FDC2577-FCAC-4134-9118-A1CC700A7A24}"/>
                </a:ext>
              </a:extLst>
            </p:cNvPr>
            <p:cNvSpPr>
              <a:spLocks noEditPoints="1"/>
            </p:cNvSpPr>
            <p:nvPr userDrawn="1"/>
          </p:nvSpPr>
          <p:spPr bwMode="auto">
            <a:xfrm>
              <a:off x="1842598" y="5481882"/>
              <a:ext cx="34118" cy="32111"/>
            </a:xfrm>
            <a:custGeom>
              <a:avLst/>
              <a:gdLst>
                <a:gd name="T0" fmla="*/ 11 w 22"/>
                <a:gd name="T1" fmla="*/ 15 h 21"/>
                <a:gd name="T2" fmla="*/ 8 w 22"/>
                <a:gd name="T3" fmla="*/ 14 h 21"/>
                <a:gd name="T4" fmla="*/ 6 w 22"/>
                <a:gd name="T5" fmla="*/ 10 h 21"/>
                <a:gd name="T6" fmla="*/ 7 w 22"/>
                <a:gd name="T7" fmla="*/ 7 h 21"/>
                <a:gd name="T8" fmla="*/ 5 w 22"/>
                <a:gd name="T9" fmla="*/ 6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6"/>
                    <a:pt x="5" y="6"/>
                    <a:pt x="5" y="6"/>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1" name="Freeform 1237">
              <a:extLst>
                <a:ext uri="{FF2B5EF4-FFF2-40B4-BE49-F238E27FC236}">
                  <a16:creationId xmlns:a16="http://schemas.microsoft.com/office/drawing/2014/main" id="{57A16303-0118-48E0-B25A-823F222E30CF}"/>
                </a:ext>
              </a:extLst>
            </p:cNvPr>
            <p:cNvSpPr>
              <a:spLocks noEditPoints="1"/>
            </p:cNvSpPr>
            <p:nvPr userDrawn="1"/>
          </p:nvSpPr>
          <p:spPr bwMode="auto">
            <a:xfrm>
              <a:off x="1822529" y="5501952"/>
              <a:ext cx="26091" cy="26090"/>
            </a:xfrm>
            <a:custGeom>
              <a:avLst/>
              <a:gdLst>
                <a:gd name="T0" fmla="*/ 7 w 17"/>
                <a:gd name="T1" fmla="*/ 7 h 17"/>
                <a:gd name="T2" fmla="*/ 9 w 17"/>
                <a:gd name="T3" fmla="*/ 6 h 17"/>
                <a:gd name="T4" fmla="*/ 10 w 17"/>
                <a:gd name="T5" fmla="*/ 7 h 17"/>
                <a:gd name="T6" fmla="*/ 10 w 17"/>
                <a:gd name="T7" fmla="*/ 7 h 17"/>
                <a:gd name="T8" fmla="*/ 10 w 17"/>
                <a:gd name="T9" fmla="*/ 7 h 17"/>
                <a:gd name="T10" fmla="*/ 11 w 17"/>
                <a:gd name="T11" fmla="*/ 8 h 17"/>
                <a:gd name="T12" fmla="*/ 11 w 17"/>
                <a:gd name="T13" fmla="*/ 10 h 17"/>
                <a:gd name="T14" fmla="*/ 9 w 17"/>
                <a:gd name="T15" fmla="*/ 11 h 17"/>
                <a:gd name="T16" fmla="*/ 7 w 17"/>
                <a:gd name="T17" fmla="*/ 10 h 17"/>
                <a:gd name="T18" fmla="*/ 6 w 17"/>
                <a:gd name="T19" fmla="*/ 8 h 17"/>
                <a:gd name="T20" fmla="*/ 7 w 17"/>
                <a:gd name="T21" fmla="*/ 7 h 17"/>
                <a:gd name="T22" fmla="*/ 7 w 17"/>
                <a:gd name="T23" fmla="*/ 7 h 17"/>
                <a:gd name="T24" fmla="*/ 9 w 17"/>
                <a:gd name="T25" fmla="*/ 0 h 17"/>
                <a:gd name="T26" fmla="*/ 2 w 17"/>
                <a:gd name="T27" fmla="*/ 3 h 17"/>
                <a:gd name="T28" fmla="*/ 2 w 17"/>
                <a:gd name="T29" fmla="*/ 3 h 17"/>
                <a:gd name="T30" fmla="*/ 0 w 17"/>
                <a:gd name="T31" fmla="*/ 8 h 17"/>
                <a:gd name="T32" fmla="*/ 4 w 17"/>
                <a:gd name="T33" fmla="*/ 15 h 17"/>
                <a:gd name="T34" fmla="*/ 9 w 17"/>
                <a:gd name="T35" fmla="*/ 17 h 17"/>
                <a:gd name="T36" fmla="*/ 9 w 17"/>
                <a:gd name="T37" fmla="*/ 17 h 17"/>
                <a:gd name="T38" fmla="*/ 15 w 17"/>
                <a:gd name="T39" fmla="*/ 13 h 17"/>
                <a:gd name="T40" fmla="*/ 17 w 17"/>
                <a:gd name="T41" fmla="*/ 8 h 17"/>
                <a:gd name="T42" fmla="*/ 14 w 17"/>
                <a:gd name="T43" fmla="*/ 2 h 17"/>
                <a:gd name="T44" fmla="*/ 14 w 17"/>
                <a:gd name="T45" fmla="*/ 2 h 17"/>
                <a:gd name="T46" fmla="*/ 9 w 17"/>
                <a:gd name="T47" fmla="*/ 0 h 17"/>
                <a:gd name="T48" fmla="*/ 9 w 17"/>
                <a:gd name="T49" fmla="*/ 0 h 17"/>
                <a:gd name="T50" fmla="*/ 9 w 17"/>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7">
                  <a:moveTo>
                    <a:pt x="7" y="7"/>
                  </a:moveTo>
                  <a:cubicBezTo>
                    <a:pt x="7" y="6"/>
                    <a:pt x="8" y="6"/>
                    <a:pt x="9" y="6"/>
                  </a:cubicBezTo>
                  <a:cubicBezTo>
                    <a:pt x="9" y="6"/>
                    <a:pt x="10" y="6"/>
                    <a:pt x="10" y="7"/>
                  </a:cubicBezTo>
                  <a:cubicBezTo>
                    <a:pt x="10" y="7"/>
                    <a:pt x="10" y="7"/>
                    <a:pt x="10" y="7"/>
                  </a:cubicBezTo>
                  <a:cubicBezTo>
                    <a:pt x="10" y="7"/>
                    <a:pt x="10" y="7"/>
                    <a:pt x="10" y="7"/>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2" name="Freeform 1238">
              <a:extLst>
                <a:ext uri="{FF2B5EF4-FFF2-40B4-BE49-F238E27FC236}">
                  <a16:creationId xmlns:a16="http://schemas.microsoft.com/office/drawing/2014/main" id="{3A94BD59-5138-4B2E-AECF-11494161BF77}"/>
                </a:ext>
              </a:extLst>
            </p:cNvPr>
            <p:cNvSpPr>
              <a:spLocks noEditPoints="1"/>
            </p:cNvSpPr>
            <p:nvPr userDrawn="1"/>
          </p:nvSpPr>
          <p:spPr bwMode="auto">
            <a:xfrm>
              <a:off x="1800454" y="5499944"/>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8 w 15"/>
                <a:gd name="T21" fmla="*/ 8 h 14"/>
                <a:gd name="T22" fmla="*/ 7 w 15"/>
                <a:gd name="T23" fmla="*/ 8 h 14"/>
                <a:gd name="T24" fmla="*/ 7 w 15"/>
                <a:gd name="T25" fmla="*/ 0 h 14"/>
                <a:gd name="T26" fmla="*/ 1 w 15"/>
                <a:gd name="T27" fmla="*/ 3 h 14"/>
                <a:gd name="T28" fmla="*/ 1 w 15"/>
                <a:gd name="T29" fmla="*/ 3 h 14"/>
                <a:gd name="T30" fmla="*/ 0 w 15"/>
                <a:gd name="T31" fmla="*/ 7 h 14"/>
                <a:gd name="T32" fmla="*/ 3 w 15"/>
                <a:gd name="T33" fmla="*/ 13 h 14"/>
                <a:gd name="T34" fmla="*/ 7 w 15"/>
                <a:gd name="T35" fmla="*/ 14 h 14"/>
                <a:gd name="T36" fmla="*/ 7 w 15"/>
                <a:gd name="T37" fmla="*/ 14 h 14"/>
                <a:gd name="T38" fmla="*/ 13 w 15"/>
                <a:gd name="T39" fmla="*/ 11 h 14"/>
                <a:gd name="T40" fmla="*/ 13 w 15"/>
                <a:gd name="T41" fmla="*/ 11 h 14"/>
                <a:gd name="T42" fmla="*/ 15 w 15"/>
                <a:gd name="T43" fmla="*/ 7 h 14"/>
                <a:gd name="T44" fmla="*/ 12 w 15"/>
                <a:gd name="T45" fmla="*/ 1 h 14"/>
                <a:gd name="T46" fmla="*/ 7 w 15"/>
                <a:gd name="T47" fmla="*/ 0 h 14"/>
                <a:gd name="T48" fmla="*/ 7 w 15"/>
                <a:gd name="T49" fmla="*/ 0 h 14"/>
                <a:gd name="T50" fmla="*/ 7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8" y="8"/>
                  </a:cubicBezTo>
                  <a:cubicBezTo>
                    <a:pt x="8" y="8"/>
                    <a:pt x="8" y="8"/>
                    <a:pt x="7" y="8"/>
                  </a:cubicBezTo>
                  <a:moveTo>
                    <a:pt x="7" y="0"/>
                  </a:moveTo>
                  <a:cubicBezTo>
                    <a:pt x="5" y="0"/>
                    <a:pt x="3" y="1"/>
                    <a:pt x="1" y="3"/>
                  </a:cubicBezTo>
                  <a:cubicBezTo>
                    <a:pt x="1" y="3"/>
                    <a:pt x="1" y="3"/>
                    <a:pt x="1" y="3"/>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3"/>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3" name="Freeform 1239">
              <a:extLst>
                <a:ext uri="{FF2B5EF4-FFF2-40B4-BE49-F238E27FC236}">
                  <a16:creationId xmlns:a16="http://schemas.microsoft.com/office/drawing/2014/main" id="{EAE509EF-0E51-4CC6-B8B1-B8EA85A4915A}"/>
                </a:ext>
              </a:extLst>
            </p:cNvPr>
            <p:cNvSpPr>
              <a:spLocks noEditPoints="1"/>
            </p:cNvSpPr>
            <p:nvPr userDrawn="1"/>
          </p:nvSpPr>
          <p:spPr bwMode="auto">
            <a:xfrm>
              <a:off x="696652" y="3960642"/>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74 w 241"/>
                <a:gd name="T11" fmla="*/ 8 h 203"/>
                <a:gd name="T12" fmla="*/ 191 w 241"/>
                <a:gd name="T13" fmla="*/ 9 h 203"/>
                <a:gd name="T14" fmla="*/ 201 w 241"/>
                <a:gd name="T15" fmla="*/ 17 h 203"/>
                <a:gd name="T16" fmla="*/ 198 w 241"/>
                <a:gd name="T17" fmla="*/ 48 h 203"/>
                <a:gd name="T18" fmla="*/ 209 w 241"/>
                <a:gd name="T19" fmla="*/ 60 h 203"/>
                <a:gd name="T20" fmla="*/ 219 w 241"/>
                <a:gd name="T21" fmla="*/ 60 h 203"/>
                <a:gd name="T22" fmla="*/ 235 w 241"/>
                <a:gd name="T23" fmla="*/ 81 h 203"/>
                <a:gd name="T24" fmla="*/ 202 w 241"/>
                <a:gd name="T25" fmla="*/ 108 h 203"/>
                <a:gd name="T26" fmla="*/ 206 w 241"/>
                <a:gd name="T27" fmla="*/ 173 h 203"/>
                <a:gd name="T28" fmla="*/ 179 w 241"/>
                <a:gd name="T29" fmla="*/ 139 h 203"/>
                <a:gd name="T30" fmla="*/ 159 w 241"/>
                <a:gd name="T31" fmla="*/ 155 h 203"/>
                <a:gd name="T32" fmla="*/ 154 w 241"/>
                <a:gd name="T33" fmla="*/ 155 h 203"/>
                <a:gd name="T34" fmla="*/ 126 w 241"/>
                <a:gd name="T35" fmla="*/ 141 h 203"/>
                <a:gd name="T36" fmla="*/ 128 w 241"/>
                <a:gd name="T37" fmla="*/ 152 h 203"/>
                <a:gd name="T38" fmla="*/ 78 w 241"/>
                <a:gd name="T39" fmla="*/ 171 h 203"/>
                <a:gd name="T40" fmla="*/ 59 w 241"/>
                <a:gd name="T41" fmla="*/ 164 h 203"/>
                <a:gd name="T42" fmla="*/ 59 w 241"/>
                <a:gd name="T43" fmla="*/ 143 h 203"/>
                <a:gd name="T44" fmla="*/ 29 w 241"/>
                <a:gd name="T45" fmla="*/ 119 h 203"/>
                <a:gd name="T46" fmla="*/ 9 w 241"/>
                <a:gd name="T47" fmla="*/ 91 h 203"/>
                <a:gd name="T48" fmla="*/ 27 w 241"/>
                <a:gd name="T49" fmla="*/ 81 h 203"/>
                <a:gd name="T50" fmla="*/ 24 w 241"/>
                <a:gd name="T51" fmla="*/ 66 h 203"/>
                <a:gd name="T52" fmla="*/ 34 w 241"/>
                <a:gd name="T53" fmla="*/ 15 h 203"/>
                <a:gd name="T54" fmla="*/ 68 w 241"/>
                <a:gd name="T55" fmla="*/ 22 h 203"/>
                <a:gd name="T56" fmla="*/ 81 w 241"/>
                <a:gd name="T57" fmla="*/ 11 h 203"/>
                <a:gd name="T58" fmla="*/ 106 w 241"/>
                <a:gd name="T59" fmla="*/ 6 h 203"/>
                <a:gd name="T60" fmla="*/ 79 w 241"/>
                <a:gd name="T61" fmla="*/ 4 h 203"/>
                <a:gd name="T62" fmla="*/ 76 w 241"/>
                <a:gd name="T63" fmla="*/ 6 h 203"/>
                <a:gd name="T64" fmla="*/ 68 w 241"/>
                <a:gd name="T65" fmla="*/ 16 h 203"/>
                <a:gd name="T66" fmla="*/ 41 w 241"/>
                <a:gd name="T67" fmla="*/ 5 h 203"/>
                <a:gd name="T68" fmla="*/ 30 w 241"/>
                <a:gd name="T69" fmla="*/ 11 h 203"/>
                <a:gd name="T70" fmla="*/ 18 w 241"/>
                <a:gd name="T71" fmla="*/ 67 h 203"/>
                <a:gd name="T72" fmla="*/ 22 w 241"/>
                <a:gd name="T73" fmla="*/ 78 h 203"/>
                <a:gd name="T74" fmla="*/ 2 w 241"/>
                <a:gd name="T75" fmla="*/ 90 h 203"/>
                <a:gd name="T76" fmla="*/ 15 w 241"/>
                <a:gd name="T77" fmla="*/ 127 h 203"/>
                <a:gd name="T78" fmla="*/ 19 w 241"/>
                <a:gd name="T79" fmla="*/ 126 h 203"/>
                <a:gd name="T80" fmla="*/ 29 w 241"/>
                <a:gd name="T81" fmla="*/ 125 h 203"/>
                <a:gd name="T82" fmla="*/ 51 w 241"/>
                <a:gd name="T83" fmla="*/ 134 h 203"/>
                <a:gd name="T84" fmla="*/ 51 w 241"/>
                <a:gd name="T85" fmla="*/ 158 h 203"/>
                <a:gd name="T86" fmla="*/ 78 w 241"/>
                <a:gd name="T87" fmla="*/ 177 h 203"/>
                <a:gd name="T88" fmla="*/ 133 w 241"/>
                <a:gd name="T89" fmla="*/ 156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8"/>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10"/>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10"/>
                    <a:pt x="192" y="10"/>
                    <a:pt x="192" y="10"/>
                  </a:cubicBezTo>
                  <a:cubicBezTo>
                    <a:pt x="193" y="11"/>
                    <a:pt x="195" y="12"/>
                    <a:pt x="196" y="12"/>
                  </a:cubicBezTo>
                  <a:cubicBezTo>
                    <a:pt x="198" y="14"/>
                    <a:pt x="200" y="15"/>
                    <a:pt x="201" y="17"/>
                  </a:cubicBezTo>
                  <a:cubicBezTo>
                    <a:pt x="203" y="18"/>
                    <a:pt x="204" y="21"/>
                    <a:pt x="204" y="24"/>
                  </a:cubicBezTo>
                  <a:cubicBezTo>
                    <a:pt x="204" y="27"/>
                    <a:pt x="203" y="32"/>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9"/>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6"/>
                    <a:pt x="177" y="148"/>
                  </a:cubicBezTo>
                  <a:cubicBezTo>
                    <a:pt x="175" y="151"/>
                    <a:pt x="172" y="152"/>
                    <a:pt x="169" y="154"/>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9"/>
                    <a:pt x="129" y="149"/>
                    <a:pt x="129" y="150"/>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1"/>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6"/>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7"/>
                    <a:pt x="125" y="164"/>
                    <a:pt x="129" y="161"/>
                  </a:cubicBezTo>
                  <a:cubicBezTo>
                    <a:pt x="130" y="159"/>
                    <a:pt x="132" y="157"/>
                    <a:pt x="133" y="156"/>
                  </a:cubicBezTo>
                  <a:cubicBezTo>
                    <a:pt x="134" y="154"/>
                    <a:pt x="134" y="153"/>
                    <a:pt x="134" y="151"/>
                  </a:cubicBezTo>
                  <a:cubicBezTo>
                    <a:pt x="136" y="152"/>
                    <a:pt x="139" y="153"/>
                    <a:pt x="142" y="155"/>
                  </a:cubicBezTo>
                  <a:cubicBezTo>
                    <a:pt x="145" y="156"/>
                    <a:pt x="149" y="158"/>
                    <a:pt x="151" y="160"/>
                  </a:cubicBezTo>
                  <a:cubicBezTo>
                    <a:pt x="152" y="161"/>
                    <a:pt x="152" y="161"/>
                    <a:pt x="152" y="161"/>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8"/>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1"/>
                    <a:pt x="209" y="17"/>
                    <a:pt x="207" y="15"/>
                  </a:cubicBezTo>
                  <a:cubicBezTo>
                    <a:pt x="205" y="11"/>
                    <a:pt x="202" y="9"/>
                    <a:pt x="200" y="8"/>
                  </a:cubicBezTo>
                  <a:cubicBezTo>
                    <a:pt x="198" y="7"/>
                    <a:pt x="197" y="6"/>
                    <a:pt x="196" y="6"/>
                  </a:cubicBezTo>
                  <a:cubicBezTo>
                    <a:pt x="196" y="6"/>
                    <a:pt x="196" y="5"/>
                    <a:pt x="195" y="5"/>
                  </a:cubicBezTo>
                  <a:cubicBezTo>
                    <a:pt x="195" y="5"/>
                    <a:pt x="195" y="5"/>
                    <a:pt x="195" y="5"/>
                  </a:cubicBezTo>
                  <a:cubicBezTo>
                    <a:pt x="195" y="4"/>
                    <a:pt x="194" y="4"/>
                    <a:pt x="193" y="4"/>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4" name="Freeform 1240">
              <a:extLst>
                <a:ext uri="{FF2B5EF4-FFF2-40B4-BE49-F238E27FC236}">
                  <a16:creationId xmlns:a16="http://schemas.microsoft.com/office/drawing/2014/main" id="{165FF79A-AD7A-448B-A3FB-98F0B61C5725}"/>
                </a:ext>
              </a:extLst>
            </p:cNvPr>
            <p:cNvSpPr>
              <a:spLocks/>
            </p:cNvSpPr>
            <p:nvPr userDrawn="1"/>
          </p:nvSpPr>
          <p:spPr bwMode="auto">
            <a:xfrm>
              <a:off x="724749" y="4149292"/>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5" name="Freeform 1241">
              <a:extLst>
                <a:ext uri="{FF2B5EF4-FFF2-40B4-BE49-F238E27FC236}">
                  <a16:creationId xmlns:a16="http://schemas.microsoft.com/office/drawing/2014/main" id="{15C0C37D-DCF9-4966-8CBB-4A6CD2B3139A}"/>
                </a:ext>
              </a:extLst>
            </p:cNvPr>
            <p:cNvSpPr>
              <a:spLocks/>
            </p:cNvSpPr>
            <p:nvPr userDrawn="1"/>
          </p:nvSpPr>
          <p:spPr bwMode="auto">
            <a:xfrm>
              <a:off x="1017758" y="4265693"/>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6" name="Freeform 1242">
              <a:extLst>
                <a:ext uri="{FF2B5EF4-FFF2-40B4-BE49-F238E27FC236}">
                  <a16:creationId xmlns:a16="http://schemas.microsoft.com/office/drawing/2014/main" id="{CA93DA90-78A2-4641-BFCB-00A1219655C5}"/>
                </a:ext>
              </a:extLst>
            </p:cNvPr>
            <p:cNvSpPr>
              <a:spLocks noEditPoints="1"/>
            </p:cNvSpPr>
            <p:nvPr userDrawn="1"/>
          </p:nvSpPr>
          <p:spPr bwMode="auto">
            <a:xfrm>
              <a:off x="331394" y="5780912"/>
              <a:ext cx="361244" cy="315086"/>
            </a:xfrm>
            <a:custGeom>
              <a:avLst/>
              <a:gdLst>
                <a:gd name="T0" fmla="*/ 211 w 240"/>
                <a:gd name="T1" fmla="*/ 191 h 209"/>
                <a:gd name="T2" fmla="*/ 105 w 240"/>
                <a:gd name="T3" fmla="*/ 6 h 209"/>
                <a:gd name="T4" fmla="*/ 113 w 240"/>
                <a:gd name="T5" fmla="*/ 7 h 209"/>
                <a:gd name="T6" fmla="*/ 120 w 240"/>
                <a:gd name="T7" fmla="*/ 12 h 209"/>
                <a:gd name="T8" fmla="*/ 126 w 240"/>
                <a:gd name="T9" fmla="*/ 9 h 209"/>
                <a:gd name="T10" fmla="*/ 186 w 240"/>
                <a:gd name="T11" fmla="*/ 8 h 209"/>
                <a:gd name="T12" fmla="*/ 192 w 240"/>
                <a:gd name="T13" fmla="*/ 10 h 209"/>
                <a:gd name="T14" fmla="*/ 204 w 240"/>
                <a:gd name="T15" fmla="*/ 24 h 209"/>
                <a:gd name="T16" fmla="*/ 200 w 240"/>
                <a:gd name="T17" fmla="*/ 54 h 209"/>
                <a:gd name="T18" fmla="*/ 215 w 240"/>
                <a:gd name="T19" fmla="*/ 59 h 209"/>
                <a:gd name="T20" fmla="*/ 225 w 240"/>
                <a:gd name="T21" fmla="*/ 60 h 209"/>
                <a:gd name="T22" fmla="*/ 231 w 240"/>
                <a:gd name="T23" fmla="*/ 91 h 209"/>
                <a:gd name="T24" fmla="*/ 198 w 240"/>
                <a:gd name="T25" fmla="*/ 119 h 209"/>
                <a:gd name="T26" fmla="*/ 182 w 240"/>
                <a:gd name="T27" fmla="*/ 124 h 209"/>
                <a:gd name="T28" fmla="*/ 177 w 240"/>
                <a:gd name="T29" fmla="*/ 147 h 209"/>
                <a:gd name="T30" fmla="*/ 158 w 240"/>
                <a:gd name="T31" fmla="*/ 154 h 209"/>
                <a:gd name="T32" fmla="*/ 140 w 240"/>
                <a:gd name="T33" fmla="*/ 147 h 209"/>
                <a:gd name="T34" fmla="*/ 128 w 240"/>
                <a:gd name="T35" fmla="*/ 147 h 209"/>
                <a:gd name="T36" fmla="*/ 121 w 240"/>
                <a:gd name="T37" fmla="*/ 158 h 209"/>
                <a:gd name="T38" fmla="*/ 78 w 240"/>
                <a:gd name="T39" fmla="*/ 170 h 209"/>
                <a:gd name="T40" fmla="*/ 57 w 240"/>
                <a:gd name="T41" fmla="*/ 157 h 209"/>
                <a:gd name="T42" fmla="*/ 56 w 240"/>
                <a:gd name="T43" fmla="*/ 130 h 209"/>
                <a:gd name="T44" fmla="*/ 17 w 240"/>
                <a:gd name="T45" fmla="*/ 119 h 209"/>
                <a:gd name="T46" fmla="*/ 19 w 240"/>
                <a:gd name="T47" fmla="*/ 85 h 209"/>
                <a:gd name="T48" fmla="*/ 28 w 240"/>
                <a:gd name="T49" fmla="*/ 77 h 209"/>
                <a:gd name="T50" fmla="*/ 23 w 240"/>
                <a:gd name="T51" fmla="*/ 54 h 209"/>
                <a:gd name="T52" fmla="*/ 41 w 240"/>
                <a:gd name="T53" fmla="*/ 10 h 209"/>
                <a:gd name="T54" fmla="*/ 68 w 240"/>
                <a:gd name="T55" fmla="*/ 21 h 209"/>
                <a:gd name="T56" fmla="*/ 82 w 240"/>
                <a:gd name="T57" fmla="*/ 9 h 209"/>
                <a:gd name="T58" fmla="*/ 105 w 240"/>
                <a:gd name="T59" fmla="*/ 6 h 209"/>
                <a:gd name="T60" fmla="*/ 76 w 240"/>
                <a:gd name="T61" fmla="*/ 4 h 209"/>
                <a:gd name="T62" fmla="*/ 74 w 240"/>
                <a:gd name="T63" fmla="*/ 11 h 209"/>
                <a:gd name="T64" fmla="*/ 67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4 w 240"/>
                <a:gd name="T97" fmla="*/ 123 h 209"/>
                <a:gd name="T98" fmla="*/ 204 w 240"/>
                <a:gd name="T99" fmla="*/ 119 h 209"/>
                <a:gd name="T100" fmla="*/ 236 w 240"/>
                <a:gd name="T101" fmla="*/ 94 h 209"/>
                <a:gd name="T102" fmla="*/ 233 w 240"/>
                <a:gd name="T103" fmla="*/ 58 h 209"/>
                <a:gd name="T104" fmla="*/ 215 w 240"/>
                <a:gd name="T105" fmla="*/ 53 h 209"/>
                <a:gd name="T106" fmla="*/ 205 w 240"/>
                <a:gd name="T107" fmla="*/ 51 h 209"/>
                <a:gd name="T108" fmla="*/ 210 w 240"/>
                <a:gd name="T109" fmla="*/ 24 h 209"/>
                <a:gd name="T110" fmla="*/ 196 w 240"/>
                <a:gd name="T111" fmla="*/ 5 h 209"/>
                <a:gd name="T112" fmla="*/ 193 w 240"/>
                <a:gd name="T113" fmla="*/ 3 h 209"/>
                <a:gd name="T114" fmla="*/ 124 w 240"/>
                <a:gd name="T115" fmla="*/ 3 h 209"/>
                <a:gd name="T116" fmla="*/ 122 w 240"/>
                <a:gd name="T117" fmla="*/ 4 h 209"/>
                <a:gd name="T118" fmla="*/ 120 w 240"/>
                <a:gd name="T119" fmla="*/ 6 h 209"/>
                <a:gd name="T120" fmla="*/ 112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1"/>
                  </a:moveTo>
                  <a:cubicBezTo>
                    <a:pt x="214" y="189"/>
                    <a:pt x="214" y="189"/>
                    <a:pt x="214" y="189"/>
                  </a:cubicBezTo>
                  <a:cubicBezTo>
                    <a:pt x="211" y="191"/>
                    <a:pt x="211" y="191"/>
                    <a:pt x="211" y="191"/>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5"/>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9"/>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5"/>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5"/>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9"/>
                    <a:pt x="82" y="8"/>
                    <a:pt x="82" y="8"/>
                  </a:cubicBezTo>
                  <a:cubicBezTo>
                    <a:pt x="87" y="8"/>
                    <a:pt x="98" y="6"/>
                    <a:pt x="105" y="6"/>
                  </a:cubicBezTo>
                  <a:cubicBezTo>
                    <a:pt x="105" y="6"/>
                    <a:pt x="105" y="6"/>
                    <a:pt x="105" y="6"/>
                  </a:cubicBezTo>
                  <a:moveTo>
                    <a:pt x="105" y="0"/>
                  </a:moveTo>
                  <a:cubicBezTo>
                    <a:pt x="94" y="0"/>
                    <a:pt x="79" y="3"/>
                    <a:pt x="78" y="3"/>
                  </a:cubicBezTo>
                  <a:cubicBezTo>
                    <a:pt x="76" y="4"/>
                    <a:pt x="76" y="4"/>
                    <a:pt x="76" y="4"/>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8" y="124"/>
                  </a:cubicBezTo>
                  <a:cubicBezTo>
                    <a:pt x="28" y="124"/>
                    <a:pt x="28"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6"/>
                    <a:pt x="73" y="176"/>
                    <a:pt x="78" y="176"/>
                  </a:cubicBezTo>
                  <a:cubicBezTo>
                    <a:pt x="90" y="176"/>
                    <a:pt x="104" y="173"/>
                    <a:pt x="115" y="168"/>
                  </a:cubicBezTo>
                  <a:cubicBezTo>
                    <a:pt x="120" y="166"/>
                    <a:pt x="125" y="163"/>
                    <a:pt x="128" y="160"/>
                  </a:cubicBezTo>
                  <a:cubicBezTo>
                    <a:pt x="130" y="158"/>
                    <a:pt x="132" y="157"/>
                    <a:pt x="133" y="155"/>
                  </a:cubicBezTo>
                  <a:cubicBezTo>
                    <a:pt x="133" y="154"/>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5"/>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6"/>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1"/>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7" name="Freeform 1243">
              <a:extLst>
                <a:ext uri="{FF2B5EF4-FFF2-40B4-BE49-F238E27FC236}">
                  <a16:creationId xmlns:a16="http://schemas.microsoft.com/office/drawing/2014/main" id="{19A1E4D6-DDC1-44A3-AAED-91D5E616B177}"/>
                </a:ext>
              </a:extLst>
            </p:cNvPr>
            <p:cNvSpPr>
              <a:spLocks noEditPoints="1"/>
            </p:cNvSpPr>
            <p:nvPr userDrawn="1"/>
          </p:nvSpPr>
          <p:spPr bwMode="auto">
            <a:xfrm>
              <a:off x="1081979" y="4002787"/>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128 w 239"/>
                <a:gd name="T31" fmla="*/ 130 h 165"/>
                <a:gd name="T32" fmla="*/ 105 w 239"/>
                <a:gd name="T33" fmla="*/ 146 h 165"/>
                <a:gd name="T34" fmla="*/ 115 w 239"/>
                <a:gd name="T35" fmla="*/ 128 h 165"/>
                <a:gd name="T36" fmla="*/ 32 w 239"/>
                <a:gd name="T37" fmla="*/ 128 h 165"/>
                <a:gd name="T38" fmla="*/ 10 w 239"/>
                <a:gd name="T39" fmla="*/ 98 h 165"/>
                <a:gd name="T40" fmla="*/ 6 w 239"/>
                <a:gd name="T41" fmla="*/ 73 h 165"/>
                <a:gd name="T42" fmla="*/ 6 w 239"/>
                <a:gd name="T43" fmla="*/ 70 h 165"/>
                <a:gd name="T44" fmla="*/ 6 w 239"/>
                <a:gd name="T45" fmla="*/ 70 h 165"/>
                <a:gd name="T46" fmla="*/ 6 w 239"/>
                <a:gd name="T47" fmla="*/ 70 h 165"/>
                <a:gd name="T48" fmla="*/ 6 w 239"/>
                <a:gd name="T49" fmla="*/ 69 h 165"/>
                <a:gd name="T50" fmla="*/ 6 w 239"/>
                <a:gd name="T51" fmla="*/ 69 h 165"/>
                <a:gd name="T52" fmla="*/ 6 w 239"/>
                <a:gd name="T53" fmla="*/ 63 h 165"/>
                <a:gd name="T54" fmla="*/ 18 w 239"/>
                <a:gd name="T55" fmla="*/ 14 h 165"/>
                <a:gd name="T56" fmla="*/ 26 w 239"/>
                <a:gd name="T57" fmla="*/ 7 h 165"/>
                <a:gd name="T58" fmla="*/ 28 w 239"/>
                <a:gd name="T59" fmla="*/ 6 h 165"/>
                <a:gd name="T60" fmla="*/ 29 w 239"/>
                <a:gd name="T61" fmla="*/ 6 h 165"/>
                <a:gd name="T62" fmla="*/ 207 w 239"/>
                <a:gd name="T63" fmla="*/ 6 h 165"/>
                <a:gd name="T64" fmla="*/ 207 w 239"/>
                <a:gd name="T65" fmla="*/ 3 h 165"/>
                <a:gd name="T66" fmla="*/ 207 w 239"/>
                <a:gd name="T67" fmla="*/ 6 h 165"/>
                <a:gd name="T68" fmla="*/ 208 w 239"/>
                <a:gd name="T69" fmla="*/ 0 h 165"/>
                <a:gd name="T70" fmla="*/ 207 w 239"/>
                <a:gd name="T71" fmla="*/ 0 h 165"/>
                <a:gd name="T72" fmla="*/ 28 w 239"/>
                <a:gd name="T73" fmla="*/ 0 h 165"/>
                <a:gd name="T74" fmla="*/ 28 w 239"/>
                <a:gd name="T75" fmla="*/ 0 h 165"/>
                <a:gd name="T76" fmla="*/ 14 w 239"/>
                <a:gd name="T77" fmla="*/ 10 h 165"/>
                <a:gd name="T78" fmla="*/ 0 w 239"/>
                <a:gd name="T79" fmla="*/ 63 h 165"/>
                <a:gd name="T80" fmla="*/ 0 w 239"/>
                <a:gd name="T81" fmla="*/ 69 h 165"/>
                <a:gd name="T82" fmla="*/ 0 w 239"/>
                <a:gd name="T83" fmla="*/ 73 h 165"/>
                <a:gd name="T84" fmla="*/ 5 w 239"/>
                <a:gd name="T85" fmla="*/ 100 h 165"/>
                <a:gd name="T86" fmla="*/ 29 w 239"/>
                <a:gd name="T87" fmla="*/ 134 h 165"/>
                <a:gd name="T88" fmla="*/ 30 w 239"/>
                <a:gd name="T89" fmla="*/ 134 h 165"/>
                <a:gd name="T90" fmla="*/ 105 w 239"/>
                <a:gd name="T91" fmla="*/ 134 h 165"/>
                <a:gd name="T92" fmla="*/ 88 w 239"/>
                <a:gd name="T93" fmla="*/ 165 h 165"/>
                <a:gd name="T94" fmla="*/ 130 w 239"/>
                <a:gd name="T95" fmla="*/ 136 h 165"/>
                <a:gd name="T96" fmla="*/ 207 w 239"/>
                <a:gd name="T97" fmla="*/ 136 h 165"/>
                <a:gd name="T98" fmla="*/ 207 w 239"/>
                <a:gd name="T99" fmla="*/ 136 h 165"/>
                <a:gd name="T100" fmla="*/ 214 w 239"/>
                <a:gd name="T101" fmla="*/ 134 h 165"/>
                <a:gd name="T102" fmla="*/ 230 w 239"/>
                <a:gd name="T103" fmla="*/ 119 h 165"/>
                <a:gd name="T104" fmla="*/ 239 w 239"/>
                <a:gd name="T105" fmla="*/ 72 h 165"/>
                <a:gd name="T106" fmla="*/ 239 w 239"/>
                <a:gd name="T107" fmla="*/ 64 h 165"/>
                <a:gd name="T108" fmla="*/ 234 w 239"/>
                <a:gd name="T109" fmla="*/ 28 h 165"/>
                <a:gd name="T110" fmla="*/ 225 w 239"/>
                <a:gd name="T111" fmla="*/ 10 h 165"/>
                <a:gd name="T112" fmla="*/ 208 w 239"/>
                <a:gd name="T113" fmla="*/ 0 h 165"/>
                <a:gd name="T114" fmla="*/ 208 w 239"/>
                <a:gd name="T11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8"/>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5"/>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8" name="Freeform 1244">
              <a:extLst>
                <a:ext uri="{FF2B5EF4-FFF2-40B4-BE49-F238E27FC236}">
                  <a16:creationId xmlns:a16="http://schemas.microsoft.com/office/drawing/2014/main" id="{934BCACF-5337-4CB0-B96F-968D04BF95FD}"/>
                </a:ext>
              </a:extLst>
            </p:cNvPr>
            <p:cNvSpPr>
              <a:spLocks noEditPoints="1"/>
            </p:cNvSpPr>
            <p:nvPr userDrawn="1"/>
          </p:nvSpPr>
          <p:spPr bwMode="auto">
            <a:xfrm>
              <a:off x="2322251" y="3966663"/>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30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30"/>
                    <a:pt x="113" y="130"/>
                    <a:pt x="113" y="130"/>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7"/>
                    <a:pt x="0" y="67"/>
                    <a:pt x="0" y="68"/>
                  </a:cubicBezTo>
                  <a:cubicBezTo>
                    <a:pt x="0" y="69"/>
                    <a:pt x="0" y="71"/>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5"/>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9" name="Freeform 1245">
              <a:extLst>
                <a:ext uri="{FF2B5EF4-FFF2-40B4-BE49-F238E27FC236}">
                  <a16:creationId xmlns:a16="http://schemas.microsoft.com/office/drawing/2014/main" id="{F307F78A-4FFB-4FAF-B881-5CB0A88C6535}"/>
                </a:ext>
              </a:extLst>
            </p:cNvPr>
            <p:cNvSpPr>
              <a:spLocks noEditPoints="1"/>
            </p:cNvSpPr>
            <p:nvPr userDrawn="1"/>
          </p:nvSpPr>
          <p:spPr bwMode="auto">
            <a:xfrm>
              <a:off x="2368410" y="4757386"/>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1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0 w 298"/>
                <a:gd name="T47" fmla="*/ 125 h 268"/>
                <a:gd name="T48" fmla="*/ 12 w 298"/>
                <a:gd name="T49" fmla="*/ 146 h 268"/>
                <a:gd name="T50" fmla="*/ 86 w 298"/>
                <a:gd name="T51" fmla="*/ 195 h 268"/>
                <a:gd name="T52" fmla="*/ 109 w 298"/>
                <a:gd name="T53" fmla="*/ 213 h 268"/>
                <a:gd name="T54" fmla="*/ 206 w 298"/>
                <a:gd name="T55" fmla="*/ 268 h 268"/>
                <a:gd name="T56" fmla="*/ 233 w 298"/>
                <a:gd name="T57" fmla="*/ 259 h 268"/>
                <a:gd name="T58" fmla="*/ 284 w 298"/>
                <a:gd name="T59" fmla="*/ 196 h 268"/>
                <a:gd name="T60" fmla="*/ 287 w 298"/>
                <a:gd name="T61" fmla="*/ 123 h 268"/>
                <a:gd name="T62" fmla="*/ 286 w 298"/>
                <a:gd name="T63" fmla="*/ 123 h 268"/>
                <a:gd name="T64" fmla="*/ 283 w 298"/>
                <a:gd name="T65" fmla="*/ 127 h 268"/>
                <a:gd name="T66" fmla="*/ 286 w 298"/>
                <a:gd name="T67" fmla="*/ 123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3"/>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1"/>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9"/>
                  </a:cubicBezTo>
                  <a:cubicBezTo>
                    <a:pt x="270" y="218"/>
                    <a:pt x="277" y="209"/>
                    <a:pt x="284" y="196"/>
                  </a:cubicBezTo>
                  <a:cubicBezTo>
                    <a:pt x="291" y="183"/>
                    <a:pt x="298" y="166"/>
                    <a:pt x="298" y="151"/>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0" name="Freeform 1246">
              <a:extLst>
                <a:ext uri="{FF2B5EF4-FFF2-40B4-BE49-F238E27FC236}">
                  <a16:creationId xmlns:a16="http://schemas.microsoft.com/office/drawing/2014/main" id="{E5EB8E0A-D8D5-4587-98DF-C5936CE93004}"/>
                </a:ext>
              </a:extLst>
            </p:cNvPr>
            <p:cNvSpPr>
              <a:spLocks noEditPoints="1"/>
            </p:cNvSpPr>
            <p:nvPr userDrawn="1"/>
          </p:nvSpPr>
          <p:spPr bwMode="auto">
            <a:xfrm>
              <a:off x="2368410" y="4903891"/>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1" name="Freeform 1247">
              <a:extLst>
                <a:ext uri="{FF2B5EF4-FFF2-40B4-BE49-F238E27FC236}">
                  <a16:creationId xmlns:a16="http://schemas.microsoft.com/office/drawing/2014/main" id="{8B28E99E-70B0-4E71-B2FD-986971D1DC72}"/>
                </a:ext>
              </a:extLst>
            </p:cNvPr>
            <p:cNvSpPr>
              <a:spLocks noEditPoints="1"/>
            </p:cNvSpPr>
            <p:nvPr userDrawn="1"/>
          </p:nvSpPr>
          <p:spPr bwMode="auto">
            <a:xfrm>
              <a:off x="1300732" y="4225555"/>
              <a:ext cx="180622" cy="108373"/>
            </a:xfrm>
            <a:custGeom>
              <a:avLst/>
              <a:gdLst>
                <a:gd name="T0" fmla="*/ 49 w 119"/>
                <a:gd name="T1" fmla="*/ 6 h 73"/>
                <a:gd name="T2" fmla="*/ 100 w 119"/>
                <a:gd name="T3" fmla="*/ 6 h 73"/>
                <a:gd name="T4" fmla="*/ 106 w 119"/>
                <a:gd name="T5" fmla="*/ 10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4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5"/>
                    <a:pt x="106" y="65"/>
                  </a:cubicBezTo>
                  <a:cubicBezTo>
                    <a:pt x="104" y="66"/>
                    <a:pt x="103" y="67"/>
                    <a:pt x="101" y="67"/>
                  </a:cubicBezTo>
                  <a:cubicBezTo>
                    <a:pt x="41" y="67"/>
                    <a:pt x="41" y="67"/>
                    <a:pt x="41" y="67"/>
                  </a:cubicBezTo>
                  <a:cubicBezTo>
                    <a:pt x="41" y="67"/>
                    <a:pt x="38" y="67"/>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4"/>
                    <a:pt x="26" y="54"/>
                    <a:pt x="26" y="54"/>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2" name="Freeform 1248">
              <a:extLst>
                <a:ext uri="{FF2B5EF4-FFF2-40B4-BE49-F238E27FC236}">
                  <a16:creationId xmlns:a16="http://schemas.microsoft.com/office/drawing/2014/main" id="{76897846-FBDD-46FB-830D-8E99EB8726C9}"/>
                </a:ext>
              </a:extLst>
            </p:cNvPr>
            <p:cNvSpPr>
              <a:spLocks noEditPoints="1"/>
            </p:cNvSpPr>
            <p:nvPr userDrawn="1"/>
          </p:nvSpPr>
          <p:spPr bwMode="auto">
            <a:xfrm>
              <a:off x="52432" y="4458357"/>
              <a:ext cx="224774" cy="136470"/>
            </a:xfrm>
            <a:custGeom>
              <a:avLst/>
              <a:gdLst>
                <a:gd name="T0" fmla="*/ 60 w 149"/>
                <a:gd name="T1" fmla="*/ 6 h 91"/>
                <a:gd name="T2" fmla="*/ 126 w 149"/>
                <a:gd name="T3" fmla="*/ 6 h 91"/>
                <a:gd name="T4" fmla="*/ 134 w 149"/>
                <a:gd name="T5" fmla="*/ 11 h 91"/>
                <a:gd name="T6" fmla="*/ 140 w 149"/>
                <a:gd name="T7" fmla="*/ 17 h 91"/>
                <a:gd name="T8" fmla="*/ 143 w 149"/>
                <a:gd name="T9" fmla="*/ 25 h 91"/>
                <a:gd name="T10" fmla="*/ 142 w 149"/>
                <a:gd name="T11" fmla="*/ 73 h 91"/>
                <a:gd name="T12" fmla="*/ 138 w 149"/>
                <a:gd name="T13" fmla="*/ 79 h 91"/>
                <a:gd name="T14" fmla="*/ 134 w 149"/>
                <a:gd name="T15" fmla="*/ 83 h 91"/>
                <a:gd name="T16" fmla="*/ 127 w 149"/>
                <a:gd name="T17" fmla="*/ 85 h 91"/>
                <a:gd name="T18" fmla="*/ 50 w 149"/>
                <a:gd name="T19" fmla="*/ 85 h 91"/>
                <a:gd name="T20" fmla="*/ 44 w 149"/>
                <a:gd name="T21" fmla="*/ 83 h 91"/>
                <a:gd name="T22" fmla="*/ 40 w 149"/>
                <a:gd name="T23" fmla="*/ 79 h 91"/>
                <a:gd name="T24" fmla="*/ 38 w 149"/>
                <a:gd name="T25" fmla="*/ 70 h 91"/>
                <a:gd name="T26" fmla="*/ 38 w 149"/>
                <a:gd name="T27" fmla="*/ 67 h 91"/>
                <a:gd name="T28" fmla="*/ 38 w 149"/>
                <a:gd name="T29" fmla="*/ 65 h 91"/>
                <a:gd name="T30" fmla="*/ 21 w 149"/>
                <a:gd name="T31" fmla="*/ 44 h 91"/>
                <a:gd name="T32" fmla="*/ 39 w 149"/>
                <a:gd name="T33" fmla="*/ 52 h 91"/>
                <a:gd name="T34" fmla="*/ 40 w 149"/>
                <a:gd name="T35" fmla="*/ 24 h 91"/>
                <a:gd name="T36" fmla="*/ 43 w 149"/>
                <a:gd name="T37" fmla="*/ 16 h 91"/>
                <a:gd name="T38" fmla="*/ 60 w 149"/>
                <a:gd name="T39" fmla="*/ 6 h 91"/>
                <a:gd name="T40" fmla="*/ 127 w 149"/>
                <a:gd name="T41" fmla="*/ 0 h 91"/>
                <a:gd name="T42" fmla="*/ 59 w 149"/>
                <a:gd name="T43" fmla="*/ 0 h 91"/>
                <a:gd name="T44" fmla="*/ 59 w 149"/>
                <a:gd name="T45" fmla="*/ 0 h 91"/>
                <a:gd name="T46" fmla="*/ 38 w 149"/>
                <a:gd name="T47" fmla="*/ 13 h 91"/>
                <a:gd name="T48" fmla="*/ 34 w 149"/>
                <a:gd name="T49" fmla="*/ 23 h 91"/>
                <a:gd name="T50" fmla="*/ 34 w 149"/>
                <a:gd name="T51" fmla="*/ 23 h 91"/>
                <a:gd name="T52" fmla="*/ 33 w 149"/>
                <a:gd name="T53" fmla="*/ 43 h 91"/>
                <a:gd name="T54" fmla="*/ 0 w 149"/>
                <a:gd name="T55" fmla="*/ 27 h 91"/>
                <a:gd name="T56" fmla="*/ 32 w 149"/>
                <a:gd name="T57" fmla="*/ 67 h 91"/>
                <a:gd name="T58" fmla="*/ 32 w 149"/>
                <a:gd name="T59" fmla="*/ 70 h 91"/>
                <a:gd name="T60" fmla="*/ 35 w 149"/>
                <a:gd name="T61" fmla="*/ 82 h 91"/>
                <a:gd name="T62" fmla="*/ 44 w 149"/>
                <a:gd name="T63" fmla="*/ 90 h 91"/>
                <a:gd name="T64" fmla="*/ 50 w 149"/>
                <a:gd name="T65" fmla="*/ 91 h 91"/>
                <a:gd name="T66" fmla="*/ 50 w 149"/>
                <a:gd name="T67" fmla="*/ 91 h 91"/>
                <a:gd name="T68" fmla="*/ 127 w 149"/>
                <a:gd name="T69" fmla="*/ 91 h 91"/>
                <a:gd name="T70" fmla="*/ 127 w 149"/>
                <a:gd name="T71" fmla="*/ 91 h 91"/>
                <a:gd name="T72" fmla="*/ 137 w 149"/>
                <a:gd name="T73" fmla="*/ 88 h 91"/>
                <a:gd name="T74" fmla="*/ 146 w 149"/>
                <a:gd name="T75" fmla="*/ 79 h 91"/>
                <a:gd name="T76" fmla="*/ 148 w 149"/>
                <a:gd name="T77" fmla="*/ 74 h 91"/>
                <a:gd name="T78" fmla="*/ 148 w 149"/>
                <a:gd name="T79" fmla="*/ 74 h 91"/>
                <a:gd name="T80" fmla="*/ 149 w 149"/>
                <a:gd name="T81" fmla="*/ 24 h 91"/>
                <a:gd name="T82" fmla="*/ 149 w 149"/>
                <a:gd name="T83" fmla="*/ 24 h 91"/>
                <a:gd name="T84" fmla="*/ 145 w 149"/>
                <a:gd name="T85" fmla="*/ 13 h 91"/>
                <a:gd name="T86" fmla="*/ 134 w 149"/>
                <a:gd name="T87" fmla="*/ 3 h 91"/>
                <a:gd name="T88" fmla="*/ 127 w 149"/>
                <a:gd name="T89" fmla="*/ 0 h 91"/>
                <a:gd name="T90" fmla="*/ 127 w 14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91">
                  <a:moveTo>
                    <a:pt x="60" y="6"/>
                  </a:moveTo>
                  <a:cubicBezTo>
                    <a:pt x="126" y="6"/>
                    <a:pt x="126" y="6"/>
                    <a:pt x="126" y="6"/>
                  </a:cubicBezTo>
                  <a:cubicBezTo>
                    <a:pt x="127" y="6"/>
                    <a:pt x="131" y="8"/>
                    <a:pt x="134" y="11"/>
                  </a:cubicBezTo>
                  <a:cubicBezTo>
                    <a:pt x="137" y="12"/>
                    <a:pt x="139" y="14"/>
                    <a:pt x="140" y="17"/>
                  </a:cubicBezTo>
                  <a:cubicBezTo>
                    <a:pt x="142" y="19"/>
                    <a:pt x="143" y="22"/>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8"/>
                    <a:pt x="60" y="6"/>
                  </a:cubicBezTo>
                  <a:moveTo>
                    <a:pt x="127" y="0"/>
                  </a:moveTo>
                  <a:cubicBezTo>
                    <a:pt x="59" y="0"/>
                    <a:pt x="59" y="0"/>
                    <a:pt x="59" y="0"/>
                  </a:cubicBezTo>
                  <a:cubicBezTo>
                    <a:pt x="59" y="0"/>
                    <a:pt x="59" y="0"/>
                    <a:pt x="59" y="0"/>
                  </a:cubicBezTo>
                  <a:cubicBezTo>
                    <a:pt x="48" y="2"/>
                    <a:pt x="41" y="8"/>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7"/>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3" name="Freeform 1249">
              <a:extLst>
                <a:ext uri="{FF2B5EF4-FFF2-40B4-BE49-F238E27FC236}">
                  <a16:creationId xmlns:a16="http://schemas.microsoft.com/office/drawing/2014/main" id="{9BE89544-88DE-40B1-8219-E2C3740008E9}"/>
                </a:ext>
              </a:extLst>
            </p:cNvPr>
            <p:cNvSpPr>
              <a:spLocks noEditPoints="1"/>
            </p:cNvSpPr>
            <p:nvPr userDrawn="1"/>
          </p:nvSpPr>
          <p:spPr bwMode="auto">
            <a:xfrm>
              <a:off x="1696094" y="5168804"/>
              <a:ext cx="178616" cy="110381"/>
            </a:xfrm>
            <a:custGeom>
              <a:avLst/>
              <a:gdLst>
                <a:gd name="T0" fmla="*/ 49 w 119"/>
                <a:gd name="T1" fmla="*/ 6 h 73"/>
                <a:gd name="T2" fmla="*/ 101 w 119"/>
                <a:gd name="T3" fmla="*/ 6 h 73"/>
                <a:gd name="T4" fmla="*/ 107 w 119"/>
                <a:gd name="T5" fmla="*/ 9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2 w 119"/>
                <a:gd name="T17" fmla="*/ 67 h 73"/>
                <a:gd name="T18" fmla="*/ 42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7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3 h 73"/>
                <a:gd name="T58" fmla="*/ 27 w 119"/>
                <a:gd name="T59" fmla="*/ 55 h 73"/>
                <a:gd name="T60" fmla="*/ 29 w 119"/>
                <a:gd name="T61" fmla="*/ 65 h 73"/>
                <a:gd name="T62" fmla="*/ 37 w 119"/>
                <a:gd name="T63" fmla="*/ 72 h 73"/>
                <a:gd name="T64" fmla="*/ 41 w 119"/>
                <a:gd name="T65" fmla="*/ 73 h 73"/>
                <a:gd name="T66" fmla="*/ 42 w 119"/>
                <a:gd name="T67" fmla="*/ 73 h 73"/>
                <a:gd name="T68" fmla="*/ 102 w 119"/>
                <a:gd name="T69" fmla="*/ 73 h 73"/>
                <a:gd name="T70" fmla="*/ 102 w 119"/>
                <a:gd name="T71" fmla="*/ 73 h 73"/>
                <a:gd name="T72" fmla="*/ 110 w 119"/>
                <a:gd name="T73" fmla="*/ 70 h 73"/>
                <a:gd name="T74" fmla="*/ 117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1" y="6"/>
                    <a:pt x="101" y="6"/>
                    <a:pt x="101" y="6"/>
                  </a:cubicBezTo>
                  <a:cubicBezTo>
                    <a:pt x="102" y="6"/>
                    <a:pt x="104" y="7"/>
                    <a:pt x="107" y="9"/>
                  </a:cubicBezTo>
                  <a:cubicBezTo>
                    <a:pt x="109" y="11"/>
                    <a:pt x="110" y="12"/>
                    <a:pt x="111" y="14"/>
                  </a:cubicBezTo>
                  <a:cubicBezTo>
                    <a:pt x="112" y="16"/>
                    <a:pt x="113" y="18"/>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4" name="Freeform 1250">
              <a:extLst>
                <a:ext uri="{FF2B5EF4-FFF2-40B4-BE49-F238E27FC236}">
                  <a16:creationId xmlns:a16="http://schemas.microsoft.com/office/drawing/2014/main" id="{129AD54F-8783-49B3-AD3D-D9406F7631D6}"/>
                </a:ext>
              </a:extLst>
            </p:cNvPr>
            <p:cNvSpPr>
              <a:spLocks noEditPoints="1"/>
            </p:cNvSpPr>
            <p:nvPr userDrawn="1"/>
          </p:nvSpPr>
          <p:spPr bwMode="auto">
            <a:xfrm>
              <a:off x="477898" y="4725276"/>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5" name="Freeform 1251">
              <a:extLst>
                <a:ext uri="{FF2B5EF4-FFF2-40B4-BE49-F238E27FC236}">
                  <a16:creationId xmlns:a16="http://schemas.microsoft.com/office/drawing/2014/main" id="{130F8405-1778-49DA-AD4F-5DE15DABDF7B}"/>
                </a:ext>
              </a:extLst>
            </p:cNvPr>
            <p:cNvSpPr>
              <a:spLocks noEditPoints="1"/>
            </p:cNvSpPr>
            <p:nvPr userDrawn="1"/>
          </p:nvSpPr>
          <p:spPr bwMode="auto">
            <a:xfrm>
              <a:off x="1635887" y="3958635"/>
              <a:ext cx="266920" cy="164567"/>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2 w 177"/>
                <a:gd name="T17" fmla="*/ 104 h 110"/>
                <a:gd name="T18" fmla="*/ 58 w 177"/>
                <a:gd name="T19" fmla="*/ 104 h 110"/>
                <a:gd name="T20" fmla="*/ 50 w 177"/>
                <a:gd name="T21" fmla="*/ 101 h 110"/>
                <a:gd name="T22" fmla="*/ 45 w 177"/>
                <a:gd name="T23" fmla="*/ 95 h 110"/>
                <a:gd name="T24" fmla="*/ 43 w 177"/>
                <a:gd name="T25" fmla="*/ 84 h 110"/>
                <a:gd name="T26" fmla="*/ 43 w 177"/>
                <a:gd name="T27" fmla="*/ 80 h 110"/>
                <a:gd name="T28" fmla="*/ 43 w 177"/>
                <a:gd name="T29" fmla="*/ 79 h 110"/>
                <a:gd name="T30" fmla="*/ 21 w 177"/>
                <a:gd name="T31" fmla="*/ 51 h 110"/>
                <a:gd name="T32" fmla="*/ 44 w 177"/>
                <a:gd name="T33" fmla="*/ 62 h 110"/>
                <a:gd name="T34" fmla="*/ 45 w 177"/>
                <a:gd name="T35" fmla="*/ 28 h 110"/>
                <a:gd name="T36" fmla="*/ 49 w 177"/>
                <a:gd name="T37" fmla="*/ 18 h 110"/>
                <a:gd name="T38" fmla="*/ 70 w 177"/>
                <a:gd name="T39" fmla="*/ 6 h 110"/>
                <a:gd name="T40" fmla="*/ 151 w 177"/>
                <a:gd name="T41" fmla="*/ 0 h 110"/>
                <a:gd name="T42" fmla="*/ 70 w 177"/>
                <a:gd name="T43" fmla="*/ 0 h 110"/>
                <a:gd name="T44" fmla="*/ 69 w 177"/>
                <a:gd name="T45" fmla="*/ 0 h 110"/>
                <a:gd name="T46" fmla="*/ 44 w 177"/>
                <a:gd name="T47" fmla="*/ 15 h 110"/>
                <a:gd name="T48" fmla="*/ 39 w 177"/>
                <a:gd name="T49" fmla="*/ 27 h 110"/>
                <a:gd name="T50" fmla="*/ 39 w 177"/>
                <a:gd name="T51" fmla="*/ 28 h 110"/>
                <a:gd name="T52" fmla="*/ 38 w 177"/>
                <a:gd name="T53" fmla="*/ 52 h 110"/>
                <a:gd name="T54" fmla="*/ 0 w 177"/>
                <a:gd name="T55" fmla="*/ 34 h 110"/>
                <a:gd name="T56" fmla="*/ 37 w 177"/>
                <a:gd name="T57" fmla="*/ 81 h 110"/>
                <a:gd name="T58" fmla="*/ 37 w 177"/>
                <a:gd name="T59" fmla="*/ 84 h 110"/>
                <a:gd name="T60" fmla="*/ 40 w 177"/>
                <a:gd name="T61" fmla="*/ 98 h 110"/>
                <a:gd name="T62" fmla="*/ 51 w 177"/>
                <a:gd name="T63" fmla="*/ 108 h 110"/>
                <a:gd name="T64" fmla="*/ 58 w 177"/>
                <a:gd name="T65" fmla="*/ 110 h 110"/>
                <a:gd name="T66" fmla="*/ 58 w 177"/>
                <a:gd name="T67" fmla="*/ 110 h 110"/>
                <a:gd name="T68" fmla="*/ 152 w 177"/>
                <a:gd name="T69" fmla="*/ 110 h 110"/>
                <a:gd name="T70" fmla="*/ 152 w 177"/>
                <a:gd name="T71" fmla="*/ 110 h 110"/>
                <a:gd name="T72" fmla="*/ 163 w 177"/>
                <a:gd name="T73" fmla="*/ 106 h 110"/>
                <a:gd name="T74" fmla="*/ 173 w 177"/>
                <a:gd name="T75" fmla="*/ 95 h 110"/>
                <a:gd name="T76" fmla="*/ 176 w 177"/>
                <a:gd name="T77" fmla="*/ 89 h 110"/>
                <a:gd name="T78" fmla="*/ 177 w 177"/>
                <a:gd name="T79" fmla="*/ 89 h 110"/>
                <a:gd name="T80" fmla="*/ 177 w 177"/>
                <a:gd name="T81" fmla="*/ 29 h 110"/>
                <a:gd name="T82" fmla="*/ 177 w 177"/>
                <a:gd name="T83" fmla="*/ 29 h 110"/>
                <a:gd name="T84" fmla="*/ 173 w 177"/>
                <a:gd name="T85" fmla="*/ 16 h 110"/>
                <a:gd name="T86" fmla="*/ 159 w 177"/>
                <a:gd name="T87" fmla="*/ 4 h 110"/>
                <a:gd name="T88" fmla="*/ 152 w 177"/>
                <a:gd name="T89" fmla="*/ 0 h 110"/>
                <a:gd name="T90" fmla="*/ 151 w 177"/>
                <a:gd name="T9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10">
                  <a:moveTo>
                    <a:pt x="70" y="6"/>
                  </a:moveTo>
                  <a:cubicBezTo>
                    <a:pt x="150" y="6"/>
                    <a:pt x="150" y="6"/>
                    <a:pt x="150" y="6"/>
                  </a:cubicBezTo>
                  <a:cubicBezTo>
                    <a:pt x="152" y="7"/>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3"/>
                    <a:pt x="155" y="103"/>
                    <a:pt x="152"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9"/>
                    <a:pt x="177" y="89"/>
                    <a:pt x="177" y="89"/>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6" name="Freeform 1252">
              <a:extLst>
                <a:ext uri="{FF2B5EF4-FFF2-40B4-BE49-F238E27FC236}">
                  <a16:creationId xmlns:a16="http://schemas.microsoft.com/office/drawing/2014/main" id="{A2FABCF5-0072-4435-8CA5-B37E8DBDBA8A}"/>
                </a:ext>
              </a:extLst>
            </p:cNvPr>
            <p:cNvSpPr>
              <a:spLocks noEditPoints="1"/>
            </p:cNvSpPr>
            <p:nvPr userDrawn="1"/>
          </p:nvSpPr>
          <p:spPr bwMode="auto">
            <a:xfrm>
              <a:off x="1475334" y="4143271"/>
              <a:ext cx="638198" cy="192664"/>
            </a:xfrm>
            <a:custGeom>
              <a:avLst/>
              <a:gdLst>
                <a:gd name="T0" fmla="*/ 91 w 425"/>
                <a:gd name="T1" fmla="*/ 25 h 128"/>
                <a:gd name="T2" fmla="*/ 345 w 425"/>
                <a:gd name="T3" fmla="*/ 6 h 128"/>
                <a:gd name="T4" fmla="*/ 371 w 425"/>
                <a:gd name="T5" fmla="*/ 7 h 128"/>
                <a:gd name="T6" fmla="*/ 372 w 425"/>
                <a:gd name="T7" fmla="*/ 7 h 128"/>
                <a:gd name="T8" fmla="*/ 419 w 425"/>
                <a:gd name="T9" fmla="*/ 45 h 128"/>
                <a:gd name="T10" fmla="*/ 419 w 425"/>
                <a:gd name="T11" fmla="*/ 46 h 128"/>
                <a:gd name="T12" fmla="*/ 419 w 425"/>
                <a:gd name="T13" fmla="*/ 46 h 128"/>
                <a:gd name="T14" fmla="*/ 411 w 425"/>
                <a:gd name="T15" fmla="*/ 80 h 128"/>
                <a:gd name="T16" fmla="*/ 372 w 425"/>
                <a:gd name="T17" fmla="*/ 106 h 128"/>
                <a:gd name="T18" fmla="*/ 368 w 425"/>
                <a:gd name="T19" fmla="*/ 107 h 128"/>
                <a:gd name="T20" fmla="*/ 102 w 425"/>
                <a:gd name="T21" fmla="*/ 113 h 128"/>
                <a:gd name="T22" fmla="*/ 85 w 425"/>
                <a:gd name="T23" fmla="*/ 114 h 128"/>
                <a:gd name="T24" fmla="*/ 90 w 425"/>
                <a:gd name="T25" fmla="*/ 106 h 128"/>
                <a:gd name="T26" fmla="*/ 52 w 425"/>
                <a:gd name="T27" fmla="*/ 100 h 128"/>
                <a:gd name="T28" fmla="*/ 37 w 425"/>
                <a:gd name="T29" fmla="*/ 77 h 128"/>
                <a:gd name="T30" fmla="*/ 36 w 425"/>
                <a:gd name="T31" fmla="*/ 74 h 128"/>
                <a:gd name="T32" fmla="*/ 36 w 425"/>
                <a:gd name="T33" fmla="*/ 71 h 128"/>
                <a:gd name="T34" fmla="*/ 68 w 425"/>
                <a:gd name="T35" fmla="*/ 29 h 128"/>
                <a:gd name="T36" fmla="*/ 82 w 425"/>
                <a:gd name="T37" fmla="*/ 26 h 128"/>
                <a:gd name="T38" fmla="*/ 83 w 425"/>
                <a:gd name="T39" fmla="*/ 26 h 128"/>
                <a:gd name="T40" fmla="*/ 83 w 425"/>
                <a:gd name="T41" fmla="*/ 26 h 128"/>
                <a:gd name="T42" fmla="*/ 184 w 425"/>
                <a:gd name="T43" fmla="*/ 10 h 128"/>
                <a:gd name="T44" fmla="*/ 57 w 425"/>
                <a:gd name="T45" fmla="*/ 27 h 128"/>
                <a:gd name="T46" fmla="*/ 30 w 425"/>
                <a:gd name="T47" fmla="*/ 71 h 128"/>
                <a:gd name="T48" fmla="*/ 30 w 425"/>
                <a:gd name="T49" fmla="*/ 74 h 128"/>
                <a:gd name="T50" fmla="*/ 36 w 425"/>
                <a:gd name="T51" fmla="*/ 92 h 128"/>
                <a:gd name="T52" fmla="*/ 58 w 425"/>
                <a:gd name="T53" fmla="*/ 109 h 128"/>
                <a:gd name="T54" fmla="*/ 29 w 425"/>
                <a:gd name="T55" fmla="*/ 125 h 128"/>
                <a:gd name="T56" fmla="*/ 74 w 425"/>
                <a:gd name="T57" fmla="*/ 121 h 128"/>
                <a:gd name="T58" fmla="*/ 101 w 425"/>
                <a:gd name="T59" fmla="*/ 119 h 128"/>
                <a:gd name="T60" fmla="*/ 101 w 425"/>
                <a:gd name="T61" fmla="*/ 119 h 128"/>
                <a:gd name="T62" fmla="*/ 102 w 425"/>
                <a:gd name="T63" fmla="*/ 119 h 128"/>
                <a:gd name="T64" fmla="*/ 368 w 425"/>
                <a:gd name="T65" fmla="*/ 113 h 128"/>
                <a:gd name="T66" fmla="*/ 416 w 425"/>
                <a:gd name="T67" fmla="*/ 83 h 128"/>
                <a:gd name="T68" fmla="*/ 425 w 425"/>
                <a:gd name="T69" fmla="*/ 45 h 128"/>
                <a:gd name="T70" fmla="*/ 373 w 425"/>
                <a:gd name="T71" fmla="*/ 1 h 128"/>
                <a:gd name="T72" fmla="*/ 372 w 425"/>
                <a:gd name="T73" fmla="*/ 1 h 128"/>
                <a:gd name="T74" fmla="*/ 345 w 425"/>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7"/>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6"/>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7"/>
                  </a:cubicBezTo>
                  <a:cubicBezTo>
                    <a:pt x="368" y="107"/>
                    <a:pt x="368" y="107"/>
                    <a:pt x="368" y="107"/>
                  </a:cubicBezTo>
                  <a:cubicBezTo>
                    <a:pt x="368" y="107"/>
                    <a:pt x="368" y="107"/>
                    <a:pt x="368" y="107"/>
                  </a:cubicBezTo>
                  <a:cubicBezTo>
                    <a:pt x="102" y="113"/>
                    <a:pt x="102" y="113"/>
                    <a:pt x="102" y="113"/>
                  </a:cubicBezTo>
                  <a:cubicBezTo>
                    <a:pt x="101" y="113"/>
                    <a:pt x="101" y="113"/>
                    <a:pt x="101" y="113"/>
                  </a:cubicBezTo>
                  <a:cubicBezTo>
                    <a:pt x="98" y="113"/>
                    <a:pt x="93" y="113"/>
                    <a:pt x="85" y="114"/>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5" y="20"/>
                    <a:pt x="83" y="20"/>
                  </a:cubicBezTo>
                  <a:cubicBezTo>
                    <a:pt x="81" y="20"/>
                    <a:pt x="69" y="21"/>
                    <a:pt x="57" y="27"/>
                  </a:cubicBezTo>
                  <a:cubicBezTo>
                    <a:pt x="50" y="30"/>
                    <a:pt x="43" y="35"/>
                    <a:pt x="38" y="42"/>
                  </a:cubicBezTo>
                  <a:cubicBezTo>
                    <a:pt x="33" y="50"/>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0" y="120"/>
                    <a:pt x="86" y="119"/>
                    <a:pt x="91" y="119"/>
                  </a:cubicBezTo>
                  <a:cubicBezTo>
                    <a:pt x="96" y="119"/>
                    <a:pt x="99" y="119"/>
                    <a:pt x="101" y="119"/>
                  </a:cubicBezTo>
                  <a:cubicBezTo>
                    <a:pt x="101" y="119"/>
                    <a:pt x="101" y="119"/>
                    <a:pt x="101" y="119"/>
                  </a:cubicBezTo>
                  <a:cubicBezTo>
                    <a:pt x="101" y="119"/>
                    <a:pt x="101" y="119"/>
                    <a:pt x="101" y="119"/>
                  </a:cubicBezTo>
                  <a:cubicBezTo>
                    <a:pt x="101" y="119"/>
                    <a:pt x="101" y="119"/>
                    <a:pt x="101" y="119"/>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7"/>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7" name="Freeform 1253">
              <a:extLst>
                <a:ext uri="{FF2B5EF4-FFF2-40B4-BE49-F238E27FC236}">
                  <a16:creationId xmlns:a16="http://schemas.microsoft.com/office/drawing/2014/main" id="{AFB19525-0A41-4C4E-9E2E-9A9E21FF1053}"/>
                </a:ext>
              </a:extLst>
            </p:cNvPr>
            <p:cNvSpPr>
              <a:spLocks/>
            </p:cNvSpPr>
            <p:nvPr userDrawn="1"/>
          </p:nvSpPr>
          <p:spPr bwMode="auto">
            <a:xfrm>
              <a:off x="66481" y="4239603"/>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3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368 w 425"/>
                <a:gd name="T47" fmla="*/ 106 h 127"/>
                <a:gd name="T48" fmla="*/ 101 w 425"/>
                <a:gd name="T49" fmla="*/ 112 h 127"/>
                <a:gd name="T50" fmla="*/ 57 w 425"/>
                <a:gd name="T51" fmla="*/ 116 h 127"/>
                <a:gd name="T52" fmla="*/ 72 w 425"/>
                <a:gd name="T53" fmla="*/ 105 h 127"/>
                <a:gd name="T54" fmla="*/ 39 w 425"/>
                <a:gd name="T55" fmla="*/ 83 h 127"/>
                <a:gd name="T56" fmla="*/ 36 w 425"/>
                <a:gd name="T57" fmla="*/ 74 h 127"/>
                <a:gd name="T58" fmla="*/ 36 w 425"/>
                <a:gd name="T59" fmla="*/ 73 h 127"/>
                <a:gd name="T60" fmla="*/ 43 w 425"/>
                <a:gd name="T61" fmla="*/ 45 h 127"/>
                <a:gd name="T62" fmla="*/ 79 w 425"/>
                <a:gd name="T63" fmla="*/ 26 h 127"/>
                <a:gd name="T64" fmla="*/ 83 w 425"/>
                <a:gd name="T65" fmla="*/ 25 h 127"/>
                <a:gd name="T66" fmla="*/ 83 w 425"/>
                <a:gd name="T67" fmla="*/ 25 h 127"/>
                <a:gd name="T68" fmla="*/ 91 w 425"/>
                <a:gd name="T69" fmla="*/ 24 h 127"/>
                <a:gd name="T70" fmla="*/ 346 w 425"/>
                <a:gd name="T71" fmla="*/ 6 h 127"/>
                <a:gd name="T72" fmla="*/ 373 w 425"/>
                <a:gd name="T73" fmla="*/ 7 h 127"/>
                <a:gd name="T74" fmla="*/ 391 w 425"/>
                <a:gd name="T75" fmla="*/ 5 h 127"/>
                <a:gd name="T76" fmla="*/ 375 w 425"/>
                <a:gd name="T77" fmla="*/ 2 h 127"/>
                <a:gd name="T78" fmla="*/ 373 w 425"/>
                <a:gd name="T79" fmla="*/ 1 h 127"/>
                <a:gd name="T80" fmla="*/ 345 w 425"/>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3"/>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6"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4"/>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8" name="Freeform 1254">
              <a:extLst>
                <a:ext uri="{FF2B5EF4-FFF2-40B4-BE49-F238E27FC236}">
                  <a16:creationId xmlns:a16="http://schemas.microsoft.com/office/drawing/2014/main" id="{088052ED-7EDE-4936-A061-E5705FA42A25}"/>
                </a:ext>
              </a:extLst>
            </p:cNvPr>
            <p:cNvSpPr>
              <a:spLocks noEditPoints="1"/>
            </p:cNvSpPr>
            <p:nvPr userDrawn="1"/>
          </p:nvSpPr>
          <p:spPr bwMode="auto">
            <a:xfrm>
              <a:off x="630423" y="4241610"/>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9" name="Freeform 1255">
              <a:extLst>
                <a:ext uri="{FF2B5EF4-FFF2-40B4-BE49-F238E27FC236}">
                  <a16:creationId xmlns:a16="http://schemas.microsoft.com/office/drawing/2014/main" id="{16EAAC50-EF02-4509-A00F-2A9D5908DC17}"/>
                </a:ext>
              </a:extLst>
            </p:cNvPr>
            <p:cNvSpPr>
              <a:spLocks noEditPoints="1"/>
            </p:cNvSpPr>
            <p:nvPr userDrawn="1"/>
          </p:nvSpPr>
          <p:spPr bwMode="auto">
            <a:xfrm>
              <a:off x="620389" y="4817594"/>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6 h 128"/>
                <a:gd name="T64" fmla="*/ 83 w 425"/>
                <a:gd name="T65" fmla="*/ 26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8 w 425"/>
                <a:gd name="T77" fmla="*/ 21 h 128"/>
                <a:gd name="T78" fmla="*/ 409 w 425"/>
                <a:gd name="T79" fmla="*/ 15 h 128"/>
                <a:gd name="T80" fmla="*/ 373 w 425"/>
                <a:gd name="T81" fmla="*/ 1 h 128"/>
                <a:gd name="T82" fmla="*/ 373 w 425"/>
                <a:gd name="T83" fmla="*/ 1 h 128"/>
                <a:gd name="T84" fmla="*/ 345 w 425"/>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5" h="128">
                  <a:moveTo>
                    <a:pt x="210" y="8"/>
                  </a:moveTo>
                  <a:cubicBezTo>
                    <a:pt x="201" y="8"/>
                    <a:pt x="192" y="9"/>
                    <a:pt x="184" y="10"/>
                  </a:cubicBezTo>
                  <a:cubicBezTo>
                    <a:pt x="129" y="15"/>
                    <a:pt x="85" y="19"/>
                    <a:pt x="83" y="20"/>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4"/>
                    <a:pt x="411" y="24"/>
                    <a:pt x="411" y="24"/>
                  </a:cubicBezTo>
                  <a:cubicBezTo>
                    <a:pt x="411" y="24"/>
                    <a:pt x="412" y="25"/>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2"/>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6"/>
                    <a:pt x="41" y="89"/>
                    <a:pt x="39" y="83"/>
                  </a:cubicBezTo>
                  <a:cubicBezTo>
                    <a:pt x="38" y="81"/>
                    <a:pt x="37" y="78"/>
                    <a:pt x="37" y="76"/>
                  </a:cubicBezTo>
                  <a:cubicBezTo>
                    <a:pt x="37"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8"/>
                  </a:cubicBezTo>
                  <a:cubicBezTo>
                    <a:pt x="72" y="27"/>
                    <a:pt x="76" y="26"/>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5" y="17"/>
                    <a:pt x="221" y="13"/>
                  </a:cubicBezTo>
                  <a:cubicBezTo>
                    <a:pt x="210" y="8"/>
                    <a:pt x="210" y="8"/>
                    <a:pt x="210" y="8"/>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5"/>
                    <a:pt x="409" y="14"/>
                  </a:cubicBezTo>
                  <a:cubicBezTo>
                    <a:pt x="402" y="8"/>
                    <a:pt x="390" y="4"/>
                    <a:pt x="373" y="1"/>
                  </a:cubicBezTo>
                  <a:cubicBezTo>
                    <a:pt x="373" y="1"/>
                    <a:pt x="373" y="1"/>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0" name="Freeform 1256">
              <a:extLst>
                <a:ext uri="{FF2B5EF4-FFF2-40B4-BE49-F238E27FC236}">
                  <a16:creationId xmlns:a16="http://schemas.microsoft.com/office/drawing/2014/main" id="{6F6A6972-1164-466F-A712-6A6C357050C0}"/>
                </a:ext>
              </a:extLst>
            </p:cNvPr>
            <p:cNvSpPr>
              <a:spLocks noEditPoints="1"/>
            </p:cNvSpPr>
            <p:nvPr userDrawn="1"/>
          </p:nvSpPr>
          <p:spPr bwMode="auto">
            <a:xfrm>
              <a:off x="2193809" y="4984168"/>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70"/>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5"/>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1" name="Freeform 1257">
              <a:extLst>
                <a:ext uri="{FF2B5EF4-FFF2-40B4-BE49-F238E27FC236}">
                  <a16:creationId xmlns:a16="http://schemas.microsoft.com/office/drawing/2014/main" id="{DD320106-ADF2-4EDA-A46C-A24956DAEED8}"/>
                </a:ext>
              </a:extLst>
            </p:cNvPr>
            <p:cNvSpPr>
              <a:spLocks noEditPoints="1"/>
            </p:cNvSpPr>
            <p:nvPr userDrawn="1"/>
          </p:nvSpPr>
          <p:spPr bwMode="auto">
            <a:xfrm>
              <a:off x="2250002" y="4237596"/>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6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9"/>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3"/>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5"/>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1" y="62"/>
                  </a:cubicBezTo>
                  <a:cubicBezTo>
                    <a:pt x="71" y="61"/>
                    <a:pt x="71" y="54"/>
                    <a:pt x="67" y="46"/>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2" name="Freeform 1258">
              <a:extLst>
                <a:ext uri="{FF2B5EF4-FFF2-40B4-BE49-F238E27FC236}">
                  <a16:creationId xmlns:a16="http://schemas.microsoft.com/office/drawing/2014/main" id="{AA73DCD3-C97F-4118-8C04-A0FE1D018D3D}"/>
                </a:ext>
              </a:extLst>
            </p:cNvPr>
            <p:cNvSpPr>
              <a:spLocks noEditPoints="1"/>
            </p:cNvSpPr>
            <p:nvPr userDrawn="1"/>
          </p:nvSpPr>
          <p:spPr bwMode="auto">
            <a:xfrm>
              <a:off x="1519486" y="5572193"/>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7"/>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7"/>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3" name="Freeform 1259">
              <a:extLst>
                <a:ext uri="{FF2B5EF4-FFF2-40B4-BE49-F238E27FC236}">
                  <a16:creationId xmlns:a16="http://schemas.microsoft.com/office/drawing/2014/main" id="{076E5413-2561-46E4-803E-F52174940271}"/>
                </a:ext>
              </a:extLst>
            </p:cNvPr>
            <p:cNvSpPr>
              <a:spLocks/>
            </p:cNvSpPr>
            <p:nvPr userDrawn="1"/>
          </p:nvSpPr>
          <p:spPr bwMode="auto">
            <a:xfrm>
              <a:off x="2129588" y="5708663"/>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4" name="Freeform 1260">
              <a:extLst>
                <a:ext uri="{FF2B5EF4-FFF2-40B4-BE49-F238E27FC236}">
                  <a16:creationId xmlns:a16="http://schemas.microsoft.com/office/drawing/2014/main" id="{54A8CA88-5CC3-468C-905B-D91C556E85A3}"/>
                </a:ext>
              </a:extLst>
            </p:cNvPr>
            <p:cNvSpPr>
              <a:spLocks noEditPoints="1"/>
            </p:cNvSpPr>
            <p:nvPr userDrawn="1"/>
          </p:nvSpPr>
          <p:spPr bwMode="auto">
            <a:xfrm>
              <a:off x="2067373" y="4303824"/>
              <a:ext cx="148512" cy="471625"/>
            </a:xfrm>
            <a:custGeom>
              <a:avLst/>
              <a:gdLst>
                <a:gd name="T0" fmla="*/ 19 w 99"/>
                <a:gd name="T1" fmla="*/ 247 h 313"/>
                <a:gd name="T2" fmla="*/ 19 w 99"/>
                <a:gd name="T3" fmla="*/ 247 h 313"/>
                <a:gd name="T4" fmla="*/ 89 w 99"/>
                <a:gd name="T5" fmla="*/ 233 h 313"/>
                <a:gd name="T6" fmla="*/ 22 w 99"/>
                <a:gd name="T7" fmla="*/ 246 h 313"/>
                <a:gd name="T8" fmla="*/ 12 w 99"/>
                <a:gd name="T9" fmla="*/ 157 h 313"/>
                <a:gd name="T10" fmla="*/ 7 w 99"/>
                <a:gd name="T11" fmla="*/ 41 h 313"/>
                <a:gd name="T12" fmla="*/ 20 w 99"/>
                <a:gd name="T13" fmla="*/ 11 h 313"/>
                <a:gd name="T14" fmla="*/ 34 w 99"/>
                <a:gd name="T15" fmla="*/ 6 h 313"/>
                <a:gd name="T16" fmla="*/ 34 w 99"/>
                <a:gd name="T17" fmla="*/ 6 h 313"/>
                <a:gd name="T18" fmla="*/ 35 w 99"/>
                <a:gd name="T19" fmla="*/ 6 h 313"/>
                <a:gd name="T20" fmla="*/ 59 w 99"/>
                <a:gd name="T21" fmla="*/ 12 h 313"/>
                <a:gd name="T22" fmla="*/ 79 w 99"/>
                <a:gd name="T23" fmla="*/ 39 h 313"/>
                <a:gd name="T24" fmla="*/ 79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1 w 99"/>
                <a:gd name="T55" fmla="*/ 266 h 313"/>
                <a:gd name="T56" fmla="*/ 55 w 99"/>
                <a:gd name="T57" fmla="*/ 285 h 313"/>
                <a:gd name="T58" fmla="*/ 57 w 99"/>
                <a:gd name="T59" fmla="*/ 285 h 313"/>
                <a:gd name="T60" fmla="*/ 57 w 99"/>
                <a:gd name="T61" fmla="*/ 285 h 313"/>
                <a:gd name="T62" fmla="*/ 81 w 99"/>
                <a:gd name="T63" fmla="*/ 271 h 313"/>
                <a:gd name="T64" fmla="*/ 99 w 99"/>
                <a:gd name="T65" fmla="*/ 313 h 313"/>
                <a:gd name="T66" fmla="*/ 95 w 99"/>
                <a:gd name="T67" fmla="*/ 278 h 313"/>
                <a:gd name="T68" fmla="*/ 91 w 99"/>
                <a:gd name="T69" fmla="*/ 240 h 313"/>
                <a:gd name="T70" fmla="*/ 91 w 99"/>
                <a:gd name="T71" fmla="*/ 233 h 313"/>
                <a:gd name="T72" fmla="*/ 85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22" y="246"/>
                  </a:moveTo>
                  <a:cubicBezTo>
                    <a:pt x="22" y="246"/>
                    <a:pt x="21" y="244"/>
                    <a:pt x="21" y="240"/>
                  </a:cubicBezTo>
                  <a:cubicBezTo>
                    <a:pt x="19" y="227"/>
                    <a:pt x="16" y="194"/>
                    <a:pt x="12" y="157"/>
                  </a:cubicBezTo>
                  <a:cubicBezTo>
                    <a:pt x="9" y="121"/>
                    <a:pt x="6" y="81"/>
                    <a:pt x="6" y="57"/>
                  </a:cubicBezTo>
                  <a:cubicBezTo>
                    <a:pt x="6" y="50"/>
                    <a:pt x="6" y="44"/>
                    <a:pt x="7" y="41"/>
                  </a:cubicBezTo>
                  <a:cubicBezTo>
                    <a:pt x="7" y="40"/>
                    <a:pt x="7" y="40"/>
                    <a:pt x="7" y="39"/>
                  </a:cubicBez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9"/>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5"/>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5" name="Freeform 1261">
              <a:extLst>
                <a:ext uri="{FF2B5EF4-FFF2-40B4-BE49-F238E27FC236}">
                  <a16:creationId xmlns:a16="http://schemas.microsoft.com/office/drawing/2014/main" id="{6CD1CC71-B433-4121-BF82-BA650A018673}"/>
                </a:ext>
              </a:extLst>
            </p:cNvPr>
            <p:cNvSpPr>
              <a:spLocks noEditPoints="1"/>
            </p:cNvSpPr>
            <p:nvPr userDrawn="1"/>
          </p:nvSpPr>
          <p:spPr bwMode="auto">
            <a:xfrm>
              <a:off x="-150266" y="4311852"/>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39 w 116"/>
                <a:gd name="T19" fmla="*/ 6 h 365"/>
                <a:gd name="T20" fmla="*/ 40 w 116"/>
                <a:gd name="T21" fmla="*/ 6 h 365"/>
                <a:gd name="T22" fmla="*/ 40 w 116"/>
                <a:gd name="T23" fmla="*/ 6 h 365"/>
                <a:gd name="T24" fmla="*/ 40 w 116"/>
                <a:gd name="T25" fmla="*/ 6 h 365"/>
                <a:gd name="T26" fmla="*/ 90 w 116"/>
                <a:gd name="T27" fmla="*/ 36 h 365"/>
                <a:gd name="T28" fmla="*/ 94 w 116"/>
                <a:gd name="T29" fmla="*/ 48 h 365"/>
                <a:gd name="T30" fmla="*/ 94 w 116"/>
                <a:gd name="T31" fmla="*/ 49 h 365"/>
                <a:gd name="T32" fmla="*/ 100 w 116"/>
                <a:gd name="T33" fmla="*/ 276 h 365"/>
                <a:gd name="T34" fmla="*/ 104 w 116"/>
                <a:gd name="T35" fmla="*/ 310 h 365"/>
                <a:gd name="T36" fmla="*/ 94 w 116"/>
                <a:gd name="T37" fmla="*/ 301 h 365"/>
                <a:gd name="T38" fmla="*/ 75 w 116"/>
                <a:gd name="T39" fmla="*/ 328 h 365"/>
                <a:gd name="T40" fmla="*/ 67 w 116"/>
                <a:gd name="T41" fmla="*/ 330 h 365"/>
                <a:gd name="T42" fmla="*/ 67 w 116"/>
                <a:gd name="T43" fmla="*/ 331 h 365"/>
                <a:gd name="T44" fmla="*/ 42 w 116"/>
                <a:gd name="T45" fmla="*/ 325 h 365"/>
                <a:gd name="T46" fmla="*/ 25 w 116"/>
                <a:gd name="T47" fmla="*/ 295 h 365"/>
                <a:gd name="T48" fmla="*/ 24 w 116"/>
                <a:gd name="T49" fmla="*/ 292 h 365"/>
                <a:gd name="T50" fmla="*/ 24 w 116"/>
                <a:gd name="T51" fmla="*/ 291 h 365"/>
                <a:gd name="T52" fmla="*/ 39 w 116"/>
                <a:gd name="T53" fmla="*/ 0 h 365"/>
                <a:gd name="T54" fmla="*/ 1 w 116"/>
                <a:gd name="T55" fmla="*/ 45 h 365"/>
                <a:gd name="T56" fmla="*/ 0 w 116"/>
                <a:gd name="T57" fmla="*/ 66 h 365"/>
                <a:gd name="T58" fmla="*/ 18 w 116"/>
                <a:gd name="T59" fmla="*/ 292 h 365"/>
                <a:gd name="T60" fmla="*/ 39 w 116"/>
                <a:gd name="T61" fmla="*/ 330 h 365"/>
                <a:gd name="T62" fmla="*/ 64 w 116"/>
                <a:gd name="T63" fmla="*/ 337 h 365"/>
                <a:gd name="T64" fmla="*/ 67 w 116"/>
                <a:gd name="T65" fmla="*/ 337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6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39" y="6"/>
                    <a:pt x="39"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1"/>
                    <a:pt x="67" y="331"/>
                    <a:pt x="67" y="331"/>
                  </a:cubicBezTo>
                  <a:cubicBezTo>
                    <a:pt x="67" y="331"/>
                    <a:pt x="67" y="331"/>
                    <a:pt x="67" y="331"/>
                  </a:cubicBezTo>
                  <a:cubicBezTo>
                    <a:pt x="66" y="331"/>
                    <a:pt x="65" y="331"/>
                    <a:pt x="64" y="331"/>
                  </a:cubicBezTo>
                  <a:cubicBezTo>
                    <a:pt x="55" y="331"/>
                    <a:pt x="47" y="328"/>
                    <a:pt x="42" y="325"/>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30"/>
                  </a:cubicBezTo>
                  <a:cubicBezTo>
                    <a:pt x="45" y="334"/>
                    <a:pt x="54" y="337"/>
                    <a:pt x="64" y="337"/>
                  </a:cubicBezTo>
                  <a:cubicBezTo>
                    <a:pt x="64" y="337"/>
                    <a:pt x="64" y="337"/>
                    <a:pt x="64" y="337"/>
                  </a:cubicBezTo>
                  <a:cubicBezTo>
                    <a:pt x="65" y="337"/>
                    <a:pt x="66" y="337"/>
                    <a:pt x="67" y="337"/>
                  </a:cubicBezTo>
                  <a:cubicBezTo>
                    <a:pt x="67" y="337"/>
                    <a:pt x="67" y="337"/>
                    <a:pt x="67" y="337"/>
                  </a:cubicBezTo>
                  <a:cubicBezTo>
                    <a:pt x="67" y="337"/>
                    <a:pt x="67" y="337"/>
                    <a:pt x="67" y="337"/>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6"/>
                    <a:pt x="106" y="276"/>
                    <a:pt x="106" y="276"/>
                  </a:cubicBezTo>
                  <a:cubicBezTo>
                    <a:pt x="106" y="275"/>
                    <a:pt x="106" y="275"/>
                    <a:pt x="106" y="275"/>
                  </a:cubicBezTo>
                  <a:cubicBezTo>
                    <a:pt x="100" y="49"/>
                    <a:pt x="100" y="49"/>
                    <a:pt x="100" y="49"/>
                  </a:cubicBezTo>
                  <a:cubicBezTo>
                    <a:pt x="100" y="49"/>
                    <a:pt x="100" y="49"/>
                    <a:pt x="100" y="49"/>
                  </a:cubicBezTo>
                  <a:cubicBezTo>
                    <a:pt x="100" y="49"/>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6" name="Freeform 1262">
              <a:extLst>
                <a:ext uri="{FF2B5EF4-FFF2-40B4-BE49-F238E27FC236}">
                  <a16:creationId xmlns:a16="http://schemas.microsoft.com/office/drawing/2014/main" id="{C86C199A-165B-42F1-B605-DC3C77A0D65A}"/>
                </a:ext>
              </a:extLst>
            </p:cNvPr>
            <p:cNvSpPr>
              <a:spLocks/>
            </p:cNvSpPr>
            <p:nvPr userDrawn="1"/>
          </p:nvSpPr>
          <p:spPr bwMode="auto">
            <a:xfrm>
              <a:off x="18315" y="4845690"/>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7" name="Freeform 1263">
              <a:extLst>
                <a:ext uri="{FF2B5EF4-FFF2-40B4-BE49-F238E27FC236}">
                  <a16:creationId xmlns:a16="http://schemas.microsoft.com/office/drawing/2014/main" id="{6D94019A-B8C8-48B2-94AD-829EF52D33F9}"/>
                </a:ext>
              </a:extLst>
            </p:cNvPr>
            <p:cNvSpPr>
              <a:spLocks noEditPoints="1"/>
            </p:cNvSpPr>
            <p:nvPr userDrawn="1"/>
          </p:nvSpPr>
          <p:spPr bwMode="auto">
            <a:xfrm>
              <a:off x="1543569" y="4351990"/>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5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1"/>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5"/>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8" name="Freeform 1264">
              <a:extLst>
                <a:ext uri="{FF2B5EF4-FFF2-40B4-BE49-F238E27FC236}">
                  <a16:creationId xmlns:a16="http://schemas.microsoft.com/office/drawing/2014/main" id="{372268FB-A417-48B0-BBAD-A653736C1A89}"/>
                </a:ext>
              </a:extLst>
            </p:cNvPr>
            <p:cNvSpPr>
              <a:spLocks noEditPoints="1"/>
            </p:cNvSpPr>
            <p:nvPr userDrawn="1"/>
          </p:nvSpPr>
          <p:spPr bwMode="auto">
            <a:xfrm>
              <a:off x="-180370" y="3992753"/>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3"/>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2" y="13"/>
                    <a:pt x="16" y="10"/>
                    <a:pt x="19" y="8"/>
                  </a:cubicBezTo>
                  <a:cubicBezTo>
                    <a:pt x="21" y="7"/>
                    <a:pt x="23" y="7"/>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9"/>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9" name="Freeform 1265">
              <a:extLst>
                <a:ext uri="{FF2B5EF4-FFF2-40B4-BE49-F238E27FC236}">
                  <a16:creationId xmlns:a16="http://schemas.microsoft.com/office/drawing/2014/main" id="{4BF2830E-663E-45C7-8823-9354CE785D81}"/>
                </a:ext>
              </a:extLst>
            </p:cNvPr>
            <p:cNvSpPr>
              <a:spLocks noEditPoints="1"/>
            </p:cNvSpPr>
            <p:nvPr userDrawn="1"/>
          </p:nvSpPr>
          <p:spPr bwMode="auto">
            <a:xfrm>
              <a:off x="1888758" y="5160776"/>
              <a:ext cx="238823" cy="180622"/>
            </a:xfrm>
            <a:custGeom>
              <a:avLst/>
              <a:gdLst>
                <a:gd name="T0" fmla="*/ 45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4 h 121"/>
                <a:gd name="T38" fmla="*/ 6 w 159"/>
                <a:gd name="T39" fmla="*/ 45 h 121"/>
                <a:gd name="T40" fmla="*/ 12 w 159"/>
                <a:gd name="T41" fmla="*/ 39 h 121"/>
                <a:gd name="T42" fmla="*/ 36 w 159"/>
                <a:gd name="T43" fmla="*/ 31 h 121"/>
                <a:gd name="T44" fmla="*/ 45 w 159"/>
                <a:gd name="T45" fmla="*/ 32 h 121"/>
                <a:gd name="T46" fmla="*/ 45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4"/>
                    <a:pt x="6" y="94"/>
                    <a:pt x="6" y="94"/>
                  </a:cubicBezTo>
                  <a:cubicBezTo>
                    <a:pt x="6" y="45"/>
                    <a:pt x="6" y="45"/>
                    <a:pt x="6" y="45"/>
                  </a:cubicBezTo>
                  <a:cubicBezTo>
                    <a:pt x="7" y="44"/>
                    <a:pt x="8" y="41"/>
                    <a:pt x="12" y="39"/>
                  </a:cubicBezTo>
                  <a:cubicBezTo>
                    <a:pt x="16" y="35"/>
                    <a:pt x="23" y="31"/>
                    <a:pt x="36" y="31"/>
                  </a:cubicBezTo>
                  <a:cubicBezTo>
                    <a:pt x="39" y="31"/>
                    <a:pt x="42" y="32"/>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8"/>
                    <a:pt x="159" y="57"/>
                    <a:pt x="159" y="56"/>
                  </a:cubicBezTo>
                  <a:cubicBezTo>
                    <a:pt x="159" y="49"/>
                    <a:pt x="157" y="44"/>
                    <a:pt x="153" y="40"/>
                  </a:cubicBezTo>
                  <a:cubicBezTo>
                    <a:pt x="148" y="35"/>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0" name="Freeform 1266">
              <a:extLst>
                <a:ext uri="{FF2B5EF4-FFF2-40B4-BE49-F238E27FC236}">
                  <a16:creationId xmlns:a16="http://schemas.microsoft.com/office/drawing/2014/main" id="{0B1FD555-2B4B-41B6-AF75-8A4AD707ABE6}"/>
                </a:ext>
              </a:extLst>
            </p:cNvPr>
            <p:cNvSpPr>
              <a:spLocks noEditPoints="1"/>
            </p:cNvSpPr>
            <p:nvPr userDrawn="1"/>
          </p:nvSpPr>
          <p:spPr bwMode="auto">
            <a:xfrm>
              <a:off x="1527514" y="4502509"/>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8"/>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20"/>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1" name="Freeform 1267">
              <a:extLst>
                <a:ext uri="{FF2B5EF4-FFF2-40B4-BE49-F238E27FC236}">
                  <a16:creationId xmlns:a16="http://schemas.microsoft.com/office/drawing/2014/main" id="{798BC504-AA93-48D0-A95F-A121B0FA6B0B}"/>
                </a:ext>
              </a:extLst>
            </p:cNvPr>
            <p:cNvSpPr>
              <a:spLocks noEditPoints="1"/>
            </p:cNvSpPr>
            <p:nvPr userDrawn="1"/>
          </p:nvSpPr>
          <p:spPr bwMode="auto">
            <a:xfrm>
              <a:off x="2336299" y="5674546"/>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2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8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5"/>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8"/>
                    <a:pt x="21" y="18"/>
                    <a:pt x="21" y="18"/>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2" name="Freeform 1268">
              <a:extLst>
                <a:ext uri="{FF2B5EF4-FFF2-40B4-BE49-F238E27FC236}">
                  <a16:creationId xmlns:a16="http://schemas.microsoft.com/office/drawing/2014/main" id="{82A78E65-B491-41E9-AF88-BB48C1B92AE7}"/>
                </a:ext>
              </a:extLst>
            </p:cNvPr>
            <p:cNvSpPr>
              <a:spLocks/>
            </p:cNvSpPr>
            <p:nvPr userDrawn="1"/>
          </p:nvSpPr>
          <p:spPr bwMode="auto">
            <a:xfrm>
              <a:off x="2545018" y="5839113"/>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3" name="Freeform 1269">
              <a:extLst>
                <a:ext uri="{FF2B5EF4-FFF2-40B4-BE49-F238E27FC236}">
                  <a16:creationId xmlns:a16="http://schemas.microsoft.com/office/drawing/2014/main" id="{A4F90EDC-7027-4364-A224-CE897193135B}"/>
                </a:ext>
              </a:extLst>
            </p:cNvPr>
            <p:cNvSpPr>
              <a:spLocks noEditPoints="1"/>
            </p:cNvSpPr>
            <p:nvPr userDrawn="1"/>
          </p:nvSpPr>
          <p:spPr bwMode="auto">
            <a:xfrm>
              <a:off x="1515472" y="5281191"/>
              <a:ext cx="313078" cy="280968"/>
            </a:xfrm>
            <a:custGeom>
              <a:avLst/>
              <a:gdLst>
                <a:gd name="T0" fmla="*/ 84 w 209"/>
                <a:gd name="T1" fmla="*/ 8 h 187"/>
                <a:gd name="T2" fmla="*/ 108 w 209"/>
                <a:gd name="T3" fmla="*/ 6 h 187"/>
                <a:gd name="T4" fmla="*/ 198 w 209"/>
                <a:gd name="T5" fmla="*/ 50 h 187"/>
                <a:gd name="T6" fmla="*/ 193 w 209"/>
                <a:gd name="T7" fmla="*/ 116 h 187"/>
                <a:gd name="T8" fmla="*/ 154 w 209"/>
                <a:gd name="T9" fmla="*/ 156 h 187"/>
                <a:gd name="T10" fmla="*/ 111 w 209"/>
                <a:gd name="T11" fmla="*/ 165 h 187"/>
                <a:gd name="T12" fmla="*/ 88 w 209"/>
                <a:gd name="T13" fmla="*/ 160 h 187"/>
                <a:gd name="T14" fmla="*/ 88 w 209"/>
                <a:gd name="T15" fmla="*/ 159 h 187"/>
                <a:gd name="T16" fmla="*/ 61 w 209"/>
                <a:gd name="T17" fmla="*/ 147 h 187"/>
                <a:gd name="T18" fmla="*/ 38 w 209"/>
                <a:gd name="T19" fmla="*/ 134 h 187"/>
                <a:gd name="T20" fmla="*/ 21 w 209"/>
                <a:gd name="T21" fmla="*/ 152 h 187"/>
                <a:gd name="T22" fmla="*/ 13 w 209"/>
                <a:gd name="T23" fmla="*/ 115 h 187"/>
                <a:gd name="T24" fmla="*/ 13 w 209"/>
                <a:gd name="T25" fmla="*/ 115 h 187"/>
                <a:gd name="T26" fmla="*/ 6 w 209"/>
                <a:gd name="T27" fmla="*/ 96 h 187"/>
                <a:gd name="T28" fmla="*/ 14 w 209"/>
                <a:gd name="T29" fmla="*/ 69 h 187"/>
                <a:gd name="T30" fmla="*/ 14 w 209"/>
                <a:gd name="T31" fmla="*/ 69 h 187"/>
                <a:gd name="T32" fmla="*/ 84 w 209"/>
                <a:gd name="T33" fmla="*/ 8 h 187"/>
                <a:gd name="T34" fmla="*/ 83 w 209"/>
                <a:gd name="T35" fmla="*/ 2 h 187"/>
                <a:gd name="T36" fmla="*/ 83 w 209"/>
                <a:gd name="T37" fmla="*/ 2 h 187"/>
                <a:gd name="T38" fmla="*/ 8 w 209"/>
                <a:gd name="T39" fmla="*/ 67 h 187"/>
                <a:gd name="T40" fmla="*/ 4 w 209"/>
                <a:gd name="T41" fmla="*/ 113 h 187"/>
                <a:gd name="T42" fmla="*/ 15 w 209"/>
                <a:gd name="T43" fmla="*/ 152 h 187"/>
                <a:gd name="T44" fmla="*/ 13 w 209"/>
                <a:gd name="T45" fmla="*/ 172 h 187"/>
                <a:gd name="T46" fmla="*/ 13 w 209"/>
                <a:gd name="T47" fmla="*/ 173 h 187"/>
                <a:gd name="T48" fmla="*/ 19 w 209"/>
                <a:gd name="T49" fmla="*/ 175 h 187"/>
                <a:gd name="T50" fmla="*/ 50 w 209"/>
                <a:gd name="T51" fmla="*/ 148 h 187"/>
                <a:gd name="T52" fmla="*/ 111 w 209"/>
                <a:gd name="T53" fmla="*/ 171 h 187"/>
                <a:gd name="T54" fmla="*/ 156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5" y="31"/>
                    <a:pt x="198" y="50"/>
                  </a:cubicBezTo>
                  <a:cubicBezTo>
                    <a:pt x="198" y="52"/>
                    <a:pt x="203" y="63"/>
                    <a:pt x="203" y="79"/>
                  </a:cubicBezTo>
                  <a:cubicBezTo>
                    <a:pt x="203" y="89"/>
                    <a:pt x="201" y="102"/>
                    <a:pt x="193"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59"/>
                    <a:pt x="88" y="159"/>
                    <a:pt x="88" y="159"/>
                  </a:cubicBezTo>
                  <a:cubicBezTo>
                    <a:pt x="88" y="159"/>
                    <a:pt x="88" y="159"/>
                    <a:pt x="88" y="159"/>
                  </a:cubicBezTo>
                  <a:cubicBezTo>
                    <a:pt x="88" y="159"/>
                    <a:pt x="86" y="158"/>
                    <a:pt x="82" y="157"/>
                  </a:cubicBezTo>
                  <a:cubicBezTo>
                    <a:pt x="77" y="154"/>
                    <a:pt x="69" y="151"/>
                    <a:pt x="61" y="147"/>
                  </a:cubicBezTo>
                  <a:cubicBezTo>
                    <a:pt x="53" y="143"/>
                    <a:pt x="45" y="139"/>
                    <a:pt x="41" y="136"/>
                  </a:cubicBezTo>
                  <a:cubicBezTo>
                    <a:pt x="38" y="134"/>
                    <a:pt x="38" y="134"/>
                    <a:pt x="38" y="134"/>
                  </a:cubicBezTo>
                  <a:cubicBezTo>
                    <a:pt x="20" y="162"/>
                    <a:pt x="20" y="162"/>
                    <a:pt x="20" y="162"/>
                  </a:cubicBezTo>
                  <a:cubicBezTo>
                    <a:pt x="21" y="159"/>
                    <a:pt x="21" y="156"/>
                    <a:pt x="21" y="152"/>
                  </a:cubicBezTo>
                  <a:cubicBezTo>
                    <a:pt x="21" y="141"/>
                    <a:pt x="19" y="127"/>
                    <a:pt x="14"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2" y="54"/>
                    <a:pt x="9" y="65"/>
                    <a:pt x="8" y="67"/>
                  </a:cubicBezTo>
                  <a:cubicBezTo>
                    <a:pt x="2" y="79"/>
                    <a:pt x="0" y="88"/>
                    <a:pt x="0" y="96"/>
                  </a:cubicBezTo>
                  <a:cubicBezTo>
                    <a:pt x="0" y="104"/>
                    <a:pt x="2" y="110"/>
                    <a:pt x="4" y="113"/>
                  </a:cubicBezTo>
                  <a:cubicBezTo>
                    <a:pt x="6" y="116"/>
                    <a:pt x="8" y="118"/>
                    <a:pt x="8" y="119"/>
                  </a:cubicBezTo>
                  <a:cubicBezTo>
                    <a:pt x="13" y="129"/>
                    <a:pt x="15" y="142"/>
                    <a:pt x="15" y="152"/>
                  </a:cubicBezTo>
                  <a:cubicBezTo>
                    <a:pt x="15" y="158"/>
                    <a:pt x="14" y="164"/>
                    <a:pt x="14" y="167"/>
                  </a:cubicBezTo>
                  <a:cubicBezTo>
                    <a:pt x="14" y="169"/>
                    <a:pt x="13" y="171"/>
                    <a:pt x="13" y="172"/>
                  </a:cubicBezTo>
                  <a:cubicBezTo>
                    <a:pt x="13" y="172"/>
                    <a:pt x="13"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6" y="146"/>
                    <a:pt x="50" y="148"/>
                  </a:cubicBezTo>
                  <a:cubicBezTo>
                    <a:pt x="64" y="156"/>
                    <a:pt x="83" y="164"/>
                    <a:pt x="85" y="165"/>
                  </a:cubicBezTo>
                  <a:cubicBezTo>
                    <a:pt x="93" y="170"/>
                    <a:pt x="102" y="171"/>
                    <a:pt x="111" y="171"/>
                  </a:cubicBezTo>
                  <a:cubicBezTo>
                    <a:pt x="133" y="171"/>
                    <a:pt x="156" y="161"/>
                    <a:pt x="156" y="161"/>
                  </a:cubicBezTo>
                  <a:cubicBezTo>
                    <a:pt x="156" y="161"/>
                    <a:pt x="156" y="161"/>
                    <a:pt x="156"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4" name="Freeform 1270">
              <a:extLst>
                <a:ext uri="{FF2B5EF4-FFF2-40B4-BE49-F238E27FC236}">
                  <a16:creationId xmlns:a16="http://schemas.microsoft.com/office/drawing/2014/main" id="{8226BC44-EB05-417B-8275-9F28D8107983}"/>
                </a:ext>
              </a:extLst>
            </p:cNvPr>
            <p:cNvSpPr>
              <a:spLocks noEditPoints="1"/>
            </p:cNvSpPr>
            <p:nvPr userDrawn="1"/>
          </p:nvSpPr>
          <p:spPr bwMode="auto">
            <a:xfrm>
              <a:off x="1866681" y="5768870"/>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5" name="Freeform 1271">
              <a:extLst>
                <a:ext uri="{FF2B5EF4-FFF2-40B4-BE49-F238E27FC236}">
                  <a16:creationId xmlns:a16="http://schemas.microsoft.com/office/drawing/2014/main" id="{DDDC5317-88E5-4B60-BE7A-1CFA28C1F659}"/>
                </a:ext>
              </a:extLst>
            </p:cNvPr>
            <p:cNvSpPr>
              <a:spLocks noEditPoints="1"/>
            </p:cNvSpPr>
            <p:nvPr userDrawn="1"/>
          </p:nvSpPr>
          <p:spPr bwMode="auto">
            <a:xfrm>
              <a:off x="355477" y="5106589"/>
              <a:ext cx="315086" cy="284982"/>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6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8"/>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2"/>
                    <a:pt x="111" y="172"/>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6" name="Freeform 1272">
              <a:extLst>
                <a:ext uri="{FF2B5EF4-FFF2-40B4-BE49-F238E27FC236}">
                  <a16:creationId xmlns:a16="http://schemas.microsoft.com/office/drawing/2014/main" id="{A9A18FC2-92FA-4517-B992-6274350DA00D}"/>
                </a:ext>
              </a:extLst>
            </p:cNvPr>
            <p:cNvSpPr>
              <a:spLocks/>
            </p:cNvSpPr>
            <p:nvPr userDrawn="1"/>
          </p:nvSpPr>
          <p:spPr bwMode="auto">
            <a:xfrm>
              <a:off x="487933" y="5108597"/>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7" name="Freeform 1273">
              <a:extLst>
                <a:ext uri="{FF2B5EF4-FFF2-40B4-BE49-F238E27FC236}">
                  <a16:creationId xmlns:a16="http://schemas.microsoft.com/office/drawing/2014/main" id="{C9B98063-03C3-44CC-AF20-76CC7910F90D}"/>
                </a:ext>
              </a:extLst>
            </p:cNvPr>
            <p:cNvSpPr>
              <a:spLocks/>
            </p:cNvSpPr>
            <p:nvPr userDrawn="1"/>
          </p:nvSpPr>
          <p:spPr bwMode="auto">
            <a:xfrm>
              <a:off x="1216442" y="4576764"/>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1"/>
                    <a:pt x="5" y="114"/>
                  </a:cubicBezTo>
                  <a:cubicBezTo>
                    <a:pt x="6" y="117"/>
                    <a:pt x="8" y="119"/>
                    <a:pt x="9" y="120"/>
                  </a:cubicBezTo>
                  <a:cubicBezTo>
                    <a:pt x="13" y="130"/>
                    <a:pt x="15" y="143"/>
                    <a:pt x="15" y="153"/>
                  </a:cubicBezTo>
                  <a:cubicBezTo>
                    <a:pt x="15" y="159"/>
                    <a:pt x="14" y="164"/>
                    <a:pt x="14" y="168"/>
                  </a:cubicBezTo>
                  <a:cubicBezTo>
                    <a:pt x="14" y="170"/>
                    <a:pt x="14" y="172"/>
                    <a:pt x="14" y="173"/>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6"/>
                  </a:cubicBezTo>
                  <a:cubicBezTo>
                    <a:pt x="93" y="171"/>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3"/>
                    <a:pt x="21" y="163"/>
                    <a:pt x="21" y="163"/>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7"/>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8" name="Freeform 1274">
              <a:extLst>
                <a:ext uri="{FF2B5EF4-FFF2-40B4-BE49-F238E27FC236}">
                  <a16:creationId xmlns:a16="http://schemas.microsoft.com/office/drawing/2014/main" id="{64C6CA8B-083A-46C1-84AB-A188389A8EE8}"/>
                </a:ext>
              </a:extLst>
            </p:cNvPr>
            <p:cNvSpPr>
              <a:spLocks/>
            </p:cNvSpPr>
            <p:nvPr userDrawn="1"/>
          </p:nvSpPr>
          <p:spPr bwMode="auto">
            <a:xfrm>
              <a:off x="1391044" y="4825621"/>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9" name="Freeform 1275">
              <a:extLst>
                <a:ext uri="{FF2B5EF4-FFF2-40B4-BE49-F238E27FC236}">
                  <a16:creationId xmlns:a16="http://schemas.microsoft.com/office/drawing/2014/main" id="{50F1F6EE-6DC1-4DB2-9328-D17B33F4C3EA}"/>
                </a:ext>
              </a:extLst>
            </p:cNvPr>
            <p:cNvSpPr>
              <a:spLocks/>
            </p:cNvSpPr>
            <p:nvPr userDrawn="1"/>
          </p:nvSpPr>
          <p:spPr bwMode="auto">
            <a:xfrm>
              <a:off x="1232497" y="4847698"/>
              <a:ext cx="6021" cy="12041"/>
            </a:xfrm>
            <a:custGeom>
              <a:avLst/>
              <a:gdLst>
                <a:gd name="T0" fmla="*/ 1 w 4"/>
                <a:gd name="T1" fmla="*/ 0 h 8"/>
                <a:gd name="T2" fmla="*/ 0 w 4"/>
                <a:gd name="T3" fmla="*/ 8 h 8"/>
                <a:gd name="T4" fmla="*/ 4 w 4"/>
                <a:gd name="T5" fmla="*/ 3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3"/>
                    <a:pt x="4" y="3"/>
                    <a:pt x="4" y="3"/>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0" name="Freeform 1276">
              <a:extLst>
                <a:ext uri="{FF2B5EF4-FFF2-40B4-BE49-F238E27FC236}">
                  <a16:creationId xmlns:a16="http://schemas.microsoft.com/office/drawing/2014/main" id="{0E7E533F-6330-42A2-BFA0-2CB9BECDAB56}"/>
                </a:ext>
              </a:extLst>
            </p:cNvPr>
            <p:cNvSpPr>
              <a:spLocks/>
            </p:cNvSpPr>
            <p:nvPr userDrawn="1"/>
          </p:nvSpPr>
          <p:spPr bwMode="auto">
            <a:xfrm>
              <a:off x="1234504" y="4837663"/>
              <a:ext cx="8028" cy="16055"/>
            </a:xfrm>
            <a:custGeom>
              <a:avLst/>
              <a:gdLst>
                <a:gd name="T0" fmla="*/ 1 w 6"/>
                <a:gd name="T1" fmla="*/ 0 h 10"/>
                <a:gd name="T2" fmla="*/ 1 w 6"/>
                <a:gd name="T3" fmla="*/ 1 h 10"/>
                <a:gd name="T4" fmla="*/ 1 w 6"/>
                <a:gd name="T5" fmla="*/ 1 h 10"/>
                <a:gd name="T6" fmla="*/ 0 w 6"/>
                <a:gd name="T7" fmla="*/ 7 h 10"/>
                <a:gd name="T8" fmla="*/ 3 w 6"/>
                <a:gd name="T9" fmla="*/ 10 h 10"/>
                <a:gd name="T10" fmla="*/ 6 w 6"/>
                <a:gd name="T11" fmla="*/ 4 h 10"/>
                <a:gd name="T12" fmla="*/ 1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0"/>
                  </a:moveTo>
                  <a:cubicBezTo>
                    <a:pt x="1" y="1"/>
                    <a:pt x="1" y="1"/>
                    <a:pt x="1" y="1"/>
                  </a:cubicBezTo>
                  <a:cubicBezTo>
                    <a:pt x="1" y="1"/>
                    <a:pt x="1" y="1"/>
                    <a:pt x="1" y="1"/>
                  </a:cubicBezTo>
                  <a:cubicBezTo>
                    <a:pt x="0" y="7"/>
                    <a:pt x="0" y="7"/>
                    <a:pt x="0" y="7"/>
                  </a:cubicBezTo>
                  <a:cubicBezTo>
                    <a:pt x="1" y="8"/>
                    <a:pt x="2" y="9"/>
                    <a:pt x="3" y="10"/>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1" name="Freeform 1277">
              <a:extLst>
                <a:ext uri="{FF2B5EF4-FFF2-40B4-BE49-F238E27FC236}">
                  <a16:creationId xmlns:a16="http://schemas.microsoft.com/office/drawing/2014/main" id="{1BCD5D43-E21C-43DD-9326-52A258C795FE}"/>
                </a:ext>
              </a:extLst>
            </p:cNvPr>
            <p:cNvSpPr>
              <a:spLocks noEditPoints="1"/>
            </p:cNvSpPr>
            <p:nvPr userDrawn="1"/>
          </p:nvSpPr>
          <p:spPr bwMode="auto">
            <a:xfrm>
              <a:off x="2370417" y="4378080"/>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1"/>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40"/>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2" name="Freeform 1278">
              <a:extLst>
                <a:ext uri="{FF2B5EF4-FFF2-40B4-BE49-F238E27FC236}">
                  <a16:creationId xmlns:a16="http://schemas.microsoft.com/office/drawing/2014/main" id="{836AC95A-96D3-4433-BFF5-E2347618F777}"/>
                </a:ext>
              </a:extLst>
            </p:cNvPr>
            <p:cNvSpPr>
              <a:spLocks noEditPoints="1"/>
            </p:cNvSpPr>
            <p:nvPr userDrawn="1"/>
          </p:nvSpPr>
          <p:spPr bwMode="auto">
            <a:xfrm>
              <a:off x="2613253" y="4378080"/>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3" name="Freeform 1279">
              <a:extLst>
                <a:ext uri="{FF2B5EF4-FFF2-40B4-BE49-F238E27FC236}">
                  <a16:creationId xmlns:a16="http://schemas.microsoft.com/office/drawing/2014/main" id="{E6EF1C98-59FB-4409-95ED-09014D8EB94E}"/>
                </a:ext>
              </a:extLst>
            </p:cNvPr>
            <p:cNvSpPr>
              <a:spLocks/>
            </p:cNvSpPr>
            <p:nvPr userDrawn="1"/>
          </p:nvSpPr>
          <p:spPr bwMode="auto">
            <a:xfrm>
              <a:off x="2370417"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4" name="Freeform 1280">
              <a:extLst>
                <a:ext uri="{FF2B5EF4-FFF2-40B4-BE49-F238E27FC236}">
                  <a16:creationId xmlns:a16="http://schemas.microsoft.com/office/drawing/2014/main" id="{79FC8B2A-0933-4399-9FA7-9BD3E42B8D97}"/>
                </a:ext>
              </a:extLst>
            </p:cNvPr>
            <p:cNvSpPr>
              <a:spLocks noEditPoints="1"/>
            </p:cNvSpPr>
            <p:nvPr userDrawn="1"/>
          </p:nvSpPr>
          <p:spPr bwMode="auto">
            <a:xfrm>
              <a:off x="202951" y="5439737"/>
              <a:ext cx="351210" cy="313078"/>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8 h 208"/>
                <a:gd name="T54" fmla="*/ 15 w 233"/>
                <a:gd name="T55" fmla="*/ 78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3 h 208"/>
                <a:gd name="T74" fmla="*/ 25 w 233"/>
                <a:gd name="T75" fmla="*/ 46 h 208"/>
                <a:gd name="T76" fmla="*/ 9 w 233"/>
                <a:gd name="T77" fmla="*/ 75 h 208"/>
                <a:gd name="T78" fmla="*/ 0 w 233"/>
                <a:gd name="T79" fmla="*/ 108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3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5"/>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8"/>
                  </a:cubicBezTo>
                  <a:cubicBezTo>
                    <a:pt x="6" y="100"/>
                    <a:pt x="8" y="90"/>
                    <a:pt x="15" y="78"/>
                  </a:cubicBezTo>
                  <a:cubicBezTo>
                    <a:pt x="15" y="77"/>
                    <a:pt x="15" y="77"/>
                    <a:pt x="15" y="77"/>
                  </a:cubicBezTo>
                  <a:cubicBezTo>
                    <a:pt x="15" y="77"/>
                    <a:pt x="15" y="77"/>
                    <a:pt x="15" y="77"/>
                  </a:cubicBezTo>
                  <a:cubicBezTo>
                    <a:pt x="15" y="77"/>
                    <a:pt x="15" y="77"/>
                    <a:pt x="15" y="77"/>
                  </a:cubicBezTo>
                  <a:cubicBezTo>
                    <a:pt x="15" y="76"/>
                    <a:pt x="19" y="63"/>
                    <a:pt x="31" y="48"/>
                  </a:cubicBezTo>
                  <a:cubicBezTo>
                    <a:pt x="42" y="34"/>
                    <a:pt x="62" y="17"/>
                    <a:pt x="94" y="8"/>
                  </a:cubicBezTo>
                  <a:moveTo>
                    <a:pt x="120" y="0"/>
                  </a:moveTo>
                  <a:cubicBezTo>
                    <a:pt x="104" y="0"/>
                    <a:pt x="93" y="2"/>
                    <a:pt x="93" y="2"/>
                  </a:cubicBezTo>
                  <a:cubicBezTo>
                    <a:pt x="92" y="2"/>
                    <a:pt x="92" y="2"/>
                    <a:pt x="92" y="2"/>
                  </a:cubicBezTo>
                  <a:cubicBezTo>
                    <a:pt x="92" y="3"/>
                    <a:pt x="92" y="3"/>
                    <a:pt x="92" y="3"/>
                  </a:cubicBezTo>
                  <a:cubicBezTo>
                    <a:pt x="58" y="12"/>
                    <a:pt x="37" y="30"/>
                    <a:pt x="25" y="46"/>
                  </a:cubicBezTo>
                  <a:cubicBezTo>
                    <a:pt x="14" y="60"/>
                    <a:pt x="10" y="73"/>
                    <a:pt x="9" y="75"/>
                  </a:cubicBezTo>
                  <a:cubicBezTo>
                    <a:pt x="3" y="88"/>
                    <a:pt x="0" y="99"/>
                    <a:pt x="0" y="108"/>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4"/>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3"/>
                    <a:pt x="226" y="53"/>
                    <a:pt x="226" y="53"/>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5" name="Freeform 1281">
              <a:extLst>
                <a:ext uri="{FF2B5EF4-FFF2-40B4-BE49-F238E27FC236}">
                  <a16:creationId xmlns:a16="http://schemas.microsoft.com/office/drawing/2014/main" id="{1780C6DD-6F08-4858-B2B9-CB3E3F13F05D}"/>
                </a:ext>
              </a:extLst>
            </p:cNvPr>
            <p:cNvSpPr>
              <a:spLocks noEditPoints="1"/>
            </p:cNvSpPr>
            <p:nvPr userDrawn="1"/>
          </p:nvSpPr>
          <p:spPr bwMode="auto">
            <a:xfrm>
              <a:off x="1774363" y="4606868"/>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7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6 h 117"/>
                <a:gd name="T50" fmla="*/ 136 w 169"/>
                <a:gd name="T51" fmla="*/ 6 h 117"/>
                <a:gd name="T52" fmla="*/ 136 w 169"/>
                <a:gd name="T53" fmla="*/ 6 h 117"/>
                <a:gd name="T54" fmla="*/ 136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7"/>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7"/>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6" name="Freeform 1282">
              <a:extLst>
                <a:ext uri="{FF2B5EF4-FFF2-40B4-BE49-F238E27FC236}">
                  <a16:creationId xmlns:a16="http://schemas.microsoft.com/office/drawing/2014/main" id="{C0534DD6-246F-44F6-8A48-0E59CE0167C0}"/>
                </a:ext>
              </a:extLst>
            </p:cNvPr>
            <p:cNvSpPr>
              <a:spLocks noEditPoints="1"/>
            </p:cNvSpPr>
            <p:nvPr userDrawn="1"/>
          </p:nvSpPr>
          <p:spPr bwMode="auto">
            <a:xfrm>
              <a:off x="538105" y="5664511"/>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20 h 70"/>
                <a:gd name="T20" fmla="*/ 30 w 104"/>
                <a:gd name="T21" fmla="*/ 20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3 w 104"/>
                <a:gd name="T65" fmla="*/ 6 h 70"/>
                <a:gd name="T66" fmla="*/ 83 w 104"/>
                <a:gd name="T67" fmla="*/ 6 h 70"/>
                <a:gd name="T68" fmla="*/ 83 w 104"/>
                <a:gd name="T69" fmla="*/ 6 h 70"/>
                <a:gd name="T70" fmla="*/ 83 w 104"/>
                <a:gd name="T71" fmla="*/ 6 h 70"/>
                <a:gd name="T72" fmla="*/ 84 w 104"/>
                <a:gd name="T73" fmla="*/ 0 h 70"/>
                <a:gd name="T74" fmla="*/ 46 w 104"/>
                <a:gd name="T75" fmla="*/ 0 h 70"/>
                <a:gd name="T76" fmla="*/ 46 w 104"/>
                <a:gd name="T77" fmla="*/ 0 h 70"/>
                <a:gd name="T78" fmla="*/ 35 w 104"/>
                <a:gd name="T79" fmla="*/ 3 h 70"/>
                <a:gd name="T80" fmla="*/ 26 w 104"/>
                <a:gd name="T81" fmla="*/ 13 h 70"/>
                <a:gd name="T82" fmla="*/ 24 w 104"/>
                <a:gd name="T83" fmla="*/ 19 h 70"/>
                <a:gd name="T84" fmla="*/ 24 w 104"/>
                <a:gd name="T85" fmla="*/ 19 h 70"/>
                <a:gd name="T86" fmla="*/ 24 w 104"/>
                <a:gd name="T87" fmla="*/ 32 h 70"/>
                <a:gd name="T88" fmla="*/ 0 w 104"/>
                <a:gd name="T89" fmla="*/ 19 h 70"/>
                <a:gd name="T90" fmla="*/ 8 w 104"/>
                <a:gd name="T91" fmla="*/ 30 h 70"/>
                <a:gd name="T92" fmla="*/ 10 w 104"/>
                <a:gd name="T93" fmla="*/ 28 h 70"/>
                <a:gd name="T94" fmla="*/ 8 w 104"/>
                <a:gd name="T95" fmla="*/ 30 h 70"/>
                <a:gd name="T96" fmla="*/ 24 w 104"/>
                <a:gd name="T97" fmla="*/ 51 h 70"/>
                <a:gd name="T98" fmla="*/ 27 w 104"/>
                <a:gd name="T99" fmla="*/ 61 h 70"/>
                <a:gd name="T100" fmla="*/ 35 w 104"/>
                <a:gd name="T101" fmla="*/ 69 h 70"/>
                <a:gd name="T102" fmla="*/ 40 w 104"/>
                <a:gd name="T103" fmla="*/ 70 h 70"/>
                <a:gd name="T104" fmla="*/ 40 w 104"/>
                <a:gd name="T105" fmla="*/ 70 h 70"/>
                <a:gd name="T106" fmla="*/ 81 w 104"/>
                <a:gd name="T107" fmla="*/ 70 h 70"/>
                <a:gd name="T108" fmla="*/ 81 w 104"/>
                <a:gd name="T109" fmla="*/ 70 h 70"/>
                <a:gd name="T110" fmla="*/ 100 w 104"/>
                <a:gd name="T111" fmla="*/ 64 h 70"/>
                <a:gd name="T112" fmla="*/ 104 w 104"/>
                <a:gd name="T113" fmla="*/ 55 h 70"/>
                <a:gd name="T114" fmla="*/ 104 w 104"/>
                <a:gd name="T115" fmla="*/ 53 h 70"/>
                <a:gd name="T116" fmla="*/ 104 w 104"/>
                <a:gd name="T117" fmla="*/ 20 h 70"/>
                <a:gd name="T118" fmla="*/ 104 w 104"/>
                <a:gd name="T119" fmla="*/ 19 h 70"/>
                <a:gd name="T120" fmla="*/ 93 w 104"/>
                <a:gd name="T121" fmla="*/ 3 h 70"/>
                <a:gd name="T122" fmla="*/ 84 w 104"/>
                <a:gd name="T123" fmla="*/ 0 h 70"/>
                <a:gd name="T124" fmla="*/ 84 w 104"/>
                <a:gd name="T1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20"/>
                  </a:moveTo>
                  <a:cubicBezTo>
                    <a:pt x="30" y="20"/>
                    <a:pt x="30" y="20"/>
                    <a:pt x="30" y="20"/>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3" y="6"/>
                  </a:moveTo>
                  <a:cubicBezTo>
                    <a:pt x="83" y="6"/>
                    <a:pt x="83" y="6"/>
                    <a:pt x="83" y="6"/>
                  </a:cubicBezTo>
                  <a:cubicBezTo>
                    <a:pt x="83" y="6"/>
                    <a:pt x="83" y="6"/>
                    <a:pt x="83" y="6"/>
                  </a:cubicBezTo>
                  <a:cubicBezTo>
                    <a:pt x="83" y="6"/>
                    <a:pt x="83" y="6"/>
                    <a:pt x="83"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7" name="Freeform 1283">
              <a:extLst>
                <a:ext uri="{FF2B5EF4-FFF2-40B4-BE49-F238E27FC236}">
                  <a16:creationId xmlns:a16="http://schemas.microsoft.com/office/drawing/2014/main" id="{B692F55E-DC4C-470E-99A1-BEC671CCCD8C}"/>
                </a:ext>
              </a:extLst>
            </p:cNvPr>
            <p:cNvSpPr>
              <a:spLocks noEditPoints="1"/>
            </p:cNvSpPr>
            <p:nvPr userDrawn="1"/>
          </p:nvSpPr>
          <p:spPr bwMode="auto">
            <a:xfrm>
              <a:off x="-17809" y="5794961"/>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7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7"/>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2"/>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7"/>
                    <a:pt x="32" y="27"/>
                    <a:pt x="32" y="27"/>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8"/>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8" name="Freeform 1284">
              <a:extLst>
                <a:ext uri="{FF2B5EF4-FFF2-40B4-BE49-F238E27FC236}">
                  <a16:creationId xmlns:a16="http://schemas.microsoft.com/office/drawing/2014/main" id="{0BEBA504-8ACE-4F3A-97BC-CB4013F030D9}"/>
                </a:ext>
              </a:extLst>
            </p:cNvPr>
            <p:cNvSpPr>
              <a:spLocks noEditPoints="1"/>
            </p:cNvSpPr>
            <p:nvPr userDrawn="1"/>
          </p:nvSpPr>
          <p:spPr bwMode="auto">
            <a:xfrm>
              <a:off x="869246" y="5285205"/>
              <a:ext cx="168581" cy="114395"/>
            </a:xfrm>
            <a:custGeom>
              <a:avLst/>
              <a:gdLst>
                <a:gd name="T0" fmla="*/ 43 w 112"/>
                <a:gd name="T1" fmla="*/ 70 h 76"/>
                <a:gd name="T2" fmla="*/ 43 w 112"/>
                <a:gd name="T3" fmla="*/ 70 h 76"/>
                <a:gd name="T4" fmla="*/ 10 w 112"/>
                <a:gd name="T5" fmla="*/ 30 h 76"/>
                <a:gd name="T6" fmla="*/ 32 w 112"/>
                <a:gd name="T7" fmla="*/ 21 h 76"/>
                <a:gd name="T8" fmla="*/ 32 w 112"/>
                <a:gd name="T9" fmla="*/ 21 h 76"/>
                <a:gd name="T10" fmla="*/ 32 w 112"/>
                <a:gd name="T11" fmla="*/ 21 h 76"/>
                <a:gd name="T12" fmla="*/ 49 w 112"/>
                <a:gd name="T13" fmla="*/ 6 h 76"/>
                <a:gd name="T14" fmla="*/ 97 w 112"/>
                <a:gd name="T15" fmla="*/ 9 h 76"/>
                <a:gd name="T16" fmla="*/ 105 w 112"/>
                <a:gd name="T17" fmla="*/ 58 h 76"/>
                <a:gd name="T18" fmla="*/ 106 w 112"/>
                <a:gd name="T19" fmla="*/ 59 h 76"/>
                <a:gd name="T20" fmla="*/ 87 w 112"/>
                <a:gd name="T21" fmla="*/ 70 h 76"/>
                <a:gd name="T22" fmla="*/ 37 w 112"/>
                <a:gd name="T23" fmla="*/ 67 h 76"/>
                <a:gd name="T24" fmla="*/ 32 w 112"/>
                <a:gd name="T25" fmla="*/ 55 h 76"/>
                <a:gd name="T26" fmla="*/ 21 w 112"/>
                <a:gd name="T27" fmla="*/ 39 h 76"/>
                <a:gd name="T28" fmla="*/ 32 w 112"/>
                <a:gd name="T29" fmla="*/ 21 h 76"/>
                <a:gd name="T30" fmla="*/ 40 w 112"/>
                <a:gd name="T31" fmla="*/ 8 h 76"/>
                <a:gd name="T32" fmla="*/ 49 w 112"/>
                <a:gd name="T33" fmla="*/ 6 h 76"/>
                <a:gd name="T34" fmla="*/ 90 w 112"/>
                <a:gd name="T35" fmla="*/ 6 h 76"/>
                <a:gd name="T36" fmla="*/ 90 w 112"/>
                <a:gd name="T37" fmla="*/ 6 h 76"/>
                <a:gd name="T38" fmla="*/ 49 w 112"/>
                <a:gd name="T39" fmla="*/ 0 h 76"/>
                <a:gd name="T40" fmla="*/ 37 w 112"/>
                <a:gd name="T41" fmla="*/ 3 h 76"/>
                <a:gd name="T42" fmla="*/ 26 w 112"/>
                <a:gd name="T43" fmla="*/ 20 h 76"/>
                <a:gd name="T44" fmla="*/ 26 w 112"/>
                <a:gd name="T45" fmla="*/ 35 h 76"/>
                <a:gd name="T46" fmla="*/ 8 w 112"/>
                <a:gd name="T47" fmla="*/ 32 h 76"/>
                <a:gd name="T48" fmla="*/ 8 w 112"/>
                <a:gd name="T49" fmla="*/ 32 h 76"/>
                <a:gd name="T50" fmla="*/ 28 w 112"/>
                <a:gd name="T51" fmla="*/ 66 h 76"/>
                <a:gd name="T52" fmla="*/ 43 w 112"/>
                <a:gd name="T53" fmla="*/ 76 h 76"/>
                <a:gd name="T54" fmla="*/ 87 w 112"/>
                <a:gd name="T55" fmla="*/ 76 h 76"/>
                <a:gd name="T56" fmla="*/ 107 w 112"/>
                <a:gd name="T57" fmla="*/ 69 h 76"/>
                <a:gd name="T58" fmla="*/ 111 w 112"/>
                <a:gd name="T59" fmla="*/ 58 h 76"/>
                <a:gd name="T60" fmla="*/ 111 w 112"/>
                <a:gd name="T61" fmla="*/ 21 h 76"/>
                <a:gd name="T62" fmla="*/ 90 w 112"/>
                <a:gd name="T6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76">
                  <a:moveTo>
                    <a:pt x="43" y="70"/>
                  </a:moveTo>
                  <a:cubicBezTo>
                    <a:pt x="43" y="70"/>
                    <a:pt x="43" y="70"/>
                    <a:pt x="43" y="70"/>
                  </a:cubicBezTo>
                  <a:cubicBezTo>
                    <a:pt x="43" y="70"/>
                    <a:pt x="43" y="70"/>
                    <a:pt x="43" y="70"/>
                  </a:cubicBezTo>
                  <a:cubicBezTo>
                    <a:pt x="43" y="70"/>
                    <a:pt x="43" y="70"/>
                    <a:pt x="43" y="70"/>
                  </a:cubicBezTo>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2" y="7"/>
                    <a:pt x="45" y="6"/>
                    <a:pt x="49" y="6"/>
                  </a:cubicBezTo>
                  <a:cubicBezTo>
                    <a:pt x="49" y="6"/>
                    <a:pt x="49" y="6"/>
                    <a:pt x="49" y="6"/>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6"/>
                    <a:pt x="26" y="56"/>
                    <a:pt x="26" y="56"/>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9" name="Freeform 1285">
              <a:extLst>
                <a:ext uri="{FF2B5EF4-FFF2-40B4-BE49-F238E27FC236}">
                  <a16:creationId xmlns:a16="http://schemas.microsoft.com/office/drawing/2014/main" id="{5EFFB1A5-F175-47E1-B81C-7EAC2B356C2D}"/>
                </a:ext>
              </a:extLst>
            </p:cNvPr>
            <p:cNvSpPr>
              <a:spLocks noEditPoints="1"/>
            </p:cNvSpPr>
            <p:nvPr userDrawn="1"/>
          </p:nvSpPr>
          <p:spPr bwMode="auto">
            <a:xfrm>
              <a:off x="855197" y="5010257"/>
              <a:ext cx="252871" cy="234809"/>
            </a:xfrm>
            <a:custGeom>
              <a:avLst/>
              <a:gdLst>
                <a:gd name="T0" fmla="*/ 71 w 167"/>
                <a:gd name="T1" fmla="*/ 0 h 155"/>
                <a:gd name="T2" fmla="*/ 71 w 167"/>
                <a:gd name="T3" fmla="*/ 0 h 155"/>
                <a:gd name="T4" fmla="*/ 71 w 167"/>
                <a:gd name="T5" fmla="*/ 0 h 155"/>
                <a:gd name="T6" fmla="*/ 71 w 167"/>
                <a:gd name="T7" fmla="*/ 0 h 155"/>
                <a:gd name="T8" fmla="*/ 7 w 167"/>
                <a:gd name="T9" fmla="*/ 64 h 155"/>
                <a:gd name="T10" fmla="*/ 9 w 167"/>
                <a:gd name="T11" fmla="*/ 61 h 155"/>
                <a:gd name="T12" fmla="*/ 7 w 167"/>
                <a:gd name="T13" fmla="*/ 64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8 h 155"/>
                <a:gd name="T46" fmla="*/ 41 w 167"/>
                <a:gd name="T47" fmla="*/ 41 h 155"/>
                <a:gd name="T48" fmla="*/ 46 w 167"/>
                <a:gd name="T49" fmla="*/ 22 h 155"/>
                <a:gd name="T50" fmla="*/ 56 w 167"/>
                <a:gd name="T51" fmla="*/ 11 h 155"/>
                <a:gd name="T52" fmla="*/ 71 w 167"/>
                <a:gd name="T53" fmla="*/ 6 h 155"/>
                <a:gd name="T54" fmla="*/ 71 w 167"/>
                <a:gd name="T55" fmla="*/ 6 h 155"/>
                <a:gd name="T56" fmla="*/ 135 w 167"/>
                <a:gd name="T57" fmla="*/ 0 h 155"/>
                <a:gd name="T58" fmla="*/ 71 w 167"/>
                <a:gd name="T59" fmla="*/ 0 h 155"/>
                <a:gd name="T60" fmla="*/ 51 w 167"/>
                <a:gd name="T61" fmla="*/ 6 h 155"/>
                <a:gd name="T62" fmla="*/ 38 w 167"/>
                <a:gd name="T63" fmla="*/ 28 h 155"/>
                <a:gd name="T64" fmla="*/ 35 w 167"/>
                <a:gd name="T65" fmla="*/ 40 h 155"/>
                <a:gd name="T66" fmla="*/ 35 w 167"/>
                <a:gd name="T67" fmla="*/ 40 h 155"/>
                <a:gd name="T68" fmla="*/ 35 w 167"/>
                <a:gd name="T69" fmla="*/ 76 h 155"/>
                <a:gd name="T70" fmla="*/ 0 w 167"/>
                <a:gd name="T71" fmla="*/ 51 h 155"/>
                <a:gd name="T72" fmla="*/ 6 w 167"/>
                <a:gd name="T73" fmla="*/ 63 h 155"/>
                <a:gd name="T74" fmla="*/ 9 w 167"/>
                <a:gd name="T75" fmla="*/ 61 h 155"/>
                <a:gd name="T76" fmla="*/ 6 w 167"/>
                <a:gd name="T77" fmla="*/ 63 h 155"/>
                <a:gd name="T78" fmla="*/ 35 w 167"/>
                <a:gd name="T79" fmla="*/ 114 h 155"/>
                <a:gd name="T80" fmla="*/ 47 w 167"/>
                <a:gd name="T81" fmla="*/ 148 h 155"/>
                <a:gd name="T82" fmla="*/ 60 w 167"/>
                <a:gd name="T83" fmla="*/ 155 h 155"/>
                <a:gd name="T84" fmla="*/ 61 w 167"/>
                <a:gd name="T85" fmla="*/ 155 h 155"/>
                <a:gd name="T86" fmla="*/ 131 w 167"/>
                <a:gd name="T87" fmla="*/ 155 h 155"/>
                <a:gd name="T88" fmla="*/ 131 w 167"/>
                <a:gd name="T89" fmla="*/ 155 h 155"/>
                <a:gd name="T90" fmla="*/ 162 w 167"/>
                <a:gd name="T91" fmla="*/ 141 h 155"/>
                <a:gd name="T92" fmla="*/ 167 w 167"/>
                <a:gd name="T93" fmla="*/ 123 h 155"/>
                <a:gd name="T94" fmla="*/ 167 w 167"/>
                <a:gd name="T95" fmla="*/ 120 h 155"/>
                <a:gd name="T96" fmla="*/ 167 w 167"/>
                <a:gd name="T97" fmla="*/ 42 h 155"/>
                <a:gd name="T98" fmla="*/ 167 w 167"/>
                <a:gd name="T99" fmla="*/ 42 h 155"/>
                <a:gd name="T100" fmla="*/ 149 w 167"/>
                <a:gd name="T101" fmla="*/ 6 h 155"/>
                <a:gd name="T102" fmla="*/ 135 w 167"/>
                <a:gd name="T103" fmla="*/ 0 h 155"/>
                <a:gd name="T104" fmla="*/ 135 w 167"/>
                <a:gd name="T10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5">
                  <a:moveTo>
                    <a:pt x="71" y="0"/>
                  </a:moveTo>
                  <a:cubicBezTo>
                    <a:pt x="71" y="0"/>
                    <a:pt x="71" y="0"/>
                    <a:pt x="71" y="0"/>
                  </a:cubicBezTo>
                  <a:cubicBezTo>
                    <a:pt x="71" y="0"/>
                    <a:pt x="71" y="0"/>
                    <a:pt x="71" y="0"/>
                  </a:cubicBezTo>
                  <a:cubicBezTo>
                    <a:pt x="71" y="0"/>
                    <a:pt x="71" y="0"/>
                    <a:pt x="71" y="0"/>
                  </a:cubicBezTo>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0" name="Freeform 1286">
              <a:extLst>
                <a:ext uri="{FF2B5EF4-FFF2-40B4-BE49-F238E27FC236}">
                  <a16:creationId xmlns:a16="http://schemas.microsoft.com/office/drawing/2014/main" id="{FB31AB82-DBBF-45F0-BBC6-D54C57ED80EE}"/>
                </a:ext>
              </a:extLst>
            </p:cNvPr>
            <p:cNvSpPr>
              <a:spLocks noEditPoints="1"/>
            </p:cNvSpPr>
            <p:nvPr userDrawn="1"/>
          </p:nvSpPr>
          <p:spPr bwMode="auto">
            <a:xfrm>
              <a:off x="233054" y="4548667"/>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1 h 156"/>
                <a:gd name="T96" fmla="*/ 167 w 167"/>
                <a:gd name="T97" fmla="*/ 43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9"/>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1"/>
                  </a:cubicBezTo>
                  <a:cubicBezTo>
                    <a:pt x="167" y="43"/>
                    <a:pt x="167" y="43"/>
                    <a:pt x="167" y="43"/>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1" name="Freeform 1287">
              <a:extLst>
                <a:ext uri="{FF2B5EF4-FFF2-40B4-BE49-F238E27FC236}">
                  <a16:creationId xmlns:a16="http://schemas.microsoft.com/office/drawing/2014/main" id="{05DF84DD-A4F3-4FF3-82EA-4074E4F8DF04}"/>
                </a:ext>
              </a:extLst>
            </p:cNvPr>
            <p:cNvSpPr>
              <a:spLocks/>
            </p:cNvSpPr>
            <p:nvPr userDrawn="1"/>
          </p:nvSpPr>
          <p:spPr bwMode="auto">
            <a:xfrm>
              <a:off x="473884"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2" name="Freeform 1288">
              <a:extLst>
                <a:ext uri="{FF2B5EF4-FFF2-40B4-BE49-F238E27FC236}">
                  <a16:creationId xmlns:a16="http://schemas.microsoft.com/office/drawing/2014/main" id="{37300EA0-01CE-4B33-9828-07FAD74741D6}"/>
                </a:ext>
              </a:extLst>
            </p:cNvPr>
            <p:cNvSpPr>
              <a:spLocks noEditPoints="1"/>
            </p:cNvSpPr>
            <p:nvPr userDrawn="1"/>
          </p:nvSpPr>
          <p:spPr bwMode="auto">
            <a:xfrm>
              <a:off x="1005716" y="5349426"/>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7 w 120"/>
                <a:gd name="T43" fmla="*/ 160 h 166"/>
                <a:gd name="T44" fmla="*/ 17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3 w 120"/>
                <a:gd name="T65" fmla="*/ 53 h 166"/>
                <a:gd name="T66" fmla="*/ 0 w 120"/>
                <a:gd name="T67" fmla="*/ 61 h 166"/>
                <a:gd name="T68" fmla="*/ 0 w 120"/>
                <a:gd name="T69" fmla="*/ 62 h 166"/>
                <a:gd name="T70" fmla="*/ 1 w 120"/>
                <a:gd name="T71" fmla="*/ 130 h 166"/>
                <a:gd name="T72" fmla="*/ 1 w 120"/>
                <a:gd name="T73" fmla="*/ 131 h 166"/>
                <a:gd name="T74" fmla="*/ 12 w 120"/>
                <a:gd name="T75" fmla="*/ 160 h 166"/>
                <a:gd name="T76" fmla="*/ 27 w 120"/>
                <a:gd name="T77" fmla="*/ 166 h 166"/>
                <a:gd name="T78" fmla="*/ 27 w 120"/>
                <a:gd name="T79" fmla="*/ 166 h 166"/>
                <a:gd name="T80" fmla="*/ 29 w 120"/>
                <a:gd name="T81" fmla="*/ 166 h 166"/>
                <a:gd name="T82" fmla="*/ 88 w 120"/>
                <a:gd name="T83" fmla="*/ 165 h 166"/>
                <a:gd name="T84" fmla="*/ 88 w 120"/>
                <a:gd name="T85" fmla="*/ 165 h 166"/>
                <a:gd name="T86" fmla="*/ 116 w 120"/>
                <a:gd name="T87" fmla="*/ 146 h 166"/>
                <a:gd name="T88" fmla="*/ 120 w 120"/>
                <a:gd name="T89" fmla="*/ 133 h 166"/>
                <a:gd name="T90" fmla="*/ 120 w 120"/>
                <a:gd name="T91" fmla="*/ 132 h 166"/>
                <a:gd name="T92" fmla="*/ 119 w 120"/>
                <a:gd name="T93" fmla="*/ 70 h 166"/>
                <a:gd name="T94" fmla="*/ 119 w 120"/>
                <a:gd name="T95" fmla="*/ 70 h 166"/>
                <a:gd name="T96" fmla="*/ 114 w 120"/>
                <a:gd name="T97" fmla="*/ 51 h 166"/>
                <a:gd name="T98" fmla="*/ 97 w 120"/>
                <a:gd name="T99" fmla="*/ 38 h 166"/>
                <a:gd name="T100" fmla="*/ 87 w 120"/>
                <a:gd name="T101" fmla="*/ 35 h 166"/>
                <a:gd name="T102" fmla="*/ 87 w 120"/>
                <a:gd name="T103" fmla="*/ 35 h 166"/>
                <a:gd name="T104" fmla="*/ 61 w 120"/>
                <a:gd name="T105" fmla="*/ 35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3"/>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6"/>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3" name="Freeform 1289">
              <a:extLst>
                <a:ext uri="{FF2B5EF4-FFF2-40B4-BE49-F238E27FC236}">
                  <a16:creationId xmlns:a16="http://schemas.microsoft.com/office/drawing/2014/main" id="{34BA627B-AA1C-4138-81BA-65BB0F36AE54}"/>
                </a:ext>
              </a:extLst>
            </p:cNvPr>
            <p:cNvSpPr>
              <a:spLocks noEditPoints="1"/>
            </p:cNvSpPr>
            <p:nvPr userDrawn="1"/>
          </p:nvSpPr>
          <p:spPr bwMode="auto">
            <a:xfrm>
              <a:off x="102605" y="4697179"/>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2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3 h 166"/>
                <a:gd name="T64" fmla="*/ 0 w 120"/>
                <a:gd name="T65" fmla="*/ 61 h 166"/>
                <a:gd name="T66" fmla="*/ 0 w 120"/>
                <a:gd name="T67" fmla="*/ 62 h 166"/>
                <a:gd name="T68" fmla="*/ 1 w 120"/>
                <a:gd name="T69" fmla="*/ 130 h 166"/>
                <a:gd name="T70" fmla="*/ 1 w 120"/>
                <a:gd name="T71" fmla="*/ 130 h 166"/>
                <a:gd name="T72" fmla="*/ 12 w 120"/>
                <a:gd name="T73" fmla="*/ 160 h 166"/>
                <a:gd name="T74" fmla="*/ 27 w 120"/>
                <a:gd name="T75" fmla="*/ 166 h 166"/>
                <a:gd name="T76" fmla="*/ 27 w 120"/>
                <a:gd name="T77" fmla="*/ 166 h 166"/>
                <a:gd name="T78" fmla="*/ 29 w 120"/>
                <a:gd name="T79" fmla="*/ 166 h 166"/>
                <a:gd name="T80" fmla="*/ 88 w 120"/>
                <a:gd name="T81" fmla="*/ 165 h 166"/>
                <a:gd name="T82" fmla="*/ 88 w 120"/>
                <a:gd name="T83" fmla="*/ 165 h 166"/>
                <a:gd name="T84" fmla="*/ 116 w 120"/>
                <a:gd name="T85" fmla="*/ 146 h 166"/>
                <a:gd name="T86" fmla="*/ 119 w 120"/>
                <a:gd name="T87" fmla="*/ 138 h 166"/>
                <a:gd name="T88" fmla="*/ 114 w 120"/>
                <a:gd name="T89" fmla="*/ 135 h 166"/>
                <a:gd name="T90" fmla="*/ 119 w 120"/>
                <a:gd name="T91" fmla="*/ 136 h 166"/>
                <a:gd name="T92" fmla="*/ 120 w 120"/>
                <a:gd name="T93" fmla="*/ 132 h 166"/>
                <a:gd name="T94" fmla="*/ 120 w 120"/>
                <a:gd name="T95" fmla="*/ 132 h 166"/>
                <a:gd name="T96" fmla="*/ 119 w 120"/>
                <a:gd name="T97" fmla="*/ 70 h 166"/>
                <a:gd name="T98" fmla="*/ 119 w 120"/>
                <a:gd name="T99" fmla="*/ 70 h 166"/>
                <a:gd name="T100" fmla="*/ 114 w 120"/>
                <a:gd name="T101" fmla="*/ 51 h 166"/>
                <a:gd name="T102" fmla="*/ 97 w 120"/>
                <a:gd name="T103" fmla="*/ 38 h 166"/>
                <a:gd name="T104" fmla="*/ 87 w 120"/>
                <a:gd name="T105" fmla="*/ 35 h 166"/>
                <a:gd name="T106" fmla="*/ 87 w 120"/>
                <a:gd name="T107" fmla="*/ 35 h 166"/>
                <a:gd name="T108" fmla="*/ 61 w 120"/>
                <a:gd name="T109" fmla="*/ 35 h 166"/>
                <a:gd name="T110" fmla="*/ 80 w 12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2"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59"/>
                    <a:pt x="16"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17" y="143"/>
                    <a:pt x="118" y="141"/>
                    <a:pt x="119" y="138"/>
                  </a:cubicBezTo>
                  <a:cubicBezTo>
                    <a:pt x="114" y="135"/>
                    <a:pt x="114" y="135"/>
                    <a:pt x="114" y="135"/>
                  </a:cubicBezTo>
                  <a:cubicBezTo>
                    <a:pt x="119" y="136"/>
                    <a:pt x="119" y="136"/>
                    <a:pt x="119" y="136"/>
                  </a:cubicBezTo>
                  <a:cubicBezTo>
                    <a:pt x="120" y="134"/>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4" name="Freeform 1290">
              <a:extLst>
                <a:ext uri="{FF2B5EF4-FFF2-40B4-BE49-F238E27FC236}">
                  <a16:creationId xmlns:a16="http://schemas.microsoft.com/office/drawing/2014/main" id="{A4E7B47B-E5A2-4FE3-AF91-62B8F59312EA}"/>
                </a:ext>
              </a:extLst>
            </p:cNvPr>
            <p:cNvSpPr>
              <a:spLocks/>
            </p:cNvSpPr>
            <p:nvPr userDrawn="1"/>
          </p:nvSpPr>
          <p:spPr bwMode="auto">
            <a:xfrm>
              <a:off x="273192" y="4901884"/>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5" name="Freeform 1291">
              <a:extLst>
                <a:ext uri="{FF2B5EF4-FFF2-40B4-BE49-F238E27FC236}">
                  <a16:creationId xmlns:a16="http://schemas.microsoft.com/office/drawing/2014/main" id="{98148EFD-8042-4B2D-A408-A42E26F724FC}"/>
                </a:ext>
              </a:extLst>
            </p:cNvPr>
            <p:cNvSpPr>
              <a:spLocks noEditPoints="1"/>
            </p:cNvSpPr>
            <p:nvPr userDrawn="1"/>
          </p:nvSpPr>
          <p:spPr bwMode="auto">
            <a:xfrm>
              <a:off x="1513465"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6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6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5"/>
                    <a:pt x="70" y="35"/>
                  </a:cubicBezTo>
                  <a:cubicBezTo>
                    <a:pt x="70" y="35"/>
                    <a:pt x="70" y="35"/>
                    <a:pt x="70" y="35"/>
                  </a:cubicBezTo>
                  <a:cubicBezTo>
                    <a:pt x="70" y="64"/>
                    <a:pt x="70" y="64"/>
                    <a:pt x="70" y="64"/>
                  </a:cubicBezTo>
                  <a:cubicBezTo>
                    <a:pt x="0" y="26"/>
                    <a:pt x="0" y="26"/>
                    <a:pt x="0" y="26"/>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6"/>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6" name="Freeform 1292">
              <a:extLst>
                <a:ext uri="{FF2B5EF4-FFF2-40B4-BE49-F238E27FC236}">
                  <a16:creationId xmlns:a16="http://schemas.microsoft.com/office/drawing/2014/main" id="{59F4AC23-3CE6-45B1-9A87-C30E798B99ED}"/>
                </a:ext>
              </a:extLst>
            </p:cNvPr>
            <p:cNvSpPr>
              <a:spLocks noEditPoints="1"/>
            </p:cNvSpPr>
            <p:nvPr userDrawn="1"/>
          </p:nvSpPr>
          <p:spPr bwMode="auto">
            <a:xfrm>
              <a:off x="1864675"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6 h 137"/>
                <a:gd name="T36" fmla="*/ 37 w 140"/>
                <a:gd name="T37" fmla="*/ 106 h 137"/>
                <a:gd name="T38" fmla="*/ 37 w 140"/>
                <a:gd name="T39" fmla="*/ 106 h 137"/>
                <a:gd name="T40" fmla="*/ 21 w 140"/>
                <a:gd name="T41" fmla="*/ 104 h 137"/>
                <a:gd name="T42" fmla="*/ 13 w 140"/>
                <a:gd name="T43" fmla="*/ 100 h 137"/>
                <a:gd name="T44" fmla="*/ 8 w 140"/>
                <a:gd name="T45" fmla="*/ 95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1 h 137"/>
                <a:gd name="T76" fmla="*/ 37 w 140"/>
                <a:gd name="T77" fmla="*/ 112 h 137"/>
                <a:gd name="T78" fmla="*/ 41 w 140"/>
                <a:gd name="T79" fmla="*/ 112 h 137"/>
                <a:gd name="T80" fmla="*/ 94 w 140"/>
                <a:gd name="T81" fmla="*/ 137 h 137"/>
                <a:gd name="T82" fmla="*/ 75 w 140"/>
                <a:gd name="T83" fmla="*/ 110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6"/>
                    <a:pt x="41" y="106"/>
                    <a:pt x="41" y="106"/>
                  </a:cubicBezTo>
                  <a:cubicBezTo>
                    <a:pt x="41" y="106"/>
                    <a:pt x="39" y="106"/>
                    <a:pt x="37" y="106"/>
                  </a:cubicBezTo>
                  <a:cubicBezTo>
                    <a:pt x="37" y="106"/>
                    <a:pt x="37" y="106"/>
                    <a:pt x="37" y="106"/>
                  </a:cubicBezTo>
                  <a:cubicBezTo>
                    <a:pt x="33" y="106"/>
                    <a:pt x="27" y="105"/>
                    <a:pt x="21" y="104"/>
                  </a:cubicBezTo>
                  <a:cubicBezTo>
                    <a:pt x="18" y="103"/>
                    <a:pt x="16" y="102"/>
                    <a:pt x="13" y="100"/>
                  </a:cubicBezTo>
                  <a:cubicBezTo>
                    <a:pt x="11" y="98"/>
                    <a:pt x="10" y="97"/>
                    <a:pt x="8" y="95"/>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1"/>
                  </a:cubicBezTo>
                  <a:cubicBezTo>
                    <a:pt x="29" y="111"/>
                    <a:pt x="34" y="112"/>
                    <a:pt x="37" y="112"/>
                  </a:cubicBezTo>
                  <a:cubicBezTo>
                    <a:pt x="39" y="112"/>
                    <a:pt x="40" y="112"/>
                    <a:pt x="41" y="112"/>
                  </a:cubicBezTo>
                  <a:cubicBezTo>
                    <a:pt x="94" y="137"/>
                    <a:pt x="94" y="137"/>
                    <a:pt x="94" y="137"/>
                  </a:cubicBezTo>
                  <a:cubicBezTo>
                    <a:pt x="75" y="110"/>
                    <a:pt x="75" y="110"/>
                    <a:pt x="75" y="110"/>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7" name="Freeform 1293">
              <a:extLst>
                <a:ext uri="{FF2B5EF4-FFF2-40B4-BE49-F238E27FC236}">
                  <a16:creationId xmlns:a16="http://schemas.microsoft.com/office/drawing/2014/main" id="{667E75E6-FAD9-4078-8EFD-4BF7F6A7B652}"/>
                </a:ext>
              </a:extLst>
            </p:cNvPr>
            <p:cNvSpPr>
              <a:spLocks noEditPoints="1"/>
            </p:cNvSpPr>
            <p:nvPr userDrawn="1"/>
          </p:nvSpPr>
          <p:spPr bwMode="auto">
            <a:xfrm>
              <a:off x="817066" y="4632958"/>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6 h 137"/>
                <a:gd name="T46" fmla="*/ 38 w 141"/>
                <a:gd name="T47" fmla="*/ 106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2 h 137"/>
                <a:gd name="T86" fmla="*/ 42 w 141"/>
                <a:gd name="T87" fmla="*/ 111 h 137"/>
                <a:gd name="T88" fmla="*/ 79 w 141"/>
                <a:gd name="T89" fmla="*/ 130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6"/>
                    <a:pt x="38" y="106"/>
                  </a:cubicBezTo>
                  <a:cubicBezTo>
                    <a:pt x="38" y="106"/>
                    <a:pt x="38" y="106"/>
                    <a:pt x="38" y="106"/>
                  </a:cubicBezTo>
                  <a:cubicBezTo>
                    <a:pt x="34" y="106"/>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2"/>
                    <a:pt x="38" y="112"/>
                  </a:cubicBezTo>
                  <a:cubicBezTo>
                    <a:pt x="40" y="112"/>
                    <a:pt x="41" y="111"/>
                    <a:pt x="42" y="111"/>
                  </a:cubicBezTo>
                  <a:cubicBezTo>
                    <a:pt x="79" y="130"/>
                    <a:pt x="79" y="130"/>
                    <a:pt x="79" y="130"/>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3"/>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8" name="Freeform 1294">
              <a:extLst>
                <a:ext uri="{FF2B5EF4-FFF2-40B4-BE49-F238E27FC236}">
                  <a16:creationId xmlns:a16="http://schemas.microsoft.com/office/drawing/2014/main" id="{C0E98B69-7216-49DE-B190-D6BB1B1B411B}"/>
                </a:ext>
              </a:extLst>
            </p:cNvPr>
            <p:cNvSpPr>
              <a:spLocks/>
            </p:cNvSpPr>
            <p:nvPr userDrawn="1"/>
          </p:nvSpPr>
          <p:spPr bwMode="auto">
            <a:xfrm>
              <a:off x="935474" y="4827629"/>
              <a:ext cx="22077" cy="8028"/>
            </a:xfrm>
            <a:custGeom>
              <a:avLst/>
              <a:gdLst>
                <a:gd name="T0" fmla="*/ 10 w 14"/>
                <a:gd name="T1" fmla="*/ 0 h 6"/>
                <a:gd name="T2" fmla="*/ 0 w 14"/>
                <a:gd name="T3" fmla="*/ 1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1"/>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9" name="Freeform 1295">
              <a:extLst>
                <a:ext uri="{FF2B5EF4-FFF2-40B4-BE49-F238E27FC236}">
                  <a16:creationId xmlns:a16="http://schemas.microsoft.com/office/drawing/2014/main" id="{D05A1417-9E29-4AA4-BF9C-19E4F6F8B2FA}"/>
                </a:ext>
              </a:extLst>
            </p:cNvPr>
            <p:cNvSpPr>
              <a:spLocks noEditPoints="1"/>
            </p:cNvSpPr>
            <p:nvPr userDrawn="1"/>
          </p:nvSpPr>
          <p:spPr bwMode="auto">
            <a:xfrm>
              <a:off x="658520" y="4412197"/>
              <a:ext cx="232802" cy="230796"/>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9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6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10"/>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9"/>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6"/>
                    <a:pt x="123" y="76"/>
                    <a:pt x="123" y="76"/>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0" name="Freeform 1296">
              <a:extLst>
                <a:ext uri="{FF2B5EF4-FFF2-40B4-BE49-F238E27FC236}">
                  <a16:creationId xmlns:a16="http://schemas.microsoft.com/office/drawing/2014/main" id="{ECAA1EAE-DE8B-4F2F-A451-C453B42E4EFC}"/>
                </a:ext>
              </a:extLst>
            </p:cNvPr>
            <p:cNvSpPr>
              <a:spLocks noEditPoints="1"/>
            </p:cNvSpPr>
            <p:nvPr userDrawn="1"/>
          </p:nvSpPr>
          <p:spPr bwMode="auto">
            <a:xfrm>
              <a:off x="2083428" y="476942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1" name="Freeform 1297">
              <a:extLst>
                <a:ext uri="{FF2B5EF4-FFF2-40B4-BE49-F238E27FC236}">
                  <a16:creationId xmlns:a16="http://schemas.microsoft.com/office/drawing/2014/main" id="{EFEA7232-7DAD-4955-B73A-0378172ABF2D}"/>
                </a:ext>
              </a:extLst>
            </p:cNvPr>
            <p:cNvSpPr>
              <a:spLocks noEditPoints="1"/>
            </p:cNvSpPr>
            <p:nvPr userDrawn="1"/>
          </p:nvSpPr>
          <p:spPr bwMode="auto">
            <a:xfrm>
              <a:off x="2374431" y="4233583"/>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6 h 115"/>
                <a:gd name="T56" fmla="*/ 59 w 76"/>
                <a:gd name="T57" fmla="*/ 6 h 115"/>
                <a:gd name="T58" fmla="*/ 59 w 76"/>
                <a:gd name="T59" fmla="*/ 6 h 115"/>
                <a:gd name="T60" fmla="*/ 59 w 76"/>
                <a:gd name="T61" fmla="*/ 6 h 115"/>
                <a:gd name="T62" fmla="*/ 59 w 76"/>
                <a:gd name="T63" fmla="*/ 0 h 115"/>
                <a:gd name="T64" fmla="*/ 59 w 76"/>
                <a:gd name="T65" fmla="*/ 0 h 115"/>
                <a:gd name="T66" fmla="*/ 59 w 76"/>
                <a:gd name="T67" fmla="*/ 0 h 115"/>
                <a:gd name="T68" fmla="*/ 16 w 76"/>
                <a:gd name="T69" fmla="*/ 3 h 115"/>
                <a:gd name="T70" fmla="*/ 16 w 76"/>
                <a:gd name="T71" fmla="*/ 6 h 115"/>
                <a:gd name="T72" fmla="*/ 16 w 76"/>
                <a:gd name="T73" fmla="*/ 3 h 115"/>
                <a:gd name="T74" fmla="*/ 7 w 76"/>
                <a:gd name="T75" fmla="*/ 8 h 115"/>
                <a:gd name="T76" fmla="*/ 1 w 76"/>
                <a:gd name="T77" fmla="*/ 22 h 115"/>
                <a:gd name="T78" fmla="*/ 0 w 76"/>
                <a:gd name="T79" fmla="*/ 39 h 115"/>
                <a:gd name="T80" fmla="*/ 1 w 76"/>
                <a:gd name="T81" fmla="*/ 61 h 115"/>
                <a:gd name="T82" fmla="*/ 8 w 76"/>
                <a:gd name="T83" fmla="*/ 81 h 115"/>
                <a:gd name="T84" fmla="*/ 14 w 76"/>
                <a:gd name="T85" fmla="*/ 88 h 115"/>
                <a:gd name="T86" fmla="*/ 15 w 76"/>
                <a:gd name="T87" fmla="*/ 88 h 115"/>
                <a:gd name="T88" fmla="*/ 37 w 76"/>
                <a:gd name="T89" fmla="*/ 89 h 115"/>
                <a:gd name="T90" fmla="*/ 25 w 76"/>
                <a:gd name="T91" fmla="*/ 115 h 115"/>
                <a:gd name="T92" fmla="*/ 56 w 76"/>
                <a:gd name="T93" fmla="*/ 90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1 h 115"/>
                <a:gd name="T108" fmla="*/ 59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6"/>
                    <a:pt x="10" y="13"/>
                    <a:pt x="12" y="12"/>
                  </a:cubicBezTo>
                  <a:cubicBezTo>
                    <a:pt x="13" y="10"/>
                    <a:pt x="14" y="9"/>
                    <a:pt x="16" y="9"/>
                  </a:cubicBezTo>
                  <a:cubicBezTo>
                    <a:pt x="16" y="9"/>
                    <a:pt x="16" y="9"/>
                    <a:pt x="16" y="9"/>
                  </a:cubicBezTo>
                  <a:moveTo>
                    <a:pt x="59" y="6"/>
                  </a:moveTo>
                  <a:cubicBezTo>
                    <a:pt x="59" y="6"/>
                    <a:pt x="59" y="6"/>
                    <a:pt x="59" y="6"/>
                  </a:cubicBezTo>
                  <a:moveTo>
                    <a:pt x="59" y="6"/>
                  </a:moveTo>
                  <a:cubicBezTo>
                    <a:pt x="59" y="6"/>
                    <a:pt x="59" y="6"/>
                    <a:pt x="59" y="6"/>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4"/>
                    <a:pt x="9" y="5"/>
                    <a:pt x="7" y="8"/>
                  </a:cubicBezTo>
                  <a:cubicBezTo>
                    <a:pt x="4" y="11"/>
                    <a:pt x="2" y="16"/>
                    <a:pt x="1" y="22"/>
                  </a:cubicBezTo>
                  <a:cubicBezTo>
                    <a:pt x="0" y="27"/>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2" name="Freeform 1298">
              <a:extLst>
                <a:ext uri="{FF2B5EF4-FFF2-40B4-BE49-F238E27FC236}">
                  <a16:creationId xmlns:a16="http://schemas.microsoft.com/office/drawing/2014/main" id="{D0EBDE33-3CB9-44ED-8034-7C94B9A731B7}"/>
                </a:ext>
              </a:extLst>
            </p:cNvPr>
            <p:cNvSpPr>
              <a:spLocks noEditPoints="1"/>
            </p:cNvSpPr>
            <p:nvPr userDrawn="1"/>
          </p:nvSpPr>
          <p:spPr bwMode="auto">
            <a:xfrm>
              <a:off x="682603" y="4677110"/>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3" name="Freeform 1299">
              <a:extLst>
                <a:ext uri="{FF2B5EF4-FFF2-40B4-BE49-F238E27FC236}">
                  <a16:creationId xmlns:a16="http://schemas.microsoft.com/office/drawing/2014/main" id="{DCACA2F9-EA12-4948-B354-6675049BBAFC}"/>
                </a:ext>
              </a:extLst>
            </p:cNvPr>
            <p:cNvSpPr>
              <a:spLocks noEditPoints="1"/>
            </p:cNvSpPr>
            <p:nvPr userDrawn="1"/>
          </p:nvSpPr>
          <p:spPr bwMode="auto">
            <a:xfrm>
              <a:off x="-5768" y="4197458"/>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7"/>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4" name="Freeform 1300">
              <a:extLst>
                <a:ext uri="{FF2B5EF4-FFF2-40B4-BE49-F238E27FC236}">
                  <a16:creationId xmlns:a16="http://schemas.microsoft.com/office/drawing/2014/main" id="{737E03A7-3BA0-4413-BF62-C101BBE539CD}"/>
                </a:ext>
              </a:extLst>
            </p:cNvPr>
            <p:cNvSpPr>
              <a:spLocks noEditPoints="1"/>
            </p:cNvSpPr>
            <p:nvPr userDrawn="1"/>
          </p:nvSpPr>
          <p:spPr bwMode="auto">
            <a:xfrm>
              <a:off x="1491389" y="3952615"/>
              <a:ext cx="114395" cy="174602"/>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6 h 116"/>
                <a:gd name="T54" fmla="*/ 16 w 76"/>
                <a:gd name="T55" fmla="*/ 9 h 116"/>
                <a:gd name="T56" fmla="*/ 59 w 76"/>
                <a:gd name="T57" fmla="*/ 0 h 116"/>
                <a:gd name="T58" fmla="*/ 59 w 76"/>
                <a:gd name="T59" fmla="*/ 0 h 116"/>
                <a:gd name="T60" fmla="*/ 59 w 76"/>
                <a:gd name="T61" fmla="*/ 0 h 116"/>
                <a:gd name="T62" fmla="*/ 16 w 76"/>
                <a:gd name="T63" fmla="*/ 3 h 116"/>
                <a:gd name="T64" fmla="*/ 7 w 76"/>
                <a:gd name="T65" fmla="*/ 8 h 116"/>
                <a:gd name="T66" fmla="*/ 1 w 76"/>
                <a:gd name="T67" fmla="*/ 22 h 116"/>
                <a:gd name="T68" fmla="*/ 0 w 76"/>
                <a:gd name="T69" fmla="*/ 39 h 116"/>
                <a:gd name="T70" fmla="*/ 1 w 76"/>
                <a:gd name="T71" fmla="*/ 61 h 116"/>
                <a:gd name="T72" fmla="*/ 8 w 76"/>
                <a:gd name="T73" fmla="*/ 81 h 116"/>
                <a:gd name="T74" fmla="*/ 14 w 76"/>
                <a:gd name="T75" fmla="*/ 88 h 116"/>
                <a:gd name="T76" fmla="*/ 15 w 76"/>
                <a:gd name="T77" fmla="*/ 88 h 116"/>
                <a:gd name="T78" fmla="*/ 37 w 76"/>
                <a:gd name="T79" fmla="*/ 90 h 116"/>
                <a:gd name="T80" fmla="*/ 25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8 w 76"/>
                <a:gd name="T95" fmla="*/ 4 h 116"/>
                <a:gd name="T96" fmla="*/ 63 w 76"/>
                <a:gd name="T97" fmla="*/ 1 h 116"/>
                <a:gd name="T98" fmla="*/ 59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6"/>
                    <a:pt x="16" y="6"/>
                    <a:pt x="16" y="6"/>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5" name="Freeform 1301">
              <a:extLst>
                <a:ext uri="{FF2B5EF4-FFF2-40B4-BE49-F238E27FC236}">
                  <a16:creationId xmlns:a16="http://schemas.microsoft.com/office/drawing/2014/main" id="{888E2C27-8A2E-49BE-901F-C1B5796EF500}"/>
                </a:ext>
              </a:extLst>
            </p:cNvPr>
            <p:cNvSpPr>
              <a:spLocks noEditPoints="1"/>
            </p:cNvSpPr>
            <p:nvPr userDrawn="1"/>
          </p:nvSpPr>
          <p:spPr bwMode="auto">
            <a:xfrm>
              <a:off x="1140179" y="50102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5 h 116"/>
                <a:gd name="T64" fmla="*/ 60 w 76"/>
                <a:gd name="T65" fmla="*/ 5 h 116"/>
                <a:gd name="T66" fmla="*/ 60 w 76"/>
                <a:gd name="T67" fmla="*/ 0 h 116"/>
                <a:gd name="T68" fmla="*/ 60 w 76"/>
                <a:gd name="T69" fmla="*/ 0 h 116"/>
                <a:gd name="T70" fmla="*/ 60 w 76"/>
                <a:gd name="T71" fmla="*/ 0 h 116"/>
                <a:gd name="T72" fmla="*/ 16 w 76"/>
                <a:gd name="T73" fmla="*/ 4 h 116"/>
                <a:gd name="T74" fmla="*/ 8 w 76"/>
                <a:gd name="T75" fmla="*/ 8 h 116"/>
                <a:gd name="T76" fmla="*/ 2 w 76"/>
                <a:gd name="T77" fmla="*/ 22 h 116"/>
                <a:gd name="T78" fmla="*/ 0 w 76"/>
                <a:gd name="T79" fmla="*/ 39 h 116"/>
                <a:gd name="T80" fmla="*/ 2 w 76"/>
                <a:gd name="T81" fmla="*/ 61 h 116"/>
                <a:gd name="T82" fmla="*/ 9 w 76"/>
                <a:gd name="T83" fmla="*/ 81 h 116"/>
                <a:gd name="T84" fmla="*/ 15 w 76"/>
                <a:gd name="T85" fmla="*/ 88 h 116"/>
                <a:gd name="T86" fmla="*/ 16 w 76"/>
                <a:gd name="T87" fmla="*/ 89 h 116"/>
                <a:gd name="T88" fmla="*/ 38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6" name="Freeform 1302">
              <a:extLst>
                <a:ext uri="{FF2B5EF4-FFF2-40B4-BE49-F238E27FC236}">
                  <a16:creationId xmlns:a16="http://schemas.microsoft.com/office/drawing/2014/main" id="{C7BA2F32-2EDF-47F6-BF8A-B62CB12AFC41}"/>
                </a:ext>
              </a:extLst>
            </p:cNvPr>
            <p:cNvSpPr>
              <a:spLocks noEditPoints="1"/>
            </p:cNvSpPr>
            <p:nvPr userDrawn="1"/>
          </p:nvSpPr>
          <p:spPr bwMode="auto">
            <a:xfrm>
              <a:off x="714713" y="5034340"/>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6 h 116"/>
                <a:gd name="T64" fmla="*/ 59 w 76"/>
                <a:gd name="T65" fmla="*/ 6 h 116"/>
                <a:gd name="T66" fmla="*/ 59 w 76"/>
                <a:gd name="T67" fmla="*/ 5 h 116"/>
                <a:gd name="T68" fmla="*/ 59 w 76"/>
                <a:gd name="T69" fmla="*/ 5 h 116"/>
                <a:gd name="T70" fmla="*/ 59 w 76"/>
                <a:gd name="T71" fmla="*/ 0 h 116"/>
                <a:gd name="T72" fmla="*/ 59 w 76"/>
                <a:gd name="T73" fmla="*/ 0 h 116"/>
                <a:gd name="T74" fmla="*/ 59 w 76"/>
                <a:gd name="T75" fmla="*/ 0 h 116"/>
                <a:gd name="T76" fmla="*/ 16 w 76"/>
                <a:gd name="T77" fmla="*/ 4 h 116"/>
                <a:gd name="T78" fmla="*/ 7 w 76"/>
                <a:gd name="T79" fmla="*/ 8 h 116"/>
                <a:gd name="T80" fmla="*/ 1 w 76"/>
                <a:gd name="T81" fmla="*/ 22 h 116"/>
                <a:gd name="T82" fmla="*/ 0 w 76"/>
                <a:gd name="T83" fmla="*/ 40 h 116"/>
                <a:gd name="T84" fmla="*/ 1 w 76"/>
                <a:gd name="T85" fmla="*/ 61 h 116"/>
                <a:gd name="T86" fmla="*/ 8 w 76"/>
                <a:gd name="T87" fmla="*/ 82 h 116"/>
                <a:gd name="T88" fmla="*/ 15 w 76"/>
                <a:gd name="T89" fmla="*/ 88 h 116"/>
                <a:gd name="T90" fmla="*/ 15 w 76"/>
                <a:gd name="T91" fmla="*/ 89 h 116"/>
                <a:gd name="T92" fmla="*/ 37 w 76"/>
                <a:gd name="T93" fmla="*/ 90 h 116"/>
                <a:gd name="T94" fmla="*/ 25 w 76"/>
                <a:gd name="T95" fmla="*/ 116 h 116"/>
                <a:gd name="T96" fmla="*/ 56 w 76"/>
                <a:gd name="T97" fmla="*/ 90 h 116"/>
                <a:gd name="T98" fmla="*/ 72 w 76"/>
                <a:gd name="T99" fmla="*/ 85 h 116"/>
                <a:gd name="T100" fmla="*/ 75 w 76"/>
                <a:gd name="T101" fmla="*/ 81 h 116"/>
                <a:gd name="T102" fmla="*/ 76 w 76"/>
                <a:gd name="T103" fmla="*/ 77 h 116"/>
                <a:gd name="T104" fmla="*/ 76 w 76"/>
                <a:gd name="T105" fmla="*/ 76 h 116"/>
                <a:gd name="T106" fmla="*/ 76 w 76"/>
                <a:gd name="T107" fmla="*/ 28 h 116"/>
                <a:gd name="T108" fmla="*/ 69 w 76"/>
                <a:gd name="T109" fmla="*/ 5 h 116"/>
                <a:gd name="T110" fmla="*/ 63 w 76"/>
                <a:gd name="T111" fmla="*/ 1 h 116"/>
                <a:gd name="T112" fmla="*/ 59 w 76"/>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cubicBezTo>
                    <a:pt x="59" y="6"/>
                    <a:pt x="59" y="6"/>
                    <a:pt x="59" y="6"/>
                  </a:cubicBez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7" name="Freeform 1303">
              <a:extLst>
                <a:ext uri="{FF2B5EF4-FFF2-40B4-BE49-F238E27FC236}">
                  <a16:creationId xmlns:a16="http://schemas.microsoft.com/office/drawing/2014/main" id="{8078DDFF-9B82-4858-AD4E-9D329D57DC50}"/>
                </a:ext>
              </a:extLst>
            </p:cNvPr>
            <p:cNvSpPr>
              <a:spLocks noEditPoints="1"/>
            </p:cNvSpPr>
            <p:nvPr userDrawn="1"/>
          </p:nvSpPr>
          <p:spPr bwMode="auto">
            <a:xfrm>
              <a:off x="221013" y="5229011"/>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6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7 w 76"/>
                <a:gd name="T43" fmla="*/ 60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7 w 76"/>
                <a:gd name="T57" fmla="*/ 10 h 116"/>
                <a:gd name="T58" fmla="*/ 17 w 76"/>
                <a:gd name="T59" fmla="*/ 10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8" name="Freeform 1304">
              <a:extLst>
                <a:ext uri="{FF2B5EF4-FFF2-40B4-BE49-F238E27FC236}">
                  <a16:creationId xmlns:a16="http://schemas.microsoft.com/office/drawing/2014/main" id="{BD862012-EBF6-42DF-BF14-356D5A6B99CE}"/>
                </a:ext>
              </a:extLst>
            </p:cNvPr>
            <p:cNvSpPr>
              <a:spLocks noEditPoints="1"/>
            </p:cNvSpPr>
            <p:nvPr userDrawn="1"/>
          </p:nvSpPr>
          <p:spPr bwMode="auto">
            <a:xfrm>
              <a:off x="662534" y="5487903"/>
              <a:ext cx="114395" cy="174602"/>
            </a:xfrm>
            <a:custGeom>
              <a:avLst/>
              <a:gdLst>
                <a:gd name="T0" fmla="*/ 18 w 76"/>
                <a:gd name="T1" fmla="*/ 83 h 116"/>
                <a:gd name="T2" fmla="*/ 18 w 76"/>
                <a:gd name="T3" fmla="*/ 83 h 116"/>
                <a:gd name="T4" fmla="*/ 18 w 76"/>
                <a:gd name="T5" fmla="*/ 83 h 116"/>
                <a:gd name="T6" fmla="*/ 16 w 76"/>
                <a:gd name="T7" fmla="*/ 10 h 116"/>
                <a:gd name="T8" fmla="*/ 59 w 76"/>
                <a:gd name="T9" fmla="*/ 6 h 116"/>
                <a:gd name="T10" fmla="*/ 61 w 76"/>
                <a:gd name="T11" fmla="*/ 7 h 116"/>
                <a:gd name="T12" fmla="*/ 66 w 76"/>
                <a:gd name="T13" fmla="*/ 11 h 116"/>
                <a:gd name="T14" fmla="*/ 70 w 76"/>
                <a:gd name="T15" fmla="*/ 28 h 116"/>
                <a:gd name="T16" fmla="*/ 70 w 76"/>
                <a:gd name="T17" fmla="*/ 77 h 116"/>
                <a:gd name="T18" fmla="*/ 70 w 76"/>
                <a:gd name="T19" fmla="*/ 77 h 116"/>
                <a:gd name="T20" fmla="*/ 70 w 76"/>
                <a:gd name="T21" fmla="*/ 77 h 116"/>
                <a:gd name="T22" fmla="*/ 70 w 76"/>
                <a:gd name="T23" fmla="*/ 77 h 116"/>
                <a:gd name="T24" fmla="*/ 69 w 76"/>
                <a:gd name="T25" fmla="*/ 79 h 116"/>
                <a:gd name="T26" fmla="*/ 66 w 76"/>
                <a:gd name="T27" fmla="*/ 82 h 116"/>
                <a:gd name="T28" fmla="*/ 55 w 76"/>
                <a:gd name="T29" fmla="*/ 84 h 116"/>
                <a:gd name="T30" fmla="*/ 54 w 76"/>
                <a:gd name="T31" fmla="*/ 84 h 116"/>
                <a:gd name="T32" fmla="*/ 53 w 76"/>
                <a:gd name="T33" fmla="*/ 84 h 116"/>
                <a:gd name="T34" fmla="*/ 42 w 76"/>
                <a:gd name="T35" fmla="*/ 94 h 116"/>
                <a:gd name="T36" fmla="*/ 46 w 76"/>
                <a:gd name="T37" fmla="*/ 84 h 116"/>
                <a:gd name="T38" fmla="*/ 17 w 76"/>
                <a:gd name="T39" fmla="*/ 83 h 116"/>
                <a:gd name="T40" fmla="*/ 13 w 76"/>
                <a:gd name="T41" fmla="*/ 78 h 116"/>
                <a:gd name="T42" fmla="*/ 7 w 76"/>
                <a:gd name="T43" fmla="*/ 61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6 w 76"/>
                <a:gd name="T57" fmla="*/ 10 h 116"/>
                <a:gd name="T58" fmla="*/ 16 w 76"/>
                <a:gd name="T59" fmla="*/ 10 h 116"/>
                <a:gd name="T60" fmla="*/ 59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2 h 116"/>
                <a:gd name="T78" fmla="*/ 15 w 76"/>
                <a:gd name="T79" fmla="*/ 88 h 116"/>
                <a:gd name="T80" fmla="*/ 15 w 76"/>
                <a:gd name="T81" fmla="*/ 89 h 116"/>
                <a:gd name="T82" fmla="*/ 37 w 76"/>
                <a:gd name="T83" fmla="*/ 90 h 116"/>
                <a:gd name="T84" fmla="*/ 25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59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6" y="10"/>
                  </a:moveTo>
                  <a:cubicBezTo>
                    <a:pt x="59" y="6"/>
                    <a:pt x="59" y="6"/>
                    <a:pt x="59" y="6"/>
                  </a:cubicBezTo>
                  <a:cubicBezTo>
                    <a:pt x="60" y="6"/>
                    <a:pt x="60" y="7"/>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80"/>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9" name="Freeform 1305">
              <a:extLst>
                <a:ext uri="{FF2B5EF4-FFF2-40B4-BE49-F238E27FC236}">
                  <a16:creationId xmlns:a16="http://schemas.microsoft.com/office/drawing/2014/main" id="{86BA2573-FBF0-46EC-960C-8154B496B736}"/>
                </a:ext>
              </a:extLst>
            </p:cNvPr>
            <p:cNvSpPr>
              <a:spLocks noEditPoints="1"/>
            </p:cNvSpPr>
            <p:nvPr userDrawn="1"/>
          </p:nvSpPr>
          <p:spPr bwMode="auto">
            <a:xfrm>
              <a:off x="-150266" y="5429703"/>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2 w 167"/>
                <a:gd name="T65" fmla="*/ 0 h 247"/>
                <a:gd name="T66" fmla="*/ 34 w 167"/>
                <a:gd name="T67" fmla="*/ 8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9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4"/>
                    <a:pt x="160" y="175"/>
                    <a:pt x="160" y="177"/>
                  </a:cubicBezTo>
                  <a:cubicBezTo>
                    <a:pt x="158" y="180"/>
                    <a:pt x="156" y="184"/>
                    <a:pt x="151" y="187"/>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8"/>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2" y="0"/>
                    <a:pt x="132" y="0"/>
                    <a:pt x="132" y="0"/>
                  </a:cubicBezTo>
                  <a:cubicBezTo>
                    <a:pt x="34" y="8"/>
                    <a:pt x="34" y="8"/>
                    <a:pt x="34" y="8"/>
                  </a:cubicBezTo>
                  <a:cubicBezTo>
                    <a:pt x="27" y="8"/>
                    <a:pt x="21" y="11"/>
                    <a:pt x="16" y="16"/>
                  </a:cubicBezTo>
                  <a:cubicBezTo>
                    <a:pt x="9" y="24"/>
                    <a:pt x="5" y="35"/>
                    <a:pt x="3" y="47"/>
                  </a:cubicBezTo>
                  <a:cubicBezTo>
                    <a:pt x="1" y="60"/>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9"/>
                  </a:cubicBezTo>
                  <a:cubicBezTo>
                    <a:pt x="143"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0" name="Freeform 1306">
              <a:extLst>
                <a:ext uri="{FF2B5EF4-FFF2-40B4-BE49-F238E27FC236}">
                  <a16:creationId xmlns:a16="http://schemas.microsoft.com/office/drawing/2014/main" id="{82FE26AE-B485-493D-ADEC-E28A9C279160}"/>
                </a:ext>
              </a:extLst>
            </p:cNvPr>
            <p:cNvSpPr>
              <a:spLocks noEditPoints="1"/>
            </p:cNvSpPr>
            <p:nvPr userDrawn="1"/>
          </p:nvSpPr>
          <p:spPr bwMode="auto">
            <a:xfrm>
              <a:off x="712707" y="5622366"/>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156" y="0"/>
                    <a:pt x="156" y="0"/>
                    <a:pt x="156" y="0"/>
                  </a:cubicBez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2"/>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1" name="Freeform 1307">
              <a:extLst>
                <a:ext uri="{FF2B5EF4-FFF2-40B4-BE49-F238E27FC236}">
                  <a16:creationId xmlns:a16="http://schemas.microsoft.com/office/drawing/2014/main" id="{05B35C17-616C-4A08-AB87-53DEF7A22999}"/>
                </a:ext>
              </a:extLst>
            </p:cNvPr>
            <p:cNvSpPr>
              <a:spLocks noEditPoints="1"/>
            </p:cNvSpPr>
            <p:nvPr userDrawn="1"/>
          </p:nvSpPr>
          <p:spPr bwMode="auto">
            <a:xfrm>
              <a:off x="1720177" y="5000223"/>
              <a:ext cx="301037" cy="118408"/>
            </a:xfrm>
            <a:custGeom>
              <a:avLst/>
              <a:gdLst>
                <a:gd name="T0" fmla="*/ 71 w 199"/>
                <a:gd name="T1" fmla="*/ 6 h 79"/>
                <a:gd name="T2" fmla="*/ 134 w 199"/>
                <a:gd name="T3" fmla="*/ 17 h 79"/>
                <a:gd name="T4" fmla="*/ 137 w 199"/>
                <a:gd name="T5" fmla="*/ 19 h 79"/>
                <a:gd name="T6" fmla="*/ 138 w 199"/>
                <a:gd name="T7" fmla="*/ 35 h 79"/>
                <a:gd name="T8" fmla="*/ 137 w 199"/>
                <a:gd name="T9" fmla="*/ 38 h 79"/>
                <a:gd name="T10" fmla="*/ 137 w 199"/>
                <a:gd name="T11" fmla="*/ 38 h 79"/>
                <a:gd name="T12" fmla="*/ 137 w 199"/>
                <a:gd name="T13" fmla="*/ 38 h 79"/>
                <a:gd name="T14" fmla="*/ 134 w 199"/>
                <a:gd name="T15" fmla="*/ 58 h 79"/>
                <a:gd name="T16" fmla="*/ 141 w 199"/>
                <a:gd name="T17" fmla="*/ 63 h 79"/>
                <a:gd name="T18" fmla="*/ 161 w 199"/>
                <a:gd name="T19" fmla="*/ 64 h 79"/>
                <a:gd name="T20" fmla="*/ 78 w 199"/>
                <a:gd name="T21" fmla="*/ 73 h 79"/>
                <a:gd name="T22" fmla="*/ 75 w 199"/>
                <a:gd name="T23" fmla="*/ 73 h 79"/>
                <a:gd name="T24" fmla="*/ 75 w 199"/>
                <a:gd name="T25" fmla="*/ 73 h 79"/>
                <a:gd name="T26" fmla="*/ 21 w 199"/>
                <a:gd name="T27" fmla="*/ 64 h 79"/>
                <a:gd name="T28" fmla="*/ 10 w 199"/>
                <a:gd name="T29" fmla="*/ 56 h 79"/>
                <a:gd name="T30" fmla="*/ 6 w 199"/>
                <a:gd name="T31" fmla="*/ 35 h 79"/>
                <a:gd name="T32" fmla="*/ 18 w 199"/>
                <a:gd name="T33" fmla="*/ 12 h 79"/>
                <a:gd name="T34" fmla="*/ 20 w 199"/>
                <a:gd name="T35" fmla="*/ 11 h 79"/>
                <a:gd name="T36" fmla="*/ 71 w 199"/>
                <a:gd name="T37" fmla="*/ 0 h 79"/>
                <a:gd name="T38" fmla="*/ 18 w 199"/>
                <a:gd name="T39" fmla="*/ 5 h 79"/>
                <a:gd name="T40" fmla="*/ 9 w 199"/>
                <a:gd name="T41" fmla="*/ 11 h 79"/>
                <a:gd name="T42" fmla="*/ 4 w 199"/>
                <a:gd name="T43" fmla="*/ 58 h 79"/>
                <a:gd name="T44" fmla="*/ 5 w 199"/>
                <a:gd name="T45" fmla="*/ 59 h 79"/>
                <a:gd name="T46" fmla="*/ 71 w 199"/>
                <a:gd name="T47" fmla="*/ 79 h 79"/>
                <a:gd name="T48" fmla="*/ 75 w 199"/>
                <a:gd name="T49" fmla="*/ 79 h 79"/>
                <a:gd name="T50" fmla="*/ 182 w 199"/>
                <a:gd name="T51" fmla="*/ 64 h 79"/>
                <a:gd name="T52" fmla="*/ 142 w 199"/>
                <a:gd name="T53" fmla="*/ 57 h 79"/>
                <a:gd name="T54" fmla="*/ 139 w 199"/>
                <a:gd name="T55" fmla="*/ 55 h 79"/>
                <a:gd name="T56" fmla="*/ 142 w 199"/>
                <a:gd name="T57" fmla="*/ 41 h 79"/>
                <a:gd name="T58" fmla="*/ 146 w 199"/>
                <a:gd name="T59" fmla="*/ 27 h 79"/>
                <a:gd name="T60" fmla="*/ 141 w 199"/>
                <a:gd name="T61" fmla="*/ 14 h 79"/>
                <a:gd name="T62" fmla="*/ 139 w 199"/>
                <a:gd name="T63" fmla="*/ 17 h 79"/>
                <a:gd name="T64" fmla="*/ 139 w 199"/>
                <a:gd name="T65" fmla="*/ 17 h 79"/>
                <a:gd name="T66" fmla="*/ 71 w 199"/>
                <a:gd name="T6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5"/>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9"/>
                    <a:pt x="133" y="52"/>
                  </a:cubicBezTo>
                  <a:cubicBezTo>
                    <a:pt x="133" y="54"/>
                    <a:pt x="133" y="56"/>
                    <a:pt x="134" y="58"/>
                  </a:cubicBezTo>
                  <a:cubicBezTo>
                    <a:pt x="135" y="60"/>
                    <a:pt x="137" y="62"/>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2"/>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6"/>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6"/>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2" name="Freeform 1308">
              <a:extLst>
                <a:ext uri="{FF2B5EF4-FFF2-40B4-BE49-F238E27FC236}">
                  <a16:creationId xmlns:a16="http://schemas.microsoft.com/office/drawing/2014/main" id="{BD2C89FE-A8E0-486F-9E77-8449838C1BEB}"/>
                </a:ext>
              </a:extLst>
            </p:cNvPr>
            <p:cNvSpPr>
              <a:spLocks noEditPoints="1"/>
            </p:cNvSpPr>
            <p:nvPr userDrawn="1"/>
          </p:nvSpPr>
          <p:spPr bwMode="auto">
            <a:xfrm>
              <a:off x="152778" y="4046939"/>
              <a:ext cx="387335" cy="156539"/>
            </a:xfrm>
            <a:custGeom>
              <a:avLst/>
              <a:gdLst>
                <a:gd name="T0" fmla="*/ 187 w 257"/>
                <a:gd name="T1" fmla="*/ 54 h 104"/>
                <a:gd name="T2" fmla="*/ 187 w 257"/>
                <a:gd name="T3" fmla="*/ 54 h 104"/>
                <a:gd name="T4" fmla="*/ 93 w 257"/>
                <a:gd name="T5" fmla="*/ 6 h 104"/>
                <a:gd name="T6" fmla="*/ 177 w 257"/>
                <a:gd name="T7" fmla="*/ 22 h 104"/>
                <a:gd name="T8" fmla="*/ 182 w 257"/>
                <a:gd name="T9" fmla="*/ 24 h 104"/>
                <a:gd name="T10" fmla="*/ 184 w 257"/>
                <a:gd name="T11" fmla="*/ 47 h 104"/>
                <a:gd name="T12" fmla="*/ 182 w 257"/>
                <a:gd name="T13" fmla="*/ 51 h 104"/>
                <a:gd name="T14" fmla="*/ 182 w 257"/>
                <a:gd name="T15" fmla="*/ 51 h 104"/>
                <a:gd name="T16" fmla="*/ 176 w 257"/>
                <a:gd name="T17" fmla="*/ 69 h 104"/>
                <a:gd name="T18" fmla="*/ 183 w 257"/>
                <a:gd name="T19" fmla="*/ 82 h 104"/>
                <a:gd name="T20" fmla="*/ 187 w 257"/>
                <a:gd name="T21" fmla="*/ 83 h 104"/>
                <a:gd name="T22" fmla="*/ 114 w 257"/>
                <a:gd name="T23" fmla="*/ 98 h 104"/>
                <a:gd name="T24" fmla="*/ 100 w 257"/>
                <a:gd name="T25" fmla="*/ 98 h 104"/>
                <a:gd name="T26" fmla="*/ 99 w 257"/>
                <a:gd name="T27" fmla="*/ 98 h 104"/>
                <a:gd name="T28" fmla="*/ 98 w 257"/>
                <a:gd name="T29" fmla="*/ 98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8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2"/>
                  </a:cubicBezTo>
                  <a:cubicBezTo>
                    <a:pt x="179" y="22"/>
                    <a:pt x="180" y="23"/>
                    <a:pt x="181" y="23"/>
                  </a:cubicBezTo>
                  <a:cubicBezTo>
                    <a:pt x="181" y="24"/>
                    <a:pt x="181" y="24"/>
                    <a:pt x="182" y="24"/>
                  </a:cubicBezTo>
                  <a:cubicBezTo>
                    <a:pt x="184" y="28"/>
                    <a:pt x="185" y="32"/>
                    <a:pt x="185" y="36"/>
                  </a:cubicBezTo>
                  <a:cubicBezTo>
                    <a:pt x="185" y="40"/>
                    <a:pt x="184" y="44"/>
                    <a:pt x="184" y="47"/>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2"/>
                  </a:cubicBezTo>
                  <a:cubicBezTo>
                    <a:pt x="185" y="82"/>
                    <a:pt x="187" y="83"/>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8"/>
                    <a:pt x="99" y="98"/>
                  </a:cubicBezTo>
                  <a:cubicBezTo>
                    <a:pt x="99" y="98"/>
                    <a:pt x="99" y="98"/>
                    <a:pt x="99" y="98"/>
                  </a:cubicBezTo>
                  <a:cubicBezTo>
                    <a:pt x="98" y="98"/>
                    <a:pt x="98" y="98"/>
                    <a:pt x="98" y="98"/>
                  </a:cubicBezTo>
                  <a:cubicBezTo>
                    <a:pt x="98" y="98"/>
                    <a:pt x="98" y="98"/>
                    <a:pt x="98" y="98"/>
                  </a:cubicBezTo>
                  <a:cubicBezTo>
                    <a:pt x="96" y="98"/>
                    <a:pt x="94" y="98"/>
                    <a:pt x="93" y="98"/>
                  </a:cubicBezTo>
                  <a:cubicBezTo>
                    <a:pt x="59" y="98"/>
                    <a:pt x="38" y="92"/>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8"/>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4"/>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3" name="Freeform 1309">
              <a:extLst>
                <a:ext uri="{FF2B5EF4-FFF2-40B4-BE49-F238E27FC236}">
                  <a16:creationId xmlns:a16="http://schemas.microsoft.com/office/drawing/2014/main" id="{0F8B7ED2-CEEB-4E50-A910-10FE93391F93}"/>
                </a:ext>
              </a:extLst>
            </p:cNvPr>
            <p:cNvSpPr>
              <a:spLocks noEditPoints="1"/>
            </p:cNvSpPr>
            <p:nvPr userDrawn="1"/>
          </p:nvSpPr>
          <p:spPr bwMode="auto">
            <a:xfrm>
              <a:off x="-180370" y="5227004"/>
              <a:ext cx="415432" cy="170588"/>
            </a:xfrm>
            <a:custGeom>
              <a:avLst/>
              <a:gdLst>
                <a:gd name="T0" fmla="*/ 11 w 276"/>
                <a:gd name="T1" fmla="*/ 80 h 112"/>
                <a:gd name="T2" fmla="*/ 11 w 276"/>
                <a:gd name="T3" fmla="*/ 80 h 112"/>
                <a:gd name="T4" fmla="*/ 11 w 276"/>
                <a:gd name="T5" fmla="*/ 80 h 112"/>
                <a:gd name="T6" fmla="*/ 101 w 276"/>
                <a:gd name="T7" fmla="*/ 6 h 112"/>
                <a:gd name="T8" fmla="*/ 191 w 276"/>
                <a:gd name="T9" fmla="*/ 23 h 112"/>
                <a:gd name="T10" fmla="*/ 196 w 276"/>
                <a:gd name="T11" fmla="*/ 25 h 112"/>
                <a:gd name="T12" fmla="*/ 198 w 276"/>
                <a:gd name="T13" fmla="*/ 50 h 112"/>
                <a:gd name="T14" fmla="*/ 197 w 276"/>
                <a:gd name="T15" fmla="*/ 54 h 112"/>
                <a:gd name="T16" fmla="*/ 196 w 276"/>
                <a:gd name="T17" fmla="*/ 54 h 112"/>
                <a:gd name="T18" fmla="*/ 190 w 276"/>
                <a:gd name="T19" fmla="*/ 74 h 112"/>
                <a:gd name="T20" fmla="*/ 198 w 276"/>
                <a:gd name="T21" fmla="*/ 87 h 112"/>
                <a:gd name="T22" fmla="*/ 202 w 276"/>
                <a:gd name="T23" fmla="*/ 88 h 112"/>
                <a:gd name="T24" fmla="*/ 124 w 276"/>
                <a:gd name="T25" fmla="*/ 106 h 112"/>
                <a:gd name="T26" fmla="*/ 107 w 276"/>
                <a:gd name="T27" fmla="*/ 105 h 112"/>
                <a:gd name="T28" fmla="*/ 106 w 276"/>
                <a:gd name="T29" fmla="*/ 105 h 112"/>
                <a:gd name="T30" fmla="*/ 100 w 276"/>
                <a:gd name="T31" fmla="*/ 105 h 112"/>
                <a:gd name="T32" fmla="*/ 14 w 276"/>
                <a:gd name="T33" fmla="*/ 84 h 112"/>
                <a:gd name="T34" fmla="*/ 11 w 276"/>
                <a:gd name="T35" fmla="*/ 80 h 112"/>
                <a:gd name="T36" fmla="*/ 16 w 276"/>
                <a:gd name="T37" fmla="*/ 20 h 112"/>
                <a:gd name="T38" fmla="*/ 25 w 276"/>
                <a:gd name="T39" fmla="*/ 14 h 112"/>
                <a:gd name="T40" fmla="*/ 26 w 276"/>
                <a:gd name="T41" fmla="*/ 14 h 112"/>
                <a:gd name="T42" fmla="*/ 101 w 276"/>
                <a:gd name="T43" fmla="*/ 0 h 112"/>
                <a:gd name="T44" fmla="*/ 25 w 276"/>
                <a:gd name="T45" fmla="*/ 8 h 112"/>
                <a:gd name="T46" fmla="*/ 12 w 276"/>
                <a:gd name="T47" fmla="*/ 16 h 112"/>
                <a:gd name="T48" fmla="*/ 6 w 276"/>
                <a:gd name="T49" fmla="*/ 82 h 112"/>
                <a:gd name="T50" fmla="*/ 6 w 276"/>
                <a:gd name="T51" fmla="*/ 83 h 112"/>
                <a:gd name="T52" fmla="*/ 100 w 276"/>
                <a:gd name="T53" fmla="*/ 111 h 112"/>
                <a:gd name="T54" fmla="*/ 106 w 276"/>
                <a:gd name="T55" fmla="*/ 111 h 112"/>
                <a:gd name="T56" fmla="*/ 259 w 276"/>
                <a:gd name="T57" fmla="*/ 90 h 112"/>
                <a:gd name="T58" fmla="*/ 202 w 276"/>
                <a:gd name="T59" fmla="*/ 82 h 112"/>
                <a:gd name="T60" fmla="*/ 198 w 276"/>
                <a:gd name="T61" fmla="*/ 80 h 112"/>
                <a:gd name="T62" fmla="*/ 202 w 276"/>
                <a:gd name="T63" fmla="*/ 57 h 112"/>
                <a:gd name="T64" fmla="*/ 206 w 276"/>
                <a:gd name="T65" fmla="*/ 39 h 112"/>
                <a:gd name="T66" fmla="*/ 200 w 276"/>
                <a:gd name="T67" fmla="*/ 21 h 112"/>
                <a:gd name="T68" fmla="*/ 198 w 276"/>
                <a:gd name="T69" fmla="*/ 23 h 112"/>
                <a:gd name="T70" fmla="*/ 198 w 276"/>
                <a:gd name="T71" fmla="*/ 23 h 112"/>
                <a:gd name="T72" fmla="*/ 101 w 276"/>
                <a:gd name="T7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79" y="6"/>
                    <a:pt x="101" y="6"/>
                  </a:cubicBezTo>
                  <a:cubicBezTo>
                    <a:pt x="133" y="6"/>
                    <a:pt x="157" y="11"/>
                    <a:pt x="173" y="16"/>
                  </a:cubicBezTo>
                  <a:cubicBezTo>
                    <a:pt x="181" y="18"/>
                    <a:pt x="187" y="21"/>
                    <a:pt x="191" y="23"/>
                  </a:cubicBezTo>
                  <a:cubicBezTo>
                    <a:pt x="193" y="23"/>
                    <a:pt x="194" y="24"/>
                    <a:pt x="195" y="25"/>
                  </a:cubicBezTo>
                  <a:cubicBezTo>
                    <a:pt x="196" y="25"/>
                    <a:pt x="196" y="25"/>
                    <a:pt x="196" y="25"/>
                  </a:cubicBezTo>
                  <a:cubicBezTo>
                    <a:pt x="199" y="29"/>
                    <a:pt x="200" y="34"/>
                    <a:pt x="200" y="39"/>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9"/>
                    <a:pt x="28" y="92"/>
                  </a:cubicBezTo>
                  <a:cubicBezTo>
                    <a:pt x="21" y="89"/>
                    <a:pt x="17" y="86"/>
                    <a:pt x="14" y="84"/>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9"/>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4" name="Freeform 1310">
              <a:extLst>
                <a:ext uri="{FF2B5EF4-FFF2-40B4-BE49-F238E27FC236}">
                  <a16:creationId xmlns:a16="http://schemas.microsoft.com/office/drawing/2014/main" id="{15DB95F4-58D2-4943-8BCD-E426A50FFDB3}"/>
                </a:ext>
              </a:extLst>
            </p:cNvPr>
            <p:cNvSpPr>
              <a:spLocks noEditPoints="1"/>
            </p:cNvSpPr>
            <p:nvPr userDrawn="1"/>
          </p:nvSpPr>
          <p:spPr bwMode="auto">
            <a:xfrm>
              <a:off x="618381" y="5245067"/>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1"/>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4"/>
                    <a:pt x="32" y="147"/>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5"/>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5" name="Freeform 1311">
              <a:extLst>
                <a:ext uri="{FF2B5EF4-FFF2-40B4-BE49-F238E27FC236}">
                  <a16:creationId xmlns:a16="http://schemas.microsoft.com/office/drawing/2014/main" id="{6769C7E9-C00A-44A8-8319-19F660B10DD0}"/>
                </a:ext>
              </a:extLst>
            </p:cNvPr>
            <p:cNvSpPr>
              <a:spLocks/>
            </p:cNvSpPr>
            <p:nvPr userDrawn="1"/>
          </p:nvSpPr>
          <p:spPr bwMode="auto">
            <a:xfrm>
              <a:off x="642464" y="5287211"/>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6" name="Freeform 1312">
              <a:extLst>
                <a:ext uri="{FF2B5EF4-FFF2-40B4-BE49-F238E27FC236}">
                  <a16:creationId xmlns:a16="http://schemas.microsoft.com/office/drawing/2014/main" id="{1CA0270F-6EAC-4B87-AF02-E6EC28279807}"/>
                </a:ext>
              </a:extLst>
            </p:cNvPr>
            <p:cNvSpPr>
              <a:spLocks noEditPoints="1"/>
            </p:cNvSpPr>
            <p:nvPr userDrawn="1"/>
          </p:nvSpPr>
          <p:spPr bwMode="auto">
            <a:xfrm>
              <a:off x="989661" y="5728732"/>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159 w 353"/>
                <a:gd name="T47" fmla="*/ 225 h 231"/>
                <a:gd name="T48" fmla="*/ 159 w 353"/>
                <a:gd name="T49" fmla="*/ 225 h 231"/>
                <a:gd name="T50" fmla="*/ 50 w 353"/>
                <a:gd name="T51" fmla="*/ 206 h 231"/>
                <a:gd name="T52" fmla="*/ 50 w 353"/>
                <a:gd name="T53" fmla="*/ 206 h 231"/>
                <a:gd name="T54" fmla="*/ 50 w 353"/>
                <a:gd name="T55" fmla="*/ 206 h 231"/>
                <a:gd name="T56" fmla="*/ 50 w 353"/>
                <a:gd name="T57" fmla="*/ 206 h 231"/>
                <a:gd name="T58" fmla="*/ 27 w 353"/>
                <a:gd name="T59" fmla="*/ 190 h 231"/>
                <a:gd name="T60" fmla="*/ 6 w 353"/>
                <a:gd name="T61" fmla="*/ 137 h 231"/>
                <a:gd name="T62" fmla="*/ 33 w 353"/>
                <a:gd name="T63" fmla="*/ 52 h 231"/>
                <a:gd name="T64" fmla="*/ 119 w 353"/>
                <a:gd name="T65" fmla="*/ 0 h 231"/>
                <a:gd name="T66" fmla="*/ 119 w 353"/>
                <a:gd name="T67" fmla="*/ 0 h 231"/>
                <a:gd name="T68" fmla="*/ 51 w 353"/>
                <a:gd name="T69" fmla="*/ 24 h 231"/>
                <a:gd name="T70" fmla="*/ 28 w 353"/>
                <a:gd name="T71" fmla="*/ 49 h 231"/>
                <a:gd name="T72" fmla="*/ 28 w 353"/>
                <a:gd name="T73" fmla="*/ 49 h 231"/>
                <a:gd name="T74" fmla="*/ 27 w 353"/>
                <a:gd name="T75" fmla="*/ 49 h 231"/>
                <a:gd name="T76" fmla="*/ 0 w 353"/>
                <a:gd name="T77" fmla="*/ 137 h 231"/>
                <a:gd name="T78" fmla="*/ 24 w 353"/>
                <a:gd name="T79" fmla="*/ 196 h 231"/>
                <a:gd name="T80" fmla="*/ 48 w 353"/>
                <a:gd name="T81" fmla="*/ 211 h 231"/>
                <a:gd name="T82" fmla="*/ 159 w 353"/>
                <a:gd name="T83" fmla="*/ 231 h 231"/>
                <a:gd name="T84" fmla="*/ 295 w 353"/>
                <a:gd name="T85" fmla="*/ 211 h 231"/>
                <a:gd name="T86" fmla="*/ 295 w 353"/>
                <a:gd name="T87" fmla="*/ 211 h 231"/>
                <a:gd name="T88" fmla="*/ 341 w 353"/>
                <a:gd name="T89" fmla="*/ 194 h 231"/>
                <a:gd name="T90" fmla="*/ 350 w 353"/>
                <a:gd name="T91" fmla="*/ 187 h 231"/>
                <a:gd name="T92" fmla="*/ 353 w 353"/>
                <a:gd name="T93" fmla="*/ 181 h 231"/>
                <a:gd name="T94" fmla="*/ 353 w 353"/>
                <a:gd name="T95" fmla="*/ 178 h 231"/>
                <a:gd name="T96" fmla="*/ 351 w 353"/>
                <a:gd name="T97" fmla="*/ 177 h 231"/>
                <a:gd name="T98" fmla="*/ 348 w 353"/>
                <a:gd name="T99" fmla="*/ 176 h 231"/>
                <a:gd name="T100" fmla="*/ 333 w 353"/>
                <a:gd name="T101" fmla="*/ 175 h 231"/>
                <a:gd name="T102" fmla="*/ 287 w 353"/>
                <a:gd name="T103" fmla="*/ 177 h 231"/>
                <a:gd name="T104" fmla="*/ 257 w 353"/>
                <a:gd name="T105" fmla="*/ 163 h 231"/>
                <a:gd name="T106" fmla="*/ 232 w 353"/>
                <a:gd name="T107" fmla="*/ 122 h 231"/>
                <a:gd name="T108" fmla="*/ 227 w 353"/>
                <a:gd name="T109" fmla="*/ 105 h 231"/>
                <a:gd name="T110" fmla="*/ 226 w 353"/>
                <a:gd name="T111" fmla="*/ 100 h 231"/>
                <a:gd name="T112" fmla="*/ 226 w 353"/>
                <a:gd name="T113" fmla="*/ 98 h 231"/>
                <a:gd name="T114" fmla="*/ 226 w 353"/>
                <a:gd name="T115" fmla="*/ 98 h 231"/>
                <a:gd name="T116" fmla="*/ 195 w 353"/>
                <a:gd name="T117" fmla="*/ 23 h 231"/>
                <a:gd name="T118" fmla="*/ 194 w 353"/>
                <a:gd name="T119" fmla="*/ 23 h 231"/>
                <a:gd name="T120" fmla="*/ 194 w 353"/>
                <a:gd name="T121" fmla="*/ 23 h 231"/>
                <a:gd name="T122" fmla="*/ 119 w 353"/>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3"/>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6"/>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7"/>
                  </a:cubicBezTo>
                  <a:cubicBezTo>
                    <a:pt x="350" y="176"/>
                    <a:pt x="349" y="176"/>
                    <a:pt x="348" y="176"/>
                  </a:cubicBezTo>
                  <a:cubicBezTo>
                    <a:pt x="344" y="175"/>
                    <a:pt x="339" y="175"/>
                    <a:pt x="333" y="175"/>
                  </a:cubicBezTo>
                  <a:cubicBezTo>
                    <a:pt x="315" y="175"/>
                    <a:pt x="290" y="177"/>
                    <a:pt x="287" y="177"/>
                  </a:cubicBezTo>
                  <a:cubicBezTo>
                    <a:pt x="275" y="176"/>
                    <a:pt x="265" y="171"/>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7" name="Freeform 1313">
              <a:extLst>
                <a:ext uri="{FF2B5EF4-FFF2-40B4-BE49-F238E27FC236}">
                  <a16:creationId xmlns:a16="http://schemas.microsoft.com/office/drawing/2014/main" id="{F1110C0B-7CA8-42C0-B4A6-F21335094C67}"/>
                </a:ext>
              </a:extLst>
            </p:cNvPr>
            <p:cNvSpPr>
              <a:spLocks noEditPoints="1"/>
            </p:cNvSpPr>
            <p:nvPr userDrawn="1"/>
          </p:nvSpPr>
          <p:spPr bwMode="auto">
            <a:xfrm>
              <a:off x="1332842" y="5130672"/>
              <a:ext cx="254879" cy="200691"/>
            </a:xfrm>
            <a:custGeom>
              <a:avLst/>
              <a:gdLst>
                <a:gd name="T0" fmla="*/ 28 w 170"/>
                <a:gd name="T1" fmla="*/ 7 h 133"/>
                <a:gd name="T2" fmla="*/ 35 w 170"/>
                <a:gd name="T3" fmla="*/ 7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7"/>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1"/>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8" name="Freeform 1314">
              <a:extLst>
                <a:ext uri="{FF2B5EF4-FFF2-40B4-BE49-F238E27FC236}">
                  <a16:creationId xmlns:a16="http://schemas.microsoft.com/office/drawing/2014/main" id="{EE9B53FD-ADC3-4484-A090-B4A8C37BA117}"/>
                </a:ext>
              </a:extLst>
            </p:cNvPr>
            <p:cNvSpPr>
              <a:spLocks noEditPoints="1"/>
            </p:cNvSpPr>
            <p:nvPr userDrawn="1"/>
          </p:nvSpPr>
          <p:spPr bwMode="auto">
            <a:xfrm>
              <a:off x="2304188" y="5501952"/>
              <a:ext cx="254879" cy="200691"/>
            </a:xfrm>
            <a:custGeom>
              <a:avLst/>
              <a:gdLst>
                <a:gd name="T0" fmla="*/ 27 w 169"/>
                <a:gd name="T1" fmla="*/ 7 h 133"/>
                <a:gd name="T2" fmla="*/ 35 w 169"/>
                <a:gd name="T3" fmla="*/ 7 h 133"/>
                <a:gd name="T4" fmla="*/ 108 w 169"/>
                <a:gd name="T5" fmla="*/ 6 h 133"/>
                <a:gd name="T6" fmla="*/ 131 w 169"/>
                <a:gd name="T7" fmla="*/ 7 h 133"/>
                <a:gd name="T8" fmla="*/ 138 w 169"/>
                <a:gd name="T9" fmla="*/ 7 h 133"/>
                <a:gd name="T10" fmla="*/ 142 w 169"/>
                <a:gd name="T11" fmla="*/ 7 h 133"/>
                <a:gd name="T12" fmla="*/ 147 w 169"/>
                <a:gd name="T13" fmla="*/ 10 h 133"/>
                <a:gd name="T14" fmla="*/ 158 w 169"/>
                <a:gd name="T15" fmla="*/ 23 h 133"/>
                <a:gd name="T16" fmla="*/ 163 w 169"/>
                <a:gd name="T17" fmla="*/ 42 h 133"/>
                <a:gd name="T18" fmla="*/ 155 w 169"/>
                <a:gd name="T19" fmla="*/ 65 h 133"/>
                <a:gd name="T20" fmla="*/ 124 w 169"/>
                <a:gd name="T21" fmla="*/ 88 h 133"/>
                <a:gd name="T22" fmla="*/ 51 w 169"/>
                <a:gd name="T23" fmla="*/ 88 h 133"/>
                <a:gd name="T24" fmla="*/ 45 w 169"/>
                <a:gd name="T25" fmla="*/ 107 h 133"/>
                <a:gd name="T26" fmla="*/ 42 w 169"/>
                <a:gd name="T27" fmla="*/ 88 h 133"/>
                <a:gd name="T28" fmla="*/ 40 w 169"/>
                <a:gd name="T29" fmla="*/ 88 h 133"/>
                <a:gd name="T30" fmla="*/ 40 w 169"/>
                <a:gd name="T31" fmla="*/ 88 h 133"/>
                <a:gd name="T32" fmla="*/ 26 w 169"/>
                <a:gd name="T33" fmla="*/ 82 h 133"/>
                <a:gd name="T34" fmla="*/ 8 w 169"/>
                <a:gd name="T35" fmla="*/ 45 h 133"/>
                <a:gd name="T36" fmla="*/ 7 w 169"/>
                <a:gd name="T37" fmla="*/ 45 h 133"/>
                <a:gd name="T38" fmla="*/ 7 w 169"/>
                <a:gd name="T39" fmla="*/ 44 h 133"/>
                <a:gd name="T40" fmla="*/ 7 w 169"/>
                <a:gd name="T41" fmla="*/ 44 h 133"/>
                <a:gd name="T42" fmla="*/ 6 w 169"/>
                <a:gd name="T43" fmla="*/ 33 h 133"/>
                <a:gd name="T44" fmla="*/ 10 w 169"/>
                <a:gd name="T45" fmla="*/ 18 h 133"/>
                <a:gd name="T46" fmla="*/ 27 w 169"/>
                <a:gd name="T47" fmla="*/ 7 h 133"/>
                <a:gd name="T48" fmla="*/ 108 w 169"/>
                <a:gd name="T49" fmla="*/ 0 h 133"/>
                <a:gd name="T50" fmla="*/ 27 w 169"/>
                <a:gd name="T51" fmla="*/ 1 h 133"/>
                <a:gd name="T52" fmla="*/ 26 w 169"/>
                <a:gd name="T53" fmla="*/ 1 h 133"/>
                <a:gd name="T54" fmla="*/ 26 w 169"/>
                <a:gd name="T55" fmla="*/ 2 h 133"/>
                <a:gd name="T56" fmla="*/ 5 w 169"/>
                <a:gd name="T57" fmla="*/ 15 h 133"/>
                <a:gd name="T58" fmla="*/ 0 w 169"/>
                <a:gd name="T59" fmla="*/ 33 h 133"/>
                <a:gd name="T60" fmla="*/ 2 w 169"/>
                <a:gd name="T61" fmla="*/ 46 h 133"/>
                <a:gd name="T62" fmla="*/ 23 w 169"/>
                <a:gd name="T63" fmla="*/ 87 h 133"/>
                <a:gd name="T64" fmla="*/ 37 w 169"/>
                <a:gd name="T65" fmla="*/ 93 h 133"/>
                <a:gd name="T66" fmla="*/ 42 w 169"/>
                <a:gd name="T67" fmla="*/ 133 h 133"/>
                <a:gd name="T68" fmla="*/ 43 w 169"/>
                <a:gd name="T69" fmla="*/ 132 h 133"/>
                <a:gd name="T70" fmla="*/ 55 w 169"/>
                <a:gd name="T71" fmla="*/ 94 h 133"/>
                <a:gd name="T72" fmla="*/ 125 w 169"/>
                <a:gd name="T73" fmla="*/ 94 h 133"/>
                <a:gd name="T74" fmla="*/ 126 w 169"/>
                <a:gd name="T75" fmla="*/ 94 h 133"/>
                <a:gd name="T76" fmla="*/ 160 w 169"/>
                <a:gd name="T77" fmla="*/ 68 h 133"/>
                <a:gd name="T78" fmla="*/ 169 w 169"/>
                <a:gd name="T79" fmla="*/ 42 h 133"/>
                <a:gd name="T80" fmla="*/ 161 w 169"/>
                <a:gd name="T81" fmla="*/ 17 h 133"/>
                <a:gd name="T82" fmla="*/ 161 w 169"/>
                <a:gd name="T83" fmla="*/ 17 h 133"/>
                <a:gd name="T84" fmla="*/ 160 w 169"/>
                <a:gd name="T85" fmla="*/ 15 h 133"/>
                <a:gd name="T86" fmla="*/ 160 w 169"/>
                <a:gd name="T87" fmla="*/ 15 h 133"/>
                <a:gd name="T88" fmla="*/ 159 w 169"/>
                <a:gd name="T89" fmla="*/ 14 h 133"/>
                <a:gd name="T90" fmla="*/ 151 w 169"/>
                <a:gd name="T91" fmla="*/ 6 h 133"/>
                <a:gd name="T92" fmla="*/ 144 w 169"/>
                <a:gd name="T93" fmla="*/ 2 h 133"/>
                <a:gd name="T94" fmla="*/ 139 w 169"/>
                <a:gd name="T95" fmla="*/ 1 h 133"/>
                <a:gd name="T96" fmla="*/ 108 w 169"/>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3">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8"/>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8"/>
                    <a:pt x="40" y="88"/>
                    <a:pt x="40" y="88"/>
                  </a:cubicBezTo>
                  <a:cubicBezTo>
                    <a:pt x="40" y="88"/>
                    <a:pt x="40" y="88"/>
                    <a:pt x="40" y="88"/>
                  </a:cubicBezTo>
                  <a:cubicBezTo>
                    <a:pt x="39" y="88"/>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40"/>
                    <a:pt x="1" y="45"/>
                    <a:pt x="2" y="46"/>
                  </a:cubicBezTo>
                  <a:cubicBezTo>
                    <a:pt x="6" y="69"/>
                    <a:pt x="15" y="81"/>
                    <a:pt x="23" y="87"/>
                  </a:cubicBezTo>
                  <a:cubicBezTo>
                    <a:pt x="29" y="91"/>
                    <a:pt x="34" y="93"/>
                    <a:pt x="37" y="93"/>
                  </a:cubicBezTo>
                  <a:cubicBezTo>
                    <a:pt x="42" y="133"/>
                    <a:pt x="42" y="133"/>
                    <a:pt x="42" y="133"/>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5"/>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9" name="Freeform 1315">
              <a:extLst>
                <a:ext uri="{FF2B5EF4-FFF2-40B4-BE49-F238E27FC236}">
                  <a16:creationId xmlns:a16="http://schemas.microsoft.com/office/drawing/2014/main" id="{9DBB5DC7-12E0-40FC-BFEA-7941EA0F418B}"/>
                </a:ext>
              </a:extLst>
            </p:cNvPr>
            <p:cNvSpPr>
              <a:spLocks/>
            </p:cNvSpPr>
            <p:nvPr userDrawn="1"/>
          </p:nvSpPr>
          <p:spPr bwMode="auto">
            <a:xfrm>
              <a:off x="2368410" y="5700635"/>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0" name="Freeform 1316">
              <a:extLst>
                <a:ext uri="{FF2B5EF4-FFF2-40B4-BE49-F238E27FC236}">
                  <a16:creationId xmlns:a16="http://schemas.microsoft.com/office/drawing/2014/main" id="{4E8E5790-062F-47E1-916E-9FA185868B31}"/>
                </a:ext>
              </a:extLst>
            </p:cNvPr>
            <p:cNvSpPr>
              <a:spLocks noEditPoints="1"/>
            </p:cNvSpPr>
            <p:nvPr userDrawn="1"/>
          </p:nvSpPr>
          <p:spPr bwMode="auto">
            <a:xfrm>
              <a:off x="1055889" y="4273721"/>
              <a:ext cx="282975" cy="242837"/>
            </a:xfrm>
            <a:custGeom>
              <a:avLst/>
              <a:gdLst>
                <a:gd name="T0" fmla="*/ 91 w 188"/>
                <a:gd name="T1" fmla="*/ 23 h 162"/>
                <a:gd name="T2" fmla="*/ 94 w 188"/>
                <a:gd name="T3" fmla="*/ 22 h 162"/>
                <a:gd name="T4" fmla="*/ 74 w 188"/>
                <a:gd name="T5" fmla="*/ 8 h 162"/>
                <a:gd name="T6" fmla="*/ 84 w 188"/>
                <a:gd name="T7" fmla="*/ 12 h 162"/>
                <a:gd name="T8" fmla="*/ 94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1 h 162"/>
                <a:gd name="T20" fmla="*/ 142 w 188"/>
                <a:gd name="T21" fmla="*/ 112 h 162"/>
                <a:gd name="T22" fmla="*/ 134 w 188"/>
                <a:gd name="T23" fmla="*/ 137 h 162"/>
                <a:gd name="T24" fmla="*/ 114 w 188"/>
                <a:gd name="T25" fmla="*/ 134 h 162"/>
                <a:gd name="T26" fmla="*/ 98 w 188"/>
                <a:gd name="T27" fmla="*/ 135 h 162"/>
                <a:gd name="T28" fmla="*/ 47 w 188"/>
                <a:gd name="T29" fmla="*/ 138 h 162"/>
                <a:gd name="T30" fmla="*/ 29 w 188"/>
                <a:gd name="T31" fmla="*/ 111 h 162"/>
                <a:gd name="T32" fmla="*/ 8 w 188"/>
                <a:gd name="T33" fmla="*/ 105 h 162"/>
                <a:gd name="T34" fmla="*/ 21 w 188"/>
                <a:gd name="T35" fmla="*/ 81 h 162"/>
                <a:gd name="T36" fmla="*/ 21 w 188"/>
                <a:gd name="T37" fmla="*/ 36 h 162"/>
                <a:gd name="T38" fmla="*/ 62 w 188"/>
                <a:gd name="T39" fmla="*/ 28 h 162"/>
                <a:gd name="T40" fmla="*/ 78 w 188"/>
                <a:gd name="T41" fmla="*/ 0 h 162"/>
                <a:gd name="T42" fmla="*/ 61 w 188"/>
                <a:gd name="T43" fmla="*/ 13 h 162"/>
                <a:gd name="T44" fmla="*/ 61 w 188"/>
                <a:gd name="T45" fmla="*/ 21 h 162"/>
                <a:gd name="T46" fmla="*/ 53 w 188"/>
                <a:gd name="T47" fmla="*/ 24 h 162"/>
                <a:gd name="T48" fmla="*/ 37 w 188"/>
                <a:gd name="T49" fmla="*/ 20 h 162"/>
                <a:gd name="T50" fmla="*/ 12 w 188"/>
                <a:gd name="T51" fmla="*/ 48 h 162"/>
                <a:gd name="T52" fmla="*/ 18 w 188"/>
                <a:gd name="T53" fmla="*/ 71 h 162"/>
                <a:gd name="T54" fmla="*/ 5 w 188"/>
                <a:gd name="T55" fmla="*/ 83 h 162"/>
                <a:gd name="T56" fmla="*/ 2 w 188"/>
                <a:gd name="T57" fmla="*/ 86 h 162"/>
                <a:gd name="T58" fmla="*/ 20 w 188"/>
                <a:gd name="T59" fmla="*/ 118 h 162"/>
                <a:gd name="T60" fmla="*/ 35 w 188"/>
                <a:gd name="T61" fmla="*/ 118 h 162"/>
                <a:gd name="T62" fmla="*/ 41 w 188"/>
                <a:gd name="T63" fmla="*/ 138 h 162"/>
                <a:gd name="T64" fmla="*/ 42 w 188"/>
                <a:gd name="T65" fmla="*/ 141 h 162"/>
                <a:gd name="T66" fmla="*/ 94 w 188"/>
                <a:gd name="T67" fmla="*/ 150 h 162"/>
                <a:gd name="T68" fmla="*/ 108 w 188"/>
                <a:gd name="T69" fmla="*/ 137 h 162"/>
                <a:gd name="T70" fmla="*/ 110 w 188"/>
                <a:gd name="T71" fmla="*/ 140 h 162"/>
                <a:gd name="T72" fmla="*/ 123 w 188"/>
                <a:gd name="T73" fmla="*/ 146 h 162"/>
                <a:gd name="T74" fmla="*/ 145 w 188"/>
                <a:gd name="T75" fmla="*/ 134 h 162"/>
                <a:gd name="T76" fmla="*/ 173 w 188"/>
                <a:gd name="T77" fmla="*/ 155 h 162"/>
                <a:gd name="T78" fmla="*/ 184 w 188"/>
                <a:gd name="T79" fmla="*/ 162 h 162"/>
                <a:gd name="T80" fmla="*/ 187 w 188"/>
                <a:gd name="T81" fmla="*/ 158 h 162"/>
                <a:gd name="T82" fmla="*/ 160 w 188"/>
                <a:gd name="T83" fmla="*/ 111 h 162"/>
                <a:gd name="T84" fmla="*/ 186 w 188"/>
                <a:gd name="T85" fmla="*/ 87 h 162"/>
                <a:gd name="T86" fmla="*/ 175 w 188"/>
                <a:gd name="T87" fmla="*/ 58 h 162"/>
                <a:gd name="T88" fmla="*/ 160 w 188"/>
                <a:gd name="T89" fmla="*/ 56 h 162"/>
                <a:gd name="T90" fmla="*/ 158 w 188"/>
                <a:gd name="T91" fmla="*/ 21 h 162"/>
                <a:gd name="T92" fmla="*/ 99 w 188"/>
                <a:gd name="T93" fmla="*/ 13 h 162"/>
                <a:gd name="T94" fmla="*/ 78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1"/>
                  </a:cubicBezTo>
                  <a:cubicBezTo>
                    <a:pt x="154" y="116"/>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6"/>
                  </a:cubicBezTo>
                  <a:cubicBezTo>
                    <a:pt x="139" y="117"/>
                    <a:pt x="138" y="120"/>
                    <a:pt x="138" y="125"/>
                  </a:cubicBezTo>
                  <a:cubicBezTo>
                    <a:pt x="138" y="127"/>
                    <a:pt x="139" y="130"/>
                    <a:pt x="139" y="134"/>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2"/>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8"/>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6"/>
                    <a:pt x="60" y="16"/>
                    <a:pt x="60" y="16"/>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8"/>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4"/>
                    <a:pt x="5" y="84"/>
                    <a:pt x="5" y="84"/>
                  </a:cubicBezTo>
                  <a:cubicBezTo>
                    <a:pt x="5" y="84"/>
                    <a:pt x="5" y="84"/>
                    <a:pt x="5" y="84"/>
                  </a:cubicBezTo>
                  <a:cubicBezTo>
                    <a:pt x="3" y="84"/>
                    <a:pt x="3" y="84"/>
                    <a:pt x="3" y="84"/>
                  </a:cubicBezTo>
                  <a:cubicBezTo>
                    <a:pt x="2" y="86"/>
                    <a:pt x="2" y="86"/>
                    <a:pt x="2" y="86"/>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2"/>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60"/>
                    <a:pt x="188" y="159"/>
                  </a:cubicBezTo>
                  <a:cubicBezTo>
                    <a:pt x="188" y="159"/>
                    <a:pt x="187" y="158"/>
                    <a:pt x="187" y="158"/>
                  </a:cubicBezTo>
                  <a:cubicBezTo>
                    <a:pt x="187" y="158"/>
                    <a:pt x="187" y="157"/>
                    <a:pt x="187" y="157"/>
                  </a:cubicBezTo>
                  <a:cubicBezTo>
                    <a:pt x="165" y="124"/>
                    <a:pt x="165" y="124"/>
                    <a:pt x="165" y="124"/>
                  </a:cubicBezTo>
                  <a:cubicBezTo>
                    <a:pt x="165" y="124"/>
                    <a:pt x="165" y="124"/>
                    <a:pt x="165" y="124"/>
                  </a:cubicBezTo>
                  <a:cubicBezTo>
                    <a:pt x="162" y="118"/>
                    <a:pt x="160" y="114"/>
                    <a:pt x="160" y="111"/>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1" name="Freeform 1317">
              <a:extLst>
                <a:ext uri="{FF2B5EF4-FFF2-40B4-BE49-F238E27FC236}">
                  <a16:creationId xmlns:a16="http://schemas.microsoft.com/office/drawing/2014/main" id="{95CE7283-6102-4D25-9BC0-21ABA01E611E}"/>
                </a:ext>
              </a:extLst>
            </p:cNvPr>
            <p:cNvSpPr>
              <a:spLocks noEditPoints="1"/>
            </p:cNvSpPr>
            <p:nvPr userDrawn="1"/>
          </p:nvSpPr>
          <p:spPr bwMode="auto">
            <a:xfrm>
              <a:off x="1766336" y="4315865"/>
              <a:ext cx="282975" cy="242837"/>
            </a:xfrm>
            <a:custGeom>
              <a:avLst/>
              <a:gdLst>
                <a:gd name="T0" fmla="*/ 168 w 188"/>
                <a:gd name="T1" fmla="*/ 112 h 162"/>
                <a:gd name="T2" fmla="*/ 100 w 188"/>
                <a:gd name="T3" fmla="*/ 23 h 162"/>
                <a:gd name="T4" fmla="*/ 111 w 188"/>
                <a:gd name="T5" fmla="*/ 6 h 162"/>
                <a:gd name="T6" fmla="*/ 120 w 188"/>
                <a:gd name="T7" fmla="*/ 13 h 162"/>
                <a:gd name="T8" fmla="*/ 123 w 188"/>
                <a:gd name="T9" fmla="*/ 24 h 162"/>
                <a:gd name="T10" fmla="*/ 148 w 188"/>
                <a:gd name="T11" fmla="*/ 28 h 162"/>
                <a:gd name="T12" fmla="*/ 171 w 188"/>
                <a:gd name="T13" fmla="*/ 48 h 162"/>
                <a:gd name="T14" fmla="*/ 169 w 188"/>
                <a:gd name="T15" fmla="*/ 57 h 162"/>
                <a:gd name="T16" fmla="*/ 177 w 188"/>
                <a:gd name="T17" fmla="*/ 88 h 162"/>
                <a:gd name="T18" fmla="*/ 180 w 188"/>
                <a:gd name="T19" fmla="*/ 105 h 162"/>
                <a:gd name="T20" fmla="*/ 168 w 188"/>
                <a:gd name="T21" fmla="*/ 112 h 162"/>
                <a:gd name="T22" fmla="*/ 150 w 188"/>
                <a:gd name="T23" fmla="*/ 113 h 162"/>
                <a:gd name="T24" fmla="*/ 141 w 188"/>
                <a:gd name="T25" fmla="*/ 137 h 162"/>
                <a:gd name="T26" fmla="*/ 99 w 188"/>
                <a:gd name="T27" fmla="*/ 146 h 162"/>
                <a:gd name="T28" fmla="*/ 82 w 188"/>
                <a:gd name="T29" fmla="*/ 131 h 162"/>
                <a:gd name="T30" fmla="*/ 78 w 188"/>
                <a:gd name="T31" fmla="*/ 132 h 162"/>
                <a:gd name="T32" fmla="*/ 65 w 188"/>
                <a:gd name="T33" fmla="*/ 140 h 162"/>
                <a:gd name="T34" fmla="*/ 50 w 188"/>
                <a:gd name="T35" fmla="*/ 134 h 162"/>
                <a:gd name="T36" fmla="*/ 49 w 188"/>
                <a:gd name="T37" fmla="*/ 115 h 162"/>
                <a:gd name="T38" fmla="*/ 17 w 188"/>
                <a:gd name="T39" fmla="*/ 144 h 162"/>
                <a:gd name="T40" fmla="*/ 28 w 188"/>
                <a:gd name="T41" fmla="*/ 97 h 162"/>
                <a:gd name="T42" fmla="*/ 8 w 188"/>
                <a:gd name="T43" fmla="*/ 85 h 162"/>
                <a:gd name="T44" fmla="*/ 11 w 188"/>
                <a:gd name="T45" fmla="*/ 64 h 162"/>
                <a:gd name="T46" fmla="*/ 19 w 188"/>
                <a:gd name="T47" fmla="*/ 64 h 162"/>
                <a:gd name="T48" fmla="*/ 32 w 188"/>
                <a:gd name="T49" fmla="*/ 41 h 162"/>
                <a:gd name="T50" fmla="*/ 53 w 188"/>
                <a:gd name="T51" fmla="*/ 13 h 162"/>
                <a:gd name="T52" fmla="*/ 86 w 188"/>
                <a:gd name="T53" fmla="*/ 17 h 162"/>
                <a:gd name="T54" fmla="*/ 95 w 188"/>
                <a:gd name="T55" fmla="*/ 24 h 162"/>
                <a:gd name="T56" fmla="*/ 99 w 188"/>
                <a:gd name="T57" fmla="*/ 28 h 162"/>
                <a:gd name="T58" fmla="*/ 106 w 188"/>
                <a:gd name="T59" fmla="*/ 2 h 162"/>
                <a:gd name="T60" fmla="*/ 89 w 188"/>
                <a:gd name="T61" fmla="*/ 12 h 162"/>
                <a:gd name="T62" fmla="*/ 51 w 188"/>
                <a:gd name="T63" fmla="*/ 7 h 162"/>
                <a:gd name="T64" fmla="*/ 28 w 188"/>
                <a:gd name="T65" fmla="*/ 45 h 162"/>
                <a:gd name="T66" fmla="*/ 19 w 188"/>
                <a:gd name="T67" fmla="*/ 58 h 162"/>
                <a:gd name="T68" fmla="*/ 14 w 188"/>
                <a:gd name="T69" fmla="*/ 58 h 162"/>
                <a:gd name="T70" fmla="*/ 0 w 188"/>
                <a:gd name="T71" fmla="*/ 75 h 162"/>
                <a:gd name="T72" fmla="*/ 15 w 188"/>
                <a:gd name="T73" fmla="*/ 99 h 162"/>
                <a:gd name="T74" fmla="*/ 23 w 188"/>
                <a:gd name="T75" fmla="*/ 123 h 162"/>
                <a:gd name="T76" fmla="*/ 1 w 188"/>
                <a:gd name="T77" fmla="*/ 157 h 162"/>
                <a:gd name="T78" fmla="*/ 1 w 188"/>
                <a:gd name="T79" fmla="*/ 159 h 162"/>
                <a:gd name="T80" fmla="*/ 4 w 188"/>
                <a:gd name="T81" fmla="*/ 162 h 162"/>
                <a:gd name="T82" fmla="*/ 15 w 188"/>
                <a:gd name="T83" fmla="*/ 155 h 162"/>
                <a:gd name="T84" fmla="*/ 44 w 188"/>
                <a:gd name="T85" fmla="*/ 125 h 162"/>
                <a:gd name="T86" fmla="*/ 44 w 188"/>
                <a:gd name="T87" fmla="*/ 137 h 162"/>
                <a:gd name="T88" fmla="*/ 65 w 188"/>
                <a:gd name="T89" fmla="*/ 146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8" y="112"/>
                  </a:moveTo>
                  <a:cubicBezTo>
                    <a:pt x="168" y="112"/>
                    <a:pt x="168" y="112"/>
                    <a:pt x="168" y="112"/>
                  </a:cubicBezTo>
                  <a:cubicBezTo>
                    <a:pt x="168" y="112"/>
                    <a:pt x="168" y="112"/>
                    <a:pt x="168" y="112"/>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9"/>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8"/>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3"/>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5"/>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4"/>
                  </a:cubicBezTo>
                  <a:cubicBezTo>
                    <a:pt x="50" y="133"/>
                    <a:pt x="50" y="133"/>
                    <a:pt x="50" y="133"/>
                  </a:cubicBezTo>
                  <a:cubicBezTo>
                    <a:pt x="50" y="130"/>
                    <a:pt x="50" y="127"/>
                    <a:pt x="50" y="125"/>
                  </a:cubicBezTo>
                  <a:cubicBezTo>
                    <a:pt x="50" y="120"/>
                    <a:pt x="50" y="117"/>
                    <a:pt x="49" y="115"/>
                  </a:cubicBezTo>
                  <a:cubicBezTo>
                    <a:pt x="48" y="114"/>
                    <a:pt x="47" y="113"/>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3"/>
                    <a:pt x="13" y="92"/>
                    <a:pt x="12" y="91"/>
                  </a:cubicBezTo>
                  <a:cubicBezTo>
                    <a:pt x="11" y="90"/>
                    <a:pt x="9" y="88"/>
                    <a:pt x="8" y="85"/>
                  </a:cubicBezTo>
                  <a:cubicBezTo>
                    <a:pt x="7" y="82"/>
                    <a:pt x="6" y="78"/>
                    <a:pt x="6" y="75"/>
                  </a:cubicBezTo>
                  <a:cubicBezTo>
                    <a:pt x="6" y="72"/>
                    <a:pt x="7" y="69"/>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5"/>
                    <a:pt x="95" y="25"/>
                    <a:pt x="95" y="25"/>
                  </a:cubicBezTo>
                  <a:cubicBezTo>
                    <a:pt x="95" y="25"/>
                    <a:pt x="95" y="25"/>
                    <a:pt x="95" y="25"/>
                  </a:cubicBezTo>
                  <a:cubicBezTo>
                    <a:pt x="99" y="28"/>
                    <a:pt x="99" y="28"/>
                    <a:pt x="99" y="28"/>
                  </a:cubicBezTo>
                  <a:cubicBezTo>
                    <a:pt x="100" y="23"/>
                    <a:pt x="100" y="23"/>
                    <a:pt x="100" y="23"/>
                  </a:cubicBezTo>
                  <a:moveTo>
                    <a:pt x="111" y="0"/>
                  </a:moveTo>
                  <a:cubicBezTo>
                    <a:pt x="109" y="0"/>
                    <a:pt x="107" y="1"/>
                    <a:pt x="106" y="2"/>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6"/>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2"/>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50"/>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8"/>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9"/>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3"/>
                    <a:pt x="176" y="81"/>
                  </a:cubicBezTo>
                  <a:cubicBezTo>
                    <a:pt x="175" y="80"/>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2" name="Freeform 1318">
              <a:extLst>
                <a:ext uri="{FF2B5EF4-FFF2-40B4-BE49-F238E27FC236}">
                  <a16:creationId xmlns:a16="http://schemas.microsoft.com/office/drawing/2014/main" id="{A6C2E727-6D67-44C4-81D8-15C25451ABA3}"/>
                </a:ext>
              </a:extLst>
            </p:cNvPr>
            <p:cNvSpPr>
              <a:spLocks noEditPoints="1"/>
            </p:cNvSpPr>
            <p:nvPr userDrawn="1"/>
          </p:nvSpPr>
          <p:spPr bwMode="auto">
            <a:xfrm>
              <a:off x="1196372" y="5413647"/>
              <a:ext cx="282975" cy="242837"/>
            </a:xfrm>
            <a:custGeom>
              <a:avLst/>
              <a:gdLst>
                <a:gd name="T0" fmla="*/ 100 w 188"/>
                <a:gd name="T1" fmla="*/ 23 h 162"/>
                <a:gd name="T2" fmla="*/ 111 w 188"/>
                <a:gd name="T3" fmla="*/ 6 h 162"/>
                <a:gd name="T4" fmla="*/ 120 w 188"/>
                <a:gd name="T5" fmla="*/ 12 h 162"/>
                <a:gd name="T6" fmla="*/ 123 w 188"/>
                <a:gd name="T7" fmla="*/ 24 h 162"/>
                <a:gd name="T8" fmla="*/ 148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8 w 188"/>
                <a:gd name="T29" fmla="*/ 132 h 162"/>
                <a:gd name="T30" fmla="*/ 65 w 188"/>
                <a:gd name="T31" fmla="*/ 139 h 162"/>
                <a:gd name="T32" fmla="*/ 50 w 188"/>
                <a:gd name="T33" fmla="*/ 133 h 162"/>
                <a:gd name="T34" fmla="*/ 49 w 188"/>
                <a:gd name="T35" fmla="*/ 115 h 162"/>
                <a:gd name="T36" fmla="*/ 17 w 188"/>
                <a:gd name="T37" fmla="*/ 144 h 162"/>
                <a:gd name="T38" fmla="*/ 29 w 188"/>
                <a:gd name="T39" fmla="*/ 97 h 162"/>
                <a:gd name="T40" fmla="*/ 8 w 188"/>
                <a:gd name="T41" fmla="*/ 84 h 162"/>
                <a:gd name="T42" fmla="*/ 11 w 188"/>
                <a:gd name="T43" fmla="*/ 64 h 162"/>
                <a:gd name="T44" fmla="*/ 19 w 188"/>
                <a:gd name="T45" fmla="*/ 64 h 162"/>
                <a:gd name="T46" fmla="*/ 32 w 188"/>
                <a:gd name="T47" fmla="*/ 40 h 162"/>
                <a:gd name="T48" fmla="*/ 53 w 188"/>
                <a:gd name="T49" fmla="*/ 12 h 162"/>
                <a:gd name="T50" fmla="*/ 86 w 188"/>
                <a:gd name="T51" fmla="*/ 17 h 162"/>
                <a:gd name="T52" fmla="*/ 95 w 188"/>
                <a:gd name="T53" fmla="*/ 24 h 162"/>
                <a:gd name="T54" fmla="*/ 99 w 188"/>
                <a:gd name="T55" fmla="*/ 28 h 162"/>
                <a:gd name="T56" fmla="*/ 106 w 188"/>
                <a:gd name="T57" fmla="*/ 1 h 162"/>
                <a:gd name="T58" fmla="*/ 89 w 188"/>
                <a:gd name="T59" fmla="*/ 12 h 162"/>
                <a:gd name="T60" fmla="*/ 51 w 188"/>
                <a:gd name="T61" fmla="*/ 7 h 162"/>
                <a:gd name="T62" fmla="*/ 28 w 188"/>
                <a:gd name="T63" fmla="*/ 45 h 162"/>
                <a:gd name="T64" fmla="*/ 19 w 188"/>
                <a:gd name="T65" fmla="*/ 58 h 162"/>
                <a:gd name="T66" fmla="*/ 14 w 188"/>
                <a:gd name="T67" fmla="*/ 57 h 162"/>
                <a:gd name="T68" fmla="*/ 0 w 188"/>
                <a:gd name="T69" fmla="*/ 75 h 162"/>
                <a:gd name="T70" fmla="*/ 15 w 188"/>
                <a:gd name="T71" fmla="*/ 98 h 162"/>
                <a:gd name="T72" fmla="*/ 23 w 188"/>
                <a:gd name="T73" fmla="*/ 123 h 162"/>
                <a:gd name="T74" fmla="*/ 2 w 188"/>
                <a:gd name="T75" fmla="*/ 157 h 162"/>
                <a:gd name="T76" fmla="*/ 1 w 188"/>
                <a:gd name="T77" fmla="*/ 159 h 162"/>
                <a:gd name="T78" fmla="*/ 4 w 188"/>
                <a:gd name="T79" fmla="*/ 162 h 162"/>
                <a:gd name="T80" fmla="*/ 16 w 188"/>
                <a:gd name="T81" fmla="*/ 155 h 162"/>
                <a:gd name="T82" fmla="*/ 44 w 188"/>
                <a:gd name="T83" fmla="*/ 124 h 162"/>
                <a:gd name="T84" fmla="*/ 45 w 188"/>
                <a:gd name="T85" fmla="*/ 137 h 162"/>
                <a:gd name="T86" fmla="*/ 65 w 188"/>
                <a:gd name="T87" fmla="*/ 145 h 162"/>
                <a:gd name="T88" fmla="*/ 78 w 188"/>
                <a:gd name="T89" fmla="*/ 139 h 162"/>
                <a:gd name="T90" fmla="*/ 79 w 188"/>
                <a:gd name="T91" fmla="*/ 138 h 162"/>
                <a:gd name="T92" fmla="*/ 95 w 188"/>
                <a:gd name="T93" fmla="*/ 149 h 162"/>
                <a:gd name="T94" fmla="*/ 114 w 188"/>
                <a:gd name="T95" fmla="*/ 154 h 162"/>
                <a:gd name="T96" fmla="*/ 148 w 188"/>
                <a:gd name="T97" fmla="*/ 139 h 162"/>
                <a:gd name="T98" fmla="*/ 147 w 188"/>
                <a:gd name="T99" fmla="*/ 132 h 162"/>
                <a:gd name="T100" fmla="*/ 160 w 188"/>
                <a:gd name="T101" fmla="*/ 116 h 162"/>
                <a:gd name="T102" fmla="*/ 168 w 188"/>
                <a:gd name="T103" fmla="*/ 118 h 162"/>
                <a:gd name="T104" fmla="*/ 188 w 188"/>
                <a:gd name="T105" fmla="*/ 97 h 162"/>
                <a:gd name="T106" fmla="*/ 184 w 188"/>
                <a:gd name="T107" fmla="*/ 83 h 162"/>
                <a:gd name="T108" fmla="*/ 172 w 188"/>
                <a:gd name="T109" fmla="*/ 76 h 162"/>
                <a:gd name="T110" fmla="*/ 175 w 188"/>
                <a:gd name="T111" fmla="*/ 59 h 162"/>
                <a:gd name="T112" fmla="*/ 172 w 188"/>
                <a:gd name="T113" fmla="*/ 32 h 162"/>
                <a:gd name="T114" fmla="*/ 152 w 188"/>
                <a:gd name="T115" fmla="*/ 20 h 162"/>
                <a:gd name="T116" fmla="*/ 135 w 188"/>
                <a:gd name="T117" fmla="*/ 23 h 162"/>
                <a:gd name="T118" fmla="*/ 128 w 188"/>
                <a:gd name="T119" fmla="*/ 21 h 162"/>
                <a:gd name="T120" fmla="*/ 129 w 188"/>
                <a:gd name="T121" fmla="*/ 14 h 162"/>
                <a:gd name="T122" fmla="*/ 118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8" y="139"/>
                  </a:moveTo>
                  <a:cubicBezTo>
                    <a:pt x="78" y="139"/>
                    <a:pt x="78" y="139"/>
                    <a:pt x="78" y="139"/>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1"/>
                  </a:cubicBezTo>
                  <a:cubicBezTo>
                    <a:pt x="171" y="111"/>
                    <a:pt x="170" y="111"/>
                    <a:pt x="169" y="111"/>
                  </a:cubicBezTo>
                  <a:cubicBezTo>
                    <a:pt x="169" y="112"/>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9"/>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4"/>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4"/>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3"/>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7" y="25"/>
                    <a:pt x="24" y="30"/>
                    <a:pt x="24" y="35"/>
                  </a:cubicBezTo>
                  <a:cubicBezTo>
                    <a:pt x="24" y="39"/>
                    <a:pt x="26" y="42"/>
                    <a:pt x="28" y="45"/>
                  </a:cubicBezTo>
                  <a:cubicBezTo>
                    <a:pt x="30" y="46"/>
                    <a:pt x="30" y="49"/>
                    <a:pt x="30" y="50"/>
                  </a:cubicBezTo>
                  <a:cubicBezTo>
                    <a:pt x="30" y="52"/>
                    <a:pt x="30" y="54"/>
                    <a:pt x="28" y="55"/>
                  </a:cubicBezTo>
                  <a:cubicBezTo>
                    <a:pt x="27" y="56"/>
                    <a:pt x="24" y="58"/>
                    <a:pt x="19" y="58"/>
                  </a:cubicBezTo>
                  <a:cubicBezTo>
                    <a:pt x="18" y="58"/>
                    <a:pt x="17" y="58"/>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6"/>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1"/>
                    <a:pt x="44" y="121"/>
                    <a:pt x="44" y="121"/>
                  </a:cubicBezTo>
                  <a:cubicBezTo>
                    <a:pt x="44" y="122"/>
                    <a:pt x="44" y="123"/>
                    <a:pt x="44" y="124"/>
                  </a:cubicBezTo>
                  <a:cubicBezTo>
                    <a:pt x="44" y="127"/>
                    <a:pt x="44" y="130"/>
                    <a:pt x="44" y="134"/>
                  </a:cubicBezTo>
                  <a:cubicBezTo>
                    <a:pt x="43" y="136"/>
                    <a:pt x="43" y="136"/>
                    <a:pt x="43" y="136"/>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3" name="Freeform 1319">
              <a:extLst>
                <a:ext uri="{FF2B5EF4-FFF2-40B4-BE49-F238E27FC236}">
                  <a16:creationId xmlns:a16="http://schemas.microsoft.com/office/drawing/2014/main" id="{BB838EDE-EE63-4FF5-8B52-40611AB0620F}"/>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close/>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4" name="Freeform 1320">
              <a:extLst>
                <a:ext uri="{FF2B5EF4-FFF2-40B4-BE49-F238E27FC236}">
                  <a16:creationId xmlns:a16="http://schemas.microsoft.com/office/drawing/2014/main" id="{C0E77415-638A-45F7-8995-BCDC6FC68FAB}"/>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5" name="Freeform 1321">
              <a:extLst>
                <a:ext uri="{FF2B5EF4-FFF2-40B4-BE49-F238E27FC236}">
                  <a16:creationId xmlns:a16="http://schemas.microsoft.com/office/drawing/2014/main" id="{89F84EAA-1FF7-46BA-B8B4-944C27BD832F}"/>
                </a:ext>
              </a:extLst>
            </p:cNvPr>
            <p:cNvSpPr>
              <a:spLocks noEditPoints="1"/>
            </p:cNvSpPr>
            <p:nvPr userDrawn="1"/>
          </p:nvSpPr>
          <p:spPr bwMode="auto">
            <a:xfrm>
              <a:off x="2964463" y="5100569"/>
              <a:ext cx="152525" cy="146505"/>
            </a:xfrm>
            <a:custGeom>
              <a:avLst/>
              <a:gdLst>
                <a:gd name="T0" fmla="*/ 87 w 101"/>
                <a:gd name="T1" fmla="*/ 49 h 98"/>
                <a:gd name="T2" fmla="*/ 87 w 101"/>
                <a:gd name="T3" fmla="*/ 49 h 98"/>
                <a:gd name="T4" fmla="*/ 87 w 101"/>
                <a:gd name="T5" fmla="*/ 49 h 98"/>
                <a:gd name="T6" fmla="*/ 51 w 101"/>
                <a:gd name="T7" fmla="*/ 26 h 98"/>
                <a:gd name="T8" fmla="*/ 60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60 w 101"/>
                <a:gd name="T23" fmla="*/ 70 h 98"/>
                <a:gd name="T24" fmla="*/ 51 w 101"/>
                <a:gd name="T25" fmla="*/ 72 h 98"/>
                <a:gd name="T26" fmla="*/ 42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4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7"/>
                    <a:pt x="85" y="17"/>
                    <a:pt x="85"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6" name="Freeform 1322">
              <a:extLst>
                <a:ext uri="{FF2B5EF4-FFF2-40B4-BE49-F238E27FC236}">
                  <a16:creationId xmlns:a16="http://schemas.microsoft.com/office/drawing/2014/main" id="{727D6B39-8A23-4740-A949-175A40445DB8}"/>
                </a:ext>
              </a:extLst>
            </p:cNvPr>
            <p:cNvSpPr>
              <a:spLocks noEditPoints="1"/>
            </p:cNvSpPr>
            <p:nvPr userDrawn="1"/>
          </p:nvSpPr>
          <p:spPr bwMode="auto">
            <a:xfrm>
              <a:off x="2737682" y="4069016"/>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7" name="Freeform 1323">
              <a:extLst>
                <a:ext uri="{FF2B5EF4-FFF2-40B4-BE49-F238E27FC236}">
                  <a16:creationId xmlns:a16="http://schemas.microsoft.com/office/drawing/2014/main" id="{E54AE599-62E6-4654-9CA6-F2A0757D5FE2}"/>
                </a:ext>
              </a:extLst>
            </p:cNvPr>
            <p:cNvSpPr>
              <a:spLocks noEditPoints="1"/>
            </p:cNvSpPr>
            <p:nvPr userDrawn="1"/>
          </p:nvSpPr>
          <p:spPr bwMode="auto">
            <a:xfrm>
              <a:off x="2735675" y="4165348"/>
              <a:ext cx="26091" cy="28097"/>
            </a:xfrm>
            <a:custGeom>
              <a:avLst/>
              <a:gdLst>
                <a:gd name="T0" fmla="*/ 9 w 18"/>
                <a:gd name="T1" fmla="*/ 12 h 18"/>
                <a:gd name="T2" fmla="*/ 6 w 18"/>
                <a:gd name="T3" fmla="*/ 11 h 18"/>
                <a:gd name="T4" fmla="*/ 6 w 18"/>
                <a:gd name="T5" fmla="*/ 9 h 18"/>
                <a:gd name="T6" fmla="*/ 7 w 18"/>
                <a:gd name="T7" fmla="*/ 7 h 18"/>
                <a:gd name="T8" fmla="*/ 7 w 18"/>
                <a:gd name="T9" fmla="*/ 7 h 18"/>
                <a:gd name="T10" fmla="*/ 9 w 18"/>
                <a:gd name="T11" fmla="*/ 6 h 18"/>
                <a:gd name="T12" fmla="*/ 12 w 18"/>
                <a:gd name="T13" fmla="*/ 8 h 18"/>
                <a:gd name="T14" fmla="*/ 12 w 18"/>
                <a:gd name="T15" fmla="*/ 9 h 18"/>
                <a:gd name="T16" fmla="*/ 11 w 18"/>
                <a:gd name="T17" fmla="*/ 12 h 18"/>
                <a:gd name="T18" fmla="*/ 12 w 18"/>
                <a:gd name="T19" fmla="*/ 15 h 18"/>
                <a:gd name="T20" fmla="*/ 11 w 18"/>
                <a:gd name="T21" fmla="*/ 12 h 18"/>
                <a:gd name="T22" fmla="*/ 9 w 18"/>
                <a:gd name="T23" fmla="*/ 12 h 18"/>
                <a:gd name="T24" fmla="*/ 9 w 18"/>
                <a:gd name="T25" fmla="*/ 0 h 18"/>
                <a:gd name="T26" fmla="*/ 9 w 18"/>
                <a:gd name="T27" fmla="*/ 0 h 18"/>
                <a:gd name="T28" fmla="*/ 4 w 18"/>
                <a:gd name="T29" fmla="*/ 2 h 18"/>
                <a:gd name="T30" fmla="*/ 4 w 18"/>
                <a:gd name="T31" fmla="*/ 2 h 18"/>
                <a:gd name="T32" fmla="*/ 0 w 18"/>
                <a:gd name="T33" fmla="*/ 9 h 18"/>
                <a:gd name="T34" fmla="*/ 1 w 18"/>
                <a:gd name="T35" fmla="*/ 14 h 18"/>
                <a:gd name="T36" fmla="*/ 5 w 18"/>
                <a:gd name="T37" fmla="*/ 17 h 18"/>
                <a:gd name="T38" fmla="*/ 5 w 18"/>
                <a:gd name="T39" fmla="*/ 17 h 18"/>
                <a:gd name="T40" fmla="*/ 5 w 18"/>
                <a:gd name="T41" fmla="*/ 18 h 18"/>
                <a:gd name="T42" fmla="*/ 9 w 18"/>
                <a:gd name="T43" fmla="*/ 18 h 18"/>
                <a:gd name="T44" fmla="*/ 9 w 18"/>
                <a:gd name="T45" fmla="*/ 18 h 18"/>
                <a:gd name="T46" fmla="*/ 14 w 18"/>
                <a:gd name="T47" fmla="*/ 17 h 18"/>
                <a:gd name="T48" fmla="*/ 14 w 18"/>
                <a:gd name="T49" fmla="*/ 17 h 18"/>
                <a:gd name="T50" fmla="*/ 18 w 18"/>
                <a:gd name="T51" fmla="*/ 9 h 18"/>
                <a:gd name="T52" fmla="*/ 17 w 18"/>
                <a:gd name="T53" fmla="*/ 5 h 18"/>
                <a:gd name="T54" fmla="*/ 12 w 18"/>
                <a:gd name="T55" fmla="*/ 1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8" name="Freeform 1324">
              <a:extLst>
                <a:ext uri="{FF2B5EF4-FFF2-40B4-BE49-F238E27FC236}">
                  <a16:creationId xmlns:a16="http://schemas.microsoft.com/office/drawing/2014/main" id="{FC88F8A6-693B-43E3-8A81-D950A0EF27AC}"/>
                </a:ext>
              </a:extLst>
            </p:cNvPr>
            <p:cNvSpPr>
              <a:spLocks/>
            </p:cNvSpPr>
            <p:nvPr userDrawn="1"/>
          </p:nvSpPr>
          <p:spPr bwMode="auto">
            <a:xfrm>
              <a:off x="2753737" y="4167354"/>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9" name="Freeform 1325">
              <a:extLst>
                <a:ext uri="{FF2B5EF4-FFF2-40B4-BE49-F238E27FC236}">
                  <a16:creationId xmlns:a16="http://schemas.microsoft.com/office/drawing/2014/main" id="{C331F215-BAA7-4A92-9412-2729DEB1496D}"/>
                </a:ext>
              </a:extLst>
            </p:cNvPr>
            <p:cNvSpPr>
              <a:spLocks noEditPoints="1"/>
            </p:cNvSpPr>
            <p:nvPr userDrawn="1"/>
          </p:nvSpPr>
          <p:spPr bwMode="auto">
            <a:xfrm>
              <a:off x="2721626" y="4185417"/>
              <a:ext cx="22077" cy="22077"/>
            </a:xfrm>
            <a:custGeom>
              <a:avLst/>
              <a:gdLst>
                <a:gd name="T0" fmla="*/ 8 w 15"/>
                <a:gd name="T1" fmla="*/ 9 h 15"/>
                <a:gd name="T2" fmla="*/ 8 w 15"/>
                <a:gd name="T3" fmla="*/ 9 h 15"/>
                <a:gd name="T4" fmla="*/ 8 w 15"/>
                <a:gd name="T5" fmla="*/ 9 h 15"/>
                <a:gd name="T6" fmla="*/ 6 w 15"/>
                <a:gd name="T7" fmla="*/ 8 h 15"/>
                <a:gd name="T8" fmla="*/ 6 w 15"/>
                <a:gd name="T9" fmla="*/ 8 h 15"/>
                <a:gd name="T10" fmla="*/ 7 w 15"/>
                <a:gd name="T11" fmla="*/ 7 h 15"/>
                <a:gd name="T12" fmla="*/ 8 w 15"/>
                <a:gd name="T13" fmla="*/ 6 h 15"/>
                <a:gd name="T14" fmla="*/ 9 w 15"/>
                <a:gd name="T15" fmla="*/ 7 h 15"/>
                <a:gd name="T16" fmla="*/ 9 w 15"/>
                <a:gd name="T17" fmla="*/ 7 h 15"/>
                <a:gd name="T18" fmla="*/ 9 w 15"/>
                <a:gd name="T19" fmla="*/ 8 h 15"/>
                <a:gd name="T20" fmla="*/ 8 w 15"/>
                <a:gd name="T21" fmla="*/ 9 h 15"/>
                <a:gd name="T22" fmla="*/ 8 w 15"/>
                <a:gd name="T23" fmla="*/ 9 h 15"/>
                <a:gd name="T24" fmla="*/ 8 w 15"/>
                <a:gd name="T25" fmla="*/ 0 h 15"/>
                <a:gd name="T26" fmla="*/ 8 w 15"/>
                <a:gd name="T27" fmla="*/ 0 h 15"/>
                <a:gd name="T28" fmla="*/ 4 w 15"/>
                <a:gd name="T29" fmla="*/ 1 h 15"/>
                <a:gd name="T30" fmla="*/ 0 w 15"/>
                <a:gd name="T31" fmla="*/ 8 h 15"/>
                <a:gd name="T32" fmla="*/ 1 w 15"/>
                <a:gd name="T33" fmla="*/ 11 h 15"/>
                <a:gd name="T34" fmla="*/ 6 w 15"/>
                <a:gd name="T35" fmla="*/ 15 h 15"/>
                <a:gd name="T36" fmla="*/ 8 w 15"/>
                <a:gd name="T37" fmla="*/ 14 h 15"/>
                <a:gd name="T38" fmla="*/ 8 w 15"/>
                <a:gd name="T39" fmla="*/ 14 h 15"/>
                <a:gd name="T40" fmla="*/ 10 w 15"/>
                <a:gd name="T41" fmla="*/ 14 h 15"/>
                <a:gd name="T42" fmla="*/ 11 w 15"/>
                <a:gd name="T43" fmla="*/ 14 h 15"/>
                <a:gd name="T44" fmla="*/ 11 w 15"/>
                <a:gd name="T45" fmla="*/ 14 h 15"/>
                <a:gd name="T46" fmla="*/ 15 w 15"/>
                <a:gd name="T47" fmla="*/ 8 h 15"/>
                <a:gd name="T48" fmla="*/ 14 w 15"/>
                <a:gd name="T49" fmla="*/ 5 h 15"/>
                <a:gd name="T50" fmla="*/ 10 w 15"/>
                <a:gd name="T51" fmla="*/ 1 h 15"/>
                <a:gd name="T52" fmla="*/ 10 w 15"/>
                <a:gd name="T53" fmla="*/ 1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8" y="9"/>
                  </a:moveTo>
                  <a:cubicBezTo>
                    <a:pt x="8" y="9"/>
                    <a:pt x="8" y="9"/>
                    <a:pt x="8" y="9"/>
                  </a:cubicBezTo>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0" name="Freeform 1326">
              <a:extLst>
                <a:ext uri="{FF2B5EF4-FFF2-40B4-BE49-F238E27FC236}">
                  <a16:creationId xmlns:a16="http://schemas.microsoft.com/office/drawing/2014/main" id="{E3A75107-51F2-4AC5-86B3-AD95B8365E8E}"/>
                </a:ext>
              </a:extLst>
            </p:cNvPr>
            <p:cNvSpPr>
              <a:spLocks/>
            </p:cNvSpPr>
            <p:nvPr userDrawn="1"/>
          </p:nvSpPr>
          <p:spPr bwMode="auto">
            <a:xfrm>
              <a:off x="2737682" y="4187423"/>
              <a:ext cx="6021" cy="6021"/>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1" name="Freeform 1327">
              <a:extLst>
                <a:ext uri="{FF2B5EF4-FFF2-40B4-BE49-F238E27FC236}">
                  <a16:creationId xmlns:a16="http://schemas.microsoft.com/office/drawing/2014/main" id="{BA0DB726-FC61-45FF-8F3E-CAF726DE8842}"/>
                </a:ext>
              </a:extLst>
            </p:cNvPr>
            <p:cNvSpPr>
              <a:spLocks noEditPoints="1"/>
            </p:cNvSpPr>
            <p:nvPr userDrawn="1"/>
          </p:nvSpPr>
          <p:spPr bwMode="auto">
            <a:xfrm>
              <a:off x="2725640" y="4207492"/>
              <a:ext cx="18063"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7 w 13"/>
                <a:gd name="T15" fmla="*/ 7 h 13"/>
                <a:gd name="T16" fmla="*/ 7 w 13"/>
                <a:gd name="T17" fmla="*/ 7 h 13"/>
                <a:gd name="T18" fmla="*/ 6 w 13"/>
                <a:gd name="T19" fmla="*/ 7 h 13"/>
                <a:gd name="T20" fmla="*/ 8 w 13"/>
                <a:gd name="T21" fmla="*/ 0 h 13"/>
                <a:gd name="T22" fmla="*/ 6 w 13"/>
                <a:gd name="T23" fmla="*/ 1 h 13"/>
                <a:gd name="T24" fmla="*/ 6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0 w 13"/>
                <a:gd name="T43" fmla="*/ 12 h 13"/>
                <a:gd name="T44" fmla="*/ 10 w 13"/>
                <a:gd name="T45" fmla="*/ 12 h 13"/>
                <a:gd name="T46" fmla="*/ 13 w 13"/>
                <a:gd name="T47" fmla="*/ 7 h 13"/>
                <a:gd name="T48" fmla="*/ 12 w 13"/>
                <a:gd name="T49" fmla="*/ 3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2" name="Freeform 1328">
              <a:extLst>
                <a:ext uri="{FF2B5EF4-FFF2-40B4-BE49-F238E27FC236}">
                  <a16:creationId xmlns:a16="http://schemas.microsoft.com/office/drawing/2014/main" id="{C54285FC-8C23-4AC5-BF6B-1A4BE19EA80F}"/>
                </a:ext>
              </a:extLst>
            </p:cNvPr>
            <p:cNvSpPr>
              <a:spLocks/>
            </p:cNvSpPr>
            <p:nvPr userDrawn="1"/>
          </p:nvSpPr>
          <p:spPr bwMode="auto">
            <a:xfrm>
              <a:off x="2731661" y="4207492"/>
              <a:ext cx="6021" cy="0"/>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3" name="Freeform 1329">
              <a:extLst>
                <a:ext uri="{FF2B5EF4-FFF2-40B4-BE49-F238E27FC236}">
                  <a16:creationId xmlns:a16="http://schemas.microsoft.com/office/drawing/2014/main" id="{0DBB18CE-5FCA-4D7D-8867-7F4BC55A6983}"/>
                </a:ext>
              </a:extLst>
            </p:cNvPr>
            <p:cNvSpPr>
              <a:spLocks/>
            </p:cNvSpPr>
            <p:nvPr userDrawn="1"/>
          </p:nvSpPr>
          <p:spPr bwMode="auto">
            <a:xfrm>
              <a:off x="2739689" y="42255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4" name="Freeform 1330">
              <a:extLst>
                <a:ext uri="{FF2B5EF4-FFF2-40B4-BE49-F238E27FC236}">
                  <a16:creationId xmlns:a16="http://schemas.microsoft.com/office/drawing/2014/main" id="{0746DB45-1CCE-4875-8C55-40CAB08EC4F8}"/>
                </a:ext>
              </a:extLst>
            </p:cNvPr>
            <p:cNvSpPr>
              <a:spLocks noEditPoints="1"/>
            </p:cNvSpPr>
            <p:nvPr userDrawn="1"/>
          </p:nvSpPr>
          <p:spPr bwMode="auto">
            <a:xfrm>
              <a:off x="2352354" y="3773999"/>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9"/>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5" name="Freeform 1331">
              <a:extLst>
                <a:ext uri="{FF2B5EF4-FFF2-40B4-BE49-F238E27FC236}">
                  <a16:creationId xmlns:a16="http://schemas.microsoft.com/office/drawing/2014/main" id="{A186D397-C15E-49BC-A200-B02F83A2CB3B}"/>
                </a:ext>
              </a:extLst>
            </p:cNvPr>
            <p:cNvSpPr>
              <a:spLocks noEditPoints="1"/>
            </p:cNvSpPr>
            <p:nvPr userDrawn="1"/>
          </p:nvSpPr>
          <p:spPr bwMode="auto">
            <a:xfrm>
              <a:off x="2348340" y="3870331"/>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5 w 19"/>
                <a:gd name="T23" fmla="*/ 1 h 18"/>
                <a:gd name="T24" fmla="*/ 0 w 19"/>
                <a:gd name="T25" fmla="*/ 9 h 18"/>
                <a:gd name="T26" fmla="*/ 1 w 19"/>
                <a:gd name="T27" fmla="*/ 13 h 18"/>
                <a:gd name="T28" fmla="*/ 5 w 19"/>
                <a:gd name="T29" fmla="*/ 17 h 18"/>
                <a:gd name="T30" fmla="*/ 6 w 19"/>
                <a:gd name="T31" fmla="*/ 17 h 18"/>
                <a:gd name="T32" fmla="*/ 9 w 19"/>
                <a:gd name="T33" fmla="*/ 18 h 18"/>
                <a:gd name="T34" fmla="*/ 9 w 19"/>
                <a:gd name="T35" fmla="*/ 18 h 18"/>
                <a:gd name="T36" fmla="*/ 14 w 19"/>
                <a:gd name="T37" fmla="*/ 17 h 18"/>
                <a:gd name="T38" fmla="*/ 13 w 19"/>
                <a:gd name="T39" fmla="*/ 14 h 18"/>
                <a:gd name="T40" fmla="*/ 14 w 19"/>
                <a:gd name="T41" fmla="*/ 17 h 18"/>
                <a:gd name="T42" fmla="*/ 19 w 19"/>
                <a:gd name="T43" fmla="*/ 9 h 18"/>
                <a:gd name="T44" fmla="*/ 18 w 19"/>
                <a:gd name="T45" fmla="*/ 5 h 18"/>
                <a:gd name="T46" fmla="*/ 13 w 19"/>
                <a:gd name="T47" fmla="*/ 1 h 18"/>
                <a:gd name="T48" fmla="*/ 9 w 19"/>
                <a:gd name="T49" fmla="*/ 0 h 18"/>
                <a:gd name="T50" fmla="*/ 9 w 19"/>
                <a:gd name="T51" fmla="*/ 0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7"/>
                    <a:pt x="12" y="7"/>
                  </a:cubicBezTo>
                  <a:cubicBezTo>
                    <a:pt x="13" y="8"/>
                    <a:pt x="13" y="9"/>
                    <a:pt x="13" y="9"/>
                  </a:cubicBezTo>
                  <a:cubicBezTo>
                    <a:pt x="13" y="10"/>
                    <a:pt x="12" y="11"/>
                    <a:pt x="11" y="12"/>
                  </a:cubicBezTo>
                  <a:cubicBezTo>
                    <a:pt x="11" y="12"/>
                    <a:pt x="11" y="12"/>
                    <a:pt x="11" y="12"/>
                  </a:cubicBezTo>
                  <a:cubicBezTo>
                    <a:pt x="11" y="12"/>
                    <a:pt x="10" y="12"/>
                    <a:pt x="9" y="12"/>
                  </a:cubicBezTo>
                  <a:moveTo>
                    <a:pt x="9" y="0"/>
                  </a:moveTo>
                  <a:cubicBezTo>
                    <a:pt x="8" y="0"/>
                    <a:pt x="6" y="0"/>
                    <a:pt x="5" y="1"/>
                  </a:cubicBezTo>
                  <a:cubicBezTo>
                    <a:pt x="2" y="3"/>
                    <a:pt x="0" y="6"/>
                    <a:pt x="0" y="9"/>
                  </a:cubicBezTo>
                  <a:cubicBezTo>
                    <a:pt x="0" y="11"/>
                    <a:pt x="1" y="12"/>
                    <a:pt x="1" y="13"/>
                  </a:cubicBezTo>
                  <a:cubicBezTo>
                    <a:pt x="3" y="14"/>
                    <a:pt x="4" y="15"/>
                    <a:pt x="5" y="17"/>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6" name="Freeform 1332">
              <a:extLst>
                <a:ext uri="{FF2B5EF4-FFF2-40B4-BE49-F238E27FC236}">
                  <a16:creationId xmlns:a16="http://schemas.microsoft.com/office/drawing/2014/main" id="{AB0C6EB6-C50C-4C08-8E73-98126BCFC5BA}"/>
                </a:ext>
              </a:extLst>
            </p:cNvPr>
            <p:cNvSpPr>
              <a:spLocks/>
            </p:cNvSpPr>
            <p:nvPr userDrawn="1"/>
          </p:nvSpPr>
          <p:spPr bwMode="auto">
            <a:xfrm>
              <a:off x="2368410" y="3872338"/>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7" name="Freeform 1333">
              <a:extLst>
                <a:ext uri="{FF2B5EF4-FFF2-40B4-BE49-F238E27FC236}">
                  <a16:creationId xmlns:a16="http://schemas.microsoft.com/office/drawing/2014/main" id="{4810EDE8-82A7-413A-AFA5-5C13FCD54C44}"/>
                </a:ext>
              </a:extLst>
            </p:cNvPr>
            <p:cNvSpPr>
              <a:spLocks noEditPoints="1"/>
            </p:cNvSpPr>
            <p:nvPr userDrawn="1"/>
          </p:nvSpPr>
          <p:spPr bwMode="auto">
            <a:xfrm>
              <a:off x="2336299" y="3890400"/>
              <a:ext cx="22077" cy="20069"/>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8 w 14"/>
                <a:gd name="T21" fmla="*/ 8 h 14"/>
                <a:gd name="T22" fmla="*/ 8 w 14"/>
                <a:gd name="T23" fmla="*/ 8 h 14"/>
                <a:gd name="T24" fmla="*/ 8 w 14"/>
                <a:gd name="T25" fmla="*/ 8 h 14"/>
                <a:gd name="T26" fmla="*/ 7 w 14"/>
                <a:gd name="T27" fmla="*/ 9 h 14"/>
                <a:gd name="T28" fmla="*/ 7 w 14"/>
                <a:gd name="T29" fmla="*/ 0 h 14"/>
                <a:gd name="T30" fmla="*/ 7 w 14"/>
                <a:gd name="T31" fmla="*/ 0 h 14"/>
                <a:gd name="T32" fmla="*/ 3 w 14"/>
                <a:gd name="T33" fmla="*/ 1 h 14"/>
                <a:gd name="T34" fmla="*/ 3 w 14"/>
                <a:gd name="T35" fmla="*/ 1 h 14"/>
                <a:gd name="T36" fmla="*/ 3 w 14"/>
                <a:gd name="T37" fmla="*/ 1 h 14"/>
                <a:gd name="T38" fmla="*/ 0 w 14"/>
                <a:gd name="T39" fmla="*/ 7 h 14"/>
                <a:gd name="T40" fmla="*/ 1 w 14"/>
                <a:gd name="T41" fmla="*/ 11 h 14"/>
                <a:gd name="T42" fmla="*/ 5 w 14"/>
                <a:gd name="T43" fmla="*/ 14 h 14"/>
                <a:gd name="T44" fmla="*/ 8 w 14"/>
                <a:gd name="T45" fmla="*/ 14 h 14"/>
                <a:gd name="T46" fmla="*/ 8 w 14"/>
                <a:gd name="T47" fmla="*/ 14 h 14"/>
                <a:gd name="T48" fmla="*/ 10 w 14"/>
                <a:gd name="T49" fmla="*/ 14 h 14"/>
                <a:gd name="T50" fmla="*/ 11 w 14"/>
                <a:gd name="T51" fmla="*/ 14 h 14"/>
                <a:gd name="T52" fmla="*/ 11 w 14"/>
                <a:gd name="T53" fmla="*/ 14 h 14"/>
                <a:gd name="T54" fmla="*/ 14 w 14"/>
                <a:gd name="T55" fmla="*/ 7 h 14"/>
                <a:gd name="T56" fmla="*/ 14 w 14"/>
                <a:gd name="T57" fmla="*/ 4 h 14"/>
                <a:gd name="T58" fmla="*/ 10 w 14"/>
                <a:gd name="T59" fmla="*/ 1 h 14"/>
                <a:gd name="T60" fmla="*/ 9 w 14"/>
                <a:gd name="T61" fmla="*/ 0 h 14"/>
                <a:gd name="T62" fmla="*/ 7 w 14"/>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3" y="1"/>
                    <a:pt x="3" y="1"/>
                    <a:pt x="3" y="1"/>
                  </a:cubicBezTo>
                  <a:cubicBezTo>
                    <a:pt x="1" y="3"/>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8" name="Freeform 1334">
              <a:extLst>
                <a:ext uri="{FF2B5EF4-FFF2-40B4-BE49-F238E27FC236}">
                  <a16:creationId xmlns:a16="http://schemas.microsoft.com/office/drawing/2014/main" id="{8D8852B5-CFCB-4465-A307-BE341B355926}"/>
                </a:ext>
              </a:extLst>
            </p:cNvPr>
            <p:cNvSpPr>
              <a:spLocks/>
            </p:cNvSpPr>
            <p:nvPr userDrawn="1"/>
          </p:nvSpPr>
          <p:spPr bwMode="auto">
            <a:xfrm>
              <a:off x="2350348" y="3890400"/>
              <a:ext cx="8028" cy="6021"/>
            </a:xfrm>
            <a:custGeom>
              <a:avLst/>
              <a:gdLst>
                <a:gd name="T0" fmla="*/ 0 w 5"/>
                <a:gd name="T1" fmla="*/ 0 h 4"/>
                <a:gd name="T2" fmla="*/ 1 w 5"/>
                <a:gd name="T3" fmla="*/ 1 h 4"/>
                <a:gd name="T4" fmla="*/ 5 w 5"/>
                <a:gd name="T5" fmla="*/ 4 h 4"/>
                <a:gd name="T6" fmla="*/ 4 w 5"/>
                <a:gd name="T7" fmla="*/ 4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9" name="Freeform 1335">
              <a:extLst>
                <a:ext uri="{FF2B5EF4-FFF2-40B4-BE49-F238E27FC236}">
                  <a16:creationId xmlns:a16="http://schemas.microsoft.com/office/drawing/2014/main" id="{1612188F-9FC9-4EB0-ADB8-D713693261E1}"/>
                </a:ext>
              </a:extLst>
            </p:cNvPr>
            <p:cNvSpPr>
              <a:spLocks noEditPoints="1"/>
            </p:cNvSpPr>
            <p:nvPr userDrawn="1"/>
          </p:nvSpPr>
          <p:spPr bwMode="auto">
            <a:xfrm>
              <a:off x="2338307" y="3910469"/>
              <a:ext cx="20069" cy="20069"/>
            </a:xfrm>
            <a:custGeom>
              <a:avLst/>
              <a:gdLst>
                <a:gd name="T0" fmla="*/ 7 w 13"/>
                <a:gd name="T1" fmla="*/ 7 h 13"/>
                <a:gd name="T2" fmla="*/ 7 w 13"/>
                <a:gd name="T3" fmla="*/ 7 h 13"/>
                <a:gd name="T4" fmla="*/ 6 w 13"/>
                <a:gd name="T5" fmla="*/ 6 h 13"/>
                <a:gd name="T6" fmla="*/ 7 w 13"/>
                <a:gd name="T7" fmla="*/ 6 h 13"/>
                <a:gd name="T8" fmla="*/ 7 w 13"/>
                <a:gd name="T9" fmla="*/ 6 h 13"/>
                <a:gd name="T10" fmla="*/ 7 w 13"/>
                <a:gd name="T11" fmla="*/ 6 h 13"/>
                <a:gd name="T12" fmla="*/ 7 w 13"/>
                <a:gd name="T13" fmla="*/ 7 h 13"/>
                <a:gd name="T14" fmla="*/ 7 w 13"/>
                <a:gd name="T15" fmla="*/ 7 h 13"/>
                <a:gd name="T16" fmla="*/ 6 w 13"/>
                <a:gd name="T17" fmla="*/ 7 h 13"/>
                <a:gd name="T18" fmla="*/ 6 w 13"/>
                <a:gd name="T19" fmla="*/ 6 h 13"/>
                <a:gd name="T20" fmla="*/ 6 w 13"/>
                <a:gd name="T21" fmla="*/ 6 h 13"/>
                <a:gd name="T22" fmla="*/ 6 w 13"/>
                <a:gd name="T23" fmla="*/ 6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cubicBezTo>
                    <a:pt x="6" y="6"/>
                    <a:pt x="6" y="6"/>
                    <a:pt x="6" y="6"/>
                  </a:cubicBezTo>
                  <a:cubicBezTo>
                    <a:pt x="6" y="6"/>
                    <a:pt x="6" y="6"/>
                    <a:pt x="6" y="6"/>
                  </a:cubicBezTo>
                  <a:moveTo>
                    <a:pt x="9" y="0"/>
                  </a:moveTo>
                  <a:cubicBezTo>
                    <a:pt x="8" y="0"/>
                    <a:pt x="7" y="1"/>
                    <a:pt x="6" y="1"/>
                  </a:cubicBezTo>
                  <a:cubicBezTo>
                    <a:pt x="6" y="1"/>
                    <a:pt x="6" y="1"/>
                    <a:pt x="6" y="1"/>
                  </a:cubicBezTo>
                  <a:cubicBezTo>
                    <a:pt x="5" y="1"/>
                    <a:pt x="5" y="1"/>
                    <a:pt x="4" y="0"/>
                  </a:cubicBezTo>
                  <a:cubicBezTo>
                    <a:pt x="4" y="1"/>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0" name="Freeform 1336">
              <a:extLst>
                <a:ext uri="{FF2B5EF4-FFF2-40B4-BE49-F238E27FC236}">
                  <a16:creationId xmlns:a16="http://schemas.microsoft.com/office/drawing/2014/main" id="{664846F1-AAE8-47C5-917C-B0AF96662676}"/>
                </a:ext>
              </a:extLst>
            </p:cNvPr>
            <p:cNvSpPr>
              <a:spLocks/>
            </p:cNvSpPr>
            <p:nvPr userDrawn="1"/>
          </p:nvSpPr>
          <p:spPr bwMode="auto">
            <a:xfrm>
              <a:off x="2344327" y="3910469"/>
              <a:ext cx="8028" cy="2008"/>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1" name="Freeform 1337">
              <a:extLst>
                <a:ext uri="{FF2B5EF4-FFF2-40B4-BE49-F238E27FC236}">
                  <a16:creationId xmlns:a16="http://schemas.microsoft.com/office/drawing/2014/main" id="{5DDA628C-27C8-40C9-9E15-20EE166A5D18}"/>
                </a:ext>
              </a:extLst>
            </p:cNvPr>
            <p:cNvSpPr>
              <a:spLocks noEditPoints="1"/>
            </p:cNvSpPr>
            <p:nvPr userDrawn="1"/>
          </p:nvSpPr>
          <p:spPr bwMode="auto">
            <a:xfrm>
              <a:off x="2928339" y="5355446"/>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 w 101"/>
                <a:gd name="T23" fmla="*/ 27 h 99"/>
                <a:gd name="T24" fmla="*/ 5 w 101"/>
                <a:gd name="T25" fmla="*/ 27 h 99"/>
                <a:gd name="T26" fmla="*/ 0 w 101"/>
                <a:gd name="T27" fmla="*/ 49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0" y="88"/>
                  </a:cubicBezTo>
                  <a:cubicBezTo>
                    <a:pt x="15" y="81"/>
                    <a:pt x="6" y="65"/>
                    <a:pt x="6" y="49"/>
                  </a:cubicBezTo>
                  <a:cubicBezTo>
                    <a:pt x="6" y="43"/>
                    <a:pt x="7" y="36"/>
                    <a:pt x="11" y="30"/>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5"/>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2" name="Freeform 1338">
              <a:extLst>
                <a:ext uri="{FF2B5EF4-FFF2-40B4-BE49-F238E27FC236}">
                  <a16:creationId xmlns:a16="http://schemas.microsoft.com/office/drawing/2014/main" id="{B62C4691-BB6E-46AD-8AD0-AAA5DFE37A39}"/>
                </a:ext>
              </a:extLst>
            </p:cNvPr>
            <p:cNvSpPr>
              <a:spLocks noEditPoints="1"/>
            </p:cNvSpPr>
            <p:nvPr userDrawn="1"/>
          </p:nvSpPr>
          <p:spPr bwMode="auto">
            <a:xfrm>
              <a:off x="2924325" y="5481882"/>
              <a:ext cx="32111" cy="32111"/>
            </a:xfrm>
            <a:custGeom>
              <a:avLst/>
              <a:gdLst>
                <a:gd name="T0" fmla="*/ 6 w 22"/>
                <a:gd name="T1" fmla="*/ 20 h 21"/>
                <a:gd name="T2" fmla="*/ 6 w 22"/>
                <a:gd name="T3" fmla="*/ 20 h 21"/>
                <a:gd name="T4" fmla="*/ 6 w 22"/>
                <a:gd name="T5" fmla="*/ 20 h 21"/>
                <a:gd name="T6" fmla="*/ 6 w 22"/>
                <a:gd name="T7" fmla="*/ 20 h 21"/>
                <a:gd name="T8" fmla="*/ 6 w 22"/>
                <a:gd name="T9" fmla="*/ 8 h 21"/>
                <a:gd name="T10" fmla="*/ 11 w 22"/>
                <a:gd name="T11" fmla="*/ 6 h 21"/>
                <a:gd name="T12" fmla="*/ 13 w 22"/>
                <a:gd name="T13" fmla="*/ 6 h 21"/>
                <a:gd name="T14" fmla="*/ 13 w 22"/>
                <a:gd name="T15" fmla="*/ 6 h 21"/>
                <a:gd name="T16" fmla="*/ 16 w 22"/>
                <a:gd name="T17" fmla="*/ 11 h 21"/>
                <a:gd name="T18" fmla="*/ 16 w 22"/>
                <a:gd name="T19" fmla="*/ 13 h 21"/>
                <a:gd name="T20" fmla="*/ 11 w 22"/>
                <a:gd name="T21" fmla="*/ 15 h 21"/>
                <a:gd name="T22" fmla="*/ 9 w 22"/>
                <a:gd name="T23" fmla="*/ 15 h 21"/>
                <a:gd name="T24" fmla="*/ 9 w 22"/>
                <a:gd name="T25" fmla="*/ 15 h 21"/>
                <a:gd name="T26" fmla="*/ 6 w 22"/>
                <a:gd name="T27" fmla="*/ 11 h 21"/>
                <a:gd name="T28" fmla="*/ 6 w 22"/>
                <a:gd name="T29" fmla="*/ 8 h 21"/>
                <a:gd name="T30" fmla="*/ 4 w 22"/>
                <a:gd name="T31" fmla="*/ 7 h 21"/>
                <a:gd name="T32" fmla="*/ 6 w 22"/>
                <a:gd name="T33" fmla="*/ 8 h 21"/>
                <a:gd name="T34" fmla="*/ 11 w 22"/>
                <a:gd name="T35" fmla="*/ 0 h 21"/>
                <a:gd name="T36" fmla="*/ 11 w 22"/>
                <a:gd name="T37" fmla="*/ 0 h 21"/>
                <a:gd name="T38" fmla="*/ 1 w 22"/>
                <a:gd name="T39" fmla="*/ 6 h 21"/>
                <a:gd name="T40" fmla="*/ 1 w 22"/>
                <a:gd name="T41" fmla="*/ 6 h 21"/>
                <a:gd name="T42" fmla="*/ 0 w 22"/>
                <a:gd name="T43" fmla="*/ 11 h 21"/>
                <a:gd name="T44" fmla="*/ 6 w 22"/>
                <a:gd name="T45" fmla="*/ 20 h 21"/>
                <a:gd name="T46" fmla="*/ 6 w 22"/>
                <a:gd name="T47" fmla="*/ 20 h 21"/>
                <a:gd name="T48" fmla="*/ 11 w 22"/>
                <a:gd name="T49" fmla="*/ 21 h 21"/>
                <a:gd name="T50" fmla="*/ 11 w 22"/>
                <a:gd name="T51" fmla="*/ 21 h 21"/>
                <a:gd name="T52" fmla="*/ 21 w 22"/>
                <a:gd name="T53" fmla="*/ 15 h 21"/>
                <a:gd name="T54" fmla="*/ 22 w 22"/>
                <a:gd name="T55" fmla="*/ 11 h 21"/>
                <a:gd name="T56" fmla="*/ 16 w 22"/>
                <a:gd name="T57" fmla="*/ 1 h 21"/>
                <a:gd name="T58" fmla="*/ 16 w 22"/>
                <a:gd name="T59" fmla="*/ 1 h 21"/>
                <a:gd name="T60" fmla="*/ 11 w 22"/>
                <a:gd name="T6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1">
                  <a:moveTo>
                    <a:pt x="6" y="20"/>
                  </a:moveTo>
                  <a:cubicBezTo>
                    <a:pt x="6" y="20"/>
                    <a:pt x="6" y="20"/>
                    <a:pt x="6" y="20"/>
                  </a:cubicBezTo>
                  <a:cubicBezTo>
                    <a:pt x="6" y="20"/>
                    <a:pt x="6" y="20"/>
                    <a:pt x="6" y="20"/>
                  </a:cubicBezTo>
                  <a:cubicBezTo>
                    <a:pt x="6" y="20"/>
                    <a:pt x="6" y="20"/>
                    <a:pt x="6" y="20"/>
                  </a:cubicBezTo>
                  <a:moveTo>
                    <a:pt x="6"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8"/>
                    <a:pt x="6" y="20"/>
                  </a:cubicBezTo>
                  <a:cubicBezTo>
                    <a:pt x="6" y="20"/>
                    <a:pt x="6" y="20"/>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3" name="Freeform 1339">
              <a:extLst>
                <a:ext uri="{FF2B5EF4-FFF2-40B4-BE49-F238E27FC236}">
                  <a16:creationId xmlns:a16="http://schemas.microsoft.com/office/drawing/2014/main" id="{71A84AFB-D09F-405B-8CA7-94C3E0D29E60}"/>
                </a:ext>
              </a:extLst>
            </p:cNvPr>
            <p:cNvSpPr>
              <a:spLocks noEditPoints="1"/>
            </p:cNvSpPr>
            <p:nvPr userDrawn="1"/>
          </p:nvSpPr>
          <p:spPr bwMode="auto">
            <a:xfrm>
              <a:off x="2906262" y="5507972"/>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8 w 17"/>
                <a:gd name="T13" fmla="*/ 11 h 17"/>
                <a:gd name="T14" fmla="*/ 7 w 17"/>
                <a:gd name="T15" fmla="*/ 10 h 17"/>
                <a:gd name="T16" fmla="*/ 6 w 17"/>
                <a:gd name="T17" fmla="*/ 8 h 17"/>
                <a:gd name="T18" fmla="*/ 6 w 17"/>
                <a:gd name="T19" fmla="*/ 7 h 17"/>
                <a:gd name="T20" fmla="*/ 6 w 17"/>
                <a:gd name="T21" fmla="*/ 7 h 17"/>
                <a:gd name="T22" fmla="*/ 8 w 17"/>
                <a:gd name="T23" fmla="*/ 0 h 17"/>
                <a:gd name="T24" fmla="*/ 8 w 17"/>
                <a:gd name="T25" fmla="*/ 0 h 17"/>
                <a:gd name="T26" fmla="*/ 1 w 17"/>
                <a:gd name="T27" fmla="*/ 4 h 17"/>
                <a:gd name="T28" fmla="*/ 3 w 17"/>
                <a:gd name="T29" fmla="*/ 6 h 17"/>
                <a:gd name="T30" fmla="*/ 1 w 17"/>
                <a:gd name="T31" fmla="*/ 4 h 17"/>
                <a:gd name="T32" fmla="*/ 0 w 17"/>
                <a:gd name="T33" fmla="*/ 8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8 h 17"/>
                <a:gd name="T48" fmla="*/ 12 w 17"/>
                <a:gd name="T49" fmla="*/ 0 h 17"/>
                <a:gd name="T50" fmla="*/ 12 w 17"/>
                <a:gd name="T51" fmla="*/ 0 h 17"/>
                <a:gd name="T52" fmla="*/ 8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7"/>
                  </a:moveTo>
                  <a:cubicBezTo>
                    <a:pt x="6" y="6"/>
                    <a:pt x="7" y="6"/>
                    <a:pt x="8" y="6"/>
                  </a:cubicBezTo>
                  <a:cubicBezTo>
                    <a:pt x="9" y="6"/>
                    <a:pt x="9" y="6"/>
                    <a:pt x="10" y="6"/>
                  </a:cubicBezTo>
                  <a:cubicBezTo>
                    <a:pt x="10" y="6"/>
                    <a:pt x="10" y="6"/>
                    <a:pt x="10"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cubicBezTo>
                    <a:pt x="6" y="7"/>
                    <a:pt x="6" y="7"/>
                    <a:pt x="6" y="7"/>
                  </a:cubicBezTo>
                  <a:moveTo>
                    <a:pt x="8" y="0"/>
                  </a:moveTo>
                  <a:cubicBezTo>
                    <a:pt x="8" y="0"/>
                    <a:pt x="8" y="0"/>
                    <a:pt x="8" y="0"/>
                  </a:cubicBezTo>
                  <a:cubicBezTo>
                    <a:pt x="5" y="0"/>
                    <a:pt x="2" y="1"/>
                    <a:pt x="1" y="4"/>
                  </a:cubicBezTo>
                  <a:cubicBezTo>
                    <a:pt x="3" y="6"/>
                    <a:pt x="3" y="6"/>
                    <a:pt x="3" y="6"/>
                  </a:cubicBezTo>
                  <a:cubicBezTo>
                    <a:pt x="1" y="4"/>
                    <a:pt x="1" y="4"/>
                    <a:pt x="1" y="4"/>
                  </a:cubicBezTo>
                  <a:cubicBezTo>
                    <a:pt x="0" y="5"/>
                    <a:pt x="0" y="7"/>
                    <a:pt x="0" y="8"/>
                  </a:cubicBezTo>
                  <a:cubicBezTo>
                    <a:pt x="0" y="11"/>
                    <a:pt x="1" y="14"/>
                    <a:pt x="4" y="16"/>
                  </a:cubicBezTo>
                  <a:cubicBezTo>
                    <a:pt x="4" y="16"/>
                    <a:pt x="4" y="16"/>
                    <a:pt x="4" y="16"/>
                  </a:cubicBezTo>
                  <a:cubicBezTo>
                    <a:pt x="6" y="16"/>
                    <a:pt x="7" y="17"/>
                    <a:pt x="8" y="17"/>
                  </a:cubicBezTo>
                  <a:cubicBezTo>
                    <a:pt x="8" y="17"/>
                    <a:pt x="8" y="17"/>
                    <a:pt x="8" y="17"/>
                  </a:cubicBezTo>
                  <a:cubicBezTo>
                    <a:pt x="8" y="17"/>
                    <a:pt x="8" y="17"/>
                    <a:pt x="8" y="17"/>
                  </a:cubicBezTo>
                  <a:cubicBezTo>
                    <a:pt x="11" y="17"/>
                    <a:pt x="15" y="15"/>
                    <a:pt x="16" y="12"/>
                  </a:cubicBezTo>
                  <a:cubicBezTo>
                    <a:pt x="17" y="11"/>
                    <a:pt x="17" y="9"/>
                    <a:pt x="17" y="8"/>
                  </a:cubicBezTo>
                  <a:cubicBezTo>
                    <a:pt x="17" y="5"/>
                    <a:pt x="15" y="2"/>
                    <a:pt x="12" y="0"/>
                  </a:cubicBezTo>
                  <a:cubicBezTo>
                    <a:pt x="12" y="0"/>
                    <a:pt x="12" y="0"/>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4" name="Freeform 1340">
              <a:extLst>
                <a:ext uri="{FF2B5EF4-FFF2-40B4-BE49-F238E27FC236}">
                  <a16:creationId xmlns:a16="http://schemas.microsoft.com/office/drawing/2014/main" id="{6F62348C-8544-497F-A3B3-78B2C122B636}"/>
                </a:ext>
              </a:extLst>
            </p:cNvPr>
            <p:cNvSpPr>
              <a:spLocks noEditPoints="1"/>
            </p:cNvSpPr>
            <p:nvPr userDrawn="1"/>
          </p:nvSpPr>
          <p:spPr bwMode="auto">
            <a:xfrm>
              <a:off x="2882179" y="5509979"/>
              <a:ext cx="24083" cy="22077"/>
            </a:xfrm>
            <a:custGeom>
              <a:avLst/>
              <a:gdLst>
                <a:gd name="T0" fmla="*/ 9 w 16"/>
                <a:gd name="T1" fmla="*/ 8 h 15"/>
                <a:gd name="T2" fmla="*/ 9 w 16"/>
                <a:gd name="T3" fmla="*/ 8 h 15"/>
                <a:gd name="T4" fmla="*/ 9 w 16"/>
                <a:gd name="T5" fmla="*/ 8 h 15"/>
                <a:gd name="T6" fmla="*/ 9 w 16"/>
                <a:gd name="T7" fmla="*/ 8 h 15"/>
                <a:gd name="T8" fmla="*/ 8 w 16"/>
                <a:gd name="T9" fmla="*/ 9 h 15"/>
                <a:gd name="T10" fmla="*/ 7 w 16"/>
                <a:gd name="T11" fmla="*/ 9 h 15"/>
                <a:gd name="T12" fmla="*/ 6 w 16"/>
                <a:gd name="T13" fmla="*/ 8 h 15"/>
                <a:gd name="T14" fmla="*/ 6 w 16"/>
                <a:gd name="T15" fmla="*/ 7 h 15"/>
                <a:gd name="T16" fmla="*/ 4 w 16"/>
                <a:gd name="T17" fmla="*/ 6 h 15"/>
                <a:gd name="T18" fmla="*/ 6 w 16"/>
                <a:gd name="T19" fmla="*/ 7 h 15"/>
                <a:gd name="T20" fmla="*/ 8 w 16"/>
                <a:gd name="T21" fmla="*/ 6 h 15"/>
                <a:gd name="T22" fmla="*/ 9 w 16"/>
                <a:gd name="T23" fmla="*/ 6 h 15"/>
                <a:gd name="T24" fmla="*/ 10 w 16"/>
                <a:gd name="T25" fmla="*/ 8 h 15"/>
                <a:gd name="T26" fmla="*/ 9 w 16"/>
                <a:gd name="T27" fmla="*/ 8 h 15"/>
                <a:gd name="T28" fmla="*/ 9 w 16"/>
                <a:gd name="T29" fmla="*/ 8 h 15"/>
                <a:gd name="T30" fmla="*/ 9 w 16"/>
                <a:gd name="T31" fmla="*/ 8 h 15"/>
                <a:gd name="T32" fmla="*/ 9 w 16"/>
                <a:gd name="T33" fmla="*/ 8 h 15"/>
                <a:gd name="T34" fmla="*/ 9 w 16"/>
                <a:gd name="T35" fmla="*/ 9 h 15"/>
                <a:gd name="T36" fmla="*/ 9 w 16"/>
                <a:gd name="T37" fmla="*/ 8 h 15"/>
                <a:gd name="T38" fmla="*/ 8 w 16"/>
                <a:gd name="T39" fmla="*/ 9 h 15"/>
                <a:gd name="T40" fmla="*/ 8 w 16"/>
                <a:gd name="T41" fmla="*/ 0 h 15"/>
                <a:gd name="T42" fmla="*/ 1 w 16"/>
                <a:gd name="T43" fmla="*/ 4 h 15"/>
                <a:gd name="T44" fmla="*/ 1 w 16"/>
                <a:gd name="T45" fmla="*/ 4 h 15"/>
                <a:gd name="T46" fmla="*/ 0 w 16"/>
                <a:gd name="T47" fmla="*/ 8 h 15"/>
                <a:gd name="T48" fmla="*/ 5 w 16"/>
                <a:gd name="T49" fmla="*/ 15 h 15"/>
                <a:gd name="T50" fmla="*/ 8 w 16"/>
                <a:gd name="T51" fmla="*/ 15 h 15"/>
                <a:gd name="T52" fmla="*/ 8 w 16"/>
                <a:gd name="T53" fmla="*/ 15 h 15"/>
                <a:gd name="T54" fmla="*/ 15 w 16"/>
                <a:gd name="T55" fmla="*/ 11 h 15"/>
                <a:gd name="T56" fmla="*/ 15 w 16"/>
                <a:gd name="T57" fmla="*/ 11 h 15"/>
                <a:gd name="T58" fmla="*/ 16 w 16"/>
                <a:gd name="T59" fmla="*/ 8 h 15"/>
                <a:gd name="T60" fmla="*/ 11 w 16"/>
                <a:gd name="T61" fmla="*/ 1 h 15"/>
                <a:gd name="T62" fmla="*/ 8 w 16"/>
                <a:gd name="T63" fmla="*/ 0 h 15"/>
                <a:gd name="T64" fmla="*/ 8 w 16"/>
                <a:gd name="T65" fmla="*/ 0 h 15"/>
                <a:gd name="T66" fmla="*/ 8 w 16"/>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5">
                  <a:moveTo>
                    <a:pt x="9" y="8"/>
                  </a:moveTo>
                  <a:cubicBezTo>
                    <a:pt x="9" y="8"/>
                    <a:pt x="9" y="8"/>
                    <a:pt x="9" y="8"/>
                  </a:cubicBezTo>
                  <a:cubicBezTo>
                    <a:pt x="9" y="8"/>
                    <a:pt x="9" y="8"/>
                    <a:pt x="9" y="8"/>
                  </a:cubicBezTo>
                  <a:cubicBezTo>
                    <a:pt x="9" y="8"/>
                    <a:pt x="9" y="8"/>
                    <a:pt x="9" y="8"/>
                  </a:cubicBezTo>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5" name="Freeform 1341">
              <a:extLst>
                <a:ext uri="{FF2B5EF4-FFF2-40B4-BE49-F238E27FC236}">
                  <a16:creationId xmlns:a16="http://schemas.microsoft.com/office/drawing/2014/main" id="{6B81F5F4-4B24-4A5F-9AA0-6BFDC2DA870C}"/>
                </a:ext>
              </a:extLst>
            </p:cNvPr>
            <p:cNvSpPr>
              <a:spLocks noEditPoints="1"/>
            </p:cNvSpPr>
            <p:nvPr userDrawn="1"/>
          </p:nvSpPr>
          <p:spPr bwMode="auto">
            <a:xfrm>
              <a:off x="2842041" y="4787491"/>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2 h 276"/>
                <a:gd name="T16" fmla="*/ 73 w 80"/>
                <a:gd name="T17" fmla="*/ 243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4 h 276"/>
                <a:gd name="T60" fmla="*/ 79 w 80"/>
                <a:gd name="T61" fmla="*/ 242 h 276"/>
                <a:gd name="T62" fmla="*/ 80 w 80"/>
                <a:gd name="T63" fmla="*/ 217 h 276"/>
                <a:gd name="T64" fmla="*/ 67 w 80"/>
                <a:gd name="T65" fmla="*/ 46 h 276"/>
                <a:gd name="T66" fmla="*/ 37 w 80"/>
                <a:gd name="T67" fmla="*/ 29 h 276"/>
                <a:gd name="T68" fmla="*/ 36 w 80"/>
                <a:gd name="T69" fmla="*/ 29 h 276"/>
                <a:gd name="T70" fmla="*/ 36 w 80"/>
                <a:gd name="T71" fmla="*/ 29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70"/>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6"/>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4"/>
                  </a:cubicBezTo>
                  <a:cubicBezTo>
                    <a:pt x="79" y="243"/>
                    <a:pt x="79" y="243"/>
                    <a:pt x="79" y="243"/>
                  </a:cubicBezTo>
                  <a:cubicBezTo>
                    <a:pt x="79" y="242"/>
                    <a:pt x="79" y="242"/>
                    <a:pt x="79" y="242"/>
                  </a:cubicBezTo>
                  <a:cubicBezTo>
                    <a:pt x="79" y="242"/>
                    <a:pt x="79" y="242"/>
                    <a:pt x="79" y="242"/>
                  </a:cubicBezTo>
                  <a:cubicBezTo>
                    <a:pt x="80" y="236"/>
                    <a:pt x="80" y="228"/>
                    <a:pt x="80" y="217"/>
                  </a:cubicBezTo>
                  <a:cubicBezTo>
                    <a:pt x="80" y="164"/>
                    <a:pt x="72" y="66"/>
                    <a:pt x="72" y="63"/>
                  </a:cubicBezTo>
                  <a:cubicBezTo>
                    <a:pt x="71" y="62"/>
                    <a:pt x="71" y="54"/>
                    <a:pt x="67" y="46"/>
                  </a:cubicBezTo>
                  <a:cubicBezTo>
                    <a:pt x="65" y="42"/>
                    <a:pt x="62"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6" name="Freeform 1342">
              <a:extLst>
                <a:ext uri="{FF2B5EF4-FFF2-40B4-BE49-F238E27FC236}">
                  <a16:creationId xmlns:a16="http://schemas.microsoft.com/office/drawing/2014/main" id="{E74734FF-9151-4CCF-B518-7C1B353D175B}"/>
                </a:ext>
              </a:extLst>
            </p:cNvPr>
            <p:cNvSpPr>
              <a:spLocks noEditPoints="1"/>
            </p:cNvSpPr>
            <p:nvPr userDrawn="1"/>
          </p:nvSpPr>
          <p:spPr bwMode="auto">
            <a:xfrm>
              <a:off x="2890207"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7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7" name="Freeform 1343">
              <a:extLst>
                <a:ext uri="{FF2B5EF4-FFF2-40B4-BE49-F238E27FC236}">
                  <a16:creationId xmlns:a16="http://schemas.microsoft.com/office/drawing/2014/main" id="{16A4B659-7161-40F4-A805-C8AA5C32B10C}"/>
                </a:ext>
              </a:extLst>
            </p:cNvPr>
            <p:cNvSpPr>
              <a:spLocks noEditPoints="1"/>
            </p:cNvSpPr>
            <p:nvPr userDrawn="1"/>
          </p:nvSpPr>
          <p:spPr bwMode="auto">
            <a:xfrm>
              <a:off x="2878165" y="4121195"/>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9 h 116"/>
                <a:gd name="T50" fmla="*/ 6 w 76"/>
                <a:gd name="T51" fmla="*/ 40 h 116"/>
                <a:gd name="T52" fmla="*/ 9 w 76"/>
                <a:gd name="T53" fmla="*/ 19 h 116"/>
                <a:gd name="T54" fmla="*/ 12 w 76"/>
                <a:gd name="T55" fmla="*/ 12 h 116"/>
                <a:gd name="T56" fmla="*/ 17 w 76"/>
                <a:gd name="T57" fmla="*/ 10 h 116"/>
                <a:gd name="T58" fmla="*/ 17 w 76"/>
                <a:gd name="T59" fmla="*/ 10 h 116"/>
                <a:gd name="T60" fmla="*/ 60 w 76"/>
                <a:gd name="T61" fmla="*/ 0 h 116"/>
                <a:gd name="T62" fmla="*/ 60 w 76"/>
                <a:gd name="T63" fmla="*/ 0 h 116"/>
                <a:gd name="T64" fmla="*/ 60 w 76"/>
                <a:gd name="T65" fmla="*/ 0 h 116"/>
                <a:gd name="T66" fmla="*/ 16 w 76"/>
                <a:gd name="T67" fmla="*/ 4 h 116"/>
                <a:gd name="T68" fmla="*/ 8 w 76"/>
                <a:gd name="T69" fmla="*/ 8 h 116"/>
                <a:gd name="T70" fmla="*/ 2 w 76"/>
                <a:gd name="T71" fmla="*/ 22 h 116"/>
                <a:gd name="T72" fmla="*/ 0 w 76"/>
                <a:gd name="T73" fmla="*/ 40 h 116"/>
                <a:gd name="T74" fmla="*/ 2 w 76"/>
                <a:gd name="T75" fmla="*/ 61 h 116"/>
                <a:gd name="T76" fmla="*/ 9 w 76"/>
                <a:gd name="T77" fmla="*/ 82 h 116"/>
                <a:gd name="T78" fmla="*/ 15 w 76"/>
                <a:gd name="T79" fmla="*/ 88 h 116"/>
                <a:gd name="T80" fmla="*/ 16 w 76"/>
                <a:gd name="T81" fmla="*/ 89 h 116"/>
                <a:gd name="T82" fmla="*/ 38 w 76"/>
                <a:gd name="T83" fmla="*/ 90 h 116"/>
                <a:gd name="T84" fmla="*/ 26 w 76"/>
                <a:gd name="T85" fmla="*/ 116 h 116"/>
                <a:gd name="T86" fmla="*/ 56 w 76"/>
                <a:gd name="T87" fmla="*/ 90 h 116"/>
                <a:gd name="T88" fmla="*/ 72 w 76"/>
                <a:gd name="T89" fmla="*/ 85 h 116"/>
                <a:gd name="T90" fmla="*/ 76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8" name="Freeform 1344">
              <a:extLst>
                <a:ext uri="{FF2B5EF4-FFF2-40B4-BE49-F238E27FC236}">
                  <a16:creationId xmlns:a16="http://schemas.microsoft.com/office/drawing/2014/main" id="{9C0D96C2-0975-4AEB-9179-E1AD0E9C2980}"/>
                </a:ext>
              </a:extLst>
            </p:cNvPr>
            <p:cNvSpPr>
              <a:spLocks noEditPoints="1"/>
            </p:cNvSpPr>
            <p:nvPr userDrawn="1"/>
          </p:nvSpPr>
          <p:spPr bwMode="auto">
            <a:xfrm>
              <a:off x="2791869" y="4333928"/>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58 w 165"/>
                <a:gd name="T31" fmla="*/ 59 h 65"/>
                <a:gd name="T32" fmla="*/ 11 w 165"/>
                <a:gd name="T33" fmla="*/ 47 h 65"/>
                <a:gd name="T34" fmla="*/ 9 w 165"/>
                <a:gd name="T35" fmla="*/ 46 h 65"/>
                <a:gd name="T36" fmla="*/ 12 w 165"/>
                <a:gd name="T37" fmla="*/ 13 h 65"/>
                <a:gd name="T38" fmla="*/ 17 w 165"/>
                <a:gd name="T39" fmla="*/ 10 h 65"/>
                <a:gd name="T40" fmla="*/ 58 w 165"/>
                <a:gd name="T41" fmla="*/ 0 h 65"/>
                <a:gd name="T42" fmla="*/ 15 w 165"/>
                <a:gd name="T43" fmla="*/ 4 h 65"/>
                <a:gd name="T44" fmla="*/ 15 w 165"/>
                <a:gd name="T45" fmla="*/ 4 h 65"/>
                <a:gd name="T46" fmla="*/ 0 w 165"/>
                <a:gd name="T47" fmla="*/ 29 h 65"/>
                <a:gd name="T48" fmla="*/ 4 w 165"/>
                <a:gd name="T49" fmla="*/ 48 h 65"/>
                <a:gd name="T50" fmla="*/ 15 w 165"/>
                <a:gd name="T51" fmla="*/ 57 h 65"/>
                <a:gd name="T52" fmla="*/ 58 w 165"/>
                <a:gd name="T53" fmla="*/ 65 h 65"/>
                <a:gd name="T54" fmla="*/ 71 w 165"/>
                <a:gd name="T55" fmla="*/ 65 h 65"/>
                <a:gd name="T56" fmla="*/ 165 w 165"/>
                <a:gd name="T57" fmla="*/ 48 h 65"/>
                <a:gd name="T58" fmla="*/ 116 w 165"/>
                <a:gd name="T59" fmla="*/ 46 h 65"/>
                <a:gd name="T60" fmla="*/ 114 w 165"/>
                <a:gd name="T61" fmla="*/ 43 h 65"/>
                <a:gd name="T62" fmla="*/ 119 w 165"/>
                <a:gd name="T63" fmla="*/ 23 h 65"/>
                <a:gd name="T64" fmla="*/ 115 w 165"/>
                <a:gd name="T65" fmla="*/ 12 h 65"/>
                <a:gd name="T66" fmla="*/ 113 w 165"/>
                <a:gd name="T67" fmla="*/ 14 h 65"/>
                <a:gd name="T68" fmla="*/ 113 w 165"/>
                <a:gd name="T69" fmla="*/ 14 h 65"/>
                <a:gd name="T70" fmla="*/ 58 w 165"/>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1"/>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8"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9" name="Freeform 1345">
              <a:extLst>
                <a:ext uri="{FF2B5EF4-FFF2-40B4-BE49-F238E27FC236}">
                  <a16:creationId xmlns:a16="http://schemas.microsoft.com/office/drawing/2014/main" id="{69ED5084-4705-45B1-85A7-5706C9F2E142}"/>
                </a:ext>
              </a:extLst>
            </p:cNvPr>
            <p:cNvSpPr>
              <a:spLocks noEditPoints="1"/>
            </p:cNvSpPr>
            <p:nvPr userDrawn="1"/>
          </p:nvSpPr>
          <p:spPr bwMode="auto">
            <a:xfrm>
              <a:off x="3118995" y="3846248"/>
              <a:ext cx="248857" cy="98339"/>
            </a:xfrm>
            <a:custGeom>
              <a:avLst/>
              <a:gdLst>
                <a:gd name="T0" fmla="*/ 116 w 165"/>
                <a:gd name="T1" fmla="*/ 34 h 65"/>
                <a:gd name="T2" fmla="*/ 116 w 165"/>
                <a:gd name="T3" fmla="*/ 34 h 65"/>
                <a:gd name="T4" fmla="*/ 112 w 165"/>
                <a:gd name="T5" fmla="*/ 17 h 65"/>
                <a:gd name="T6" fmla="*/ 112 w 165"/>
                <a:gd name="T7" fmla="*/ 17 h 65"/>
                <a:gd name="T8" fmla="*/ 16 w 165"/>
                <a:gd name="T9" fmla="*/ 9 h 65"/>
                <a:gd name="T10" fmla="*/ 58 w 165"/>
                <a:gd name="T11" fmla="*/ 6 h 65"/>
                <a:gd name="T12" fmla="*/ 109 w 165"/>
                <a:gd name="T13" fmla="*/ 15 h 65"/>
                <a:gd name="T14" fmla="*/ 111 w 165"/>
                <a:gd name="T15" fmla="*/ 16 h 65"/>
                <a:gd name="T16" fmla="*/ 112 w 165"/>
                <a:gd name="T17" fmla="*/ 29 h 65"/>
                <a:gd name="T18" fmla="*/ 111 w 165"/>
                <a:gd name="T19" fmla="*/ 31 h 65"/>
                <a:gd name="T20" fmla="*/ 111 w 165"/>
                <a:gd name="T21" fmla="*/ 31 h 65"/>
                <a:gd name="T22" fmla="*/ 111 w 165"/>
                <a:gd name="T23" fmla="*/ 31 h 65"/>
                <a:gd name="T24" fmla="*/ 109 w 165"/>
                <a:gd name="T25" fmla="*/ 48 h 65"/>
                <a:gd name="T26" fmla="*/ 115 w 165"/>
                <a:gd name="T27" fmla="*/ 52 h 65"/>
                <a:gd name="T28" fmla="*/ 127 w 165"/>
                <a:gd name="T29" fmla="*/ 53 h 65"/>
                <a:gd name="T30" fmla="*/ 64 w 165"/>
                <a:gd name="T31" fmla="*/ 59 h 65"/>
                <a:gd name="T32" fmla="*/ 62 w 165"/>
                <a:gd name="T33" fmla="*/ 59 h 65"/>
                <a:gd name="T34" fmla="*/ 61 w 165"/>
                <a:gd name="T35" fmla="*/ 59 h 65"/>
                <a:gd name="T36" fmla="*/ 18 w 165"/>
                <a:gd name="T37" fmla="*/ 52 h 65"/>
                <a:gd name="T38" fmla="*/ 9 w 165"/>
                <a:gd name="T39" fmla="*/ 46 h 65"/>
                <a:gd name="T40" fmla="*/ 6 w 165"/>
                <a:gd name="T41" fmla="*/ 29 h 65"/>
                <a:gd name="T42" fmla="*/ 15 w 165"/>
                <a:gd name="T43" fmla="*/ 11 h 65"/>
                <a:gd name="T44" fmla="*/ 17 w 165"/>
                <a:gd name="T45" fmla="*/ 10 h 65"/>
                <a:gd name="T46" fmla="*/ 58 w 165"/>
                <a:gd name="T47" fmla="*/ 0 h 65"/>
                <a:gd name="T48" fmla="*/ 15 w 165"/>
                <a:gd name="T49" fmla="*/ 4 h 65"/>
                <a:gd name="T50" fmla="*/ 7 w 165"/>
                <a:gd name="T51" fmla="*/ 9 h 65"/>
                <a:gd name="T52" fmla="*/ 3 w 165"/>
                <a:gd name="T53" fmla="*/ 48 h 65"/>
                <a:gd name="T54" fmla="*/ 4 w 165"/>
                <a:gd name="T55" fmla="*/ 49 h 65"/>
                <a:gd name="T56" fmla="*/ 58 w 165"/>
                <a:gd name="T57" fmla="*/ 65 h 65"/>
                <a:gd name="T58" fmla="*/ 61 w 165"/>
                <a:gd name="T59" fmla="*/ 65 h 65"/>
                <a:gd name="T60" fmla="*/ 148 w 165"/>
                <a:gd name="T61" fmla="*/ 53 h 65"/>
                <a:gd name="T62" fmla="*/ 116 w 165"/>
                <a:gd name="T63" fmla="*/ 46 h 65"/>
                <a:gd name="T64" fmla="*/ 114 w 165"/>
                <a:gd name="T65" fmla="*/ 45 h 65"/>
                <a:gd name="T66" fmla="*/ 116 w 165"/>
                <a:gd name="T67" fmla="*/ 34 h 65"/>
                <a:gd name="T68" fmla="*/ 116 w 165"/>
                <a:gd name="T69" fmla="*/ 12 h 65"/>
                <a:gd name="T70" fmla="*/ 115 w 165"/>
                <a:gd name="T71" fmla="*/ 12 h 65"/>
                <a:gd name="T72" fmla="*/ 111 w 165"/>
                <a:gd name="T73" fmla="*/ 16 h 65"/>
                <a:gd name="T74" fmla="*/ 115 w 165"/>
                <a:gd name="T75"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12" y="17"/>
                  </a:moveTo>
                  <a:cubicBezTo>
                    <a:pt x="112" y="17"/>
                    <a:pt x="112" y="17"/>
                    <a:pt x="112" y="17"/>
                  </a:cubicBezTo>
                  <a:cubicBezTo>
                    <a:pt x="112" y="17"/>
                    <a:pt x="112" y="17"/>
                    <a:pt x="112" y="17"/>
                  </a:cubicBezTo>
                  <a:cubicBezTo>
                    <a:pt x="112" y="17"/>
                    <a:pt x="112" y="17"/>
                    <a:pt x="112" y="17"/>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7"/>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9"/>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5"/>
                    <a:pt x="11" y="6"/>
                    <a:pt x="7" y="9"/>
                  </a:cubicBezTo>
                  <a:cubicBezTo>
                    <a:pt x="4" y="13"/>
                    <a:pt x="0" y="19"/>
                    <a:pt x="0" y="29"/>
                  </a:cubicBezTo>
                  <a:cubicBezTo>
                    <a:pt x="0" y="35"/>
                    <a:pt x="1" y="41"/>
                    <a:pt x="3" y="48"/>
                  </a:cubicBezTo>
                  <a:cubicBezTo>
                    <a:pt x="4" y="49"/>
                    <a:pt x="4" y="49"/>
                    <a:pt x="4" y="49"/>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0" name="Freeform 1346">
              <a:extLst>
                <a:ext uri="{FF2B5EF4-FFF2-40B4-BE49-F238E27FC236}">
                  <a16:creationId xmlns:a16="http://schemas.microsoft.com/office/drawing/2014/main" id="{EF730A06-4A36-4A6A-A4F8-8DBA3B46CC2A}"/>
                </a:ext>
              </a:extLst>
            </p:cNvPr>
            <p:cNvSpPr>
              <a:spLocks noEditPoints="1"/>
            </p:cNvSpPr>
            <p:nvPr userDrawn="1"/>
          </p:nvSpPr>
          <p:spPr bwMode="auto">
            <a:xfrm>
              <a:off x="2683496" y="5538076"/>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3 w 170"/>
                <a:gd name="T13" fmla="*/ 7 h 134"/>
                <a:gd name="T14" fmla="*/ 148 w 170"/>
                <a:gd name="T15" fmla="*/ 10 h 134"/>
                <a:gd name="T16" fmla="*/ 159 w 170"/>
                <a:gd name="T17" fmla="*/ 23 h 134"/>
                <a:gd name="T18" fmla="*/ 164 w 170"/>
                <a:gd name="T19" fmla="*/ 42 h 134"/>
                <a:gd name="T20" fmla="*/ 156 w 170"/>
                <a:gd name="T21" fmla="*/ 64 h 134"/>
                <a:gd name="T22" fmla="*/ 124 w 170"/>
                <a:gd name="T23" fmla="*/ 88 h 134"/>
                <a:gd name="T24" fmla="*/ 51 w 170"/>
                <a:gd name="T25" fmla="*/ 88 h 134"/>
                <a:gd name="T26" fmla="*/ 45 w 170"/>
                <a:gd name="T27" fmla="*/ 107 h 134"/>
                <a:gd name="T28" fmla="*/ 43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44 w 170"/>
                <a:gd name="T85" fmla="*/ 1 h 134"/>
                <a:gd name="T86" fmla="*/ 144 w 170"/>
                <a:gd name="T87" fmla="*/ 1 h 134"/>
                <a:gd name="T88" fmla="*/ 139 w 170"/>
                <a:gd name="T89" fmla="*/ 1 h 134"/>
                <a:gd name="T90" fmla="*/ 109 w 170"/>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3" y="7"/>
                    <a:pt x="143"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4" y="1"/>
                    <a:pt x="144" y="1"/>
                    <a:pt x="144" y="1"/>
                  </a:cubicBezTo>
                  <a:cubicBezTo>
                    <a:pt x="144" y="1"/>
                    <a:pt x="144" y="1"/>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1" name="Freeform 1347">
              <a:extLst>
                <a:ext uri="{FF2B5EF4-FFF2-40B4-BE49-F238E27FC236}">
                  <a16:creationId xmlns:a16="http://schemas.microsoft.com/office/drawing/2014/main" id="{2D87A9AD-5D1F-4B2A-A65B-B80E1CA01B0A}"/>
                </a:ext>
              </a:extLst>
            </p:cNvPr>
            <p:cNvSpPr>
              <a:spLocks noEditPoints="1"/>
            </p:cNvSpPr>
            <p:nvPr userDrawn="1"/>
          </p:nvSpPr>
          <p:spPr bwMode="auto">
            <a:xfrm>
              <a:off x="2793875" y="4560709"/>
              <a:ext cx="282975" cy="244843"/>
            </a:xfrm>
            <a:custGeom>
              <a:avLst/>
              <a:gdLst>
                <a:gd name="T0" fmla="*/ 100 w 188"/>
                <a:gd name="T1" fmla="*/ 23 h 162"/>
                <a:gd name="T2" fmla="*/ 111 w 188"/>
                <a:gd name="T3" fmla="*/ 6 h 162"/>
                <a:gd name="T4" fmla="*/ 120 w 188"/>
                <a:gd name="T5" fmla="*/ 12 h 162"/>
                <a:gd name="T6" fmla="*/ 123 w 188"/>
                <a:gd name="T7" fmla="*/ 24 h 162"/>
                <a:gd name="T8" fmla="*/ 147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7 w 188"/>
                <a:gd name="T29" fmla="*/ 132 h 162"/>
                <a:gd name="T30" fmla="*/ 65 w 188"/>
                <a:gd name="T31" fmla="*/ 139 h 162"/>
                <a:gd name="T32" fmla="*/ 50 w 188"/>
                <a:gd name="T33" fmla="*/ 133 h 162"/>
                <a:gd name="T34" fmla="*/ 49 w 188"/>
                <a:gd name="T35" fmla="*/ 115 h 162"/>
                <a:gd name="T36" fmla="*/ 17 w 188"/>
                <a:gd name="T37" fmla="*/ 144 h 162"/>
                <a:gd name="T38" fmla="*/ 28 w 188"/>
                <a:gd name="T39" fmla="*/ 97 h 162"/>
                <a:gd name="T40" fmla="*/ 8 w 188"/>
                <a:gd name="T41" fmla="*/ 84 h 162"/>
                <a:gd name="T42" fmla="*/ 10 w 188"/>
                <a:gd name="T43" fmla="*/ 64 h 162"/>
                <a:gd name="T44" fmla="*/ 15 w 188"/>
                <a:gd name="T45" fmla="*/ 63 h 162"/>
                <a:gd name="T46" fmla="*/ 36 w 188"/>
                <a:gd name="T47" fmla="*/ 51 h 162"/>
                <a:gd name="T48" fmla="*/ 35 w 188"/>
                <a:gd name="T49" fmla="*/ 24 h 162"/>
                <a:gd name="T50" fmla="*/ 64 w 188"/>
                <a:gd name="T51" fmla="*/ 10 h 162"/>
                <a:gd name="T52" fmla="*/ 94 w 188"/>
                <a:gd name="T53" fmla="*/ 24 h 162"/>
                <a:gd name="T54" fmla="*/ 95 w 188"/>
                <a:gd name="T55" fmla="*/ 24 h 162"/>
                <a:gd name="T56" fmla="*/ 111 w 188"/>
                <a:gd name="T57" fmla="*/ 0 h 162"/>
                <a:gd name="T58" fmla="*/ 95 w 188"/>
                <a:gd name="T59" fmla="*/ 17 h 162"/>
                <a:gd name="T60" fmla="*/ 64 w 188"/>
                <a:gd name="T61" fmla="*/ 4 h 162"/>
                <a:gd name="T62" fmla="*/ 24 w 188"/>
                <a:gd name="T63" fmla="*/ 35 h 162"/>
                <a:gd name="T64" fmla="*/ 28 w 188"/>
                <a:gd name="T65" fmla="*/ 55 h 162"/>
                <a:gd name="T66" fmla="*/ 16 w 188"/>
                <a:gd name="T67" fmla="*/ 57 h 162"/>
                <a:gd name="T68" fmla="*/ 8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0 h 162"/>
                <a:gd name="T90" fmla="*/ 78 w 188"/>
                <a:gd name="T91" fmla="*/ 139 h 162"/>
                <a:gd name="T92" fmla="*/ 86 w 188"/>
                <a:gd name="T93" fmla="*/ 139 h 162"/>
                <a:gd name="T94" fmla="*/ 96 w 188"/>
                <a:gd name="T95" fmla="*/ 150 h 162"/>
                <a:gd name="T96" fmla="*/ 147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2"/>
                    <a:pt x="167" y="35"/>
                  </a:cubicBezTo>
                  <a:cubicBezTo>
                    <a:pt x="170" y="39"/>
                    <a:pt x="171" y="44"/>
                    <a:pt x="171" y="47"/>
                  </a:cubicBezTo>
                  <a:cubicBezTo>
                    <a:pt x="171"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6"/>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3"/>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2" name="Freeform 1348">
              <a:extLst>
                <a:ext uri="{FF2B5EF4-FFF2-40B4-BE49-F238E27FC236}">
                  <a16:creationId xmlns:a16="http://schemas.microsoft.com/office/drawing/2014/main" id="{6BE91B24-2DC6-4F38-AEE8-EC4C7C405450}"/>
                </a:ext>
              </a:extLst>
            </p:cNvPr>
            <p:cNvSpPr>
              <a:spLocks noEditPoints="1"/>
            </p:cNvSpPr>
            <p:nvPr userDrawn="1"/>
          </p:nvSpPr>
          <p:spPr bwMode="auto">
            <a:xfrm>
              <a:off x="2545018" y="5214962"/>
              <a:ext cx="363252" cy="313078"/>
            </a:xfrm>
            <a:custGeom>
              <a:avLst/>
              <a:gdLst>
                <a:gd name="T0" fmla="*/ 3 w 242"/>
                <a:gd name="T1" fmla="*/ 203 h 208"/>
                <a:gd name="T2" fmla="*/ 135 w 242"/>
                <a:gd name="T3" fmla="*/ 10 h 208"/>
                <a:gd name="T4" fmla="*/ 148 w 242"/>
                <a:gd name="T5" fmla="*/ 8 h 208"/>
                <a:gd name="T6" fmla="*/ 157 w 242"/>
                <a:gd name="T7" fmla="*/ 23 h 208"/>
                <a:gd name="T8" fmla="*/ 190 w 242"/>
                <a:gd name="T9" fmla="*/ 34 h 208"/>
                <a:gd name="T10" fmla="*/ 220 w 242"/>
                <a:gd name="T11" fmla="*/ 69 h 208"/>
                <a:gd name="T12" fmla="*/ 217 w 242"/>
                <a:gd name="T13" fmla="*/ 103 h 208"/>
                <a:gd name="T14" fmla="*/ 233 w 242"/>
                <a:gd name="T15" fmla="*/ 136 h 208"/>
                <a:gd name="T16" fmla="*/ 206 w 242"/>
                <a:gd name="T17" fmla="*/ 143 h 208"/>
                <a:gd name="T18" fmla="*/ 183 w 242"/>
                <a:gd name="T19" fmla="*/ 171 h 208"/>
                <a:gd name="T20" fmla="*/ 127 w 242"/>
                <a:gd name="T21" fmla="*/ 189 h 208"/>
                <a:gd name="T22" fmla="*/ 105 w 242"/>
                <a:gd name="T23" fmla="*/ 170 h 208"/>
                <a:gd name="T24" fmla="*/ 94 w 242"/>
                <a:gd name="T25" fmla="*/ 177 h 208"/>
                <a:gd name="T26" fmla="*/ 63 w 242"/>
                <a:gd name="T27" fmla="*/ 173 h 208"/>
                <a:gd name="T28" fmla="*/ 58 w 242"/>
                <a:gd name="T29" fmla="*/ 145 h 208"/>
                <a:gd name="T30" fmla="*/ 34 w 242"/>
                <a:gd name="T31" fmla="*/ 163 h 208"/>
                <a:gd name="T32" fmla="*/ 14 w 242"/>
                <a:gd name="T33" fmla="*/ 118 h 208"/>
                <a:gd name="T34" fmla="*/ 12 w 242"/>
                <a:gd name="T35" fmla="*/ 82 h 208"/>
                <a:gd name="T36" fmla="*/ 39 w 242"/>
                <a:gd name="T37" fmla="*/ 76 h 208"/>
                <a:gd name="T38" fmla="*/ 44 w 242"/>
                <a:gd name="T39" fmla="*/ 30 h 208"/>
                <a:gd name="T40" fmla="*/ 111 w 242"/>
                <a:gd name="T41" fmla="*/ 21 h 208"/>
                <a:gd name="T42" fmla="*/ 122 w 242"/>
                <a:gd name="T43" fmla="*/ 30 h 208"/>
                <a:gd name="T44" fmla="*/ 142 w 242"/>
                <a:gd name="T45" fmla="*/ 0 h 208"/>
                <a:gd name="T46" fmla="*/ 114 w 242"/>
                <a:gd name="T47" fmla="*/ 15 h 208"/>
                <a:gd name="T48" fmla="*/ 31 w 242"/>
                <a:gd name="T49" fmla="*/ 45 h 208"/>
                <a:gd name="T50" fmla="*/ 23 w 242"/>
                <a:gd name="T51" fmla="*/ 75 h 208"/>
                <a:gd name="T52" fmla="*/ 9 w 242"/>
                <a:gd name="T53" fmla="*/ 76 h 208"/>
                <a:gd name="T54" fmla="*/ 10 w 242"/>
                <a:gd name="T55" fmla="*/ 122 h 208"/>
                <a:gd name="T56" fmla="*/ 29 w 242"/>
                <a:gd name="T57" fmla="*/ 160 h 208"/>
                <a:gd name="T58" fmla="*/ 1 w 242"/>
                <a:gd name="T59" fmla="*/ 203 h 208"/>
                <a:gd name="T60" fmla="*/ 2 w 242"/>
                <a:gd name="T61" fmla="*/ 208 h 208"/>
                <a:gd name="T62" fmla="*/ 18 w 242"/>
                <a:gd name="T63" fmla="*/ 200 h 208"/>
                <a:gd name="T64" fmla="*/ 56 w 242"/>
                <a:gd name="T65" fmla="*/ 173 h 208"/>
                <a:gd name="T66" fmla="*/ 83 w 242"/>
                <a:gd name="T67" fmla="*/ 187 h 208"/>
                <a:gd name="T68" fmla="*/ 99 w 242"/>
                <a:gd name="T69" fmla="*/ 180 h 208"/>
                <a:gd name="T70" fmla="*/ 111 w 242"/>
                <a:gd name="T71" fmla="*/ 179 h 208"/>
                <a:gd name="T72" fmla="*/ 146 w 242"/>
                <a:gd name="T73" fmla="*/ 198 h 208"/>
                <a:gd name="T74" fmla="*/ 189 w 242"/>
                <a:gd name="T75" fmla="*/ 178 h 208"/>
                <a:gd name="T76" fmla="*/ 197 w 242"/>
                <a:gd name="T77" fmla="*/ 151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5" y="206"/>
                  </a:moveTo>
                  <a:cubicBezTo>
                    <a:pt x="5" y="206"/>
                    <a:pt x="5" y="206"/>
                    <a:pt x="5" y="206"/>
                  </a:cubicBezTo>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50"/>
                    <a:pt x="221" y="55"/>
                    <a:pt x="221" y="61"/>
                  </a:cubicBezTo>
                  <a:cubicBezTo>
                    <a:pt x="221" y="64"/>
                    <a:pt x="221" y="67"/>
                    <a:pt x="220"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0" y="107"/>
                    <a:pt x="225" y="110"/>
                    <a:pt x="229" y="112"/>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90"/>
                    <a:pt x="128" y="189"/>
                    <a:pt x="127" y="189"/>
                  </a:cubicBezTo>
                  <a:cubicBezTo>
                    <a:pt x="127" y="189"/>
                    <a:pt x="127" y="189"/>
                    <a:pt x="127" y="189"/>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1"/>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1"/>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70"/>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6"/>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5"/>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6"/>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3" name="Freeform 1349">
              <a:extLst>
                <a:ext uri="{FF2B5EF4-FFF2-40B4-BE49-F238E27FC236}">
                  <a16:creationId xmlns:a16="http://schemas.microsoft.com/office/drawing/2014/main" id="{B42B8313-935D-40FB-A6B3-AD7F5AF3EEF2}"/>
                </a:ext>
              </a:extLst>
            </p:cNvPr>
            <p:cNvSpPr>
              <a:spLocks/>
            </p:cNvSpPr>
            <p:nvPr userDrawn="1"/>
          </p:nvSpPr>
          <p:spPr bwMode="auto">
            <a:xfrm>
              <a:off x="2545018" y="5524027"/>
              <a:ext cx="2008" cy="401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2"/>
                    <a:pt x="1" y="2"/>
                  </a:cubicBezTo>
                  <a:cubicBezTo>
                    <a:pt x="1" y="2"/>
                    <a:pt x="1" y="2"/>
                    <a:pt x="1" y="2"/>
                  </a:cubicBezTo>
                  <a:cubicBezTo>
                    <a:pt x="1"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4" name="Freeform 1350">
              <a:extLst>
                <a:ext uri="{FF2B5EF4-FFF2-40B4-BE49-F238E27FC236}">
                  <a16:creationId xmlns:a16="http://schemas.microsoft.com/office/drawing/2014/main" id="{8644F54D-5849-440F-9EAB-692EE252571E}"/>
                </a:ext>
              </a:extLst>
            </p:cNvPr>
            <p:cNvSpPr>
              <a:spLocks noEditPoints="1"/>
            </p:cNvSpPr>
            <p:nvPr userDrawn="1"/>
          </p:nvSpPr>
          <p:spPr bwMode="auto">
            <a:xfrm>
              <a:off x="3827436" y="4131229"/>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1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5" name="Freeform 1351">
              <a:extLst>
                <a:ext uri="{FF2B5EF4-FFF2-40B4-BE49-F238E27FC236}">
                  <a16:creationId xmlns:a16="http://schemas.microsoft.com/office/drawing/2014/main" id="{B076446B-EFA2-4141-9B70-691CE8BF4FB4}"/>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close/>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close/>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6" name="Freeform 1352">
              <a:extLst>
                <a:ext uri="{FF2B5EF4-FFF2-40B4-BE49-F238E27FC236}">
                  <a16:creationId xmlns:a16="http://schemas.microsoft.com/office/drawing/2014/main" id="{B09FCF6A-DECB-49CA-8349-209CB72AE1FA}"/>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7" name="Freeform 1353">
              <a:extLst>
                <a:ext uri="{FF2B5EF4-FFF2-40B4-BE49-F238E27FC236}">
                  <a16:creationId xmlns:a16="http://schemas.microsoft.com/office/drawing/2014/main" id="{40859E9A-995B-41B0-8886-EBDBDAC3DE6A}"/>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close/>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8" name="Freeform 1354">
              <a:extLst>
                <a:ext uri="{FF2B5EF4-FFF2-40B4-BE49-F238E27FC236}">
                  <a16:creationId xmlns:a16="http://schemas.microsoft.com/office/drawing/2014/main" id="{FAD3D18E-BFE4-4482-B9B2-F01096722EA6}"/>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9" name="Freeform 1355">
              <a:extLst>
                <a:ext uri="{FF2B5EF4-FFF2-40B4-BE49-F238E27FC236}">
                  <a16:creationId xmlns:a16="http://schemas.microsoft.com/office/drawing/2014/main" id="{D73F39F4-8358-4F03-B1C4-24F7A18E7AD4}"/>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0" name="Freeform 1356">
              <a:extLst>
                <a:ext uri="{FF2B5EF4-FFF2-40B4-BE49-F238E27FC236}">
                  <a16:creationId xmlns:a16="http://schemas.microsoft.com/office/drawing/2014/main" id="{26DC2836-A639-4DAA-A3D7-11C9D64FC133}"/>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1" name="Freeform 1357">
              <a:extLst>
                <a:ext uri="{FF2B5EF4-FFF2-40B4-BE49-F238E27FC236}">
                  <a16:creationId xmlns:a16="http://schemas.microsoft.com/office/drawing/2014/main" id="{C8ADBD76-B73C-4894-B58F-DF0A45BF995E}"/>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2" name="Freeform 1358">
              <a:extLst>
                <a:ext uri="{FF2B5EF4-FFF2-40B4-BE49-F238E27FC236}">
                  <a16:creationId xmlns:a16="http://schemas.microsoft.com/office/drawing/2014/main" id="{AE558F89-7AC9-4F2E-8CFD-B26CB8C9CA42}"/>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3" name="Freeform 1359">
              <a:extLst>
                <a:ext uri="{FF2B5EF4-FFF2-40B4-BE49-F238E27FC236}">
                  <a16:creationId xmlns:a16="http://schemas.microsoft.com/office/drawing/2014/main" id="{B71046E4-15D2-4DD6-B3BE-C9F373080C71}"/>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4" name="Freeform 1360">
              <a:extLst>
                <a:ext uri="{FF2B5EF4-FFF2-40B4-BE49-F238E27FC236}">
                  <a16:creationId xmlns:a16="http://schemas.microsoft.com/office/drawing/2014/main" id="{3541E6FE-1AA6-461B-8E9F-E58D6357ADB3}"/>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5" name="Freeform 1361">
              <a:extLst>
                <a:ext uri="{FF2B5EF4-FFF2-40B4-BE49-F238E27FC236}">
                  <a16:creationId xmlns:a16="http://schemas.microsoft.com/office/drawing/2014/main" id="{1E5D3A4A-0633-49C8-A651-50595AE912AC}"/>
                </a:ext>
              </a:extLst>
            </p:cNvPr>
            <p:cNvSpPr>
              <a:spLocks noEditPoints="1"/>
            </p:cNvSpPr>
            <p:nvPr userDrawn="1"/>
          </p:nvSpPr>
          <p:spPr bwMode="auto">
            <a:xfrm>
              <a:off x="5748051"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7" name="Freeform 1363">
              <a:extLst>
                <a:ext uri="{FF2B5EF4-FFF2-40B4-BE49-F238E27FC236}">
                  <a16:creationId xmlns:a16="http://schemas.microsoft.com/office/drawing/2014/main" id="{52B82F7F-274C-466C-A5F8-F5D88480165F}"/>
                </a:ext>
              </a:extLst>
            </p:cNvPr>
            <p:cNvSpPr>
              <a:spLocks noEditPoints="1"/>
            </p:cNvSpPr>
            <p:nvPr userDrawn="1"/>
          </p:nvSpPr>
          <p:spPr bwMode="auto">
            <a:xfrm>
              <a:off x="5414903" y="4843684"/>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8 h 127"/>
                <a:gd name="T14" fmla="*/ 100 w 130"/>
                <a:gd name="T15" fmla="*/ 50 h 127"/>
                <a:gd name="T16" fmla="*/ 102 w 130"/>
                <a:gd name="T17" fmla="*/ 64 h 127"/>
                <a:gd name="T18" fmla="*/ 100 w 130"/>
                <a:gd name="T19" fmla="*/ 78 h 127"/>
                <a:gd name="T20" fmla="*/ 92 w 130"/>
                <a:gd name="T21" fmla="*/ 90 h 127"/>
                <a:gd name="T22" fmla="*/ 79 w 130"/>
                <a:gd name="T23" fmla="*/ 98 h 127"/>
                <a:gd name="T24" fmla="*/ 65 w 130"/>
                <a:gd name="T25" fmla="*/ 101 h 127"/>
                <a:gd name="T26" fmla="*/ 50 w 130"/>
                <a:gd name="T27" fmla="*/ 98 h 127"/>
                <a:gd name="T28" fmla="*/ 38 w 130"/>
                <a:gd name="T29" fmla="*/ 90 h 127"/>
                <a:gd name="T30" fmla="*/ 30 w 130"/>
                <a:gd name="T31" fmla="*/ 78 h 127"/>
                <a:gd name="T32" fmla="*/ 27 w 130"/>
                <a:gd name="T33" fmla="*/ 64 h 127"/>
                <a:gd name="T34" fmla="*/ 30 w 130"/>
                <a:gd name="T35" fmla="*/ 50 h 127"/>
                <a:gd name="T36" fmla="*/ 38 w 130"/>
                <a:gd name="T37" fmla="*/ 38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8"/>
                    <a:pt x="92" y="38"/>
                    <a:pt x="92" y="38"/>
                  </a:cubicBezTo>
                  <a:cubicBezTo>
                    <a:pt x="82" y="52"/>
                    <a:pt x="82" y="52"/>
                    <a:pt x="82" y="52"/>
                  </a:cubicBezTo>
                  <a:cubicBezTo>
                    <a:pt x="100" y="50"/>
                    <a:pt x="100" y="50"/>
                    <a:pt x="100" y="50"/>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8" name="Freeform 1364">
              <a:extLst>
                <a:ext uri="{FF2B5EF4-FFF2-40B4-BE49-F238E27FC236}">
                  <a16:creationId xmlns:a16="http://schemas.microsoft.com/office/drawing/2014/main" id="{0B5774A2-5B67-4BF4-A791-3C7C485F32BD}"/>
                </a:ext>
              </a:extLst>
            </p:cNvPr>
            <p:cNvSpPr>
              <a:spLocks noEditPoints="1"/>
            </p:cNvSpPr>
            <p:nvPr userDrawn="1"/>
          </p:nvSpPr>
          <p:spPr bwMode="auto">
            <a:xfrm>
              <a:off x="5770128" y="4195451"/>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9" name="Freeform 1365">
              <a:extLst>
                <a:ext uri="{FF2B5EF4-FFF2-40B4-BE49-F238E27FC236}">
                  <a16:creationId xmlns:a16="http://schemas.microsoft.com/office/drawing/2014/main" id="{41F74D94-4F22-4F22-BB08-5D613A716AF6}"/>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close/>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0" name="Freeform 1366">
              <a:extLst>
                <a:ext uri="{FF2B5EF4-FFF2-40B4-BE49-F238E27FC236}">
                  <a16:creationId xmlns:a16="http://schemas.microsoft.com/office/drawing/2014/main" id="{EECBBDB7-CDBE-4FF4-A7E6-FB469B20E202}"/>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1" name="Freeform 1367">
              <a:extLst>
                <a:ext uri="{FF2B5EF4-FFF2-40B4-BE49-F238E27FC236}">
                  <a16:creationId xmlns:a16="http://schemas.microsoft.com/office/drawing/2014/main" id="{C8C9B40A-6E96-46BC-AF85-291435CF8805}"/>
                </a:ext>
              </a:extLst>
            </p:cNvPr>
            <p:cNvSpPr>
              <a:spLocks noEditPoints="1"/>
            </p:cNvSpPr>
            <p:nvPr userDrawn="1"/>
          </p:nvSpPr>
          <p:spPr bwMode="auto">
            <a:xfrm>
              <a:off x="5326599" y="5690601"/>
              <a:ext cx="126436" cy="122422"/>
            </a:xfrm>
            <a:custGeom>
              <a:avLst/>
              <a:gdLst>
                <a:gd name="T0" fmla="*/ 75 w 84"/>
                <a:gd name="T1" fmla="*/ 39 h 82"/>
                <a:gd name="T2" fmla="*/ 74 w 84"/>
                <a:gd name="T3" fmla="*/ 39 h 82"/>
                <a:gd name="T4" fmla="*/ 40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40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40 w 84"/>
                <a:gd name="T37" fmla="*/ 28 h 82"/>
                <a:gd name="T38" fmla="*/ 38 w 84"/>
                <a:gd name="T39" fmla="*/ 19 h 82"/>
                <a:gd name="T40" fmla="*/ 29 w 84"/>
                <a:gd name="T41" fmla="*/ 22 h 82"/>
                <a:gd name="T42" fmla="*/ 15 w 84"/>
                <a:gd name="T43" fmla="*/ 15 h 82"/>
                <a:gd name="T44" fmla="*/ 4 w 84"/>
                <a:gd name="T45" fmla="*/ 25 h 82"/>
                <a:gd name="T46" fmla="*/ 0 w 84"/>
                <a:gd name="T47" fmla="*/ 41 h 82"/>
                <a:gd name="T48" fmla="*/ 4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1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2" name="Freeform 1368">
              <a:extLst>
                <a:ext uri="{FF2B5EF4-FFF2-40B4-BE49-F238E27FC236}">
                  <a16:creationId xmlns:a16="http://schemas.microsoft.com/office/drawing/2014/main" id="{9FA4560F-BD74-4C50-B596-9B83BC358D8E}"/>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3" name="Freeform 1369">
              <a:extLst>
                <a:ext uri="{FF2B5EF4-FFF2-40B4-BE49-F238E27FC236}">
                  <a16:creationId xmlns:a16="http://schemas.microsoft.com/office/drawing/2014/main" id="{3CCE0DB8-16EA-4041-AB55-CA73DF3F552D}"/>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4" name="Freeform 1370">
              <a:extLst>
                <a:ext uri="{FF2B5EF4-FFF2-40B4-BE49-F238E27FC236}">
                  <a16:creationId xmlns:a16="http://schemas.microsoft.com/office/drawing/2014/main" id="{34E9BC10-F5B9-4340-AC04-F31306C6986B}"/>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5" name="Freeform 1371">
              <a:extLst>
                <a:ext uri="{FF2B5EF4-FFF2-40B4-BE49-F238E27FC236}">
                  <a16:creationId xmlns:a16="http://schemas.microsoft.com/office/drawing/2014/main" id="{218FE103-75E6-4A67-B93E-CE0403FD4535}"/>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6" name="Freeform 1372">
              <a:extLst>
                <a:ext uri="{FF2B5EF4-FFF2-40B4-BE49-F238E27FC236}">
                  <a16:creationId xmlns:a16="http://schemas.microsoft.com/office/drawing/2014/main" id="{068813BB-1CC0-47A5-95FD-DCDAAD1DDBA4}"/>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7" name="Freeform 1373">
              <a:extLst>
                <a:ext uri="{FF2B5EF4-FFF2-40B4-BE49-F238E27FC236}">
                  <a16:creationId xmlns:a16="http://schemas.microsoft.com/office/drawing/2014/main" id="{7223ED2B-DCC8-4507-BB74-3C814E93E451}"/>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8" name="Freeform 1374">
              <a:extLst>
                <a:ext uri="{FF2B5EF4-FFF2-40B4-BE49-F238E27FC236}">
                  <a16:creationId xmlns:a16="http://schemas.microsoft.com/office/drawing/2014/main" id="{578861AE-9897-4A1A-BFE4-3C9EDE541C4F}"/>
                </a:ext>
              </a:extLst>
            </p:cNvPr>
            <p:cNvSpPr>
              <a:spLocks noEditPoints="1"/>
            </p:cNvSpPr>
            <p:nvPr userDrawn="1"/>
          </p:nvSpPr>
          <p:spPr bwMode="auto">
            <a:xfrm>
              <a:off x="3478233" y="4801538"/>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1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1 h 214"/>
                <a:gd name="T36" fmla="*/ 100 w 218"/>
                <a:gd name="T37" fmla="*/ 64 h 214"/>
                <a:gd name="T38" fmla="*/ 97 w 218"/>
                <a:gd name="T39" fmla="*/ 50 h 214"/>
                <a:gd name="T40" fmla="*/ 76 w 218"/>
                <a:gd name="T41" fmla="*/ 59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1"/>
                    <a:pt x="134" y="71"/>
                    <a:pt x="134" y="71"/>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1"/>
                    <a:pt x="84" y="71"/>
                    <a:pt x="84" y="71"/>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9"/>
                    <a:pt x="76" y="59"/>
                    <a:pt x="76" y="59"/>
                  </a:cubicBezTo>
                  <a:cubicBezTo>
                    <a:pt x="32" y="32"/>
                    <a:pt x="32" y="32"/>
                    <a:pt x="32" y="32"/>
                  </a:cubicBezTo>
                  <a:cubicBezTo>
                    <a:pt x="59" y="75"/>
                    <a:pt x="59" y="75"/>
                    <a:pt x="59" y="75"/>
                  </a:cubicBezTo>
                  <a:cubicBezTo>
                    <a:pt x="13" y="67"/>
                    <a:pt x="13" y="67"/>
                    <a:pt x="13" y="67"/>
                  </a:cubicBezTo>
                  <a:cubicBezTo>
                    <a:pt x="13" y="68"/>
                    <a:pt x="13" y="69"/>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9"/>
                    <a:pt x="142" y="59"/>
                    <a:pt x="142"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9" name="Freeform 1375">
              <a:extLst>
                <a:ext uri="{FF2B5EF4-FFF2-40B4-BE49-F238E27FC236}">
                  <a16:creationId xmlns:a16="http://schemas.microsoft.com/office/drawing/2014/main" id="{EF985CE9-9F7A-47C8-B071-969A2F921E40}"/>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close/>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close/>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0" name="Freeform 1376">
              <a:extLst>
                <a:ext uri="{FF2B5EF4-FFF2-40B4-BE49-F238E27FC236}">
                  <a16:creationId xmlns:a16="http://schemas.microsoft.com/office/drawing/2014/main" id="{867B373C-FFB5-48CC-9289-7C16BC4DF59D}"/>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1" name="Freeform 1377">
              <a:extLst>
                <a:ext uri="{FF2B5EF4-FFF2-40B4-BE49-F238E27FC236}">
                  <a16:creationId xmlns:a16="http://schemas.microsoft.com/office/drawing/2014/main" id="{5EA4CFD8-0779-4D31-A51C-A5F9B689F578}"/>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2" name="Freeform 1378">
              <a:extLst>
                <a:ext uri="{FF2B5EF4-FFF2-40B4-BE49-F238E27FC236}">
                  <a16:creationId xmlns:a16="http://schemas.microsoft.com/office/drawing/2014/main" id="{A0747591-6AB6-4958-A3AE-B3FB614BBC84}"/>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3" name="Freeform 1379">
              <a:extLst>
                <a:ext uri="{FF2B5EF4-FFF2-40B4-BE49-F238E27FC236}">
                  <a16:creationId xmlns:a16="http://schemas.microsoft.com/office/drawing/2014/main" id="{5C1BE2E3-DDF1-49E5-A2E1-85978AA75CAA}"/>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4" name="Freeform 1380">
              <a:extLst>
                <a:ext uri="{FF2B5EF4-FFF2-40B4-BE49-F238E27FC236}">
                  <a16:creationId xmlns:a16="http://schemas.microsoft.com/office/drawing/2014/main" id="{DF66F64C-CCF9-4B96-B357-F6EA58D519B8}"/>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5" name="Freeform 1381">
              <a:extLst>
                <a:ext uri="{FF2B5EF4-FFF2-40B4-BE49-F238E27FC236}">
                  <a16:creationId xmlns:a16="http://schemas.microsoft.com/office/drawing/2014/main" id="{476965CE-3988-4F3E-963C-4D98985DF124}"/>
                </a:ext>
              </a:extLst>
            </p:cNvPr>
            <p:cNvSpPr>
              <a:spLocks noEditPoints="1"/>
            </p:cNvSpPr>
            <p:nvPr userDrawn="1"/>
          </p:nvSpPr>
          <p:spPr bwMode="auto">
            <a:xfrm>
              <a:off x="3692972" y="4468391"/>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6" name="Freeform 1382">
              <a:extLst>
                <a:ext uri="{FF2B5EF4-FFF2-40B4-BE49-F238E27FC236}">
                  <a16:creationId xmlns:a16="http://schemas.microsoft.com/office/drawing/2014/main" id="{0849FCB9-DA02-435E-A9E2-C917A76F6006}"/>
                </a:ext>
              </a:extLst>
            </p:cNvPr>
            <p:cNvSpPr>
              <a:spLocks noEditPoints="1"/>
            </p:cNvSpPr>
            <p:nvPr userDrawn="1"/>
          </p:nvSpPr>
          <p:spPr bwMode="auto">
            <a:xfrm>
              <a:off x="3759201" y="4580778"/>
              <a:ext cx="26091" cy="28097"/>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7" name="Freeform 1383">
              <a:extLst>
                <a:ext uri="{FF2B5EF4-FFF2-40B4-BE49-F238E27FC236}">
                  <a16:creationId xmlns:a16="http://schemas.microsoft.com/office/drawing/2014/main" id="{164392C0-E110-4C94-87C1-463C7D6CE2DC}"/>
                </a:ext>
              </a:extLst>
            </p:cNvPr>
            <p:cNvSpPr>
              <a:spLocks/>
            </p:cNvSpPr>
            <p:nvPr userDrawn="1"/>
          </p:nvSpPr>
          <p:spPr bwMode="auto">
            <a:xfrm>
              <a:off x="3763215" y="4580778"/>
              <a:ext cx="10035"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8" name="Freeform 1384">
              <a:extLst>
                <a:ext uri="{FF2B5EF4-FFF2-40B4-BE49-F238E27FC236}">
                  <a16:creationId xmlns:a16="http://schemas.microsoft.com/office/drawing/2014/main" id="{450EE8FE-11EB-49B5-8B4E-D8BFB555481E}"/>
                </a:ext>
              </a:extLst>
            </p:cNvPr>
            <p:cNvSpPr>
              <a:spLocks/>
            </p:cNvSpPr>
            <p:nvPr userDrawn="1"/>
          </p:nvSpPr>
          <p:spPr bwMode="auto">
            <a:xfrm>
              <a:off x="3767229" y="4604861"/>
              <a:ext cx="22077"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9" name="Freeform 1385">
              <a:extLst>
                <a:ext uri="{FF2B5EF4-FFF2-40B4-BE49-F238E27FC236}">
                  <a16:creationId xmlns:a16="http://schemas.microsoft.com/office/drawing/2014/main" id="{B28614EE-817B-4EE3-A67A-0E0CD9F7517C}"/>
                </a:ext>
              </a:extLst>
            </p:cNvPr>
            <p:cNvSpPr>
              <a:spLocks/>
            </p:cNvSpPr>
            <p:nvPr userDrawn="1"/>
          </p:nvSpPr>
          <p:spPr bwMode="auto">
            <a:xfrm>
              <a:off x="3771242" y="4604861"/>
              <a:ext cx="8028"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0" name="Freeform 1386">
              <a:extLst>
                <a:ext uri="{FF2B5EF4-FFF2-40B4-BE49-F238E27FC236}">
                  <a16:creationId xmlns:a16="http://schemas.microsoft.com/office/drawing/2014/main" id="{9E373CB8-BF13-40C7-B85B-61FEC18D180B}"/>
                </a:ext>
              </a:extLst>
            </p:cNvPr>
            <p:cNvSpPr>
              <a:spLocks noEditPoints="1"/>
            </p:cNvSpPr>
            <p:nvPr userDrawn="1"/>
          </p:nvSpPr>
          <p:spPr bwMode="auto">
            <a:xfrm>
              <a:off x="3785290" y="4616902"/>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1" name="Freeform 1387">
              <a:extLst>
                <a:ext uri="{FF2B5EF4-FFF2-40B4-BE49-F238E27FC236}">
                  <a16:creationId xmlns:a16="http://schemas.microsoft.com/office/drawing/2014/main" id="{8717CA9F-082B-485D-BE1D-3BA14FA0F3BA}"/>
                </a:ext>
              </a:extLst>
            </p:cNvPr>
            <p:cNvSpPr>
              <a:spLocks/>
            </p:cNvSpPr>
            <p:nvPr userDrawn="1"/>
          </p:nvSpPr>
          <p:spPr bwMode="auto">
            <a:xfrm>
              <a:off x="3785290" y="4618910"/>
              <a:ext cx="4014"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2" name="Freeform 1388">
              <a:extLst>
                <a:ext uri="{FF2B5EF4-FFF2-40B4-BE49-F238E27FC236}">
                  <a16:creationId xmlns:a16="http://schemas.microsoft.com/office/drawing/2014/main" id="{39C1DDC3-D852-4A2E-BEEC-00BEA549ED0C}"/>
                </a:ext>
              </a:extLst>
            </p:cNvPr>
            <p:cNvSpPr>
              <a:spLocks noEditPoints="1"/>
            </p:cNvSpPr>
            <p:nvPr userDrawn="1"/>
          </p:nvSpPr>
          <p:spPr bwMode="auto">
            <a:xfrm>
              <a:off x="5390820" y="5423681"/>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3" name="Freeform 1389">
              <a:extLst>
                <a:ext uri="{FF2B5EF4-FFF2-40B4-BE49-F238E27FC236}">
                  <a16:creationId xmlns:a16="http://schemas.microsoft.com/office/drawing/2014/main" id="{072151CF-1DA5-4AE4-B4F8-09AA13D3C7DD}"/>
                </a:ext>
              </a:extLst>
            </p:cNvPr>
            <p:cNvSpPr>
              <a:spLocks noEditPoints="1"/>
            </p:cNvSpPr>
            <p:nvPr userDrawn="1"/>
          </p:nvSpPr>
          <p:spPr bwMode="auto">
            <a:xfrm>
              <a:off x="5388814" y="5520013"/>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4" name="Freeform 1390">
              <a:extLst>
                <a:ext uri="{FF2B5EF4-FFF2-40B4-BE49-F238E27FC236}">
                  <a16:creationId xmlns:a16="http://schemas.microsoft.com/office/drawing/2014/main" id="{CFE39A40-2CFD-4E98-AC25-FF3C982B59E7}"/>
                </a:ext>
              </a:extLst>
            </p:cNvPr>
            <p:cNvSpPr>
              <a:spLocks/>
            </p:cNvSpPr>
            <p:nvPr userDrawn="1"/>
          </p:nvSpPr>
          <p:spPr bwMode="auto">
            <a:xfrm>
              <a:off x="5408883" y="5520013"/>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5" name="Freeform 1391">
              <a:extLst>
                <a:ext uri="{FF2B5EF4-FFF2-40B4-BE49-F238E27FC236}">
                  <a16:creationId xmlns:a16="http://schemas.microsoft.com/office/drawing/2014/main" id="{BCCE661C-9235-46B7-A943-0F6A0DE64E5B}"/>
                </a:ext>
              </a:extLst>
            </p:cNvPr>
            <p:cNvSpPr>
              <a:spLocks noEditPoints="1"/>
            </p:cNvSpPr>
            <p:nvPr userDrawn="1"/>
          </p:nvSpPr>
          <p:spPr bwMode="auto">
            <a:xfrm>
              <a:off x="5376773" y="5540082"/>
              <a:ext cx="20069" cy="20069"/>
            </a:xfrm>
            <a:custGeom>
              <a:avLst/>
              <a:gdLst>
                <a:gd name="T0" fmla="*/ 8 w 14"/>
                <a:gd name="T1" fmla="*/ 8 h 14"/>
                <a:gd name="T2" fmla="*/ 8 w 14"/>
                <a:gd name="T3" fmla="*/ 8 h 14"/>
                <a:gd name="T4" fmla="*/ 7 w 14"/>
                <a:gd name="T5" fmla="*/ 8 h 14"/>
                <a:gd name="T6" fmla="*/ 6 w 14"/>
                <a:gd name="T7" fmla="*/ 8 h 14"/>
                <a:gd name="T8" fmla="*/ 6 w 14"/>
                <a:gd name="T9" fmla="*/ 7 h 14"/>
                <a:gd name="T10" fmla="*/ 6 w 14"/>
                <a:gd name="T11" fmla="*/ 6 h 14"/>
                <a:gd name="T12" fmla="*/ 7 w 14"/>
                <a:gd name="T13" fmla="*/ 6 h 14"/>
                <a:gd name="T14" fmla="*/ 8 w 14"/>
                <a:gd name="T15" fmla="*/ 7 h 14"/>
                <a:gd name="T16" fmla="*/ 8 w 14"/>
                <a:gd name="T17" fmla="*/ 7 h 14"/>
                <a:gd name="T18" fmla="*/ 8 w 14"/>
                <a:gd name="T19" fmla="*/ 8 h 14"/>
                <a:gd name="T20" fmla="*/ 7 w 14"/>
                <a:gd name="T21" fmla="*/ 8 h 14"/>
                <a:gd name="T22" fmla="*/ 7 w 14"/>
                <a:gd name="T23" fmla="*/ 0 h 14"/>
                <a:gd name="T24" fmla="*/ 7 w 14"/>
                <a:gd name="T25" fmla="*/ 0 h 14"/>
                <a:gd name="T26" fmla="*/ 7 w 14"/>
                <a:gd name="T27" fmla="*/ 0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0 w 14"/>
                <a:gd name="T51" fmla="*/ 1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8"/>
                  </a:moveTo>
                  <a:cubicBezTo>
                    <a:pt x="8" y="8"/>
                    <a:pt x="8" y="8"/>
                    <a:pt x="8" y="8"/>
                  </a:cubicBezTo>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11" y="13"/>
                    <a:pt x="11" y="13"/>
                    <a:pt x="11" y="13"/>
                  </a:cubicBezTo>
                  <a:cubicBezTo>
                    <a:pt x="13" y="12"/>
                    <a:pt x="14" y="10"/>
                    <a:pt x="14" y="7"/>
                  </a:cubicBezTo>
                  <a:cubicBezTo>
                    <a:pt x="14" y="6"/>
                    <a:pt x="14" y="5"/>
                    <a:pt x="14" y="4"/>
                  </a:cubicBezTo>
                  <a:cubicBezTo>
                    <a:pt x="12" y="3"/>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6" name="Freeform 1392">
              <a:extLst>
                <a:ext uri="{FF2B5EF4-FFF2-40B4-BE49-F238E27FC236}">
                  <a16:creationId xmlns:a16="http://schemas.microsoft.com/office/drawing/2014/main" id="{6E89D82F-42BC-42CB-A852-51BBCBD1E557}"/>
                </a:ext>
              </a:extLst>
            </p:cNvPr>
            <p:cNvSpPr>
              <a:spLocks/>
            </p:cNvSpPr>
            <p:nvPr userDrawn="1"/>
          </p:nvSpPr>
          <p:spPr bwMode="auto">
            <a:xfrm>
              <a:off x="5390820" y="5540082"/>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7" name="Freeform 1393">
              <a:extLst>
                <a:ext uri="{FF2B5EF4-FFF2-40B4-BE49-F238E27FC236}">
                  <a16:creationId xmlns:a16="http://schemas.microsoft.com/office/drawing/2014/main" id="{6D03A6FE-DEC8-4731-A600-131C06835C00}"/>
                </a:ext>
              </a:extLst>
            </p:cNvPr>
            <p:cNvSpPr>
              <a:spLocks noEditPoints="1"/>
            </p:cNvSpPr>
            <p:nvPr userDrawn="1"/>
          </p:nvSpPr>
          <p:spPr bwMode="auto">
            <a:xfrm>
              <a:off x="5378779" y="5560151"/>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6" y="0"/>
                    <a:pt x="5" y="0"/>
                    <a:pt x="4" y="0"/>
                  </a:cubicBezTo>
                  <a:cubicBezTo>
                    <a:pt x="4" y="0"/>
                    <a:pt x="4" y="0"/>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8" name="Freeform 1394">
              <a:extLst>
                <a:ext uri="{FF2B5EF4-FFF2-40B4-BE49-F238E27FC236}">
                  <a16:creationId xmlns:a16="http://schemas.microsoft.com/office/drawing/2014/main" id="{B365232E-ED79-4C51-8A68-91315A45ECA7}"/>
                </a:ext>
              </a:extLst>
            </p:cNvPr>
            <p:cNvSpPr>
              <a:spLocks/>
            </p:cNvSpPr>
            <p:nvPr userDrawn="1"/>
          </p:nvSpPr>
          <p:spPr bwMode="auto">
            <a:xfrm>
              <a:off x="5384800" y="5560151"/>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2"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9" name="Freeform 1395">
              <a:extLst>
                <a:ext uri="{FF2B5EF4-FFF2-40B4-BE49-F238E27FC236}">
                  <a16:creationId xmlns:a16="http://schemas.microsoft.com/office/drawing/2014/main" id="{DF5C724E-5944-4DF7-92BE-5B9F1736C80A}"/>
                </a:ext>
              </a:extLst>
            </p:cNvPr>
            <p:cNvSpPr>
              <a:spLocks noEditPoints="1"/>
            </p:cNvSpPr>
            <p:nvPr userDrawn="1"/>
          </p:nvSpPr>
          <p:spPr bwMode="auto">
            <a:xfrm>
              <a:off x="5587498" y="5136693"/>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0" name="Freeform 1396">
              <a:extLst>
                <a:ext uri="{FF2B5EF4-FFF2-40B4-BE49-F238E27FC236}">
                  <a16:creationId xmlns:a16="http://schemas.microsoft.com/office/drawing/2014/main" id="{060D9455-79E5-45BE-A810-6B5E9D7885C4}"/>
                </a:ext>
              </a:extLst>
            </p:cNvPr>
            <p:cNvSpPr>
              <a:spLocks noEditPoints="1"/>
            </p:cNvSpPr>
            <p:nvPr userDrawn="1"/>
          </p:nvSpPr>
          <p:spPr bwMode="auto">
            <a:xfrm>
              <a:off x="5583484"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7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1" name="Freeform 1397">
              <a:extLst>
                <a:ext uri="{FF2B5EF4-FFF2-40B4-BE49-F238E27FC236}">
                  <a16:creationId xmlns:a16="http://schemas.microsoft.com/office/drawing/2014/main" id="{D005F04E-E64B-45B4-8253-A119F835E7C0}"/>
                </a:ext>
              </a:extLst>
            </p:cNvPr>
            <p:cNvSpPr>
              <a:spLocks noEditPoints="1"/>
            </p:cNvSpPr>
            <p:nvPr userDrawn="1"/>
          </p:nvSpPr>
          <p:spPr bwMode="auto">
            <a:xfrm>
              <a:off x="5559401"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6 w 21"/>
                <a:gd name="T37" fmla="*/ 20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2" name="Freeform 1398">
              <a:extLst>
                <a:ext uri="{FF2B5EF4-FFF2-40B4-BE49-F238E27FC236}">
                  <a16:creationId xmlns:a16="http://schemas.microsoft.com/office/drawing/2014/main" id="{E38F8BDB-AF2A-4E6E-8E30-64802F98B42B}"/>
                </a:ext>
              </a:extLst>
            </p:cNvPr>
            <p:cNvSpPr>
              <a:spLocks noEditPoints="1"/>
            </p:cNvSpPr>
            <p:nvPr userDrawn="1"/>
          </p:nvSpPr>
          <p:spPr bwMode="auto">
            <a:xfrm>
              <a:off x="5563415" y="5377523"/>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0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10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10" y="13"/>
                  </a:moveTo>
                  <a:cubicBezTo>
                    <a:pt x="8" y="13"/>
                    <a:pt x="7" y="12"/>
                    <a:pt x="7" y="11"/>
                  </a:cubicBezTo>
                  <a:cubicBezTo>
                    <a:pt x="6" y="11"/>
                    <a:pt x="6" y="10"/>
                    <a:pt x="6" y="10"/>
                  </a:cubicBezTo>
                  <a:cubicBezTo>
                    <a:pt x="6" y="9"/>
                    <a:pt x="7" y="8"/>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3" name="Freeform 1399">
              <a:extLst>
                <a:ext uri="{FF2B5EF4-FFF2-40B4-BE49-F238E27FC236}">
                  <a16:creationId xmlns:a16="http://schemas.microsoft.com/office/drawing/2014/main" id="{7745FA90-5806-4972-92D0-17D56C07C8D1}"/>
                </a:ext>
              </a:extLst>
            </p:cNvPr>
            <p:cNvSpPr>
              <a:spLocks noEditPoints="1"/>
            </p:cNvSpPr>
            <p:nvPr userDrawn="1"/>
          </p:nvSpPr>
          <p:spPr bwMode="auto">
            <a:xfrm>
              <a:off x="5190129" y="3954621"/>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9"/>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4" name="Freeform 1400">
              <a:extLst>
                <a:ext uri="{FF2B5EF4-FFF2-40B4-BE49-F238E27FC236}">
                  <a16:creationId xmlns:a16="http://schemas.microsoft.com/office/drawing/2014/main" id="{E571DC33-677B-474F-93A2-8F430DF071ED}"/>
                </a:ext>
              </a:extLst>
            </p:cNvPr>
            <p:cNvSpPr>
              <a:spLocks noEditPoints="1"/>
            </p:cNvSpPr>
            <p:nvPr userDrawn="1"/>
          </p:nvSpPr>
          <p:spPr bwMode="auto">
            <a:xfrm>
              <a:off x="5186115" y="4050953"/>
              <a:ext cx="30104" cy="28097"/>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7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9"/>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7"/>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5" name="Freeform 1401">
              <a:extLst>
                <a:ext uri="{FF2B5EF4-FFF2-40B4-BE49-F238E27FC236}">
                  <a16:creationId xmlns:a16="http://schemas.microsoft.com/office/drawing/2014/main" id="{56C374D1-78DF-40B6-BD2A-69D60ACF20AC}"/>
                </a:ext>
              </a:extLst>
            </p:cNvPr>
            <p:cNvSpPr>
              <a:spLocks/>
            </p:cNvSpPr>
            <p:nvPr userDrawn="1"/>
          </p:nvSpPr>
          <p:spPr bwMode="auto">
            <a:xfrm>
              <a:off x="5206184" y="4052960"/>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6" name="Freeform 1402">
              <a:extLst>
                <a:ext uri="{FF2B5EF4-FFF2-40B4-BE49-F238E27FC236}">
                  <a16:creationId xmlns:a16="http://schemas.microsoft.com/office/drawing/2014/main" id="{EFD7B050-E8D1-4B8B-AAEB-FE6BD68D096C}"/>
                </a:ext>
              </a:extLst>
            </p:cNvPr>
            <p:cNvSpPr>
              <a:spLocks noEditPoints="1"/>
            </p:cNvSpPr>
            <p:nvPr userDrawn="1"/>
          </p:nvSpPr>
          <p:spPr bwMode="auto">
            <a:xfrm>
              <a:off x="5174074" y="4071022"/>
              <a:ext cx="24083" cy="22077"/>
            </a:xfrm>
            <a:custGeom>
              <a:avLst/>
              <a:gdLst>
                <a:gd name="T0" fmla="*/ 11 w 15"/>
                <a:gd name="T1" fmla="*/ 14 h 14"/>
                <a:gd name="T2" fmla="*/ 11 w 15"/>
                <a:gd name="T3" fmla="*/ 14 h 14"/>
                <a:gd name="T4" fmla="*/ 11 w 15"/>
                <a:gd name="T5" fmla="*/ 14 h 14"/>
                <a:gd name="T6" fmla="*/ 11 w 15"/>
                <a:gd name="T7" fmla="*/ 14 h 14"/>
                <a:gd name="T8" fmla="*/ 8 w 15"/>
                <a:gd name="T9" fmla="*/ 8 h 14"/>
                <a:gd name="T10" fmla="*/ 8 w 15"/>
                <a:gd name="T11" fmla="*/ 8 h 14"/>
                <a:gd name="T12" fmla="*/ 7 w 15"/>
                <a:gd name="T13" fmla="*/ 9 h 14"/>
                <a:gd name="T14" fmla="*/ 6 w 15"/>
                <a:gd name="T15" fmla="*/ 8 h 14"/>
                <a:gd name="T16" fmla="*/ 6 w 15"/>
                <a:gd name="T17" fmla="*/ 7 h 14"/>
                <a:gd name="T18" fmla="*/ 6 w 15"/>
                <a:gd name="T19" fmla="*/ 6 h 14"/>
                <a:gd name="T20" fmla="*/ 7 w 15"/>
                <a:gd name="T21" fmla="*/ 6 h 14"/>
                <a:gd name="T22" fmla="*/ 8 w 15"/>
                <a:gd name="T23" fmla="*/ 7 h 14"/>
                <a:gd name="T24" fmla="*/ 9 w 15"/>
                <a:gd name="T25" fmla="*/ 7 h 14"/>
                <a:gd name="T26" fmla="*/ 8 w 15"/>
                <a:gd name="T27" fmla="*/ 8 h 14"/>
                <a:gd name="T28" fmla="*/ 7 w 15"/>
                <a:gd name="T29" fmla="*/ 9 h 14"/>
                <a:gd name="T30" fmla="*/ 7 w 15"/>
                <a:gd name="T31" fmla="*/ 0 h 14"/>
                <a:gd name="T32" fmla="*/ 7 w 15"/>
                <a:gd name="T33" fmla="*/ 0 h 14"/>
                <a:gd name="T34" fmla="*/ 3 w 15"/>
                <a:gd name="T35" fmla="*/ 1 h 14"/>
                <a:gd name="T36" fmla="*/ 0 w 15"/>
                <a:gd name="T37" fmla="*/ 7 h 14"/>
                <a:gd name="T38" fmla="*/ 1 w 15"/>
                <a:gd name="T39" fmla="*/ 11 h 14"/>
                <a:gd name="T40" fmla="*/ 5 w 15"/>
                <a:gd name="T41" fmla="*/ 14 h 14"/>
                <a:gd name="T42" fmla="*/ 8 w 15"/>
                <a:gd name="T43" fmla="*/ 14 h 14"/>
                <a:gd name="T44" fmla="*/ 8 w 15"/>
                <a:gd name="T45" fmla="*/ 14 h 14"/>
                <a:gd name="T46" fmla="*/ 10 w 15"/>
                <a:gd name="T47" fmla="*/ 14 h 14"/>
                <a:gd name="T48" fmla="*/ 11 w 15"/>
                <a:gd name="T49" fmla="*/ 14 h 14"/>
                <a:gd name="T50" fmla="*/ 11 w 15"/>
                <a:gd name="T51" fmla="*/ 14 h 14"/>
                <a:gd name="T52" fmla="*/ 11 w 15"/>
                <a:gd name="T53" fmla="*/ 14 h 14"/>
                <a:gd name="T54" fmla="*/ 11 w 15"/>
                <a:gd name="T55" fmla="*/ 14 h 14"/>
                <a:gd name="T56" fmla="*/ 11 w 15"/>
                <a:gd name="T57" fmla="*/ 14 h 14"/>
                <a:gd name="T58" fmla="*/ 11 w 15"/>
                <a:gd name="T59" fmla="*/ 14 h 14"/>
                <a:gd name="T60" fmla="*/ 15 w 15"/>
                <a:gd name="T61" fmla="*/ 7 h 14"/>
                <a:gd name="T62" fmla="*/ 14 w 15"/>
                <a:gd name="T63" fmla="*/ 4 h 14"/>
                <a:gd name="T64" fmla="*/ 10 w 15"/>
                <a:gd name="T65" fmla="*/ 1 h 14"/>
                <a:gd name="T66" fmla="*/ 10 w 15"/>
                <a:gd name="T67" fmla="*/ 0 h 14"/>
                <a:gd name="T68" fmla="*/ 7 w 15"/>
                <a:gd name="T6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4">
                  <a:moveTo>
                    <a:pt x="11" y="14"/>
                  </a:moveTo>
                  <a:cubicBezTo>
                    <a:pt x="11" y="14"/>
                    <a:pt x="11" y="14"/>
                    <a:pt x="11" y="14"/>
                  </a:cubicBezTo>
                  <a:cubicBezTo>
                    <a:pt x="11" y="14"/>
                    <a:pt x="11" y="14"/>
                    <a:pt x="11" y="14"/>
                  </a:cubicBezTo>
                  <a:cubicBezTo>
                    <a:pt x="11" y="14"/>
                    <a:pt x="11" y="14"/>
                    <a:pt x="11" y="14"/>
                  </a:cubicBezTo>
                  <a:moveTo>
                    <a:pt x="8" y="8"/>
                  </a:moveTo>
                  <a:cubicBezTo>
                    <a:pt x="8" y="8"/>
                    <a:pt x="8" y="8"/>
                    <a:pt x="8" y="8"/>
                  </a:cubicBezTo>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7" y="9"/>
                    <a:pt x="7" y="9"/>
                    <a:pt x="7" y="9"/>
                  </a:cubicBezTo>
                  <a:moveTo>
                    <a:pt x="7" y="0"/>
                  </a:moveTo>
                  <a:cubicBezTo>
                    <a:pt x="7" y="0"/>
                    <a:pt x="7" y="0"/>
                    <a:pt x="7" y="0"/>
                  </a:cubicBezTo>
                  <a:cubicBezTo>
                    <a:pt x="6" y="0"/>
                    <a:pt x="5" y="0"/>
                    <a:pt x="3" y="1"/>
                  </a:cubicBezTo>
                  <a:cubicBezTo>
                    <a:pt x="1" y="3"/>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7" name="Freeform 1403">
              <a:extLst>
                <a:ext uri="{FF2B5EF4-FFF2-40B4-BE49-F238E27FC236}">
                  <a16:creationId xmlns:a16="http://schemas.microsoft.com/office/drawing/2014/main" id="{6BD33A76-3A65-43A5-8035-D9ED41670E33}"/>
                </a:ext>
              </a:extLst>
            </p:cNvPr>
            <p:cNvSpPr>
              <a:spLocks/>
            </p:cNvSpPr>
            <p:nvPr userDrawn="1"/>
          </p:nvSpPr>
          <p:spPr bwMode="auto">
            <a:xfrm>
              <a:off x="5190129" y="4071022"/>
              <a:ext cx="6021" cy="6021"/>
            </a:xfrm>
            <a:custGeom>
              <a:avLst/>
              <a:gdLst>
                <a:gd name="T0" fmla="*/ 0 w 4"/>
                <a:gd name="T1" fmla="*/ 0 h 4"/>
                <a:gd name="T2" fmla="*/ 0 w 4"/>
                <a:gd name="T3" fmla="*/ 1 h 4"/>
                <a:gd name="T4" fmla="*/ 4 w 4"/>
                <a:gd name="T5" fmla="*/ 4 h 4"/>
                <a:gd name="T6" fmla="*/ 3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4"/>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8" name="Freeform 1404">
              <a:extLst>
                <a:ext uri="{FF2B5EF4-FFF2-40B4-BE49-F238E27FC236}">
                  <a16:creationId xmlns:a16="http://schemas.microsoft.com/office/drawing/2014/main" id="{3E65F892-8510-4377-A05A-66B5CFEA19C2}"/>
                </a:ext>
              </a:extLst>
            </p:cNvPr>
            <p:cNvSpPr>
              <a:spLocks noEditPoints="1"/>
            </p:cNvSpPr>
            <p:nvPr userDrawn="1"/>
          </p:nvSpPr>
          <p:spPr bwMode="auto">
            <a:xfrm>
              <a:off x="5176081" y="4093099"/>
              <a:ext cx="20069" cy="18063"/>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9 w 13"/>
                <a:gd name="T19" fmla="*/ 9 h 13"/>
                <a:gd name="T20" fmla="*/ 7 w 13"/>
                <a:gd name="T21" fmla="*/ 7 h 13"/>
                <a:gd name="T22" fmla="*/ 7 w 13"/>
                <a:gd name="T23" fmla="*/ 7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1"/>
                    <a:pt x="4" y="1"/>
                    <a:pt x="3" y="1"/>
                  </a:cubicBezTo>
                  <a:cubicBezTo>
                    <a:pt x="3" y="1"/>
                    <a:pt x="3"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9" name="Freeform 1405">
              <a:extLst>
                <a:ext uri="{FF2B5EF4-FFF2-40B4-BE49-F238E27FC236}">
                  <a16:creationId xmlns:a16="http://schemas.microsoft.com/office/drawing/2014/main" id="{E15FFA41-7EB8-4A14-B639-9C47430CCC81}"/>
                </a:ext>
              </a:extLst>
            </p:cNvPr>
            <p:cNvSpPr>
              <a:spLocks/>
            </p:cNvSpPr>
            <p:nvPr userDrawn="1"/>
          </p:nvSpPr>
          <p:spPr bwMode="auto">
            <a:xfrm>
              <a:off x="5182102" y="4093099"/>
              <a:ext cx="8028" cy="0"/>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0" name="Freeform 1406">
              <a:extLst>
                <a:ext uri="{FF2B5EF4-FFF2-40B4-BE49-F238E27FC236}">
                  <a16:creationId xmlns:a16="http://schemas.microsoft.com/office/drawing/2014/main" id="{A0C5D1E5-3F2B-4A8F-B40F-D3271C3BD3A1}"/>
                </a:ext>
              </a:extLst>
            </p:cNvPr>
            <p:cNvSpPr>
              <a:spLocks noEditPoints="1"/>
            </p:cNvSpPr>
            <p:nvPr userDrawn="1"/>
          </p:nvSpPr>
          <p:spPr bwMode="auto">
            <a:xfrm>
              <a:off x="4567986" y="4356004"/>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1" y="88"/>
                  </a:cubicBezTo>
                  <a:cubicBezTo>
                    <a:pt x="12" y="80"/>
                    <a:pt x="6" y="68"/>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1" name="Freeform 1407">
              <a:extLst>
                <a:ext uri="{FF2B5EF4-FFF2-40B4-BE49-F238E27FC236}">
                  <a16:creationId xmlns:a16="http://schemas.microsoft.com/office/drawing/2014/main" id="{2D5EB4A7-E272-4A7F-AF4A-5D4AE8162671}"/>
                </a:ext>
              </a:extLst>
            </p:cNvPr>
            <p:cNvSpPr>
              <a:spLocks noEditPoints="1"/>
            </p:cNvSpPr>
            <p:nvPr userDrawn="1"/>
          </p:nvSpPr>
          <p:spPr bwMode="auto">
            <a:xfrm>
              <a:off x="4662312" y="4516557"/>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2" name="Freeform 1408">
              <a:extLst>
                <a:ext uri="{FF2B5EF4-FFF2-40B4-BE49-F238E27FC236}">
                  <a16:creationId xmlns:a16="http://schemas.microsoft.com/office/drawing/2014/main" id="{9D0B38CD-B1DB-453E-8CEA-8E4C14BEA2AC}"/>
                </a:ext>
              </a:extLst>
            </p:cNvPr>
            <p:cNvSpPr>
              <a:spLocks/>
            </p:cNvSpPr>
            <p:nvPr userDrawn="1"/>
          </p:nvSpPr>
          <p:spPr bwMode="auto">
            <a:xfrm>
              <a:off x="4674353" y="455268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3" name="Freeform 1409">
              <a:extLst>
                <a:ext uri="{FF2B5EF4-FFF2-40B4-BE49-F238E27FC236}">
                  <a16:creationId xmlns:a16="http://schemas.microsoft.com/office/drawing/2014/main" id="{DB3E7400-AA22-4351-8B2E-CF84680A87C9}"/>
                </a:ext>
              </a:extLst>
            </p:cNvPr>
            <p:cNvSpPr>
              <a:spLocks noEditPoints="1"/>
            </p:cNvSpPr>
            <p:nvPr userDrawn="1"/>
          </p:nvSpPr>
          <p:spPr bwMode="auto">
            <a:xfrm>
              <a:off x="4700442" y="456873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4" name="Freeform 1410">
              <a:extLst>
                <a:ext uri="{FF2B5EF4-FFF2-40B4-BE49-F238E27FC236}">
                  <a16:creationId xmlns:a16="http://schemas.microsoft.com/office/drawing/2014/main" id="{C25A91F7-FCAD-4176-9E2D-C88E61BCC740}"/>
                </a:ext>
              </a:extLst>
            </p:cNvPr>
            <p:cNvSpPr>
              <a:spLocks noEditPoints="1"/>
            </p:cNvSpPr>
            <p:nvPr userDrawn="1"/>
          </p:nvSpPr>
          <p:spPr bwMode="auto">
            <a:xfrm>
              <a:off x="4784733" y="5782919"/>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 name="Freeform 1412">
              <a:extLst>
                <a:ext uri="{FF2B5EF4-FFF2-40B4-BE49-F238E27FC236}">
                  <a16:creationId xmlns:a16="http://schemas.microsoft.com/office/drawing/2014/main" id="{ACFDF0D4-265D-41C1-9170-1EC83FE816F2}"/>
                </a:ext>
              </a:extLst>
            </p:cNvPr>
            <p:cNvSpPr>
              <a:spLocks noEditPoints="1"/>
            </p:cNvSpPr>
            <p:nvPr userDrawn="1"/>
          </p:nvSpPr>
          <p:spPr bwMode="auto">
            <a:xfrm>
              <a:off x="4895114" y="5975583"/>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 name="Freeform 1413">
              <a:extLst>
                <a:ext uri="{FF2B5EF4-FFF2-40B4-BE49-F238E27FC236}">
                  <a16:creationId xmlns:a16="http://schemas.microsoft.com/office/drawing/2014/main" id="{7EBB998F-8470-4D53-8333-2495BAAD255D}"/>
                </a:ext>
              </a:extLst>
            </p:cNvPr>
            <p:cNvSpPr>
              <a:spLocks/>
            </p:cNvSpPr>
            <p:nvPr userDrawn="1"/>
          </p:nvSpPr>
          <p:spPr bwMode="auto">
            <a:xfrm>
              <a:off x="4911169" y="6017729"/>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 name="Freeform 1414">
              <a:extLst>
                <a:ext uri="{FF2B5EF4-FFF2-40B4-BE49-F238E27FC236}">
                  <a16:creationId xmlns:a16="http://schemas.microsoft.com/office/drawing/2014/main" id="{EC22E232-6108-480C-9476-CA6008CBC2D9}"/>
                </a:ext>
              </a:extLst>
            </p:cNvPr>
            <p:cNvSpPr>
              <a:spLocks noEditPoints="1"/>
            </p:cNvSpPr>
            <p:nvPr userDrawn="1"/>
          </p:nvSpPr>
          <p:spPr bwMode="auto">
            <a:xfrm>
              <a:off x="4943280" y="6035790"/>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 name="Freeform 1415">
              <a:extLst>
                <a:ext uri="{FF2B5EF4-FFF2-40B4-BE49-F238E27FC236}">
                  <a16:creationId xmlns:a16="http://schemas.microsoft.com/office/drawing/2014/main" id="{F9E9A1A4-6EDD-4FF5-94A3-C5F70A82140B}"/>
                </a:ext>
              </a:extLst>
            </p:cNvPr>
            <p:cNvSpPr>
              <a:spLocks noEditPoints="1"/>
            </p:cNvSpPr>
            <p:nvPr userDrawn="1"/>
          </p:nvSpPr>
          <p:spPr bwMode="auto">
            <a:xfrm>
              <a:off x="4746602" y="4978148"/>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40"/>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 name="Freeform 1416">
              <a:extLst>
                <a:ext uri="{FF2B5EF4-FFF2-40B4-BE49-F238E27FC236}">
                  <a16:creationId xmlns:a16="http://schemas.microsoft.com/office/drawing/2014/main" id="{7D9F5BBA-5095-4CB2-806D-E2A9721A5483}"/>
                </a:ext>
              </a:extLst>
            </p:cNvPr>
            <p:cNvSpPr>
              <a:spLocks/>
            </p:cNvSpPr>
            <p:nvPr userDrawn="1"/>
          </p:nvSpPr>
          <p:spPr bwMode="auto">
            <a:xfrm>
              <a:off x="4838920" y="5138701"/>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 name="Freeform 1417">
              <a:extLst>
                <a:ext uri="{FF2B5EF4-FFF2-40B4-BE49-F238E27FC236}">
                  <a16:creationId xmlns:a16="http://schemas.microsoft.com/office/drawing/2014/main" id="{419F6491-AE69-4F47-B0CA-C1C043E62E3F}"/>
                </a:ext>
              </a:extLst>
            </p:cNvPr>
            <p:cNvSpPr>
              <a:spLocks/>
            </p:cNvSpPr>
            <p:nvPr userDrawn="1"/>
          </p:nvSpPr>
          <p:spPr bwMode="auto">
            <a:xfrm>
              <a:off x="4852968" y="5174825"/>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 name="Freeform 1418">
              <a:extLst>
                <a:ext uri="{FF2B5EF4-FFF2-40B4-BE49-F238E27FC236}">
                  <a16:creationId xmlns:a16="http://schemas.microsoft.com/office/drawing/2014/main" id="{6CA87C6F-1519-4785-BC39-9FC31EBA75CF}"/>
                </a:ext>
              </a:extLst>
            </p:cNvPr>
            <p:cNvSpPr>
              <a:spLocks noEditPoints="1"/>
            </p:cNvSpPr>
            <p:nvPr userDrawn="1"/>
          </p:nvSpPr>
          <p:spPr bwMode="auto">
            <a:xfrm>
              <a:off x="4879058" y="5190881"/>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 name="Freeform 1419">
              <a:extLst>
                <a:ext uri="{FF2B5EF4-FFF2-40B4-BE49-F238E27FC236}">
                  <a16:creationId xmlns:a16="http://schemas.microsoft.com/office/drawing/2014/main" id="{F135DF5D-0D8C-491B-A696-D2132CB7A4B8}"/>
                </a:ext>
              </a:extLst>
            </p:cNvPr>
            <p:cNvSpPr>
              <a:spLocks noEditPoints="1"/>
            </p:cNvSpPr>
            <p:nvPr userDrawn="1"/>
          </p:nvSpPr>
          <p:spPr bwMode="auto">
            <a:xfrm>
              <a:off x="4343212" y="5194894"/>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 name="Freeform 1420">
              <a:extLst>
                <a:ext uri="{FF2B5EF4-FFF2-40B4-BE49-F238E27FC236}">
                  <a16:creationId xmlns:a16="http://schemas.microsoft.com/office/drawing/2014/main" id="{5C7DCDCE-9844-44D0-AC79-CCDEA408899D}"/>
                </a:ext>
              </a:extLst>
            </p:cNvPr>
            <p:cNvSpPr>
              <a:spLocks noEditPoints="1"/>
            </p:cNvSpPr>
            <p:nvPr userDrawn="1"/>
          </p:nvSpPr>
          <p:spPr bwMode="auto">
            <a:xfrm>
              <a:off x="4507779" y="5335378"/>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1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9"/>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 name="Freeform 1421">
              <a:extLst>
                <a:ext uri="{FF2B5EF4-FFF2-40B4-BE49-F238E27FC236}">
                  <a16:creationId xmlns:a16="http://schemas.microsoft.com/office/drawing/2014/main" id="{66580AD4-F9AC-4A23-BD03-B3E3281BA541}"/>
                </a:ext>
              </a:extLst>
            </p:cNvPr>
            <p:cNvSpPr>
              <a:spLocks noEditPoints="1"/>
            </p:cNvSpPr>
            <p:nvPr userDrawn="1"/>
          </p:nvSpPr>
          <p:spPr bwMode="auto">
            <a:xfrm>
              <a:off x="4543903" y="5361468"/>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3" y="8"/>
                  </a:moveTo>
                  <a:cubicBezTo>
                    <a:pt x="15" y="6"/>
                    <a:pt x="15" y="6"/>
                    <a:pt x="15" y="6"/>
                  </a:cubicBezTo>
                  <a:cubicBezTo>
                    <a:pt x="13" y="8"/>
                    <a:pt x="13" y="8"/>
                    <a:pt x="13" y="8"/>
                  </a:cubicBezTo>
                  <a:cubicBezTo>
                    <a:pt x="14" y="9"/>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 name="Freeform 1422">
              <a:extLst>
                <a:ext uri="{FF2B5EF4-FFF2-40B4-BE49-F238E27FC236}">
                  <a16:creationId xmlns:a16="http://schemas.microsoft.com/office/drawing/2014/main" id="{0C695DF4-A175-4C9A-B773-ECE31E3D3E8A}"/>
                </a:ext>
              </a:extLst>
            </p:cNvPr>
            <p:cNvSpPr>
              <a:spLocks noEditPoints="1"/>
            </p:cNvSpPr>
            <p:nvPr userDrawn="1"/>
          </p:nvSpPr>
          <p:spPr bwMode="auto">
            <a:xfrm>
              <a:off x="4576014" y="5359461"/>
              <a:ext cx="28097" cy="26090"/>
            </a:xfrm>
            <a:custGeom>
              <a:avLst/>
              <a:gdLst>
                <a:gd name="T0" fmla="*/ 7 w 18"/>
                <a:gd name="T1" fmla="*/ 10 h 17"/>
                <a:gd name="T2" fmla="*/ 6 w 18"/>
                <a:gd name="T3" fmla="*/ 8 h 17"/>
                <a:gd name="T4" fmla="*/ 7 w 18"/>
                <a:gd name="T5" fmla="*/ 6 h 17"/>
                <a:gd name="T6" fmla="*/ 7 w 18"/>
                <a:gd name="T7" fmla="*/ 6 h 17"/>
                <a:gd name="T8" fmla="*/ 9 w 18"/>
                <a:gd name="T9" fmla="*/ 6 h 17"/>
                <a:gd name="T10" fmla="*/ 11 w 18"/>
                <a:gd name="T11" fmla="*/ 7 h 17"/>
                <a:gd name="T12" fmla="*/ 11 w 18"/>
                <a:gd name="T13" fmla="*/ 7 h 17"/>
                <a:gd name="T14" fmla="*/ 12 w 18"/>
                <a:gd name="T15" fmla="*/ 8 h 17"/>
                <a:gd name="T16" fmla="*/ 11 w 18"/>
                <a:gd name="T17" fmla="*/ 10 h 17"/>
                <a:gd name="T18" fmla="*/ 9 w 18"/>
                <a:gd name="T19" fmla="*/ 11 h 17"/>
                <a:gd name="T20" fmla="*/ 7 w 18"/>
                <a:gd name="T21" fmla="*/ 10 h 17"/>
                <a:gd name="T22" fmla="*/ 7 w 18"/>
                <a:gd name="T23" fmla="*/ 10 h 17"/>
                <a:gd name="T24" fmla="*/ 9 w 18"/>
                <a:gd name="T25" fmla="*/ 0 h 17"/>
                <a:gd name="T26" fmla="*/ 9 w 18"/>
                <a:gd name="T27" fmla="*/ 0 h 17"/>
                <a:gd name="T28" fmla="*/ 4 w 18"/>
                <a:gd name="T29" fmla="*/ 1 h 17"/>
                <a:gd name="T30" fmla="*/ 4 w 18"/>
                <a:gd name="T31" fmla="*/ 1 h 17"/>
                <a:gd name="T32" fmla="*/ 0 w 18"/>
                <a:gd name="T33" fmla="*/ 8 h 17"/>
                <a:gd name="T34" fmla="*/ 2 w 18"/>
                <a:gd name="T35" fmla="*/ 13 h 17"/>
                <a:gd name="T36" fmla="*/ 2 w 18"/>
                <a:gd name="T37" fmla="*/ 13 h 17"/>
                <a:gd name="T38" fmla="*/ 9 w 18"/>
                <a:gd name="T39" fmla="*/ 17 h 17"/>
                <a:gd name="T40" fmla="*/ 9 w 18"/>
                <a:gd name="T41" fmla="*/ 17 h 17"/>
                <a:gd name="T42" fmla="*/ 14 w 18"/>
                <a:gd name="T43" fmla="*/ 15 h 17"/>
                <a:gd name="T44" fmla="*/ 18 w 18"/>
                <a:gd name="T45" fmla="*/ 8 h 17"/>
                <a:gd name="T46" fmla="*/ 16 w 18"/>
                <a:gd name="T47" fmla="*/ 3 h 17"/>
                <a:gd name="T48" fmla="*/ 14 w 18"/>
                <a:gd name="T49" fmla="*/ 5 h 17"/>
                <a:gd name="T50" fmla="*/ 16 w 18"/>
                <a:gd name="T51" fmla="*/ 3 h 17"/>
                <a:gd name="T52" fmla="*/ 9 w 18"/>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7">
                  <a:moveTo>
                    <a:pt x="7" y="10"/>
                  </a:moveTo>
                  <a:cubicBezTo>
                    <a:pt x="7" y="9"/>
                    <a:pt x="6" y="9"/>
                    <a:pt x="6" y="8"/>
                  </a:cubicBezTo>
                  <a:cubicBezTo>
                    <a:pt x="6" y="7"/>
                    <a:pt x="7" y="7"/>
                    <a:pt x="7" y="6"/>
                  </a:cubicBezTo>
                  <a:cubicBezTo>
                    <a:pt x="7" y="6"/>
                    <a:pt x="7" y="6"/>
                    <a:pt x="7" y="6"/>
                  </a:cubicBezTo>
                  <a:cubicBezTo>
                    <a:pt x="8" y="6"/>
                    <a:pt x="8" y="6"/>
                    <a:pt x="9" y="6"/>
                  </a:cubicBezTo>
                  <a:cubicBezTo>
                    <a:pt x="10" y="6"/>
                    <a:pt x="11" y="6"/>
                    <a:pt x="11" y="7"/>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moveTo>
                    <a:pt x="9" y="0"/>
                  </a:moveTo>
                  <a:cubicBezTo>
                    <a:pt x="9" y="0"/>
                    <a:pt x="9" y="0"/>
                    <a:pt x="9" y="0"/>
                  </a:cubicBezTo>
                  <a:cubicBezTo>
                    <a:pt x="7" y="0"/>
                    <a:pt x="5" y="0"/>
                    <a:pt x="4" y="1"/>
                  </a:cubicBezTo>
                  <a:cubicBezTo>
                    <a:pt x="4" y="1"/>
                    <a:pt x="4" y="1"/>
                    <a:pt x="4" y="1"/>
                  </a:cubicBezTo>
                  <a:cubicBezTo>
                    <a:pt x="2"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7" y="13"/>
                    <a:pt x="18" y="11"/>
                    <a:pt x="18" y="8"/>
                  </a:cubicBezTo>
                  <a:cubicBezTo>
                    <a:pt x="18" y="6"/>
                    <a:pt x="17" y="4"/>
                    <a:pt x="16" y="3"/>
                  </a:cubicBezTo>
                  <a:cubicBezTo>
                    <a:pt x="14" y="5"/>
                    <a:pt x="14" y="5"/>
                    <a:pt x="14" y="5"/>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 name="Freeform 1423">
              <a:extLst>
                <a:ext uri="{FF2B5EF4-FFF2-40B4-BE49-F238E27FC236}">
                  <a16:creationId xmlns:a16="http://schemas.microsoft.com/office/drawing/2014/main" id="{8D0D4422-615E-453F-AE30-A3C0A2F1B325}"/>
                </a:ext>
              </a:extLst>
            </p:cNvPr>
            <p:cNvSpPr>
              <a:spLocks/>
            </p:cNvSpPr>
            <p:nvPr userDrawn="1"/>
          </p:nvSpPr>
          <p:spPr bwMode="auto">
            <a:xfrm>
              <a:off x="3014636"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3"/>
                    <a:pt x="51" y="193"/>
                    <a:pt x="51"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3"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 name="Freeform 1424">
              <a:extLst>
                <a:ext uri="{FF2B5EF4-FFF2-40B4-BE49-F238E27FC236}">
                  <a16:creationId xmlns:a16="http://schemas.microsoft.com/office/drawing/2014/main" id="{13C8202C-4911-482A-9584-99182A59853D}"/>
                </a:ext>
              </a:extLst>
            </p:cNvPr>
            <p:cNvSpPr>
              <a:spLocks noEditPoints="1"/>
            </p:cNvSpPr>
            <p:nvPr userDrawn="1"/>
          </p:nvSpPr>
          <p:spPr bwMode="auto">
            <a:xfrm>
              <a:off x="3068823" y="5104583"/>
              <a:ext cx="24083" cy="20069"/>
            </a:xfrm>
            <a:custGeom>
              <a:avLst/>
              <a:gdLst>
                <a:gd name="T0" fmla="*/ 17 w 17"/>
                <a:gd name="T1" fmla="*/ 11 h 14"/>
                <a:gd name="T2" fmla="*/ 14 w 17"/>
                <a:gd name="T3" fmla="*/ 13 h 14"/>
                <a:gd name="T4" fmla="*/ 16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6"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 name="Freeform 1425">
              <a:extLst>
                <a:ext uri="{FF2B5EF4-FFF2-40B4-BE49-F238E27FC236}">
                  <a16:creationId xmlns:a16="http://schemas.microsoft.com/office/drawing/2014/main" id="{88B6D40D-3B4B-4278-8E47-A87E5FAFAA6A}"/>
                </a:ext>
              </a:extLst>
            </p:cNvPr>
            <p:cNvSpPr>
              <a:spLocks noEditPoints="1"/>
            </p:cNvSpPr>
            <p:nvPr userDrawn="1"/>
          </p:nvSpPr>
          <p:spPr bwMode="auto">
            <a:xfrm>
              <a:off x="3307645" y="5080500"/>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1 w 41"/>
                <a:gd name="T21" fmla="*/ 35 h 41"/>
                <a:gd name="T22" fmla="*/ 21 w 41"/>
                <a:gd name="T23" fmla="*/ 0 h 41"/>
                <a:gd name="T24" fmla="*/ 21 w 41"/>
                <a:gd name="T25" fmla="*/ 0 h 41"/>
                <a:gd name="T26" fmla="*/ 8 w 41"/>
                <a:gd name="T27" fmla="*/ 5 h 41"/>
                <a:gd name="T28" fmla="*/ 0 w 41"/>
                <a:gd name="T29" fmla="*/ 21 h 41"/>
                <a:gd name="T30" fmla="*/ 4 w 41"/>
                <a:gd name="T31" fmla="*/ 33 h 41"/>
                <a:gd name="T32" fmla="*/ 21 w 41"/>
                <a:gd name="T33" fmla="*/ 41 h 41"/>
                <a:gd name="T34" fmla="*/ 21 w 41"/>
                <a:gd name="T35" fmla="*/ 41 h 41"/>
                <a:gd name="T36" fmla="*/ 33 w 41"/>
                <a:gd name="T37" fmla="*/ 37 h 41"/>
                <a:gd name="T38" fmla="*/ 41 w 41"/>
                <a:gd name="T39" fmla="*/ 21 h 41"/>
                <a:gd name="T40" fmla="*/ 37 w 41"/>
                <a:gd name="T41" fmla="*/ 9 h 41"/>
                <a:gd name="T42" fmla="*/ 37 w 41"/>
                <a:gd name="T43" fmla="*/ 9 h 41"/>
                <a:gd name="T44" fmla="*/ 21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9"/>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 name="Freeform 1426">
              <a:extLst>
                <a:ext uri="{FF2B5EF4-FFF2-40B4-BE49-F238E27FC236}">
                  <a16:creationId xmlns:a16="http://schemas.microsoft.com/office/drawing/2014/main" id="{6C9AEFB2-86FB-4283-9C34-5FBAA8EF3F43}"/>
                </a:ext>
              </a:extLst>
            </p:cNvPr>
            <p:cNvSpPr>
              <a:spLocks noEditPoints="1"/>
            </p:cNvSpPr>
            <p:nvPr userDrawn="1"/>
          </p:nvSpPr>
          <p:spPr bwMode="auto">
            <a:xfrm>
              <a:off x="3369860" y="5128666"/>
              <a:ext cx="44152" cy="44152"/>
            </a:xfrm>
            <a:custGeom>
              <a:avLst/>
              <a:gdLst>
                <a:gd name="T0" fmla="*/ 9 w 30"/>
                <a:gd name="T1" fmla="*/ 7 h 30"/>
                <a:gd name="T2" fmla="*/ 15 w 30"/>
                <a:gd name="T3" fmla="*/ 6 h 30"/>
                <a:gd name="T4" fmla="*/ 22 w 30"/>
                <a:gd name="T5" fmla="*/ 9 h 30"/>
                <a:gd name="T6" fmla="*/ 22 w 30"/>
                <a:gd name="T7" fmla="*/ 9 h 30"/>
                <a:gd name="T8" fmla="*/ 24 w 30"/>
                <a:gd name="T9" fmla="*/ 15 h 30"/>
                <a:gd name="T10" fmla="*/ 21 w 30"/>
                <a:gd name="T11" fmla="*/ 22 h 30"/>
                <a:gd name="T12" fmla="*/ 21 w 30"/>
                <a:gd name="T13" fmla="*/ 22 h 30"/>
                <a:gd name="T14" fmla="*/ 15 w 30"/>
                <a:gd name="T15" fmla="*/ 24 h 30"/>
                <a:gd name="T16" fmla="*/ 7 w 30"/>
                <a:gd name="T17" fmla="*/ 20 h 30"/>
                <a:gd name="T18" fmla="*/ 7 w 30"/>
                <a:gd name="T19" fmla="*/ 20 h 30"/>
                <a:gd name="T20" fmla="*/ 6 w 30"/>
                <a:gd name="T21" fmla="*/ 15 h 30"/>
                <a:gd name="T22" fmla="*/ 9 w 30"/>
                <a:gd name="T23" fmla="*/ 7 h 30"/>
                <a:gd name="T24" fmla="*/ 9 w 30"/>
                <a:gd name="T25" fmla="*/ 7 h 30"/>
                <a:gd name="T26" fmla="*/ 15 w 30"/>
                <a:gd name="T27" fmla="*/ 0 h 30"/>
                <a:gd name="T28" fmla="*/ 15 w 30"/>
                <a:gd name="T29" fmla="*/ 0 h 30"/>
                <a:gd name="T30" fmla="*/ 6 w 30"/>
                <a:gd name="T31" fmla="*/ 3 h 30"/>
                <a:gd name="T32" fmla="*/ 6 w 30"/>
                <a:gd name="T33" fmla="*/ 3 h 30"/>
                <a:gd name="T34" fmla="*/ 0 w 30"/>
                <a:gd name="T35" fmla="*/ 15 h 30"/>
                <a:gd name="T36" fmla="*/ 3 w 30"/>
                <a:gd name="T37" fmla="*/ 24 h 30"/>
                <a:gd name="T38" fmla="*/ 3 w 30"/>
                <a:gd name="T39" fmla="*/ 24 h 30"/>
                <a:gd name="T40" fmla="*/ 15 w 30"/>
                <a:gd name="T41" fmla="*/ 30 h 30"/>
                <a:gd name="T42" fmla="*/ 15 w 30"/>
                <a:gd name="T43" fmla="*/ 30 h 30"/>
                <a:gd name="T44" fmla="*/ 24 w 30"/>
                <a:gd name="T45" fmla="*/ 27 h 30"/>
                <a:gd name="T46" fmla="*/ 24 w 30"/>
                <a:gd name="T47" fmla="*/ 27 h 30"/>
                <a:gd name="T48" fmla="*/ 24 w 30"/>
                <a:gd name="T49" fmla="*/ 27 h 30"/>
                <a:gd name="T50" fmla="*/ 30 w 30"/>
                <a:gd name="T51" fmla="*/ 15 h 30"/>
                <a:gd name="T52" fmla="*/ 27 w 30"/>
                <a:gd name="T53" fmla="*/ 6 h 30"/>
                <a:gd name="T54" fmla="*/ 25 w 30"/>
                <a:gd name="T55" fmla="*/ 7 h 30"/>
                <a:gd name="T56" fmla="*/ 27 w 30"/>
                <a:gd name="T57" fmla="*/ 6 h 30"/>
                <a:gd name="T58" fmla="*/ 15 w 30"/>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0">
                  <a:moveTo>
                    <a:pt x="9" y="7"/>
                  </a:moveTo>
                  <a:cubicBezTo>
                    <a:pt x="11" y="6"/>
                    <a:pt x="13" y="6"/>
                    <a:pt x="15" y="6"/>
                  </a:cubicBezTo>
                  <a:cubicBezTo>
                    <a:pt x="18" y="6"/>
                    <a:pt x="21" y="7"/>
                    <a:pt x="22" y="9"/>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9"/>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 name="Freeform 1427">
              <a:extLst>
                <a:ext uri="{FF2B5EF4-FFF2-40B4-BE49-F238E27FC236}">
                  <a16:creationId xmlns:a16="http://schemas.microsoft.com/office/drawing/2014/main" id="{3CEE2761-D314-46F4-9582-281E18EF8561}"/>
                </a:ext>
              </a:extLst>
            </p:cNvPr>
            <p:cNvSpPr>
              <a:spLocks noEditPoints="1"/>
            </p:cNvSpPr>
            <p:nvPr userDrawn="1"/>
          </p:nvSpPr>
          <p:spPr bwMode="auto">
            <a:xfrm>
              <a:off x="3428060" y="5124652"/>
              <a:ext cx="38132" cy="36124"/>
            </a:xfrm>
            <a:custGeom>
              <a:avLst/>
              <a:gdLst>
                <a:gd name="T0" fmla="*/ 21 w 26"/>
                <a:gd name="T1" fmla="*/ 23 h 25"/>
                <a:gd name="T2" fmla="*/ 21 w 26"/>
                <a:gd name="T3" fmla="*/ 23 h 25"/>
                <a:gd name="T4" fmla="*/ 21 w 26"/>
                <a:gd name="T5" fmla="*/ 23 h 25"/>
                <a:gd name="T6" fmla="*/ 21 w 26"/>
                <a:gd name="T7" fmla="*/ 23 h 25"/>
                <a:gd name="T8" fmla="*/ 3 w 26"/>
                <a:gd name="T9" fmla="*/ 20 h 25"/>
                <a:gd name="T10" fmla="*/ 3 w 26"/>
                <a:gd name="T11" fmla="*/ 20 h 25"/>
                <a:gd name="T12" fmla="*/ 3 w 26"/>
                <a:gd name="T13" fmla="*/ 20 h 25"/>
                <a:gd name="T14" fmla="*/ 3 w 26"/>
                <a:gd name="T15" fmla="*/ 20 h 25"/>
                <a:gd name="T16" fmla="*/ 13 w 26"/>
                <a:gd name="T17" fmla="*/ 0 h 25"/>
                <a:gd name="T18" fmla="*/ 13 w 26"/>
                <a:gd name="T19" fmla="*/ 0 h 25"/>
                <a:gd name="T20" fmla="*/ 6 w 26"/>
                <a:gd name="T21" fmla="*/ 2 h 25"/>
                <a:gd name="T22" fmla="*/ 5 w 26"/>
                <a:gd name="T23" fmla="*/ 2 h 25"/>
                <a:gd name="T24" fmla="*/ 6 w 26"/>
                <a:gd name="T25" fmla="*/ 2 h 25"/>
                <a:gd name="T26" fmla="*/ 0 w 26"/>
                <a:gd name="T27" fmla="*/ 12 h 25"/>
                <a:gd name="T28" fmla="*/ 3 w 26"/>
                <a:gd name="T29" fmla="*/ 20 h 25"/>
                <a:gd name="T30" fmla="*/ 3 w 26"/>
                <a:gd name="T31" fmla="*/ 20 h 25"/>
                <a:gd name="T32" fmla="*/ 13 w 26"/>
                <a:gd name="T33" fmla="*/ 25 h 25"/>
                <a:gd name="T34" fmla="*/ 13 w 26"/>
                <a:gd name="T35" fmla="*/ 25 h 25"/>
                <a:gd name="T36" fmla="*/ 21 w 26"/>
                <a:gd name="T37" fmla="*/ 23 h 25"/>
                <a:gd name="T38" fmla="*/ 21 w 26"/>
                <a:gd name="T39" fmla="*/ 23 h 25"/>
                <a:gd name="T40" fmla="*/ 26 w 26"/>
                <a:gd name="T41" fmla="*/ 12 h 25"/>
                <a:gd name="T42" fmla="*/ 24 w 26"/>
                <a:gd name="T43" fmla="*/ 5 h 25"/>
                <a:gd name="T44" fmla="*/ 21 w 26"/>
                <a:gd name="T45" fmla="*/ 6 h 25"/>
                <a:gd name="T46" fmla="*/ 19 w 26"/>
                <a:gd name="T47" fmla="*/ 8 h 25"/>
                <a:gd name="T48" fmla="*/ 20 w 26"/>
                <a:gd name="T49" fmla="*/ 12 h 25"/>
                <a:gd name="T50" fmla="*/ 18 w 26"/>
                <a:gd name="T51" fmla="*/ 18 h 25"/>
                <a:gd name="T52" fmla="*/ 17 w 26"/>
                <a:gd name="T53" fmla="*/ 18 h 25"/>
                <a:gd name="T54" fmla="*/ 18 w 26"/>
                <a:gd name="T55" fmla="*/ 18 h 25"/>
                <a:gd name="T56" fmla="*/ 13 w 26"/>
                <a:gd name="T57" fmla="*/ 19 h 25"/>
                <a:gd name="T58" fmla="*/ 8 w 26"/>
                <a:gd name="T59" fmla="*/ 17 h 25"/>
                <a:gd name="T60" fmla="*/ 8 w 26"/>
                <a:gd name="T61" fmla="*/ 17 h 25"/>
                <a:gd name="T62" fmla="*/ 6 w 26"/>
                <a:gd name="T63" fmla="*/ 12 h 25"/>
                <a:gd name="T64" fmla="*/ 9 w 26"/>
                <a:gd name="T65" fmla="*/ 7 h 25"/>
                <a:gd name="T66" fmla="*/ 9 w 26"/>
                <a:gd name="T67" fmla="*/ 7 h 25"/>
                <a:gd name="T68" fmla="*/ 13 w 26"/>
                <a:gd name="T69" fmla="*/ 6 h 25"/>
                <a:gd name="T70" fmla="*/ 19 w 26"/>
                <a:gd name="T71" fmla="*/ 8 h 25"/>
                <a:gd name="T72" fmla="*/ 21 w 26"/>
                <a:gd name="T73" fmla="*/ 6 h 25"/>
                <a:gd name="T74" fmla="*/ 24 w 26"/>
                <a:gd name="T75" fmla="*/ 5 h 25"/>
                <a:gd name="T76" fmla="*/ 13 w 26"/>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25">
                  <a:moveTo>
                    <a:pt x="21" y="23"/>
                  </a:moveTo>
                  <a:cubicBezTo>
                    <a:pt x="21" y="23"/>
                    <a:pt x="21" y="23"/>
                    <a:pt x="21" y="23"/>
                  </a:cubicBezTo>
                  <a:cubicBezTo>
                    <a:pt x="21" y="23"/>
                    <a:pt x="21" y="23"/>
                    <a:pt x="21" y="23"/>
                  </a:cubicBezTo>
                  <a:cubicBezTo>
                    <a:pt x="21" y="23"/>
                    <a:pt x="21" y="23"/>
                    <a:pt x="21" y="23"/>
                  </a:cubicBezTo>
                  <a:moveTo>
                    <a:pt x="3" y="20"/>
                  </a:moveTo>
                  <a:cubicBezTo>
                    <a:pt x="3" y="20"/>
                    <a:pt x="3" y="20"/>
                    <a:pt x="3" y="20"/>
                  </a:cubicBezTo>
                  <a:cubicBezTo>
                    <a:pt x="3" y="20"/>
                    <a:pt x="3" y="20"/>
                    <a:pt x="3" y="20"/>
                  </a:cubicBezTo>
                  <a:cubicBezTo>
                    <a:pt x="3" y="20"/>
                    <a:pt x="3" y="20"/>
                    <a:pt x="3" y="20"/>
                  </a:cubicBezTo>
                  <a:moveTo>
                    <a:pt x="13" y="0"/>
                  </a:moveTo>
                  <a:cubicBezTo>
                    <a:pt x="13" y="0"/>
                    <a:pt x="13" y="0"/>
                    <a:pt x="13" y="0"/>
                  </a:cubicBezTo>
                  <a:cubicBezTo>
                    <a:pt x="11" y="0"/>
                    <a:pt x="8" y="0"/>
                    <a:pt x="6" y="2"/>
                  </a:cubicBezTo>
                  <a:cubicBezTo>
                    <a:pt x="5" y="2"/>
                    <a:pt x="5" y="2"/>
                    <a:pt x="5" y="2"/>
                  </a:cubicBezTo>
                  <a:cubicBezTo>
                    <a:pt x="6" y="2"/>
                    <a:pt x="6" y="2"/>
                    <a:pt x="6" y="2"/>
                  </a:cubicBezTo>
                  <a:cubicBezTo>
                    <a:pt x="2" y="5"/>
                    <a:pt x="0" y="9"/>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1" y="6"/>
                    <a:pt x="21" y="6"/>
                    <a:pt x="21" y="6"/>
                  </a:cubicBezTo>
                  <a:cubicBezTo>
                    <a:pt x="19" y="8"/>
                    <a:pt x="19" y="8"/>
                    <a:pt x="19" y="8"/>
                  </a:cubicBezTo>
                  <a:cubicBezTo>
                    <a:pt x="20" y="10"/>
                    <a:pt x="20" y="11"/>
                    <a:pt x="20" y="12"/>
                  </a:cubicBezTo>
                  <a:cubicBezTo>
                    <a:pt x="20" y="14"/>
                    <a:pt x="19" y="17"/>
                    <a:pt x="18" y="18"/>
                  </a:cubicBezTo>
                  <a:cubicBezTo>
                    <a:pt x="17" y="18"/>
                    <a:pt x="17" y="18"/>
                    <a:pt x="17" y="18"/>
                  </a:cubicBezTo>
                  <a:cubicBezTo>
                    <a:pt x="18" y="18"/>
                    <a:pt x="18" y="18"/>
                    <a:pt x="18" y="18"/>
                  </a:cubicBezTo>
                  <a:cubicBezTo>
                    <a:pt x="16" y="19"/>
                    <a:pt x="15" y="19"/>
                    <a:pt x="13" y="19"/>
                  </a:cubicBezTo>
                  <a:cubicBezTo>
                    <a:pt x="11" y="19"/>
                    <a:pt x="9" y="18"/>
                    <a:pt x="8" y="17"/>
                  </a:cubicBezTo>
                  <a:cubicBezTo>
                    <a:pt x="8" y="17"/>
                    <a:pt x="8" y="17"/>
                    <a:pt x="8" y="17"/>
                  </a:cubicBezTo>
                  <a:cubicBezTo>
                    <a:pt x="7" y="15"/>
                    <a:pt x="6" y="14"/>
                    <a:pt x="6" y="12"/>
                  </a:cubicBezTo>
                  <a:cubicBezTo>
                    <a:pt x="6" y="10"/>
                    <a:pt x="7" y="8"/>
                    <a:pt x="9" y="7"/>
                  </a:cubicBezTo>
                  <a:cubicBezTo>
                    <a:pt x="9" y="7"/>
                    <a:pt x="9" y="7"/>
                    <a:pt x="9" y="7"/>
                  </a:cubicBezTo>
                  <a:cubicBezTo>
                    <a:pt x="10" y="6"/>
                    <a:pt x="12" y="6"/>
                    <a:pt x="13" y="6"/>
                  </a:cubicBezTo>
                  <a:cubicBezTo>
                    <a:pt x="16" y="6"/>
                    <a:pt x="18" y="7"/>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 name="Freeform 1428">
              <a:extLst>
                <a:ext uri="{FF2B5EF4-FFF2-40B4-BE49-F238E27FC236}">
                  <a16:creationId xmlns:a16="http://schemas.microsoft.com/office/drawing/2014/main" id="{6A7DF287-A6B3-4734-A5C4-F6A558231122}"/>
                </a:ext>
              </a:extLst>
            </p:cNvPr>
            <p:cNvSpPr>
              <a:spLocks/>
            </p:cNvSpPr>
            <p:nvPr userDrawn="1"/>
          </p:nvSpPr>
          <p:spPr bwMode="auto">
            <a:xfrm>
              <a:off x="4224805" y="4514550"/>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10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10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10"/>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 name="Freeform 1429">
              <a:extLst>
                <a:ext uri="{FF2B5EF4-FFF2-40B4-BE49-F238E27FC236}">
                  <a16:creationId xmlns:a16="http://schemas.microsoft.com/office/drawing/2014/main" id="{92D3C85A-8F22-460F-8D9A-28B991D53E39}"/>
                </a:ext>
              </a:extLst>
            </p:cNvPr>
            <p:cNvSpPr>
              <a:spLocks noEditPoints="1"/>
            </p:cNvSpPr>
            <p:nvPr userDrawn="1"/>
          </p:nvSpPr>
          <p:spPr bwMode="auto">
            <a:xfrm>
              <a:off x="4206742" y="4516558"/>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 name="Freeform 1430">
              <a:extLst>
                <a:ext uri="{FF2B5EF4-FFF2-40B4-BE49-F238E27FC236}">
                  <a16:creationId xmlns:a16="http://schemas.microsoft.com/office/drawing/2014/main" id="{24280C73-8878-46CD-9373-2DB1A0B41C50}"/>
                </a:ext>
              </a:extLst>
            </p:cNvPr>
            <p:cNvSpPr>
              <a:spLocks/>
            </p:cNvSpPr>
            <p:nvPr userDrawn="1"/>
          </p:nvSpPr>
          <p:spPr bwMode="auto">
            <a:xfrm>
              <a:off x="4182659" y="4502509"/>
              <a:ext cx="28097" cy="26090"/>
            </a:xfrm>
            <a:custGeom>
              <a:avLst/>
              <a:gdLst>
                <a:gd name="T0" fmla="*/ 9 w 19"/>
                <a:gd name="T1" fmla="*/ 0 h 18"/>
                <a:gd name="T2" fmla="*/ 4 w 19"/>
                <a:gd name="T3" fmla="*/ 2 h 18"/>
                <a:gd name="T4" fmla="*/ 1 w 19"/>
                <a:gd name="T5" fmla="*/ 6 h 18"/>
                <a:gd name="T6" fmla="*/ 1 w 19"/>
                <a:gd name="T7" fmla="*/ 6 h 18"/>
                <a:gd name="T8" fmla="*/ 0 w 19"/>
                <a:gd name="T9" fmla="*/ 9 h 18"/>
                <a:gd name="T10" fmla="*/ 7 w 19"/>
                <a:gd name="T11" fmla="*/ 17 h 18"/>
                <a:gd name="T12" fmla="*/ 7 w 19"/>
                <a:gd name="T13" fmla="*/ 17 h 18"/>
                <a:gd name="T14" fmla="*/ 10 w 19"/>
                <a:gd name="T15" fmla="*/ 18 h 18"/>
                <a:gd name="T16" fmla="*/ 15 w 19"/>
                <a:gd name="T17" fmla="*/ 16 h 18"/>
                <a:gd name="T18" fmla="*/ 18 w 19"/>
                <a:gd name="T19" fmla="*/ 12 h 18"/>
                <a:gd name="T20" fmla="*/ 19 w 19"/>
                <a:gd name="T21" fmla="*/ 9 h 18"/>
                <a:gd name="T22" fmla="*/ 13 w 19"/>
                <a:gd name="T23" fmla="*/ 1 h 18"/>
                <a:gd name="T24" fmla="*/ 12 w 19"/>
                <a:gd name="T25" fmla="*/ 4 h 18"/>
                <a:gd name="T26" fmla="*/ 11 w 19"/>
                <a:gd name="T27" fmla="*/ 6 h 18"/>
                <a:gd name="T28" fmla="*/ 13 w 19"/>
                <a:gd name="T29" fmla="*/ 9 h 18"/>
                <a:gd name="T30" fmla="*/ 13 w 19"/>
                <a:gd name="T31" fmla="*/ 10 h 18"/>
                <a:gd name="T32" fmla="*/ 12 w 19"/>
                <a:gd name="T33" fmla="*/ 11 h 18"/>
                <a:gd name="T34" fmla="*/ 10 w 19"/>
                <a:gd name="T35" fmla="*/ 12 h 18"/>
                <a:gd name="T36" fmla="*/ 10 w 19"/>
                <a:gd name="T37" fmla="*/ 12 h 18"/>
                <a:gd name="T38" fmla="*/ 9 w 19"/>
                <a:gd name="T39" fmla="*/ 12 h 18"/>
                <a:gd name="T40" fmla="*/ 9 w 19"/>
                <a:gd name="T41" fmla="*/ 12 h 18"/>
                <a:gd name="T42" fmla="*/ 6 w 19"/>
                <a:gd name="T43" fmla="*/ 9 h 18"/>
                <a:gd name="T44" fmla="*/ 6 w 19"/>
                <a:gd name="T45" fmla="*/ 8 h 18"/>
                <a:gd name="T46" fmla="*/ 6 w 19"/>
                <a:gd name="T47" fmla="*/ 8 h 18"/>
                <a:gd name="T48" fmla="*/ 7 w 19"/>
                <a:gd name="T49" fmla="*/ 7 h 18"/>
                <a:gd name="T50" fmla="*/ 9 w 19"/>
                <a:gd name="T51" fmla="*/ 6 h 18"/>
                <a:gd name="T52" fmla="*/ 9 w 19"/>
                <a:gd name="T53" fmla="*/ 6 h 18"/>
                <a:gd name="T54" fmla="*/ 11 w 19"/>
                <a:gd name="T55" fmla="*/ 6 h 18"/>
                <a:gd name="T56" fmla="*/ 12 w 19"/>
                <a:gd name="T57" fmla="*/ 4 h 18"/>
                <a:gd name="T58" fmla="*/ 13 w 19"/>
                <a:gd name="T59" fmla="*/ 1 h 18"/>
                <a:gd name="T60" fmla="*/ 9 w 19"/>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8">
                  <a:moveTo>
                    <a:pt x="9" y="0"/>
                  </a:moveTo>
                  <a:cubicBezTo>
                    <a:pt x="7" y="0"/>
                    <a:pt x="6" y="1"/>
                    <a:pt x="4" y="2"/>
                  </a:cubicBezTo>
                  <a:cubicBezTo>
                    <a:pt x="3" y="3"/>
                    <a:pt x="1" y="4"/>
                    <a:pt x="1" y="6"/>
                  </a:cubicBezTo>
                  <a:cubicBezTo>
                    <a:pt x="1" y="6"/>
                    <a:pt x="1" y="6"/>
                    <a:pt x="1" y="6"/>
                  </a:cubicBezTo>
                  <a:cubicBezTo>
                    <a:pt x="0" y="7"/>
                    <a:pt x="0" y="8"/>
                    <a:pt x="0" y="9"/>
                  </a:cubicBezTo>
                  <a:cubicBezTo>
                    <a:pt x="0" y="13"/>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9" y="12"/>
                    <a:pt x="9" y="12"/>
                    <a:pt x="9"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 name="Freeform 1431">
              <a:extLst>
                <a:ext uri="{FF2B5EF4-FFF2-40B4-BE49-F238E27FC236}">
                  <a16:creationId xmlns:a16="http://schemas.microsoft.com/office/drawing/2014/main" id="{F967F2AE-054C-4979-879F-19309C5ADF93}"/>
                </a:ext>
              </a:extLst>
            </p:cNvPr>
            <p:cNvSpPr>
              <a:spLocks noEditPoints="1"/>
            </p:cNvSpPr>
            <p:nvPr userDrawn="1"/>
          </p:nvSpPr>
          <p:spPr bwMode="auto">
            <a:xfrm>
              <a:off x="4178645"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4 w 16"/>
                <a:gd name="T35" fmla="*/ 1 h 15"/>
                <a:gd name="T36" fmla="*/ 1 w 16"/>
                <a:gd name="T37" fmla="*/ 5 h 15"/>
                <a:gd name="T38" fmla="*/ 0 w 16"/>
                <a:gd name="T39" fmla="*/ 7 h 15"/>
                <a:gd name="T40" fmla="*/ 6 w 16"/>
                <a:gd name="T41" fmla="*/ 15 h 15"/>
                <a:gd name="T42" fmla="*/ 6 w 16"/>
                <a:gd name="T43" fmla="*/ 15 h 15"/>
                <a:gd name="T44" fmla="*/ 9 w 16"/>
                <a:gd name="T45" fmla="*/ 15 h 15"/>
                <a:gd name="T46" fmla="*/ 9 w 16"/>
                <a:gd name="T47" fmla="*/ 15 h 15"/>
                <a:gd name="T48" fmla="*/ 13 w 16"/>
                <a:gd name="T49" fmla="*/ 14 h 15"/>
                <a:gd name="T50" fmla="*/ 16 w 16"/>
                <a:gd name="T51" fmla="*/ 10 h 15"/>
                <a:gd name="T52" fmla="*/ 16 w 16"/>
                <a:gd name="T53" fmla="*/ 8 h 15"/>
                <a:gd name="T54" fmla="*/ 11 w 16"/>
                <a:gd name="T55" fmla="*/ 0 h 15"/>
                <a:gd name="T56" fmla="*/ 11 w 16"/>
                <a:gd name="T57" fmla="*/ 0 h 15"/>
                <a:gd name="T58" fmla="*/ 8 w 1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 name="Freeform 1432">
              <a:extLst>
                <a:ext uri="{FF2B5EF4-FFF2-40B4-BE49-F238E27FC236}">
                  <a16:creationId xmlns:a16="http://schemas.microsoft.com/office/drawing/2014/main" id="{C274B88B-6A8D-4154-8A78-12E62A7EA2AB}"/>
                </a:ext>
              </a:extLst>
            </p:cNvPr>
            <p:cNvSpPr>
              <a:spLocks noEditPoints="1"/>
            </p:cNvSpPr>
            <p:nvPr userDrawn="1"/>
          </p:nvSpPr>
          <p:spPr bwMode="auto">
            <a:xfrm>
              <a:off x="4128473" y="4259673"/>
              <a:ext cx="150519"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1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1" y="4"/>
                    <a:pt x="71" y="4"/>
                    <a:pt x="71"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 name="Freeform 1433">
              <a:extLst>
                <a:ext uri="{FF2B5EF4-FFF2-40B4-BE49-F238E27FC236}">
                  <a16:creationId xmlns:a16="http://schemas.microsoft.com/office/drawing/2014/main" id="{E4015915-5047-4A6F-8903-359A553093CD}"/>
                </a:ext>
              </a:extLst>
            </p:cNvPr>
            <p:cNvSpPr>
              <a:spLocks noEditPoints="1"/>
            </p:cNvSpPr>
            <p:nvPr userDrawn="1"/>
          </p:nvSpPr>
          <p:spPr bwMode="auto">
            <a:xfrm>
              <a:off x="4122451" y="4384102"/>
              <a:ext cx="34118" cy="34118"/>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6 w 22"/>
                <a:gd name="T19" fmla="*/ 11 h 22"/>
                <a:gd name="T20" fmla="*/ 6 w 22"/>
                <a:gd name="T21" fmla="*/ 9 h 22"/>
                <a:gd name="T22" fmla="*/ 6 w 22"/>
                <a:gd name="T23" fmla="*/ 9 h 22"/>
                <a:gd name="T24" fmla="*/ 11 w 22"/>
                <a:gd name="T25" fmla="*/ 0 h 22"/>
                <a:gd name="T26" fmla="*/ 1 w 22"/>
                <a:gd name="T27" fmla="*/ 6 h 22"/>
                <a:gd name="T28" fmla="*/ 1 w 22"/>
                <a:gd name="T29" fmla="*/ 6 h 22"/>
                <a:gd name="T30" fmla="*/ 0 w 22"/>
                <a:gd name="T31" fmla="*/ 11 h 22"/>
                <a:gd name="T32" fmla="*/ 6 w 22"/>
                <a:gd name="T33" fmla="*/ 21 h 22"/>
                <a:gd name="T34" fmla="*/ 6 w 22"/>
                <a:gd name="T35" fmla="*/ 21 h 22"/>
                <a:gd name="T36" fmla="*/ 11 w 22"/>
                <a:gd name="T37" fmla="*/ 22 h 22"/>
                <a:gd name="T38" fmla="*/ 11 w 22"/>
                <a:gd name="T39" fmla="*/ 22 h 22"/>
                <a:gd name="T40" fmla="*/ 21 w 22"/>
                <a:gd name="T41" fmla="*/ 16 h 22"/>
                <a:gd name="T42" fmla="*/ 22 w 22"/>
                <a:gd name="T43" fmla="*/ 11 h 22"/>
                <a:gd name="T44" fmla="*/ 16 w 22"/>
                <a:gd name="T45" fmla="*/ 1 h 22"/>
                <a:gd name="T46" fmla="*/ 16 w 22"/>
                <a:gd name="T47" fmla="*/ 1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 name="Freeform 1434">
              <a:extLst>
                <a:ext uri="{FF2B5EF4-FFF2-40B4-BE49-F238E27FC236}">
                  <a16:creationId xmlns:a16="http://schemas.microsoft.com/office/drawing/2014/main" id="{0270DB39-3805-491A-814E-E6E50C79351C}"/>
                </a:ext>
              </a:extLst>
            </p:cNvPr>
            <p:cNvSpPr>
              <a:spLocks noEditPoints="1"/>
            </p:cNvSpPr>
            <p:nvPr userDrawn="1"/>
          </p:nvSpPr>
          <p:spPr bwMode="auto">
            <a:xfrm>
              <a:off x="4106396" y="4410191"/>
              <a:ext cx="26091" cy="26090"/>
            </a:xfrm>
            <a:custGeom>
              <a:avLst/>
              <a:gdLst>
                <a:gd name="T0" fmla="*/ 4 w 17"/>
                <a:gd name="T1" fmla="*/ 16 h 17"/>
                <a:gd name="T2" fmla="*/ 5 w 17"/>
                <a:gd name="T3" fmla="*/ 17 h 17"/>
                <a:gd name="T4" fmla="*/ 4 w 17"/>
                <a:gd name="T5" fmla="*/ 16 h 17"/>
                <a:gd name="T6" fmla="*/ 4 w 17"/>
                <a:gd name="T7" fmla="*/ 16 h 17"/>
                <a:gd name="T8" fmla="*/ 6 w 17"/>
                <a:gd name="T9" fmla="*/ 7 h 17"/>
                <a:gd name="T10" fmla="*/ 8 w 17"/>
                <a:gd name="T11" fmla="*/ 6 h 17"/>
                <a:gd name="T12" fmla="*/ 9 w 17"/>
                <a:gd name="T13" fmla="*/ 6 h 17"/>
                <a:gd name="T14" fmla="*/ 10 w 17"/>
                <a:gd name="T15" fmla="*/ 7 h 17"/>
                <a:gd name="T16" fmla="*/ 9 w 17"/>
                <a:gd name="T17" fmla="*/ 6 h 17"/>
                <a:gd name="T18" fmla="*/ 11 w 17"/>
                <a:gd name="T19" fmla="*/ 9 h 17"/>
                <a:gd name="T20" fmla="*/ 11 w 17"/>
                <a:gd name="T21" fmla="*/ 10 h 17"/>
                <a:gd name="T22" fmla="*/ 8 w 17"/>
                <a:gd name="T23" fmla="*/ 11 h 17"/>
                <a:gd name="T24" fmla="*/ 7 w 17"/>
                <a:gd name="T25" fmla="*/ 11 h 17"/>
                <a:gd name="T26" fmla="*/ 7 w 17"/>
                <a:gd name="T27" fmla="*/ 11 h 17"/>
                <a:gd name="T28" fmla="*/ 6 w 17"/>
                <a:gd name="T29" fmla="*/ 9 h 17"/>
                <a:gd name="T30" fmla="*/ 6 w 17"/>
                <a:gd name="T31" fmla="*/ 7 h 17"/>
                <a:gd name="T32" fmla="*/ 6 w 17"/>
                <a:gd name="T33" fmla="*/ 7 h 17"/>
                <a:gd name="T34" fmla="*/ 8 w 17"/>
                <a:gd name="T35" fmla="*/ 0 h 17"/>
                <a:gd name="T36" fmla="*/ 0 w 17"/>
                <a:gd name="T37" fmla="*/ 5 h 17"/>
                <a:gd name="T38" fmla="*/ 3 w 17"/>
                <a:gd name="T39" fmla="*/ 6 h 17"/>
                <a:gd name="T40" fmla="*/ 0 w 17"/>
                <a:gd name="T41" fmla="*/ 5 h 17"/>
                <a:gd name="T42" fmla="*/ 0 w 17"/>
                <a:gd name="T43" fmla="*/ 9 h 17"/>
                <a:gd name="T44" fmla="*/ 4 w 17"/>
                <a:gd name="T45" fmla="*/ 16 h 17"/>
                <a:gd name="T46" fmla="*/ 4 w 17"/>
                <a:gd name="T47" fmla="*/ 16 h 17"/>
                <a:gd name="T48" fmla="*/ 8 w 17"/>
                <a:gd name="T49" fmla="*/ 17 h 17"/>
                <a:gd name="T50" fmla="*/ 8 w 17"/>
                <a:gd name="T51" fmla="*/ 17 h 17"/>
                <a:gd name="T52" fmla="*/ 8 w 17"/>
                <a:gd name="T53" fmla="*/ 17 h 17"/>
                <a:gd name="T54" fmla="*/ 16 w 17"/>
                <a:gd name="T55" fmla="*/ 12 h 17"/>
                <a:gd name="T56" fmla="*/ 17 w 17"/>
                <a:gd name="T57" fmla="*/ 9 h 17"/>
                <a:gd name="T58" fmla="*/ 12 w 17"/>
                <a:gd name="T59" fmla="*/ 1 h 17"/>
                <a:gd name="T60" fmla="*/ 12 w 17"/>
                <a:gd name="T61" fmla="*/ 1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4" y="16"/>
                  </a:moveTo>
                  <a:cubicBezTo>
                    <a:pt x="5" y="17"/>
                    <a:pt x="5" y="17"/>
                    <a:pt x="5" y="17"/>
                  </a:cubicBezTo>
                  <a:cubicBezTo>
                    <a:pt x="4" y="16"/>
                    <a:pt x="4" y="16"/>
                    <a:pt x="4" y="16"/>
                  </a:cubicBezTo>
                  <a:cubicBezTo>
                    <a:pt x="4" y="16"/>
                    <a:pt x="4" y="16"/>
                    <a:pt x="4" y="16"/>
                  </a:cubicBezTo>
                  <a:moveTo>
                    <a:pt x="6" y="7"/>
                  </a:moveTo>
                  <a:cubicBezTo>
                    <a:pt x="6" y="7"/>
                    <a:pt x="7" y="6"/>
                    <a:pt x="8" y="6"/>
                  </a:cubicBezTo>
                  <a:cubicBezTo>
                    <a:pt x="9" y="6"/>
                    <a:pt x="9" y="6"/>
                    <a:pt x="9" y="6"/>
                  </a:cubicBezTo>
                  <a:cubicBezTo>
                    <a:pt x="10" y="7"/>
                    <a:pt x="10" y="7"/>
                    <a:pt x="10" y="7"/>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 name="Freeform 1435">
              <a:extLst>
                <a:ext uri="{FF2B5EF4-FFF2-40B4-BE49-F238E27FC236}">
                  <a16:creationId xmlns:a16="http://schemas.microsoft.com/office/drawing/2014/main" id="{64B18054-6BFF-4A15-871D-AA3D6650FD85}"/>
                </a:ext>
              </a:extLst>
            </p:cNvPr>
            <p:cNvSpPr>
              <a:spLocks noEditPoints="1"/>
            </p:cNvSpPr>
            <p:nvPr userDrawn="1"/>
          </p:nvSpPr>
          <p:spPr bwMode="auto">
            <a:xfrm>
              <a:off x="4080307" y="4412198"/>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8 w 15"/>
                <a:gd name="T33" fmla="*/ 15 h 15"/>
                <a:gd name="T34" fmla="*/ 15 w 15"/>
                <a:gd name="T35" fmla="*/ 11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6" y="15"/>
                    <a:pt x="7" y="15"/>
                    <a:pt x="8" y="15"/>
                  </a:cubicBezTo>
                  <a:cubicBezTo>
                    <a:pt x="11" y="15"/>
                    <a:pt x="13" y="13"/>
                    <a:pt x="15" y="11"/>
                  </a:cubicBezTo>
                  <a:cubicBezTo>
                    <a:pt x="15" y="11"/>
                    <a:pt x="15" y="11"/>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 name="Freeform 1436">
              <a:extLst>
                <a:ext uri="{FF2B5EF4-FFF2-40B4-BE49-F238E27FC236}">
                  <a16:creationId xmlns:a16="http://schemas.microsoft.com/office/drawing/2014/main" id="{136A7D11-6847-4929-A4B9-FD1153B29426}"/>
                </a:ext>
              </a:extLst>
            </p:cNvPr>
            <p:cNvSpPr>
              <a:spLocks noEditPoints="1"/>
            </p:cNvSpPr>
            <p:nvPr userDrawn="1"/>
          </p:nvSpPr>
          <p:spPr bwMode="auto">
            <a:xfrm>
              <a:off x="3381901" y="3826180"/>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50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50 h 99"/>
                <a:gd name="T30" fmla="*/ 28 w 101"/>
                <a:gd name="T31" fmla="*/ 94 h 99"/>
                <a:gd name="T32" fmla="*/ 50 w 101"/>
                <a:gd name="T33" fmla="*/ 99 h 99"/>
                <a:gd name="T34" fmla="*/ 96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50"/>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5"/>
                    <a:pt x="0" y="42"/>
                    <a:pt x="0" y="50"/>
                  </a:cubicBezTo>
                  <a:cubicBezTo>
                    <a:pt x="0" y="68"/>
                    <a:pt x="10" y="85"/>
                    <a:pt x="28" y="94"/>
                  </a:cubicBezTo>
                  <a:cubicBezTo>
                    <a:pt x="35" y="97"/>
                    <a:pt x="43"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 name="Freeform 1437">
              <a:extLst>
                <a:ext uri="{FF2B5EF4-FFF2-40B4-BE49-F238E27FC236}">
                  <a16:creationId xmlns:a16="http://schemas.microsoft.com/office/drawing/2014/main" id="{211F16EF-143C-4BC8-ABA6-C8332AF0FE5B}"/>
                </a:ext>
              </a:extLst>
            </p:cNvPr>
            <p:cNvSpPr>
              <a:spLocks noEditPoints="1"/>
            </p:cNvSpPr>
            <p:nvPr userDrawn="1"/>
          </p:nvSpPr>
          <p:spPr bwMode="auto">
            <a:xfrm>
              <a:off x="3377887" y="3954622"/>
              <a:ext cx="34118" cy="30104"/>
            </a:xfrm>
            <a:custGeom>
              <a:avLst/>
              <a:gdLst>
                <a:gd name="T0" fmla="*/ 7 w 22"/>
                <a:gd name="T1" fmla="*/ 8 h 21"/>
                <a:gd name="T2" fmla="*/ 11 w 22"/>
                <a:gd name="T3" fmla="*/ 6 h 21"/>
                <a:gd name="T4" fmla="*/ 13 w 22"/>
                <a:gd name="T5" fmla="*/ 6 h 21"/>
                <a:gd name="T6" fmla="*/ 16 w 22"/>
                <a:gd name="T7" fmla="*/ 11 h 21"/>
                <a:gd name="T8" fmla="*/ 16 w 22"/>
                <a:gd name="T9" fmla="*/ 13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1 w 22"/>
                <a:gd name="T43" fmla="*/ 15 h 21"/>
                <a:gd name="T44" fmla="*/ 22 w 22"/>
                <a:gd name="T45" fmla="*/ 1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5" y="7"/>
                    <a:pt x="16" y="9"/>
                    <a:pt x="16" y="11"/>
                  </a:cubicBezTo>
                  <a:cubicBezTo>
                    <a:pt x="16" y="11"/>
                    <a:pt x="16" y="12"/>
                    <a:pt x="16" y="13"/>
                  </a:cubicBezTo>
                  <a:cubicBezTo>
                    <a:pt x="16" y="13"/>
                    <a:pt x="16" y="13"/>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1" y="15"/>
                    <a:pt x="21" y="15"/>
                    <a:pt x="21" y="15"/>
                  </a:cubicBezTo>
                  <a:cubicBezTo>
                    <a:pt x="22" y="14"/>
                    <a:pt x="22" y="12"/>
                    <a:pt x="22" y="11"/>
                  </a:cubicBezTo>
                  <a:cubicBezTo>
                    <a:pt x="22" y="7"/>
                    <a:pt x="20" y="3"/>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 name="Freeform 1438">
              <a:extLst>
                <a:ext uri="{FF2B5EF4-FFF2-40B4-BE49-F238E27FC236}">
                  <a16:creationId xmlns:a16="http://schemas.microsoft.com/office/drawing/2014/main" id="{058D86F0-10F7-4173-9832-9B575F71EC20}"/>
                </a:ext>
              </a:extLst>
            </p:cNvPr>
            <p:cNvSpPr>
              <a:spLocks noEditPoints="1"/>
            </p:cNvSpPr>
            <p:nvPr userDrawn="1"/>
          </p:nvSpPr>
          <p:spPr bwMode="auto">
            <a:xfrm>
              <a:off x="3361832" y="3978705"/>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11 w 17"/>
                <a:gd name="T13" fmla="*/ 9 h 17"/>
                <a:gd name="T14" fmla="*/ 8 w 17"/>
                <a:gd name="T15" fmla="*/ 11 h 17"/>
                <a:gd name="T16" fmla="*/ 7 w 17"/>
                <a:gd name="T17" fmla="*/ 10 h 17"/>
                <a:gd name="T18" fmla="*/ 7 w 17"/>
                <a:gd name="T19" fmla="*/ 10 h 17"/>
                <a:gd name="T20" fmla="*/ 6 w 17"/>
                <a:gd name="T21" fmla="*/ 8 h 17"/>
                <a:gd name="T22" fmla="*/ 6 w 17"/>
                <a:gd name="T23" fmla="*/ 7 h 17"/>
                <a:gd name="T24" fmla="*/ 6 w 17"/>
                <a:gd name="T25" fmla="*/ 7 h 17"/>
                <a:gd name="T26" fmla="*/ 1 w 17"/>
                <a:gd name="T27" fmla="*/ 4 h 17"/>
                <a:gd name="T28" fmla="*/ 1 w 17"/>
                <a:gd name="T29" fmla="*/ 4 h 17"/>
                <a:gd name="T30" fmla="*/ 1 w 17"/>
                <a:gd name="T31" fmla="*/ 4 h 17"/>
                <a:gd name="T32" fmla="*/ 1 w 17"/>
                <a:gd name="T33" fmla="*/ 4 h 17"/>
                <a:gd name="T34" fmla="*/ 8 w 17"/>
                <a:gd name="T35" fmla="*/ 0 h 17"/>
                <a:gd name="T36" fmla="*/ 1 w 17"/>
                <a:gd name="T37" fmla="*/ 4 h 17"/>
                <a:gd name="T38" fmla="*/ 1 w 17"/>
                <a:gd name="T39" fmla="*/ 4 h 17"/>
                <a:gd name="T40" fmla="*/ 0 w 17"/>
                <a:gd name="T41" fmla="*/ 8 h 17"/>
                <a:gd name="T42" fmla="*/ 5 w 17"/>
                <a:gd name="T43" fmla="*/ 16 h 17"/>
                <a:gd name="T44" fmla="*/ 5 w 17"/>
                <a:gd name="T45" fmla="*/ 16 h 17"/>
                <a:gd name="T46" fmla="*/ 8 w 17"/>
                <a:gd name="T47" fmla="*/ 17 h 17"/>
                <a:gd name="T48" fmla="*/ 8 w 17"/>
                <a:gd name="T49" fmla="*/ 17 h 17"/>
                <a:gd name="T50" fmla="*/ 8 w 17"/>
                <a:gd name="T51" fmla="*/ 17 h 17"/>
                <a:gd name="T52" fmla="*/ 16 w 17"/>
                <a:gd name="T53" fmla="*/ 12 h 17"/>
                <a:gd name="T54" fmla="*/ 16 w 17"/>
                <a:gd name="T55" fmla="*/ 12 h 17"/>
                <a:gd name="T56" fmla="*/ 17 w 17"/>
                <a:gd name="T57" fmla="*/ 8 h 17"/>
                <a:gd name="T58" fmla="*/ 12 w 17"/>
                <a:gd name="T59" fmla="*/ 0 h 17"/>
                <a:gd name="T60" fmla="*/ 12 w 17"/>
                <a:gd name="T61" fmla="*/ 0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6" y="7"/>
                  </a:moveTo>
                  <a:cubicBezTo>
                    <a:pt x="6" y="6"/>
                    <a:pt x="7" y="6"/>
                    <a:pt x="8" y="6"/>
                  </a:cubicBezTo>
                  <a:cubicBezTo>
                    <a:pt x="9" y="6"/>
                    <a:pt x="9" y="6"/>
                    <a:pt x="10" y="6"/>
                  </a:cubicBezTo>
                  <a:cubicBezTo>
                    <a:pt x="10" y="6"/>
                    <a:pt x="10" y="6"/>
                    <a:pt x="10" y="6"/>
                  </a:cubicBezTo>
                  <a:cubicBezTo>
                    <a:pt x="11" y="6"/>
                    <a:pt x="11" y="7"/>
                    <a:pt x="11" y="8"/>
                  </a:cubicBezTo>
                  <a:cubicBezTo>
                    <a:pt x="11" y="9"/>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6"/>
                    <a:pt x="0" y="7"/>
                    <a:pt x="0" y="8"/>
                  </a:cubicBezTo>
                  <a:cubicBezTo>
                    <a:pt x="0" y="11"/>
                    <a:pt x="2" y="14"/>
                    <a:pt x="5" y="16"/>
                  </a:cubicBezTo>
                  <a:cubicBezTo>
                    <a:pt x="5" y="16"/>
                    <a:pt x="5" y="16"/>
                    <a:pt x="5" y="16"/>
                  </a:cubicBezTo>
                  <a:cubicBezTo>
                    <a:pt x="6" y="16"/>
                    <a:pt x="7" y="17"/>
                    <a:pt x="8" y="17"/>
                  </a:cubicBezTo>
                  <a:cubicBezTo>
                    <a:pt x="8" y="17"/>
                    <a:pt x="8"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2" y="0"/>
                    <a:pt x="12" y="0"/>
                    <a:pt x="12" y="0"/>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 name="Freeform 1439">
              <a:extLst>
                <a:ext uri="{FF2B5EF4-FFF2-40B4-BE49-F238E27FC236}">
                  <a16:creationId xmlns:a16="http://schemas.microsoft.com/office/drawing/2014/main" id="{543C6D0A-FB1D-4FED-B7FA-AB3AA1DFF5F6}"/>
                </a:ext>
              </a:extLst>
            </p:cNvPr>
            <p:cNvSpPr>
              <a:spLocks noEditPoints="1"/>
            </p:cNvSpPr>
            <p:nvPr userDrawn="1"/>
          </p:nvSpPr>
          <p:spPr bwMode="auto">
            <a:xfrm>
              <a:off x="3335742" y="3980712"/>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1 w 16"/>
                <a:gd name="T23" fmla="*/ 4 h 15"/>
                <a:gd name="T24" fmla="*/ 1 w 16"/>
                <a:gd name="T25" fmla="*/ 4 h 15"/>
                <a:gd name="T26" fmla="*/ 1 w 16"/>
                <a:gd name="T27" fmla="*/ 4 h 15"/>
                <a:gd name="T28" fmla="*/ 1 w 16"/>
                <a:gd name="T29" fmla="*/ 4 h 15"/>
                <a:gd name="T30" fmla="*/ 1 w 16"/>
                <a:gd name="T31" fmla="*/ 4 h 15"/>
                <a:gd name="T32" fmla="*/ 0 w 16"/>
                <a:gd name="T33" fmla="*/ 8 h 15"/>
                <a:gd name="T34" fmla="*/ 5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11" y="15"/>
                    <a:pt x="14" y="14"/>
                    <a:pt x="15" y="11"/>
                  </a:cubicBezTo>
                  <a:cubicBezTo>
                    <a:pt x="15" y="10"/>
                    <a:pt x="16" y="9"/>
                    <a:pt x="16" y="8"/>
                  </a:cubicBezTo>
                  <a:cubicBezTo>
                    <a:pt x="16" y="5"/>
                    <a:pt x="14" y="2"/>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 name="Freeform 1440">
              <a:extLst>
                <a:ext uri="{FF2B5EF4-FFF2-40B4-BE49-F238E27FC236}">
                  <a16:creationId xmlns:a16="http://schemas.microsoft.com/office/drawing/2014/main" id="{1AC567A3-A3D9-4B58-A3AB-E693E3CB5162}"/>
                </a:ext>
              </a:extLst>
            </p:cNvPr>
            <p:cNvSpPr>
              <a:spLocks noEditPoints="1"/>
            </p:cNvSpPr>
            <p:nvPr userDrawn="1"/>
          </p:nvSpPr>
          <p:spPr bwMode="auto">
            <a:xfrm>
              <a:off x="4616152" y="5626380"/>
              <a:ext cx="152525"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8 w 101"/>
                <a:gd name="T19" fmla="*/ 28 h 99"/>
                <a:gd name="T20" fmla="*/ 10 w 101"/>
                <a:gd name="T21" fmla="*/ 30 h 99"/>
                <a:gd name="T22" fmla="*/ 50 w 101"/>
                <a:gd name="T23" fmla="*/ 0 h 99"/>
                <a:gd name="T24" fmla="*/ 50 w 101"/>
                <a:gd name="T25" fmla="*/ 0 h 99"/>
                <a:gd name="T26" fmla="*/ 5 w 101"/>
                <a:gd name="T27" fmla="*/ 27 h 99"/>
                <a:gd name="T28" fmla="*/ 5 w 101"/>
                <a:gd name="T29" fmla="*/ 27 h 99"/>
                <a:gd name="T30" fmla="*/ 0 w 101"/>
                <a:gd name="T31" fmla="*/ 49 h 99"/>
                <a:gd name="T32" fmla="*/ 28 w 101"/>
                <a:gd name="T33" fmla="*/ 93 h 99"/>
                <a:gd name="T34" fmla="*/ 50 w 101"/>
                <a:gd name="T35" fmla="*/ 99 h 99"/>
                <a:gd name="T36" fmla="*/ 50 w 101"/>
                <a:gd name="T37" fmla="*/ 99 h 99"/>
                <a:gd name="T38" fmla="*/ 95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3"/>
                    <a:pt x="50" y="93"/>
                  </a:cubicBezTo>
                  <a:cubicBezTo>
                    <a:pt x="44" y="93"/>
                    <a:pt x="37" y="91"/>
                    <a:pt x="30" y="88"/>
                  </a:cubicBezTo>
                  <a:cubicBezTo>
                    <a:pt x="15" y="80"/>
                    <a:pt x="6" y="65"/>
                    <a:pt x="6" y="49"/>
                  </a:cubicBezTo>
                  <a:cubicBezTo>
                    <a:pt x="6" y="43"/>
                    <a:pt x="7" y="36"/>
                    <a:pt x="10" y="30"/>
                  </a:cubicBezTo>
                  <a:cubicBezTo>
                    <a:pt x="8" y="28"/>
                    <a:pt x="8" y="28"/>
                    <a:pt x="8" y="28"/>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9"/>
                    <a:pt x="50" y="99"/>
                  </a:cubicBezTo>
                  <a:cubicBezTo>
                    <a:pt x="50" y="99"/>
                    <a:pt x="50" y="99"/>
                    <a:pt x="50" y="99"/>
                  </a:cubicBezTo>
                  <a:cubicBezTo>
                    <a:pt x="69" y="99"/>
                    <a:pt x="87"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 name="Freeform 1441">
              <a:extLst>
                <a:ext uri="{FF2B5EF4-FFF2-40B4-BE49-F238E27FC236}">
                  <a16:creationId xmlns:a16="http://schemas.microsoft.com/office/drawing/2014/main" id="{BA16C1CE-F0D9-4EEC-9D42-BEAC8CBD9E40}"/>
                </a:ext>
              </a:extLst>
            </p:cNvPr>
            <p:cNvSpPr>
              <a:spLocks noEditPoints="1"/>
            </p:cNvSpPr>
            <p:nvPr userDrawn="1"/>
          </p:nvSpPr>
          <p:spPr bwMode="auto">
            <a:xfrm>
              <a:off x="4612138" y="5752816"/>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3" y="7"/>
                    <a:pt x="13" y="7"/>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5" name="Freeform 1442">
              <a:extLst>
                <a:ext uri="{FF2B5EF4-FFF2-40B4-BE49-F238E27FC236}">
                  <a16:creationId xmlns:a16="http://schemas.microsoft.com/office/drawing/2014/main" id="{E8E5E705-C1B1-492A-823B-49FC5497091E}"/>
                </a:ext>
              </a:extLst>
            </p:cNvPr>
            <p:cNvSpPr>
              <a:spLocks noEditPoints="1"/>
            </p:cNvSpPr>
            <p:nvPr userDrawn="1"/>
          </p:nvSpPr>
          <p:spPr bwMode="auto">
            <a:xfrm>
              <a:off x="4596083" y="5776899"/>
              <a:ext cx="26091" cy="26090"/>
            </a:xfrm>
            <a:custGeom>
              <a:avLst/>
              <a:gdLst>
                <a:gd name="T0" fmla="*/ 6 w 17"/>
                <a:gd name="T1" fmla="*/ 8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8 w 17"/>
                <a:gd name="T19" fmla="*/ 0 h 17"/>
                <a:gd name="T20" fmla="*/ 0 w 17"/>
                <a:gd name="T21" fmla="*/ 5 h 17"/>
                <a:gd name="T22" fmla="*/ 3 w 17"/>
                <a:gd name="T23" fmla="*/ 6 h 17"/>
                <a:gd name="T24" fmla="*/ 0 w 17"/>
                <a:gd name="T25" fmla="*/ 5 h 17"/>
                <a:gd name="T26" fmla="*/ 0 w 17"/>
                <a:gd name="T27" fmla="*/ 9 h 17"/>
                <a:gd name="T28" fmla="*/ 4 w 17"/>
                <a:gd name="T29" fmla="*/ 16 h 17"/>
                <a:gd name="T30" fmla="*/ 8 w 17"/>
                <a:gd name="T31" fmla="*/ 17 h 17"/>
                <a:gd name="T32" fmla="*/ 16 w 17"/>
                <a:gd name="T33" fmla="*/ 12 h 17"/>
                <a:gd name="T34" fmla="*/ 17 w 17"/>
                <a:gd name="T35" fmla="*/ 9 h 17"/>
                <a:gd name="T36" fmla="*/ 12 w 17"/>
                <a:gd name="T37" fmla="*/ 1 h 17"/>
                <a:gd name="T38" fmla="*/ 8 w 17"/>
                <a:gd name="T39" fmla="*/ 0 h 17"/>
                <a:gd name="T40" fmla="*/ 8 w 17"/>
                <a:gd name="T41" fmla="*/ 0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8"/>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11" y="17"/>
                    <a:pt x="14" y="16"/>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6" name="Freeform 1443">
              <a:extLst>
                <a:ext uri="{FF2B5EF4-FFF2-40B4-BE49-F238E27FC236}">
                  <a16:creationId xmlns:a16="http://schemas.microsoft.com/office/drawing/2014/main" id="{A6756629-0AF9-4079-9F9C-7C166A9000CE}"/>
                </a:ext>
              </a:extLst>
            </p:cNvPr>
            <p:cNvSpPr>
              <a:spLocks noEditPoints="1"/>
            </p:cNvSpPr>
            <p:nvPr userDrawn="1"/>
          </p:nvSpPr>
          <p:spPr bwMode="auto">
            <a:xfrm>
              <a:off x="4569994" y="5780913"/>
              <a:ext cx="24083" cy="22077"/>
            </a:xfrm>
            <a:custGeom>
              <a:avLst/>
              <a:gdLst>
                <a:gd name="T0" fmla="*/ 6 w 16"/>
                <a:gd name="T1" fmla="*/ 7 h 15"/>
                <a:gd name="T2" fmla="*/ 8 w 16"/>
                <a:gd name="T3" fmla="*/ 6 h 15"/>
                <a:gd name="T4" fmla="*/ 9 w 16"/>
                <a:gd name="T5" fmla="*/ 6 h 15"/>
                <a:gd name="T6" fmla="*/ 9 w 16"/>
                <a:gd name="T7" fmla="*/ 6 h 15"/>
                <a:gd name="T8" fmla="*/ 10 w 16"/>
                <a:gd name="T9" fmla="*/ 7 h 15"/>
                <a:gd name="T10" fmla="*/ 9 w 16"/>
                <a:gd name="T11" fmla="*/ 8 h 15"/>
                <a:gd name="T12" fmla="*/ 8 w 16"/>
                <a:gd name="T13" fmla="*/ 9 h 15"/>
                <a:gd name="T14" fmla="*/ 7 w 16"/>
                <a:gd name="T15" fmla="*/ 9 h 15"/>
                <a:gd name="T16" fmla="*/ 6 w 16"/>
                <a:gd name="T17" fmla="*/ 7 h 15"/>
                <a:gd name="T18" fmla="*/ 6 w 16"/>
                <a:gd name="T19" fmla="*/ 7 h 15"/>
                <a:gd name="T20" fmla="*/ 6 w 16"/>
                <a:gd name="T21" fmla="*/ 7 h 15"/>
                <a:gd name="T22" fmla="*/ 8 w 16"/>
                <a:gd name="T23" fmla="*/ 0 h 15"/>
                <a:gd name="T24" fmla="*/ 1 w 16"/>
                <a:gd name="T25" fmla="*/ 4 h 15"/>
                <a:gd name="T26" fmla="*/ 4 w 16"/>
                <a:gd name="T27" fmla="*/ 5 h 15"/>
                <a:gd name="T28" fmla="*/ 1 w 16"/>
                <a:gd name="T29" fmla="*/ 4 h 15"/>
                <a:gd name="T30" fmla="*/ 0 w 16"/>
                <a:gd name="T31" fmla="*/ 7 h 15"/>
                <a:gd name="T32" fmla="*/ 5 w 16"/>
                <a:gd name="T33" fmla="*/ 14 h 15"/>
                <a:gd name="T34" fmla="*/ 8 w 16"/>
                <a:gd name="T35" fmla="*/ 15 h 15"/>
                <a:gd name="T36" fmla="*/ 8 w 16"/>
                <a:gd name="T37" fmla="*/ 15 h 15"/>
                <a:gd name="T38" fmla="*/ 15 w 16"/>
                <a:gd name="T39" fmla="*/ 11 h 15"/>
                <a:gd name="T40" fmla="*/ 15 w 16"/>
                <a:gd name="T41" fmla="*/ 11 h 15"/>
                <a:gd name="T42" fmla="*/ 16 w 16"/>
                <a:gd name="T43" fmla="*/ 7 h 15"/>
                <a:gd name="T44" fmla="*/ 11 w 16"/>
                <a:gd name="T45" fmla="*/ 1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6" y="7"/>
                  </a:move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9"/>
                    <a:pt x="9"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6" y="8"/>
                    <a:pt x="16" y="7"/>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7" name="Freeform 1444">
              <a:extLst>
                <a:ext uri="{FF2B5EF4-FFF2-40B4-BE49-F238E27FC236}">
                  <a16:creationId xmlns:a16="http://schemas.microsoft.com/office/drawing/2014/main" id="{CA0B67CE-91E7-4277-A409-FB02F1F31F0F}"/>
                </a:ext>
              </a:extLst>
            </p:cNvPr>
            <p:cNvSpPr>
              <a:spLocks noEditPoints="1"/>
            </p:cNvSpPr>
            <p:nvPr userDrawn="1"/>
          </p:nvSpPr>
          <p:spPr bwMode="auto">
            <a:xfrm>
              <a:off x="4032141" y="5794961"/>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8" name="Freeform 1445">
              <a:extLst>
                <a:ext uri="{FF2B5EF4-FFF2-40B4-BE49-F238E27FC236}">
                  <a16:creationId xmlns:a16="http://schemas.microsoft.com/office/drawing/2014/main" id="{800D6AA2-EC97-440A-AFEB-91E32856BC92}"/>
                </a:ext>
              </a:extLst>
            </p:cNvPr>
            <p:cNvSpPr>
              <a:spLocks noEditPoints="1"/>
            </p:cNvSpPr>
            <p:nvPr userDrawn="1"/>
          </p:nvSpPr>
          <p:spPr bwMode="auto">
            <a:xfrm>
              <a:off x="4028127" y="5921397"/>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6 w 22"/>
                <a:gd name="T17" fmla="*/ 11 h 22"/>
                <a:gd name="T18" fmla="*/ 7 w 22"/>
                <a:gd name="T19" fmla="*/ 9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1"/>
                    <a:pt x="6" y="10"/>
                    <a:pt x="7" y="9"/>
                  </a:cubicBezTo>
                  <a:cubicBezTo>
                    <a:pt x="7" y="9"/>
                    <a:pt x="7" y="9"/>
                    <a:pt x="7" y="9"/>
                  </a:cubicBezTo>
                  <a:moveTo>
                    <a:pt x="11" y="0"/>
                  </a:moveTo>
                  <a:cubicBezTo>
                    <a:pt x="11" y="0"/>
                    <a:pt x="11" y="0"/>
                    <a:pt x="11" y="0"/>
                  </a:cubicBezTo>
                  <a:cubicBezTo>
                    <a:pt x="7" y="0"/>
                    <a:pt x="3" y="3"/>
                    <a:pt x="1" y="6"/>
                  </a:cubicBezTo>
                  <a:cubicBezTo>
                    <a:pt x="1" y="6"/>
                    <a:pt x="1" y="6"/>
                    <a:pt x="1" y="6"/>
                  </a:cubicBezTo>
                  <a:cubicBezTo>
                    <a:pt x="1"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9" name="Freeform 1446">
              <a:extLst>
                <a:ext uri="{FF2B5EF4-FFF2-40B4-BE49-F238E27FC236}">
                  <a16:creationId xmlns:a16="http://schemas.microsoft.com/office/drawing/2014/main" id="{560AB10B-D389-486B-955E-A7A96985E228}"/>
                </a:ext>
              </a:extLst>
            </p:cNvPr>
            <p:cNvSpPr>
              <a:spLocks noEditPoints="1"/>
            </p:cNvSpPr>
            <p:nvPr userDrawn="1"/>
          </p:nvSpPr>
          <p:spPr bwMode="auto">
            <a:xfrm>
              <a:off x="4012072" y="5945480"/>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3 w 17"/>
                <a:gd name="T23" fmla="*/ 6 h 17"/>
                <a:gd name="T24" fmla="*/ 6 w 17"/>
                <a:gd name="T25" fmla="*/ 8 h 17"/>
                <a:gd name="T26" fmla="*/ 9 w 17"/>
                <a:gd name="T27" fmla="*/ 0 h 17"/>
                <a:gd name="T28" fmla="*/ 1 w 17"/>
                <a:gd name="T29" fmla="*/ 5 h 17"/>
                <a:gd name="T30" fmla="*/ 1 w 17"/>
                <a:gd name="T31" fmla="*/ 5 h 17"/>
                <a:gd name="T32" fmla="*/ 0 w 17"/>
                <a:gd name="T33" fmla="*/ 9 h 17"/>
                <a:gd name="T34" fmla="*/ 5 w 17"/>
                <a:gd name="T35" fmla="*/ 17 h 17"/>
                <a:gd name="T36" fmla="*/ 5 w 17"/>
                <a:gd name="T37" fmla="*/ 17 h 17"/>
                <a:gd name="T38" fmla="*/ 9 w 17"/>
                <a:gd name="T39" fmla="*/ 17 h 17"/>
                <a:gd name="T40" fmla="*/ 9 w 17"/>
                <a:gd name="T41" fmla="*/ 17 h 17"/>
                <a:gd name="T42" fmla="*/ 9 w 17"/>
                <a:gd name="T43" fmla="*/ 17 h 17"/>
                <a:gd name="T44" fmla="*/ 16 w 17"/>
                <a:gd name="T45" fmla="*/ 13 h 17"/>
                <a:gd name="T46" fmla="*/ 17 w 17"/>
                <a:gd name="T47" fmla="*/ 9 h 17"/>
                <a:gd name="T48" fmla="*/ 12 w 17"/>
                <a:gd name="T49" fmla="*/ 1 h 17"/>
                <a:gd name="T50" fmla="*/ 12 w 17"/>
                <a:gd name="T51" fmla="*/ 1 h 17"/>
                <a:gd name="T52" fmla="*/ 9 w 17"/>
                <a:gd name="T53" fmla="*/ 0 h 17"/>
                <a:gd name="T54" fmla="*/ 9 w 17"/>
                <a:gd name="T55" fmla="*/ 0 h 17"/>
                <a:gd name="T56" fmla="*/ 9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3" y="6"/>
                    <a:pt x="3" y="6"/>
                    <a:pt x="3" y="6"/>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0" name="Freeform 1447">
              <a:extLst>
                <a:ext uri="{FF2B5EF4-FFF2-40B4-BE49-F238E27FC236}">
                  <a16:creationId xmlns:a16="http://schemas.microsoft.com/office/drawing/2014/main" id="{EC2AE34B-EE27-4867-A78A-4548C246195F}"/>
                </a:ext>
              </a:extLst>
            </p:cNvPr>
            <p:cNvSpPr>
              <a:spLocks noEditPoints="1"/>
            </p:cNvSpPr>
            <p:nvPr userDrawn="1"/>
          </p:nvSpPr>
          <p:spPr bwMode="auto">
            <a:xfrm>
              <a:off x="3987989" y="5949494"/>
              <a:ext cx="22077" cy="22077"/>
            </a:xfrm>
            <a:custGeom>
              <a:avLst/>
              <a:gdLst>
                <a:gd name="T0" fmla="*/ 6 w 15"/>
                <a:gd name="T1" fmla="*/ 9 h 15"/>
                <a:gd name="T2" fmla="*/ 6 w 15"/>
                <a:gd name="T3" fmla="*/ 8 h 15"/>
                <a:gd name="T4" fmla="*/ 6 w 15"/>
                <a:gd name="T5" fmla="*/ 7 h 15"/>
                <a:gd name="T6" fmla="*/ 3 w 15"/>
                <a:gd name="T7" fmla="*/ 6 h 15"/>
                <a:gd name="T8" fmla="*/ 6 w 15"/>
                <a:gd name="T9" fmla="*/ 7 h 15"/>
                <a:gd name="T10" fmla="*/ 7 w 15"/>
                <a:gd name="T11" fmla="*/ 6 h 15"/>
                <a:gd name="T12" fmla="*/ 8 w 15"/>
                <a:gd name="T13" fmla="*/ 6 h 15"/>
                <a:gd name="T14" fmla="*/ 8 w 15"/>
                <a:gd name="T15" fmla="*/ 6 h 15"/>
                <a:gd name="T16" fmla="*/ 9 w 15"/>
                <a:gd name="T17" fmla="*/ 8 h 15"/>
                <a:gd name="T18" fmla="*/ 9 w 15"/>
                <a:gd name="T19" fmla="*/ 8 h 15"/>
                <a:gd name="T20" fmla="*/ 9 w 15"/>
                <a:gd name="T21" fmla="*/ 8 h 15"/>
                <a:gd name="T22" fmla="*/ 7 w 15"/>
                <a:gd name="T23" fmla="*/ 9 h 15"/>
                <a:gd name="T24" fmla="*/ 6 w 15"/>
                <a:gd name="T25" fmla="*/ 9 h 15"/>
                <a:gd name="T26" fmla="*/ 7 w 15"/>
                <a:gd name="T27" fmla="*/ 0 h 15"/>
                <a:gd name="T28" fmla="*/ 0 w 15"/>
                <a:gd name="T29" fmla="*/ 4 h 15"/>
                <a:gd name="T30" fmla="*/ 0 w 15"/>
                <a:gd name="T31" fmla="*/ 4 h 15"/>
                <a:gd name="T32" fmla="*/ 0 w 15"/>
                <a:gd name="T33" fmla="*/ 8 h 15"/>
                <a:gd name="T34" fmla="*/ 4 w 15"/>
                <a:gd name="T35" fmla="*/ 14 h 15"/>
                <a:gd name="T36" fmla="*/ 4 w 15"/>
                <a:gd name="T37" fmla="*/ 15 h 15"/>
                <a:gd name="T38" fmla="*/ 4 w 15"/>
                <a:gd name="T39" fmla="*/ 14 h 15"/>
                <a:gd name="T40" fmla="*/ 7 w 15"/>
                <a:gd name="T41" fmla="*/ 15 h 15"/>
                <a:gd name="T42" fmla="*/ 7 w 15"/>
                <a:gd name="T43" fmla="*/ 15 h 15"/>
                <a:gd name="T44" fmla="*/ 7 w 15"/>
                <a:gd name="T45" fmla="*/ 15 h 15"/>
                <a:gd name="T46" fmla="*/ 14 w 15"/>
                <a:gd name="T47" fmla="*/ 11 h 15"/>
                <a:gd name="T48" fmla="*/ 14 w 15"/>
                <a:gd name="T49" fmla="*/ 11 h 15"/>
                <a:gd name="T50" fmla="*/ 15 w 15"/>
                <a:gd name="T51" fmla="*/ 8 h 15"/>
                <a:gd name="T52" fmla="*/ 11 w 15"/>
                <a:gd name="T53" fmla="*/ 1 h 15"/>
                <a:gd name="T54" fmla="*/ 11 w 15"/>
                <a:gd name="T55" fmla="*/ 1 h 15"/>
                <a:gd name="T56" fmla="*/ 7 w 15"/>
                <a:gd name="T57" fmla="*/ 0 h 15"/>
                <a:gd name="T58" fmla="*/ 7 w 15"/>
                <a:gd name="T59" fmla="*/ 0 h 15"/>
                <a:gd name="T60" fmla="*/ 7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6" y="9"/>
                  </a:moveTo>
                  <a:cubicBezTo>
                    <a:pt x="6" y="9"/>
                    <a:pt x="6" y="8"/>
                    <a:pt x="6" y="8"/>
                  </a:cubicBezTo>
                  <a:cubicBezTo>
                    <a:pt x="6" y="7"/>
                    <a:pt x="6" y="7"/>
                    <a:pt x="6" y="7"/>
                  </a:cubicBezTo>
                  <a:cubicBezTo>
                    <a:pt x="3" y="6"/>
                    <a:pt x="3" y="6"/>
                    <a:pt x="3" y="6"/>
                  </a:cubicBezTo>
                  <a:cubicBezTo>
                    <a:pt x="6" y="7"/>
                    <a:pt x="6" y="7"/>
                    <a:pt x="6" y="7"/>
                  </a:cubicBezTo>
                  <a:cubicBezTo>
                    <a:pt x="6" y="6"/>
                    <a:pt x="7" y="6"/>
                    <a:pt x="7" y="6"/>
                  </a:cubicBezTo>
                  <a:cubicBezTo>
                    <a:pt x="8" y="6"/>
                    <a:pt x="8" y="6"/>
                    <a:pt x="8" y="6"/>
                  </a:cubicBezTo>
                  <a:cubicBezTo>
                    <a:pt x="8" y="6"/>
                    <a:pt x="8" y="6"/>
                    <a:pt x="8" y="6"/>
                  </a:cubicBezTo>
                  <a:cubicBezTo>
                    <a:pt x="8" y="6"/>
                    <a:pt x="9" y="7"/>
                    <a:pt x="9" y="8"/>
                  </a:cubicBezTo>
                  <a:cubicBezTo>
                    <a:pt x="9" y="8"/>
                    <a:pt x="9" y="8"/>
                    <a:pt x="9" y="8"/>
                  </a:cubicBezTo>
                  <a:cubicBezTo>
                    <a:pt x="9" y="8"/>
                    <a:pt x="9" y="8"/>
                    <a:pt x="9" y="8"/>
                  </a:cubicBezTo>
                  <a:cubicBezTo>
                    <a:pt x="8" y="9"/>
                    <a:pt x="8" y="9"/>
                    <a:pt x="7" y="9"/>
                  </a:cubicBezTo>
                  <a:cubicBezTo>
                    <a:pt x="6" y="9"/>
                    <a:pt x="6" y="9"/>
                    <a:pt x="6" y="9"/>
                  </a:cubicBezTo>
                  <a:moveTo>
                    <a:pt x="7" y="0"/>
                  </a:moveTo>
                  <a:cubicBezTo>
                    <a:pt x="4" y="0"/>
                    <a:pt x="2" y="1"/>
                    <a:pt x="0" y="4"/>
                  </a:cubicBezTo>
                  <a:cubicBezTo>
                    <a:pt x="0" y="4"/>
                    <a:pt x="0" y="4"/>
                    <a:pt x="0" y="4"/>
                  </a:cubicBezTo>
                  <a:cubicBezTo>
                    <a:pt x="0" y="5"/>
                    <a:pt x="0" y="6"/>
                    <a:pt x="0" y="8"/>
                  </a:cubicBezTo>
                  <a:cubicBezTo>
                    <a:pt x="0" y="10"/>
                    <a:pt x="1" y="13"/>
                    <a:pt x="4" y="14"/>
                  </a:cubicBezTo>
                  <a:cubicBezTo>
                    <a:pt x="4" y="15"/>
                    <a:pt x="4" y="15"/>
                    <a:pt x="4" y="15"/>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4" y="11"/>
                    <a:pt x="14" y="11"/>
                    <a:pt x="14" y="11"/>
                  </a:cubicBezTo>
                  <a:cubicBezTo>
                    <a:pt x="15" y="10"/>
                    <a:pt x="15" y="9"/>
                    <a:pt x="15" y="8"/>
                  </a:cubicBezTo>
                  <a:cubicBezTo>
                    <a:pt x="15" y="5"/>
                    <a:pt x="13" y="2"/>
                    <a:pt x="11" y="1"/>
                  </a:cubicBezTo>
                  <a:cubicBezTo>
                    <a:pt x="11" y="1"/>
                    <a:pt x="11" y="1"/>
                    <a:pt x="11" y="1"/>
                  </a:cubicBezTo>
                  <a:cubicBezTo>
                    <a:pt x="9" y="0"/>
                    <a:pt x="8"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1" name="Freeform 1448">
              <a:extLst>
                <a:ext uri="{FF2B5EF4-FFF2-40B4-BE49-F238E27FC236}">
                  <a16:creationId xmlns:a16="http://schemas.microsoft.com/office/drawing/2014/main" id="{E3B9563B-F01B-4CD5-A56F-FC047C132773}"/>
                </a:ext>
              </a:extLst>
            </p:cNvPr>
            <p:cNvSpPr>
              <a:spLocks noEditPoints="1"/>
            </p:cNvSpPr>
            <p:nvPr userDrawn="1"/>
          </p:nvSpPr>
          <p:spPr bwMode="auto">
            <a:xfrm>
              <a:off x="5075736"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2" name="Freeform 1449">
              <a:extLst>
                <a:ext uri="{FF2B5EF4-FFF2-40B4-BE49-F238E27FC236}">
                  <a16:creationId xmlns:a16="http://schemas.microsoft.com/office/drawing/2014/main" id="{7919453D-88BD-4F4C-AB97-4B46A3394246}"/>
                </a:ext>
              </a:extLst>
            </p:cNvPr>
            <p:cNvSpPr>
              <a:spLocks noEditPoints="1"/>
            </p:cNvSpPr>
            <p:nvPr userDrawn="1"/>
          </p:nvSpPr>
          <p:spPr bwMode="auto">
            <a:xfrm>
              <a:off x="5059680"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3" name="Freeform 1450">
              <a:extLst>
                <a:ext uri="{FF2B5EF4-FFF2-40B4-BE49-F238E27FC236}">
                  <a16:creationId xmlns:a16="http://schemas.microsoft.com/office/drawing/2014/main" id="{ECBCAC87-817F-4A64-8FE4-4ACFA9618718}"/>
                </a:ext>
              </a:extLst>
            </p:cNvPr>
            <p:cNvSpPr>
              <a:spLocks noEditPoints="1"/>
            </p:cNvSpPr>
            <p:nvPr userDrawn="1"/>
          </p:nvSpPr>
          <p:spPr bwMode="auto">
            <a:xfrm>
              <a:off x="5041618" y="5501952"/>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9 w 16"/>
                <a:gd name="T13" fmla="*/ 7 h 17"/>
                <a:gd name="T14" fmla="*/ 10 w 16"/>
                <a:gd name="T15" fmla="*/ 7 h 17"/>
                <a:gd name="T16" fmla="*/ 10 w 16"/>
                <a:gd name="T17" fmla="*/ 8 h 17"/>
                <a:gd name="T18" fmla="*/ 10 w 16"/>
                <a:gd name="T19" fmla="*/ 10 h 17"/>
                <a:gd name="T20" fmla="*/ 8 w 16"/>
                <a:gd name="T21" fmla="*/ 11 h 17"/>
                <a:gd name="T22" fmla="*/ 7 w 16"/>
                <a:gd name="T23" fmla="*/ 10 h 17"/>
                <a:gd name="T24" fmla="*/ 7 w 16"/>
                <a:gd name="T25" fmla="*/ 1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8 w 16"/>
                <a:gd name="T51" fmla="*/ 0 h 17"/>
                <a:gd name="T52" fmla="*/ 8 w 16"/>
                <a:gd name="T53" fmla="*/ 0 h 17"/>
                <a:gd name="T54" fmla="*/ 8 w 16"/>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7"/>
                  </a:cubicBezTo>
                  <a:cubicBezTo>
                    <a:pt x="10" y="7"/>
                    <a:pt x="10" y="7"/>
                    <a:pt x="10" y="7"/>
                  </a:cubicBezTo>
                  <a:cubicBezTo>
                    <a:pt x="10" y="7"/>
                    <a:pt x="10" y="8"/>
                    <a:pt x="10" y="8"/>
                  </a:cubicBezTo>
                  <a:cubicBezTo>
                    <a:pt x="10" y="9"/>
                    <a:pt x="10" y="9"/>
                    <a:pt x="10" y="10"/>
                  </a:cubicBezTo>
                  <a:cubicBezTo>
                    <a:pt x="9" y="10"/>
                    <a:pt x="9" y="11"/>
                    <a:pt x="8" y="11"/>
                  </a:cubicBezTo>
                  <a:cubicBezTo>
                    <a:pt x="8" y="11"/>
                    <a:pt x="7" y="10"/>
                    <a:pt x="7" y="10"/>
                  </a:cubicBezTo>
                  <a:cubicBezTo>
                    <a:pt x="7" y="10"/>
                    <a:pt x="7" y="10"/>
                    <a:pt x="7" y="10"/>
                  </a:cubicBezTo>
                  <a:moveTo>
                    <a:pt x="8" y="0"/>
                  </a:move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2"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4" name="Freeform 1451">
              <a:extLst>
                <a:ext uri="{FF2B5EF4-FFF2-40B4-BE49-F238E27FC236}">
                  <a16:creationId xmlns:a16="http://schemas.microsoft.com/office/drawing/2014/main" id="{A5AD2D4F-DC55-49A4-8585-C5B42A0D90DA}"/>
                </a:ext>
              </a:extLst>
            </p:cNvPr>
            <p:cNvSpPr>
              <a:spLocks noEditPoints="1"/>
            </p:cNvSpPr>
            <p:nvPr userDrawn="1"/>
          </p:nvSpPr>
          <p:spPr bwMode="auto">
            <a:xfrm>
              <a:off x="5017535" y="5499945"/>
              <a:ext cx="22077" cy="22077"/>
            </a:xfrm>
            <a:custGeom>
              <a:avLst/>
              <a:gdLst>
                <a:gd name="T0" fmla="*/ 7 w 15"/>
                <a:gd name="T1" fmla="*/ 8 h 14"/>
                <a:gd name="T2" fmla="*/ 6 w 15"/>
                <a:gd name="T3" fmla="*/ 7 h 14"/>
                <a:gd name="T4" fmla="*/ 7 w 15"/>
                <a:gd name="T5" fmla="*/ 6 h 14"/>
                <a:gd name="T6" fmla="*/ 4 w 15"/>
                <a:gd name="T7" fmla="*/ 4 h 14"/>
                <a:gd name="T8" fmla="*/ 7 w 15"/>
                <a:gd name="T9" fmla="*/ 6 h 14"/>
                <a:gd name="T10" fmla="*/ 8 w 15"/>
                <a:gd name="T11" fmla="*/ 6 h 14"/>
                <a:gd name="T12" fmla="*/ 9 w 15"/>
                <a:gd name="T13" fmla="*/ 6 h 14"/>
                <a:gd name="T14" fmla="*/ 9 w 15"/>
                <a:gd name="T15" fmla="*/ 7 h 14"/>
                <a:gd name="T16" fmla="*/ 9 w 15"/>
                <a:gd name="T17" fmla="*/ 8 h 14"/>
                <a:gd name="T18" fmla="*/ 9 w 15"/>
                <a:gd name="T19" fmla="*/ 8 h 14"/>
                <a:gd name="T20" fmla="*/ 8 w 15"/>
                <a:gd name="T21" fmla="*/ 8 h 14"/>
                <a:gd name="T22" fmla="*/ 7 w 15"/>
                <a:gd name="T23" fmla="*/ 8 h 14"/>
                <a:gd name="T24" fmla="*/ 8 w 15"/>
                <a:gd name="T25" fmla="*/ 0 h 14"/>
                <a:gd name="T26" fmla="*/ 2 w 15"/>
                <a:gd name="T27" fmla="*/ 3 h 14"/>
                <a:gd name="T28" fmla="*/ 2 w 15"/>
                <a:gd name="T29" fmla="*/ 3 h 14"/>
                <a:gd name="T30" fmla="*/ 0 w 15"/>
                <a:gd name="T31" fmla="*/ 7 h 14"/>
                <a:gd name="T32" fmla="*/ 3 w 15"/>
                <a:gd name="T33" fmla="*/ 13 h 14"/>
                <a:gd name="T34" fmla="*/ 3 w 15"/>
                <a:gd name="T35" fmla="*/ 13 h 14"/>
                <a:gd name="T36" fmla="*/ 8 w 15"/>
                <a:gd name="T37" fmla="*/ 14 h 14"/>
                <a:gd name="T38" fmla="*/ 8 w 15"/>
                <a:gd name="T39" fmla="*/ 14 h 14"/>
                <a:gd name="T40" fmla="*/ 14 w 15"/>
                <a:gd name="T41" fmla="*/ 11 h 14"/>
                <a:gd name="T42" fmla="*/ 14 w 15"/>
                <a:gd name="T43" fmla="*/ 11 h 14"/>
                <a:gd name="T44" fmla="*/ 15 w 15"/>
                <a:gd name="T45" fmla="*/ 7 h 14"/>
                <a:gd name="T46" fmla="*/ 12 w 15"/>
                <a:gd name="T47" fmla="*/ 1 h 14"/>
                <a:gd name="T48" fmla="*/ 8 w 15"/>
                <a:gd name="T49" fmla="*/ 0 h 14"/>
                <a:gd name="T50" fmla="*/ 8 w 15"/>
                <a:gd name="T51" fmla="*/ 0 h 14"/>
                <a:gd name="T52" fmla="*/ 8 w 1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4">
                  <a:moveTo>
                    <a:pt x="7" y="8"/>
                  </a:move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cubicBezTo>
                    <a:pt x="7" y="8"/>
                    <a:pt x="7" y="8"/>
                    <a:pt x="7" y="8"/>
                  </a:cubicBezTo>
                  <a:moveTo>
                    <a:pt x="8" y="0"/>
                  </a:moveTo>
                  <a:cubicBezTo>
                    <a:pt x="6" y="0"/>
                    <a:pt x="3" y="1"/>
                    <a:pt x="2" y="3"/>
                  </a:cubicBezTo>
                  <a:cubicBezTo>
                    <a:pt x="2" y="3"/>
                    <a:pt x="2" y="3"/>
                    <a:pt x="2" y="3"/>
                  </a:cubicBezTo>
                  <a:cubicBezTo>
                    <a:pt x="1" y="4"/>
                    <a:pt x="0" y="5"/>
                    <a:pt x="0" y="7"/>
                  </a:cubicBezTo>
                  <a:cubicBezTo>
                    <a:pt x="0" y="9"/>
                    <a:pt x="1" y="11"/>
                    <a:pt x="3" y="13"/>
                  </a:cubicBezTo>
                  <a:cubicBezTo>
                    <a:pt x="3" y="13"/>
                    <a:pt x="3" y="13"/>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5" name="Freeform 1452">
              <a:extLst>
                <a:ext uri="{FF2B5EF4-FFF2-40B4-BE49-F238E27FC236}">
                  <a16:creationId xmlns:a16="http://schemas.microsoft.com/office/drawing/2014/main" id="{41C5711C-3A5E-4CCA-9E53-C4485A8D3297}"/>
                </a:ext>
              </a:extLst>
            </p:cNvPr>
            <p:cNvSpPr>
              <a:spLocks noEditPoints="1"/>
            </p:cNvSpPr>
            <p:nvPr userDrawn="1"/>
          </p:nvSpPr>
          <p:spPr bwMode="auto">
            <a:xfrm>
              <a:off x="3913733"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74 w 240"/>
                <a:gd name="T11" fmla="*/ 8 h 203"/>
                <a:gd name="T12" fmla="*/ 190 w 240"/>
                <a:gd name="T13" fmla="*/ 9 h 203"/>
                <a:gd name="T14" fmla="*/ 201 w 240"/>
                <a:gd name="T15" fmla="*/ 17 h 203"/>
                <a:gd name="T16" fmla="*/ 198 w 240"/>
                <a:gd name="T17" fmla="*/ 48 h 203"/>
                <a:gd name="T18" fmla="*/ 209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4 w 240"/>
                <a:gd name="T33" fmla="*/ 155 h 203"/>
                <a:gd name="T34" fmla="*/ 125 w 240"/>
                <a:gd name="T35" fmla="*/ 141 h 203"/>
                <a:gd name="T36" fmla="*/ 127 w 240"/>
                <a:gd name="T37" fmla="*/ 152 h 203"/>
                <a:gd name="T38" fmla="*/ 78 w 240"/>
                <a:gd name="T39" fmla="*/ 171 h 203"/>
                <a:gd name="T40" fmla="*/ 58 w 240"/>
                <a:gd name="T41" fmla="*/ 164 h 203"/>
                <a:gd name="T42" fmla="*/ 59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1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10"/>
                    <a:pt x="129" y="9"/>
                  </a:cubicBezTo>
                  <a:cubicBezTo>
                    <a:pt x="138" y="9"/>
                    <a:pt x="158" y="8"/>
                    <a:pt x="173" y="8"/>
                  </a:cubicBezTo>
                  <a:cubicBezTo>
                    <a:pt x="173" y="8"/>
                    <a:pt x="173" y="8"/>
                    <a:pt x="174"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6"/>
                    <a:pt x="177"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5"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2" y="9"/>
                    <a:pt x="199" y="8"/>
                  </a:cubicBezTo>
                  <a:cubicBezTo>
                    <a:pt x="198" y="7"/>
                    <a:pt x="197" y="6"/>
                    <a:pt x="196" y="6"/>
                  </a:cubicBezTo>
                  <a:cubicBezTo>
                    <a:pt x="195" y="6"/>
                    <a:pt x="195" y="5"/>
                    <a:pt x="195" y="5"/>
                  </a:cubicBezTo>
                  <a:cubicBezTo>
                    <a:pt x="195" y="5"/>
                    <a:pt x="195" y="5"/>
                    <a:pt x="195" y="5"/>
                  </a:cubicBezTo>
                  <a:cubicBezTo>
                    <a:pt x="194" y="4"/>
                    <a:pt x="193" y="4"/>
                    <a:pt x="193" y="4"/>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6" name="Freeform 1453">
              <a:extLst>
                <a:ext uri="{FF2B5EF4-FFF2-40B4-BE49-F238E27FC236}">
                  <a16:creationId xmlns:a16="http://schemas.microsoft.com/office/drawing/2014/main" id="{30254D67-6D28-43BC-892C-CD1D416730FD}"/>
                </a:ext>
              </a:extLst>
            </p:cNvPr>
            <p:cNvSpPr>
              <a:spLocks/>
            </p:cNvSpPr>
            <p:nvPr userDrawn="1"/>
          </p:nvSpPr>
          <p:spPr bwMode="auto">
            <a:xfrm>
              <a:off x="3941829" y="4149292"/>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7" name="Freeform 1454">
              <a:extLst>
                <a:ext uri="{FF2B5EF4-FFF2-40B4-BE49-F238E27FC236}">
                  <a16:creationId xmlns:a16="http://schemas.microsoft.com/office/drawing/2014/main" id="{09030836-481A-4A53-8424-F877827A1E88}"/>
                </a:ext>
              </a:extLst>
            </p:cNvPr>
            <p:cNvSpPr>
              <a:spLocks/>
            </p:cNvSpPr>
            <p:nvPr userDrawn="1"/>
          </p:nvSpPr>
          <p:spPr bwMode="auto">
            <a:xfrm>
              <a:off x="4234839" y="4265693"/>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8" name="Freeform 1455">
              <a:extLst>
                <a:ext uri="{FF2B5EF4-FFF2-40B4-BE49-F238E27FC236}">
                  <a16:creationId xmlns:a16="http://schemas.microsoft.com/office/drawing/2014/main" id="{FAFC63C8-FFCF-4FA6-A246-79CDF06CB222}"/>
                </a:ext>
              </a:extLst>
            </p:cNvPr>
            <p:cNvSpPr>
              <a:spLocks noEditPoints="1"/>
            </p:cNvSpPr>
            <p:nvPr userDrawn="1"/>
          </p:nvSpPr>
          <p:spPr bwMode="auto">
            <a:xfrm>
              <a:off x="3550482" y="5780913"/>
              <a:ext cx="361244" cy="315086"/>
            </a:xfrm>
            <a:custGeom>
              <a:avLst/>
              <a:gdLst>
                <a:gd name="T0" fmla="*/ 118 w 240"/>
                <a:gd name="T1" fmla="*/ 5 h 209"/>
                <a:gd name="T2" fmla="*/ 213 w 240"/>
                <a:gd name="T3" fmla="*/ 189 h 209"/>
                <a:gd name="T4" fmla="*/ 111 w 240"/>
                <a:gd name="T5" fmla="*/ 6 h 209"/>
                <a:gd name="T6" fmla="*/ 119 w 240"/>
                <a:gd name="T7" fmla="*/ 12 h 209"/>
                <a:gd name="T8" fmla="*/ 129 w 240"/>
                <a:gd name="T9" fmla="*/ 9 h 209"/>
                <a:gd name="T10" fmla="*/ 190 w 240"/>
                <a:gd name="T11" fmla="*/ 8 h 209"/>
                <a:gd name="T12" fmla="*/ 203 w 240"/>
                <a:gd name="T13" fmla="*/ 24 h 209"/>
                <a:gd name="T14" fmla="*/ 202 w 240"/>
                <a:gd name="T15" fmla="*/ 57 h 209"/>
                <a:gd name="T16" fmla="*/ 218 w 240"/>
                <a:gd name="T17" fmla="*/ 59 h 209"/>
                <a:gd name="T18" fmla="*/ 231 w 240"/>
                <a:gd name="T19" fmla="*/ 91 h 209"/>
                <a:gd name="T20" fmla="*/ 197 w 240"/>
                <a:gd name="T21" fmla="*/ 119 h 209"/>
                <a:gd name="T22" fmla="*/ 176 w 240"/>
                <a:gd name="T23" fmla="*/ 126 h 209"/>
                <a:gd name="T24" fmla="*/ 158 w 240"/>
                <a:gd name="T25" fmla="*/ 154 h 209"/>
                <a:gd name="T26" fmla="*/ 140 w 240"/>
                <a:gd name="T27" fmla="*/ 147 h 209"/>
                <a:gd name="T28" fmla="*/ 128 w 240"/>
                <a:gd name="T29" fmla="*/ 149 h 209"/>
                <a:gd name="T30" fmla="*/ 78 w 240"/>
                <a:gd name="T31" fmla="*/ 170 h 209"/>
                <a:gd name="T32" fmla="*/ 56 w 240"/>
                <a:gd name="T33" fmla="*/ 157 h 209"/>
                <a:gd name="T34" fmla="*/ 43 w 240"/>
                <a:gd name="T35" fmla="*/ 121 h 209"/>
                <a:gd name="T36" fmla="*/ 8 w 240"/>
                <a:gd name="T37" fmla="*/ 91 h 209"/>
                <a:gd name="T38" fmla="*/ 27 w 240"/>
                <a:gd name="T39" fmla="*/ 77 h 209"/>
                <a:gd name="T40" fmla="*/ 27 w 240"/>
                <a:gd name="T41" fmla="*/ 24 h 209"/>
                <a:gd name="T42" fmla="*/ 67 w 240"/>
                <a:gd name="T43" fmla="*/ 21 h 209"/>
                <a:gd name="T44" fmla="*/ 81 w 240"/>
                <a:gd name="T45" fmla="*/ 9 h 209"/>
                <a:gd name="T46" fmla="*/ 195 w 240"/>
                <a:gd name="T47" fmla="*/ 4 h 209"/>
                <a:gd name="T48" fmla="*/ 105 w 240"/>
                <a:gd name="T49" fmla="*/ 0 h 209"/>
                <a:gd name="T50" fmla="*/ 75 w 240"/>
                <a:gd name="T51" fmla="*/ 6 h 209"/>
                <a:gd name="T52" fmla="*/ 67 w 240"/>
                <a:gd name="T53" fmla="*/ 15 h 209"/>
                <a:gd name="T54" fmla="*/ 40 w 240"/>
                <a:gd name="T55" fmla="*/ 4 h 209"/>
                <a:gd name="T56" fmla="*/ 17 w 240"/>
                <a:gd name="T57" fmla="*/ 66 h 209"/>
                <a:gd name="T58" fmla="*/ 21 w 240"/>
                <a:gd name="T59" fmla="*/ 77 h 209"/>
                <a:gd name="T60" fmla="*/ 0 w 240"/>
                <a:gd name="T61" fmla="*/ 97 h 209"/>
                <a:gd name="T62" fmla="*/ 16 w 240"/>
                <a:gd name="T63" fmla="*/ 126 h 209"/>
                <a:gd name="T64" fmla="*/ 45 w 240"/>
                <a:gd name="T65" fmla="*/ 128 h 209"/>
                <a:gd name="T66" fmla="*/ 50 w 240"/>
                <a:gd name="T67" fmla="*/ 157 h 209"/>
                <a:gd name="T68" fmla="*/ 114 w 240"/>
                <a:gd name="T69" fmla="*/ 168 h 209"/>
                <a:gd name="T70" fmla="*/ 141 w 240"/>
                <a:gd name="T71" fmla="*/ 154 h 209"/>
                <a:gd name="T72" fmla="*/ 158 w 240"/>
                <a:gd name="T73" fmla="*/ 160 h 209"/>
                <a:gd name="T74" fmla="*/ 216 w 240"/>
                <a:gd name="T75" fmla="*/ 209 h 209"/>
                <a:gd name="T76" fmla="*/ 204 w 240"/>
                <a:gd name="T77" fmla="*/ 123 h 209"/>
                <a:gd name="T78" fmla="*/ 221 w 240"/>
                <a:gd name="T79" fmla="*/ 103 h 209"/>
                <a:gd name="T80" fmla="*/ 232 w 240"/>
                <a:gd name="T81" fmla="*/ 58 h 209"/>
                <a:gd name="T82" fmla="*/ 214 w 240"/>
                <a:gd name="T83" fmla="*/ 53 h 209"/>
                <a:gd name="T84" fmla="*/ 206 w 240"/>
                <a:gd name="T85" fmla="*/ 38 h 209"/>
                <a:gd name="T86" fmla="*/ 196 w 240"/>
                <a:gd name="T87" fmla="*/ 5 h 209"/>
                <a:gd name="T88" fmla="*/ 195 w 240"/>
                <a:gd name="T89" fmla="*/ 4 h 209"/>
                <a:gd name="T90" fmla="*/ 173 w 240"/>
                <a:gd name="T91" fmla="*/ 1 h 209"/>
                <a:gd name="T92" fmla="*/ 121 w 240"/>
                <a:gd name="T93" fmla="*/ 4 h 209"/>
                <a:gd name="T94" fmla="*/ 119 w 240"/>
                <a:gd name="T95" fmla="*/ 5 h 209"/>
                <a:gd name="T96" fmla="*/ 105 w 240"/>
                <a:gd name="T9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118" y="5"/>
                  </a:moveTo>
                  <a:cubicBezTo>
                    <a:pt x="119" y="5"/>
                    <a:pt x="119" y="5"/>
                    <a:pt x="119" y="5"/>
                  </a:cubicBezTo>
                  <a:cubicBezTo>
                    <a:pt x="119" y="5"/>
                    <a:pt x="119" y="5"/>
                    <a:pt x="119" y="5"/>
                  </a:cubicBezTo>
                  <a:cubicBezTo>
                    <a:pt x="118" y="5"/>
                    <a:pt x="118" y="5"/>
                    <a:pt x="118" y="5"/>
                  </a:cubicBezTo>
                  <a:moveTo>
                    <a:pt x="211" y="191"/>
                  </a:moveTo>
                  <a:cubicBezTo>
                    <a:pt x="213" y="189"/>
                    <a:pt x="213" y="189"/>
                    <a:pt x="213" y="189"/>
                  </a:cubicBezTo>
                  <a:cubicBezTo>
                    <a:pt x="211" y="191"/>
                    <a:pt x="211" y="191"/>
                    <a:pt x="211" y="191"/>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5"/>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9"/>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0" y="75"/>
                    <a:pt x="20" y="75"/>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8" y="176"/>
                  </a:cubicBezTo>
                  <a:cubicBezTo>
                    <a:pt x="89" y="176"/>
                    <a:pt x="103" y="173"/>
                    <a:pt x="114" y="168"/>
                  </a:cubicBezTo>
                  <a:cubicBezTo>
                    <a:pt x="119" y="166"/>
                    <a:pt x="124" y="163"/>
                    <a:pt x="128" y="160"/>
                  </a:cubicBezTo>
                  <a:cubicBezTo>
                    <a:pt x="130"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5"/>
                  </a:cubicBezTo>
                  <a:cubicBezTo>
                    <a:pt x="235" y="62"/>
                    <a:pt x="234"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6"/>
                    <a:pt x="196" y="5"/>
                  </a:cubicBezTo>
                  <a:cubicBezTo>
                    <a:pt x="195" y="5"/>
                    <a:pt x="195" y="5"/>
                    <a:pt x="195" y="4"/>
                  </a:cubicBezTo>
                  <a:cubicBezTo>
                    <a:pt x="195" y="4"/>
                    <a:pt x="195" y="4"/>
                    <a:pt x="195" y="4"/>
                  </a:cubicBezTo>
                  <a:cubicBezTo>
                    <a:pt x="194" y="4"/>
                    <a:pt x="194" y="4"/>
                    <a:pt x="194" y="4"/>
                  </a:cubicBezTo>
                  <a:cubicBezTo>
                    <a:pt x="195" y="4"/>
                    <a:pt x="195" y="4"/>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9" name="Freeform 1456">
              <a:extLst>
                <a:ext uri="{FF2B5EF4-FFF2-40B4-BE49-F238E27FC236}">
                  <a16:creationId xmlns:a16="http://schemas.microsoft.com/office/drawing/2014/main" id="{39E40EED-66FB-425F-8886-2F502CE81B96}"/>
                </a:ext>
              </a:extLst>
            </p:cNvPr>
            <p:cNvSpPr>
              <a:spLocks noEditPoints="1"/>
            </p:cNvSpPr>
            <p:nvPr userDrawn="1"/>
          </p:nvSpPr>
          <p:spPr bwMode="auto">
            <a:xfrm>
              <a:off x="4299060" y="4002788"/>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8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0" name="Freeform 1457">
              <a:extLst>
                <a:ext uri="{FF2B5EF4-FFF2-40B4-BE49-F238E27FC236}">
                  <a16:creationId xmlns:a16="http://schemas.microsoft.com/office/drawing/2014/main" id="{1255AF40-52E3-4A3D-B02B-BA0BFFFF0A4F}"/>
                </a:ext>
              </a:extLst>
            </p:cNvPr>
            <p:cNvSpPr>
              <a:spLocks noEditPoints="1"/>
            </p:cNvSpPr>
            <p:nvPr userDrawn="1"/>
          </p:nvSpPr>
          <p:spPr bwMode="auto">
            <a:xfrm>
              <a:off x="5539332" y="3966664"/>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7"/>
                    <a:pt x="1" y="67"/>
                    <a:pt x="1" y="68"/>
                  </a:cubicBezTo>
                  <a:cubicBezTo>
                    <a:pt x="1" y="69"/>
                    <a:pt x="0" y="71"/>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1" name="Freeform 1458">
              <a:extLst>
                <a:ext uri="{FF2B5EF4-FFF2-40B4-BE49-F238E27FC236}">
                  <a16:creationId xmlns:a16="http://schemas.microsoft.com/office/drawing/2014/main" id="{63F2FFC5-0B58-4177-96C2-D9F416D5236A}"/>
                </a:ext>
              </a:extLst>
            </p:cNvPr>
            <p:cNvSpPr>
              <a:spLocks noEditPoints="1"/>
            </p:cNvSpPr>
            <p:nvPr userDrawn="1"/>
          </p:nvSpPr>
          <p:spPr bwMode="auto">
            <a:xfrm>
              <a:off x="5583484" y="4757387"/>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9 h 268"/>
                <a:gd name="T60" fmla="*/ 298 w 298"/>
                <a:gd name="T61" fmla="*/ 151 h 268"/>
                <a:gd name="T62" fmla="*/ 287 w 298"/>
                <a:gd name="T63" fmla="*/ 123 h 268"/>
                <a:gd name="T64" fmla="*/ 285 w 298"/>
                <a:gd name="T65" fmla="*/ 125 h 268"/>
                <a:gd name="T66" fmla="*/ 285 w 298"/>
                <a:gd name="T67" fmla="*/ 125 h 268"/>
                <a:gd name="T68" fmla="*/ 97 w 298"/>
                <a:gd name="T69" fmla="*/ 2 h 268"/>
                <a:gd name="T70" fmla="*/ 87 w 298"/>
                <a:gd name="T71" fmla="*/ 0 h 268"/>
                <a:gd name="T72" fmla="*/ 87 w 298"/>
                <a:gd name="T7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3"/>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9"/>
                  </a:cubicBezTo>
                  <a:cubicBezTo>
                    <a:pt x="271" y="218"/>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2" name="Freeform 1459">
              <a:extLst>
                <a:ext uri="{FF2B5EF4-FFF2-40B4-BE49-F238E27FC236}">
                  <a16:creationId xmlns:a16="http://schemas.microsoft.com/office/drawing/2014/main" id="{6D99800D-BA91-49A9-9B14-21AFF8C167E8}"/>
                </a:ext>
              </a:extLst>
            </p:cNvPr>
            <p:cNvSpPr>
              <a:spLocks noEditPoints="1"/>
            </p:cNvSpPr>
            <p:nvPr userDrawn="1"/>
          </p:nvSpPr>
          <p:spPr bwMode="auto">
            <a:xfrm>
              <a:off x="5583484"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3" name="Freeform 1460">
              <a:extLst>
                <a:ext uri="{FF2B5EF4-FFF2-40B4-BE49-F238E27FC236}">
                  <a16:creationId xmlns:a16="http://schemas.microsoft.com/office/drawing/2014/main" id="{1EE714D1-D5E0-4FA3-A7E7-B5BF3C47DC20}"/>
                </a:ext>
              </a:extLst>
            </p:cNvPr>
            <p:cNvSpPr>
              <a:spLocks noEditPoints="1"/>
            </p:cNvSpPr>
            <p:nvPr userDrawn="1"/>
          </p:nvSpPr>
          <p:spPr bwMode="auto">
            <a:xfrm>
              <a:off x="6018985" y="3896421"/>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5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90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 name="T122" fmla="*/ 39 w 133"/>
                <a:gd name="T1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5"/>
                    <a:pt x="115" y="95"/>
                    <a:pt x="115" y="95"/>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90"/>
                    <a:pt x="43" y="90"/>
                    <a:pt x="43" y="90"/>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8"/>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4" name="Freeform 1461">
              <a:extLst>
                <a:ext uri="{FF2B5EF4-FFF2-40B4-BE49-F238E27FC236}">
                  <a16:creationId xmlns:a16="http://schemas.microsoft.com/office/drawing/2014/main" id="{5501E6F2-4DE5-41E8-B1AA-92E39A214A26}"/>
                </a:ext>
              </a:extLst>
            </p:cNvPr>
            <p:cNvSpPr>
              <a:spLocks noEditPoints="1"/>
            </p:cNvSpPr>
            <p:nvPr userDrawn="1"/>
          </p:nvSpPr>
          <p:spPr bwMode="auto">
            <a:xfrm>
              <a:off x="4517814" y="4225555"/>
              <a:ext cx="178616" cy="108373"/>
            </a:xfrm>
            <a:custGeom>
              <a:avLst/>
              <a:gdLst>
                <a:gd name="T0" fmla="*/ 49 w 119"/>
                <a:gd name="T1" fmla="*/ 6 h 73"/>
                <a:gd name="T2" fmla="*/ 100 w 119"/>
                <a:gd name="T3" fmla="*/ 6 h 73"/>
                <a:gd name="T4" fmla="*/ 107 w 119"/>
                <a:gd name="T5" fmla="*/ 10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1 w 119"/>
                <a:gd name="T17" fmla="*/ 67 h 73"/>
                <a:gd name="T18" fmla="*/ 41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4 h 73"/>
                <a:gd name="T58" fmla="*/ 27 w 119"/>
                <a:gd name="T59" fmla="*/ 55 h 73"/>
                <a:gd name="T60" fmla="*/ 29 w 119"/>
                <a:gd name="T61" fmla="*/ 65 h 73"/>
                <a:gd name="T62" fmla="*/ 37 w 119"/>
                <a:gd name="T63" fmla="*/ 72 h 73"/>
                <a:gd name="T64" fmla="*/ 41 w 119"/>
                <a:gd name="T65" fmla="*/ 73 h 73"/>
                <a:gd name="T66" fmla="*/ 41 w 119"/>
                <a:gd name="T67" fmla="*/ 73 h 73"/>
                <a:gd name="T68" fmla="*/ 102 w 119"/>
                <a:gd name="T69" fmla="*/ 73 h 73"/>
                <a:gd name="T70" fmla="*/ 102 w 119"/>
                <a:gd name="T71" fmla="*/ 73 h 73"/>
                <a:gd name="T72" fmla="*/ 110 w 119"/>
                <a:gd name="T73" fmla="*/ 70 h 73"/>
                <a:gd name="T74" fmla="*/ 116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5" name="Freeform 1462">
              <a:extLst>
                <a:ext uri="{FF2B5EF4-FFF2-40B4-BE49-F238E27FC236}">
                  <a16:creationId xmlns:a16="http://schemas.microsoft.com/office/drawing/2014/main" id="{CC5440C4-9093-40FD-8C00-9EB00CFA8ECD}"/>
                </a:ext>
              </a:extLst>
            </p:cNvPr>
            <p:cNvSpPr>
              <a:spLocks noEditPoints="1"/>
            </p:cNvSpPr>
            <p:nvPr userDrawn="1"/>
          </p:nvSpPr>
          <p:spPr bwMode="auto">
            <a:xfrm>
              <a:off x="3269514" y="4458357"/>
              <a:ext cx="222768" cy="136470"/>
            </a:xfrm>
            <a:custGeom>
              <a:avLst/>
              <a:gdLst>
                <a:gd name="T0" fmla="*/ 50 w 148"/>
                <a:gd name="T1" fmla="*/ 85 h 91"/>
                <a:gd name="T2" fmla="*/ 50 w 148"/>
                <a:gd name="T3" fmla="*/ 85 h 91"/>
                <a:gd name="T4" fmla="*/ 50 w 148"/>
                <a:gd name="T5" fmla="*/ 85 h 91"/>
                <a:gd name="T6" fmla="*/ 50 w 148"/>
                <a:gd name="T7" fmla="*/ 85 h 91"/>
                <a:gd name="T8" fmla="*/ 39 w 148"/>
                <a:gd name="T9" fmla="*/ 24 h 91"/>
                <a:gd name="T10" fmla="*/ 39 w 148"/>
                <a:gd name="T11" fmla="*/ 24 h 91"/>
                <a:gd name="T12" fmla="*/ 39 w 148"/>
                <a:gd name="T13" fmla="*/ 24 h 91"/>
                <a:gd name="T14" fmla="*/ 39 w 148"/>
                <a:gd name="T15" fmla="*/ 24 h 91"/>
                <a:gd name="T16" fmla="*/ 39 w 148"/>
                <a:gd name="T17" fmla="*/ 24 h 91"/>
                <a:gd name="T18" fmla="*/ 39 w 148"/>
                <a:gd name="T19" fmla="*/ 24 h 91"/>
                <a:gd name="T20" fmla="*/ 39 w 148"/>
                <a:gd name="T21" fmla="*/ 24 h 91"/>
                <a:gd name="T22" fmla="*/ 39 w 148"/>
                <a:gd name="T23" fmla="*/ 24 h 91"/>
                <a:gd name="T24" fmla="*/ 59 w 148"/>
                <a:gd name="T25" fmla="*/ 6 h 91"/>
                <a:gd name="T26" fmla="*/ 125 w 148"/>
                <a:gd name="T27" fmla="*/ 6 h 91"/>
                <a:gd name="T28" fmla="*/ 134 w 148"/>
                <a:gd name="T29" fmla="*/ 11 h 91"/>
                <a:gd name="T30" fmla="*/ 140 w 148"/>
                <a:gd name="T31" fmla="*/ 17 h 91"/>
                <a:gd name="T32" fmla="*/ 142 w 148"/>
                <a:gd name="T33" fmla="*/ 25 h 91"/>
                <a:gd name="T34" fmla="*/ 142 w 148"/>
                <a:gd name="T35" fmla="*/ 73 h 91"/>
                <a:gd name="T36" fmla="*/ 138 w 148"/>
                <a:gd name="T37" fmla="*/ 79 h 91"/>
                <a:gd name="T38" fmla="*/ 133 w 148"/>
                <a:gd name="T39" fmla="*/ 83 h 91"/>
                <a:gd name="T40" fmla="*/ 127 w 148"/>
                <a:gd name="T41" fmla="*/ 85 h 91"/>
                <a:gd name="T42" fmla="*/ 50 w 148"/>
                <a:gd name="T43" fmla="*/ 85 h 91"/>
                <a:gd name="T44" fmla="*/ 43 w 148"/>
                <a:gd name="T45" fmla="*/ 83 h 91"/>
                <a:gd name="T46" fmla="*/ 39 w 148"/>
                <a:gd name="T47" fmla="*/ 79 h 91"/>
                <a:gd name="T48" fmla="*/ 38 w 148"/>
                <a:gd name="T49" fmla="*/ 70 h 91"/>
                <a:gd name="T50" fmla="*/ 38 w 148"/>
                <a:gd name="T51" fmla="*/ 67 h 91"/>
                <a:gd name="T52" fmla="*/ 38 w 148"/>
                <a:gd name="T53" fmla="*/ 65 h 91"/>
                <a:gd name="T54" fmla="*/ 21 w 148"/>
                <a:gd name="T55" fmla="*/ 44 h 91"/>
                <a:gd name="T56" fmla="*/ 38 w 148"/>
                <a:gd name="T57" fmla="*/ 52 h 91"/>
                <a:gd name="T58" fmla="*/ 39 w 148"/>
                <a:gd name="T59" fmla="*/ 24 h 91"/>
                <a:gd name="T60" fmla="*/ 43 w 148"/>
                <a:gd name="T61" fmla="*/ 16 h 91"/>
                <a:gd name="T62" fmla="*/ 59 w 148"/>
                <a:gd name="T63" fmla="*/ 6 h 91"/>
                <a:gd name="T64" fmla="*/ 126 w 148"/>
                <a:gd name="T65" fmla="*/ 0 h 91"/>
                <a:gd name="T66" fmla="*/ 59 w 148"/>
                <a:gd name="T67" fmla="*/ 0 h 91"/>
                <a:gd name="T68" fmla="*/ 59 w 148"/>
                <a:gd name="T69" fmla="*/ 0 h 91"/>
                <a:gd name="T70" fmla="*/ 37 w 148"/>
                <a:gd name="T71" fmla="*/ 13 h 91"/>
                <a:gd name="T72" fmla="*/ 33 w 148"/>
                <a:gd name="T73" fmla="*/ 23 h 91"/>
                <a:gd name="T74" fmla="*/ 33 w 148"/>
                <a:gd name="T75" fmla="*/ 23 h 91"/>
                <a:gd name="T76" fmla="*/ 33 w 148"/>
                <a:gd name="T77" fmla="*/ 43 h 91"/>
                <a:gd name="T78" fmla="*/ 0 w 148"/>
                <a:gd name="T79" fmla="*/ 27 h 91"/>
                <a:gd name="T80" fmla="*/ 32 w 148"/>
                <a:gd name="T81" fmla="*/ 67 h 91"/>
                <a:gd name="T82" fmla="*/ 32 w 148"/>
                <a:gd name="T83" fmla="*/ 70 h 91"/>
                <a:gd name="T84" fmla="*/ 34 w 148"/>
                <a:gd name="T85" fmla="*/ 82 h 91"/>
                <a:gd name="T86" fmla="*/ 44 w 148"/>
                <a:gd name="T87" fmla="*/ 90 h 91"/>
                <a:gd name="T88" fmla="*/ 49 w 148"/>
                <a:gd name="T89" fmla="*/ 91 h 91"/>
                <a:gd name="T90" fmla="*/ 50 w 148"/>
                <a:gd name="T91" fmla="*/ 91 h 91"/>
                <a:gd name="T92" fmla="*/ 127 w 148"/>
                <a:gd name="T93" fmla="*/ 91 h 91"/>
                <a:gd name="T94" fmla="*/ 127 w 148"/>
                <a:gd name="T95" fmla="*/ 91 h 91"/>
                <a:gd name="T96" fmla="*/ 136 w 148"/>
                <a:gd name="T97" fmla="*/ 88 h 91"/>
                <a:gd name="T98" fmla="*/ 145 w 148"/>
                <a:gd name="T99" fmla="*/ 79 h 91"/>
                <a:gd name="T100" fmla="*/ 148 w 148"/>
                <a:gd name="T101" fmla="*/ 74 h 91"/>
                <a:gd name="T102" fmla="*/ 148 w 148"/>
                <a:gd name="T103" fmla="*/ 74 h 91"/>
                <a:gd name="T104" fmla="*/ 148 w 148"/>
                <a:gd name="T105" fmla="*/ 24 h 91"/>
                <a:gd name="T106" fmla="*/ 148 w 148"/>
                <a:gd name="T107" fmla="*/ 24 h 91"/>
                <a:gd name="T108" fmla="*/ 144 w 148"/>
                <a:gd name="T109" fmla="*/ 13 h 91"/>
                <a:gd name="T110" fmla="*/ 133 w 148"/>
                <a:gd name="T111" fmla="*/ 3 h 91"/>
                <a:gd name="T112" fmla="*/ 127 w 148"/>
                <a:gd name="T113" fmla="*/ 0 h 91"/>
                <a:gd name="T114" fmla="*/ 126 w 148"/>
                <a:gd name="T11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91">
                  <a:moveTo>
                    <a:pt x="50" y="85"/>
                  </a:moveTo>
                  <a:cubicBezTo>
                    <a:pt x="50" y="85"/>
                    <a:pt x="50" y="85"/>
                    <a:pt x="50" y="85"/>
                  </a:cubicBezTo>
                  <a:cubicBezTo>
                    <a:pt x="50" y="85"/>
                    <a:pt x="50" y="85"/>
                    <a:pt x="50" y="85"/>
                  </a:cubicBezTo>
                  <a:cubicBezTo>
                    <a:pt x="50" y="85"/>
                    <a:pt x="50" y="85"/>
                    <a:pt x="50" y="85"/>
                  </a:cubicBezTo>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2"/>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8"/>
                    <a:pt x="59" y="6"/>
                  </a:cubicBezTo>
                  <a:moveTo>
                    <a:pt x="126" y="0"/>
                  </a:moveTo>
                  <a:cubicBezTo>
                    <a:pt x="59" y="0"/>
                    <a:pt x="59" y="0"/>
                    <a:pt x="59" y="0"/>
                  </a:cubicBezTo>
                  <a:cubicBezTo>
                    <a:pt x="59" y="0"/>
                    <a:pt x="59" y="0"/>
                    <a:pt x="59" y="0"/>
                  </a:cubicBezTo>
                  <a:cubicBezTo>
                    <a:pt x="47" y="2"/>
                    <a:pt x="41" y="8"/>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7"/>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6" name="Freeform 1463">
              <a:extLst>
                <a:ext uri="{FF2B5EF4-FFF2-40B4-BE49-F238E27FC236}">
                  <a16:creationId xmlns:a16="http://schemas.microsoft.com/office/drawing/2014/main" id="{5B527E88-D524-44EA-A490-0CB45E9685C0}"/>
                </a:ext>
              </a:extLst>
            </p:cNvPr>
            <p:cNvSpPr>
              <a:spLocks noEditPoints="1"/>
            </p:cNvSpPr>
            <p:nvPr userDrawn="1"/>
          </p:nvSpPr>
          <p:spPr bwMode="auto">
            <a:xfrm>
              <a:off x="4913175" y="5168804"/>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7" name="Freeform 1464">
              <a:extLst>
                <a:ext uri="{FF2B5EF4-FFF2-40B4-BE49-F238E27FC236}">
                  <a16:creationId xmlns:a16="http://schemas.microsoft.com/office/drawing/2014/main" id="{DDC8C29E-88CC-43E9-978A-74D0C0EEEE2C}"/>
                </a:ext>
              </a:extLst>
            </p:cNvPr>
            <p:cNvSpPr>
              <a:spLocks noEditPoints="1"/>
            </p:cNvSpPr>
            <p:nvPr userDrawn="1"/>
          </p:nvSpPr>
          <p:spPr bwMode="auto">
            <a:xfrm>
              <a:off x="3694980" y="4725277"/>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8" name="Freeform 1465">
              <a:extLst>
                <a:ext uri="{FF2B5EF4-FFF2-40B4-BE49-F238E27FC236}">
                  <a16:creationId xmlns:a16="http://schemas.microsoft.com/office/drawing/2014/main" id="{78BCBF05-0EF1-4241-87B5-0F73BBA0C1C9}"/>
                </a:ext>
              </a:extLst>
            </p:cNvPr>
            <p:cNvSpPr>
              <a:spLocks noEditPoints="1"/>
            </p:cNvSpPr>
            <p:nvPr userDrawn="1"/>
          </p:nvSpPr>
          <p:spPr bwMode="auto">
            <a:xfrm>
              <a:off x="4690408" y="4143272"/>
              <a:ext cx="640206" cy="192664"/>
            </a:xfrm>
            <a:custGeom>
              <a:avLst/>
              <a:gdLst>
                <a:gd name="T0" fmla="*/ 92 w 426"/>
                <a:gd name="T1" fmla="*/ 25 h 128"/>
                <a:gd name="T2" fmla="*/ 346 w 426"/>
                <a:gd name="T3" fmla="*/ 6 h 128"/>
                <a:gd name="T4" fmla="*/ 371 w 426"/>
                <a:gd name="T5" fmla="*/ 7 h 128"/>
                <a:gd name="T6" fmla="*/ 373 w 426"/>
                <a:gd name="T7" fmla="*/ 7 h 128"/>
                <a:gd name="T8" fmla="*/ 420 w 426"/>
                <a:gd name="T9" fmla="*/ 45 h 128"/>
                <a:gd name="T10" fmla="*/ 420 w 426"/>
                <a:gd name="T11" fmla="*/ 46 h 128"/>
                <a:gd name="T12" fmla="*/ 420 w 426"/>
                <a:gd name="T13" fmla="*/ 46 h 128"/>
                <a:gd name="T14" fmla="*/ 411 w 426"/>
                <a:gd name="T15" fmla="*/ 80 h 128"/>
                <a:gd name="T16" fmla="*/ 373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7 w 426"/>
                <a:gd name="T33" fmla="*/ 71 h 128"/>
                <a:gd name="T34" fmla="*/ 69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1 w 426"/>
                <a:gd name="T47" fmla="*/ 71 h 128"/>
                <a:gd name="T48" fmla="*/ 31 w 426"/>
                <a:gd name="T49" fmla="*/ 74 h 128"/>
                <a:gd name="T50" fmla="*/ 37 w 426"/>
                <a:gd name="T51" fmla="*/ 92 h 128"/>
                <a:gd name="T52" fmla="*/ 59 w 426"/>
                <a:gd name="T53" fmla="*/ 109 h 128"/>
                <a:gd name="T54" fmla="*/ 29 w 426"/>
                <a:gd name="T55" fmla="*/ 125 h 128"/>
                <a:gd name="T56" fmla="*/ 75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7"/>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7"/>
                  </a:cubicBezTo>
                  <a:cubicBezTo>
                    <a:pt x="369" y="107"/>
                    <a:pt x="369"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20"/>
                    <a:pt x="83" y="20"/>
                  </a:cubicBezTo>
                  <a:cubicBezTo>
                    <a:pt x="82" y="20"/>
                    <a:pt x="70" y="21"/>
                    <a:pt x="57" y="27"/>
                  </a:cubicBezTo>
                  <a:cubicBezTo>
                    <a:pt x="51" y="30"/>
                    <a:pt x="44" y="35"/>
                    <a:pt x="39" y="42"/>
                  </a:cubicBezTo>
                  <a:cubicBezTo>
                    <a:pt x="34" y="50"/>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9" name="Freeform 1466">
              <a:extLst>
                <a:ext uri="{FF2B5EF4-FFF2-40B4-BE49-F238E27FC236}">
                  <a16:creationId xmlns:a16="http://schemas.microsoft.com/office/drawing/2014/main" id="{AAC872DA-67DE-439E-9F7B-60256E8157F4}"/>
                </a:ext>
              </a:extLst>
            </p:cNvPr>
            <p:cNvSpPr>
              <a:spLocks/>
            </p:cNvSpPr>
            <p:nvPr userDrawn="1"/>
          </p:nvSpPr>
          <p:spPr bwMode="auto">
            <a:xfrm>
              <a:off x="3281556" y="4239604"/>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2 w 426"/>
                <a:gd name="T73" fmla="*/ 7 h 127"/>
                <a:gd name="T74" fmla="*/ 373 w 426"/>
                <a:gd name="T75" fmla="*/ 7 h 127"/>
                <a:gd name="T76" fmla="*/ 390 w 426"/>
                <a:gd name="T77" fmla="*/ 11 h 127"/>
                <a:gd name="T78" fmla="*/ 377 w 426"/>
                <a:gd name="T79" fmla="*/ 1 h 127"/>
                <a:gd name="T80" fmla="*/ 376 w 426"/>
                <a:gd name="T81" fmla="*/ 1 h 127"/>
                <a:gd name="T82" fmla="*/ 374 w 426"/>
                <a:gd name="T83" fmla="*/ 1 h 127"/>
                <a:gd name="T84" fmla="*/ 372 w 426"/>
                <a:gd name="T85" fmla="*/ 1 h 127"/>
                <a:gd name="T86" fmla="*/ 346 w 426"/>
                <a:gd name="T8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2" y="7"/>
                    <a:pt x="372" y="7"/>
                    <a:pt x="372"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4"/>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0" name="Freeform 1467">
              <a:extLst>
                <a:ext uri="{FF2B5EF4-FFF2-40B4-BE49-F238E27FC236}">
                  <a16:creationId xmlns:a16="http://schemas.microsoft.com/office/drawing/2014/main" id="{7AAA051B-D805-41E4-88BF-6A18A2DD3B4B}"/>
                </a:ext>
              </a:extLst>
            </p:cNvPr>
            <p:cNvSpPr>
              <a:spLocks noEditPoints="1"/>
            </p:cNvSpPr>
            <p:nvPr userDrawn="1"/>
          </p:nvSpPr>
          <p:spPr bwMode="auto">
            <a:xfrm>
              <a:off x="3847505" y="4241610"/>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1" name="Freeform 1468">
              <a:extLst>
                <a:ext uri="{FF2B5EF4-FFF2-40B4-BE49-F238E27FC236}">
                  <a16:creationId xmlns:a16="http://schemas.microsoft.com/office/drawing/2014/main" id="{92582A4B-A89E-4D36-9D64-DC3090943D98}"/>
                </a:ext>
              </a:extLst>
            </p:cNvPr>
            <p:cNvSpPr>
              <a:spLocks noEditPoints="1"/>
            </p:cNvSpPr>
            <p:nvPr userDrawn="1"/>
          </p:nvSpPr>
          <p:spPr bwMode="auto">
            <a:xfrm>
              <a:off x="3835464" y="4817595"/>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6 h 128"/>
                <a:gd name="T64" fmla="*/ 84 w 426"/>
                <a:gd name="T65" fmla="*/ 26 h 128"/>
                <a:gd name="T66" fmla="*/ 221 w 426"/>
                <a:gd name="T67" fmla="*/ 13 h 128"/>
                <a:gd name="T68" fmla="*/ 372 w 426"/>
                <a:gd name="T69" fmla="*/ 1 h 128"/>
                <a:gd name="T70" fmla="*/ 372 w 426"/>
                <a:gd name="T71" fmla="*/ 1 h 128"/>
                <a:gd name="T72" fmla="*/ 372 w 426"/>
                <a:gd name="T73" fmla="*/ 1 h 128"/>
                <a:gd name="T74" fmla="*/ 372 w 426"/>
                <a:gd name="T75" fmla="*/ 1 h 128"/>
                <a:gd name="T76" fmla="*/ 221 w 426"/>
                <a:gd name="T77" fmla="*/ 7 h 128"/>
                <a:gd name="T78" fmla="*/ 346 w 426"/>
                <a:gd name="T79" fmla="*/ 6 h 128"/>
                <a:gd name="T80" fmla="*/ 371 w 426"/>
                <a:gd name="T81" fmla="*/ 7 h 128"/>
                <a:gd name="T82" fmla="*/ 373 w 426"/>
                <a:gd name="T83" fmla="*/ 7 h 128"/>
                <a:gd name="T84" fmla="*/ 409 w 426"/>
                <a:gd name="T85" fmla="*/ 21 h 128"/>
                <a:gd name="T86" fmla="*/ 410 w 426"/>
                <a:gd name="T87" fmla="*/ 15 h 128"/>
                <a:gd name="T88" fmla="*/ 374 w 426"/>
                <a:gd name="T89" fmla="*/ 1 h 128"/>
                <a:gd name="T90" fmla="*/ 374 w 426"/>
                <a:gd name="T91" fmla="*/ 1 h 128"/>
                <a:gd name="T92" fmla="*/ 372 w 426"/>
                <a:gd name="T9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6" h="128">
                  <a:moveTo>
                    <a:pt x="211" y="8"/>
                  </a:moveTo>
                  <a:cubicBezTo>
                    <a:pt x="202" y="8"/>
                    <a:pt x="193"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3"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40" y="52"/>
                    <a:pt x="44" y="46"/>
                  </a:cubicBezTo>
                  <a:cubicBezTo>
                    <a:pt x="50" y="36"/>
                    <a:pt x="60" y="31"/>
                    <a:pt x="69" y="28"/>
                  </a:cubicBezTo>
                  <a:cubicBezTo>
                    <a:pt x="73" y="27"/>
                    <a:pt x="77" y="26"/>
                    <a:pt x="79" y="26"/>
                  </a:cubicBezTo>
                  <a:cubicBezTo>
                    <a:pt x="81" y="26"/>
                    <a:pt x="82" y="26"/>
                    <a:pt x="82" y="26"/>
                  </a:cubicBezTo>
                  <a:cubicBezTo>
                    <a:pt x="83" y="26"/>
                    <a:pt x="83" y="26"/>
                    <a:pt x="83" y="26"/>
                  </a:cubicBezTo>
                  <a:cubicBezTo>
                    <a:pt x="84" y="26"/>
                    <a:pt x="84" y="26"/>
                    <a:pt x="84" y="26"/>
                  </a:cubicBezTo>
                  <a:cubicBezTo>
                    <a:pt x="84" y="26"/>
                    <a:pt x="84" y="26"/>
                    <a:pt x="84" y="26"/>
                  </a:cubicBezTo>
                  <a:cubicBezTo>
                    <a:pt x="84" y="26"/>
                    <a:pt x="84" y="26"/>
                    <a:pt x="84" y="26"/>
                  </a:cubicBezTo>
                  <a:cubicBezTo>
                    <a:pt x="84" y="26"/>
                    <a:pt x="87" y="25"/>
                    <a:pt x="92" y="25"/>
                  </a:cubicBezTo>
                  <a:cubicBezTo>
                    <a:pt x="111" y="23"/>
                    <a:pt x="165" y="17"/>
                    <a:pt x="221" y="13"/>
                  </a:cubicBezTo>
                  <a:cubicBezTo>
                    <a:pt x="211" y="8"/>
                    <a:pt x="211" y="8"/>
                    <a:pt x="211" y="8"/>
                  </a:cubicBezTo>
                  <a:moveTo>
                    <a:pt x="372" y="1"/>
                  </a:moveTo>
                  <a:cubicBezTo>
                    <a:pt x="372" y="1"/>
                    <a:pt x="372" y="1"/>
                    <a:pt x="372" y="1"/>
                  </a:cubicBezTo>
                  <a:cubicBezTo>
                    <a:pt x="372" y="1"/>
                    <a:pt x="372" y="1"/>
                    <a:pt x="372" y="1"/>
                  </a:cubicBezTo>
                  <a:moveTo>
                    <a:pt x="372" y="1"/>
                  </a:moveTo>
                  <a:cubicBezTo>
                    <a:pt x="372" y="1"/>
                    <a:pt x="372" y="1"/>
                    <a:pt x="372" y="1"/>
                  </a:cubicBezTo>
                  <a:cubicBezTo>
                    <a:pt x="372" y="1"/>
                    <a:pt x="372" y="1"/>
                    <a:pt x="372" y="1"/>
                  </a:cubicBezTo>
                  <a:cubicBezTo>
                    <a:pt x="372" y="1"/>
                    <a:pt x="372" y="1"/>
                    <a:pt x="372" y="1"/>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2" name="Freeform 1469">
              <a:extLst>
                <a:ext uri="{FF2B5EF4-FFF2-40B4-BE49-F238E27FC236}">
                  <a16:creationId xmlns:a16="http://schemas.microsoft.com/office/drawing/2014/main" id="{9CF5ACB1-1E99-4367-BCC6-298A90807595}"/>
                </a:ext>
              </a:extLst>
            </p:cNvPr>
            <p:cNvSpPr>
              <a:spLocks noEditPoints="1"/>
            </p:cNvSpPr>
            <p:nvPr userDrawn="1"/>
          </p:nvSpPr>
          <p:spPr bwMode="auto">
            <a:xfrm>
              <a:off x="5408883"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9 w 80"/>
                <a:gd name="T63" fmla="*/ 242 h 276"/>
                <a:gd name="T64" fmla="*/ 71 w 80"/>
                <a:gd name="T65" fmla="*/ 63 h 276"/>
                <a:gd name="T66" fmla="*/ 56 w 80"/>
                <a:gd name="T67" fmla="*/ 34 h 276"/>
                <a:gd name="T68" fmla="*/ 37 w 80"/>
                <a:gd name="T69" fmla="*/ 28 h 276"/>
                <a:gd name="T70" fmla="*/ 36 w 80"/>
                <a:gd name="T71" fmla="*/ 28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3" name="Freeform 1470">
              <a:extLst>
                <a:ext uri="{FF2B5EF4-FFF2-40B4-BE49-F238E27FC236}">
                  <a16:creationId xmlns:a16="http://schemas.microsoft.com/office/drawing/2014/main" id="{0E36F2B5-F497-48EC-BC88-557B129F1F8D}"/>
                </a:ext>
              </a:extLst>
            </p:cNvPr>
            <p:cNvSpPr>
              <a:spLocks noEditPoints="1"/>
            </p:cNvSpPr>
            <p:nvPr userDrawn="1"/>
          </p:nvSpPr>
          <p:spPr bwMode="auto">
            <a:xfrm>
              <a:off x="5469091" y="4237596"/>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4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9"/>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3"/>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5"/>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2"/>
                    <a:pt x="78" y="242"/>
                  </a:cubicBezTo>
                  <a:cubicBezTo>
                    <a:pt x="78" y="242"/>
                    <a:pt x="78" y="242"/>
                    <a:pt x="78" y="241"/>
                  </a:cubicBezTo>
                  <a:cubicBezTo>
                    <a:pt x="78" y="239"/>
                    <a:pt x="78" y="237"/>
                    <a:pt x="78" y="235"/>
                  </a:cubicBezTo>
                  <a:cubicBezTo>
                    <a:pt x="78" y="230"/>
                    <a:pt x="78" y="226"/>
                    <a:pt x="80" y="220"/>
                  </a:cubicBezTo>
                  <a:cubicBezTo>
                    <a:pt x="80" y="219"/>
                    <a:pt x="80" y="218"/>
                    <a:pt x="80" y="216"/>
                  </a:cubicBezTo>
                  <a:cubicBezTo>
                    <a:pt x="80" y="163"/>
                    <a:pt x="71" y="65"/>
                    <a:pt x="71" y="62"/>
                  </a:cubicBezTo>
                  <a:cubicBezTo>
                    <a:pt x="71" y="61"/>
                    <a:pt x="70" y="54"/>
                    <a:pt x="66" y="46"/>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4" name="Freeform 1471">
              <a:extLst>
                <a:ext uri="{FF2B5EF4-FFF2-40B4-BE49-F238E27FC236}">
                  <a16:creationId xmlns:a16="http://schemas.microsoft.com/office/drawing/2014/main" id="{6A672188-D9D4-48CE-A2BE-E6A0E3F7448B}"/>
                </a:ext>
              </a:extLst>
            </p:cNvPr>
            <p:cNvSpPr>
              <a:spLocks noEditPoints="1"/>
            </p:cNvSpPr>
            <p:nvPr userDrawn="1"/>
          </p:nvSpPr>
          <p:spPr bwMode="auto">
            <a:xfrm>
              <a:off x="4736567" y="5572194"/>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5" name="Freeform 1472">
              <a:extLst>
                <a:ext uri="{FF2B5EF4-FFF2-40B4-BE49-F238E27FC236}">
                  <a16:creationId xmlns:a16="http://schemas.microsoft.com/office/drawing/2014/main" id="{D2A95BD6-FD92-45C5-8930-150C0B644E49}"/>
                </a:ext>
              </a:extLst>
            </p:cNvPr>
            <p:cNvSpPr>
              <a:spLocks/>
            </p:cNvSpPr>
            <p:nvPr userDrawn="1"/>
          </p:nvSpPr>
          <p:spPr bwMode="auto">
            <a:xfrm>
              <a:off x="5346668" y="5708664"/>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6" name="Freeform 1473">
              <a:extLst>
                <a:ext uri="{FF2B5EF4-FFF2-40B4-BE49-F238E27FC236}">
                  <a16:creationId xmlns:a16="http://schemas.microsoft.com/office/drawing/2014/main" id="{22AAD4DA-D294-4369-8307-9FD09E6C21C7}"/>
                </a:ext>
              </a:extLst>
            </p:cNvPr>
            <p:cNvSpPr>
              <a:spLocks noEditPoints="1"/>
            </p:cNvSpPr>
            <p:nvPr userDrawn="1"/>
          </p:nvSpPr>
          <p:spPr bwMode="auto">
            <a:xfrm>
              <a:off x="5282447" y="4303825"/>
              <a:ext cx="150519" cy="471625"/>
            </a:xfrm>
            <a:custGeom>
              <a:avLst/>
              <a:gdLst>
                <a:gd name="T0" fmla="*/ 19 w 99"/>
                <a:gd name="T1" fmla="*/ 247 h 313"/>
                <a:gd name="T2" fmla="*/ 19 w 99"/>
                <a:gd name="T3" fmla="*/ 247 h 313"/>
                <a:gd name="T4" fmla="*/ 90 w 99"/>
                <a:gd name="T5" fmla="*/ 233 h 313"/>
                <a:gd name="T6" fmla="*/ 22 w 99"/>
                <a:gd name="T7" fmla="*/ 246 h 313"/>
                <a:gd name="T8" fmla="*/ 13 w 99"/>
                <a:gd name="T9" fmla="*/ 157 h 313"/>
                <a:gd name="T10" fmla="*/ 7 w 99"/>
                <a:gd name="T11" fmla="*/ 41 h 313"/>
                <a:gd name="T12" fmla="*/ 21 w 99"/>
                <a:gd name="T13" fmla="*/ 11 h 313"/>
                <a:gd name="T14" fmla="*/ 34 w 99"/>
                <a:gd name="T15" fmla="*/ 6 h 313"/>
                <a:gd name="T16" fmla="*/ 35 w 99"/>
                <a:gd name="T17" fmla="*/ 6 h 313"/>
                <a:gd name="T18" fmla="*/ 35 w 99"/>
                <a:gd name="T19" fmla="*/ 6 h 313"/>
                <a:gd name="T20" fmla="*/ 60 w 99"/>
                <a:gd name="T21" fmla="*/ 12 h 313"/>
                <a:gd name="T22" fmla="*/ 79 w 99"/>
                <a:gd name="T23" fmla="*/ 39 h 313"/>
                <a:gd name="T24" fmla="*/ 80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2 w 99"/>
                <a:gd name="T55" fmla="*/ 266 h 313"/>
                <a:gd name="T56" fmla="*/ 55 w 99"/>
                <a:gd name="T57" fmla="*/ 285 h 313"/>
                <a:gd name="T58" fmla="*/ 58 w 99"/>
                <a:gd name="T59" fmla="*/ 285 h 313"/>
                <a:gd name="T60" fmla="*/ 58 w 99"/>
                <a:gd name="T61" fmla="*/ 285 h 313"/>
                <a:gd name="T62" fmla="*/ 81 w 99"/>
                <a:gd name="T63" fmla="*/ 271 h 313"/>
                <a:gd name="T64" fmla="*/ 99 w 99"/>
                <a:gd name="T65" fmla="*/ 313 h 313"/>
                <a:gd name="T66" fmla="*/ 96 w 99"/>
                <a:gd name="T67" fmla="*/ 278 h 313"/>
                <a:gd name="T68" fmla="*/ 92 w 99"/>
                <a:gd name="T69" fmla="*/ 240 h 313"/>
                <a:gd name="T70" fmla="*/ 91 w 99"/>
                <a:gd name="T71" fmla="*/ 233 h 313"/>
                <a:gd name="T72" fmla="*/ 86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7" name="Freeform 1474">
              <a:extLst>
                <a:ext uri="{FF2B5EF4-FFF2-40B4-BE49-F238E27FC236}">
                  <a16:creationId xmlns:a16="http://schemas.microsoft.com/office/drawing/2014/main" id="{099F40B2-3EC3-44E6-A9BC-7C203F995B33}"/>
                </a:ext>
              </a:extLst>
            </p:cNvPr>
            <p:cNvSpPr>
              <a:spLocks noEditPoints="1"/>
            </p:cNvSpPr>
            <p:nvPr userDrawn="1"/>
          </p:nvSpPr>
          <p:spPr bwMode="auto">
            <a:xfrm>
              <a:off x="3064809" y="4311853"/>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41 w 116"/>
                <a:gd name="T25" fmla="*/ 6 h 365"/>
                <a:gd name="T26" fmla="*/ 91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4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6"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6"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8" name="Freeform 1475">
              <a:extLst>
                <a:ext uri="{FF2B5EF4-FFF2-40B4-BE49-F238E27FC236}">
                  <a16:creationId xmlns:a16="http://schemas.microsoft.com/office/drawing/2014/main" id="{CD13A8CC-F058-4C01-9946-0999D7CFFA19}"/>
                </a:ext>
              </a:extLst>
            </p:cNvPr>
            <p:cNvSpPr>
              <a:spLocks/>
            </p:cNvSpPr>
            <p:nvPr userDrawn="1"/>
          </p:nvSpPr>
          <p:spPr bwMode="auto">
            <a:xfrm>
              <a:off x="3233390" y="4845692"/>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9" name="Freeform 1476">
              <a:extLst>
                <a:ext uri="{FF2B5EF4-FFF2-40B4-BE49-F238E27FC236}">
                  <a16:creationId xmlns:a16="http://schemas.microsoft.com/office/drawing/2014/main" id="{6395B44E-6846-437A-94EF-E386830E6514}"/>
                </a:ext>
              </a:extLst>
            </p:cNvPr>
            <p:cNvSpPr>
              <a:spLocks noEditPoints="1"/>
            </p:cNvSpPr>
            <p:nvPr userDrawn="1"/>
          </p:nvSpPr>
          <p:spPr bwMode="auto">
            <a:xfrm>
              <a:off x="4760650" y="4351991"/>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0" name="Freeform 1477">
              <a:extLst>
                <a:ext uri="{FF2B5EF4-FFF2-40B4-BE49-F238E27FC236}">
                  <a16:creationId xmlns:a16="http://schemas.microsoft.com/office/drawing/2014/main" id="{C90325A8-F0A3-4B64-93B2-314415D80E1C}"/>
                </a:ext>
              </a:extLst>
            </p:cNvPr>
            <p:cNvSpPr>
              <a:spLocks noEditPoints="1"/>
            </p:cNvSpPr>
            <p:nvPr userDrawn="1"/>
          </p:nvSpPr>
          <p:spPr bwMode="auto">
            <a:xfrm>
              <a:off x="3036712" y="3992753"/>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8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1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2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8"/>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3"/>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1" y="13"/>
                    <a:pt x="15" y="10"/>
                    <a:pt x="19" y="8"/>
                  </a:cubicBezTo>
                  <a:cubicBezTo>
                    <a:pt x="21" y="7"/>
                    <a:pt x="22" y="7"/>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9"/>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2"/>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1" name="Freeform 1478">
              <a:extLst>
                <a:ext uri="{FF2B5EF4-FFF2-40B4-BE49-F238E27FC236}">
                  <a16:creationId xmlns:a16="http://schemas.microsoft.com/office/drawing/2014/main" id="{617A29FC-7E4C-4CE1-BBFE-BC19966D9A71}"/>
                </a:ext>
              </a:extLst>
            </p:cNvPr>
            <p:cNvSpPr>
              <a:spLocks noEditPoints="1"/>
            </p:cNvSpPr>
            <p:nvPr userDrawn="1"/>
          </p:nvSpPr>
          <p:spPr bwMode="auto">
            <a:xfrm>
              <a:off x="5105839" y="5160776"/>
              <a:ext cx="238823" cy="180622"/>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4 h 121"/>
                <a:gd name="T38" fmla="*/ 6 w 159"/>
                <a:gd name="T39" fmla="*/ 45 h 121"/>
                <a:gd name="T40" fmla="*/ 11 w 159"/>
                <a:gd name="T41" fmla="*/ 39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4"/>
                    <a:pt x="6" y="94"/>
                    <a:pt x="6" y="94"/>
                  </a:cubicBezTo>
                  <a:cubicBezTo>
                    <a:pt x="6" y="45"/>
                    <a:pt x="6" y="45"/>
                    <a:pt x="6" y="45"/>
                  </a:cubicBezTo>
                  <a:cubicBezTo>
                    <a:pt x="6" y="44"/>
                    <a:pt x="8" y="41"/>
                    <a:pt x="11" y="39"/>
                  </a:cubicBezTo>
                  <a:cubicBezTo>
                    <a:pt x="15" y="35"/>
                    <a:pt x="23" y="31"/>
                    <a:pt x="35" y="31"/>
                  </a:cubicBezTo>
                  <a:cubicBezTo>
                    <a:pt x="38" y="31"/>
                    <a:pt x="41" y="32"/>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8"/>
                    <a:pt x="159" y="57"/>
                    <a:pt x="159" y="56"/>
                  </a:cubicBezTo>
                  <a:cubicBezTo>
                    <a:pt x="159" y="49"/>
                    <a:pt x="156" y="44"/>
                    <a:pt x="153" y="40"/>
                  </a:cubicBezTo>
                  <a:cubicBezTo>
                    <a:pt x="148" y="35"/>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2" name="Freeform 1479">
              <a:extLst>
                <a:ext uri="{FF2B5EF4-FFF2-40B4-BE49-F238E27FC236}">
                  <a16:creationId xmlns:a16="http://schemas.microsoft.com/office/drawing/2014/main" id="{8E9F858E-DA0E-41CF-85A6-89F1657A0345}"/>
                </a:ext>
              </a:extLst>
            </p:cNvPr>
            <p:cNvSpPr>
              <a:spLocks noEditPoints="1"/>
            </p:cNvSpPr>
            <p:nvPr userDrawn="1"/>
          </p:nvSpPr>
          <p:spPr bwMode="auto">
            <a:xfrm>
              <a:off x="4746602" y="4502509"/>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20"/>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3" name="Freeform 1480">
              <a:extLst>
                <a:ext uri="{FF2B5EF4-FFF2-40B4-BE49-F238E27FC236}">
                  <a16:creationId xmlns:a16="http://schemas.microsoft.com/office/drawing/2014/main" id="{CA91BDFA-6EA6-4968-BEAA-63DAC8E6E4AE}"/>
                </a:ext>
              </a:extLst>
            </p:cNvPr>
            <p:cNvSpPr>
              <a:spLocks noEditPoints="1"/>
            </p:cNvSpPr>
            <p:nvPr userDrawn="1"/>
          </p:nvSpPr>
          <p:spPr bwMode="auto">
            <a:xfrm>
              <a:off x="5553381" y="5674546"/>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4"/>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5"/>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4" name="Freeform 1481">
              <a:extLst>
                <a:ext uri="{FF2B5EF4-FFF2-40B4-BE49-F238E27FC236}">
                  <a16:creationId xmlns:a16="http://schemas.microsoft.com/office/drawing/2014/main" id="{67C28474-4D91-474C-B781-334BA5F8B45F}"/>
                </a:ext>
              </a:extLst>
            </p:cNvPr>
            <p:cNvSpPr>
              <a:spLocks/>
            </p:cNvSpPr>
            <p:nvPr userDrawn="1"/>
          </p:nvSpPr>
          <p:spPr bwMode="auto">
            <a:xfrm>
              <a:off x="5760092" y="5839113"/>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5" name="Freeform 1482">
              <a:extLst>
                <a:ext uri="{FF2B5EF4-FFF2-40B4-BE49-F238E27FC236}">
                  <a16:creationId xmlns:a16="http://schemas.microsoft.com/office/drawing/2014/main" id="{CEC40AFC-F2E4-421A-9D47-5E6314D45960}"/>
                </a:ext>
              </a:extLst>
            </p:cNvPr>
            <p:cNvSpPr>
              <a:spLocks noEditPoints="1"/>
            </p:cNvSpPr>
            <p:nvPr userDrawn="1"/>
          </p:nvSpPr>
          <p:spPr bwMode="auto">
            <a:xfrm>
              <a:off x="4730547" y="5281191"/>
              <a:ext cx="315086" cy="280968"/>
            </a:xfrm>
            <a:custGeom>
              <a:avLst/>
              <a:gdLst>
                <a:gd name="T0" fmla="*/ 85 w 209"/>
                <a:gd name="T1" fmla="*/ 8 h 187"/>
                <a:gd name="T2" fmla="*/ 108 w 209"/>
                <a:gd name="T3" fmla="*/ 6 h 187"/>
                <a:gd name="T4" fmla="*/ 198 w 209"/>
                <a:gd name="T5" fmla="*/ 50 h 187"/>
                <a:gd name="T6" fmla="*/ 194 w 209"/>
                <a:gd name="T7" fmla="*/ 116 h 187"/>
                <a:gd name="T8" fmla="*/ 154 w 209"/>
                <a:gd name="T9" fmla="*/ 156 h 187"/>
                <a:gd name="T10" fmla="*/ 111 w 209"/>
                <a:gd name="T11" fmla="*/ 165 h 187"/>
                <a:gd name="T12" fmla="*/ 89 w 209"/>
                <a:gd name="T13" fmla="*/ 160 h 187"/>
                <a:gd name="T14" fmla="*/ 88 w 209"/>
                <a:gd name="T15" fmla="*/ 159 h 187"/>
                <a:gd name="T16" fmla="*/ 61 w 209"/>
                <a:gd name="T17" fmla="*/ 147 h 187"/>
                <a:gd name="T18" fmla="*/ 39 w 209"/>
                <a:gd name="T19" fmla="*/ 134 h 187"/>
                <a:gd name="T20" fmla="*/ 21 w 209"/>
                <a:gd name="T21" fmla="*/ 152 h 187"/>
                <a:gd name="T22" fmla="*/ 14 w 209"/>
                <a:gd name="T23" fmla="*/ 115 h 187"/>
                <a:gd name="T24" fmla="*/ 13 w 209"/>
                <a:gd name="T25" fmla="*/ 115 h 187"/>
                <a:gd name="T26" fmla="*/ 6 w 209"/>
                <a:gd name="T27" fmla="*/ 96 h 187"/>
                <a:gd name="T28" fmla="*/ 14 w 209"/>
                <a:gd name="T29" fmla="*/ 69 h 187"/>
                <a:gd name="T30" fmla="*/ 14 w 209"/>
                <a:gd name="T31" fmla="*/ 69 h 187"/>
                <a:gd name="T32" fmla="*/ 85 w 209"/>
                <a:gd name="T33" fmla="*/ 8 h 187"/>
                <a:gd name="T34" fmla="*/ 83 w 209"/>
                <a:gd name="T35" fmla="*/ 2 h 187"/>
                <a:gd name="T36" fmla="*/ 83 w 209"/>
                <a:gd name="T37" fmla="*/ 2 h 187"/>
                <a:gd name="T38" fmla="*/ 9 w 209"/>
                <a:gd name="T39" fmla="*/ 67 h 187"/>
                <a:gd name="T40" fmla="*/ 5 w 209"/>
                <a:gd name="T41" fmla="*/ 113 h 187"/>
                <a:gd name="T42" fmla="*/ 15 w 209"/>
                <a:gd name="T43" fmla="*/ 152 h 187"/>
                <a:gd name="T44" fmla="*/ 14 w 209"/>
                <a:gd name="T45" fmla="*/ 172 h 187"/>
                <a:gd name="T46" fmla="*/ 14 w 209"/>
                <a:gd name="T47" fmla="*/ 173 h 187"/>
                <a:gd name="T48" fmla="*/ 19 w 209"/>
                <a:gd name="T49" fmla="*/ 175 h 187"/>
                <a:gd name="T50" fmla="*/ 51 w 209"/>
                <a:gd name="T51" fmla="*/ 148 h 187"/>
                <a:gd name="T52" fmla="*/ 111 w 209"/>
                <a:gd name="T53" fmla="*/ 171 h 187"/>
                <a:gd name="T54" fmla="*/ 157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5"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2"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5"/>
                    <a:pt x="13" y="115"/>
                    <a:pt x="13" y="115"/>
                  </a:cubicBezTo>
                  <a:cubicBezTo>
                    <a:pt x="13" y="115"/>
                    <a:pt x="12"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5" y="68"/>
                    <a:pt x="18" y="56"/>
                    <a:pt x="28" y="43"/>
                  </a:cubicBezTo>
                  <a:cubicBezTo>
                    <a:pt x="39" y="30"/>
                    <a:pt x="56" y="16"/>
                    <a:pt x="85" y="8"/>
                  </a:cubicBezTo>
                  <a:moveTo>
                    <a:pt x="108" y="0"/>
                  </a:moveTo>
                  <a:cubicBezTo>
                    <a:pt x="93" y="0"/>
                    <a:pt x="83" y="2"/>
                    <a:pt x="83" y="2"/>
                  </a:cubicBezTo>
                  <a:cubicBezTo>
                    <a:pt x="83" y="2"/>
                    <a:pt x="83" y="2"/>
                    <a:pt x="83" y="2"/>
                  </a:cubicBezTo>
                  <a:cubicBezTo>
                    <a:pt x="83" y="2"/>
                    <a:pt x="83" y="2"/>
                    <a:pt x="83" y="2"/>
                  </a:cubicBezTo>
                  <a:cubicBezTo>
                    <a:pt x="52" y="10"/>
                    <a:pt x="33" y="27"/>
                    <a:pt x="23" y="41"/>
                  </a:cubicBezTo>
                  <a:cubicBezTo>
                    <a:pt x="13" y="54"/>
                    <a:pt x="9" y="65"/>
                    <a:pt x="9" y="67"/>
                  </a:cubicBezTo>
                  <a:cubicBezTo>
                    <a:pt x="3" y="79"/>
                    <a:pt x="0" y="88"/>
                    <a:pt x="0" y="96"/>
                  </a:cubicBezTo>
                  <a:cubicBezTo>
                    <a:pt x="0" y="104"/>
                    <a:pt x="3"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4" y="173"/>
                  </a:cubicBezTo>
                  <a:cubicBezTo>
                    <a:pt x="14" y="173"/>
                    <a:pt x="14" y="173"/>
                    <a:pt x="14"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7"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6" name="Freeform 1483">
              <a:extLst>
                <a:ext uri="{FF2B5EF4-FFF2-40B4-BE49-F238E27FC236}">
                  <a16:creationId xmlns:a16="http://schemas.microsoft.com/office/drawing/2014/main" id="{B37E3462-4B2B-4EFE-AED9-993ED0843C9E}"/>
                </a:ext>
              </a:extLst>
            </p:cNvPr>
            <p:cNvSpPr>
              <a:spLocks noEditPoints="1"/>
            </p:cNvSpPr>
            <p:nvPr userDrawn="1"/>
          </p:nvSpPr>
          <p:spPr bwMode="auto">
            <a:xfrm>
              <a:off x="5083763" y="5768872"/>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7" name="Freeform 1484">
              <a:extLst>
                <a:ext uri="{FF2B5EF4-FFF2-40B4-BE49-F238E27FC236}">
                  <a16:creationId xmlns:a16="http://schemas.microsoft.com/office/drawing/2014/main" id="{B1EF64D4-F98C-4B41-8DC3-23FCA3DD6706}"/>
                </a:ext>
              </a:extLst>
            </p:cNvPr>
            <p:cNvSpPr>
              <a:spLocks noEditPoints="1"/>
            </p:cNvSpPr>
            <p:nvPr userDrawn="1"/>
          </p:nvSpPr>
          <p:spPr bwMode="auto">
            <a:xfrm>
              <a:off x="3572557" y="5106590"/>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2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8"/>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2"/>
                    <a:pt x="111" y="172"/>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8" name="Freeform 1485">
              <a:extLst>
                <a:ext uri="{FF2B5EF4-FFF2-40B4-BE49-F238E27FC236}">
                  <a16:creationId xmlns:a16="http://schemas.microsoft.com/office/drawing/2014/main" id="{C6222646-2BCF-499A-993F-6BD95EACA2C5}"/>
                </a:ext>
              </a:extLst>
            </p:cNvPr>
            <p:cNvSpPr>
              <a:spLocks/>
            </p:cNvSpPr>
            <p:nvPr userDrawn="1"/>
          </p:nvSpPr>
          <p:spPr bwMode="auto">
            <a:xfrm>
              <a:off x="3703007"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9" name="Freeform 1486">
              <a:extLst>
                <a:ext uri="{FF2B5EF4-FFF2-40B4-BE49-F238E27FC236}">
                  <a16:creationId xmlns:a16="http://schemas.microsoft.com/office/drawing/2014/main" id="{831602BA-A0FB-48FD-B818-766012AD8D07}"/>
                </a:ext>
              </a:extLst>
            </p:cNvPr>
            <p:cNvSpPr>
              <a:spLocks/>
            </p:cNvSpPr>
            <p:nvPr userDrawn="1"/>
          </p:nvSpPr>
          <p:spPr bwMode="auto">
            <a:xfrm>
              <a:off x="4433524" y="4576765"/>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3 h 177"/>
                <a:gd name="T12" fmla="*/ 17 w 209"/>
                <a:gd name="T13" fmla="*/ 177 h 177"/>
                <a:gd name="T14" fmla="*/ 40 w 209"/>
                <a:gd name="T15" fmla="*/ 144 h 177"/>
                <a:gd name="T16" fmla="*/ 85 w 209"/>
                <a:gd name="T17" fmla="*/ 166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3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1"/>
                    <a:pt x="4" y="114"/>
                  </a:cubicBezTo>
                  <a:cubicBezTo>
                    <a:pt x="6" y="117"/>
                    <a:pt x="7" y="119"/>
                    <a:pt x="8" y="120"/>
                  </a:cubicBezTo>
                  <a:cubicBezTo>
                    <a:pt x="13" y="130"/>
                    <a:pt x="14" y="143"/>
                    <a:pt x="14" y="153"/>
                  </a:cubicBezTo>
                  <a:cubicBezTo>
                    <a:pt x="14" y="159"/>
                    <a:pt x="14" y="164"/>
                    <a:pt x="13" y="168"/>
                  </a:cubicBezTo>
                  <a:cubicBezTo>
                    <a:pt x="13" y="170"/>
                    <a:pt x="13" y="172"/>
                    <a:pt x="13" y="173"/>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6"/>
                  </a:cubicBezTo>
                  <a:cubicBezTo>
                    <a:pt x="92" y="171"/>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3"/>
                    <a:pt x="20" y="163"/>
                    <a:pt x="20" y="163"/>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7"/>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0" name="Freeform 1487">
              <a:extLst>
                <a:ext uri="{FF2B5EF4-FFF2-40B4-BE49-F238E27FC236}">
                  <a16:creationId xmlns:a16="http://schemas.microsoft.com/office/drawing/2014/main" id="{F122615B-5418-4485-BCD5-F1BBE26106B2}"/>
                </a:ext>
              </a:extLst>
            </p:cNvPr>
            <p:cNvSpPr>
              <a:spLocks/>
            </p:cNvSpPr>
            <p:nvPr userDrawn="1"/>
          </p:nvSpPr>
          <p:spPr bwMode="auto">
            <a:xfrm>
              <a:off x="4608124" y="4825623"/>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1" name="Freeform 1488">
              <a:extLst>
                <a:ext uri="{FF2B5EF4-FFF2-40B4-BE49-F238E27FC236}">
                  <a16:creationId xmlns:a16="http://schemas.microsoft.com/office/drawing/2014/main" id="{C06F6466-D38C-49CD-BE67-308BE741F266}"/>
                </a:ext>
              </a:extLst>
            </p:cNvPr>
            <p:cNvSpPr>
              <a:spLocks/>
            </p:cNvSpPr>
            <p:nvPr userDrawn="1"/>
          </p:nvSpPr>
          <p:spPr bwMode="auto">
            <a:xfrm>
              <a:off x="4447571"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2" name="Freeform 1489">
              <a:extLst>
                <a:ext uri="{FF2B5EF4-FFF2-40B4-BE49-F238E27FC236}">
                  <a16:creationId xmlns:a16="http://schemas.microsoft.com/office/drawing/2014/main" id="{D30A64A2-1484-4A82-8B77-4B58089D954A}"/>
                </a:ext>
              </a:extLst>
            </p:cNvPr>
            <p:cNvSpPr>
              <a:spLocks/>
            </p:cNvSpPr>
            <p:nvPr userDrawn="1"/>
          </p:nvSpPr>
          <p:spPr bwMode="auto">
            <a:xfrm>
              <a:off x="4451585" y="4837664"/>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3" name="Freeform 1490">
              <a:extLst>
                <a:ext uri="{FF2B5EF4-FFF2-40B4-BE49-F238E27FC236}">
                  <a16:creationId xmlns:a16="http://schemas.microsoft.com/office/drawing/2014/main" id="{4B61B1B4-A8C7-4756-A20D-89AAF666306F}"/>
                </a:ext>
              </a:extLst>
            </p:cNvPr>
            <p:cNvSpPr>
              <a:spLocks noEditPoints="1"/>
            </p:cNvSpPr>
            <p:nvPr userDrawn="1"/>
          </p:nvSpPr>
          <p:spPr bwMode="auto">
            <a:xfrm>
              <a:off x="5585492" y="4378080"/>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1"/>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4" name="Freeform 1491">
              <a:extLst>
                <a:ext uri="{FF2B5EF4-FFF2-40B4-BE49-F238E27FC236}">
                  <a16:creationId xmlns:a16="http://schemas.microsoft.com/office/drawing/2014/main" id="{D3720396-731C-4EB1-8D0B-B82E7AB6E495}"/>
                </a:ext>
              </a:extLst>
            </p:cNvPr>
            <p:cNvSpPr>
              <a:spLocks noEditPoints="1"/>
            </p:cNvSpPr>
            <p:nvPr userDrawn="1"/>
          </p:nvSpPr>
          <p:spPr bwMode="auto">
            <a:xfrm>
              <a:off x="5830335" y="4378080"/>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5" name="Freeform 1492">
              <a:extLst>
                <a:ext uri="{FF2B5EF4-FFF2-40B4-BE49-F238E27FC236}">
                  <a16:creationId xmlns:a16="http://schemas.microsoft.com/office/drawing/2014/main" id="{716D3EC4-8975-42B5-A050-54887354798F}"/>
                </a:ext>
              </a:extLst>
            </p:cNvPr>
            <p:cNvSpPr>
              <a:spLocks/>
            </p:cNvSpPr>
            <p:nvPr userDrawn="1"/>
          </p:nvSpPr>
          <p:spPr bwMode="auto">
            <a:xfrm>
              <a:off x="5585492" y="4568738"/>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6" name="Freeform 1493">
              <a:extLst>
                <a:ext uri="{FF2B5EF4-FFF2-40B4-BE49-F238E27FC236}">
                  <a16:creationId xmlns:a16="http://schemas.microsoft.com/office/drawing/2014/main" id="{A9243094-F3F8-4AC8-9134-AA6C79245DB0}"/>
                </a:ext>
              </a:extLst>
            </p:cNvPr>
            <p:cNvSpPr>
              <a:spLocks noEditPoints="1"/>
            </p:cNvSpPr>
            <p:nvPr userDrawn="1"/>
          </p:nvSpPr>
          <p:spPr bwMode="auto">
            <a:xfrm>
              <a:off x="3420032" y="5439738"/>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5 w 233"/>
                <a:gd name="T31" fmla="*/ 77 h 208"/>
                <a:gd name="T32" fmla="*/ 93 w 233"/>
                <a:gd name="T33" fmla="*/ 8 h 208"/>
                <a:gd name="T34" fmla="*/ 92 w 233"/>
                <a:gd name="T35" fmla="*/ 2 h 208"/>
                <a:gd name="T36" fmla="*/ 92 w 233"/>
                <a:gd name="T37" fmla="*/ 3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8"/>
                  </a:cubicBezTo>
                  <a:cubicBezTo>
                    <a:pt x="6" y="100"/>
                    <a:pt x="8" y="90"/>
                    <a:pt x="14" y="78"/>
                  </a:cubicBezTo>
                  <a:cubicBezTo>
                    <a:pt x="14" y="77"/>
                    <a:pt x="14" y="77"/>
                    <a:pt x="14" y="77"/>
                  </a:cubicBezTo>
                  <a:cubicBezTo>
                    <a:pt x="15" y="77"/>
                    <a:pt x="15" y="77"/>
                    <a:pt x="15" y="77"/>
                  </a:cubicBezTo>
                  <a:cubicBezTo>
                    <a:pt x="15" y="77"/>
                    <a:pt x="15" y="77"/>
                    <a:pt x="15"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7" name="Freeform 1494">
              <a:extLst>
                <a:ext uri="{FF2B5EF4-FFF2-40B4-BE49-F238E27FC236}">
                  <a16:creationId xmlns:a16="http://schemas.microsoft.com/office/drawing/2014/main" id="{57704021-762E-4C2E-8983-D43397DBDBDE}"/>
                </a:ext>
              </a:extLst>
            </p:cNvPr>
            <p:cNvSpPr>
              <a:spLocks noEditPoints="1"/>
            </p:cNvSpPr>
            <p:nvPr userDrawn="1"/>
          </p:nvSpPr>
          <p:spPr bwMode="auto">
            <a:xfrm>
              <a:off x="4993452" y="4606868"/>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7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6 h 117"/>
                <a:gd name="T50" fmla="*/ 136 w 168"/>
                <a:gd name="T51" fmla="*/ 6 h 117"/>
                <a:gd name="T52" fmla="*/ 136 w 168"/>
                <a:gd name="T53" fmla="*/ 6 h 117"/>
                <a:gd name="T54" fmla="*/ 136 w 168"/>
                <a:gd name="T55" fmla="*/ 6 h 117"/>
                <a:gd name="T56" fmla="*/ 136 w 168"/>
                <a:gd name="T57" fmla="*/ 0 h 117"/>
                <a:gd name="T58" fmla="*/ 72 w 168"/>
                <a:gd name="T59" fmla="*/ 0 h 117"/>
                <a:gd name="T60" fmla="*/ 72 w 168"/>
                <a:gd name="T61" fmla="*/ 0 h 117"/>
                <a:gd name="T62" fmla="*/ 53 w 168"/>
                <a:gd name="T63" fmla="*/ 5 h 117"/>
                <a:gd name="T64" fmla="*/ 39 w 168"/>
                <a:gd name="T65" fmla="*/ 21 h 117"/>
                <a:gd name="T66" fmla="*/ 36 w 168"/>
                <a:gd name="T67" fmla="*/ 31 h 117"/>
                <a:gd name="T68" fmla="*/ 36 w 168"/>
                <a:gd name="T69" fmla="*/ 31 h 117"/>
                <a:gd name="T70" fmla="*/ 36 w 168"/>
                <a:gd name="T71" fmla="*/ 57 h 117"/>
                <a:gd name="T72" fmla="*/ 0 w 168"/>
                <a:gd name="T73" fmla="*/ 38 h 117"/>
                <a:gd name="T74" fmla="*/ 8 w 168"/>
                <a:gd name="T75" fmla="*/ 48 h 117"/>
                <a:gd name="T76" fmla="*/ 10 w 168"/>
                <a:gd name="T77" fmla="*/ 47 h 117"/>
                <a:gd name="T78" fmla="*/ 8 w 168"/>
                <a:gd name="T79" fmla="*/ 48 h 117"/>
                <a:gd name="T80" fmla="*/ 36 w 168"/>
                <a:gd name="T81" fmla="*/ 86 h 117"/>
                <a:gd name="T82" fmla="*/ 40 w 168"/>
                <a:gd name="T83" fmla="*/ 102 h 117"/>
                <a:gd name="T84" fmla="*/ 53 w 168"/>
                <a:gd name="T85" fmla="*/ 114 h 117"/>
                <a:gd name="T86" fmla="*/ 61 w 168"/>
                <a:gd name="T87" fmla="*/ 117 h 117"/>
                <a:gd name="T88" fmla="*/ 62 w 168"/>
                <a:gd name="T89" fmla="*/ 117 h 117"/>
                <a:gd name="T90" fmla="*/ 132 w 168"/>
                <a:gd name="T91" fmla="*/ 117 h 117"/>
                <a:gd name="T92" fmla="*/ 132 w 168"/>
                <a:gd name="T93" fmla="*/ 117 h 117"/>
                <a:gd name="T94" fmla="*/ 162 w 168"/>
                <a:gd name="T95" fmla="*/ 106 h 117"/>
                <a:gd name="T96" fmla="*/ 168 w 168"/>
                <a:gd name="T97" fmla="*/ 92 h 117"/>
                <a:gd name="T98" fmla="*/ 168 w 168"/>
                <a:gd name="T99" fmla="*/ 90 h 117"/>
                <a:gd name="T100" fmla="*/ 168 w 168"/>
                <a:gd name="T101" fmla="*/ 32 h 117"/>
                <a:gd name="T102" fmla="*/ 168 w 168"/>
                <a:gd name="T103" fmla="*/ 32 h 117"/>
                <a:gd name="T104" fmla="*/ 150 w 168"/>
                <a:gd name="T105" fmla="*/ 5 h 117"/>
                <a:gd name="T106" fmla="*/ 136 w 168"/>
                <a:gd name="T107" fmla="*/ 0 h 117"/>
                <a:gd name="T108" fmla="*/ 136 w 168"/>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7"/>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7"/>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8" name="Freeform 1495">
              <a:extLst>
                <a:ext uri="{FF2B5EF4-FFF2-40B4-BE49-F238E27FC236}">
                  <a16:creationId xmlns:a16="http://schemas.microsoft.com/office/drawing/2014/main" id="{9BEDA429-DDF1-46F0-9B56-C343B19E7854}"/>
                </a:ext>
              </a:extLst>
            </p:cNvPr>
            <p:cNvSpPr>
              <a:spLocks noEditPoints="1"/>
            </p:cNvSpPr>
            <p:nvPr userDrawn="1"/>
          </p:nvSpPr>
          <p:spPr bwMode="auto">
            <a:xfrm>
              <a:off x="3755187" y="5664512"/>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4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6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9" name="Freeform 1496">
              <a:extLst>
                <a:ext uri="{FF2B5EF4-FFF2-40B4-BE49-F238E27FC236}">
                  <a16:creationId xmlns:a16="http://schemas.microsoft.com/office/drawing/2014/main" id="{503F98E4-31D3-4CB4-A964-93F45BE4CDC9}"/>
                </a:ext>
              </a:extLst>
            </p:cNvPr>
            <p:cNvSpPr>
              <a:spLocks noEditPoints="1"/>
            </p:cNvSpPr>
            <p:nvPr userDrawn="1"/>
          </p:nvSpPr>
          <p:spPr bwMode="auto">
            <a:xfrm>
              <a:off x="3199272" y="5794961"/>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7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0" name="Freeform 1497">
              <a:extLst>
                <a:ext uri="{FF2B5EF4-FFF2-40B4-BE49-F238E27FC236}">
                  <a16:creationId xmlns:a16="http://schemas.microsoft.com/office/drawing/2014/main" id="{DD9D583A-223C-4E41-9108-569FFDA8C2DA}"/>
                </a:ext>
              </a:extLst>
            </p:cNvPr>
            <p:cNvSpPr>
              <a:spLocks noEditPoints="1"/>
            </p:cNvSpPr>
            <p:nvPr userDrawn="1"/>
          </p:nvSpPr>
          <p:spPr bwMode="auto">
            <a:xfrm>
              <a:off x="4086327" y="5285205"/>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5 h 76"/>
                <a:gd name="T32" fmla="*/ 32 w 112"/>
                <a:gd name="T33" fmla="*/ 54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6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1" name="Freeform 1498">
              <a:extLst>
                <a:ext uri="{FF2B5EF4-FFF2-40B4-BE49-F238E27FC236}">
                  <a16:creationId xmlns:a16="http://schemas.microsoft.com/office/drawing/2014/main" id="{9C9C2118-DB77-4257-928E-D9E281F7E768}"/>
                </a:ext>
              </a:extLst>
            </p:cNvPr>
            <p:cNvSpPr>
              <a:spLocks noEditPoints="1"/>
            </p:cNvSpPr>
            <p:nvPr userDrawn="1"/>
          </p:nvSpPr>
          <p:spPr bwMode="auto">
            <a:xfrm>
              <a:off x="4072279" y="5010258"/>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8"/>
                    <a:pt x="41" y="88"/>
                    <a:pt x="41" y="88"/>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2" name="Freeform 1499">
              <a:extLst>
                <a:ext uri="{FF2B5EF4-FFF2-40B4-BE49-F238E27FC236}">
                  <a16:creationId xmlns:a16="http://schemas.microsoft.com/office/drawing/2014/main" id="{63C8E947-68A6-4E2F-9967-65F58F29A750}"/>
                </a:ext>
              </a:extLst>
            </p:cNvPr>
            <p:cNvSpPr>
              <a:spLocks noEditPoints="1"/>
            </p:cNvSpPr>
            <p:nvPr userDrawn="1"/>
          </p:nvSpPr>
          <p:spPr bwMode="auto">
            <a:xfrm>
              <a:off x="3448129" y="4548669"/>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1 h 156"/>
                <a:gd name="T96" fmla="*/ 168 w 168"/>
                <a:gd name="T97" fmla="*/ 43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1"/>
                  </a:cubicBezTo>
                  <a:cubicBezTo>
                    <a:pt x="168" y="43"/>
                    <a:pt x="168" y="43"/>
                    <a:pt x="168" y="43"/>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3" name="Freeform 1500">
              <a:extLst>
                <a:ext uri="{FF2B5EF4-FFF2-40B4-BE49-F238E27FC236}">
                  <a16:creationId xmlns:a16="http://schemas.microsoft.com/office/drawing/2014/main" id="{147A6275-4166-442C-ACD3-0C400672E806}"/>
                </a:ext>
              </a:extLst>
            </p:cNvPr>
            <p:cNvSpPr>
              <a:spLocks/>
            </p:cNvSpPr>
            <p:nvPr userDrawn="1"/>
          </p:nvSpPr>
          <p:spPr bwMode="auto">
            <a:xfrm>
              <a:off x="3688958" y="4753374"/>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4" name="Freeform 1501">
              <a:extLst>
                <a:ext uri="{FF2B5EF4-FFF2-40B4-BE49-F238E27FC236}">
                  <a16:creationId xmlns:a16="http://schemas.microsoft.com/office/drawing/2014/main" id="{92D34DE3-49CF-4248-BDE8-076FDBC50370}"/>
                </a:ext>
              </a:extLst>
            </p:cNvPr>
            <p:cNvSpPr>
              <a:spLocks noEditPoints="1"/>
            </p:cNvSpPr>
            <p:nvPr userDrawn="1"/>
          </p:nvSpPr>
          <p:spPr bwMode="auto">
            <a:xfrm>
              <a:off x="4224805"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1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9 w 119"/>
                <a:gd name="T89" fmla="*/ 133 h 166"/>
                <a:gd name="T90" fmla="*/ 119 w 119"/>
                <a:gd name="T91" fmla="*/ 132 h 166"/>
                <a:gd name="T92" fmla="*/ 118 w 119"/>
                <a:gd name="T93" fmla="*/ 70 h 166"/>
                <a:gd name="T94" fmla="*/ 118 w 119"/>
                <a:gd name="T95" fmla="*/ 70 h 166"/>
                <a:gd name="T96" fmla="*/ 113 w 119"/>
                <a:gd name="T97" fmla="*/ 51 h 166"/>
                <a:gd name="T98" fmla="*/ 96 w 119"/>
                <a:gd name="T99" fmla="*/ 38 h 166"/>
                <a:gd name="T100" fmla="*/ 87 w 119"/>
                <a:gd name="T101" fmla="*/ 35 h 166"/>
                <a:gd name="T102" fmla="*/ 86 w 119"/>
                <a:gd name="T103" fmla="*/ 35 h 166"/>
                <a:gd name="T104" fmla="*/ 60 w 119"/>
                <a:gd name="T105" fmla="*/ 35 h 166"/>
                <a:gd name="T106" fmla="*/ 79 w 119"/>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5" name="Freeform 1502">
              <a:extLst>
                <a:ext uri="{FF2B5EF4-FFF2-40B4-BE49-F238E27FC236}">
                  <a16:creationId xmlns:a16="http://schemas.microsoft.com/office/drawing/2014/main" id="{34C7074E-B5CE-4FE6-AD6D-6A5174FEC22E}"/>
                </a:ext>
              </a:extLst>
            </p:cNvPr>
            <p:cNvSpPr>
              <a:spLocks noEditPoints="1"/>
            </p:cNvSpPr>
            <p:nvPr userDrawn="1"/>
          </p:nvSpPr>
          <p:spPr bwMode="auto">
            <a:xfrm>
              <a:off x="3319686" y="4697180"/>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0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8 w 119"/>
                <a:gd name="T89" fmla="*/ 138 h 166"/>
                <a:gd name="T90" fmla="*/ 114 w 119"/>
                <a:gd name="T91" fmla="*/ 135 h 166"/>
                <a:gd name="T92" fmla="*/ 119 w 119"/>
                <a:gd name="T93" fmla="*/ 136 h 166"/>
                <a:gd name="T94" fmla="*/ 119 w 119"/>
                <a:gd name="T95" fmla="*/ 132 h 166"/>
                <a:gd name="T96" fmla="*/ 119 w 119"/>
                <a:gd name="T97" fmla="*/ 132 h 166"/>
                <a:gd name="T98" fmla="*/ 118 w 119"/>
                <a:gd name="T99" fmla="*/ 70 h 166"/>
                <a:gd name="T100" fmla="*/ 118 w 119"/>
                <a:gd name="T101" fmla="*/ 70 h 166"/>
                <a:gd name="T102" fmla="*/ 113 w 119"/>
                <a:gd name="T103" fmla="*/ 51 h 166"/>
                <a:gd name="T104" fmla="*/ 96 w 119"/>
                <a:gd name="T105" fmla="*/ 38 h 166"/>
                <a:gd name="T106" fmla="*/ 87 w 119"/>
                <a:gd name="T107" fmla="*/ 35 h 166"/>
                <a:gd name="T108" fmla="*/ 86 w 119"/>
                <a:gd name="T109" fmla="*/ 35 h 166"/>
                <a:gd name="T110" fmla="*/ 60 w 119"/>
                <a:gd name="T111" fmla="*/ 35 h 166"/>
                <a:gd name="T112" fmla="*/ 79 w 119"/>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6" name="Freeform 1503">
              <a:extLst>
                <a:ext uri="{FF2B5EF4-FFF2-40B4-BE49-F238E27FC236}">
                  <a16:creationId xmlns:a16="http://schemas.microsoft.com/office/drawing/2014/main" id="{7C3A4BA7-F9CF-4BCE-8AB5-6865F11B31F0}"/>
                </a:ext>
              </a:extLst>
            </p:cNvPr>
            <p:cNvSpPr>
              <a:spLocks/>
            </p:cNvSpPr>
            <p:nvPr userDrawn="1"/>
          </p:nvSpPr>
          <p:spPr bwMode="auto">
            <a:xfrm>
              <a:off x="3490275" y="4901885"/>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7" name="Freeform 1504">
              <a:extLst>
                <a:ext uri="{FF2B5EF4-FFF2-40B4-BE49-F238E27FC236}">
                  <a16:creationId xmlns:a16="http://schemas.microsoft.com/office/drawing/2014/main" id="{D42FF9BB-407C-460A-BF03-A7A468197D99}"/>
                </a:ext>
              </a:extLst>
            </p:cNvPr>
            <p:cNvSpPr>
              <a:spLocks noEditPoints="1"/>
            </p:cNvSpPr>
            <p:nvPr userDrawn="1"/>
          </p:nvSpPr>
          <p:spPr bwMode="auto">
            <a:xfrm>
              <a:off x="4730547" y="4751366"/>
              <a:ext cx="329134" cy="198685"/>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6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6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8" name="Freeform 1505">
              <a:extLst>
                <a:ext uri="{FF2B5EF4-FFF2-40B4-BE49-F238E27FC236}">
                  <a16:creationId xmlns:a16="http://schemas.microsoft.com/office/drawing/2014/main" id="{EDBF40FF-8865-4FF6-A10B-214CA1C4FD6E}"/>
                </a:ext>
              </a:extLst>
            </p:cNvPr>
            <p:cNvSpPr>
              <a:spLocks noEditPoints="1"/>
            </p:cNvSpPr>
            <p:nvPr userDrawn="1"/>
          </p:nvSpPr>
          <p:spPr bwMode="auto">
            <a:xfrm>
              <a:off x="5079750"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5 w 140"/>
                <a:gd name="T9" fmla="*/ 8 h 137"/>
                <a:gd name="T10" fmla="*/ 100 w 140"/>
                <a:gd name="T11" fmla="*/ 6 h 137"/>
                <a:gd name="T12" fmla="*/ 100 w 140"/>
                <a:gd name="T13" fmla="*/ 6 h 137"/>
                <a:gd name="T14" fmla="*/ 117 w 140"/>
                <a:gd name="T15" fmla="*/ 10 h 137"/>
                <a:gd name="T16" fmla="*/ 127 w 140"/>
                <a:gd name="T17" fmla="*/ 16 h 137"/>
                <a:gd name="T18" fmla="*/ 134 w 140"/>
                <a:gd name="T19" fmla="*/ 27 h 137"/>
                <a:gd name="T20" fmla="*/ 134 w 140"/>
                <a:gd name="T21" fmla="*/ 82 h 137"/>
                <a:gd name="T22" fmla="*/ 131 w 140"/>
                <a:gd name="T23" fmla="*/ 91 h 137"/>
                <a:gd name="T24" fmla="*/ 107 w 140"/>
                <a:gd name="T25" fmla="*/ 103 h 137"/>
                <a:gd name="T26" fmla="*/ 64 w 140"/>
                <a:gd name="T27" fmla="*/ 104 h 137"/>
                <a:gd name="T28" fmla="*/ 77 w 140"/>
                <a:gd name="T29" fmla="*/ 122 h 137"/>
                <a:gd name="T30" fmla="*/ 43 w 140"/>
                <a:gd name="T31" fmla="*/ 105 h 137"/>
                <a:gd name="T32" fmla="*/ 42 w 140"/>
                <a:gd name="T33" fmla="*/ 105 h 137"/>
                <a:gd name="T34" fmla="*/ 42 w 140"/>
                <a:gd name="T35" fmla="*/ 106 h 137"/>
                <a:gd name="T36" fmla="*/ 38 w 140"/>
                <a:gd name="T37" fmla="*/ 106 h 137"/>
                <a:gd name="T38" fmla="*/ 37 w 140"/>
                <a:gd name="T39" fmla="*/ 106 h 137"/>
                <a:gd name="T40" fmla="*/ 22 w 140"/>
                <a:gd name="T41" fmla="*/ 104 h 137"/>
                <a:gd name="T42" fmla="*/ 14 w 140"/>
                <a:gd name="T43" fmla="*/ 100 h 137"/>
                <a:gd name="T44" fmla="*/ 9 w 140"/>
                <a:gd name="T45" fmla="*/ 95 h 137"/>
                <a:gd name="T46" fmla="*/ 6 w 140"/>
                <a:gd name="T47" fmla="*/ 27 h 137"/>
                <a:gd name="T48" fmla="*/ 10 w 140"/>
                <a:gd name="T49" fmla="*/ 17 h 137"/>
                <a:gd name="T50" fmla="*/ 16 w 140"/>
                <a:gd name="T51" fmla="*/ 11 h 137"/>
                <a:gd name="T52" fmla="*/ 25 w 140"/>
                <a:gd name="T53" fmla="*/ 8 h 137"/>
                <a:gd name="T54" fmla="*/ 25 w 140"/>
                <a:gd name="T55" fmla="*/ 8 h 137"/>
                <a:gd name="T56" fmla="*/ 100 w 140"/>
                <a:gd name="T57" fmla="*/ 0 h 137"/>
                <a:gd name="T58" fmla="*/ 25 w 140"/>
                <a:gd name="T59" fmla="*/ 2 h 137"/>
                <a:gd name="T60" fmla="*/ 12 w 140"/>
                <a:gd name="T61" fmla="*/ 6 h 137"/>
                <a:gd name="T62" fmla="*/ 3 w 140"/>
                <a:gd name="T63" fmla="*/ 19 h 137"/>
                <a:gd name="T64" fmla="*/ 0 w 140"/>
                <a:gd name="T65" fmla="*/ 26 h 137"/>
                <a:gd name="T66" fmla="*/ 0 w 140"/>
                <a:gd name="T67" fmla="*/ 26 h 137"/>
                <a:gd name="T68" fmla="*/ 3 w 140"/>
                <a:gd name="T69" fmla="*/ 96 h 137"/>
                <a:gd name="T70" fmla="*/ 3 w 140"/>
                <a:gd name="T71" fmla="*/ 97 h 137"/>
                <a:gd name="T72" fmla="*/ 10 w 140"/>
                <a:gd name="T73" fmla="*/ 105 h 137"/>
                <a:gd name="T74" fmla="*/ 25 w 140"/>
                <a:gd name="T75" fmla="*/ 111 h 137"/>
                <a:gd name="T76" fmla="*/ 38 w 140"/>
                <a:gd name="T77" fmla="*/ 112 h 137"/>
                <a:gd name="T78" fmla="*/ 41 w 140"/>
                <a:gd name="T79" fmla="*/ 112 h 137"/>
                <a:gd name="T80" fmla="*/ 95 w 140"/>
                <a:gd name="T81" fmla="*/ 137 h 137"/>
                <a:gd name="T82" fmla="*/ 75 w 140"/>
                <a:gd name="T83" fmla="*/ 110 h 137"/>
                <a:gd name="T84" fmla="*/ 108 w 140"/>
                <a:gd name="T85" fmla="*/ 109 h 137"/>
                <a:gd name="T86" fmla="*/ 108 w 140"/>
                <a:gd name="T87" fmla="*/ 109 h 137"/>
                <a:gd name="T88" fmla="*/ 136 w 140"/>
                <a:gd name="T89" fmla="*/ 94 h 137"/>
                <a:gd name="T90" fmla="*/ 140 w 140"/>
                <a:gd name="T91" fmla="*/ 82 h 137"/>
                <a:gd name="T92" fmla="*/ 140 w 140"/>
                <a:gd name="T93" fmla="*/ 82 h 137"/>
                <a:gd name="T94" fmla="*/ 140 w 140"/>
                <a:gd name="T95" fmla="*/ 26 h 137"/>
                <a:gd name="T96" fmla="*/ 140 w 140"/>
                <a:gd name="T97" fmla="*/ 26 h 137"/>
                <a:gd name="T98" fmla="*/ 131 w 140"/>
                <a:gd name="T99" fmla="*/ 11 h 137"/>
                <a:gd name="T100" fmla="*/ 111 w 140"/>
                <a:gd name="T101" fmla="*/ 2 h 137"/>
                <a:gd name="T102" fmla="*/ 100 w 140"/>
                <a:gd name="T103" fmla="*/ 0 h 137"/>
                <a:gd name="T104" fmla="*/ 100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6"/>
                    <a:pt x="42" y="106"/>
                    <a:pt x="42" y="106"/>
                  </a:cubicBezTo>
                  <a:cubicBezTo>
                    <a:pt x="41" y="106"/>
                    <a:pt x="40" y="106"/>
                    <a:pt x="38" y="106"/>
                  </a:cubicBezTo>
                  <a:cubicBezTo>
                    <a:pt x="38"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8"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9" name="Freeform 1506">
              <a:extLst>
                <a:ext uri="{FF2B5EF4-FFF2-40B4-BE49-F238E27FC236}">
                  <a16:creationId xmlns:a16="http://schemas.microsoft.com/office/drawing/2014/main" id="{8A0164DE-18A5-4A81-8C04-E45E4FE94872}"/>
                </a:ext>
              </a:extLst>
            </p:cNvPr>
            <p:cNvSpPr>
              <a:spLocks noEditPoints="1"/>
            </p:cNvSpPr>
            <p:nvPr userDrawn="1"/>
          </p:nvSpPr>
          <p:spPr bwMode="auto">
            <a:xfrm>
              <a:off x="4034147" y="4632959"/>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2 h 137"/>
                <a:gd name="T86" fmla="*/ 41 w 140"/>
                <a:gd name="T87" fmla="*/ 111 h 137"/>
                <a:gd name="T88" fmla="*/ 79 w 140"/>
                <a:gd name="T89" fmla="*/ 130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2"/>
                    <a:pt x="37" y="112"/>
                  </a:cubicBezTo>
                  <a:cubicBezTo>
                    <a:pt x="39" y="112"/>
                    <a:pt x="40" y="111"/>
                    <a:pt x="41" y="111"/>
                  </a:cubicBezTo>
                  <a:cubicBezTo>
                    <a:pt x="79" y="130"/>
                    <a:pt x="79" y="130"/>
                    <a:pt x="79" y="130"/>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0" name="Freeform 1507">
              <a:extLst>
                <a:ext uri="{FF2B5EF4-FFF2-40B4-BE49-F238E27FC236}">
                  <a16:creationId xmlns:a16="http://schemas.microsoft.com/office/drawing/2014/main" id="{CC417652-F4EF-4380-B7B6-65692656B711}"/>
                </a:ext>
              </a:extLst>
            </p:cNvPr>
            <p:cNvSpPr>
              <a:spLocks/>
            </p:cNvSpPr>
            <p:nvPr userDrawn="1"/>
          </p:nvSpPr>
          <p:spPr bwMode="auto">
            <a:xfrm>
              <a:off x="4152556" y="4827629"/>
              <a:ext cx="22077" cy="8028"/>
            </a:xfrm>
            <a:custGeom>
              <a:avLst/>
              <a:gdLst>
                <a:gd name="T0" fmla="*/ 10 w 14"/>
                <a:gd name="T1" fmla="*/ 0 h 6"/>
                <a:gd name="T2" fmla="*/ 0 w 14"/>
                <a:gd name="T3" fmla="*/ 1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1"/>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1" name="Freeform 1508">
              <a:extLst>
                <a:ext uri="{FF2B5EF4-FFF2-40B4-BE49-F238E27FC236}">
                  <a16:creationId xmlns:a16="http://schemas.microsoft.com/office/drawing/2014/main" id="{55B79FF2-D82D-4C42-A398-DA79F72513E8}"/>
                </a:ext>
              </a:extLst>
            </p:cNvPr>
            <p:cNvSpPr>
              <a:spLocks noEditPoints="1"/>
            </p:cNvSpPr>
            <p:nvPr userDrawn="1"/>
          </p:nvSpPr>
          <p:spPr bwMode="auto">
            <a:xfrm>
              <a:off x="3875602" y="4412198"/>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9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6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10"/>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9"/>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6"/>
                    <a:pt x="124" y="76"/>
                    <a:pt x="124"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2" name="Freeform 1509">
              <a:extLst>
                <a:ext uri="{FF2B5EF4-FFF2-40B4-BE49-F238E27FC236}">
                  <a16:creationId xmlns:a16="http://schemas.microsoft.com/office/drawing/2014/main" id="{1CCA28B5-760E-4744-9E68-DB5F6C840461}"/>
                </a:ext>
              </a:extLst>
            </p:cNvPr>
            <p:cNvSpPr>
              <a:spLocks noEditPoints="1"/>
            </p:cNvSpPr>
            <p:nvPr userDrawn="1"/>
          </p:nvSpPr>
          <p:spPr bwMode="auto">
            <a:xfrm>
              <a:off x="5300510" y="4769429"/>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1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7"/>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80"/>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3" name="Freeform 1510">
              <a:extLst>
                <a:ext uri="{FF2B5EF4-FFF2-40B4-BE49-F238E27FC236}">
                  <a16:creationId xmlns:a16="http://schemas.microsoft.com/office/drawing/2014/main" id="{CABF4E73-6222-477F-895B-F4DABE9D76AC}"/>
                </a:ext>
              </a:extLst>
            </p:cNvPr>
            <p:cNvSpPr>
              <a:spLocks noEditPoints="1"/>
            </p:cNvSpPr>
            <p:nvPr userDrawn="1"/>
          </p:nvSpPr>
          <p:spPr bwMode="auto">
            <a:xfrm>
              <a:off x="5589505" y="4233583"/>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6 h 115"/>
                <a:gd name="T62" fmla="*/ 60 w 76"/>
                <a:gd name="T63" fmla="*/ 6 h 115"/>
                <a:gd name="T64" fmla="*/ 60 w 76"/>
                <a:gd name="T65" fmla="*/ 6 h 115"/>
                <a:gd name="T66" fmla="*/ 60 w 76"/>
                <a:gd name="T67" fmla="*/ 6 h 115"/>
                <a:gd name="T68" fmla="*/ 60 w 76"/>
                <a:gd name="T69" fmla="*/ 0 h 115"/>
                <a:gd name="T70" fmla="*/ 59 w 76"/>
                <a:gd name="T71" fmla="*/ 0 h 115"/>
                <a:gd name="T72" fmla="*/ 59 w 76"/>
                <a:gd name="T73" fmla="*/ 0 h 115"/>
                <a:gd name="T74" fmla="*/ 16 w 76"/>
                <a:gd name="T75" fmla="*/ 3 h 115"/>
                <a:gd name="T76" fmla="*/ 17 w 76"/>
                <a:gd name="T77" fmla="*/ 6 h 115"/>
                <a:gd name="T78" fmla="*/ 16 w 76"/>
                <a:gd name="T79" fmla="*/ 3 h 115"/>
                <a:gd name="T80" fmla="*/ 8 w 76"/>
                <a:gd name="T81" fmla="*/ 8 h 115"/>
                <a:gd name="T82" fmla="*/ 1 w 76"/>
                <a:gd name="T83" fmla="*/ 22 h 115"/>
                <a:gd name="T84" fmla="*/ 0 w 76"/>
                <a:gd name="T85" fmla="*/ 39 h 115"/>
                <a:gd name="T86" fmla="*/ 1 w 76"/>
                <a:gd name="T87" fmla="*/ 61 h 115"/>
                <a:gd name="T88" fmla="*/ 9 w 76"/>
                <a:gd name="T89" fmla="*/ 81 h 115"/>
                <a:gd name="T90" fmla="*/ 15 w 76"/>
                <a:gd name="T91" fmla="*/ 88 h 115"/>
                <a:gd name="T92" fmla="*/ 16 w 76"/>
                <a:gd name="T93" fmla="*/ 88 h 115"/>
                <a:gd name="T94" fmla="*/ 38 w 76"/>
                <a:gd name="T95" fmla="*/ 89 h 115"/>
                <a:gd name="T96" fmla="*/ 26 w 76"/>
                <a:gd name="T97" fmla="*/ 115 h 115"/>
                <a:gd name="T98" fmla="*/ 56 w 76"/>
                <a:gd name="T99" fmla="*/ 90 h 115"/>
                <a:gd name="T100" fmla="*/ 72 w 76"/>
                <a:gd name="T101" fmla="*/ 85 h 115"/>
                <a:gd name="T102" fmla="*/ 75 w 76"/>
                <a:gd name="T103" fmla="*/ 80 h 115"/>
                <a:gd name="T104" fmla="*/ 76 w 76"/>
                <a:gd name="T105" fmla="*/ 77 h 115"/>
                <a:gd name="T106" fmla="*/ 76 w 76"/>
                <a:gd name="T107" fmla="*/ 76 h 115"/>
                <a:gd name="T108" fmla="*/ 76 w 76"/>
                <a:gd name="T109" fmla="*/ 28 h 115"/>
                <a:gd name="T110" fmla="*/ 69 w 76"/>
                <a:gd name="T111" fmla="*/ 4 h 115"/>
                <a:gd name="T112" fmla="*/ 63 w 76"/>
                <a:gd name="T113" fmla="*/ 1 h 115"/>
                <a:gd name="T114" fmla="*/ 60 w 76"/>
                <a:gd name="T11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6"/>
                    <a:pt x="11" y="13"/>
                    <a:pt x="12" y="12"/>
                  </a:cubicBezTo>
                  <a:cubicBezTo>
                    <a:pt x="13"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4"/>
                    <a:pt x="10" y="5"/>
                    <a:pt x="8" y="8"/>
                  </a:cubicBezTo>
                  <a:cubicBezTo>
                    <a:pt x="4" y="11"/>
                    <a:pt x="3" y="16"/>
                    <a:pt x="1" y="22"/>
                  </a:cubicBezTo>
                  <a:cubicBezTo>
                    <a:pt x="0" y="27"/>
                    <a:pt x="0" y="34"/>
                    <a:pt x="0" y="39"/>
                  </a:cubicBezTo>
                  <a:cubicBezTo>
                    <a:pt x="0" y="50"/>
                    <a:pt x="1" y="60"/>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4" name="Freeform 1511">
              <a:extLst>
                <a:ext uri="{FF2B5EF4-FFF2-40B4-BE49-F238E27FC236}">
                  <a16:creationId xmlns:a16="http://schemas.microsoft.com/office/drawing/2014/main" id="{3F521831-EE58-4B7B-9F38-56AE97B381E9}"/>
                </a:ext>
              </a:extLst>
            </p:cNvPr>
            <p:cNvSpPr>
              <a:spLocks noEditPoints="1"/>
            </p:cNvSpPr>
            <p:nvPr userDrawn="1"/>
          </p:nvSpPr>
          <p:spPr bwMode="auto">
            <a:xfrm>
              <a:off x="4963349" y="3960642"/>
              <a:ext cx="114395" cy="174602"/>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5" name="Freeform 1512">
              <a:extLst>
                <a:ext uri="{FF2B5EF4-FFF2-40B4-BE49-F238E27FC236}">
                  <a16:creationId xmlns:a16="http://schemas.microsoft.com/office/drawing/2014/main" id="{3FA37668-AAD0-4D76-885B-1144EAD6C446}"/>
                </a:ext>
              </a:extLst>
            </p:cNvPr>
            <p:cNvSpPr>
              <a:spLocks noEditPoints="1"/>
            </p:cNvSpPr>
            <p:nvPr userDrawn="1"/>
          </p:nvSpPr>
          <p:spPr bwMode="auto">
            <a:xfrm>
              <a:off x="3899685" y="4677111"/>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6" name="Freeform 1513">
              <a:extLst>
                <a:ext uri="{FF2B5EF4-FFF2-40B4-BE49-F238E27FC236}">
                  <a16:creationId xmlns:a16="http://schemas.microsoft.com/office/drawing/2014/main" id="{2C2C7992-A02B-4F33-808D-3BF26CC84C60}"/>
                </a:ext>
              </a:extLst>
            </p:cNvPr>
            <p:cNvSpPr>
              <a:spLocks noEditPoints="1"/>
            </p:cNvSpPr>
            <p:nvPr userDrawn="1"/>
          </p:nvSpPr>
          <p:spPr bwMode="auto">
            <a:xfrm>
              <a:off x="3209307" y="4197458"/>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7" name="Freeform 1514">
              <a:extLst>
                <a:ext uri="{FF2B5EF4-FFF2-40B4-BE49-F238E27FC236}">
                  <a16:creationId xmlns:a16="http://schemas.microsoft.com/office/drawing/2014/main" id="{25F42944-6E7D-4434-943B-32A6DFE2A828}"/>
                </a:ext>
              </a:extLst>
            </p:cNvPr>
            <p:cNvSpPr>
              <a:spLocks noEditPoints="1"/>
            </p:cNvSpPr>
            <p:nvPr userDrawn="1"/>
          </p:nvSpPr>
          <p:spPr bwMode="auto">
            <a:xfrm>
              <a:off x="4357261" y="5010258"/>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3"/>
                    <a:pt x="76" y="28"/>
                  </a:cubicBezTo>
                  <a:cubicBezTo>
                    <a:pt x="76" y="16"/>
                    <a:pt x="72" y="8"/>
                    <a:pt x="68" y="5"/>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8" name="Freeform 1515">
              <a:extLst>
                <a:ext uri="{FF2B5EF4-FFF2-40B4-BE49-F238E27FC236}">
                  <a16:creationId xmlns:a16="http://schemas.microsoft.com/office/drawing/2014/main" id="{04828E8B-713F-4223-A57B-B95F4D10021C}"/>
                </a:ext>
              </a:extLst>
            </p:cNvPr>
            <p:cNvSpPr>
              <a:spLocks noEditPoints="1"/>
            </p:cNvSpPr>
            <p:nvPr userDrawn="1"/>
          </p:nvSpPr>
          <p:spPr bwMode="auto">
            <a:xfrm>
              <a:off x="3929788" y="5034341"/>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6 h 116"/>
                <a:gd name="T68" fmla="*/ 60 w 76"/>
                <a:gd name="T69" fmla="*/ 0 h 116"/>
                <a:gd name="T70" fmla="*/ 60 w 76"/>
                <a:gd name="T71" fmla="*/ 0 h 116"/>
                <a:gd name="T72" fmla="*/ 59 w 76"/>
                <a:gd name="T73" fmla="*/ 0 h 116"/>
                <a:gd name="T74" fmla="*/ 16 w 76"/>
                <a:gd name="T75" fmla="*/ 4 h 116"/>
                <a:gd name="T76" fmla="*/ 8 w 76"/>
                <a:gd name="T77" fmla="*/ 8 h 116"/>
                <a:gd name="T78" fmla="*/ 2 w 76"/>
                <a:gd name="T79" fmla="*/ 22 h 116"/>
                <a:gd name="T80" fmla="*/ 0 w 76"/>
                <a:gd name="T81" fmla="*/ 40 h 116"/>
                <a:gd name="T82" fmla="*/ 2 w 76"/>
                <a:gd name="T83" fmla="*/ 61 h 116"/>
                <a:gd name="T84" fmla="*/ 9 w 76"/>
                <a:gd name="T85" fmla="*/ 82 h 116"/>
                <a:gd name="T86" fmla="*/ 15 w 76"/>
                <a:gd name="T87" fmla="*/ 88 h 116"/>
                <a:gd name="T88" fmla="*/ 16 w 76"/>
                <a:gd name="T89" fmla="*/ 89 h 116"/>
                <a:gd name="T90" fmla="*/ 38 w 76"/>
                <a:gd name="T91" fmla="*/ 90 h 116"/>
                <a:gd name="T92" fmla="*/ 26 w 76"/>
                <a:gd name="T93" fmla="*/ 116 h 116"/>
                <a:gd name="T94" fmla="*/ 56 w 76"/>
                <a:gd name="T95" fmla="*/ 90 h 116"/>
                <a:gd name="T96" fmla="*/ 72 w 76"/>
                <a:gd name="T97" fmla="*/ 85 h 116"/>
                <a:gd name="T98" fmla="*/ 75 w 76"/>
                <a:gd name="T99" fmla="*/ 81 h 116"/>
                <a:gd name="T100" fmla="*/ 76 w 76"/>
                <a:gd name="T101" fmla="*/ 77 h 116"/>
                <a:gd name="T102" fmla="*/ 76 w 76"/>
                <a:gd name="T103" fmla="*/ 76 h 116"/>
                <a:gd name="T104" fmla="*/ 76 w 76"/>
                <a:gd name="T105" fmla="*/ 28 h 116"/>
                <a:gd name="T106" fmla="*/ 69 w 76"/>
                <a:gd name="T107" fmla="*/ 5 h 116"/>
                <a:gd name="T108" fmla="*/ 63 w 76"/>
                <a:gd name="T109" fmla="*/ 1 h 116"/>
                <a:gd name="T110" fmla="*/ 60 w 7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9" name="Freeform 1516">
              <a:extLst>
                <a:ext uri="{FF2B5EF4-FFF2-40B4-BE49-F238E27FC236}">
                  <a16:creationId xmlns:a16="http://schemas.microsoft.com/office/drawing/2014/main" id="{59E715D2-1B81-4151-9B68-40D5A6202082}"/>
                </a:ext>
              </a:extLst>
            </p:cNvPr>
            <p:cNvSpPr>
              <a:spLocks noEditPoints="1"/>
            </p:cNvSpPr>
            <p:nvPr userDrawn="1"/>
          </p:nvSpPr>
          <p:spPr bwMode="auto">
            <a:xfrm>
              <a:off x="3436087"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0" name="Freeform 1517">
              <a:extLst>
                <a:ext uri="{FF2B5EF4-FFF2-40B4-BE49-F238E27FC236}">
                  <a16:creationId xmlns:a16="http://schemas.microsoft.com/office/drawing/2014/main" id="{58FD33ED-97C9-4D4D-BEE2-0E5BC16DCE3D}"/>
                </a:ext>
              </a:extLst>
            </p:cNvPr>
            <p:cNvSpPr>
              <a:spLocks noEditPoints="1"/>
            </p:cNvSpPr>
            <p:nvPr userDrawn="1"/>
          </p:nvSpPr>
          <p:spPr bwMode="auto">
            <a:xfrm>
              <a:off x="3877608" y="548790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1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1"/>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1" name="Freeform 1518">
              <a:extLst>
                <a:ext uri="{FF2B5EF4-FFF2-40B4-BE49-F238E27FC236}">
                  <a16:creationId xmlns:a16="http://schemas.microsoft.com/office/drawing/2014/main" id="{53E2C62E-FFCD-45BB-9E5B-81C4BB576B98}"/>
                </a:ext>
              </a:extLst>
            </p:cNvPr>
            <p:cNvSpPr>
              <a:spLocks noEditPoints="1"/>
            </p:cNvSpPr>
            <p:nvPr userDrawn="1"/>
          </p:nvSpPr>
          <p:spPr bwMode="auto">
            <a:xfrm>
              <a:off x="3064809" y="5429703"/>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7"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7" y="16"/>
                  </a:cubicBezTo>
                  <a:cubicBezTo>
                    <a:pt x="10" y="24"/>
                    <a:pt x="6" y="35"/>
                    <a:pt x="4" y="47"/>
                  </a:cubicBezTo>
                  <a:cubicBezTo>
                    <a:pt x="1" y="60"/>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2" name="Freeform 1519">
              <a:extLst>
                <a:ext uri="{FF2B5EF4-FFF2-40B4-BE49-F238E27FC236}">
                  <a16:creationId xmlns:a16="http://schemas.microsoft.com/office/drawing/2014/main" id="{7CAC07FE-A757-4D51-A374-2B474FA22E25}"/>
                </a:ext>
              </a:extLst>
            </p:cNvPr>
            <p:cNvSpPr>
              <a:spLocks noEditPoints="1"/>
            </p:cNvSpPr>
            <p:nvPr userDrawn="1"/>
          </p:nvSpPr>
          <p:spPr bwMode="auto">
            <a:xfrm>
              <a:off x="3929788" y="5622366"/>
              <a:ext cx="367266" cy="148512"/>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156 w 244"/>
                <a:gd name="T63" fmla="*/ 0 h 98"/>
                <a:gd name="T64" fmla="*/ 69 w 244"/>
                <a:gd name="T65" fmla="*/ 18 h 98"/>
                <a:gd name="T66" fmla="*/ 69 w 244"/>
                <a:gd name="T67" fmla="*/ 18 h 98"/>
                <a:gd name="T68" fmla="*/ 68 w 244"/>
                <a:gd name="T69" fmla="*/ 19 h 98"/>
                <a:gd name="T70" fmla="*/ 63 w 244"/>
                <a:gd name="T71" fmla="*/ 34 h 98"/>
                <a:gd name="T72" fmla="*/ 67 w 244"/>
                <a:gd name="T73" fmla="*/ 51 h 98"/>
                <a:gd name="T74" fmla="*/ 72 w 244"/>
                <a:gd name="T75" fmla="*/ 65 h 98"/>
                <a:gd name="T76" fmla="*/ 71 w 244"/>
                <a:gd name="T77" fmla="*/ 69 h 98"/>
                <a:gd name="T78" fmla="*/ 68 w 244"/>
                <a:gd name="T79" fmla="*/ 72 h 98"/>
                <a:gd name="T80" fmla="*/ 67 w 244"/>
                <a:gd name="T81" fmla="*/ 72 h 98"/>
                <a:gd name="T82" fmla="*/ 67 w 244"/>
                <a:gd name="T83" fmla="*/ 72 h 98"/>
                <a:gd name="T84" fmla="*/ 0 w 244"/>
                <a:gd name="T85" fmla="*/ 74 h 98"/>
                <a:gd name="T86" fmla="*/ 17 w 244"/>
                <a:gd name="T87" fmla="*/ 79 h 98"/>
                <a:gd name="T88" fmla="*/ 136 w 244"/>
                <a:gd name="T89" fmla="*/ 98 h 98"/>
                <a:gd name="T90" fmla="*/ 151 w 244"/>
                <a:gd name="T91" fmla="*/ 98 h 98"/>
                <a:gd name="T92" fmla="*/ 157 w 244"/>
                <a:gd name="T93" fmla="*/ 98 h 98"/>
                <a:gd name="T94" fmla="*/ 222 w 244"/>
                <a:gd name="T95" fmla="*/ 86 h 98"/>
                <a:gd name="T96" fmla="*/ 239 w 244"/>
                <a:gd name="T97" fmla="*/ 74 h 98"/>
                <a:gd name="T98" fmla="*/ 239 w 244"/>
                <a:gd name="T99" fmla="*/ 73 h 98"/>
                <a:gd name="T100" fmla="*/ 239 w 244"/>
                <a:gd name="T101" fmla="*/ 73 h 98"/>
                <a:gd name="T102" fmla="*/ 244 w 244"/>
                <a:gd name="T103" fmla="*/ 44 h 98"/>
                <a:gd name="T104" fmla="*/ 234 w 244"/>
                <a:gd name="T105" fmla="*/ 14 h 98"/>
                <a:gd name="T106" fmla="*/ 223 w 244"/>
                <a:gd name="T107" fmla="*/ 7 h 98"/>
                <a:gd name="T108" fmla="*/ 222 w 244"/>
                <a:gd name="T109" fmla="*/ 7 h 98"/>
                <a:gd name="T110" fmla="*/ 222 w 244"/>
                <a:gd name="T111" fmla="*/ 7 h 98"/>
                <a:gd name="T112" fmla="*/ 156 w 244"/>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3" name="Freeform 1520">
              <a:extLst>
                <a:ext uri="{FF2B5EF4-FFF2-40B4-BE49-F238E27FC236}">
                  <a16:creationId xmlns:a16="http://schemas.microsoft.com/office/drawing/2014/main" id="{C442D923-45E6-423E-8CF1-568FDA87EC29}"/>
                </a:ext>
              </a:extLst>
            </p:cNvPr>
            <p:cNvSpPr>
              <a:spLocks noEditPoints="1"/>
            </p:cNvSpPr>
            <p:nvPr userDrawn="1"/>
          </p:nvSpPr>
          <p:spPr bwMode="auto">
            <a:xfrm>
              <a:off x="4939266" y="5000223"/>
              <a:ext cx="297023" cy="118408"/>
            </a:xfrm>
            <a:custGeom>
              <a:avLst/>
              <a:gdLst>
                <a:gd name="T0" fmla="*/ 142 w 198"/>
                <a:gd name="T1" fmla="*/ 41 h 79"/>
                <a:gd name="T2" fmla="*/ 142 w 198"/>
                <a:gd name="T3" fmla="*/ 41 h 79"/>
                <a:gd name="T4" fmla="*/ 141 w 198"/>
                <a:gd name="T5" fmla="*/ 57 h 79"/>
                <a:gd name="T6" fmla="*/ 19 w 198"/>
                <a:gd name="T7" fmla="*/ 10 h 79"/>
                <a:gd name="T8" fmla="*/ 19 w 198"/>
                <a:gd name="T9" fmla="*/ 11 h 79"/>
                <a:gd name="T10" fmla="*/ 121 w 198"/>
                <a:gd name="T11" fmla="*/ 13 h 79"/>
                <a:gd name="T12" fmla="*/ 136 w 198"/>
                <a:gd name="T13" fmla="*/ 19 h 79"/>
                <a:gd name="T14" fmla="*/ 139 w 198"/>
                <a:gd name="T15" fmla="*/ 27 h 79"/>
                <a:gd name="T16" fmla="*/ 137 w 198"/>
                <a:gd name="T17" fmla="*/ 37 h 79"/>
                <a:gd name="T18" fmla="*/ 136 w 198"/>
                <a:gd name="T19" fmla="*/ 38 h 79"/>
                <a:gd name="T20" fmla="*/ 136 w 198"/>
                <a:gd name="T21" fmla="*/ 38 h 79"/>
                <a:gd name="T22" fmla="*/ 136 w 198"/>
                <a:gd name="T23" fmla="*/ 38 h 79"/>
                <a:gd name="T24" fmla="*/ 133 w 198"/>
                <a:gd name="T25" fmla="*/ 58 h 79"/>
                <a:gd name="T26" fmla="*/ 141 w 198"/>
                <a:gd name="T27" fmla="*/ 63 h 79"/>
                <a:gd name="T28" fmla="*/ 160 w 198"/>
                <a:gd name="T29" fmla="*/ 64 h 79"/>
                <a:gd name="T30" fmla="*/ 78 w 198"/>
                <a:gd name="T31" fmla="*/ 73 h 79"/>
                <a:gd name="T32" fmla="*/ 75 w 198"/>
                <a:gd name="T33" fmla="*/ 73 h 79"/>
                <a:gd name="T34" fmla="*/ 74 w 198"/>
                <a:gd name="T35" fmla="*/ 73 h 79"/>
                <a:gd name="T36" fmla="*/ 20 w 198"/>
                <a:gd name="T37" fmla="*/ 64 h 79"/>
                <a:gd name="T38" fmla="*/ 9 w 198"/>
                <a:gd name="T39" fmla="*/ 56 h 79"/>
                <a:gd name="T40" fmla="*/ 6 w 198"/>
                <a:gd name="T41" fmla="*/ 35 h 79"/>
                <a:gd name="T42" fmla="*/ 17 w 198"/>
                <a:gd name="T43" fmla="*/ 12 h 79"/>
                <a:gd name="T44" fmla="*/ 19 w 198"/>
                <a:gd name="T45" fmla="*/ 11 h 79"/>
                <a:gd name="T46" fmla="*/ 71 w 198"/>
                <a:gd name="T47" fmla="*/ 0 h 79"/>
                <a:gd name="T48" fmla="*/ 18 w 198"/>
                <a:gd name="T49" fmla="*/ 5 h 79"/>
                <a:gd name="T50" fmla="*/ 8 w 198"/>
                <a:gd name="T51" fmla="*/ 11 h 79"/>
                <a:gd name="T52" fmla="*/ 4 w 198"/>
                <a:gd name="T53" fmla="*/ 58 h 79"/>
                <a:gd name="T54" fmla="*/ 4 w 198"/>
                <a:gd name="T55" fmla="*/ 59 h 79"/>
                <a:gd name="T56" fmla="*/ 70 w 198"/>
                <a:gd name="T57" fmla="*/ 79 h 79"/>
                <a:gd name="T58" fmla="*/ 74 w 198"/>
                <a:gd name="T59" fmla="*/ 79 h 79"/>
                <a:gd name="T60" fmla="*/ 181 w 198"/>
                <a:gd name="T61" fmla="*/ 64 h 79"/>
                <a:gd name="T62" fmla="*/ 141 w 198"/>
                <a:gd name="T63" fmla="*/ 57 h 79"/>
                <a:gd name="T64" fmla="*/ 139 w 198"/>
                <a:gd name="T65" fmla="*/ 55 h 79"/>
                <a:gd name="T66" fmla="*/ 142 w 198"/>
                <a:gd name="T67" fmla="*/ 41 h 79"/>
                <a:gd name="T68" fmla="*/ 141 w 198"/>
                <a:gd name="T69" fmla="*/ 15 h 79"/>
                <a:gd name="T70" fmla="*/ 140 w 198"/>
                <a:gd name="T71" fmla="*/ 14 h 79"/>
                <a:gd name="T72" fmla="*/ 136 w 198"/>
                <a:gd name="T73" fmla="*/ 18 h 79"/>
                <a:gd name="T74" fmla="*/ 140 w 198"/>
                <a:gd name="T75"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5"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4" name="Freeform 1521">
              <a:extLst>
                <a:ext uri="{FF2B5EF4-FFF2-40B4-BE49-F238E27FC236}">
                  <a16:creationId xmlns:a16="http://schemas.microsoft.com/office/drawing/2014/main" id="{098180C9-E658-4DFE-B4DD-E38BB335AEEF}"/>
                </a:ext>
              </a:extLst>
            </p:cNvPr>
            <p:cNvSpPr>
              <a:spLocks noEditPoints="1"/>
            </p:cNvSpPr>
            <p:nvPr userDrawn="1"/>
          </p:nvSpPr>
          <p:spPr bwMode="auto">
            <a:xfrm>
              <a:off x="3369860" y="4046940"/>
              <a:ext cx="387335" cy="156539"/>
            </a:xfrm>
            <a:custGeom>
              <a:avLst/>
              <a:gdLst>
                <a:gd name="T0" fmla="*/ 188 w 258"/>
                <a:gd name="T1" fmla="*/ 54 h 104"/>
                <a:gd name="T2" fmla="*/ 188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8 h 104"/>
                <a:gd name="T28" fmla="*/ 99 w 258"/>
                <a:gd name="T29" fmla="*/ 98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9 w 258"/>
                <a:gd name="T55" fmla="*/ 104 h 104"/>
                <a:gd name="T56" fmla="*/ 241 w 258"/>
                <a:gd name="T57" fmla="*/ 84 h 104"/>
                <a:gd name="T58" fmla="*/ 188 w 258"/>
                <a:gd name="T59" fmla="*/ 77 h 104"/>
                <a:gd name="T60" fmla="*/ 185 w 258"/>
                <a:gd name="T61" fmla="*/ 75 h 104"/>
                <a:gd name="T62" fmla="*/ 188 w 258"/>
                <a:gd name="T63" fmla="*/ 54 h 104"/>
                <a:gd name="T64" fmla="*/ 187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2"/>
                  </a:cubicBezTo>
                  <a:cubicBezTo>
                    <a:pt x="186" y="82"/>
                    <a:pt x="187" y="83"/>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4"/>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5" name="Freeform 1522">
              <a:extLst>
                <a:ext uri="{FF2B5EF4-FFF2-40B4-BE49-F238E27FC236}">
                  <a16:creationId xmlns:a16="http://schemas.microsoft.com/office/drawing/2014/main" id="{F636B9BF-2163-4C2A-9735-70C1B4000764}"/>
                </a:ext>
              </a:extLst>
            </p:cNvPr>
            <p:cNvSpPr>
              <a:spLocks noEditPoints="1"/>
            </p:cNvSpPr>
            <p:nvPr userDrawn="1"/>
          </p:nvSpPr>
          <p:spPr bwMode="auto">
            <a:xfrm>
              <a:off x="3036712" y="5227005"/>
              <a:ext cx="415432" cy="170588"/>
            </a:xfrm>
            <a:custGeom>
              <a:avLst/>
              <a:gdLst>
                <a:gd name="T0" fmla="*/ 100 w 276"/>
                <a:gd name="T1" fmla="*/ 6 h 112"/>
                <a:gd name="T2" fmla="*/ 190 w 276"/>
                <a:gd name="T3" fmla="*/ 23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4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3"/>
                  </a:cubicBezTo>
                  <a:cubicBezTo>
                    <a:pt x="192" y="23"/>
                    <a:pt x="194" y="24"/>
                    <a:pt x="195" y="25"/>
                  </a:cubicBezTo>
                  <a:cubicBezTo>
                    <a:pt x="195" y="25"/>
                    <a:pt x="195" y="25"/>
                    <a:pt x="196" y="25"/>
                  </a:cubicBezTo>
                  <a:cubicBezTo>
                    <a:pt x="199" y="29"/>
                    <a:pt x="200" y="34"/>
                    <a:pt x="200" y="39"/>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9"/>
                    <a:pt x="27" y="92"/>
                  </a:cubicBezTo>
                  <a:cubicBezTo>
                    <a:pt x="21" y="89"/>
                    <a:pt x="16" y="86"/>
                    <a:pt x="14" y="84"/>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9"/>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6" name="Freeform 1523">
              <a:extLst>
                <a:ext uri="{FF2B5EF4-FFF2-40B4-BE49-F238E27FC236}">
                  <a16:creationId xmlns:a16="http://schemas.microsoft.com/office/drawing/2014/main" id="{C4ECCA8B-C600-4C1A-99B6-59D6C8A7D7ED}"/>
                </a:ext>
              </a:extLst>
            </p:cNvPr>
            <p:cNvSpPr>
              <a:spLocks/>
            </p:cNvSpPr>
            <p:nvPr userDrawn="1"/>
          </p:nvSpPr>
          <p:spPr bwMode="auto">
            <a:xfrm>
              <a:off x="3068823" y="5241053"/>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7" name="Freeform 1524">
              <a:extLst>
                <a:ext uri="{FF2B5EF4-FFF2-40B4-BE49-F238E27FC236}">
                  <a16:creationId xmlns:a16="http://schemas.microsoft.com/office/drawing/2014/main" id="{DE367D8F-046D-42F7-AD08-903AA20CE9B5}"/>
                </a:ext>
              </a:extLst>
            </p:cNvPr>
            <p:cNvSpPr>
              <a:spLocks noEditPoints="1"/>
            </p:cNvSpPr>
            <p:nvPr userDrawn="1"/>
          </p:nvSpPr>
          <p:spPr bwMode="auto">
            <a:xfrm>
              <a:off x="3833456" y="5245067"/>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4 w 245"/>
                <a:gd name="T97" fmla="*/ 123 h 161"/>
                <a:gd name="T98" fmla="*/ 243 w 245"/>
                <a:gd name="T99" fmla="*/ 121 h 161"/>
                <a:gd name="T100" fmla="*/ 240 w 245"/>
                <a:gd name="T101" fmla="*/ 121 h 161"/>
                <a:gd name="T102" fmla="*/ 230 w 245"/>
                <a:gd name="T103" fmla="*/ 120 h 161"/>
                <a:gd name="T104" fmla="*/ 199 w 245"/>
                <a:gd name="T105" fmla="*/ 121 h 161"/>
                <a:gd name="T106" fmla="*/ 178 w 245"/>
                <a:gd name="T107" fmla="*/ 112 h 161"/>
                <a:gd name="T108" fmla="*/ 162 w 245"/>
                <a:gd name="T109" fmla="*/ 84 h 161"/>
                <a:gd name="T110" fmla="*/ 158 w 245"/>
                <a:gd name="T111" fmla="*/ 73 h 161"/>
                <a:gd name="T112" fmla="*/ 158 w 245"/>
                <a:gd name="T113" fmla="*/ 69 h 161"/>
                <a:gd name="T114" fmla="*/ 157 w 245"/>
                <a:gd name="T115" fmla="*/ 68 h 161"/>
                <a:gd name="T116" fmla="*/ 157 w 245"/>
                <a:gd name="T117" fmla="*/ 68 h 161"/>
                <a:gd name="T118" fmla="*/ 136 w 245"/>
                <a:gd name="T119" fmla="*/ 16 h 161"/>
                <a:gd name="T120" fmla="*/ 136 w 245"/>
                <a:gd name="T121" fmla="*/ 16 h 161"/>
                <a:gd name="T122" fmla="*/ 135 w 245"/>
                <a:gd name="T123" fmla="*/ 16 h 161"/>
                <a:gd name="T124" fmla="*/ 83 w 245"/>
                <a:gd name="T12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1"/>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5"/>
                    <a:pt x="245" y="124"/>
                    <a:pt x="244" y="123"/>
                  </a:cubicBezTo>
                  <a:cubicBezTo>
                    <a:pt x="244" y="123"/>
                    <a:pt x="244" y="123"/>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8" name="Freeform 1525">
              <a:extLst>
                <a:ext uri="{FF2B5EF4-FFF2-40B4-BE49-F238E27FC236}">
                  <a16:creationId xmlns:a16="http://schemas.microsoft.com/office/drawing/2014/main" id="{EEA93638-7FBA-4A3D-BC11-29D94EA81E4A}"/>
                </a:ext>
              </a:extLst>
            </p:cNvPr>
            <p:cNvSpPr>
              <a:spLocks/>
            </p:cNvSpPr>
            <p:nvPr userDrawn="1"/>
          </p:nvSpPr>
          <p:spPr bwMode="auto">
            <a:xfrm>
              <a:off x="3857539" y="5287212"/>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9" name="Freeform 1526">
              <a:extLst>
                <a:ext uri="{FF2B5EF4-FFF2-40B4-BE49-F238E27FC236}">
                  <a16:creationId xmlns:a16="http://schemas.microsoft.com/office/drawing/2014/main" id="{F1895604-39DB-446B-9547-7AFF6C43EE93}"/>
                </a:ext>
              </a:extLst>
            </p:cNvPr>
            <p:cNvSpPr>
              <a:spLocks noEditPoints="1"/>
            </p:cNvSpPr>
            <p:nvPr userDrawn="1"/>
          </p:nvSpPr>
          <p:spPr bwMode="auto">
            <a:xfrm>
              <a:off x="4206742" y="5728733"/>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20 w 354"/>
                <a:gd name="T65" fmla="*/ 0 h 231"/>
                <a:gd name="T66" fmla="*/ 120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7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20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5"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0" name="Freeform 1527">
              <a:extLst>
                <a:ext uri="{FF2B5EF4-FFF2-40B4-BE49-F238E27FC236}">
                  <a16:creationId xmlns:a16="http://schemas.microsoft.com/office/drawing/2014/main" id="{6FE740B0-0C31-41DB-A02F-1631F1615C0B}"/>
                </a:ext>
              </a:extLst>
            </p:cNvPr>
            <p:cNvSpPr>
              <a:spLocks noEditPoints="1"/>
            </p:cNvSpPr>
            <p:nvPr userDrawn="1"/>
          </p:nvSpPr>
          <p:spPr bwMode="auto">
            <a:xfrm>
              <a:off x="4549925" y="5130673"/>
              <a:ext cx="256885"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6"/>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1"/>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1" name="Freeform 1528">
              <a:extLst>
                <a:ext uri="{FF2B5EF4-FFF2-40B4-BE49-F238E27FC236}">
                  <a16:creationId xmlns:a16="http://schemas.microsoft.com/office/drawing/2014/main" id="{A2BFDF52-AE28-4A73-92DC-FEF4B754EF8B}"/>
                </a:ext>
              </a:extLst>
            </p:cNvPr>
            <p:cNvSpPr>
              <a:spLocks noEditPoints="1"/>
            </p:cNvSpPr>
            <p:nvPr userDrawn="1"/>
          </p:nvSpPr>
          <p:spPr bwMode="auto">
            <a:xfrm>
              <a:off x="5521270" y="5501952"/>
              <a:ext cx="254879" cy="200691"/>
            </a:xfrm>
            <a:custGeom>
              <a:avLst/>
              <a:gdLst>
                <a:gd name="T0" fmla="*/ 27 w 170"/>
                <a:gd name="T1" fmla="*/ 7 h 133"/>
                <a:gd name="T2" fmla="*/ 35 w 170"/>
                <a:gd name="T3" fmla="*/ 7 h 133"/>
                <a:gd name="T4" fmla="*/ 109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6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9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9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8"/>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2" name="Freeform 1529">
              <a:extLst>
                <a:ext uri="{FF2B5EF4-FFF2-40B4-BE49-F238E27FC236}">
                  <a16:creationId xmlns:a16="http://schemas.microsoft.com/office/drawing/2014/main" id="{B25331A8-CE9B-4B54-B799-39D25843ED52}"/>
                </a:ext>
              </a:extLst>
            </p:cNvPr>
            <p:cNvSpPr>
              <a:spLocks/>
            </p:cNvSpPr>
            <p:nvPr userDrawn="1"/>
          </p:nvSpPr>
          <p:spPr bwMode="auto">
            <a:xfrm>
              <a:off x="5585492" y="5700637"/>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3" name="Freeform 1530">
              <a:extLst>
                <a:ext uri="{FF2B5EF4-FFF2-40B4-BE49-F238E27FC236}">
                  <a16:creationId xmlns:a16="http://schemas.microsoft.com/office/drawing/2014/main" id="{3F65F9E3-5324-40EF-B10C-16722325B311}"/>
                </a:ext>
              </a:extLst>
            </p:cNvPr>
            <p:cNvSpPr>
              <a:spLocks noEditPoints="1"/>
            </p:cNvSpPr>
            <p:nvPr userDrawn="1"/>
          </p:nvSpPr>
          <p:spPr bwMode="auto">
            <a:xfrm>
              <a:off x="4272971" y="4273721"/>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3 w 188"/>
                <a:gd name="T15" fmla="*/ 64 h 162"/>
                <a:gd name="T16" fmla="*/ 182 w 188"/>
                <a:gd name="T17" fmla="*/ 75 h 162"/>
                <a:gd name="T18" fmla="*/ 159 w 188"/>
                <a:gd name="T19" fmla="*/ 98 h 162"/>
                <a:gd name="T20" fmla="*/ 144 w 188"/>
                <a:gd name="T21" fmla="*/ 112 h 162"/>
                <a:gd name="T22" fmla="*/ 138 w 188"/>
                <a:gd name="T23" fmla="*/ 134 h 162"/>
                <a:gd name="T24" fmla="*/ 115 w 188"/>
                <a:gd name="T25" fmla="*/ 137 h 162"/>
                <a:gd name="T26" fmla="*/ 106 w 188"/>
                <a:gd name="T27" fmla="*/ 131 h 162"/>
                <a:gd name="T28" fmla="*/ 74 w 188"/>
                <a:gd name="T29" fmla="*/ 148 h 162"/>
                <a:gd name="T30" fmla="*/ 38 w 188"/>
                <a:gd name="T31" fmla="*/ 113 h 162"/>
                <a:gd name="T32" fmla="*/ 12 w 188"/>
                <a:gd name="T33" fmla="*/ 110 h 162"/>
                <a:gd name="T34" fmla="*/ 14 w 188"/>
                <a:gd name="T35" fmla="*/ 86 h 162"/>
                <a:gd name="T36" fmla="*/ 17 w 188"/>
                <a:gd name="T37" fmla="*/ 48 h 162"/>
                <a:gd name="T38" fmla="*/ 53 w 188"/>
                <a:gd name="T39" fmla="*/ 30 h 162"/>
                <a:gd name="T40" fmla="*/ 66 w 188"/>
                <a:gd name="T41" fmla="*/ 15 h 162"/>
                <a:gd name="T42" fmla="*/ 63 w 188"/>
                <a:gd name="T43" fmla="*/ 9 h 162"/>
                <a:gd name="T44" fmla="*/ 61 w 188"/>
                <a:gd name="T45" fmla="*/ 19 h 162"/>
                <a:gd name="T46" fmla="*/ 53 w 188"/>
                <a:gd name="T47" fmla="*/ 24 h 162"/>
                <a:gd name="T48" fmla="*/ 36 w 188"/>
                <a:gd name="T49" fmla="*/ 21 h 162"/>
                <a:gd name="T50" fmla="*/ 16 w 188"/>
                <a:gd name="T51" fmla="*/ 32 h 162"/>
                <a:gd name="T52" fmla="*/ 13 w 188"/>
                <a:gd name="T53" fmla="*/ 60 h 162"/>
                <a:gd name="T54" fmla="*/ 5 w 188"/>
                <a:gd name="T55" fmla="*/ 83 h 162"/>
                <a:gd name="T56" fmla="*/ 2 w 188"/>
                <a:gd name="T57" fmla="*/ 84 h 162"/>
                <a:gd name="T58" fmla="*/ 13 w 188"/>
                <a:gd name="T59" fmla="*/ 117 h 162"/>
                <a:gd name="T60" fmla="*/ 28 w 188"/>
                <a:gd name="T61" fmla="*/ 117 h 162"/>
                <a:gd name="T62" fmla="*/ 41 w 188"/>
                <a:gd name="T63" fmla="*/ 137 h 162"/>
                <a:gd name="T64" fmla="*/ 40 w 188"/>
                <a:gd name="T65" fmla="*/ 140 h 162"/>
                <a:gd name="T66" fmla="*/ 92 w 188"/>
                <a:gd name="T67" fmla="*/ 151 h 162"/>
                <a:gd name="T68" fmla="*/ 106 w 188"/>
                <a:gd name="T69" fmla="*/ 137 h 162"/>
                <a:gd name="T70" fmla="*/ 110 w 188"/>
                <a:gd name="T71" fmla="*/ 140 h 162"/>
                <a:gd name="T72" fmla="*/ 123 w 188"/>
                <a:gd name="T73" fmla="*/ 146 h 162"/>
                <a:gd name="T74" fmla="*/ 145 w 188"/>
                <a:gd name="T75" fmla="*/ 136 h 162"/>
                <a:gd name="T76" fmla="*/ 172 w 188"/>
                <a:gd name="T77" fmla="*/ 155 h 162"/>
                <a:gd name="T78" fmla="*/ 183 w 188"/>
                <a:gd name="T79" fmla="*/ 162 h 162"/>
                <a:gd name="T80" fmla="*/ 187 w 188"/>
                <a:gd name="T81" fmla="*/ 159 h 162"/>
                <a:gd name="T82" fmla="*/ 165 w 188"/>
                <a:gd name="T83" fmla="*/ 124 h 162"/>
                <a:gd name="T84" fmla="*/ 179 w 188"/>
                <a:gd name="T85" fmla="*/ 96 h 162"/>
                <a:gd name="T86" fmla="*/ 180 w 188"/>
                <a:gd name="T87" fmla="*/ 59 h 162"/>
                <a:gd name="T88" fmla="*/ 172 w 188"/>
                <a:gd name="T89" fmla="*/ 58 h 162"/>
                <a:gd name="T90" fmla="*/ 160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3"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1"/>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9"/>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7" y="158"/>
                    <a:pt x="186" y="157"/>
                    <a:pt x="186" y="157"/>
                  </a:cubicBezTo>
                  <a:cubicBezTo>
                    <a:pt x="165" y="124"/>
                    <a:pt x="165" y="124"/>
                    <a:pt x="165" y="124"/>
                  </a:cubicBezTo>
                  <a:cubicBezTo>
                    <a:pt x="165" y="124"/>
                    <a:pt x="165" y="124"/>
                    <a:pt x="165" y="124"/>
                  </a:cubicBezTo>
                  <a:cubicBezTo>
                    <a:pt x="161" y="118"/>
                    <a:pt x="160" y="114"/>
                    <a:pt x="160" y="111"/>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2" y="58"/>
                    <a:pt x="172"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4" name="Freeform 1531">
              <a:extLst>
                <a:ext uri="{FF2B5EF4-FFF2-40B4-BE49-F238E27FC236}">
                  <a16:creationId xmlns:a16="http://schemas.microsoft.com/office/drawing/2014/main" id="{3C129C22-D977-48AF-BBE1-DE3F502C9939}"/>
                </a:ext>
              </a:extLst>
            </p:cNvPr>
            <p:cNvSpPr>
              <a:spLocks noEditPoints="1"/>
            </p:cNvSpPr>
            <p:nvPr userDrawn="1"/>
          </p:nvSpPr>
          <p:spPr bwMode="auto">
            <a:xfrm>
              <a:off x="2882179" y="3812131"/>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19 w 130"/>
                <a:gd name="T21" fmla="*/ 62 h 112"/>
                <a:gd name="T22" fmla="*/ 99 w 130"/>
                <a:gd name="T23" fmla="*/ 75 h 112"/>
                <a:gd name="T24" fmla="*/ 94 w 130"/>
                <a:gd name="T25" fmla="*/ 91 h 112"/>
                <a:gd name="T26" fmla="*/ 80 w 130"/>
                <a:gd name="T27" fmla="*/ 93 h 112"/>
                <a:gd name="T28" fmla="*/ 74 w 130"/>
                <a:gd name="T29" fmla="*/ 88 h 112"/>
                <a:gd name="T30" fmla="*/ 52 w 130"/>
                <a:gd name="T31" fmla="*/ 100 h 112"/>
                <a:gd name="T32" fmla="*/ 28 w 130"/>
                <a:gd name="T33" fmla="*/ 76 h 112"/>
                <a:gd name="T34" fmla="*/ 10 w 130"/>
                <a:gd name="T35" fmla="*/ 74 h 112"/>
                <a:gd name="T36" fmla="*/ 12 w 130"/>
                <a:gd name="T37" fmla="*/ 60 h 112"/>
                <a:gd name="T38" fmla="*/ 14 w 130"/>
                <a:gd name="T39" fmla="*/ 33 h 112"/>
                <a:gd name="T40" fmla="*/ 37 w 130"/>
                <a:gd name="T41" fmla="*/ 22 h 112"/>
                <a:gd name="T42" fmla="*/ 47 w 130"/>
                <a:gd name="T43" fmla="*/ 11 h 112"/>
                <a:gd name="T44" fmla="*/ 43 w 130"/>
                <a:gd name="T45" fmla="*/ 6 h 112"/>
                <a:gd name="T46" fmla="*/ 42 w 130"/>
                <a:gd name="T47" fmla="*/ 14 h 112"/>
                <a:gd name="T48" fmla="*/ 37 w 130"/>
                <a:gd name="T49" fmla="*/ 16 h 112"/>
                <a:gd name="T50" fmla="*/ 27 w 130"/>
                <a:gd name="T51" fmla="*/ 14 h 112"/>
                <a:gd name="T52" fmla="*/ 11 w 130"/>
                <a:gd name="T53" fmla="*/ 22 h 112"/>
                <a:gd name="T54" fmla="*/ 10 w 130"/>
                <a:gd name="T55" fmla="*/ 41 h 112"/>
                <a:gd name="T56" fmla="*/ 5 w 130"/>
                <a:gd name="T57" fmla="*/ 56 h 112"/>
                <a:gd name="T58" fmla="*/ 4 w 130"/>
                <a:gd name="T59" fmla="*/ 56 h 112"/>
                <a:gd name="T60" fmla="*/ 3 w 130"/>
                <a:gd name="T61" fmla="*/ 75 h 112"/>
                <a:gd name="T62" fmla="*/ 16 w 130"/>
                <a:gd name="T63" fmla="*/ 82 h 112"/>
                <a:gd name="T64" fmla="*/ 28 w 130"/>
                <a:gd name="T65" fmla="*/ 91 h 112"/>
                <a:gd name="T66" fmla="*/ 28 w 130"/>
                <a:gd name="T67" fmla="*/ 94 h 112"/>
                <a:gd name="T68" fmla="*/ 52 w 130"/>
                <a:gd name="T69" fmla="*/ 106 h 112"/>
                <a:gd name="T70" fmla="*/ 71 w 130"/>
                <a:gd name="T71" fmla="*/ 96 h 112"/>
                <a:gd name="T72" fmla="*/ 75 w 130"/>
                <a:gd name="T73" fmla="*/ 96 h 112"/>
                <a:gd name="T74" fmla="*/ 85 w 130"/>
                <a:gd name="T75" fmla="*/ 100 h 112"/>
                <a:gd name="T76" fmla="*/ 101 w 130"/>
                <a:gd name="T77" fmla="*/ 93 h 112"/>
                <a:gd name="T78" fmla="*/ 118 w 130"/>
                <a:gd name="T79" fmla="*/ 107 h 112"/>
                <a:gd name="T80" fmla="*/ 126 w 130"/>
                <a:gd name="T81" fmla="*/ 112 h 112"/>
                <a:gd name="T82" fmla="*/ 129 w 130"/>
                <a:gd name="T83" fmla="*/ 107 h 112"/>
                <a:gd name="T84" fmla="*/ 111 w 130"/>
                <a:gd name="T85" fmla="*/ 75 h 112"/>
                <a:gd name="T86" fmla="*/ 124 w 130"/>
                <a:gd name="T87" fmla="*/ 66 h 112"/>
                <a:gd name="T88" fmla="*/ 124 w 130"/>
                <a:gd name="T89" fmla="*/ 40 h 112"/>
                <a:gd name="T90" fmla="*/ 118 w 130"/>
                <a:gd name="T91" fmla="*/ 39 h 112"/>
                <a:gd name="T92" fmla="*/ 109 w 130"/>
                <a:gd name="T93" fmla="*/ 35 h 112"/>
                <a:gd name="T94" fmla="*/ 95 w 130"/>
                <a:gd name="T95" fmla="*/ 5 h 112"/>
                <a:gd name="T96" fmla="*/ 65 w 130"/>
                <a:gd name="T97"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9" y="62"/>
                    <a:pt x="119" y="62"/>
                    <a:pt x="119" y="62"/>
                  </a:cubicBezTo>
                  <a:cubicBezTo>
                    <a:pt x="115" y="63"/>
                    <a:pt x="112" y="64"/>
                    <a:pt x="109" y="66"/>
                  </a:cubicBezTo>
                  <a:cubicBezTo>
                    <a:pt x="106" y="68"/>
                    <a:pt x="105" y="72"/>
                    <a:pt x="105" y="75"/>
                  </a:cubicBezTo>
                  <a:cubicBezTo>
                    <a:pt x="105" y="79"/>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3"/>
                    <a:pt x="8" y="71"/>
                  </a:cubicBezTo>
                  <a:cubicBezTo>
                    <a:pt x="7" y="70"/>
                    <a:pt x="6" y="69"/>
                    <a:pt x="6" y="67"/>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20"/>
                    <a:pt x="46" y="19"/>
                    <a:pt x="47" y="17"/>
                  </a:cubicBezTo>
                  <a:cubicBezTo>
                    <a:pt x="47" y="16"/>
                    <a:pt x="48" y="15"/>
                    <a:pt x="48" y="14"/>
                  </a:cubicBezTo>
                  <a:cubicBezTo>
                    <a:pt x="48" y="13"/>
                    <a:pt x="47" y="12"/>
                    <a:pt x="47" y="11"/>
                  </a:cubicBezTo>
                  <a:moveTo>
                    <a:pt x="54" y="0"/>
                  </a:moveTo>
                  <a:cubicBezTo>
                    <a:pt x="54" y="0"/>
                    <a:pt x="54" y="0"/>
                    <a:pt x="54" y="0"/>
                  </a:cubicBezTo>
                  <a:cubicBezTo>
                    <a:pt x="52" y="0"/>
                    <a:pt x="50" y="1"/>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5"/>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7"/>
                  </a:cubicBezTo>
                  <a:cubicBezTo>
                    <a:pt x="0" y="70"/>
                    <a:pt x="1" y="73"/>
                    <a:pt x="3" y="75"/>
                  </a:cubicBezTo>
                  <a:cubicBezTo>
                    <a:pt x="5" y="78"/>
                    <a:pt x="8" y="80"/>
                    <a:pt x="10" y="81"/>
                  </a:cubicBezTo>
                  <a:cubicBezTo>
                    <a:pt x="13" y="81"/>
                    <a:pt x="14" y="82"/>
                    <a:pt x="15" y="82"/>
                  </a:cubicBezTo>
                  <a:cubicBezTo>
                    <a:pt x="15" y="82"/>
                    <a:pt x="15" y="82"/>
                    <a:pt x="15" y="82"/>
                  </a:cubicBezTo>
                  <a:cubicBezTo>
                    <a:pt x="16" y="82"/>
                    <a:pt x="16" y="82"/>
                    <a:pt x="16" y="82"/>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7"/>
                    <a:pt x="118" y="107"/>
                    <a:pt x="118" y="107"/>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2"/>
                    <a:pt x="128" y="111"/>
                  </a:cubicBezTo>
                  <a:cubicBezTo>
                    <a:pt x="129" y="111"/>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9"/>
                    <a:pt x="119" y="68"/>
                  </a:cubicBezTo>
                  <a:cubicBezTo>
                    <a:pt x="119" y="68"/>
                    <a:pt x="119" y="68"/>
                    <a:pt x="119" y="68"/>
                  </a:cubicBezTo>
                  <a:cubicBezTo>
                    <a:pt x="121" y="68"/>
                    <a:pt x="123" y="68"/>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8" y="39"/>
                    <a:pt x="118" y="39"/>
                  </a:cubicBezTo>
                  <a:cubicBezTo>
                    <a:pt x="118" y="39"/>
                    <a:pt x="117" y="39"/>
                    <a:pt x="116" y="39"/>
                  </a:cubicBezTo>
                  <a:cubicBezTo>
                    <a:pt x="113" y="39"/>
                    <a:pt x="111" y="38"/>
                    <a:pt x="111" y="38"/>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1"/>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5" name="Freeform 1532">
              <a:extLst>
                <a:ext uri="{FF2B5EF4-FFF2-40B4-BE49-F238E27FC236}">
                  <a16:creationId xmlns:a16="http://schemas.microsoft.com/office/drawing/2014/main" id="{DF0CAFB3-444D-47BF-9F8A-4DE9F8FA199B}"/>
                </a:ext>
              </a:extLst>
            </p:cNvPr>
            <p:cNvSpPr>
              <a:spLocks noEditPoints="1"/>
            </p:cNvSpPr>
            <p:nvPr userDrawn="1"/>
          </p:nvSpPr>
          <p:spPr bwMode="auto">
            <a:xfrm>
              <a:off x="4983418" y="4315867"/>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8 h 162"/>
                <a:gd name="T10" fmla="*/ 169 w 188"/>
                <a:gd name="T11" fmla="*/ 54 h 162"/>
                <a:gd name="T12" fmla="*/ 167 w 188"/>
                <a:gd name="T13" fmla="*/ 80 h 162"/>
                <a:gd name="T14" fmla="*/ 179 w 188"/>
                <a:gd name="T15" fmla="*/ 105 h 162"/>
                <a:gd name="T16" fmla="*/ 159 w 188"/>
                <a:gd name="T17" fmla="*/ 111 h 162"/>
                <a:gd name="T18" fmla="*/ 141 w 188"/>
                <a:gd name="T19" fmla="*/ 133 h 162"/>
                <a:gd name="T20" fmla="*/ 99 w 188"/>
                <a:gd name="T21" fmla="*/ 146 h 162"/>
                <a:gd name="T22" fmla="*/ 81 w 188"/>
                <a:gd name="T23" fmla="*/ 131 h 162"/>
                <a:gd name="T24" fmla="*/ 72 w 188"/>
                <a:gd name="T25" fmla="*/ 137 h 162"/>
                <a:gd name="T26" fmla="*/ 49 w 188"/>
                <a:gd name="T27" fmla="*/ 134 h 162"/>
                <a:gd name="T28" fmla="*/ 45 w 188"/>
                <a:gd name="T29" fmla="*/ 112 h 162"/>
                <a:gd name="T30" fmla="*/ 34 w 188"/>
                <a:gd name="T31" fmla="*/ 110 h 162"/>
                <a:gd name="T32" fmla="*/ 8 w 188"/>
                <a:gd name="T33" fmla="*/ 85 h 162"/>
                <a:gd name="T34" fmla="*/ 13 w 188"/>
                <a:gd name="T35" fmla="*/ 64 h 162"/>
                <a:gd name="T36" fmla="*/ 36 w 188"/>
                <a:gd name="T37" fmla="*/ 51 h 162"/>
                <a:gd name="T38" fmla="*/ 52 w 188"/>
                <a:gd name="T39" fmla="*/ 13 h 162"/>
                <a:gd name="T40" fmla="*/ 92 w 188"/>
                <a:gd name="T41" fmla="*/ 22 h 162"/>
                <a:gd name="T42" fmla="*/ 94 w 188"/>
                <a:gd name="T43" fmla="*/ 25 h 162"/>
                <a:gd name="T44" fmla="*/ 105 w 188"/>
                <a:gd name="T45" fmla="*/ 2 h 162"/>
                <a:gd name="T46" fmla="*/ 64 w 188"/>
                <a:gd name="T47" fmla="*/ 4 h 162"/>
                <a:gd name="T48" fmla="*/ 24 w 188"/>
                <a:gd name="T49" fmla="*/ 36 h 162"/>
                <a:gd name="T50" fmla="*/ 18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2 h 162"/>
                <a:gd name="T62" fmla="*/ 15 w 188"/>
                <a:gd name="T63" fmla="*/ 155 h 162"/>
                <a:gd name="T64" fmla="*/ 43 w 188"/>
                <a:gd name="T65" fmla="*/ 134 h 162"/>
                <a:gd name="T66" fmla="*/ 64 w 188"/>
                <a:gd name="T67" fmla="*/ 146 h 162"/>
                <a:gd name="T68" fmla="*/ 78 w 188"/>
                <a:gd name="T69" fmla="*/ 140 h 162"/>
                <a:gd name="T70" fmla="*/ 79 w 188"/>
                <a:gd name="T71" fmla="*/ 138 h 162"/>
                <a:gd name="T72" fmla="*/ 94 w 188"/>
                <a:gd name="T73" fmla="*/ 150 h 162"/>
                <a:gd name="T74" fmla="*/ 146 w 188"/>
                <a:gd name="T75" fmla="*/ 141 h 162"/>
                <a:gd name="T76" fmla="*/ 147 w 188"/>
                <a:gd name="T77" fmla="*/ 133 h 162"/>
                <a:gd name="T78" fmla="*/ 159 w 188"/>
                <a:gd name="T79" fmla="*/ 117 h 162"/>
                <a:gd name="T80" fmla="*/ 178 w 188"/>
                <a:gd name="T81" fmla="*/ 115 h 162"/>
                <a:gd name="T82" fmla="*/ 185 w 188"/>
                <a:gd name="T83" fmla="*/ 84 h 162"/>
                <a:gd name="T84" fmla="*/ 171 w 188"/>
                <a:gd name="T85" fmla="*/ 77 h 162"/>
                <a:gd name="T86" fmla="*/ 174 w 188"/>
                <a:gd name="T87" fmla="*/ 59 h 162"/>
                <a:gd name="T88" fmla="*/ 152 w 188"/>
                <a:gd name="T89" fmla="*/ 20 h 162"/>
                <a:gd name="T90" fmla="*/ 134 w 188"/>
                <a:gd name="T91" fmla="*/ 23 h 162"/>
                <a:gd name="T92" fmla="*/ 127 w 188"/>
                <a:gd name="T93" fmla="*/ 19 h 162"/>
                <a:gd name="T94" fmla="*/ 122 w 188"/>
                <a:gd name="T95" fmla="*/ 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8"/>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3"/>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5"/>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50" y="127"/>
                    <a:pt x="50" y="125"/>
                  </a:cubicBezTo>
                  <a:cubicBezTo>
                    <a:pt x="50"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3"/>
                    <a:pt x="13" y="92"/>
                    <a:pt x="12" y="91"/>
                  </a:cubicBezTo>
                  <a:cubicBezTo>
                    <a:pt x="10" y="90"/>
                    <a:pt x="9" y="88"/>
                    <a:pt x="8" y="85"/>
                  </a:cubicBezTo>
                  <a:cubicBezTo>
                    <a:pt x="6" y="82"/>
                    <a:pt x="6" y="78"/>
                    <a:pt x="6" y="75"/>
                  </a:cubicBezTo>
                  <a:cubicBezTo>
                    <a:pt x="6" y="72"/>
                    <a:pt x="7"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2"/>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8"/>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9"/>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6" name="Freeform 1533">
              <a:extLst>
                <a:ext uri="{FF2B5EF4-FFF2-40B4-BE49-F238E27FC236}">
                  <a16:creationId xmlns:a16="http://schemas.microsoft.com/office/drawing/2014/main" id="{C18C9A85-0462-4434-B58F-BABDEAF92B51}"/>
                </a:ext>
              </a:extLst>
            </p:cNvPr>
            <p:cNvSpPr>
              <a:spLocks noEditPoints="1"/>
            </p:cNvSpPr>
            <p:nvPr userDrawn="1"/>
          </p:nvSpPr>
          <p:spPr bwMode="auto">
            <a:xfrm>
              <a:off x="4413455" y="5413647"/>
              <a:ext cx="282975" cy="242837"/>
            </a:xfrm>
            <a:custGeom>
              <a:avLst/>
              <a:gdLst>
                <a:gd name="T0" fmla="*/ 105 w 188"/>
                <a:gd name="T1" fmla="*/ 9 h 162"/>
                <a:gd name="T2" fmla="*/ 114 w 188"/>
                <a:gd name="T3" fmla="*/ 7 h 162"/>
                <a:gd name="T4" fmla="*/ 122 w 188"/>
                <a:gd name="T5" fmla="*/ 24 h 162"/>
                <a:gd name="T6" fmla="*/ 152 w 188"/>
                <a:gd name="T7" fmla="*/ 26 h 162"/>
                <a:gd name="T8" fmla="*/ 169 w 188"/>
                <a:gd name="T9" fmla="*/ 56 h 162"/>
                <a:gd name="T10" fmla="*/ 177 w 188"/>
                <a:gd name="T11" fmla="*/ 87 h 162"/>
                <a:gd name="T12" fmla="*/ 172 w 188"/>
                <a:gd name="T13" fmla="*/ 111 h 162"/>
                <a:gd name="T14" fmla="*/ 159 w 188"/>
                <a:gd name="T15" fmla="*/ 110 h 162"/>
                <a:gd name="T16" fmla="*/ 141 w 188"/>
                <a:gd name="T17" fmla="*/ 137 h 162"/>
                <a:gd name="T18" fmla="*/ 99 w 188"/>
                <a:gd name="T19" fmla="*/ 145 h 162"/>
                <a:gd name="T20" fmla="*/ 81 w 188"/>
                <a:gd name="T21" fmla="*/ 131 h 162"/>
                <a:gd name="T22" fmla="*/ 65 w 188"/>
                <a:gd name="T23" fmla="*/ 139 h 162"/>
                <a:gd name="T24" fmla="*/ 49 w 188"/>
                <a:gd name="T25" fmla="*/ 133 h 162"/>
                <a:gd name="T26" fmla="*/ 44 w 188"/>
                <a:gd name="T27" fmla="*/ 111 h 162"/>
                <a:gd name="T28" fmla="*/ 28 w 188"/>
                <a:gd name="T29" fmla="*/ 97 h 162"/>
                <a:gd name="T30" fmla="*/ 6 w 188"/>
                <a:gd name="T31" fmla="*/ 75 h 162"/>
                <a:gd name="T32" fmla="*/ 15 w 188"/>
                <a:gd name="T33" fmla="*/ 63 h 162"/>
                <a:gd name="T34" fmla="*/ 31 w 188"/>
                <a:gd name="T35" fmla="*/ 60 h 162"/>
                <a:gd name="T36" fmla="*/ 35 w 188"/>
                <a:gd name="T37" fmla="*/ 24 h 162"/>
                <a:gd name="T38" fmla="*/ 85 w 188"/>
                <a:gd name="T39" fmla="*/ 17 h 162"/>
                <a:gd name="T40" fmla="*/ 94 w 188"/>
                <a:gd name="T41" fmla="*/ 24 h 162"/>
                <a:gd name="T42" fmla="*/ 110 w 188"/>
                <a:gd name="T43" fmla="*/ 0 h 162"/>
                <a:gd name="T44" fmla="*/ 89 w 188"/>
                <a:gd name="T45" fmla="*/ 12 h 162"/>
                <a:gd name="T46" fmla="*/ 30 w 188"/>
                <a:gd name="T47" fmla="*/ 20 h 162"/>
                <a:gd name="T48" fmla="*/ 28 w 188"/>
                <a:gd name="T49" fmla="*/ 55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1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5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1"/>
                  </a:cubicBezTo>
                  <a:cubicBezTo>
                    <a:pt x="171" y="111"/>
                    <a:pt x="170" y="111"/>
                    <a:pt x="169" y="111"/>
                  </a:cubicBezTo>
                  <a:cubicBezTo>
                    <a:pt x="168" y="112"/>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6"/>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9"/>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7"/>
                    <a:pt x="28" y="127"/>
                    <a:pt x="28" y="127"/>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5" y="63"/>
                    <a:pt x="15" y="63"/>
                    <a:pt x="15" y="63"/>
                  </a:cubicBezTo>
                  <a:cubicBezTo>
                    <a:pt x="16" y="64"/>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6"/>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1"/>
                    <a:pt x="43" y="121"/>
                    <a:pt x="43" y="121"/>
                  </a:cubicBezTo>
                  <a:cubicBezTo>
                    <a:pt x="44"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7" name="Freeform 1534">
              <a:extLst>
                <a:ext uri="{FF2B5EF4-FFF2-40B4-BE49-F238E27FC236}">
                  <a16:creationId xmlns:a16="http://schemas.microsoft.com/office/drawing/2014/main" id="{86F852B1-5FAA-47A7-B0DD-10C68DAAD282}"/>
                </a:ext>
              </a:extLst>
            </p:cNvPr>
            <p:cNvSpPr>
              <a:spLocks noEditPoints="1"/>
            </p:cNvSpPr>
            <p:nvPr userDrawn="1"/>
          </p:nvSpPr>
          <p:spPr bwMode="auto">
            <a:xfrm>
              <a:off x="5760092" y="5214964"/>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4 w 243"/>
                <a:gd name="T33" fmla="*/ 181 h 208"/>
                <a:gd name="T34" fmla="*/ 63 w 243"/>
                <a:gd name="T35" fmla="*/ 173 h 208"/>
                <a:gd name="T36" fmla="*/ 62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9 w 243"/>
                <a:gd name="T73" fmla="*/ 126 h 208"/>
                <a:gd name="T74" fmla="*/ 30 w 243"/>
                <a:gd name="T75" fmla="*/ 160 h 208"/>
                <a:gd name="T76" fmla="*/ 2 w 243"/>
                <a:gd name="T77" fmla="*/ 203 h 208"/>
                <a:gd name="T78" fmla="*/ 1 w 243"/>
                <a:gd name="T79" fmla="*/ 205 h 208"/>
                <a:gd name="T80" fmla="*/ 4 w 243"/>
                <a:gd name="T81" fmla="*/ 208 h 208"/>
                <a:gd name="T82" fmla="*/ 19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7 w 243"/>
                <a:gd name="T117" fmla="*/ 26 h 208"/>
                <a:gd name="T118" fmla="*/ 174 w 243"/>
                <a:gd name="T119" fmla="*/ 30 h 208"/>
                <a:gd name="T120" fmla="*/ 164 w 243"/>
                <a:gd name="T121" fmla="*/ 27 h 208"/>
                <a:gd name="T122" fmla="*/ 165 w 243"/>
                <a:gd name="T123" fmla="*/ 17 h 208"/>
                <a:gd name="T124" fmla="*/ 152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1" y="70"/>
                    <a:pt x="220" y="71"/>
                    <a:pt x="220" y="72"/>
                  </a:cubicBezTo>
                  <a:cubicBezTo>
                    <a:pt x="220" y="72"/>
                    <a:pt x="220" y="72"/>
                    <a:pt x="220" y="72"/>
                  </a:cubicBezTo>
                  <a:cubicBezTo>
                    <a:pt x="215" y="80"/>
                    <a:pt x="213" y="86"/>
                    <a:pt x="213" y="91"/>
                  </a:cubicBezTo>
                  <a:cubicBezTo>
                    <a:pt x="213" y="96"/>
                    <a:pt x="215" y="100"/>
                    <a:pt x="217" y="103"/>
                  </a:cubicBezTo>
                  <a:cubicBezTo>
                    <a:pt x="221" y="107"/>
                    <a:pt x="226" y="110"/>
                    <a:pt x="229" y="112"/>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90"/>
                    <a:pt x="129" y="189"/>
                    <a:pt x="128" y="189"/>
                  </a:cubicBezTo>
                  <a:cubicBezTo>
                    <a:pt x="127" y="189"/>
                    <a:pt x="127" y="189"/>
                    <a:pt x="127" y="189"/>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8" name="Freeform 1535">
              <a:extLst>
                <a:ext uri="{FF2B5EF4-FFF2-40B4-BE49-F238E27FC236}">
                  <a16:creationId xmlns:a16="http://schemas.microsoft.com/office/drawing/2014/main" id="{E69B3C42-561E-4997-BA6C-104840B1FD2F}"/>
                </a:ext>
              </a:extLst>
            </p:cNvPr>
            <p:cNvSpPr>
              <a:spLocks/>
            </p:cNvSpPr>
            <p:nvPr userDrawn="1"/>
          </p:nvSpPr>
          <p:spPr bwMode="auto">
            <a:xfrm>
              <a:off x="5762100" y="5524028"/>
              <a:ext cx="2008"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9" name="Freeform 1536">
              <a:extLst>
                <a:ext uri="{FF2B5EF4-FFF2-40B4-BE49-F238E27FC236}">
                  <a16:creationId xmlns:a16="http://schemas.microsoft.com/office/drawing/2014/main" id="{6CDAA9D9-C807-4B9E-8673-4EC387D53472}"/>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close/>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0" name="Freeform 1537">
              <a:extLst>
                <a:ext uri="{FF2B5EF4-FFF2-40B4-BE49-F238E27FC236}">
                  <a16:creationId xmlns:a16="http://schemas.microsoft.com/office/drawing/2014/main" id="{D0FB904A-ED2E-43A9-B72E-F01BEAC64FCF}"/>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1" name="Freeform 1538">
              <a:extLst>
                <a:ext uri="{FF2B5EF4-FFF2-40B4-BE49-F238E27FC236}">
                  <a16:creationId xmlns:a16="http://schemas.microsoft.com/office/drawing/2014/main" id="{DB129388-37A3-438E-A553-4DE26C137427}"/>
                </a:ext>
              </a:extLst>
            </p:cNvPr>
            <p:cNvSpPr>
              <a:spLocks noEditPoints="1"/>
            </p:cNvSpPr>
            <p:nvPr userDrawn="1"/>
          </p:nvSpPr>
          <p:spPr bwMode="auto">
            <a:xfrm>
              <a:off x="6181544" y="5100569"/>
              <a:ext cx="152525" cy="146505"/>
            </a:xfrm>
            <a:custGeom>
              <a:avLst/>
              <a:gdLst>
                <a:gd name="T0" fmla="*/ 87 w 101"/>
                <a:gd name="T1" fmla="*/ 49 h 98"/>
                <a:gd name="T2" fmla="*/ 87 w 101"/>
                <a:gd name="T3" fmla="*/ 49 h 98"/>
                <a:gd name="T4" fmla="*/ 87 w 101"/>
                <a:gd name="T5" fmla="*/ 49 h 98"/>
                <a:gd name="T6" fmla="*/ 50 w 101"/>
                <a:gd name="T7" fmla="*/ 26 h 98"/>
                <a:gd name="T8" fmla="*/ 59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59 w 101"/>
                <a:gd name="T23" fmla="*/ 70 h 98"/>
                <a:gd name="T24" fmla="*/ 50 w 101"/>
                <a:gd name="T25" fmla="*/ 72 h 98"/>
                <a:gd name="T26" fmla="*/ 41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3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7"/>
                    <a:pt x="84" y="17"/>
                    <a:pt x="84"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2" name="Freeform 1539">
              <a:extLst>
                <a:ext uri="{FF2B5EF4-FFF2-40B4-BE49-F238E27FC236}">
                  <a16:creationId xmlns:a16="http://schemas.microsoft.com/office/drawing/2014/main" id="{0C87CF1A-2C38-4DBC-B228-9D8D53E8F36B}"/>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close/>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close/>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3" name="Freeform 1540">
              <a:extLst>
                <a:ext uri="{FF2B5EF4-FFF2-40B4-BE49-F238E27FC236}">
                  <a16:creationId xmlns:a16="http://schemas.microsoft.com/office/drawing/2014/main" id="{E39EDCF0-3889-4D3B-AE8F-0B69FF1C4C13}"/>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4" name="Freeform 1541">
              <a:extLst>
                <a:ext uri="{FF2B5EF4-FFF2-40B4-BE49-F238E27FC236}">
                  <a16:creationId xmlns:a16="http://schemas.microsoft.com/office/drawing/2014/main" id="{84402AF8-9277-40C4-AF8B-8EA42D68E2C4}"/>
                </a:ext>
              </a:extLst>
            </p:cNvPr>
            <p:cNvSpPr>
              <a:spLocks noEditPoints="1"/>
            </p:cNvSpPr>
            <p:nvPr userDrawn="1"/>
          </p:nvSpPr>
          <p:spPr bwMode="auto">
            <a:xfrm>
              <a:off x="5956770" y="4069016"/>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5" name="Freeform 1542">
              <a:extLst>
                <a:ext uri="{FF2B5EF4-FFF2-40B4-BE49-F238E27FC236}">
                  <a16:creationId xmlns:a16="http://schemas.microsoft.com/office/drawing/2014/main" id="{0D09B260-B1B6-41DC-AEA9-B145C3EE0ABB}"/>
                </a:ext>
              </a:extLst>
            </p:cNvPr>
            <p:cNvSpPr>
              <a:spLocks noEditPoints="1"/>
            </p:cNvSpPr>
            <p:nvPr userDrawn="1"/>
          </p:nvSpPr>
          <p:spPr bwMode="auto">
            <a:xfrm>
              <a:off x="5952756" y="4165348"/>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5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6" name="Freeform 1543">
              <a:extLst>
                <a:ext uri="{FF2B5EF4-FFF2-40B4-BE49-F238E27FC236}">
                  <a16:creationId xmlns:a16="http://schemas.microsoft.com/office/drawing/2014/main" id="{10CA56BC-4498-4C9B-95EC-80BBC2172D1B}"/>
                </a:ext>
              </a:extLst>
            </p:cNvPr>
            <p:cNvSpPr>
              <a:spLocks/>
            </p:cNvSpPr>
            <p:nvPr userDrawn="1"/>
          </p:nvSpPr>
          <p:spPr bwMode="auto">
            <a:xfrm>
              <a:off x="5970819" y="4167355"/>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7" name="Freeform 1544">
              <a:extLst>
                <a:ext uri="{FF2B5EF4-FFF2-40B4-BE49-F238E27FC236}">
                  <a16:creationId xmlns:a16="http://schemas.microsoft.com/office/drawing/2014/main" id="{2A073C29-DB4D-4903-80E4-60B1BCF5F2E4}"/>
                </a:ext>
              </a:extLst>
            </p:cNvPr>
            <p:cNvSpPr>
              <a:spLocks noEditPoints="1"/>
            </p:cNvSpPr>
            <p:nvPr userDrawn="1"/>
          </p:nvSpPr>
          <p:spPr bwMode="auto">
            <a:xfrm>
              <a:off x="5938708" y="4185417"/>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8" name="Freeform 1545">
              <a:extLst>
                <a:ext uri="{FF2B5EF4-FFF2-40B4-BE49-F238E27FC236}">
                  <a16:creationId xmlns:a16="http://schemas.microsoft.com/office/drawing/2014/main" id="{B4140DAD-8956-42A9-B581-A56B675C6427}"/>
                </a:ext>
              </a:extLst>
            </p:cNvPr>
            <p:cNvSpPr>
              <a:spLocks/>
            </p:cNvSpPr>
            <p:nvPr userDrawn="1"/>
          </p:nvSpPr>
          <p:spPr bwMode="auto">
            <a:xfrm>
              <a:off x="5954764" y="4187424"/>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9" name="Freeform 1546">
              <a:extLst>
                <a:ext uri="{FF2B5EF4-FFF2-40B4-BE49-F238E27FC236}">
                  <a16:creationId xmlns:a16="http://schemas.microsoft.com/office/drawing/2014/main" id="{F5362300-7A8E-41EF-A08A-B88FDA208BCA}"/>
                </a:ext>
              </a:extLst>
            </p:cNvPr>
            <p:cNvSpPr>
              <a:spLocks noEditPoints="1"/>
            </p:cNvSpPr>
            <p:nvPr userDrawn="1"/>
          </p:nvSpPr>
          <p:spPr bwMode="auto">
            <a:xfrm>
              <a:off x="5942722" y="4207493"/>
              <a:ext cx="20069"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6 w 13"/>
                <a:gd name="T15" fmla="*/ 7 h 13"/>
                <a:gd name="T16" fmla="*/ 6 w 13"/>
                <a:gd name="T17" fmla="*/ 7 h 13"/>
                <a:gd name="T18" fmla="*/ 6 w 13"/>
                <a:gd name="T19" fmla="*/ 7 h 13"/>
                <a:gd name="T20" fmla="*/ 8 w 13"/>
                <a:gd name="T21" fmla="*/ 0 h 13"/>
                <a:gd name="T22" fmla="*/ 5 w 13"/>
                <a:gd name="T23" fmla="*/ 1 h 13"/>
                <a:gd name="T24" fmla="*/ 5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3 w 13"/>
                <a:gd name="T43" fmla="*/ 7 h 13"/>
                <a:gd name="T44" fmla="*/ 12 w 13"/>
                <a:gd name="T45" fmla="*/ 3 h 13"/>
                <a:gd name="T46" fmla="*/ 12 w 13"/>
                <a:gd name="T47" fmla="*/ 3 h 13"/>
                <a:gd name="T48" fmla="*/ 8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0" name="Freeform 1547">
              <a:extLst>
                <a:ext uri="{FF2B5EF4-FFF2-40B4-BE49-F238E27FC236}">
                  <a16:creationId xmlns:a16="http://schemas.microsoft.com/office/drawing/2014/main" id="{19AE22C7-0E97-4335-83CB-8F19FDAE0E2E}"/>
                </a:ext>
              </a:extLst>
            </p:cNvPr>
            <p:cNvSpPr>
              <a:spLocks/>
            </p:cNvSpPr>
            <p:nvPr userDrawn="1"/>
          </p:nvSpPr>
          <p:spPr bwMode="auto">
            <a:xfrm>
              <a:off x="5948742" y="4207493"/>
              <a:ext cx="6021" cy="0"/>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1" name="Freeform 1548">
              <a:extLst>
                <a:ext uri="{FF2B5EF4-FFF2-40B4-BE49-F238E27FC236}">
                  <a16:creationId xmlns:a16="http://schemas.microsoft.com/office/drawing/2014/main" id="{7830E784-A911-4A4F-8B9B-57D07DBA8150}"/>
                </a:ext>
              </a:extLst>
            </p:cNvPr>
            <p:cNvSpPr>
              <a:spLocks noEditPoints="1"/>
            </p:cNvSpPr>
            <p:nvPr userDrawn="1"/>
          </p:nvSpPr>
          <p:spPr bwMode="auto">
            <a:xfrm>
              <a:off x="6145420" y="5355448"/>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8 w 101"/>
                <a:gd name="T19" fmla="*/ 29 h 99"/>
                <a:gd name="T20" fmla="*/ 10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8"/>
                    <a:pt x="70" y="11"/>
                  </a:cubicBezTo>
                  <a:cubicBezTo>
                    <a:pt x="86" y="18"/>
                    <a:pt x="95" y="34"/>
                    <a:pt x="95" y="50"/>
                  </a:cubicBezTo>
                  <a:cubicBezTo>
                    <a:pt x="95" y="56"/>
                    <a:pt x="93" y="63"/>
                    <a:pt x="90" y="69"/>
                  </a:cubicBezTo>
                  <a:cubicBezTo>
                    <a:pt x="82" y="84"/>
                    <a:pt x="66" y="93"/>
                    <a:pt x="50" y="93"/>
                  </a:cubicBezTo>
                  <a:cubicBezTo>
                    <a:pt x="43" y="93"/>
                    <a:pt x="37" y="92"/>
                    <a:pt x="30" y="88"/>
                  </a:cubicBezTo>
                  <a:cubicBezTo>
                    <a:pt x="15" y="81"/>
                    <a:pt x="6" y="65"/>
                    <a:pt x="6" y="49"/>
                  </a:cubicBezTo>
                  <a:cubicBezTo>
                    <a:pt x="6" y="43"/>
                    <a:pt x="7" y="36"/>
                    <a:pt x="10" y="30"/>
                  </a:cubicBezTo>
                  <a:cubicBezTo>
                    <a:pt x="8" y="29"/>
                    <a:pt x="8" y="29"/>
                    <a:pt x="8" y="29"/>
                  </a:cubicBezTo>
                  <a:cubicBezTo>
                    <a:pt x="10" y="30"/>
                    <a:pt x="10" y="30"/>
                    <a:pt x="10" y="30"/>
                  </a:cubicBezTo>
                  <a:moveTo>
                    <a:pt x="50" y="0"/>
                  </a:moveTo>
                  <a:cubicBezTo>
                    <a:pt x="32" y="0"/>
                    <a:pt x="14" y="10"/>
                    <a:pt x="5" y="27"/>
                  </a:cubicBezTo>
                  <a:cubicBezTo>
                    <a:pt x="5" y="27"/>
                    <a:pt x="5" y="27"/>
                    <a:pt x="5" y="27"/>
                  </a:cubicBezTo>
                  <a:cubicBezTo>
                    <a:pt x="1" y="35"/>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5"/>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2" name="Freeform 1549">
              <a:extLst>
                <a:ext uri="{FF2B5EF4-FFF2-40B4-BE49-F238E27FC236}">
                  <a16:creationId xmlns:a16="http://schemas.microsoft.com/office/drawing/2014/main" id="{4EE25570-5393-468E-994C-7B1E656723B0}"/>
                </a:ext>
              </a:extLst>
            </p:cNvPr>
            <p:cNvSpPr>
              <a:spLocks noEditPoints="1"/>
            </p:cNvSpPr>
            <p:nvPr userDrawn="1"/>
          </p:nvSpPr>
          <p:spPr bwMode="auto">
            <a:xfrm>
              <a:off x="6141406" y="5481882"/>
              <a:ext cx="32111" cy="32111"/>
            </a:xfrm>
            <a:custGeom>
              <a:avLst/>
              <a:gdLst>
                <a:gd name="T0" fmla="*/ 6 w 22"/>
                <a:gd name="T1" fmla="*/ 8 h 21"/>
                <a:gd name="T2" fmla="*/ 11 w 22"/>
                <a:gd name="T3" fmla="*/ 6 h 21"/>
                <a:gd name="T4" fmla="*/ 13 w 22"/>
                <a:gd name="T5" fmla="*/ 6 h 21"/>
                <a:gd name="T6" fmla="*/ 16 w 22"/>
                <a:gd name="T7" fmla="*/ 11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1 w 22"/>
                <a:gd name="T25" fmla="*/ 0 h 21"/>
                <a:gd name="T26" fmla="*/ 1 w 22"/>
                <a:gd name="T27" fmla="*/ 6 h 21"/>
                <a:gd name="T28" fmla="*/ 1 w 22"/>
                <a:gd name="T29" fmla="*/ 6 h 21"/>
                <a:gd name="T30" fmla="*/ 0 w 22"/>
                <a:gd name="T31" fmla="*/ 10 h 21"/>
                <a:gd name="T32" fmla="*/ 6 w 22"/>
                <a:gd name="T33" fmla="*/ 20 h 21"/>
                <a:gd name="T34" fmla="*/ 11 w 22"/>
                <a:gd name="T35" fmla="*/ 21 h 21"/>
                <a:gd name="T36" fmla="*/ 11 w 22"/>
                <a:gd name="T37" fmla="*/ 21 h 21"/>
                <a:gd name="T38" fmla="*/ 21 w 22"/>
                <a:gd name="T39" fmla="*/ 15 h 21"/>
                <a:gd name="T40" fmla="*/ 22 w 22"/>
                <a:gd name="T41" fmla="*/ 11 h 21"/>
                <a:gd name="T42" fmla="*/ 16 w 22"/>
                <a:gd name="T43" fmla="*/ 1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6" y="8"/>
                  </a:moveTo>
                  <a:cubicBezTo>
                    <a:pt x="7" y="7"/>
                    <a:pt x="9" y="6"/>
                    <a:pt x="11" y="6"/>
                  </a:cubicBezTo>
                  <a:cubicBezTo>
                    <a:pt x="12" y="6"/>
                    <a:pt x="13" y="6"/>
                    <a:pt x="13" y="6"/>
                  </a:cubicBezTo>
                  <a:cubicBezTo>
                    <a:pt x="15" y="7"/>
                    <a:pt x="16" y="9"/>
                    <a:pt x="16" y="11"/>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3" name="Freeform 1550">
              <a:extLst>
                <a:ext uri="{FF2B5EF4-FFF2-40B4-BE49-F238E27FC236}">
                  <a16:creationId xmlns:a16="http://schemas.microsoft.com/office/drawing/2014/main" id="{97BB9B5C-05B5-453C-AFEC-999A089001E8}"/>
                </a:ext>
              </a:extLst>
            </p:cNvPr>
            <p:cNvSpPr>
              <a:spLocks noEditPoints="1"/>
            </p:cNvSpPr>
            <p:nvPr userDrawn="1"/>
          </p:nvSpPr>
          <p:spPr bwMode="auto">
            <a:xfrm>
              <a:off x="6125351" y="5507973"/>
              <a:ext cx="24083" cy="26090"/>
            </a:xfrm>
            <a:custGeom>
              <a:avLst/>
              <a:gdLst>
                <a:gd name="T0" fmla="*/ 6 w 17"/>
                <a:gd name="T1" fmla="*/ 7 h 17"/>
                <a:gd name="T2" fmla="*/ 8 w 17"/>
                <a:gd name="T3" fmla="*/ 6 h 17"/>
                <a:gd name="T4" fmla="*/ 9 w 17"/>
                <a:gd name="T5" fmla="*/ 6 h 17"/>
                <a:gd name="T6" fmla="*/ 11 w 17"/>
                <a:gd name="T7" fmla="*/ 8 h 17"/>
                <a:gd name="T8" fmla="*/ 11 w 17"/>
                <a:gd name="T9" fmla="*/ 9 h 17"/>
                <a:gd name="T10" fmla="*/ 8 w 17"/>
                <a:gd name="T11" fmla="*/ 11 h 17"/>
                <a:gd name="T12" fmla="*/ 7 w 17"/>
                <a:gd name="T13" fmla="*/ 10 h 17"/>
                <a:gd name="T14" fmla="*/ 6 w 17"/>
                <a:gd name="T15" fmla="*/ 8 h 17"/>
                <a:gd name="T16" fmla="*/ 6 w 17"/>
                <a:gd name="T17" fmla="*/ 7 h 17"/>
                <a:gd name="T18" fmla="*/ 8 w 17"/>
                <a:gd name="T19" fmla="*/ 0 h 17"/>
                <a:gd name="T20" fmla="*/ 8 w 17"/>
                <a:gd name="T21" fmla="*/ 0 h 17"/>
                <a:gd name="T22" fmla="*/ 0 w 17"/>
                <a:gd name="T23" fmla="*/ 4 h 17"/>
                <a:gd name="T24" fmla="*/ 3 w 17"/>
                <a:gd name="T25" fmla="*/ 6 h 17"/>
                <a:gd name="T26" fmla="*/ 0 w 17"/>
                <a:gd name="T27" fmla="*/ 4 h 17"/>
                <a:gd name="T28" fmla="*/ 0 w 17"/>
                <a:gd name="T29" fmla="*/ 8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9"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moveTo>
                    <a:pt x="8" y="0"/>
                  </a:moveTo>
                  <a:cubicBezTo>
                    <a:pt x="8" y="0"/>
                    <a:pt x="8" y="0"/>
                    <a:pt x="8" y="0"/>
                  </a:cubicBezTo>
                  <a:cubicBezTo>
                    <a:pt x="5" y="0"/>
                    <a:pt x="2" y="1"/>
                    <a:pt x="0" y="4"/>
                  </a:cubicBezTo>
                  <a:cubicBezTo>
                    <a:pt x="3" y="6"/>
                    <a:pt x="3" y="6"/>
                    <a:pt x="3" y="6"/>
                  </a:cubicBezTo>
                  <a:cubicBezTo>
                    <a:pt x="0" y="4"/>
                    <a:pt x="0" y="4"/>
                    <a:pt x="0" y="4"/>
                  </a:cubicBezTo>
                  <a:cubicBezTo>
                    <a:pt x="0" y="5"/>
                    <a:pt x="0" y="7"/>
                    <a:pt x="0" y="8"/>
                  </a:cubicBezTo>
                  <a:cubicBezTo>
                    <a:pt x="0" y="11"/>
                    <a:pt x="1" y="14"/>
                    <a:pt x="4" y="16"/>
                  </a:cubicBezTo>
                  <a:cubicBezTo>
                    <a:pt x="6" y="16"/>
                    <a:pt x="7" y="17"/>
                    <a:pt x="8" y="17"/>
                  </a:cubicBezTo>
                  <a:cubicBezTo>
                    <a:pt x="8" y="17"/>
                    <a:pt x="8" y="17"/>
                    <a:pt x="8" y="17"/>
                  </a:cubicBezTo>
                  <a:cubicBezTo>
                    <a:pt x="8" y="17"/>
                    <a:pt x="8" y="17"/>
                    <a:pt x="8" y="17"/>
                  </a:cubicBezTo>
                  <a:cubicBezTo>
                    <a:pt x="11" y="17"/>
                    <a:pt x="14" y="15"/>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4" name="Freeform 1551">
              <a:extLst>
                <a:ext uri="{FF2B5EF4-FFF2-40B4-BE49-F238E27FC236}">
                  <a16:creationId xmlns:a16="http://schemas.microsoft.com/office/drawing/2014/main" id="{FACAEE44-DAE2-4042-9AAE-B645C5A641D2}"/>
                </a:ext>
              </a:extLst>
            </p:cNvPr>
            <p:cNvSpPr>
              <a:spLocks noEditPoints="1"/>
            </p:cNvSpPr>
            <p:nvPr userDrawn="1"/>
          </p:nvSpPr>
          <p:spPr bwMode="auto">
            <a:xfrm>
              <a:off x="6099261" y="5509979"/>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5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5"/>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5" name="Freeform 1552">
              <a:extLst>
                <a:ext uri="{FF2B5EF4-FFF2-40B4-BE49-F238E27FC236}">
                  <a16:creationId xmlns:a16="http://schemas.microsoft.com/office/drawing/2014/main" id="{10195781-72E6-4410-9A3D-C0A43AD84C02}"/>
                </a:ext>
              </a:extLst>
            </p:cNvPr>
            <p:cNvSpPr>
              <a:spLocks noEditPoints="1"/>
            </p:cNvSpPr>
            <p:nvPr userDrawn="1"/>
          </p:nvSpPr>
          <p:spPr bwMode="auto">
            <a:xfrm>
              <a:off x="6059123" y="4787491"/>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2 h 276"/>
                <a:gd name="T16" fmla="*/ 73 w 80"/>
                <a:gd name="T17" fmla="*/ 243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4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70"/>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6"/>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4"/>
                  </a:cubicBezTo>
                  <a:cubicBezTo>
                    <a:pt x="79" y="242"/>
                    <a:pt x="79" y="242"/>
                    <a:pt x="79" y="242"/>
                  </a:cubicBezTo>
                  <a:cubicBezTo>
                    <a:pt x="79" y="242"/>
                    <a:pt x="79" y="242"/>
                    <a:pt x="79" y="242"/>
                  </a:cubicBezTo>
                  <a:cubicBezTo>
                    <a:pt x="80" y="236"/>
                    <a:pt x="80" y="228"/>
                    <a:pt x="80" y="217"/>
                  </a:cubicBezTo>
                  <a:cubicBezTo>
                    <a:pt x="80" y="164"/>
                    <a:pt x="72" y="66"/>
                    <a:pt x="71" y="63"/>
                  </a:cubicBezTo>
                  <a:cubicBezTo>
                    <a:pt x="71" y="62"/>
                    <a:pt x="71" y="54"/>
                    <a:pt x="67" y="46"/>
                  </a:cubicBezTo>
                  <a:cubicBezTo>
                    <a:pt x="65" y="42"/>
                    <a:pt x="61"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6" name="Freeform 1553">
              <a:extLst>
                <a:ext uri="{FF2B5EF4-FFF2-40B4-BE49-F238E27FC236}">
                  <a16:creationId xmlns:a16="http://schemas.microsoft.com/office/drawing/2014/main" id="{56558AE1-8784-466C-8D00-0FE4431B0365}"/>
                </a:ext>
              </a:extLst>
            </p:cNvPr>
            <p:cNvSpPr>
              <a:spLocks noEditPoints="1"/>
            </p:cNvSpPr>
            <p:nvPr userDrawn="1"/>
          </p:nvSpPr>
          <p:spPr bwMode="auto">
            <a:xfrm>
              <a:off x="6107289"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6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2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6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7"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7" name="Freeform 1554">
              <a:extLst>
                <a:ext uri="{FF2B5EF4-FFF2-40B4-BE49-F238E27FC236}">
                  <a16:creationId xmlns:a16="http://schemas.microsoft.com/office/drawing/2014/main" id="{A2FB5929-611C-4192-98FD-0835D2D61C85}"/>
                </a:ext>
              </a:extLst>
            </p:cNvPr>
            <p:cNvSpPr>
              <a:spLocks noEditPoints="1"/>
            </p:cNvSpPr>
            <p:nvPr userDrawn="1"/>
          </p:nvSpPr>
          <p:spPr bwMode="auto">
            <a:xfrm>
              <a:off x="6095248" y="412119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8" name="Freeform 1555">
              <a:extLst>
                <a:ext uri="{FF2B5EF4-FFF2-40B4-BE49-F238E27FC236}">
                  <a16:creationId xmlns:a16="http://schemas.microsoft.com/office/drawing/2014/main" id="{E4D52515-E41D-4E65-8128-DE76DFEAA673}"/>
                </a:ext>
              </a:extLst>
            </p:cNvPr>
            <p:cNvSpPr>
              <a:spLocks noEditPoints="1"/>
            </p:cNvSpPr>
            <p:nvPr userDrawn="1"/>
          </p:nvSpPr>
          <p:spPr bwMode="auto">
            <a:xfrm>
              <a:off x="6008950" y="4333928"/>
              <a:ext cx="248857" cy="96332"/>
            </a:xfrm>
            <a:custGeom>
              <a:avLst/>
              <a:gdLst>
                <a:gd name="T0" fmla="*/ 116 w 165"/>
                <a:gd name="T1" fmla="*/ 34 h 65"/>
                <a:gd name="T2" fmla="*/ 116 w 165"/>
                <a:gd name="T3" fmla="*/ 34 h 65"/>
                <a:gd name="T4" fmla="*/ 16 w 165"/>
                <a:gd name="T5" fmla="*/ 9 h 65"/>
                <a:gd name="T6" fmla="*/ 17 w 165"/>
                <a:gd name="T7" fmla="*/ 10 h 65"/>
                <a:gd name="T8" fmla="*/ 99 w 165"/>
                <a:gd name="T9" fmla="*/ 11 h 65"/>
                <a:gd name="T10" fmla="*/ 111 w 165"/>
                <a:gd name="T11" fmla="*/ 16 h 65"/>
                <a:gd name="T12" fmla="*/ 113 w 165"/>
                <a:gd name="T13" fmla="*/ 23 h 65"/>
                <a:gd name="T14" fmla="*/ 111 w 165"/>
                <a:gd name="T15" fmla="*/ 31 h 65"/>
                <a:gd name="T16" fmla="*/ 111 w 165"/>
                <a:gd name="T17" fmla="*/ 31 h 65"/>
                <a:gd name="T18" fmla="*/ 111 w 165"/>
                <a:gd name="T19" fmla="*/ 31 h 65"/>
                <a:gd name="T20" fmla="*/ 111 w 165"/>
                <a:gd name="T21" fmla="*/ 31 h 65"/>
                <a:gd name="T22" fmla="*/ 109 w 165"/>
                <a:gd name="T23" fmla="*/ 48 h 65"/>
                <a:gd name="T24" fmla="*/ 115 w 165"/>
                <a:gd name="T25" fmla="*/ 52 h 65"/>
                <a:gd name="T26" fmla="*/ 127 w 165"/>
                <a:gd name="T27" fmla="*/ 53 h 65"/>
                <a:gd name="T28" fmla="*/ 64 w 165"/>
                <a:gd name="T29" fmla="*/ 59 h 65"/>
                <a:gd name="T30" fmla="*/ 62 w 165"/>
                <a:gd name="T31" fmla="*/ 59 h 65"/>
                <a:gd name="T32" fmla="*/ 61 w 165"/>
                <a:gd name="T33" fmla="*/ 59 h 65"/>
                <a:gd name="T34" fmla="*/ 18 w 165"/>
                <a:gd name="T35" fmla="*/ 52 h 65"/>
                <a:gd name="T36" fmla="*/ 9 w 165"/>
                <a:gd name="T37" fmla="*/ 46 h 65"/>
                <a:gd name="T38" fmla="*/ 6 w 165"/>
                <a:gd name="T39" fmla="*/ 29 h 65"/>
                <a:gd name="T40" fmla="*/ 15 w 165"/>
                <a:gd name="T41" fmla="*/ 11 h 65"/>
                <a:gd name="T42" fmla="*/ 17 w 165"/>
                <a:gd name="T43" fmla="*/ 10 h 65"/>
                <a:gd name="T44" fmla="*/ 58 w 165"/>
                <a:gd name="T45" fmla="*/ 0 h 65"/>
                <a:gd name="T46" fmla="*/ 15 w 165"/>
                <a:gd name="T47" fmla="*/ 4 h 65"/>
                <a:gd name="T48" fmla="*/ 7 w 165"/>
                <a:gd name="T49" fmla="*/ 9 h 65"/>
                <a:gd name="T50" fmla="*/ 4 w 165"/>
                <a:gd name="T51" fmla="*/ 48 h 65"/>
                <a:gd name="T52" fmla="*/ 4 w 165"/>
                <a:gd name="T53" fmla="*/ 49 h 65"/>
                <a:gd name="T54" fmla="*/ 58 w 165"/>
                <a:gd name="T55" fmla="*/ 65 h 65"/>
                <a:gd name="T56" fmla="*/ 61 w 165"/>
                <a:gd name="T57" fmla="*/ 65 h 65"/>
                <a:gd name="T58" fmla="*/ 148 w 165"/>
                <a:gd name="T59" fmla="*/ 53 h 65"/>
                <a:gd name="T60" fmla="*/ 116 w 165"/>
                <a:gd name="T61" fmla="*/ 46 h 65"/>
                <a:gd name="T62" fmla="*/ 114 w 165"/>
                <a:gd name="T63" fmla="*/ 45 h 65"/>
                <a:gd name="T64" fmla="*/ 116 w 165"/>
                <a:gd name="T65" fmla="*/ 34 h 65"/>
                <a:gd name="T66" fmla="*/ 116 w 165"/>
                <a:gd name="T67" fmla="*/ 12 h 65"/>
                <a:gd name="T68" fmla="*/ 115 w 165"/>
                <a:gd name="T69" fmla="*/ 12 h 65"/>
                <a:gd name="T70" fmla="*/ 111 w 165"/>
                <a:gd name="T71" fmla="*/ 16 h 65"/>
                <a:gd name="T72" fmla="*/ 115 w 165"/>
                <a:gd name="T7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65">
                  <a:moveTo>
                    <a:pt x="116" y="34"/>
                  </a:moveTo>
                  <a:cubicBezTo>
                    <a:pt x="116" y="34"/>
                    <a:pt x="116" y="34"/>
                    <a:pt x="116" y="34"/>
                  </a:cubicBez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9" name="Freeform 1556">
              <a:extLst>
                <a:ext uri="{FF2B5EF4-FFF2-40B4-BE49-F238E27FC236}">
                  <a16:creationId xmlns:a16="http://schemas.microsoft.com/office/drawing/2014/main" id="{1EAC61FB-1AAD-4542-A093-FD7FD775733E}"/>
                </a:ext>
              </a:extLst>
            </p:cNvPr>
            <p:cNvSpPr>
              <a:spLocks noEditPoints="1"/>
            </p:cNvSpPr>
            <p:nvPr userDrawn="1"/>
          </p:nvSpPr>
          <p:spPr bwMode="auto">
            <a:xfrm>
              <a:off x="5902584" y="5538076"/>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27 w 170"/>
                <a:gd name="T31" fmla="*/ 81 h 134"/>
                <a:gd name="T32" fmla="*/ 8 w 170"/>
                <a:gd name="T33" fmla="*/ 44 h 134"/>
                <a:gd name="T34" fmla="*/ 8 w 170"/>
                <a:gd name="T35" fmla="*/ 44 h 134"/>
                <a:gd name="T36" fmla="*/ 8 w 170"/>
                <a:gd name="T37" fmla="*/ 44 h 134"/>
                <a:gd name="T38" fmla="*/ 8 w 170"/>
                <a:gd name="T39" fmla="*/ 44 h 134"/>
                <a:gd name="T40" fmla="*/ 6 w 170"/>
                <a:gd name="T41" fmla="*/ 32 h 134"/>
                <a:gd name="T42" fmla="*/ 10 w 170"/>
                <a:gd name="T43" fmla="*/ 18 h 134"/>
                <a:gd name="T44" fmla="*/ 27 w 170"/>
                <a:gd name="T45" fmla="*/ 7 h 134"/>
                <a:gd name="T46" fmla="*/ 109 w 170"/>
                <a:gd name="T47" fmla="*/ 0 h 134"/>
                <a:gd name="T48" fmla="*/ 27 w 170"/>
                <a:gd name="T49" fmla="*/ 1 h 134"/>
                <a:gd name="T50" fmla="*/ 27 w 170"/>
                <a:gd name="T51" fmla="*/ 1 h 134"/>
                <a:gd name="T52" fmla="*/ 26 w 170"/>
                <a:gd name="T53" fmla="*/ 1 h 134"/>
                <a:gd name="T54" fmla="*/ 5 w 170"/>
                <a:gd name="T55" fmla="*/ 14 h 134"/>
                <a:gd name="T56" fmla="*/ 0 w 170"/>
                <a:gd name="T57" fmla="*/ 32 h 134"/>
                <a:gd name="T58" fmla="*/ 2 w 170"/>
                <a:gd name="T59" fmla="*/ 46 h 134"/>
                <a:gd name="T60" fmla="*/ 24 w 170"/>
                <a:gd name="T61" fmla="*/ 87 h 134"/>
                <a:gd name="T62" fmla="*/ 37 w 170"/>
                <a:gd name="T63" fmla="*/ 93 h 134"/>
                <a:gd name="T64" fmla="*/ 43 w 170"/>
                <a:gd name="T65" fmla="*/ 134 h 134"/>
                <a:gd name="T66" fmla="*/ 56 w 170"/>
                <a:gd name="T67" fmla="*/ 94 h 134"/>
                <a:gd name="T68" fmla="*/ 125 w 170"/>
                <a:gd name="T69" fmla="*/ 94 h 134"/>
                <a:gd name="T70" fmla="*/ 126 w 170"/>
                <a:gd name="T71" fmla="*/ 93 h 134"/>
                <a:gd name="T72" fmla="*/ 160 w 170"/>
                <a:gd name="T73" fmla="*/ 68 h 134"/>
                <a:gd name="T74" fmla="*/ 170 w 170"/>
                <a:gd name="T75" fmla="*/ 42 h 134"/>
                <a:gd name="T76" fmla="*/ 160 w 170"/>
                <a:gd name="T77" fmla="*/ 14 h 134"/>
                <a:gd name="T78" fmla="*/ 152 w 170"/>
                <a:gd name="T79" fmla="*/ 5 h 134"/>
                <a:gd name="T80" fmla="*/ 144 w 170"/>
                <a:gd name="T81" fmla="*/ 1 h 134"/>
                <a:gd name="T82" fmla="*/ 139 w 170"/>
                <a:gd name="T83" fmla="*/ 1 h 134"/>
                <a:gd name="T84" fmla="*/ 109 w 170"/>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0" name="Freeform 1557">
              <a:extLst>
                <a:ext uri="{FF2B5EF4-FFF2-40B4-BE49-F238E27FC236}">
                  <a16:creationId xmlns:a16="http://schemas.microsoft.com/office/drawing/2014/main" id="{995E86C1-1C22-43DA-B0C4-0F84A4FFB9C8}"/>
                </a:ext>
              </a:extLst>
            </p:cNvPr>
            <p:cNvSpPr>
              <a:spLocks noEditPoints="1"/>
            </p:cNvSpPr>
            <p:nvPr userDrawn="1"/>
          </p:nvSpPr>
          <p:spPr bwMode="auto">
            <a:xfrm>
              <a:off x="6010957" y="4560710"/>
              <a:ext cx="282975" cy="244843"/>
            </a:xfrm>
            <a:custGeom>
              <a:avLst/>
              <a:gdLst>
                <a:gd name="T0" fmla="*/ 77 w 188"/>
                <a:gd name="T1" fmla="*/ 139 h 162"/>
                <a:gd name="T2" fmla="*/ 106 w 188"/>
                <a:gd name="T3" fmla="*/ 9 h 162"/>
                <a:gd name="T4" fmla="*/ 110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2 w 188"/>
                <a:gd name="T19" fmla="*/ 111 h 162"/>
                <a:gd name="T20" fmla="*/ 159 w 188"/>
                <a:gd name="T21" fmla="*/ 110 h 162"/>
                <a:gd name="T22" fmla="*/ 142 w 188"/>
                <a:gd name="T23" fmla="*/ 122 h 162"/>
                <a:gd name="T24" fmla="*/ 113 w 188"/>
                <a:gd name="T25" fmla="*/ 148 h 162"/>
                <a:gd name="T26" fmla="*/ 99 w 188"/>
                <a:gd name="T27" fmla="*/ 145 h 162"/>
                <a:gd name="T28" fmla="*/ 82 w 188"/>
                <a:gd name="T29" fmla="*/ 131 h 162"/>
                <a:gd name="T30" fmla="*/ 74 w 188"/>
                <a:gd name="T31" fmla="*/ 135 h 162"/>
                <a:gd name="T32" fmla="*/ 65 w 188"/>
                <a:gd name="T33" fmla="*/ 139 h 162"/>
                <a:gd name="T34" fmla="*/ 49 w 188"/>
                <a:gd name="T35" fmla="*/ 133 h 162"/>
                <a:gd name="T36" fmla="*/ 46 w 188"/>
                <a:gd name="T37" fmla="*/ 112 h 162"/>
                <a:gd name="T38" fmla="*/ 28 w 188"/>
                <a:gd name="T39" fmla="*/ 127 h 162"/>
                <a:gd name="T40" fmla="*/ 15 w 188"/>
                <a:gd name="T41" fmla="*/ 92 h 162"/>
                <a:gd name="T42" fmla="*/ 6 w 188"/>
                <a:gd name="T43" fmla="*/ 75 h 162"/>
                <a:gd name="T44" fmla="*/ 14 w 188"/>
                <a:gd name="T45" fmla="*/ 63 h 162"/>
                <a:gd name="T46" fmla="*/ 32 w 188"/>
                <a:gd name="T47" fmla="*/ 60 h 162"/>
                <a:gd name="T48" fmla="*/ 30 w 188"/>
                <a:gd name="T49" fmla="*/ 35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0 h 162"/>
                <a:gd name="T64" fmla="*/ 30 w 188"/>
                <a:gd name="T65" fmla="*/ 51 h 162"/>
                <a:gd name="T66" fmla="*/ 15 w 188"/>
                <a:gd name="T67" fmla="*/ 57 h 162"/>
                <a:gd name="T68" fmla="*/ 7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0 w 188"/>
                <a:gd name="T87" fmla="*/ 141 h 162"/>
                <a:gd name="T88" fmla="*/ 77 w 188"/>
                <a:gd name="T89" fmla="*/ 140 h 162"/>
                <a:gd name="T90" fmla="*/ 78 w 188"/>
                <a:gd name="T91" fmla="*/ 139 h 162"/>
                <a:gd name="T92" fmla="*/ 86 w 188"/>
                <a:gd name="T93" fmla="*/ 139 h 162"/>
                <a:gd name="T94" fmla="*/ 96 w 188"/>
                <a:gd name="T95" fmla="*/ 150 h 162"/>
                <a:gd name="T96" fmla="*/ 146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2"/>
                    <a:pt x="167" y="35"/>
                  </a:cubicBezTo>
                  <a:cubicBezTo>
                    <a:pt x="170" y="39"/>
                    <a:pt x="170" y="44"/>
                    <a:pt x="170" y="47"/>
                  </a:cubicBezTo>
                  <a:cubicBezTo>
                    <a:pt x="170"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6"/>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3"/>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1" name="Freeform 1558">
              <a:extLst>
                <a:ext uri="{FF2B5EF4-FFF2-40B4-BE49-F238E27FC236}">
                  <a16:creationId xmlns:a16="http://schemas.microsoft.com/office/drawing/2014/main" id="{6669EA81-4A5F-45F5-A8C9-7A4DD6AEBB5C}"/>
                </a:ext>
              </a:extLst>
            </p:cNvPr>
            <p:cNvSpPr>
              <a:spLocks noEditPoints="1"/>
            </p:cNvSpPr>
            <p:nvPr userDrawn="1"/>
          </p:nvSpPr>
          <p:spPr bwMode="auto">
            <a:xfrm>
              <a:off x="7046524" y="4131231"/>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1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2" name="Freeform 1559">
              <a:extLst>
                <a:ext uri="{FF2B5EF4-FFF2-40B4-BE49-F238E27FC236}">
                  <a16:creationId xmlns:a16="http://schemas.microsoft.com/office/drawing/2014/main" id="{D024319A-7E0F-45FB-B3A5-0B96CD3DC32D}"/>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close/>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3" name="Freeform 1560">
              <a:extLst>
                <a:ext uri="{FF2B5EF4-FFF2-40B4-BE49-F238E27FC236}">
                  <a16:creationId xmlns:a16="http://schemas.microsoft.com/office/drawing/2014/main" id="{24440B5D-2552-436A-9874-BC53231878EC}"/>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4" name="Freeform 1561">
              <a:extLst>
                <a:ext uri="{FF2B5EF4-FFF2-40B4-BE49-F238E27FC236}">
                  <a16:creationId xmlns:a16="http://schemas.microsoft.com/office/drawing/2014/main" id="{FF579910-F67D-41FF-A09C-E173B20DEFA2}"/>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5" name="Freeform 1562">
              <a:extLst>
                <a:ext uri="{FF2B5EF4-FFF2-40B4-BE49-F238E27FC236}">
                  <a16:creationId xmlns:a16="http://schemas.microsoft.com/office/drawing/2014/main" id="{6E5D4498-7926-424C-9CE1-68BDE4C68E13}"/>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6" name="Freeform 1563">
              <a:extLst>
                <a:ext uri="{FF2B5EF4-FFF2-40B4-BE49-F238E27FC236}">
                  <a16:creationId xmlns:a16="http://schemas.microsoft.com/office/drawing/2014/main" id="{6EF64F73-25F0-420B-AB4B-F962E55F6F7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7" name="Freeform 1564">
              <a:extLst>
                <a:ext uri="{FF2B5EF4-FFF2-40B4-BE49-F238E27FC236}">
                  <a16:creationId xmlns:a16="http://schemas.microsoft.com/office/drawing/2014/main" id="{3016C39A-315D-479A-B27D-59FBBE282E4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8" name="Freeform 1565">
              <a:extLst>
                <a:ext uri="{FF2B5EF4-FFF2-40B4-BE49-F238E27FC236}">
                  <a16:creationId xmlns:a16="http://schemas.microsoft.com/office/drawing/2014/main" id="{91B35DF4-2B2C-470A-A4AC-D1B156FC0675}"/>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9" name="Freeform 1566">
              <a:extLst>
                <a:ext uri="{FF2B5EF4-FFF2-40B4-BE49-F238E27FC236}">
                  <a16:creationId xmlns:a16="http://schemas.microsoft.com/office/drawing/2014/main" id="{AB16AD31-811C-47DB-9DAC-C24AFCA1ACAC}"/>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0" name="Freeform 1567">
              <a:extLst>
                <a:ext uri="{FF2B5EF4-FFF2-40B4-BE49-F238E27FC236}">
                  <a16:creationId xmlns:a16="http://schemas.microsoft.com/office/drawing/2014/main" id="{5F71FFBF-D5D7-40B6-913C-E6CADCB6F4B4}"/>
                </a:ext>
              </a:extLst>
            </p:cNvPr>
            <p:cNvSpPr>
              <a:spLocks noEditPoints="1"/>
            </p:cNvSpPr>
            <p:nvPr userDrawn="1"/>
          </p:nvSpPr>
          <p:spPr bwMode="auto">
            <a:xfrm>
              <a:off x="8967139"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1" name="Freeform 1568">
              <a:extLst>
                <a:ext uri="{FF2B5EF4-FFF2-40B4-BE49-F238E27FC236}">
                  <a16:creationId xmlns:a16="http://schemas.microsoft.com/office/drawing/2014/main" id="{271271C0-53BC-402A-A65E-A94AF3F82DCC}"/>
                </a:ext>
              </a:extLst>
            </p:cNvPr>
            <p:cNvSpPr>
              <a:spLocks noEditPoints="1"/>
            </p:cNvSpPr>
            <p:nvPr userDrawn="1"/>
          </p:nvSpPr>
          <p:spPr bwMode="auto">
            <a:xfrm>
              <a:off x="7682715" y="4815587"/>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1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2" name="Freeform 1569">
              <a:extLst>
                <a:ext uri="{FF2B5EF4-FFF2-40B4-BE49-F238E27FC236}">
                  <a16:creationId xmlns:a16="http://schemas.microsoft.com/office/drawing/2014/main" id="{9FE34473-9B4B-4C79-83EA-F5AF1FF55C67}"/>
                </a:ext>
              </a:extLst>
            </p:cNvPr>
            <p:cNvSpPr>
              <a:spLocks noEditPoints="1"/>
            </p:cNvSpPr>
            <p:nvPr userDrawn="1"/>
          </p:nvSpPr>
          <p:spPr bwMode="auto">
            <a:xfrm>
              <a:off x="8633992" y="4843684"/>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5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3" name="Freeform 1570">
              <a:extLst>
                <a:ext uri="{FF2B5EF4-FFF2-40B4-BE49-F238E27FC236}">
                  <a16:creationId xmlns:a16="http://schemas.microsoft.com/office/drawing/2014/main" id="{F58373BC-1C7D-40DF-8A2C-E889912C5F14}"/>
                </a:ext>
              </a:extLst>
            </p:cNvPr>
            <p:cNvSpPr>
              <a:spLocks noEditPoints="1"/>
            </p:cNvSpPr>
            <p:nvPr userDrawn="1"/>
          </p:nvSpPr>
          <p:spPr bwMode="auto">
            <a:xfrm>
              <a:off x="8987208" y="41954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4" name="Freeform 1571">
              <a:extLst>
                <a:ext uri="{FF2B5EF4-FFF2-40B4-BE49-F238E27FC236}">
                  <a16:creationId xmlns:a16="http://schemas.microsoft.com/office/drawing/2014/main" id="{01494B26-75C0-40DA-A7AC-C4DCDB5D1F5F}"/>
                </a:ext>
              </a:extLst>
            </p:cNvPr>
            <p:cNvSpPr>
              <a:spLocks noEditPoints="1"/>
            </p:cNvSpPr>
            <p:nvPr userDrawn="1"/>
          </p:nvSpPr>
          <p:spPr bwMode="auto">
            <a:xfrm>
              <a:off x="8545688" y="5690601"/>
              <a:ext cx="126436" cy="122422"/>
            </a:xfrm>
            <a:custGeom>
              <a:avLst/>
              <a:gdLst>
                <a:gd name="T0" fmla="*/ 75 w 84"/>
                <a:gd name="T1" fmla="*/ 39 h 82"/>
                <a:gd name="T2" fmla="*/ 74 w 84"/>
                <a:gd name="T3" fmla="*/ 39 h 82"/>
                <a:gd name="T4" fmla="*/ 39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39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39 w 84"/>
                <a:gd name="T37" fmla="*/ 28 h 82"/>
                <a:gd name="T38" fmla="*/ 38 w 84"/>
                <a:gd name="T39" fmla="*/ 19 h 82"/>
                <a:gd name="T40" fmla="*/ 29 w 84"/>
                <a:gd name="T41" fmla="*/ 22 h 82"/>
                <a:gd name="T42" fmla="*/ 15 w 84"/>
                <a:gd name="T43" fmla="*/ 15 h 82"/>
                <a:gd name="T44" fmla="*/ 3 w 84"/>
                <a:gd name="T45" fmla="*/ 25 h 82"/>
                <a:gd name="T46" fmla="*/ 0 w 84"/>
                <a:gd name="T47" fmla="*/ 41 h 82"/>
                <a:gd name="T48" fmla="*/ 3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0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3" y="25"/>
                    <a:pt x="3" y="25"/>
                    <a:pt x="3"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5" name="Freeform 1572">
              <a:extLst>
                <a:ext uri="{FF2B5EF4-FFF2-40B4-BE49-F238E27FC236}">
                  <a16:creationId xmlns:a16="http://schemas.microsoft.com/office/drawing/2014/main" id="{76C94AD4-828D-43C3-AACB-5A6EBF3987E4}"/>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6" name="Freeform 1573">
              <a:extLst>
                <a:ext uri="{FF2B5EF4-FFF2-40B4-BE49-F238E27FC236}">
                  <a16:creationId xmlns:a16="http://schemas.microsoft.com/office/drawing/2014/main" id="{EE80D878-3E63-4E11-824C-C2BFD76E3596}"/>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7" name="Freeform 1574">
              <a:extLst>
                <a:ext uri="{FF2B5EF4-FFF2-40B4-BE49-F238E27FC236}">
                  <a16:creationId xmlns:a16="http://schemas.microsoft.com/office/drawing/2014/main" id="{4C01EA35-4A82-421F-A41F-BEA8CE67C5EB}"/>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8" name="Freeform 1575">
              <a:extLst>
                <a:ext uri="{FF2B5EF4-FFF2-40B4-BE49-F238E27FC236}">
                  <a16:creationId xmlns:a16="http://schemas.microsoft.com/office/drawing/2014/main" id="{AC07AF8E-56B5-4693-B107-DE4BB1E749CF}"/>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9" name="Freeform 1576">
              <a:extLst>
                <a:ext uri="{FF2B5EF4-FFF2-40B4-BE49-F238E27FC236}">
                  <a16:creationId xmlns:a16="http://schemas.microsoft.com/office/drawing/2014/main" id="{D938A5D1-713C-4771-968A-5D73FA81EEE1}"/>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0" name="Freeform 1577">
              <a:extLst>
                <a:ext uri="{FF2B5EF4-FFF2-40B4-BE49-F238E27FC236}">
                  <a16:creationId xmlns:a16="http://schemas.microsoft.com/office/drawing/2014/main" id="{461C75ED-3313-44B4-A5B7-F91E77EE674B}"/>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1" name="Freeform 1578">
              <a:extLst>
                <a:ext uri="{FF2B5EF4-FFF2-40B4-BE49-F238E27FC236}">
                  <a16:creationId xmlns:a16="http://schemas.microsoft.com/office/drawing/2014/main" id="{F85610A2-1A5C-49C2-A5FD-934058B474A7}"/>
                </a:ext>
              </a:extLst>
            </p:cNvPr>
            <p:cNvSpPr>
              <a:spLocks noEditPoints="1"/>
            </p:cNvSpPr>
            <p:nvPr userDrawn="1"/>
          </p:nvSpPr>
          <p:spPr bwMode="auto">
            <a:xfrm>
              <a:off x="6695314" y="4801540"/>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1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1 h 214"/>
                <a:gd name="T36" fmla="*/ 101 w 219"/>
                <a:gd name="T37" fmla="*/ 64 h 214"/>
                <a:gd name="T38" fmla="*/ 98 w 219"/>
                <a:gd name="T39" fmla="*/ 50 h 214"/>
                <a:gd name="T40" fmla="*/ 77 w 219"/>
                <a:gd name="T41" fmla="*/ 59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1"/>
                    <a:pt x="135" y="71"/>
                    <a:pt x="135" y="71"/>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1"/>
                    <a:pt x="85" y="71"/>
                    <a:pt x="85" y="71"/>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9"/>
                    <a:pt x="77" y="59"/>
                    <a:pt x="77" y="59"/>
                  </a:cubicBezTo>
                  <a:cubicBezTo>
                    <a:pt x="33" y="32"/>
                    <a:pt x="33" y="32"/>
                    <a:pt x="33" y="32"/>
                  </a:cubicBezTo>
                  <a:cubicBezTo>
                    <a:pt x="60" y="75"/>
                    <a:pt x="60" y="75"/>
                    <a:pt x="60" y="75"/>
                  </a:cubicBezTo>
                  <a:cubicBezTo>
                    <a:pt x="14" y="67"/>
                    <a:pt x="14" y="67"/>
                    <a:pt x="14" y="67"/>
                  </a:cubicBezTo>
                  <a:cubicBezTo>
                    <a:pt x="14" y="68"/>
                    <a:pt x="13" y="69"/>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9"/>
                    <a:pt x="143" y="59"/>
                    <a:pt x="143" y="59"/>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2" name="Freeform 1579">
              <a:extLst>
                <a:ext uri="{FF2B5EF4-FFF2-40B4-BE49-F238E27FC236}">
                  <a16:creationId xmlns:a16="http://schemas.microsoft.com/office/drawing/2014/main" id="{3E6CC505-87EF-4586-825A-D353A8F40387}"/>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3" name="Freeform 1580">
              <a:extLst>
                <a:ext uri="{FF2B5EF4-FFF2-40B4-BE49-F238E27FC236}">
                  <a16:creationId xmlns:a16="http://schemas.microsoft.com/office/drawing/2014/main" id="{2B80D51C-F6CA-4F76-BAA7-CEA9B29C6C96}"/>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4" name="Freeform 1581">
              <a:extLst>
                <a:ext uri="{FF2B5EF4-FFF2-40B4-BE49-F238E27FC236}">
                  <a16:creationId xmlns:a16="http://schemas.microsoft.com/office/drawing/2014/main" id="{3A2903E1-C657-4B6D-BD5C-41A908EACF12}"/>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5" name="Freeform 1582">
              <a:extLst>
                <a:ext uri="{FF2B5EF4-FFF2-40B4-BE49-F238E27FC236}">
                  <a16:creationId xmlns:a16="http://schemas.microsoft.com/office/drawing/2014/main" id="{1FF95DDC-D2C4-466B-8AAF-58575656642B}"/>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6" name="Freeform 1583">
              <a:extLst>
                <a:ext uri="{FF2B5EF4-FFF2-40B4-BE49-F238E27FC236}">
                  <a16:creationId xmlns:a16="http://schemas.microsoft.com/office/drawing/2014/main" id="{5EFE8D9C-91B8-44CC-98B6-A347C6C23B70}"/>
                </a:ext>
              </a:extLst>
            </p:cNvPr>
            <p:cNvSpPr>
              <a:spLocks noEditPoints="1"/>
            </p:cNvSpPr>
            <p:nvPr userDrawn="1"/>
          </p:nvSpPr>
          <p:spPr bwMode="auto">
            <a:xfrm>
              <a:off x="6910054" y="4468392"/>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7" name="Freeform 1584">
              <a:extLst>
                <a:ext uri="{FF2B5EF4-FFF2-40B4-BE49-F238E27FC236}">
                  <a16:creationId xmlns:a16="http://schemas.microsoft.com/office/drawing/2014/main" id="{3EC07E4E-343A-4552-947B-BCBAFF6AA2E0}"/>
                </a:ext>
              </a:extLst>
            </p:cNvPr>
            <p:cNvSpPr>
              <a:spLocks noEditPoints="1"/>
            </p:cNvSpPr>
            <p:nvPr userDrawn="1"/>
          </p:nvSpPr>
          <p:spPr bwMode="auto">
            <a:xfrm>
              <a:off x="6974275" y="4580779"/>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8" name="Freeform 1585">
              <a:extLst>
                <a:ext uri="{FF2B5EF4-FFF2-40B4-BE49-F238E27FC236}">
                  <a16:creationId xmlns:a16="http://schemas.microsoft.com/office/drawing/2014/main" id="{EE3602F9-01AD-4845-A67E-EE4861759E55}"/>
                </a:ext>
              </a:extLst>
            </p:cNvPr>
            <p:cNvSpPr>
              <a:spLocks/>
            </p:cNvSpPr>
            <p:nvPr userDrawn="1"/>
          </p:nvSpPr>
          <p:spPr bwMode="auto">
            <a:xfrm>
              <a:off x="6980296" y="4580779"/>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9" name="Freeform 1586">
              <a:extLst>
                <a:ext uri="{FF2B5EF4-FFF2-40B4-BE49-F238E27FC236}">
                  <a16:creationId xmlns:a16="http://schemas.microsoft.com/office/drawing/2014/main" id="{ED6F1659-8012-466A-B678-185EED75352E}"/>
                </a:ext>
              </a:extLst>
            </p:cNvPr>
            <p:cNvSpPr>
              <a:spLocks/>
            </p:cNvSpPr>
            <p:nvPr userDrawn="1"/>
          </p:nvSpPr>
          <p:spPr bwMode="auto">
            <a:xfrm>
              <a:off x="6986317" y="4604862"/>
              <a:ext cx="20069"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0" name="Freeform 1587">
              <a:extLst>
                <a:ext uri="{FF2B5EF4-FFF2-40B4-BE49-F238E27FC236}">
                  <a16:creationId xmlns:a16="http://schemas.microsoft.com/office/drawing/2014/main" id="{403A4CAC-D373-4A59-83DF-4CA7ABFB5718}"/>
                </a:ext>
              </a:extLst>
            </p:cNvPr>
            <p:cNvSpPr>
              <a:spLocks/>
            </p:cNvSpPr>
            <p:nvPr userDrawn="1"/>
          </p:nvSpPr>
          <p:spPr bwMode="auto">
            <a:xfrm>
              <a:off x="6988323" y="4604862"/>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1" name="Freeform 1588">
              <a:extLst>
                <a:ext uri="{FF2B5EF4-FFF2-40B4-BE49-F238E27FC236}">
                  <a16:creationId xmlns:a16="http://schemas.microsoft.com/office/drawing/2014/main" id="{40B3671F-4BC5-4D1E-AD57-ADAEEFF41061}"/>
                </a:ext>
              </a:extLst>
            </p:cNvPr>
            <p:cNvSpPr>
              <a:spLocks noEditPoints="1"/>
            </p:cNvSpPr>
            <p:nvPr userDrawn="1"/>
          </p:nvSpPr>
          <p:spPr bwMode="auto">
            <a:xfrm>
              <a:off x="7004378" y="4616904"/>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2" name="Freeform 1589">
              <a:extLst>
                <a:ext uri="{FF2B5EF4-FFF2-40B4-BE49-F238E27FC236}">
                  <a16:creationId xmlns:a16="http://schemas.microsoft.com/office/drawing/2014/main" id="{6A5A7208-0640-4DF4-BE09-594B4ECB9C20}"/>
                </a:ext>
              </a:extLst>
            </p:cNvPr>
            <p:cNvSpPr>
              <a:spLocks/>
            </p:cNvSpPr>
            <p:nvPr userDrawn="1"/>
          </p:nvSpPr>
          <p:spPr bwMode="auto">
            <a:xfrm>
              <a:off x="7004378" y="4618910"/>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3" name="Freeform 1590">
              <a:extLst>
                <a:ext uri="{FF2B5EF4-FFF2-40B4-BE49-F238E27FC236}">
                  <a16:creationId xmlns:a16="http://schemas.microsoft.com/office/drawing/2014/main" id="{E8A99D90-CACB-483F-94DC-280294BF79AC}"/>
                </a:ext>
              </a:extLst>
            </p:cNvPr>
            <p:cNvSpPr>
              <a:spLocks noEditPoints="1"/>
            </p:cNvSpPr>
            <p:nvPr userDrawn="1"/>
          </p:nvSpPr>
          <p:spPr bwMode="auto">
            <a:xfrm>
              <a:off x="8609909" y="5423683"/>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4" name="Freeform 1591">
              <a:extLst>
                <a:ext uri="{FF2B5EF4-FFF2-40B4-BE49-F238E27FC236}">
                  <a16:creationId xmlns:a16="http://schemas.microsoft.com/office/drawing/2014/main" id="{4FCB09AF-EE57-4133-B1A2-B608B28E8523}"/>
                </a:ext>
              </a:extLst>
            </p:cNvPr>
            <p:cNvSpPr>
              <a:spLocks noEditPoints="1"/>
            </p:cNvSpPr>
            <p:nvPr userDrawn="1"/>
          </p:nvSpPr>
          <p:spPr bwMode="auto">
            <a:xfrm>
              <a:off x="8605895" y="5520014"/>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5" name="Freeform 1592">
              <a:extLst>
                <a:ext uri="{FF2B5EF4-FFF2-40B4-BE49-F238E27FC236}">
                  <a16:creationId xmlns:a16="http://schemas.microsoft.com/office/drawing/2014/main" id="{7AC4CFDA-A146-4FA2-BC29-40CBB3F3C5E3}"/>
                </a:ext>
              </a:extLst>
            </p:cNvPr>
            <p:cNvSpPr>
              <a:spLocks/>
            </p:cNvSpPr>
            <p:nvPr userDrawn="1"/>
          </p:nvSpPr>
          <p:spPr bwMode="auto">
            <a:xfrm>
              <a:off x="8625964" y="5520014"/>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6" name="Freeform 1593">
              <a:extLst>
                <a:ext uri="{FF2B5EF4-FFF2-40B4-BE49-F238E27FC236}">
                  <a16:creationId xmlns:a16="http://schemas.microsoft.com/office/drawing/2014/main" id="{E272EBEC-502D-402A-AE7B-00CECAE705BC}"/>
                </a:ext>
              </a:extLst>
            </p:cNvPr>
            <p:cNvSpPr>
              <a:spLocks noEditPoints="1"/>
            </p:cNvSpPr>
            <p:nvPr userDrawn="1"/>
          </p:nvSpPr>
          <p:spPr bwMode="auto">
            <a:xfrm>
              <a:off x="8593854" y="5540083"/>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7 w 14"/>
                <a:gd name="T23" fmla="*/ 0 h 14"/>
                <a:gd name="T24" fmla="*/ 3 w 14"/>
                <a:gd name="T25" fmla="*/ 1 h 14"/>
                <a:gd name="T26" fmla="*/ 0 w 14"/>
                <a:gd name="T27" fmla="*/ 7 h 14"/>
                <a:gd name="T28" fmla="*/ 1 w 14"/>
                <a:gd name="T29" fmla="*/ 11 h 14"/>
                <a:gd name="T30" fmla="*/ 5 w 14"/>
                <a:gd name="T31" fmla="*/ 14 h 14"/>
                <a:gd name="T32" fmla="*/ 8 w 14"/>
                <a:gd name="T33" fmla="*/ 14 h 14"/>
                <a:gd name="T34" fmla="*/ 8 w 14"/>
                <a:gd name="T35" fmla="*/ 14 h 14"/>
                <a:gd name="T36" fmla="*/ 10 w 14"/>
                <a:gd name="T37" fmla="*/ 14 h 14"/>
                <a:gd name="T38" fmla="*/ 11 w 14"/>
                <a:gd name="T39" fmla="*/ 13 h 14"/>
                <a:gd name="T40" fmla="*/ 9 w 14"/>
                <a:gd name="T41" fmla="*/ 11 h 14"/>
                <a:gd name="T42" fmla="*/ 11 w 14"/>
                <a:gd name="T43" fmla="*/ 13 h 14"/>
                <a:gd name="T44" fmla="*/ 14 w 14"/>
                <a:gd name="T45" fmla="*/ 7 h 14"/>
                <a:gd name="T46" fmla="*/ 14 w 14"/>
                <a:gd name="T47" fmla="*/ 4 h 14"/>
                <a:gd name="T48" fmla="*/ 10 w 14"/>
                <a:gd name="T49" fmla="*/ 1 h 14"/>
                <a:gd name="T50" fmla="*/ 9 w 14"/>
                <a:gd name="T51" fmla="*/ 0 h 14"/>
                <a:gd name="T52" fmla="*/ 7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1"/>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7" name="Freeform 1594">
              <a:extLst>
                <a:ext uri="{FF2B5EF4-FFF2-40B4-BE49-F238E27FC236}">
                  <a16:creationId xmlns:a16="http://schemas.microsoft.com/office/drawing/2014/main" id="{53F89B13-DE07-4F86-B487-446D72F9397B}"/>
                </a:ext>
              </a:extLst>
            </p:cNvPr>
            <p:cNvSpPr>
              <a:spLocks/>
            </p:cNvSpPr>
            <p:nvPr userDrawn="1"/>
          </p:nvSpPr>
          <p:spPr bwMode="auto">
            <a:xfrm>
              <a:off x="8607903" y="5540083"/>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1"/>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8" name="Freeform 1595">
              <a:extLst>
                <a:ext uri="{FF2B5EF4-FFF2-40B4-BE49-F238E27FC236}">
                  <a16:creationId xmlns:a16="http://schemas.microsoft.com/office/drawing/2014/main" id="{E386732D-5605-4567-97A8-BFB16FEFC308}"/>
                </a:ext>
              </a:extLst>
            </p:cNvPr>
            <p:cNvSpPr>
              <a:spLocks noEditPoints="1"/>
            </p:cNvSpPr>
            <p:nvPr userDrawn="1"/>
          </p:nvSpPr>
          <p:spPr bwMode="auto">
            <a:xfrm>
              <a:off x="8595861" y="5560153"/>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9" name="Freeform 1596">
              <a:extLst>
                <a:ext uri="{FF2B5EF4-FFF2-40B4-BE49-F238E27FC236}">
                  <a16:creationId xmlns:a16="http://schemas.microsoft.com/office/drawing/2014/main" id="{95AC3F26-313E-4D76-84FE-E2A4665FE0CD}"/>
                </a:ext>
              </a:extLst>
            </p:cNvPr>
            <p:cNvSpPr>
              <a:spLocks/>
            </p:cNvSpPr>
            <p:nvPr userDrawn="1"/>
          </p:nvSpPr>
          <p:spPr bwMode="auto">
            <a:xfrm>
              <a:off x="8601881" y="5560153"/>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0" name="Freeform 1597">
              <a:extLst>
                <a:ext uri="{FF2B5EF4-FFF2-40B4-BE49-F238E27FC236}">
                  <a16:creationId xmlns:a16="http://schemas.microsoft.com/office/drawing/2014/main" id="{D490CAF9-3287-40C2-8883-5BD398AC4263}"/>
                </a:ext>
              </a:extLst>
            </p:cNvPr>
            <p:cNvSpPr>
              <a:spLocks noEditPoints="1"/>
            </p:cNvSpPr>
            <p:nvPr userDrawn="1"/>
          </p:nvSpPr>
          <p:spPr bwMode="auto">
            <a:xfrm>
              <a:off x="8804580" y="5136693"/>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1" name="Freeform 1598">
              <a:extLst>
                <a:ext uri="{FF2B5EF4-FFF2-40B4-BE49-F238E27FC236}">
                  <a16:creationId xmlns:a16="http://schemas.microsoft.com/office/drawing/2014/main" id="{FC1E5F54-C321-4CC1-A3F2-60FB5C69EDA8}"/>
                </a:ext>
              </a:extLst>
            </p:cNvPr>
            <p:cNvSpPr>
              <a:spLocks noEditPoints="1"/>
            </p:cNvSpPr>
            <p:nvPr userDrawn="1"/>
          </p:nvSpPr>
          <p:spPr bwMode="auto">
            <a:xfrm>
              <a:off x="8800566"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2" name="Freeform 1599">
              <a:extLst>
                <a:ext uri="{FF2B5EF4-FFF2-40B4-BE49-F238E27FC236}">
                  <a16:creationId xmlns:a16="http://schemas.microsoft.com/office/drawing/2014/main" id="{97D8C460-4DA0-4398-BFA1-2C5DA972927E}"/>
                </a:ext>
              </a:extLst>
            </p:cNvPr>
            <p:cNvSpPr>
              <a:spLocks noEditPoints="1"/>
            </p:cNvSpPr>
            <p:nvPr userDrawn="1"/>
          </p:nvSpPr>
          <p:spPr bwMode="auto">
            <a:xfrm>
              <a:off x="8778490"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6 w 21"/>
                <a:gd name="T37" fmla="*/ 20 h 21"/>
                <a:gd name="T38" fmla="*/ 21 w 21"/>
                <a:gd name="T39" fmla="*/ 11 h 21"/>
                <a:gd name="T40" fmla="*/ 19 w 21"/>
                <a:gd name="T41" fmla="*/ 5 h 21"/>
                <a:gd name="T42" fmla="*/ 10 w 21"/>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3" name="Freeform 1600">
              <a:extLst>
                <a:ext uri="{FF2B5EF4-FFF2-40B4-BE49-F238E27FC236}">
                  <a16:creationId xmlns:a16="http://schemas.microsoft.com/office/drawing/2014/main" id="{00FC741C-1866-4307-ACC7-FF3C4BF285EC}"/>
                </a:ext>
              </a:extLst>
            </p:cNvPr>
            <p:cNvSpPr>
              <a:spLocks noEditPoints="1"/>
            </p:cNvSpPr>
            <p:nvPr userDrawn="1"/>
          </p:nvSpPr>
          <p:spPr bwMode="auto">
            <a:xfrm>
              <a:off x="8780497" y="5377523"/>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9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9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9" y="13"/>
                  </a:moveTo>
                  <a:cubicBezTo>
                    <a:pt x="8" y="13"/>
                    <a:pt x="7" y="12"/>
                    <a:pt x="7" y="11"/>
                  </a:cubicBezTo>
                  <a:cubicBezTo>
                    <a:pt x="6" y="11"/>
                    <a:pt x="6" y="10"/>
                    <a:pt x="6" y="10"/>
                  </a:cubicBezTo>
                  <a:cubicBezTo>
                    <a:pt x="6" y="9"/>
                    <a:pt x="7" y="8"/>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4" name="Freeform 1601">
              <a:extLst>
                <a:ext uri="{FF2B5EF4-FFF2-40B4-BE49-F238E27FC236}">
                  <a16:creationId xmlns:a16="http://schemas.microsoft.com/office/drawing/2014/main" id="{DA58F9AE-4B52-40CF-A735-68708CD9237B}"/>
                </a:ext>
              </a:extLst>
            </p:cNvPr>
            <p:cNvSpPr>
              <a:spLocks noEditPoints="1"/>
            </p:cNvSpPr>
            <p:nvPr userDrawn="1"/>
          </p:nvSpPr>
          <p:spPr bwMode="auto">
            <a:xfrm>
              <a:off x="8407211" y="3984725"/>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5" name="Freeform 1602">
              <a:extLst>
                <a:ext uri="{FF2B5EF4-FFF2-40B4-BE49-F238E27FC236}">
                  <a16:creationId xmlns:a16="http://schemas.microsoft.com/office/drawing/2014/main" id="{9319802A-64B3-4A0D-B5C4-B400E31146F1}"/>
                </a:ext>
              </a:extLst>
            </p:cNvPr>
            <p:cNvSpPr>
              <a:spLocks noEditPoints="1"/>
            </p:cNvSpPr>
            <p:nvPr userDrawn="1"/>
          </p:nvSpPr>
          <p:spPr bwMode="auto">
            <a:xfrm>
              <a:off x="8405204" y="4081057"/>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6" name="Freeform 1603">
              <a:extLst>
                <a:ext uri="{FF2B5EF4-FFF2-40B4-BE49-F238E27FC236}">
                  <a16:creationId xmlns:a16="http://schemas.microsoft.com/office/drawing/2014/main" id="{C3C0F10B-81FC-45CF-8E2D-DB89731BFE26}"/>
                </a:ext>
              </a:extLst>
            </p:cNvPr>
            <p:cNvSpPr>
              <a:spLocks/>
            </p:cNvSpPr>
            <p:nvPr userDrawn="1"/>
          </p:nvSpPr>
          <p:spPr bwMode="auto">
            <a:xfrm>
              <a:off x="8425273" y="4081057"/>
              <a:ext cx="6021" cy="6021"/>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7" name="Freeform 1604">
              <a:extLst>
                <a:ext uri="{FF2B5EF4-FFF2-40B4-BE49-F238E27FC236}">
                  <a16:creationId xmlns:a16="http://schemas.microsoft.com/office/drawing/2014/main" id="{7853F592-8DD3-4FA8-93E6-B279B78ECABA}"/>
                </a:ext>
              </a:extLst>
            </p:cNvPr>
            <p:cNvSpPr>
              <a:spLocks noEditPoints="1"/>
            </p:cNvSpPr>
            <p:nvPr userDrawn="1"/>
          </p:nvSpPr>
          <p:spPr bwMode="auto">
            <a:xfrm>
              <a:off x="8393162" y="4099120"/>
              <a:ext cx="20069" cy="22077"/>
            </a:xfrm>
            <a:custGeom>
              <a:avLst/>
              <a:gdLst>
                <a:gd name="T0" fmla="*/ 7 w 14"/>
                <a:gd name="T1" fmla="*/ 9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9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9"/>
                  </a:moveTo>
                  <a:cubicBezTo>
                    <a:pt x="7" y="9"/>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9"/>
                    <a:pt x="7" y="9"/>
                    <a:pt x="7" y="9"/>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8" name="Freeform 1605">
              <a:extLst>
                <a:ext uri="{FF2B5EF4-FFF2-40B4-BE49-F238E27FC236}">
                  <a16:creationId xmlns:a16="http://schemas.microsoft.com/office/drawing/2014/main" id="{56F9D50C-8297-424F-BE83-FCCDCDE8C899}"/>
                </a:ext>
              </a:extLst>
            </p:cNvPr>
            <p:cNvSpPr>
              <a:spLocks/>
            </p:cNvSpPr>
            <p:nvPr userDrawn="1"/>
          </p:nvSpPr>
          <p:spPr bwMode="auto">
            <a:xfrm>
              <a:off x="8407211" y="4099120"/>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9" name="Freeform 1606">
              <a:extLst>
                <a:ext uri="{FF2B5EF4-FFF2-40B4-BE49-F238E27FC236}">
                  <a16:creationId xmlns:a16="http://schemas.microsoft.com/office/drawing/2014/main" id="{FC22302E-7800-4D7D-B1AD-3642109F1E09}"/>
                </a:ext>
              </a:extLst>
            </p:cNvPr>
            <p:cNvSpPr>
              <a:spLocks noEditPoints="1"/>
            </p:cNvSpPr>
            <p:nvPr userDrawn="1"/>
          </p:nvSpPr>
          <p:spPr bwMode="auto">
            <a:xfrm>
              <a:off x="8395170" y="4121195"/>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6 w 13"/>
                <a:gd name="T29" fmla="*/ 1 h 13"/>
                <a:gd name="T30" fmla="*/ 4 w 13"/>
                <a:gd name="T31" fmla="*/ 0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6" y="1"/>
                    <a:pt x="6" y="1"/>
                  </a:cubicBezTo>
                  <a:cubicBezTo>
                    <a:pt x="5" y="1"/>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0" name="Freeform 1607">
              <a:extLst>
                <a:ext uri="{FF2B5EF4-FFF2-40B4-BE49-F238E27FC236}">
                  <a16:creationId xmlns:a16="http://schemas.microsoft.com/office/drawing/2014/main" id="{27937658-EE31-4B2E-8569-5BDA3E30694E}"/>
                </a:ext>
              </a:extLst>
            </p:cNvPr>
            <p:cNvSpPr>
              <a:spLocks/>
            </p:cNvSpPr>
            <p:nvPr userDrawn="1"/>
          </p:nvSpPr>
          <p:spPr bwMode="auto">
            <a:xfrm>
              <a:off x="8401190" y="4121195"/>
              <a:ext cx="6021" cy="2008"/>
            </a:xfrm>
            <a:custGeom>
              <a:avLst/>
              <a:gdLst>
                <a:gd name="T0" fmla="*/ 3 w 5"/>
                <a:gd name="T1" fmla="*/ 0 h 1"/>
                <a:gd name="T2" fmla="*/ 3 w 5"/>
                <a:gd name="T3" fmla="*/ 0 h 1"/>
                <a:gd name="T4" fmla="*/ 0 w 5"/>
                <a:gd name="T5" fmla="*/ 0 h 1"/>
                <a:gd name="T6" fmla="*/ 2 w 5"/>
                <a:gd name="T7" fmla="*/ 1 h 1"/>
                <a:gd name="T8" fmla="*/ 2 w 5"/>
                <a:gd name="T9" fmla="*/ 1 h 1"/>
                <a:gd name="T10" fmla="*/ 2 w 5"/>
                <a:gd name="T11" fmla="*/ 1 h 1"/>
                <a:gd name="T12" fmla="*/ 5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3" y="0"/>
                    <a:pt x="3" y="0"/>
                    <a:pt x="3" y="0"/>
                  </a:cubicBezTo>
                  <a:cubicBezTo>
                    <a:pt x="2" y="0"/>
                    <a:pt x="1" y="0"/>
                    <a:pt x="0" y="0"/>
                  </a:cubicBezTo>
                  <a:cubicBezTo>
                    <a:pt x="1" y="0"/>
                    <a:pt x="1" y="1"/>
                    <a:pt x="2" y="1"/>
                  </a:cubicBezTo>
                  <a:cubicBezTo>
                    <a:pt x="2"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1" name="Freeform 1608">
              <a:extLst>
                <a:ext uri="{FF2B5EF4-FFF2-40B4-BE49-F238E27FC236}">
                  <a16:creationId xmlns:a16="http://schemas.microsoft.com/office/drawing/2014/main" id="{9B395A3D-5B57-4F41-B78D-C940E1856349}"/>
                </a:ext>
              </a:extLst>
            </p:cNvPr>
            <p:cNvSpPr>
              <a:spLocks noEditPoints="1"/>
            </p:cNvSpPr>
            <p:nvPr userDrawn="1"/>
          </p:nvSpPr>
          <p:spPr bwMode="auto">
            <a:xfrm>
              <a:off x="7785068" y="4356005"/>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0" y="88"/>
                  </a:cubicBezTo>
                  <a:cubicBezTo>
                    <a:pt x="12" y="80"/>
                    <a:pt x="6" y="68"/>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2" name="Freeform 1609">
              <a:extLst>
                <a:ext uri="{FF2B5EF4-FFF2-40B4-BE49-F238E27FC236}">
                  <a16:creationId xmlns:a16="http://schemas.microsoft.com/office/drawing/2014/main" id="{E1D304B8-E7C9-4814-873A-CED62F5EBBA7}"/>
                </a:ext>
              </a:extLst>
            </p:cNvPr>
            <p:cNvSpPr>
              <a:spLocks noEditPoints="1"/>
            </p:cNvSpPr>
            <p:nvPr userDrawn="1"/>
          </p:nvSpPr>
          <p:spPr bwMode="auto">
            <a:xfrm>
              <a:off x="7877386" y="4516558"/>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4"/>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3" name="Freeform 1610">
              <a:extLst>
                <a:ext uri="{FF2B5EF4-FFF2-40B4-BE49-F238E27FC236}">
                  <a16:creationId xmlns:a16="http://schemas.microsoft.com/office/drawing/2014/main" id="{1DE94B45-F788-4122-AD5C-CAF168D7629A}"/>
                </a:ext>
              </a:extLst>
            </p:cNvPr>
            <p:cNvSpPr>
              <a:spLocks/>
            </p:cNvSpPr>
            <p:nvPr userDrawn="1"/>
          </p:nvSpPr>
          <p:spPr bwMode="auto">
            <a:xfrm>
              <a:off x="7891434" y="4552682"/>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4" name="Freeform 1611">
              <a:extLst>
                <a:ext uri="{FF2B5EF4-FFF2-40B4-BE49-F238E27FC236}">
                  <a16:creationId xmlns:a16="http://schemas.microsoft.com/office/drawing/2014/main" id="{19EB4A53-CC0E-4F71-88B2-F14443F55A14}"/>
                </a:ext>
              </a:extLst>
            </p:cNvPr>
            <p:cNvSpPr>
              <a:spLocks noEditPoints="1"/>
            </p:cNvSpPr>
            <p:nvPr userDrawn="1"/>
          </p:nvSpPr>
          <p:spPr bwMode="auto">
            <a:xfrm>
              <a:off x="7919531" y="4568738"/>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 name="Freeform 1613">
              <a:extLst>
                <a:ext uri="{FF2B5EF4-FFF2-40B4-BE49-F238E27FC236}">
                  <a16:creationId xmlns:a16="http://schemas.microsoft.com/office/drawing/2014/main" id="{148904FF-D368-45D5-B4D0-CD7D81A052E1}"/>
                </a:ext>
              </a:extLst>
            </p:cNvPr>
            <p:cNvSpPr>
              <a:spLocks noEditPoints="1"/>
            </p:cNvSpPr>
            <p:nvPr userDrawn="1"/>
          </p:nvSpPr>
          <p:spPr bwMode="auto">
            <a:xfrm>
              <a:off x="8003821" y="5782919"/>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 name="Freeform 1614">
              <a:extLst>
                <a:ext uri="{FF2B5EF4-FFF2-40B4-BE49-F238E27FC236}">
                  <a16:creationId xmlns:a16="http://schemas.microsoft.com/office/drawing/2014/main" id="{26142344-7154-4A4F-ABC3-9D9041C563C8}"/>
                </a:ext>
              </a:extLst>
            </p:cNvPr>
            <p:cNvSpPr>
              <a:spLocks noEditPoints="1"/>
            </p:cNvSpPr>
            <p:nvPr userDrawn="1"/>
          </p:nvSpPr>
          <p:spPr bwMode="auto">
            <a:xfrm>
              <a:off x="8106174" y="5963541"/>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 name="Freeform 1615">
              <a:extLst>
                <a:ext uri="{FF2B5EF4-FFF2-40B4-BE49-F238E27FC236}">
                  <a16:creationId xmlns:a16="http://schemas.microsoft.com/office/drawing/2014/main" id="{C1715E2D-B416-4033-9174-41B0172AE168}"/>
                </a:ext>
              </a:extLst>
            </p:cNvPr>
            <p:cNvSpPr>
              <a:spLocks/>
            </p:cNvSpPr>
            <p:nvPr userDrawn="1"/>
          </p:nvSpPr>
          <p:spPr bwMode="auto">
            <a:xfrm>
              <a:off x="8122230" y="6005686"/>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 name="Freeform 1616">
              <a:extLst>
                <a:ext uri="{FF2B5EF4-FFF2-40B4-BE49-F238E27FC236}">
                  <a16:creationId xmlns:a16="http://schemas.microsoft.com/office/drawing/2014/main" id="{EDD43DFC-DF83-407F-B50A-C36D423BF192}"/>
                </a:ext>
              </a:extLst>
            </p:cNvPr>
            <p:cNvSpPr>
              <a:spLocks noEditPoints="1"/>
            </p:cNvSpPr>
            <p:nvPr userDrawn="1"/>
          </p:nvSpPr>
          <p:spPr bwMode="auto">
            <a:xfrm>
              <a:off x="8154340" y="6021741"/>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 name="Freeform 1617">
              <a:extLst>
                <a:ext uri="{FF2B5EF4-FFF2-40B4-BE49-F238E27FC236}">
                  <a16:creationId xmlns:a16="http://schemas.microsoft.com/office/drawing/2014/main" id="{91BCDA7F-7298-4C60-8DD4-A23EA67B67D4}"/>
                </a:ext>
              </a:extLst>
            </p:cNvPr>
            <p:cNvSpPr>
              <a:spLocks noEditPoints="1"/>
            </p:cNvSpPr>
            <p:nvPr userDrawn="1"/>
          </p:nvSpPr>
          <p:spPr bwMode="auto">
            <a:xfrm>
              <a:off x="7961677" y="4978147"/>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40"/>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 name="Freeform 1618">
              <a:extLst>
                <a:ext uri="{FF2B5EF4-FFF2-40B4-BE49-F238E27FC236}">
                  <a16:creationId xmlns:a16="http://schemas.microsoft.com/office/drawing/2014/main" id="{9EB9BC69-97D8-44BD-AA9C-510F1B0E0A51}"/>
                </a:ext>
              </a:extLst>
            </p:cNvPr>
            <p:cNvSpPr>
              <a:spLocks/>
            </p:cNvSpPr>
            <p:nvPr userDrawn="1"/>
          </p:nvSpPr>
          <p:spPr bwMode="auto">
            <a:xfrm>
              <a:off x="8058008" y="5138700"/>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 name="Freeform 1619">
              <a:extLst>
                <a:ext uri="{FF2B5EF4-FFF2-40B4-BE49-F238E27FC236}">
                  <a16:creationId xmlns:a16="http://schemas.microsoft.com/office/drawing/2014/main" id="{451D4979-F28C-4043-8A27-E4DD6C9BD42C}"/>
                </a:ext>
              </a:extLst>
            </p:cNvPr>
            <p:cNvSpPr>
              <a:spLocks/>
            </p:cNvSpPr>
            <p:nvPr userDrawn="1"/>
          </p:nvSpPr>
          <p:spPr bwMode="auto">
            <a:xfrm>
              <a:off x="8070050" y="5174824"/>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 name="Freeform 1620">
              <a:extLst>
                <a:ext uri="{FF2B5EF4-FFF2-40B4-BE49-F238E27FC236}">
                  <a16:creationId xmlns:a16="http://schemas.microsoft.com/office/drawing/2014/main" id="{28DA7775-7862-496B-832C-5F935A6C0842}"/>
                </a:ext>
              </a:extLst>
            </p:cNvPr>
            <p:cNvSpPr>
              <a:spLocks noEditPoints="1"/>
            </p:cNvSpPr>
            <p:nvPr userDrawn="1"/>
          </p:nvSpPr>
          <p:spPr bwMode="auto">
            <a:xfrm>
              <a:off x="8098147" y="5190879"/>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 name="Freeform 1621">
              <a:extLst>
                <a:ext uri="{FF2B5EF4-FFF2-40B4-BE49-F238E27FC236}">
                  <a16:creationId xmlns:a16="http://schemas.microsoft.com/office/drawing/2014/main" id="{C559E091-7109-48EF-9A18-37260BE552B5}"/>
                </a:ext>
              </a:extLst>
            </p:cNvPr>
            <p:cNvSpPr>
              <a:spLocks noEditPoints="1"/>
            </p:cNvSpPr>
            <p:nvPr userDrawn="1"/>
          </p:nvSpPr>
          <p:spPr bwMode="auto">
            <a:xfrm>
              <a:off x="7560294" y="5194893"/>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 name="Freeform 1622">
              <a:extLst>
                <a:ext uri="{FF2B5EF4-FFF2-40B4-BE49-F238E27FC236}">
                  <a16:creationId xmlns:a16="http://schemas.microsoft.com/office/drawing/2014/main" id="{554A7DB6-16CC-482B-B708-F7FE9E5EB3C9}"/>
                </a:ext>
              </a:extLst>
            </p:cNvPr>
            <p:cNvSpPr>
              <a:spLocks noEditPoints="1"/>
            </p:cNvSpPr>
            <p:nvPr userDrawn="1"/>
          </p:nvSpPr>
          <p:spPr bwMode="auto">
            <a:xfrm>
              <a:off x="7726867" y="5335377"/>
              <a:ext cx="38132" cy="38132"/>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0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9"/>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 name="Freeform 1623">
              <a:extLst>
                <a:ext uri="{FF2B5EF4-FFF2-40B4-BE49-F238E27FC236}">
                  <a16:creationId xmlns:a16="http://schemas.microsoft.com/office/drawing/2014/main" id="{944C2ABB-DC79-4F23-B9B3-CD54BEB02C55}"/>
                </a:ext>
              </a:extLst>
            </p:cNvPr>
            <p:cNvSpPr>
              <a:spLocks noEditPoints="1"/>
            </p:cNvSpPr>
            <p:nvPr userDrawn="1"/>
          </p:nvSpPr>
          <p:spPr bwMode="auto">
            <a:xfrm>
              <a:off x="7760985" y="5361468"/>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0 w 20"/>
                <a:gd name="T43" fmla="*/ 20 h 20"/>
                <a:gd name="T44" fmla="*/ 16 w 20"/>
                <a:gd name="T45" fmla="*/ 18 h 20"/>
                <a:gd name="T46" fmla="*/ 20 w 20"/>
                <a:gd name="T47" fmla="*/ 10 h 20"/>
                <a:gd name="T48" fmla="*/ 18 w 20"/>
                <a:gd name="T49" fmla="*/ 4 h 20"/>
                <a:gd name="T50" fmla="*/ 18 w 20"/>
                <a:gd name="T51" fmla="*/ 4 h 20"/>
                <a:gd name="T52" fmla="*/ 10 w 20"/>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9"/>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 name="Freeform 1624">
              <a:extLst>
                <a:ext uri="{FF2B5EF4-FFF2-40B4-BE49-F238E27FC236}">
                  <a16:creationId xmlns:a16="http://schemas.microsoft.com/office/drawing/2014/main" id="{424DAA87-5A11-4E6E-A9C3-6E190ECCAD43}"/>
                </a:ext>
              </a:extLst>
            </p:cNvPr>
            <p:cNvSpPr>
              <a:spLocks noEditPoints="1"/>
            </p:cNvSpPr>
            <p:nvPr userDrawn="1"/>
          </p:nvSpPr>
          <p:spPr bwMode="auto">
            <a:xfrm>
              <a:off x="7793096" y="5359460"/>
              <a:ext cx="28097" cy="26090"/>
            </a:xfrm>
            <a:custGeom>
              <a:avLst/>
              <a:gdLst>
                <a:gd name="T0" fmla="*/ 11 w 18"/>
                <a:gd name="T1" fmla="*/ 7 h 17"/>
                <a:gd name="T2" fmla="*/ 14 w 18"/>
                <a:gd name="T3" fmla="*/ 5 h 17"/>
                <a:gd name="T4" fmla="*/ 11 w 18"/>
                <a:gd name="T5" fmla="*/ 7 h 17"/>
                <a:gd name="T6" fmla="*/ 12 w 18"/>
                <a:gd name="T7" fmla="*/ 8 h 17"/>
                <a:gd name="T8" fmla="*/ 11 w 18"/>
                <a:gd name="T9" fmla="*/ 10 h 17"/>
                <a:gd name="T10" fmla="*/ 9 w 18"/>
                <a:gd name="T11" fmla="*/ 11 h 17"/>
                <a:gd name="T12" fmla="*/ 7 w 18"/>
                <a:gd name="T13" fmla="*/ 10 h 17"/>
                <a:gd name="T14" fmla="*/ 7 w 18"/>
                <a:gd name="T15" fmla="*/ 10 h 17"/>
                <a:gd name="T16" fmla="*/ 6 w 18"/>
                <a:gd name="T17" fmla="*/ 8 h 17"/>
                <a:gd name="T18" fmla="*/ 7 w 18"/>
                <a:gd name="T19" fmla="*/ 6 h 17"/>
                <a:gd name="T20" fmla="*/ 9 w 18"/>
                <a:gd name="T21" fmla="*/ 6 h 17"/>
                <a:gd name="T22" fmla="*/ 11 w 18"/>
                <a:gd name="T23" fmla="*/ 7 h 17"/>
                <a:gd name="T24" fmla="*/ 9 w 18"/>
                <a:gd name="T25" fmla="*/ 0 h 17"/>
                <a:gd name="T26" fmla="*/ 9 w 18"/>
                <a:gd name="T27" fmla="*/ 0 h 17"/>
                <a:gd name="T28" fmla="*/ 4 w 18"/>
                <a:gd name="T29" fmla="*/ 1 h 17"/>
                <a:gd name="T30" fmla="*/ 0 w 18"/>
                <a:gd name="T31" fmla="*/ 8 h 17"/>
                <a:gd name="T32" fmla="*/ 2 w 18"/>
                <a:gd name="T33" fmla="*/ 13 h 17"/>
                <a:gd name="T34" fmla="*/ 2 w 18"/>
                <a:gd name="T35" fmla="*/ 13 h 17"/>
                <a:gd name="T36" fmla="*/ 9 w 18"/>
                <a:gd name="T37" fmla="*/ 17 h 17"/>
                <a:gd name="T38" fmla="*/ 9 w 18"/>
                <a:gd name="T39" fmla="*/ 17 h 17"/>
                <a:gd name="T40" fmla="*/ 14 w 18"/>
                <a:gd name="T41" fmla="*/ 15 h 17"/>
                <a:gd name="T42" fmla="*/ 18 w 18"/>
                <a:gd name="T43" fmla="*/ 8 h 17"/>
                <a:gd name="T44" fmla="*/ 16 w 18"/>
                <a:gd name="T45" fmla="*/ 3 h 17"/>
                <a:gd name="T46" fmla="*/ 16 w 18"/>
                <a:gd name="T47" fmla="*/ 3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1" y="7"/>
                  </a:moveTo>
                  <a:cubicBezTo>
                    <a:pt x="14" y="5"/>
                    <a:pt x="14" y="5"/>
                    <a:pt x="14" y="5"/>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cubicBezTo>
                    <a:pt x="6" y="9"/>
                    <a:pt x="6" y="9"/>
                    <a:pt x="6" y="8"/>
                  </a:cubicBezTo>
                  <a:cubicBezTo>
                    <a:pt x="6" y="7"/>
                    <a:pt x="7" y="7"/>
                    <a:pt x="7" y="6"/>
                  </a:cubicBezTo>
                  <a:cubicBezTo>
                    <a:pt x="8" y="6"/>
                    <a:pt x="8" y="6"/>
                    <a:pt x="9" y="6"/>
                  </a:cubicBezTo>
                  <a:cubicBezTo>
                    <a:pt x="10" y="6"/>
                    <a:pt x="11" y="6"/>
                    <a:pt x="11" y="7"/>
                  </a:cubicBezTo>
                  <a:moveTo>
                    <a:pt x="9" y="0"/>
                  </a:moveTo>
                  <a:cubicBezTo>
                    <a:pt x="9" y="0"/>
                    <a:pt x="9" y="0"/>
                    <a:pt x="9" y="0"/>
                  </a:cubicBezTo>
                  <a:cubicBezTo>
                    <a:pt x="7" y="0"/>
                    <a:pt x="5" y="0"/>
                    <a:pt x="4" y="1"/>
                  </a:cubicBezTo>
                  <a:cubicBezTo>
                    <a:pt x="1"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6" y="13"/>
                    <a:pt x="18" y="11"/>
                    <a:pt x="18" y="8"/>
                  </a:cubicBezTo>
                  <a:cubicBezTo>
                    <a:pt x="18" y="6"/>
                    <a:pt x="17" y="4"/>
                    <a:pt x="16" y="3"/>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 name="Freeform 1625">
              <a:extLst>
                <a:ext uri="{FF2B5EF4-FFF2-40B4-BE49-F238E27FC236}">
                  <a16:creationId xmlns:a16="http://schemas.microsoft.com/office/drawing/2014/main" id="{94DF89AD-2D4D-47C2-B6CB-E9F073E0CC80}"/>
                </a:ext>
              </a:extLst>
            </p:cNvPr>
            <p:cNvSpPr>
              <a:spLocks/>
            </p:cNvSpPr>
            <p:nvPr userDrawn="1"/>
          </p:nvSpPr>
          <p:spPr bwMode="auto">
            <a:xfrm>
              <a:off x="6233724"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3"/>
                    <a:pt x="50" y="193"/>
                    <a:pt x="50"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2"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 name="Freeform 1626">
              <a:extLst>
                <a:ext uri="{FF2B5EF4-FFF2-40B4-BE49-F238E27FC236}">
                  <a16:creationId xmlns:a16="http://schemas.microsoft.com/office/drawing/2014/main" id="{CAA6E94D-CAB8-47ED-8379-D7328D5449E7}"/>
                </a:ext>
              </a:extLst>
            </p:cNvPr>
            <p:cNvSpPr>
              <a:spLocks noEditPoints="1"/>
            </p:cNvSpPr>
            <p:nvPr userDrawn="1"/>
          </p:nvSpPr>
          <p:spPr bwMode="auto">
            <a:xfrm>
              <a:off x="6285904" y="5104583"/>
              <a:ext cx="26091" cy="20069"/>
            </a:xfrm>
            <a:custGeom>
              <a:avLst/>
              <a:gdLst>
                <a:gd name="T0" fmla="*/ 17 w 17"/>
                <a:gd name="T1" fmla="*/ 11 h 14"/>
                <a:gd name="T2" fmla="*/ 14 w 17"/>
                <a:gd name="T3" fmla="*/ 13 h 14"/>
                <a:gd name="T4" fmla="*/ 15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5"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 name="Freeform 1627">
              <a:extLst>
                <a:ext uri="{FF2B5EF4-FFF2-40B4-BE49-F238E27FC236}">
                  <a16:creationId xmlns:a16="http://schemas.microsoft.com/office/drawing/2014/main" id="{FEE48329-49E5-4A2E-A08A-46E1E2D0FBBB}"/>
                </a:ext>
              </a:extLst>
            </p:cNvPr>
            <p:cNvSpPr>
              <a:spLocks noEditPoints="1"/>
            </p:cNvSpPr>
            <p:nvPr userDrawn="1"/>
          </p:nvSpPr>
          <p:spPr bwMode="auto">
            <a:xfrm>
              <a:off x="6524727" y="5080500"/>
              <a:ext cx="62215" cy="62215"/>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9"/>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 name="Freeform 1628">
              <a:extLst>
                <a:ext uri="{FF2B5EF4-FFF2-40B4-BE49-F238E27FC236}">
                  <a16:creationId xmlns:a16="http://schemas.microsoft.com/office/drawing/2014/main" id="{69CF81AB-2B79-4C34-B858-52C3C5D89A6B}"/>
                </a:ext>
              </a:extLst>
            </p:cNvPr>
            <p:cNvSpPr>
              <a:spLocks noEditPoints="1"/>
            </p:cNvSpPr>
            <p:nvPr userDrawn="1"/>
          </p:nvSpPr>
          <p:spPr bwMode="auto">
            <a:xfrm>
              <a:off x="6584934" y="5128666"/>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8 w 31"/>
                <a:gd name="T15" fmla="*/ 6 h 30"/>
                <a:gd name="T16" fmla="*/ 26 w 31"/>
                <a:gd name="T17" fmla="*/ 7 h 30"/>
                <a:gd name="T18" fmla="*/ 23 w 31"/>
                <a:gd name="T19" fmla="*/ 9 h 30"/>
                <a:gd name="T20" fmla="*/ 25 w 31"/>
                <a:gd name="T21" fmla="*/ 15 h 30"/>
                <a:gd name="T22" fmla="*/ 21 w 31"/>
                <a:gd name="T23" fmla="*/ 22 h 30"/>
                <a:gd name="T24" fmla="*/ 16 w 31"/>
                <a:gd name="T25" fmla="*/ 24 h 30"/>
                <a:gd name="T26" fmla="*/ 16 w 31"/>
                <a:gd name="T27" fmla="*/ 0 h 30"/>
                <a:gd name="T28" fmla="*/ 16 w 31"/>
                <a:gd name="T29" fmla="*/ 0 h 30"/>
                <a:gd name="T30" fmla="*/ 7 w 31"/>
                <a:gd name="T31" fmla="*/ 3 h 30"/>
                <a:gd name="T32" fmla="*/ 0 w 31"/>
                <a:gd name="T33" fmla="*/ 15 h 30"/>
                <a:gd name="T34" fmla="*/ 4 w 31"/>
                <a:gd name="T35" fmla="*/ 24 h 30"/>
                <a:gd name="T36" fmla="*/ 16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6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9"/>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8" y="6"/>
                    <a:pt x="28" y="6"/>
                    <a:pt x="28" y="6"/>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 name="Freeform 1629">
              <a:extLst>
                <a:ext uri="{FF2B5EF4-FFF2-40B4-BE49-F238E27FC236}">
                  <a16:creationId xmlns:a16="http://schemas.microsoft.com/office/drawing/2014/main" id="{29974465-FFDE-4CBD-9BAC-4BE5FD541896}"/>
                </a:ext>
              </a:extLst>
            </p:cNvPr>
            <p:cNvSpPr>
              <a:spLocks noEditPoints="1"/>
            </p:cNvSpPr>
            <p:nvPr userDrawn="1"/>
          </p:nvSpPr>
          <p:spPr bwMode="auto">
            <a:xfrm>
              <a:off x="6645142" y="5124652"/>
              <a:ext cx="40138" cy="36124"/>
            </a:xfrm>
            <a:custGeom>
              <a:avLst/>
              <a:gdLst>
                <a:gd name="T0" fmla="*/ 13 w 26"/>
                <a:gd name="T1" fmla="*/ 19 h 25"/>
                <a:gd name="T2" fmla="*/ 8 w 26"/>
                <a:gd name="T3" fmla="*/ 17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5 w 26"/>
                <a:gd name="T25" fmla="*/ 2 h 25"/>
                <a:gd name="T26" fmla="*/ 0 w 26"/>
                <a:gd name="T27" fmla="*/ 12 h 25"/>
                <a:gd name="T28" fmla="*/ 3 w 26"/>
                <a:gd name="T29" fmla="*/ 20 h 25"/>
                <a:gd name="T30" fmla="*/ 13 w 26"/>
                <a:gd name="T31" fmla="*/ 25 h 25"/>
                <a:gd name="T32" fmla="*/ 13 w 26"/>
                <a:gd name="T33" fmla="*/ 25 h 25"/>
                <a:gd name="T34" fmla="*/ 21 w 26"/>
                <a:gd name="T35" fmla="*/ 23 h 25"/>
                <a:gd name="T36" fmla="*/ 26 w 26"/>
                <a:gd name="T37" fmla="*/ 12 h 25"/>
                <a:gd name="T38" fmla="*/ 24 w 26"/>
                <a:gd name="T39" fmla="*/ 5 h 25"/>
                <a:gd name="T40" fmla="*/ 21 w 26"/>
                <a:gd name="T41" fmla="*/ 6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7"/>
                  </a:cubicBezTo>
                  <a:cubicBezTo>
                    <a:pt x="7" y="15"/>
                    <a:pt x="6" y="14"/>
                    <a:pt x="6" y="12"/>
                  </a:cubicBezTo>
                  <a:cubicBezTo>
                    <a:pt x="6" y="10"/>
                    <a:pt x="7" y="8"/>
                    <a:pt x="9" y="7"/>
                  </a:cubicBezTo>
                  <a:cubicBezTo>
                    <a:pt x="10" y="6"/>
                    <a:pt x="12" y="6"/>
                    <a:pt x="13" y="6"/>
                  </a:cubicBezTo>
                  <a:cubicBezTo>
                    <a:pt x="15" y="6"/>
                    <a:pt x="18" y="7"/>
                    <a:pt x="19" y="8"/>
                  </a:cubicBezTo>
                  <a:cubicBezTo>
                    <a:pt x="19" y="8"/>
                    <a:pt x="19" y="8"/>
                    <a:pt x="19" y="8"/>
                  </a:cubicBezTo>
                  <a:cubicBezTo>
                    <a:pt x="20" y="10"/>
                    <a:pt x="20" y="11"/>
                    <a:pt x="20" y="12"/>
                  </a:cubicBezTo>
                  <a:cubicBezTo>
                    <a:pt x="20" y="14"/>
                    <a:pt x="19" y="17"/>
                    <a:pt x="18" y="18"/>
                  </a:cubicBezTo>
                  <a:cubicBezTo>
                    <a:pt x="16" y="19"/>
                    <a:pt x="15" y="19"/>
                    <a:pt x="13" y="19"/>
                  </a:cubicBezTo>
                  <a:moveTo>
                    <a:pt x="13" y="0"/>
                  </a:moveTo>
                  <a:cubicBezTo>
                    <a:pt x="13" y="0"/>
                    <a:pt x="13" y="0"/>
                    <a:pt x="13" y="0"/>
                  </a:cubicBezTo>
                  <a:cubicBezTo>
                    <a:pt x="11" y="0"/>
                    <a:pt x="8" y="0"/>
                    <a:pt x="5" y="2"/>
                  </a:cubicBezTo>
                  <a:cubicBezTo>
                    <a:pt x="2" y="5"/>
                    <a:pt x="0" y="9"/>
                    <a:pt x="0" y="12"/>
                  </a:cubicBezTo>
                  <a:cubicBezTo>
                    <a:pt x="0" y="15"/>
                    <a:pt x="1" y="18"/>
                    <a:pt x="3" y="20"/>
                  </a:cubicBezTo>
                  <a:cubicBezTo>
                    <a:pt x="5" y="24"/>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 name="Freeform 1630">
              <a:extLst>
                <a:ext uri="{FF2B5EF4-FFF2-40B4-BE49-F238E27FC236}">
                  <a16:creationId xmlns:a16="http://schemas.microsoft.com/office/drawing/2014/main" id="{977E8E75-BDA9-4EBD-9261-CCC4B53A0E1D}"/>
                </a:ext>
              </a:extLst>
            </p:cNvPr>
            <p:cNvSpPr>
              <a:spLocks noEditPoints="1"/>
            </p:cNvSpPr>
            <p:nvPr userDrawn="1"/>
          </p:nvSpPr>
          <p:spPr bwMode="auto">
            <a:xfrm>
              <a:off x="7443893" y="4514550"/>
              <a:ext cx="166574" cy="156539"/>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10 h 103"/>
                <a:gd name="T14" fmla="*/ 72 w 111"/>
                <a:gd name="T15" fmla="*/ 7 h 103"/>
                <a:gd name="T16" fmla="*/ 71 w 111"/>
                <a:gd name="T17" fmla="*/ 10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10"/>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 name="Freeform 1631">
              <a:extLst>
                <a:ext uri="{FF2B5EF4-FFF2-40B4-BE49-F238E27FC236}">
                  <a16:creationId xmlns:a16="http://schemas.microsoft.com/office/drawing/2014/main" id="{FDD4098F-BA31-4990-B1A9-E58C7E49262F}"/>
                </a:ext>
              </a:extLst>
            </p:cNvPr>
            <p:cNvSpPr>
              <a:spLocks noEditPoints="1"/>
            </p:cNvSpPr>
            <p:nvPr userDrawn="1"/>
          </p:nvSpPr>
          <p:spPr bwMode="auto">
            <a:xfrm>
              <a:off x="7423824" y="4516557"/>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 name="Freeform 1632">
              <a:extLst>
                <a:ext uri="{FF2B5EF4-FFF2-40B4-BE49-F238E27FC236}">
                  <a16:creationId xmlns:a16="http://schemas.microsoft.com/office/drawing/2014/main" id="{E27162E0-017F-4626-879C-93AB8434C66B}"/>
                </a:ext>
              </a:extLst>
            </p:cNvPr>
            <p:cNvSpPr>
              <a:spLocks noEditPoints="1"/>
            </p:cNvSpPr>
            <p:nvPr userDrawn="1"/>
          </p:nvSpPr>
          <p:spPr bwMode="auto">
            <a:xfrm>
              <a:off x="7399741" y="4502509"/>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3"/>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 name="Freeform 1633">
              <a:extLst>
                <a:ext uri="{FF2B5EF4-FFF2-40B4-BE49-F238E27FC236}">
                  <a16:creationId xmlns:a16="http://schemas.microsoft.com/office/drawing/2014/main" id="{4C291B4C-A80F-4892-8590-DC50FDA25EE7}"/>
                </a:ext>
              </a:extLst>
            </p:cNvPr>
            <p:cNvSpPr>
              <a:spLocks noEditPoints="1"/>
            </p:cNvSpPr>
            <p:nvPr userDrawn="1"/>
          </p:nvSpPr>
          <p:spPr bwMode="auto">
            <a:xfrm>
              <a:off x="7395727"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8 w 16"/>
                <a:gd name="T43" fmla="*/ 15 h 15"/>
                <a:gd name="T44" fmla="*/ 13 w 16"/>
                <a:gd name="T45" fmla="*/ 14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 name="Freeform 1634">
              <a:extLst>
                <a:ext uri="{FF2B5EF4-FFF2-40B4-BE49-F238E27FC236}">
                  <a16:creationId xmlns:a16="http://schemas.microsoft.com/office/drawing/2014/main" id="{3788B64C-71D4-4BCA-9438-0D9854446228}"/>
                </a:ext>
              </a:extLst>
            </p:cNvPr>
            <p:cNvSpPr>
              <a:spLocks noEditPoints="1"/>
            </p:cNvSpPr>
            <p:nvPr userDrawn="1"/>
          </p:nvSpPr>
          <p:spPr bwMode="auto">
            <a:xfrm>
              <a:off x="7345554" y="4259672"/>
              <a:ext cx="152525"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0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0" y="4"/>
                    <a:pt x="70" y="4"/>
                    <a:pt x="70"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 name="Freeform 1635">
              <a:extLst>
                <a:ext uri="{FF2B5EF4-FFF2-40B4-BE49-F238E27FC236}">
                  <a16:creationId xmlns:a16="http://schemas.microsoft.com/office/drawing/2014/main" id="{19F21FDD-D0AA-44EE-AE95-52CA3B86C1A3}"/>
                </a:ext>
              </a:extLst>
            </p:cNvPr>
            <p:cNvSpPr>
              <a:spLocks noEditPoints="1"/>
            </p:cNvSpPr>
            <p:nvPr userDrawn="1"/>
          </p:nvSpPr>
          <p:spPr bwMode="auto">
            <a:xfrm>
              <a:off x="7341540" y="4384100"/>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 name="Freeform 1636">
              <a:extLst>
                <a:ext uri="{FF2B5EF4-FFF2-40B4-BE49-F238E27FC236}">
                  <a16:creationId xmlns:a16="http://schemas.microsoft.com/office/drawing/2014/main" id="{13869D2F-E4F2-41D8-888B-441C0AB882C6}"/>
                </a:ext>
              </a:extLst>
            </p:cNvPr>
            <p:cNvSpPr>
              <a:spLocks noEditPoints="1"/>
            </p:cNvSpPr>
            <p:nvPr userDrawn="1"/>
          </p:nvSpPr>
          <p:spPr bwMode="auto">
            <a:xfrm>
              <a:off x="7323478" y="4410191"/>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 name="Freeform 1637">
              <a:extLst>
                <a:ext uri="{FF2B5EF4-FFF2-40B4-BE49-F238E27FC236}">
                  <a16:creationId xmlns:a16="http://schemas.microsoft.com/office/drawing/2014/main" id="{CCD7323E-F408-4AB8-A2B4-4FC9FB488D45}"/>
                </a:ext>
              </a:extLst>
            </p:cNvPr>
            <p:cNvSpPr>
              <a:spLocks noEditPoints="1"/>
            </p:cNvSpPr>
            <p:nvPr userDrawn="1"/>
          </p:nvSpPr>
          <p:spPr bwMode="auto">
            <a:xfrm>
              <a:off x="7299395" y="4412197"/>
              <a:ext cx="22077"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 name="Freeform 1638">
              <a:extLst>
                <a:ext uri="{FF2B5EF4-FFF2-40B4-BE49-F238E27FC236}">
                  <a16:creationId xmlns:a16="http://schemas.microsoft.com/office/drawing/2014/main" id="{DA25813B-1FB2-4113-8732-E164D7F0E3D1}"/>
                </a:ext>
              </a:extLst>
            </p:cNvPr>
            <p:cNvSpPr>
              <a:spLocks noEditPoints="1"/>
            </p:cNvSpPr>
            <p:nvPr userDrawn="1"/>
          </p:nvSpPr>
          <p:spPr bwMode="auto">
            <a:xfrm>
              <a:off x="5418917" y="3832200"/>
              <a:ext cx="152525" cy="148512"/>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9"/>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50" y="99"/>
                    <a:pt x="50"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 name="Freeform 1639">
              <a:extLst>
                <a:ext uri="{FF2B5EF4-FFF2-40B4-BE49-F238E27FC236}">
                  <a16:creationId xmlns:a16="http://schemas.microsoft.com/office/drawing/2014/main" id="{E40C9BE4-81C9-4BE9-9221-CA140E523B2F}"/>
                </a:ext>
              </a:extLst>
            </p:cNvPr>
            <p:cNvSpPr>
              <a:spLocks noEditPoints="1"/>
            </p:cNvSpPr>
            <p:nvPr userDrawn="1"/>
          </p:nvSpPr>
          <p:spPr bwMode="auto">
            <a:xfrm>
              <a:off x="5414903" y="3958635"/>
              <a:ext cx="32111" cy="32111"/>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21 w 22"/>
                <a:gd name="T33" fmla="*/ 16 h 22"/>
                <a:gd name="T34" fmla="*/ 22 w 22"/>
                <a:gd name="T35" fmla="*/ 11 h 22"/>
                <a:gd name="T36" fmla="*/ 16 w 22"/>
                <a:gd name="T37" fmla="*/ 1 h 22"/>
                <a:gd name="T38" fmla="*/ 11 w 22"/>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22">
                  <a:moveTo>
                    <a:pt x="7" y="9"/>
                  </a:moveTo>
                  <a:cubicBezTo>
                    <a:pt x="7" y="7"/>
                    <a:pt x="9" y="6"/>
                    <a:pt x="11" y="6"/>
                  </a:cubicBezTo>
                  <a:cubicBezTo>
                    <a:pt x="12" y="6"/>
                    <a:pt x="13" y="6"/>
                    <a:pt x="13" y="6"/>
                  </a:cubicBezTo>
                  <a:cubicBezTo>
                    <a:pt x="15" y="7"/>
                    <a:pt x="16" y="9"/>
                    <a:pt x="16" y="11"/>
                  </a:cubicBezTo>
                  <a:cubicBezTo>
                    <a:pt x="16" y="12"/>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5" y="22"/>
                    <a:pt x="19" y="20"/>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 name="Freeform 1640">
              <a:extLst>
                <a:ext uri="{FF2B5EF4-FFF2-40B4-BE49-F238E27FC236}">
                  <a16:creationId xmlns:a16="http://schemas.microsoft.com/office/drawing/2014/main" id="{9950BD3D-34BF-469A-8ECB-11BD028AB2F8}"/>
                </a:ext>
              </a:extLst>
            </p:cNvPr>
            <p:cNvSpPr>
              <a:spLocks noEditPoints="1"/>
            </p:cNvSpPr>
            <p:nvPr userDrawn="1"/>
          </p:nvSpPr>
          <p:spPr bwMode="auto">
            <a:xfrm>
              <a:off x="5396842" y="3984725"/>
              <a:ext cx="26091" cy="2408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1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2"/>
                    <a:pt x="1" y="5"/>
                  </a:cubicBezTo>
                  <a:cubicBezTo>
                    <a:pt x="1" y="5"/>
                    <a:pt x="1" y="5"/>
                    <a:pt x="1" y="5"/>
                  </a:cubicBezTo>
                  <a:cubicBezTo>
                    <a:pt x="0" y="6"/>
                    <a:pt x="0" y="7"/>
                    <a:pt x="0" y="8"/>
                  </a:cubicBezTo>
                  <a:cubicBezTo>
                    <a:pt x="0" y="12"/>
                    <a:pt x="1" y="15"/>
                    <a:pt x="5" y="16"/>
                  </a:cubicBezTo>
                  <a:cubicBezTo>
                    <a:pt x="6" y="17"/>
                    <a:pt x="7" y="17"/>
                    <a:pt x="8" y="17"/>
                  </a:cubicBezTo>
                  <a:cubicBezTo>
                    <a:pt x="8" y="17"/>
                    <a:pt x="8" y="17"/>
                    <a:pt x="8" y="17"/>
                  </a:cubicBezTo>
                  <a:cubicBezTo>
                    <a:pt x="8" y="17"/>
                    <a:pt x="8" y="17"/>
                    <a:pt x="8" y="17"/>
                  </a:cubicBezTo>
                  <a:cubicBezTo>
                    <a:pt x="12" y="17"/>
                    <a:pt x="15" y="15"/>
                    <a:pt x="16" y="12"/>
                  </a:cubicBezTo>
                  <a:cubicBezTo>
                    <a:pt x="17" y="11"/>
                    <a:pt x="17" y="10"/>
                    <a:pt x="17" y="8"/>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 name="Freeform 1641">
              <a:extLst>
                <a:ext uri="{FF2B5EF4-FFF2-40B4-BE49-F238E27FC236}">
                  <a16:creationId xmlns:a16="http://schemas.microsoft.com/office/drawing/2014/main" id="{994244B8-B2A7-4956-AD4B-24146744832D}"/>
                </a:ext>
              </a:extLst>
            </p:cNvPr>
            <p:cNvSpPr>
              <a:spLocks noEditPoints="1"/>
            </p:cNvSpPr>
            <p:nvPr userDrawn="1"/>
          </p:nvSpPr>
          <p:spPr bwMode="auto">
            <a:xfrm>
              <a:off x="5372759" y="3984725"/>
              <a:ext cx="24083" cy="24083"/>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8 w 16"/>
                <a:gd name="T35" fmla="*/ 16 h 16"/>
                <a:gd name="T36" fmla="*/ 8 w 16"/>
                <a:gd name="T37" fmla="*/ 16 h 16"/>
                <a:gd name="T38" fmla="*/ 15 w 16"/>
                <a:gd name="T39" fmla="*/ 11 h 16"/>
                <a:gd name="T40" fmla="*/ 16 w 16"/>
                <a:gd name="T41" fmla="*/ 8 h 16"/>
                <a:gd name="T42" fmla="*/ 11 w 16"/>
                <a:gd name="T43" fmla="*/ 1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7"/>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8" y="16"/>
                    <a:pt x="8" y="16"/>
                    <a:pt x="8" y="16"/>
                  </a:cubicBezTo>
                  <a:cubicBezTo>
                    <a:pt x="8" y="16"/>
                    <a:pt x="8" y="16"/>
                    <a:pt x="8" y="16"/>
                  </a:cubicBezTo>
                  <a:cubicBezTo>
                    <a:pt x="11" y="16"/>
                    <a:pt x="13" y="14"/>
                    <a:pt x="15" y="11"/>
                  </a:cubicBezTo>
                  <a:cubicBezTo>
                    <a:pt x="15" y="10"/>
                    <a:pt x="16" y="9"/>
                    <a:pt x="16" y="8"/>
                  </a:cubicBezTo>
                  <a:cubicBezTo>
                    <a:pt x="16" y="5"/>
                    <a:pt x="14" y="3"/>
                    <a:pt x="11" y="1"/>
                  </a:cubicBezTo>
                  <a:cubicBezTo>
                    <a:pt x="10" y="1"/>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 name="Freeform 1642">
              <a:extLst>
                <a:ext uri="{FF2B5EF4-FFF2-40B4-BE49-F238E27FC236}">
                  <a16:creationId xmlns:a16="http://schemas.microsoft.com/office/drawing/2014/main" id="{64B7B3DC-4F2B-4F0E-8180-ED6D5AF2E47E}"/>
                </a:ext>
              </a:extLst>
            </p:cNvPr>
            <p:cNvSpPr>
              <a:spLocks noEditPoints="1"/>
            </p:cNvSpPr>
            <p:nvPr userDrawn="1"/>
          </p:nvSpPr>
          <p:spPr bwMode="auto">
            <a:xfrm>
              <a:off x="7835240" y="5626380"/>
              <a:ext cx="150519"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9 h 99"/>
                <a:gd name="T34" fmla="*/ 50 w 101"/>
                <a:gd name="T35" fmla="*/ 99 h 99"/>
                <a:gd name="T36" fmla="*/ 95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3"/>
                    <a:pt x="50" y="93"/>
                  </a:cubicBezTo>
                  <a:cubicBezTo>
                    <a:pt x="43" y="93"/>
                    <a:pt x="37" y="91"/>
                    <a:pt x="30" y="88"/>
                  </a:cubicBezTo>
                  <a:cubicBezTo>
                    <a:pt x="15" y="80"/>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9"/>
                    <a:pt x="50" y="99"/>
                  </a:cubicBezTo>
                  <a:cubicBezTo>
                    <a:pt x="50" y="99"/>
                    <a:pt x="50" y="99"/>
                    <a:pt x="50" y="99"/>
                  </a:cubicBezTo>
                  <a:cubicBezTo>
                    <a:pt x="69" y="99"/>
                    <a:pt x="86"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 name="Freeform 1643">
              <a:extLst>
                <a:ext uri="{FF2B5EF4-FFF2-40B4-BE49-F238E27FC236}">
                  <a16:creationId xmlns:a16="http://schemas.microsoft.com/office/drawing/2014/main" id="{B3E7F861-C1F2-4F16-ADE6-338EAA85C03C}"/>
                </a:ext>
              </a:extLst>
            </p:cNvPr>
            <p:cNvSpPr>
              <a:spLocks noEditPoints="1"/>
            </p:cNvSpPr>
            <p:nvPr userDrawn="1"/>
          </p:nvSpPr>
          <p:spPr bwMode="auto">
            <a:xfrm>
              <a:off x="7829220" y="5752815"/>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4" y="8"/>
                    <a:pt x="4" y="8"/>
                    <a:pt x="4" y="8"/>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 name="Freeform 1644">
              <a:extLst>
                <a:ext uri="{FF2B5EF4-FFF2-40B4-BE49-F238E27FC236}">
                  <a16:creationId xmlns:a16="http://schemas.microsoft.com/office/drawing/2014/main" id="{F5781049-AA5E-4290-90F5-6376DA415663}"/>
                </a:ext>
              </a:extLst>
            </p:cNvPr>
            <p:cNvSpPr>
              <a:spLocks noEditPoints="1"/>
            </p:cNvSpPr>
            <p:nvPr userDrawn="1"/>
          </p:nvSpPr>
          <p:spPr bwMode="auto">
            <a:xfrm>
              <a:off x="7811158" y="5776898"/>
              <a:ext cx="28097" cy="26090"/>
            </a:xfrm>
            <a:custGeom>
              <a:avLst/>
              <a:gdLst>
                <a:gd name="T0" fmla="*/ 7 w 18"/>
                <a:gd name="T1" fmla="*/ 8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 name="T42" fmla="*/ 9 w 18"/>
                <a:gd name="T43" fmla="*/ 0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12" y="17"/>
                    <a:pt x="15" y="16"/>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 name="Freeform 1645">
              <a:extLst>
                <a:ext uri="{FF2B5EF4-FFF2-40B4-BE49-F238E27FC236}">
                  <a16:creationId xmlns:a16="http://schemas.microsoft.com/office/drawing/2014/main" id="{5B921CD5-813D-4A3B-9D86-BAC3AF7CAF79}"/>
                </a:ext>
              </a:extLst>
            </p:cNvPr>
            <p:cNvSpPr>
              <a:spLocks noEditPoints="1"/>
            </p:cNvSpPr>
            <p:nvPr userDrawn="1"/>
          </p:nvSpPr>
          <p:spPr bwMode="auto">
            <a:xfrm>
              <a:off x="7787075" y="5780912"/>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 name="Freeform 1646">
              <a:extLst>
                <a:ext uri="{FF2B5EF4-FFF2-40B4-BE49-F238E27FC236}">
                  <a16:creationId xmlns:a16="http://schemas.microsoft.com/office/drawing/2014/main" id="{3570FC01-D032-4208-A332-1C9CFE6F6705}"/>
                </a:ext>
              </a:extLst>
            </p:cNvPr>
            <p:cNvSpPr>
              <a:spLocks noEditPoints="1"/>
            </p:cNvSpPr>
            <p:nvPr userDrawn="1"/>
          </p:nvSpPr>
          <p:spPr bwMode="auto">
            <a:xfrm>
              <a:off x="7251229" y="5794961"/>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 name="Freeform 1647">
              <a:extLst>
                <a:ext uri="{FF2B5EF4-FFF2-40B4-BE49-F238E27FC236}">
                  <a16:creationId xmlns:a16="http://schemas.microsoft.com/office/drawing/2014/main" id="{D55EBC6C-C225-465E-99C3-507A94B99460}"/>
                </a:ext>
              </a:extLst>
            </p:cNvPr>
            <p:cNvSpPr>
              <a:spLocks noEditPoints="1"/>
            </p:cNvSpPr>
            <p:nvPr userDrawn="1"/>
          </p:nvSpPr>
          <p:spPr bwMode="auto">
            <a:xfrm>
              <a:off x="7245208" y="5921396"/>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1"/>
                    <a:pt x="6" y="10"/>
                    <a:pt x="7" y="9"/>
                  </a:cubicBezTo>
                  <a:cubicBezTo>
                    <a:pt x="4" y="8"/>
                    <a:pt x="4" y="8"/>
                    <a:pt x="4" y="8"/>
                  </a:cubicBezTo>
                  <a:cubicBezTo>
                    <a:pt x="7" y="9"/>
                    <a:pt x="7" y="9"/>
                    <a:pt x="7"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 name="Freeform 1648">
              <a:extLst>
                <a:ext uri="{FF2B5EF4-FFF2-40B4-BE49-F238E27FC236}">
                  <a16:creationId xmlns:a16="http://schemas.microsoft.com/office/drawing/2014/main" id="{35D2120C-62F6-4703-B27F-A4AE1C554C4A}"/>
                </a:ext>
              </a:extLst>
            </p:cNvPr>
            <p:cNvSpPr>
              <a:spLocks noEditPoints="1"/>
            </p:cNvSpPr>
            <p:nvPr userDrawn="1"/>
          </p:nvSpPr>
          <p:spPr bwMode="auto">
            <a:xfrm>
              <a:off x="7229153" y="5945479"/>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 name="T44" fmla="*/ 8 w 17"/>
                <a:gd name="T45" fmla="*/ 0 h 17"/>
                <a:gd name="T46" fmla="*/ 8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 name="Freeform 1649">
              <a:extLst>
                <a:ext uri="{FF2B5EF4-FFF2-40B4-BE49-F238E27FC236}">
                  <a16:creationId xmlns:a16="http://schemas.microsoft.com/office/drawing/2014/main" id="{DEB426DE-0DF7-4F6A-8C6B-E6B619E8B20A}"/>
                </a:ext>
              </a:extLst>
            </p:cNvPr>
            <p:cNvSpPr>
              <a:spLocks noEditPoints="1"/>
            </p:cNvSpPr>
            <p:nvPr userDrawn="1"/>
          </p:nvSpPr>
          <p:spPr bwMode="auto">
            <a:xfrm>
              <a:off x="7203064" y="5949492"/>
              <a:ext cx="24083" cy="22077"/>
            </a:xfrm>
            <a:custGeom>
              <a:avLst/>
              <a:gdLst>
                <a:gd name="T0" fmla="*/ 8 w 16"/>
                <a:gd name="T1" fmla="*/ 9 h 15"/>
                <a:gd name="T2" fmla="*/ 7 w 16"/>
                <a:gd name="T3" fmla="*/ 9 h 15"/>
                <a:gd name="T4" fmla="*/ 6 w 16"/>
                <a:gd name="T5" fmla="*/ 8 h 15"/>
                <a:gd name="T6" fmla="*/ 7 w 16"/>
                <a:gd name="T7" fmla="*/ 7 h 15"/>
                <a:gd name="T8" fmla="*/ 4 w 16"/>
                <a:gd name="T9" fmla="*/ 6 h 15"/>
                <a:gd name="T10" fmla="*/ 7 w 16"/>
                <a:gd name="T11" fmla="*/ 7 h 15"/>
                <a:gd name="T12" fmla="*/ 8 w 16"/>
                <a:gd name="T13" fmla="*/ 6 h 15"/>
                <a:gd name="T14" fmla="*/ 9 w 16"/>
                <a:gd name="T15" fmla="*/ 6 h 15"/>
                <a:gd name="T16" fmla="*/ 10 w 16"/>
                <a:gd name="T17" fmla="*/ 8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8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8" y="9"/>
                  </a:moveTo>
                  <a:cubicBezTo>
                    <a:pt x="7" y="9"/>
                    <a:pt x="7" y="9"/>
                    <a:pt x="7" y="9"/>
                  </a:cubicBezTo>
                  <a:cubicBezTo>
                    <a:pt x="7" y="9"/>
                    <a:pt x="6" y="8"/>
                    <a:pt x="6" y="8"/>
                  </a:cubicBezTo>
                  <a:cubicBezTo>
                    <a:pt x="7" y="7"/>
                    <a:pt x="7" y="7"/>
                    <a:pt x="7" y="7"/>
                  </a:cubicBezTo>
                  <a:cubicBezTo>
                    <a:pt x="4" y="6"/>
                    <a:pt x="4" y="6"/>
                    <a:pt x="4" y="6"/>
                  </a:cubicBezTo>
                  <a:cubicBezTo>
                    <a:pt x="7" y="7"/>
                    <a:pt x="7" y="7"/>
                    <a:pt x="7" y="7"/>
                  </a:cubicBezTo>
                  <a:cubicBezTo>
                    <a:pt x="7" y="6"/>
                    <a:pt x="7" y="6"/>
                    <a:pt x="8" y="6"/>
                  </a:cubicBezTo>
                  <a:cubicBezTo>
                    <a:pt x="9" y="6"/>
                    <a:pt x="9" y="6"/>
                    <a:pt x="9" y="6"/>
                  </a:cubicBezTo>
                  <a:cubicBezTo>
                    <a:pt x="9" y="6"/>
                    <a:pt x="10" y="7"/>
                    <a:pt x="10" y="8"/>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8"/>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 name="Freeform 1650">
              <a:extLst>
                <a:ext uri="{FF2B5EF4-FFF2-40B4-BE49-F238E27FC236}">
                  <a16:creationId xmlns:a16="http://schemas.microsoft.com/office/drawing/2014/main" id="{33405F5C-92C5-4A90-B7B9-667DB6EBFEBB}"/>
                </a:ext>
              </a:extLst>
            </p:cNvPr>
            <p:cNvSpPr>
              <a:spLocks noEditPoints="1"/>
            </p:cNvSpPr>
            <p:nvPr userDrawn="1"/>
          </p:nvSpPr>
          <p:spPr bwMode="auto">
            <a:xfrm>
              <a:off x="8292817"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 name="Freeform 1651">
              <a:extLst>
                <a:ext uri="{FF2B5EF4-FFF2-40B4-BE49-F238E27FC236}">
                  <a16:creationId xmlns:a16="http://schemas.microsoft.com/office/drawing/2014/main" id="{AD9FB7A2-624A-4218-96D4-EEE5183CF57B}"/>
                </a:ext>
              </a:extLst>
            </p:cNvPr>
            <p:cNvSpPr>
              <a:spLocks noEditPoints="1"/>
            </p:cNvSpPr>
            <p:nvPr userDrawn="1"/>
          </p:nvSpPr>
          <p:spPr bwMode="auto">
            <a:xfrm>
              <a:off x="8278769"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 name="Freeform 1652">
              <a:extLst>
                <a:ext uri="{FF2B5EF4-FFF2-40B4-BE49-F238E27FC236}">
                  <a16:creationId xmlns:a16="http://schemas.microsoft.com/office/drawing/2014/main" id="{23E8C529-CC94-427C-822B-C5C21E0B3128}"/>
                </a:ext>
              </a:extLst>
            </p:cNvPr>
            <p:cNvSpPr>
              <a:spLocks noEditPoints="1"/>
            </p:cNvSpPr>
            <p:nvPr userDrawn="1"/>
          </p:nvSpPr>
          <p:spPr bwMode="auto">
            <a:xfrm>
              <a:off x="8258700" y="5501952"/>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7 h 17"/>
                <a:gd name="T16" fmla="*/ 10 w 16"/>
                <a:gd name="T17" fmla="*/ 8 h 17"/>
                <a:gd name="T18" fmla="*/ 10 w 16"/>
                <a:gd name="T19" fmla="*/ 10 h 17"/>
                <a:gd name="T20" fmla="*/ 8 w 16"/>
                <a:gd name="T21" fmla="*/ 11 h 17"/>
                <a:gd name="T22" fmla="*/ 8 w 16"/>
                <a:gd name="T23" fmla="*/ 0 h 17"/>
                <a:gd name="T24" fmla="*/ 1 w 16"/>
                <a:gd name="T25" fmla="*/ 3 h 17"/>
                <a:gd name="T26" fmla="*/ 1 w 16"/>
                <a:gd name="T27" fmla="*/ 3 h 17"/>
                <a:gd name="T28" fmla="*/ 0 w 16"/>
                <a:gd name="T29" fmla="*/ 8 h 17"/>
                <a:gd name="T30" fmla="*/ 3 w 16"/>
                <a:gd name="T31" fmla="*/ 15 h 17"/>
                <a:gd name="T32" fmla="*/ 8 w 16"/>
                <a:gd name="T33" fmla="*/ 17 h 17"/>
                <a:gd name="T34" fmla="*/ 8 w 16"/>
                <a:gd name="T35" fmla="*/ 17 h 17"/>
                <a:gd name="T36" fmla="*/ 15 w 16"/>
                <a:gd name="T37" fmla="*/ 13 h 17"/>
                <a:gd name="T38" fmla="*/ 16 w 16"/>
                <a:gd name="T39" fmla="*/ 8 h 17"/>
                <a:gd name="T40" fmla="*/ 13 w 16"/>
                <a:gd name="T41" fmla="*/ 2 h 17"/>
                <a:gd name="T42" fmla="*/ 8 w 16"/>
                <a:gd name="T43" fmla="*/ 0 h 17"/>
                <a:gd name="T44" fmla="*/ 8 w 16"/>
                <a:gd name="T45" fmla="*/ 0 h 17"/>
                <a:gd name="T46" fmla="*/ 8 w 16"/>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7"/>
                  </a:cubicBezTo>
                  <a:cubicBezTo>
                    <a:pt x="10" y="7"/>
                    <a:pt x="10" y="8"/>
                    <a:pt x="10" y="8"/>
                  </a:cubicBezTo>
                  <a:cubicBezTo>
                    <a:pt x="10" y="9"/>
                    <a:pt x="10" y="9"/>
                    <a:pt x="10" y="10"/>
                  </a:cubicBezTo>
                  <a:cubicBezTo>
                    <a:pt x="9" y="10"/>
                    <a:pt x="9" y="11"/>
                    <a:pt x="8" y="11"/>
                  </a:cubicBezTo>
                  <a:moveTo>
                    <a:pt x="8" y="0"/>
                  </a:move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 name="Freeform 1653">
              <a:extLst>
                <a:ext uri="{FF2B5EF4-FFF2-40B4-BE49-F238E27FC236}">
                  <a16:creationId xmlns:a16="http://schemas.microsoft.com/office/drawing/2014/main" id="{81E1DB1E-166B-4483-8631-AD84F791A366}"/>
                </a:ext>
              </a:extLst>
            </p:cNvPr>
            <p:cNvSpPr>
              <a:spLocks noEditPoints="1"/>
            </p:cNvSpPr>
            <p:nvPr userDrawn="1"/>
          </p:nvSpPr>
          <p:spPr bwMode="auto">
            <a:xfrm>
              <a:off x="8234617" y="5499944"/>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3 h 14"/>
                <a:gd name="T26" fmla="*/ 2 w 15"/>
                <a:gd name="T27" fmla="*/ 3 h 14"/>
                <a:gd name="T28" fmla="*/ 0 w 15"/>
                <a:gd name="T29" fmla="*/ 7 h 14"/>
                <a:gd name="T30" fmla="*/ 3 w 15"/>
                <a:gd name="T31" fmla="*/ 13 h 14"/>
                <a:gd name="T32" fmla="*/ 8 w 15"/>
                <a:gd name="T33" fmla="*/ 14 h 14"/>
                <a:gd name="T34" fmla="*/ 8 w 15"/>
                <a:gd name="T35" fmla="*/ 14 h 14"/>
                <a:gd name="T36" fmla="*/ 14 w 15"/>
                <a:gd name="T37" fmla="*/ 11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3"/>
                  </a:cubicBezTo>
                  <a:cubicBezTo>
                    <a:pt x="2" y="3"/>
                    <a:pt x="2" y="3"/>
                    <a:pt x="2" y="3"/>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 name="Freeform 1654">
              <a:extLst>
                <a:ext uri="{FF2B5EF4-FFF2-40B4-BE49-F238E27FC236}">
                  <a16:creationId xmlns:a16="http://schemas.microsoft.com/office/drawing/2014/main" id="{2CBBE9BE-0B9F-4A53-BD31-EA0AD7D668B7}"/>
                </a:ext>
              </a:extLst>
            </p:cNvPr>
            <p:cNvSpPr>
              <a:spLocks noEditPoints="1"/>
            </p:cNvSpPr>
            <p:nvPr userDrawn="1"/>
          </p:nvSpPr>
          <p:spPr bwMode="auto">
            <a:xfrm>
              <a:off x="7130815"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73 w 240"/>
                <a:gd name="T11" fmla="*/ 8 h 203"/>
                <a:gd name="T12" fmla="*/ 190 w 240"/>
                <a:gd name="T13" fmla="*/ 9 h 203"/>
                <a:gd name="T14" fmla="*/ 201 w 240"/>
                <a:gd name="T15" fmla="*/ 17 h 203"/>
                <a:gd name="T16" fmla="*/ 198 w 240"/>
                <a:gd name="T17" fmla="*/ 48 h 203"/>
                <a:gd name="T18" fmla="*/ 208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3 w 240"/>
                <a:gd name="T33" fmla="*/ 155 h 203"/>
                <a:gd name="T34" fmla="*/ 125 w 240"/>
                <a:gd name="T35" fmla="*/ 141 h 203"/>
                <a:gd name="T36" fmla="*/ 127 w 240"/>
                <a:gd name="T37" fmla="*/ 152 h 203"/>
                <a:gd name="T38" fmla="*/ 78 w 240"/>
                <a:gd name="T39" fmla="*/ 171 h 203"/>
                <a:gd name="T40" fmla="*/ 58 w 240"/>
                <a:gd name="T41" fmla="*/ 164 h 203"/>
                <a:gd name="T42" fmla="*/ 58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0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8 h 203"/>
                <a:gd name="T112" fmla="*/ 195 w 240"/>
                <a:gd name="T113" fmla="*/ 5 h 203"/>
                <a:gd name="T114" fmla="*/ 173 w 240"/>
                <a:gd name="T115" fmla="*/ 2 h 203"/>
                <a:gd name="T116" fmla="*/ 122 w 240"/>
                <a:gd name="T117" fmla="*/ 5 h 203"/>
                <a:gd name="T118" fmla="*/ 119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10"/>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6"/>
                    <a:pt x="176"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4"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1" y="9"/>
                    <a:pt x="199" y="8"/>
                  </a:cubicBezTo>
                  <a:cubicBezTo>
                    <a:pt x="198" y="7"/>
                    <a:pt x="196" y="6"/>
                    <a:pt x="196" y="6"/>
                  </a:cubicBezTo>
                  <a:cubicBezTo>
                    <a:pt x="195" y="6"/>
                    <a:pt x="195" y="5"/>
                    <a:pt x="195" y="5"/>
                  </a:cubicBezTo>
                  <a:cubicBezTo>
                    <a:pt x="195" y="5"/>
                    <a:pt x="195" y="5"/>
                    <a:pt x="195" y="5"/>
                  </a:cubicBezTo>
                  <a:cubicBezTo>
                    <a:pt x="194" y="4"/>
                    <a:pt x="193" y="4"/>
                    <a:pt x="193" y="4"/>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 name="Freeform 1655">
              <a:extLst>
                <a:ext uri="{FF2B5EF4-FFF2-40B4-BE49-F238E27FC236}">
                  <a16:creationId xmlns:a16="http://schemas.microsoft.com/office/drawing/2014/main" id="{9300BE31-B322-4FF9-A41B-5A0916FEABD8}"/>
                </a:ext>
              </a:extLst>
            </p:cNvPr>
            <p:cNvSpPr>
              <a:spLocks/>
            </p:cNvSpPr>
            <p:nvPr userDrawn="1"/>
          </p:nvSpPr>
          <p:spPr bwMode="auto">
            <a:xfrm>
              <a:off x="7158911" y="4149292"/>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 name="Freeform 1656">
              <a:extLst>
                <a:ext uri="{FF2B5EF4-FFF2-40B4-BE49-F238E27FC236}">
                  <a16:creationId xmlns:a16="http://schemas.microsoft.com/office/drawing/2014/main" id="{6A4C0358-5B53-45F2-8052-6C9B0A7FF707}"/>
                </a:ext>
              </a:extLst>
            </p:cNvPr>
            <p:cNvSpPr>
              <a:spLocks/>
            </p:cNvSpPr>
            <p:nvPr userDrawn="1"/>
          </p:nvSpPr>
          <p:spPr bwMode="auto">
            <a:xfrm>
              <a:off x="7449913" y="4265693"/>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 name="Freeform 1657">
              <a:extLst>
                <a:ext uri="{FF2B5EF4-FFF2-40B4-BE49-F238E27FC236}">
                  <a16:creationId xmlns:a16="http://schemas.microsoft.com/office/drawing/2014/main" id="{06141DCB-8BD0-4DF5-B791-D590B4F93373}"/>
                </a:ext>
              </a:extLst>
            </p:cNvPr>
            <p:cNvSpPr>
              <a:spLocks noEditPoints="1"/>
            </p:cNvSpPr>
            <p:nvPr userDrawn="1"/>
          </p:nvSpPr>
          <p:spPr bwMode="auto">
            <a:xfrm>
              <a:off x="6767563" y="5780912"/>
              <a:ext cx="361244" cy="315086"/>
            </a:xfrm>
            <a:custGeom>
              <a:avLst/>
              <a:gdLst>
                <a:gd name="T0" fmla="*/ 210 w 240"/>
                <a:gd name="T1" fmla="*/ 191 h 209"/>
                <a:gd name="T2" fmla="*/ 105 w 240"/>
                <a:gd name="T3" fmla="*/ 6 h 209"/>
                <a:gd name="T4" fmla="*/ 113 w 240"/>
                <a:gd name="T5" fmla="*/ 7 h 209"/>
                <a:gd name="T6" fmla="*/ 119 w 240"/>
                <a:gd name="T7" fmla="*/ 12 h 209"/>
                <a:gd name="T8" fmla="*/ 125 w 240"/>
                <a:gd name="T9" fmla="*/ 9 h 209"/>
                <a:gd name="T10" fmla="*/ 186 w 240"/>
                <a:gd name="T11" fmla="*/ 8 h 209"/>
                <a:gd name="T12" fmla="*/ 191 w 240"/>
                <a:gd name="T13" fmla="*/ 10 h 209"/>
                <a:gd name="T14" fmla="*/ 203 w 240"/>
                <a:gd name="T15" fmla="*/ 24 h 209"/>
                <a:gd name="T16" fmla="*/ 199 w 240"/>
                <a:gd name="T17" fmla="*/ 54 h 209"/>
                <a:gd name="T18" fmla="*/ 214 w 240"/>
                <a:gd name="T19" fmla="*/ 59 h 209"/>
                <a:gd name="T20" fmla="*/ 225 w 240"/>
                <a:gd name="T21" fmla="*/ 60 h 209"/>
                <a:gd name="T22" fmla="*/ 231 w 240"/>
                <a:gd name="T23" fmla="*/ 91 h 209"/>
                <a:gd name="T24" fmla="*/ 197 w 240"/>
                <a:gd name="T25" fmla="*/ 119 h 209"/>
                <a:gd name="T26" fmla="*/ 182 w 240"/>
                <a:gd name="T27" fmla="*/ 124 h 209"/>
                <a:gd name="T28" fmla="*/ 176 w 240"/>
                <a:gd name="T29" fmla="*/ 147 h 209"/>
                <a:gd name="T30" fmla="*/ 158 w 240"/>
                <a:gd name="T31" fmla="*/ 154 h 209"/>
                <a:gd name="T32" fmla="*/ 140 w 240"/>
                <a:gd name="T33" fmla="*/ 147 h 209"/>
                <a:gd name="T34" fmla="*/ 127 w 240"/>
                <a:gd name="T35" fmla="*/ 147 h 209"/>
                <a:gd name="T36" fmla="*/ 120 w 240"/>
                <a:gd name="T37" fmla="*/ 158 h 209"/>
                <a:gd name="T38" fmla="*/ 77 w 240"/>
                <a:gd name="T39" fmla="*/ 170 h 209"/>
                <a:gd name="T40" fmla="*/ 56 w 240"/>
                <a:gd name="T41" fmla="*/ 157 h 209"/>
                <a:gd name="T42" fmla="*/ 55 w 240"/>
                <a:gd name="T43" fmla="*/ 130 h 209"/>
                <a:gd name="T44" fmla="*/ 16 w 240"/>
                <a:gd name="T45" fmla="*/ 119 h 209"/>
                <a:gd name="T46" fmla="*/ 18 w 240"/>
                <a:gd name="T47" fmla="*/ 85 h 209"/>
                <a:gd name="T48" fmla="*/ 27 w 240"/>
                <a:gd name="T49" fmla="*/ 77 h 209"/>
                <a:gd name="T50" fmla="*/ 22 w 240"/>
                <a:gd name="T51" fmla="*/ 54 h 209"/>
                <a:gd name="T52" fmla="*/ 40 w 240"/>
                <a:gd name="T53" fmla="*/ 10 h 209"/>
                <a:gd name="T54" fmla="*/ 67 w 240"/>
                <a:gd name="T55" fmla="*/ 21 h 209"/>
                <a:gd name="T56" fmla="*/ 81 w 240"/>
                <a:gd name="T57" fmla="*/ 9 h 209"/>
                <a:gd name="T58" fmla="*/ 105 w 240"/>
                <a:gd name="T59" fmla="*/ 6 h 209"/>
                <a:gd name="T60" fmla="*/ 76 w 240"/>
                <a:gd name="T61" fmla="*/ 4 h 209"/>
                <a:gd name="T62" fmla="*/ 74 w 240"/>
                <a:gd name="T63" fmla="*/ 11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4 w 240"/>
                <a:gd name="T97" fmla="*/ 123 h 209"/>
                <a:gd name="T98" fmla="*/ 203 w 240"/>
                <a:gd name="T99" fmla="*/ 119 h 209"/>
                <a:gd name="T100" fmla="*/ 236 w 240"/>
                <a:gd name="T101" fmla="*/ 94 h 209"/>
                <a:gd name="T102" fmla="*/ 232 w 240"/>
                <a:gd name="T103" fmla="*/ 58 h 209"/>
                <a:gd name="T104" fmla="*/ 214 w 240"/>
                <a:gd name="T105" fmla="*/ 53 h 209"/>
                <a:gd name="T106" fmla="*/ 204 w 240"/>
                <a:gd name="T107" fmla="*/ 51 h 209"/>
                <a:gd name="T108" fmla="*/ 209 w 240"/>
                <a:gd name="T109" fmla="*/ 24 h 209"/>
                <a:gd name="T110" fmla="*/ 195 w 240"/>
                <a:gd name="T111" fmla="*/ 5 h 209"/>
                <a:gd name="T112" fmla="*/ 192 w 240"/>
                <a:gd name="T113" fmla="*/ 3 h 209"/>
                <a:gd name="T114" fmla="*/ 124 w 240"/>
                <a:gd name="T115" fmla="*/ 3 h 209"/>
                <a:gd name="T116" fmla="*/ 121 w 240"/>
                <a:gd name="T117" fmla="*/ 4 h 209"/>
                <a:gd name="T118" fmla="*/ 119 w 240"/>
                <a:gd name="T119" fmla="*/ 6 h 209"/>
                <a:gd name="T120" fmla="*/ 111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0" y="191"/>
                  </a:moveTo>
                  <a:cubicBezTo>
                    <a:pt x="213" y="189"/>
                    <a:pt x="213" y="189"/>
                    <a:pt x="213" y="189"/>
                  </a:cubicBezTo>
                  <a:cubicBezTo>
                    <a:pt x="210" y="191"/>
                    <a:pt x="210" y="191"/>
                    <a:pt x="210" y="191"/>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5"/>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9"/>
                    <a:pt x="81" y="8"/>
                    <a:pt x="81" y="8"/>
                  </a:cubicBezTo>
                  <a:cubicBezTo>
                    <a:pt x="86" y="8"/>
                    <a:pt x="97" y="6"/>
                    <a:pt x="105" y="6"/>
                  </a:cubicBezTo>
                  <a:cubicBezTo>
                    <a:pt x="105" y="6"/>
                    <a:pt x="105" y="6"/>
                    <a:pt x="105" y="6"/>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7" y="176"/>
                  </a:cubicBezTo>
                  <a:cubicBezTo>
                    <a:pt x="89" y="176"/>
                    <a:pt x="103" y="173"/>
                    <a:pt x="114" y="168"/>
                  </a:cubicBezTo>
                  <a:cubicBezTo>
                    <a:pt x="119" y="166"/>
                    <a:pt x="124" y="163"/>
                    <a:pt x="128" y="160"/>
                  </a:cubicBezTo>
                  <a:cubicBezTo>
                    <a:pt x="129"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5"/>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6"/>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 name="Freeform 1658">
              <a:extLst>
                <a:ext uri="{FF2B5EF4-FFF2-40B4-BE49-F238E27FC236}">
                  <a16:creationId xmlns:a16="http://schemas.microsoft.com/office/drawing/2014/main" id="{62DDA3D0-4AA8-4110-A344-5A6D5EDE8BCF}"/>
                </a:ext>
              </a:extLst>
            </p:cNvPr>
            <p:cNvSpPr>
              <a:spLocks noEditPoints="1"/>
            </p:cNvSpPr>
            <p:nvPr userDrawn="1"/>
          </p:nvSpPr>
          <p:spPr bwMode="auto">
            <a:xfrm>
              <a:off x="7516142" y="4002787"/>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7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 name="Freeform 1659">
              <a:extLst>
                <a:ext uri="{FF2B5EF4-FFF2-40B4-BE49-F238E27FC236}">
                  <a16:creationId xmlns:a16="http://schemas.microsoft.com/office/drawing/2014/main" id="{CB8E4B0E-4912-4A88-A35F-B303EB95EB98}"/>
                </a:ext>
              </a:extLst>
            </p:cNvPr>
            <p:cNvSpPr>
              <a:spLocks noEditPoints="1"/>
            </p:cNvSpPr>
            <p:nvPr userDrawn="1"/>
          </p:nvSpPr>
          <p:spPr bwMode="auto">
            <a:xfrm>
              <a:off x="8756414" y="3966663"/>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7"/>
                    <a:pt x="1" y="67"/>
                    <a:pt x="1" y="68"/>
                  </a:cubicBezTo>
                  <a:cubicBezTo>
                    <a:pt x="0" y="69"/>
                    <a:pt x="0" y="71"/>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 name="Freeform 1660">
              <a:extLst>
                <a:ext uri="{FF2B5EF4-FFF2-40B4-BE49-F238E27FC236}">
                  <a16:creationId xmlns:a16="http://schemas.microsoft.com/office/drawing/2014/main" id="{284F9702-2080-46B8-884B-7B12D56A575A}"/>
                </a:ext>
              </a:extLst>
            </p:cNvPr>
            <p:cNvSpPr>
              <a:spLocks noEditPoints="1"/>
            </p:cNvSpPr>
            <p:nvPr userDrawn="1"/>
          </p:nvSpPr>
          <p:spPr bwMode="auto">
            <a:xfrm>
              <a:off x="8802573" y="4757386"/>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3"/>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9"/>
                  </a:cubicBezTo>
                  <a:cubicBezTo>
                    <a:pt x="271" y="217"/>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 name="Freeform 1661">
              <a:extLst>
                <a:ext uri="{FF2B5EF4-FFF2-40B4-BE49-F238E27FC236}">
                  <a16:creationId xmlns:a16="http://schemas.microsoft.com/office/drawing/2014/main" id="{503347A6-C055-4F2B-99A1-3A838B957B49}"/>
                </a:ext>
              </a:extLst>
            </p:cNvPr>
            <p:cNvSpPr>
              <a:spLocks noEditPoints="1"/>
            </p:cNvSpPr>
            <p:nvPr userDrawn="1"/>
          </p:nvSpPr>
          <p:spPr bwMode="auto">
            <a:xfrm>
              <a:off x="8802573"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 name="Freeform 1662">
              <a:extLst>
                <a:ext uri="{FF2B5EF4-FFF2-40B4-BE49-F238E27FC236}">
                  <a16:creationId xmlns:a16="http://schemas.microsoft.com/office/drawing/2014/main" id="{F6D0ECE6-9339-47C2-B19E-EA324306A992}"/>
                </a:ext>
              </a:extLst>
            </p:cNvPr>
            <p:cNvSpPr>
              <a:spLocks noEditPoints="1"/>
            </p:cNvSpPr>
            <p:nvPr userDrawn="1"/>
          </p:nvSpPr>
          <p:spPr bwMode="auto">
            <a:xfrm>
              <a:off x="7734895" y="4225555"/>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4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 name="Freeform 1663">
              <a:extLst>
                <a:ext uri="{FF2B5EF4-FFF2-40B4-BE49-F238E27FC236}">
                  <a16:creationId xmlns:a16="http://schemas.microsoft.com/office/drawing/2014/main" id="{2C2C4805-8B88-4849-90C8-3D53ED7B194B}"/>
                </a:ext>
              </a:extLst>
            </p:cNvPr>
            <p:cNvSpPr>
              <a:spLocks noEditPoints="1"/>
            </p:cNvSpPr>
            <p:nvPr userDrawn="1"/>
          </p:nvSpPr>
          <p:spPr bwMode="auto">
            <a:xfrm>
              <a:off x="6486595" y="4458357"/>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2"/>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8"/>
                    <a:pt x="59" y="6"/>
                  </a:cubicBezTo>
                  <a:moveTo>
                    <a:pt x="126" y="0"/>
                  </a:moveTo>
                  <a:cubicBezTo>
                    <a:pt x="59" y="0"/>
                    <a:pt x="59" y="0"/>
                    <a:pt x="59" y="0"/>
                  </a:cubicBezTo>
                  <a:cubicBezTo>
                    <a:pt x="58" y="0"/>
                    <a:pt x="58" y="0"/>
                    <a:pt x="58" y="0"/>
                  </a:cubicBezTo>
                  <a:cubicBezTo>
                    <a:pt x="47" y="2"/>
                    <a:pt x="41" y="8"/>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7"/>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 name="Freeform 1664">
              <a:extLst>
                <a:ext uri="{FF2B5EF4-FFF2-40B4-BE49-F238E27FC236}">
                  <a16:creationId xmlns:a16="http://schemas.microsoft.com/office/drawing/2014/main" id="{FCC84059-4814-4001-9608-8BB2D65E6B9E}"/>
                </a:ext>
              </a:extLst>
            </p:cNvPr>
            <p:cNvSpPr>
              <a:spLocks noEditPoints="1"/>
            </p:cNvSpPr>
            <p:nvPr userDrawn="1"/>
          </p:nvSpPr>
          <p:spPr bwMode="auto">
            <a:xfrm>
              <a:off x="8130257" y="5168804"/>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9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9"/>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 name="Freeform 1665">
              <a:extLst>
                <a:ext uri="{FF2B5EF4-FFF2-40B4-BE49-F238E27FC236}">
                  <a16:creationId xmlns:a16="http://schemas.microsoft.com/office/drawing/2014/main" id="{A0ADF177-44EB-4CDD-9D7D-E0009D6E3DFA}"/>
                </a:ext>
              </a:extLst>
            </p:cNvPr>
            <p:cNvSpPr>
              <a:spLocks noEditPoints="1"/>
            </p:cNvSpPr>
            <p:nvPr userDrawn="1"/>
          </p:nvSpPr>
          <p:spPr bwMode="auto">
            <a:xfrm>
              <a:off x="8479460" y="3910469"/>
              <a:ext cx="132456" cy="80277"/>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4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3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6"/>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4"/>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3"/>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 name="Freeform 1666">
              <a:extLst>
                <a:ext uri="{FF2B5EF4-FFF2-40B4-BE49-F238E27FC236}">
                  <a16:creationId xmlns:a16="http://schemas.microsoft.com/office/drawing/2014/main" id="{4B5FFC45-9B85-4B3D-8C08-BEF120C853C6}"/>
                </a:ext>
              </a:extLst>
            </p:cNvPr>
            <p:cNvSpPr>
              <a:spLocks noEditPoints="1"/>
            </p:cNvSpPr>
            <p:nvPr userDrawn="1"/>
          </p:nvSpPr>
          <p:spPr bwMode="auto">
            <a:xfrm>
              <a:off x="8208526" y="3952615"/>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 name="Freeform 1667">
              <a:extLst>
                <a:ext uri="{FF2B5EF4-FFF2-40B4-BE49-F238E27FC236}">
                  <a16:creationId xmlns:a16="http://schemas.microsoft.com/office/drawing/2014/main" id="{980E4243-CCAE-4FA1-913D-910D3EF2C657}"/>
                </a:ext>
              </a:extLst>
            </p:cNvPr>
            <p:cNvSpPr>
              <a:spLocks noEditPoints="1"/>
            </p:cNvSpPr>
            <p:nvPr userDrawn="1"/>
          </p:nvSpPr>
          <p:spPr bwMode="auto">
            <a:xfrm>
              <a:off x="6912061" y="4725276"/>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 name="Freeform 1668">
              <a:extLst>
                <a:ext uri="{FF2B5EF4-FFF2-40B4-BE49-F238E27FC236}">
                  <a16:creationId xmlns:a16="http://schemas.microsoft.com/office/drawing/2014/main" id="{123B8D6D-5265-4692-8853-74BB2786BEF3}"/>
                </a:ext>
              </a:extLst>
            </p:cNvPr>
            <p:cNvSpPr>
              <a:spLocks noEditPoints="1"/>
            </p:cNvSpPr>
            <p:nvPr userDrawn="1"/>
          </p:nvSpPr>
          <p:spPr bwMode="auto">
            <a:xfrm>
              <a:off x="7907489" y="4143271"/>
              <a:ext cx="642212" cy="192664"/>
            </a:xfrm>
            <a:custGeom>
              <a:avLst/>
              <a:gdLst>
                <a:gd name="T0" fmla="*/ 92 w 426"/>
                <a:gd name="T1" fmla="*/ 25 h 128"/>
                <a:gd name="T2" fmla="*/ 346 w 426"/>
                <a:gd name="T3" fmla="*/ 6 h 128"/>
                <a:gd name="T4" fmla="*/ 373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0 w 426"/>
                <a:gd name="T47" fmla="*/ 71 h 128"/>
                <a:gd name="T48" fmla="*/ 31 w 426"/>
                <a:gd name="T49" fmla="*/ 74 h 128"/>
                <a:gd name="T50" fmla="*/ 37 w 426"/>
                <a:gd name="T51" fmla="*/ 92 h 128"/>
                <a:gd name="T52" fmla="*/ 59 w 426"/>
                <a:gd name="T53" fmla="*/ 109 h 128"/>
                <a:gd name="T54" fmla="*/ 29 w 426"/>
                <a:gd name="T55" fmla="*/ 125 h 128"/>
                <a:gd name="T56" fmla="*/ 74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7"/>
                    <a:pt x="371" y="7"/>
                  </a:cubicBezTo>
                  <a:cubicBezTo>
                    <a:pt x="372" y="7"/>
                    <a:pt x="372" y="7"/>
                    <a:pt x="373" y="7"/>
                  </a:cubicBezTo>
                  <a:cubicBezTo>
                    <a:pt x="373" y="7"/>
                    <a:pt x="373" y="7"/>
                    <a:pt x="373" y="7"/>
                  </a:cubicBezTo>
                  <a:cubicBezTo>
                    <a:pt x="395"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7"/>
                  </a:cubicBezTo>
                  <a:cubicBezTo>
                    <a:pt x="369" y="107"/>
                    <a:pt x="368"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20"/>
                    <a:pt x="83" y="20"/>
                  </a:cubicBezTo>
                  <a:cubicBezTo>
                    <a:pt x="82" y="20"/>
                    <a:pt x="69" y="21"/>
                    <a:pt x="57" y="27"/>
                  </a:cubicBezTo>
                  <a:cubicBezTo>
                    <a:pt x="50" y="30"/>
                    <a:pt x="44" y="35"/>
                    <a:pt x="39" y="42"/>
                  </a:cubicBezTo>
                  <a:cubicBezTo>
                    <a:pt x="34" y="50"/>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 name="Freeform 1669">
              <a:extLst>
                <a:ext uri="{FF2B5EF4-FFF2-40B4-BE49-F238E27FC236}">
                  <a16:creationId xmlns:a16="http://schemas.microsoft.com/office/drawing/2014/main" id="{FCC6DCE9-69CD-43F2-8074-8CFA3230A837}"/>
                </a:ext>
              </a:extLst>
            </p:cNvPr>
            <p:cNvSpPr>
              <a:spLocks/>
            </p:cNvSpPr>
            <p:nvPr userDrawn="1"/>
          </p:nvSpPr>
          <p:spPr bwMode="auto">
            <a:xfrm>
              <a:off x="6498636" y="4239603"/>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3 w 426"/>
                <a:gd name="T73" fmla="*/ 7 h 127"/>
                <a:gd name="T74" fmla="*/ 391 w 426"/>
                <a:gd name="T75" fmla="*/ 5 h 127"/>
                <a:gd name="T76" fmla="*/ 376 w 426"/>
                <a:gd name="T77" fmla="*/ 2 h 127"/>
                <a:gd name="T78" fmla="*/ 374 w 426"/>
                <a:gd name="T79" fmla="*/ 1 h 127"/>
                <a:gd name="T80" fmla="*/ 346 w 426"/>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4"/>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 name="Freeform 1670">
              <a:extLst>
                <a:ext uri="{FF2B5EF4-FFF2-40B4-BE49-F238E27FC236}">
                  <a16:creationId xmlns:a16="http://schemas.microsoft.com/office/drawing/2014/main" id="{A47CB4C9-2050-4775-9CCF-FD09DDBC071A}"/>
                </a:ext>
              </a:extLst>
            </p:cNvPr>
            <p:cNvSpPr>
              <a:spLocks noEditPoints="1"/>
            </p:cNvSpPr>
            <p:nvPr userDrawn="1"/>
          </p:nvSpPr>
          <p:spPr bwMode="auto">
            <a:xfrm>
              <a:off x="7064586" y="4241610"/>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 name="Freeform 1671">
              <a:extLst>
                <a:ext uri="{FF2B5EF4-FFF2-40B4-BE49-F238E27FC236}">
                  <a16:creationId xmlns:a16="http://schemas.microsoft.com/office/drawing/2014/main" id="{001FD931-5E98-4228-8E2A-1AE29E475051}"/>
                </a:ext>
              </a:extLst>
            </p:cNvPr>
            <p:cNvSpPr>
              <a:spLocks noEditPoints="1"/>
            </p:cNvSpPr>
            <p:nvPr userDrawn="1"/>
          </p:nvSpPr>
          <p:spPr bwMode="auto">
            <a:xfrm>
              <a:off x="7052544" y="4817594"/>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6 h 128"/>
                <a:gd name="T64" fmla="*/ 84 w 426"/>
                <a:gd name="T65" fmla="*/ 26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09 w 426"/>
                <a:gd name="T77" fmla="*/ 21 h 128"/>
                <a:gd name="T78" fmla="*/ 410 w 426"/>
                <a:gd name="T79" fmla="*/ 15 h 128"/>
                <a:gd name="T80" fmla="*/ 374 w 426"/>
                <a:gd name="T81" fmla="*/ 1 h 128"/>
                <a:gd name="T82" fmla="*/ 374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8"/>
                  </a:moveTo>
                  <a:cubicBezTo>
                    <a:pt x="202" y="8"/>
                    <a:pt x="193" y="9"/>
                    <a:pt x="184" y="10"/>
                  </a:cubicBezTo>
                  <a:cubicBezTo>
                    <a:pt x="130" y="15"/>
                    <a:pt x="85" y="19"/>
                    <a:pt x="83" y="20"/>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2"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8" y="28"/>
                  </a:cubicBezTo>
                  <a:cubicBezTo>
                    <a:pt x="73" y="27"/>
                    <a:pt x="76" y="26"/>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6" y="25"/>
                    <a:pt x="92" y="25"/>
                  </a:cubicBezTo>
                  <a:cubicBezTo>
                    <a:pt x="111" y="23"/>
                    <a:pt x="165" y="17"/>
                    <a:pt x="221" y="13"/>
                  </a:cubicBezTo>
                  <a:cubicBezTo>
                    <a:pt x="211" y="8"/>
                    <a:pt x="211" y="8"/>
                    <a:pt x="211" y="8"/>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 name="Freeform 1672">
              <a:extLst>
                <a:ext uri="{FF2B5EF4-FFF2-40B4-BE49-F238E27FC236}">
                  <a16:creationId xmlns:a16="http://schemas.microsoft.com/office/drawing/2014/main" id="{D23AEA35-9D67-47DA-B932-647A09F12ED2}"/>
                </a:ext>
              </a:extLst>
            </p:cNvPr>
            <p:cNvSpPr>
              <a:spLocks noEditPoints="1"/>
            </p:cNvSpPr>
            <p:nvPr userDrawn="1"/>
          </p:nvSpPr>
          <p:spPr bwMode="auto">
            <a:xfrm>
              <a:off x="8627972"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1 h 276"/>
                <a:gd name="T58" fmla="*/ 79 w 80"/>
                <a:gd name="T59" fmla="*/ 242 h 276"/>
                <a:gd name="T60" fmla="*/ 80 w 80"/>
                <a:gd name="T61" fmla="*/ 216 h 276"/>
                <a:gd name="T62" fmla="*/ 67 w 80"/>
                <a:gd name="T63" fmla="*/ 46 h 276"/>
                <a:gd name="T64" fmla="*/ 37 w 80"/>
                <a:gd name="T65" fmla="*/ 28 h 276"/>
                <a:gd name="T66" fmla="*/ 36 w 80"/>
                <a:gd name="T67" fmla="*/ 28 h 276"/>
                <a:gd name="T68" fmla="*/ 36 w 80"/>
                <a:gd name="T69" fmla="*/ 28 h 276"/>
                <a:gd name="T70" fmla="*/ 15 w 80"/>
                <a:gd name="T71" fmla="*/ 40 h 276"/>
                <a:gd name="T72" fmla="*/ 0 w 80"/>
                <a:gd name="T73"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 name="Freeform 1673">
              <a:extLst>
                <a:ext uri="{FF2B5EF4-FFF2-40B4-BE49-F238E27FC236}">
                  <a16:creationId xmlns:a16="http://schemas.microsoft.com/office/drawing/2014/main" id="{85EB2774-E601-4F38-83A1-E975209D059A}"/>
                </a:ext>
              </a:extLst>
            </p:cNvPr>
            <p:cNvSpPr>
              <a:spLocks noEditPoints="1"/>
            </p:cNvSpPr>
            <p:nvPr userDrawn="1"/>
          </p:nvSpPr>
          <p:spPr bwMode="auto">
            <a:xfrm>
              <a:off x="8644027" y="3822165"/>
              <a:ext cx="94326" cy="331141"/>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56 w 63"/>
                <a:gd name="T17" fmla="*/ 193 h 220"/>
                <a:gd name="T18" fmla="*/ 39 w 63"/>
                <a:gd name="T19" fmla="*/ 214 h 220"/>
                <a:gd name="T20" fmla="*/ 38 w 63"/>
                <a:gd name="T21" fmla="*/ 214 h 220"/>
                <a:gd name="T22" fmla="*/ 38 w 63"/>
                <a:gd name="T23" fmla="*/ 214 h 220"/>
                <a:gd name="T24" fmla="*/ 12 w 63"/>
                <a:gd name="T25" fmla="*/ 197 h 220"/>
                <a:gd name="T26" fmla="*/ 10 w 63"/>
                <a:gd name="T27" fmla="*/ 190 h 220"/>
                <a:gd name="T28" fmla="*/ 10 w 63"/>
                <a:gd name="T29" fmla="*/ 190 h 220"/>
                <a:gd name="T30" fmla="*/ 10 w 63"/>
                <a:gd name="T31" fmla="*/ 63 h 220"/>
                <a:gd name="T32" fmla="*/ 10 w 63"/>
                <a:gd name="T33" fmla="*/ 54 h 220"/>
                <a:gd name="T34" fmla="*/ 14 w 63"/>
                <a:gd name="T35" fmla="*/ 48 h 220"/>
                <a:gd name="T36" fmla="*/ 24 w 63"/>
                <a:gd name="T37" fmla="*/ 34 h 220"/>
                <a:gd name="T38" fmla="*/ 29 w 63"/>
                <a:gd name="T39" fmla="*/ 33 h 220"/>
                <a:gd name="T40" fmla="*/ 0 w 63"/>
                <a:gd name="T41" fmla="*/ 0 h 220"/>
                <a:gd name="T42" fmla="*/ 3 w 63"/>
                <a:gd name="T43" fmla="*/ 43 h 220"/>
                <a:gd name="T44" fmla="*/ 4 w 63"/>
                <a:gd name="T45" fmla="*/ 62 h 220"/>
                <a:gd name="T46" fmla="*/ 4 w 63"/>
                <a:gd name="T47" fmla="*/ 62 h 220"/>
                <a:gd name="T48" fmla="*/ 4 w 63"/>
                <a:gd name="T49" fmla="*/ 190 h 220"/>
                <a:gd name="T50" fmla="*/ 19 w 63"/>
                <a:gd name="T51" fmla="*/ 215 h 220"/>
                <a:gd name="T52" fmla="*/ 39 w 63"/>
                <a:gd name="T53" fmla="*/ 220 h 220"/>
                <a:gd name="T54" fmla="*/ 62 w 63"/>
                <a:gd name="T55" fmla="*/ 194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3"/>
                  </a:cubicBezTo>
                  <a:cubicBezTo>
                    <a:pt x="56" y="193"/>
                    <a:pt x="56" y="193"/>
                    <a:pt x="56" y="193"/>
                  </a:cubicBezTo>
                  <a:cubicBezTo>
                    <a:pt x="56" y="193"/>
                    <a:pt x="56" y="193"/>
                    <a:pt x="56" y="193"/>
                  </a:cubicBezTo>
                  <a:cubicBezTo>
                    <a:pt x="56" y="193"/>
                    <a:pt x="56" y="193"/>
                    <a:pt x="56" y="193"/>
                  </a:cubicBezTo>
                  <a:cubicBezTo>
                    <a:pt x="55" y="204"/>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4"/>
                    <a:pt x="62" y="194"/>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 name="Freeform 1674">
              <a:extLst>
                <a:ext uri="{FF2B5EF4-FFF2-40B4-BE49-F238E27FC236}">
                  <a16:creationId xmlns:a16="http://schemas.microsoft.com/office/drawing/2014/main" id="{8DB959D8-D366-476B-B416-BEB768F4B840}"/>
                </a:ext>
              </a:extLst>
            </p:cNvPr>
            <p:cNvSpPr>
              <a:spLocks noEditPoints="1"/>
            </p:cNvSpPr>
            <p:nvPr userDrawn="1"/>
          </p:nvSpPr>
          <p:spPr bwMode="auto">
            <a:xfrm>
              <a:off x="8684165" y="4237596"/>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1 h 275"/>
                <a:gd name="T62" fmla="*/ 80 w 80"/>
                <a:gd name="T63" fmla="*/ 220 h 275"/>
                <a:gd name="T64" fmla="*/ 72 w 80"/>
                <a:gd name="T65" fmla="*/ 62 h 275"/>
                <a:gd name="T66" fmla="*/ 57 w 80"/>
                <a:gd name="T67" fmla="*/ 34 h 275"/>
                <a:gd name="T68" fmla="*/ 37 w 80"/>
                <a:gd name="T69" fmla="*/ 28 h 275"/>
                <a:gd name="T70" fmla="*/ 36 w 80"/>
                <a:gd name="T71" fmla="*/ 28 h 275"/>
                <a:gd name="T72" fmla="*/ 24 w 80"/>
                <a:gd name="T73" fmla="*/ 32 h 275"/>
                <a:gd name="T74" fmla="*/ 13 w 80"/>
                <a:gd name="T75"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5">
                  <a:moveTo>
                    <a:pt x="36" y="34"/>
                  </a:moveTo>
                  <a:cubicBezTo>
                    <a:pt x="37" y="34"/>
                    <a:pt x="37" y="34"/>
                    <a:pt x="37" y="34"/>
                  </a:cubicBezTo>
                  <a:cubicBezTo>
                    <a:pt x="44" y="34"/>
                    <a:pt x="50" y="36"/>
                    <a:pt x="54" y="39"/>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3"/>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5"/>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2" y="62"/>
                  </a:cubicBezTo>
                  <a:cubicBezTo>
                    <a:pt x="72" y="61"/>
                    <a:pt x="71" y="54"/>
                    <a:pt x="67" y="46"/>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 name="Freeform 1675">
              <a:extLst>
                <a:ext uri="{FF2B5EF4-FFF2-40B4-BE49-F238E27FC236}">
                  <a16:creationId xmlns:a16="http://schemas.microsoft.com/office/drawing/2014/main" id="{F4CF9F08-22D1-4304-81CE-CA059D1793FF}"/>
                </a:ext>
              </a:extLst>
            </p:cNvPr>
            <p:cNvSpPr>
              <a:spLocks noEditPoints="1"/>
            </p:cNvSpPr>
            <p:nvPr userDrawn="1"/>
          </p:nvSpPr>
          <p:spPr bwMode="auto">
            <a:xfrm>
              <a:off x="7955655" y="5572193"/>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 name="Freeform 1676">
              <a:extLst>
                <a:ext uri="{FF2B5EF4-FFF2-40B4-BE49-F238E27FC236}">
                  <a16:creationId xmlns:a16="http://schemas.microsoft.com/office/drawing/2014/main" id="{C9F04F5C-AC23-466C-9198-7A184BBB70EB}"/>
                </a:ext>
              </a:extLst>
            </p:cNvPr>
            <p:cNvSpPr>
              <a:spLocks/>
            </p:cNvSpPr>
            <p:nvPr userDrawn="1"/>
          </p:nvSpPr>
          <p:spPr bwMode="auto">
            <a:xfrm>
              <a:off x="8563750" y="5708663"/>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 name="Freeform 1677">
              <a:extLst>
                <a:ext uri="{FF2B5EF4-FFF2-40B4-BE49-F238E27FC236}">
                  <a16:creationId xmlns:a16="http://schemas.microsoft.com/office/drawing/2014/main" id="{EC87ACBB-2DA2-4149-BE9F-6BAF033F603C}"/>
                </a:ext>
              </a:extLst>
            </p:cNvPr>
            <p:cNvSpPr>
              <a:spLocks noEditPoints="1"/>
            </p:cNvSpPr>
            <p:nvPr userDrawn="1"/>
          </p:nvSpPr>
          <p:spPr bwMode="auto">
            <a:xfrm>
              <a:off x="8501536" y="4303824"/>
              <a:ext cx="148512" cy="471625"/>
            </a:xfrm>
            <a:custGeom>
              <a:avLst/>
              <a:gdLst>
                <a:gd name="T0" fmla="*/ 19 w 99"/>
                <a:gd name="T1" fmla="*/ 247 h 313"/>
                <a:gd name="T2" fmla="*/ 19 w 99"/>
                <a:gd name="T3" fmla="*/ 247 h 313"/>
                <a:gd name="T4" fmla="*/ 91 w 99"/>
                <a:gd name="T5" fmla="*/ 233 h 313"/>
                <a:gd name="T6" fmla="*/ 91 w 99"/>
                <a:gd name="T7" fmla="*/ 233 h 313"/>
                <a:gd name="T8" fmla="*/ 91 w 99"/>
                <a:gd name="T9" fmla="*/ 233 h 313"/>
                <a:gd name="T10" fmla="*/ 91 w 99"/>
                <a:gd name="T11" fmla="*/ 233 h 313"/>
                <a:gd name="T12" fmla="*/ 91 w 99"/>
                <a:gd name="T13" fmla="*/ 233 h 313"/>
                <a:gd name="T14" fmla="*/ 90 w 99"/>
                <a:gd name="T15" fmla="*/ 233 h 313"/>
                <a:gd name="T16" fmla="*/ 22 w 99"/>
                <a:gd name="T17" fmla="*/ 246 h 313"/>
                <a:gd name="T18" fmla="*/ 13 w 99"/>
                <a:gd name="T19" fmla="*/ 157 h 313"/>
                <a:gd name="T20" fmla="*/ 7 w 99"/>
                <a:gd name="T21" fmla="*/ 41 h 313"/>
                <a:gd name="T22" fmla="*/ 21 w 99"/>
                <a:gd name="T23" fmla="*/ 11 h 313"/>
                <a:gd name="T24" fmla="*/ 34 w 99"/>
                <a:gd name="T25" fmla="*/ 6 h 313"/>
                <a:gd name="T26" fmla="*/ 35 w 99"/>
                <a:gd name="T27" fmla="*/ 6 h 313"/>
                <a:gd name="T28" fmla="*/ 35 w 99"/>
                <a:gd name="T29" fmla="*/ 6 h 313"/>
                <a:gd name="T30" fmla="*/ 60 w 99"/>
                <a:gd name="T31" fmla="*/ 12 h 313"/>
                <a:gd name="T32" fmla="*/ 79 w 99"/>
                <a:gd name="T33" fmla="*/ 39 h 313"/>
                <a:gd name="T34" fmla="*/ 79 w 99"/>
                <a:gd name="T35" fmla="*/ 42 h 313"/>
                <a:gd name="T36" fmla="*/ 85 w 99"/>
                <a:gd name="T37" fmla="*/ 233 h 313"/>
                <a:gd name="T38" fmla="*/ 86 w 99"/>
                <a:gd name="T39" fmla="*/ 244 h 313"/>
                <a:gd name="T40" fmla="*/ 80 w 99"/>
                <a:gd name="T41" fmla="*/ 237 h 313"/>
                <a:gd name="T42" fmla="*/ 76 w 99"/>
                <a:gd name="T43" fmla="*/ 268 h 313"/>
                <a:gd name="T44" fmla="*/ 59 w 99"/>
                <a:gd name="T45" fmla="*/ 279 h 313"/>
                <a:gd name="T46" fmla="*/ 57 w 99"/>
                <a:gd name="T47" fmla="*/ 279 h 313"/>
                <a:gd name="T48" fmla="*/ 55 w 99"/>
                <a:gd name="T49" fmla="*/ 279 h 313"/>
                <a:gd name="T50" fmla="*/ 24 w 99"/>
                <a:gd name="T51" fmla="*/ 257 h 313"/>
                <a:gd name="T52" fmla="*/ 22 w 99"/>
                <a:gd name="T53" fmla="*/ 247 h 313"/>
                <a:gd name="T54" fmla="*/ 22 w 99"/>
                <a:gd name="T55" fmla="*/ 247 h 313"/>
                <a:gd name="T56" fmla="*/ 22 w 99"/>
                <a:gd name="T57" fmla="*/ 246 h 313"/>
                <a:gd name="T58" fmla="*/ 17 w 99"/>
                <a:gd name="T59" fmla="*/ 6 h 313"/>
                <a:gd name="T60" fmla="*/ 1 w 99"/>
                <a:gd name="T61" fmla="*/ 40 h 313"/>
                <a:gd name="T62" fmla="*/ 8 w 99"/>
                <a:gd name="T63" fmla="*/ 173 h 313"/>
                <a:gd name="T64" fmla="*/ 21 w 99"/>
                <a:gd name="T65" fmla="*/ 266 h 313"/>
                <a:gd name="T66" fmla="*/ 55 w 99"/>
                <a:gd name="T67" fmla="*/ 285 h 313"/>
                <a:gd name="T68" fmla="*/ 58 w 99"/>
                <a:gd name="T69" fmla="*/ 285 h 313"/>
                <a:gd name="T70" fmla="*/ 58 w 99"/>
                <a:gd name="T71" fmla="*/ 285 h 313"/>
                <a:gd name="T72" fmla="*/ 81 w 99"/>
                <a:gd name="T73" fmla="*/ 271 h 313"/>
                <a:gd name="T74" fmla="*/ 99 w 99"/>
                <a:gd name="T75" fmla="*/ 313 h 313"/>
                <a:gd name="T76" fmla="*/ 95 w 99"/>
                <a:gd name="T77" fmla="*/ 278 h 313"/>
                <a:gd name="T78" fmla="*/ 92 w 99"/>
                <a:gd name="T79" fmla="*/ 240 h 313"/>
                <a:gd name="T80" fmla="*/ 91 w 99"/>
                <a:gd name="T81" fmla="*/ 233 h 313"/>
                <a:gd name="T82" fmla="*/ 85 w 99"/>
                <a:gd name="T83" fmla="*/ 42 h 313"/>
                <a:gd name="T84" fmla="*/ 78 w 99"/>
                <a:gd name="T85" fmla="*/ 21 h 313"/>
                <a:gd name="T86" fmla="*/ 35 w 99"/>
                <a:gd name="T8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1" y="233"/>
                  </a:moveTo>
                  <a:cubicBezTo>
                    <a:pt x="91" y="233"/>
                    <a:pt x="91" y="233"/>
                    <a:pt x="91" y="233"/>
                  </a:cubicBezTo>
                  <a:moveTo>
                    <a:pt x="91" y="233"/>
                  </a:moveTo>
                  <a:cubicBezTo>
                    <a:pt x="91" y="233"/>
                    <a:pt x="91" y="233"/>
                    <a:pt x="91" y="233"/>
                  </a:cubicBezTo>
                  <a:moveTo>
                    <a:pt x="91" y="233"/>
                  </a:moveTo>
                  <a:cubicBezTo>
                    <a:pt x="91" y="233"/>
                    <a:pt x="91" y="233"/>
                    <a:pt x="91" y="233"/>
                  </a:cubicBezTo>
                  <a:cubicBezTo>
                    <a:pt x="91" y="233"/>
                    <a:pt x="91" y="233"/>
                    <a:pt x="91" y="233"/>
                  </a:cubicBezTo>
                  <a:moveTo>
                    <a:pt x="91" y="233"/>
                  </a:moveTo>
                  <a:cubicBezTo>
                    <a:pt x="91" y="233"/>
                    <a:pt x="91" y="233"/>
                    <a:pt x="91" y="233"/>
                  </a:cubicBezTo>
                  <a:cubicBezTo>
                    <a:pt x="91" y="233"/>
                    <a:pt x="91" y="233"/>
                    <a:pt x="91" y="233"/>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 name="Freeform 1678">
              <a:extLst>
                <a:ext uri="{FF2B5EF4-FFF2-40B4-BE49-F238E27FC236}">
                  <a16:creationId xmlns:a16="http://schemas.microsoft.com/office/drawing/2014/main" id="{F6DF1225-5340-4C5B-A4F0-B77848B199C9}"/>
                </a:ext>
              </a:extLst>
            </p:cNvPr>
            <p:cNvSpPr>
              <a:spLocks noEditPoints="1"/>
            </p:cNvSpPr>
            <p:nvPr userDrawn="1"/>
          </p:nvSpPr>
          <p:spPr bwMode="auto">
            <a:xfrm>
              <a:off x="6281890" y="4311852"/>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0 w 116"/>
                <a:gd name="T21" fmla="*/ 6 h 365"/>
                <a:gd name="T22" fmla="*/ 41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3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39"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5"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5"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 name="Freeform 1679">
              <a:extLst>
                <a:ext uri="{FF2B5EF4-FFF2-40B4-BE49-F238E27FC236}">
                  <a16:creationId xmlns:a16="http://schemas.microsoft.com/office/drawing/2014/main" id="{7AA5D8E5-BAB6-4AED-B704-E08F1568ECC5}"/>
                </a:ext>
              </a:extLst>
            </p:cNvPr>
            <p:cNvSpPr>
              <a:spLocks/>
            </p:cNvSpPr>
            <p:nvPr userDrawn="1"/>
          </p:nvSpPr>
          <p:spPr bwMode="auto">
            <a:xfrm>
              <a:off x="6450471" y="4845690"/>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 name="Freeform 1680">
              <a:extLst>
                <a:ext uri="{FF2B5EF4-FFF2-40B4-BE49-F238E27FC236}">
                  <a16:creationId xmlns:a16="http://schemas.microsoft.com/office/drawing/2014/main" id="{4459C6BF-D52E-4412-A8D3-67CA700ABCE3}"/>
                </a:ext>
              </a:extLst>
            </p:cNvPr>
            <p:cNvSpPr>
              <a:spLocks noEditPoints="1"/>
            </p:cNvSpPr>
            <p:nvPr userDrawn="1"/>
          </p:nvSpPr>
          <p:spPr bwMode="auto">
            <a:xfrm>
              <a:off x="7977732" y="4351990"/>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 name="Freeform 1681">
              <a:extLst>
                <a:ext uri="{FF2B5EF4-FFF2-40B4-BE49-F238E27FC236}">
                  <a16:creationId xmlns:a16="http://schemas.microsoft.com/office/drawing/2014/main" id="{3510E7CA-4E6E-45F1-9C61-ED81440D7271}"/>
                </a:ext>
              </a:extLst>
            </p:cNvPr>
            <p:cNvSpPr>
              <a:spLocks noEditPoints="1"/>
            </p:cNvSpPr>
            <p:nvPr userDrawn="1"/>
          </p:nvSpPr>
          <p:spPr bwMode="auto">
            <a:xfrm>
              <a:off x="6251787" y="3992753"/>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3"/>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1"/>
                    <a:pt x="6" y="31"/>
                    <a:pt x="6" y="31"/>
                  </a:cubicBezTo>
                  <a:cubicBezTo>
                    <a:pt x="6" y="30"/>
                    <a:pt x="6" y="30"/>
                    <a:pt x="6" y="29"/>
                  </a:cubicBezTo>
                  <a:cubicBezTo>
                    <a:pt x="6" y="25"/>
                    <a:pt x="8" y="21"/>
                    <a:pt x="9" y="18"/>
                  </a:cubicBezTo>
                  <a:cubicBezTo>
                    <a:pt x="12" y="13"/>
                    <a:pt x="16" y="10"/>
                    <a:pt x="20" y="8"/>
                  </a:cubicBezTo>
                  <a:cubicBezTo>
                    <a:pt x="21" y="7"/>
                    <a:pt x="23" y="7"/>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9"/>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 name="Freeform 1682">
              <a:extLst>
                <a:ext uri="{FF2B5EF4-FFF2-40B4-BE49-F238E27FC236}">
                  <a16:creationId xmlns:a16="http://schemas.microsoft.com/office/drawing/2014/main" id="{77AFD2C7-7A44-4FEE-9782-DB252D5FB746}"/>
                </a:ext>
              </a:extLst>
            </p:cNvPr>
            <p:cNvSpPr>
              <a:spLocks noEditPoints="1"/>
            </p:cNvSpPr>
            <p:nvPr userDrawn="1"/>
          </p:nvSpPr>
          <p:spPr bwMode="auto">
            <a:xfrm>
              <a:off x="8322921" y="5160776"/>
              <a:ext cx="240830" cy="180622"/>
            </a:xfrm>
            <a:custGeom>
              <a:avLst/>
              <a:gdLst>
                <a:gd name="T0" fmla="*/ 6 w 160"/>
                <a:gd name="T1" fmla="*/ 46 h 121"/>
                <a:gd name="T2" fmla="*/ 6 w 160"/>
                <a:gd name="T3" fmla="*/ 46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4 h 121"/>
                <a:gd name="T42" fmla="*/ 6 w 160"/>
                <a:gd name="T43" fmla="*/ 45 h 121"/>
                <a:gd name="T44" fmla="*/ 12 w 160"/>
                <a:gd name="T45" fmla="*/ 39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6"/>
                  </a:moveTo>
                  <a:cubicBezTo>
                    <a:pt x="6" y="46"/>
                    <a:pt x="6" y="46"/>
                    <a:pt x="6" y="46"/>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4"/>
                    <a:pt x="7" y="94"/>
                    <a:pt x="7" y="94"/>
                  </a:cubicBezTo>
                  <a:cubicBezTo>
                    <a:pt x="6" y="45"/>
                    <a:pt x="6" y="45"/>
                    <a:pt x="6" y="45"/>
                  </a:cubicBezTo>
                  <a:cubicBezTo>
                    <a:pt x="7" y="44"/>
                    <a:pt x="9" y="41"/>
                    <a:pt x="12" y="39"/>
                  </a:cubicBezTo>
                  <a:cubicBezTo>
                    <a:pt x="16" y="35"/>
                    <a:pt x="24" y="31"/>
                    <a:pt x="36" y="31"/>
                  </a:cubicBezTo>
                  <a:cubicBezTo>
                    <a:pt x="39" y="31"/>
                    <a:pt x="42" y="32"/>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4"/>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8"/>
                    <a:pt x="160" y="57"/>
                    <a:pt x="160" y="56"/>
                  </a:cubicBezTo>
                  <a:cubicBezTo>
                    <a:pt x="160" y="49"/>
                    <a:pt x="157" y="44"/>
                    <a:pt x="154" y="40"/>
                  </a:cubicBezTo>
                  <a:cubicBezTo>
                    <a:pt x="148" y="35"/>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 name="Freeform 1683">
              <a:extLst>
                <a:ext uri="{FF2B5EF4-FFF2-40B4-BE49-F238E27FC236}">
                  <a16:creationId xmlns:a16="http://schemas.microsoft.com/office/drawing/2014/main" id="{17F29FFB-B656-43EF-8464-28CE62286D45}"/>
                </a:ext>
              </a:extLst>
            </p:cNvPr>
            <p:cNvSpPr>
              <a:spLocks noEditPoints="1"/>
            </p:cNvSpPr>
            <p:nvPr userDrawn="1"/>
          </p:nvSpPr>
          <p:spPr bwMode="auto">
            <a:xfrm>
              <a:off x="7963683" y="4502509"/>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20"/>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8"/>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 name="Freeform 1684">
              <a:extLst>
                <a:ext uri="{FF2B5EF4-FFF2-40B4-BE49-F238E27FC236}">
                  <a16:creationId xmlns:a16="http://schemas.microsoft.com/office/drawing/2014/main" id="{02F8B4A2-2A39-4A5C-9DB9-954E47A88F02}"/>
                </a:ext>
              </a:extLst>
            </p:cNvPr>
            <p:cNvSpPr>
              <a:spLocks noEditPoints="1"/>
            </p:cNvSpPr>
            <p:nvPr userDrawn="1"/>
          </p:nvSpPr>
          <p:spPr bwMode="auto">
            <a:xfrm>
              <a:off x="8772469" y="5674546"/>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5"/>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 name="Freeform 1685">
              <a:extLst>
                <a:ext uri="{FF2B5EF4-FFF2-40B4-BE49-F238E27FC236}">
                  <a16:creationId xmlns:a16="http://schemas.microsoft.com/office/drawing/2014/main" id="{5633B976-45EE-44D0-BEFE-DE994F41D3B4}"/>
                </a:ext>
              </a:extLst>
            </p:cNvPr>
            <p:cNvSpPr>
              <a:spLocks/>
            </p:cNvSpPr>
            <p:nvPr userDrawn="1"/>
          </p:nvSpPr>
          <p:spPr bwMode="auto">
            <a:xfrm>
              <a:off x="8979181" y="5839113"/>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 name="Freeform 1686">
              <a:extLst>
                <a:ext uri="{FF2B5EF4-FFF2-40B4-BE49-F238E27FC236}">
                  <a16:creationId xmlns:a16="http://schemas.microsoft.com/office/drawing/2014/main" id="{C9032F7D-7F01-479C-BCA3-72EB612FA6A5}"/>
                </a:ext>
              </a:extLst>
            </p:cNvPr>
            <p:cNvSpPr>
              <a:spLocks noEditPoints="1"/>
            </p:cNvSpPr>
            <p:nvPr userDrawn="1"/>
          </p:nvSpPr>
          <p:spPr bwMode="auto">
            <a:xfrm>
              <a:off x="7949635" y="5281191"/>
              <a:ext cx="313078" cy="280968"/>
            </a:xfrm>
            <a:custGeom>
              <a:avLst/>
              <a:gdLst>
                <a:gd name="T0" fmla="*/ 84 w 209"/>
                <a:gd name="T1" fmla="*/ 8 h 187"/>
                <a:gd name="T2" fmla="*/ 85 w 209"/>
                <a:gd name="T3" fmla="*/ 8 h 187"/>
                <a:gd name="T4" fmla="*/ 108 w 209"/>
                <a:gd name="T5" fmla="*/ 6 h 187"/>
                <a:gd name="T6" fmla="*/ 108 w 209"/>
                <a:gd name="T7" fmla="*/ 6 h 187"/>
                <a:gd name="T8" fmla="*/ 153 w 209"/>
                <a:gd name="T9" fmla="*/ 14 h 187"/>
                <a:gd name="T10" fmla="*/ 198 w 209"/>
                <a:gd name="T11" fmla="*/ 50 h 187"/>
                <a:gd name="T12" fmla="*/ 203 w 209"/>
                <a:gd name="T13" fmla="*/ 79 h 187"/>
                <a:gd name="T14" fmla="*/ 194 w 209"/>
                <a:gd name="T15" fmla="*/ 116 h 187"/>
                <a:gd name="T16" fmla="*/ 154 w 209"/>
                <a:gd name="T17" fmla="*/ 156 h 187"/>
                <a:gd name="T18" fmla="*/ 154 w 209"/>
                <a:gd name="T19" fmla="*/ 156 h 187"/>
                <a:gd name="T20" fmla="*/ 111 w 209"/>
                <a:gd name="T21" fmla="*/ 165 h 187"/>
                <a:gd name="T22" fmla="*/ 111 w 209"/>
                <a:gd name="T23" fmla="*/ 165 h 187"/>
                <a:gd name="T24" fmla="*/ 111 w 209"/>
                <a:gd name="T25" fmla="*/ 165 h 187"/>
                <a:gd name="T26" fmla="*/ 89 w 209"/>
                <a:gd name="T27" fmla="*/ 160 h 187"/>
                <a:gd name="T28" fmla="*/ 89 w 209"/>
                <a:gd name="T29" fmla="*/ 159 h 187"/>
                <a:gd name="T30" fmla="*/ 88 w 209"/>
                <a:gd name="T31" fmla="*/ 159 h 187"/>
                <a:gd name="T32" fmla="*/ 83 w 209"/>
                <a:gd name="T33" fmla="*/ 157 h 187"/>
                <a:gd name="T34" fmla="*/ 61 w 209"/>
                <a:gd name="T35" fmla="*/ 147 h 187"/>
                <a:gd name="T36" fmla="*/ 41 w 209"/>
                <a:gd name="T37" fmla="*/ 136 h 187"/>
                <a:gd name="T38" fmla="*/ 39 w 209"/>
                <a:gd name="T39" fmla="*/ 134 h 187"/>
                <a:gd name="T40" fmla="*/ 21 w 209"/>
                <a:gd name="T41" fmla="*/ 162 h 187"/>
                <a:gd name="T42" fmla="*/ 21 w 209"/>
                <a:gd name="T43" fmla="*/ 152 h 187"/>
                <a:gd name="T44" fmla="*/ 14 w 209"/>
                <a:gd name="T45" fmla="*/ 116 h 187"/>
                <a:gd name="T46" fmla="*/ 14 w 209"/>
                <a:gd name="T47" fmla="*/ 115 h 187"/>
                <a:gd name="T48" fmla="*/ 13 w 209"/>
                <a:gd name="T49" fmla="*/ 115 h 187"/>
                <a:gd name="T50" fmla="*/ 10 w 209"/>
                <a:gd name="T51" fmla="*/ 110 h 187"/>
                <a:gd name="T52" fmla="*/ 6 w 209"/>
                <a:gd name="T53" fmla="*/ 96 h 187"/>
                <a:gd name="T54" fmla="*/ 14 w 209"/>
                <a:gd name="T55" fmla="*/ 69 h 187"/>
                <a:gd name="T56" fmla="*/ 14 w 209"/>
                <a:gd name="T57" fmla="*/ 69 h 187"/>
                <a:gd name="T58" fmla="*/ 14 w 209"/>
                <a:gd name="T59" fmla="*/ 69 h 187"/>
                <a:gd name="T60" fmla="*/ 14 w 209"/>
                <a:gd name="T61" fmla="*/ 69 h 187"/>
                <a:gd name="T62" fmla="*/ 28 w 209"/>
                <a:gd name="T63" fmla="*/ 43 h 187"/>
                <a:gd name="T64" fmla="*/ 84 w 209"/>
                <a:gd name="T65" fmla="*/ 8 h 187"/>
                <a:gd name="T66" fmla="*/ 108 w 209"/>
                <a:gd name="T67" fmla="*/ 0 h 187"/>
                <a:gd name="T68" fmla="*/ 83 w 209"/>
                <a:gd name="T69" fmla="*/ 2 h 187"/>
                <a:gd name="T70" fmla="*/ 83 w 209"/>
                <a:gd name="T71" fmla="*/ 2 h 187"/>
                <a:gd name="T72" fmla="*/ 83 w 209"/>
                <a:gd name="T73" fmla="*/ 2 h 187"/>
                <a:gd name="T74" fmla="*/ 22 w 209"/>
                <a:gd name="T75" fmla="*/ 41 h 187"/>
                <a:gd name="T76" fmla="*/ 8 w 209"/>
                <a:gd name="T77" fmla="*/ 67 h 187"/>
                <a:gd name="T78" fmla="*/ 0 w 209"/>
                <a:gd name="T79" fmla="*/ 96 h 187"/>
                <a:gd name="T80" fmla="*/ 5 w 209"/>
                <a:gd name="T81" fmla="*/ 113 h 187"/>
                <a:gd name="T82" fmla="*/ 9 w 209"/>
                <a:gd name="T83" fmla="*/ 119 h 187"/>
                <a:gd name="T84" fmla="*/ 15 w 209"/>
                <a:gd name="T85" fmla="*/ 152 h 187"/>
                <a:gd name="T86" fmla="*/ 14 w 209"/>
                <a:gd name="T87" fmla="*/ 167 h 187"/>
                <a:gd name="T88" fmla="*/ 14 w 209"/>
                <a:gd name="T89" fmla="*/ 172 h 187"/>
                <a:gd name="T90" fmla="*/ 13 w 209"/>
                <a:gd name="T91" fmla="*/ 173 h 187"/>
                <a:gd name="T92" fmla="*/ 13 w 209"/>
                <a:gd name="T93" fmla="*/ 173 h 187"/>
                <a:gd name="T94" fmla="*/ 11 w 209"/>
                <a:gd name="T95" fmla="*/ 187 h 187"/>
                <a:gd name="T96" fmla="*/ 19 w 209"/>
                <a:gd name="T97" fmla="*/ 175 h 187"/>
                <a:gd name="T98" fmla="*/ 40 w 209"/>
                <a:gd name="T99" fmla="*/ 143 h 187"/>
                <a:gd name="T100" fmla="*/ 51 w 209"/>
                <a:gd name="T101" fmla="*/ 148 h 187"/>
                <a:gd name="T102" fmla="*/ 86 w 209"/>
                <a:gd name="T103" fmla="*/ 165 h 187"/>
                <a:gd name="T104" fmla="*/ 111 w 209"/>
                <a:gd name="T105" fmla="*/ 171 h 187"/>
                <a:gd name="T106" fmla="*/ 156 w 209"/>
                <a:gd name="T107" fmla="*/ 161 h 187"/>
                <a:gd name="T108" fmla="*/ 157 w 209"/>
                <a:gd name="T109" fmla="*/ 161 h 187"/>
                <a:gd name="T110" fmla="*/ 157 w 209"/>
                <a:gd name="T111" fmla="*/ 161 h 187"/>
                <a:gd name="T112" fmla="*/ 199 w 209"/>
                <a:gd name="T113" fmla="*/ 119 h 187"/>
                <a:gd name="T114" fmla="*/ 209 w 209"/>
                <a:gd name="T115" fmla="*/ 79 h 187"/>
                <a:gd name="T116" fmla="*/ 203 w 209"/>
                <a:gd name="T117" fmla="*/ 47 h 187"/>
                <a:gd name="T118" fmla="*/ 203 w 209"/>
                <a:gd name="T119" fmla="*/ 47 h 187"/>
                <a:gd name="T120" fmla="*/ 203 w 209"/>
                <a:gd name="T121" fmla="*/ 47 h 187"/>
                <a:gd name="T122" fmla="*/ 155 w 209"/>
                <a:gd name="T123" fmla="*/ 8 h 187"/>
                <a:gd name="T124" fmla="*/ 108 w 209"/>
                <a:gd name="T1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7">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1"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4"/>
                    <a:pt x="11"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8" y="56"/>
                    <a:pt x="28" y="43"/>
                  </a:cubicBezTo>
                  <a:cubicBezTo>
                    <a:pt x="39" y="30"/>
                    <a:pt x="56"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3" y="54"/>
                    <a:pt x="9" y="65"/>
                    <a:pt x="8" y="67"/>
                  </a:cubicBezTo>
                  <a:cubicBezTo>
                    <a:pt x="2" y="79"/>
                    <a:pt x="0" y="88"/>
                    <a:pt x="0" y="96"/>
                  </a:cubicBezTo>
                  <a:cubicBezTo>
                    <a:pt x="0" y="104"/>
                    <a:pt x="2"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6"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 name="Freeform 1687">
              <a:extLst>
                <a:ext uri="{FF2B5EF4-FFF2-40B4-BE49-F238E27FC236}">
                  <a16:creationId xmlns:a16="http://schemas.microsoft.com/office/drawing/2014/main" id="{566620E1-B846-4F9C-AD8E-C39D47588B4F}"/>
                </a:ext>
              </a:extLst>
            </p:cNvPr>
            <p:cNvSpPr>
              <a:spLocks noEditPoints="1"/>
            </p:cNvSpPr>
            <p:nvPr userDrawn="1"/>
          </p:nvSpPr>
          <p:spPr bwMode="auto">
            <a:xfrm>
              <a:off x="6534761" y="3830192"/>
              <a:ext cx="218754" cy="202699"/>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10 w 146"/>
                <a:gd name="T51" fmla="*/ 80 h 135"/>
                <a:gd name="T52" fmla="*/ 6 w 146"/>
                <a:gd name="T53" fmla="*/ 68 h 135"/>
                <a:gd name="T54" fmla="*/ 11 w 146"/>
                <a:gd name="T55" fmla="*/ 50 h 135"/>
                <a:gd name="T56" fmla="*/ 11 w 146"/>
                <a:gd name="T57" fmla="*/ 50 h 135"/>
                <a:gd name="T58" fmla="*/ 11 w 146"/>
                <a:gd name="T59" fmla="*/ 49 h 135"/>
                <a:gd name="T60" fmla="*/ 11 w 146"/>
                <a:gd name="T61" fmla="*/ 49 h 135"/>
                <a:gd name="T62" fmla="*/ 21 w 146"/>
                <a:gd name="T63" fmla="*/ 32 h 135"/>
                <a:gd name="T64" fmla="*/ 59 w 146"/>
                <a:gd name="T65" fmla="*/ 8 h 135"/>
                <a:gd name="T66" fmla="*/ 75 w 146"/>
                <a:gd name="T67" fmla="*/ 0 h 135"/>
                <a:gd name="T68" fmla="*/ 58 w 146"/>
                <a:gd name="T69" fmla="*/ 2 h 135"/>
                <a:gd name="T70" fmla="*/ 58 w 146"/>
                <a:gd name="T71" fmla="*/ 2 h 135"/>
                <a:gd name="T72" fmla="*/ 58 w 146"/>
                <a:gd name="T73" fmla="*/ 2 h 135"/>
                <a:gd name="T74" fmla="*/ 16 w 146"/>
                <a:gd name="T75" fmla="*/ 29 h 135"/>
                <a:gd name="T76" fmla="*/ 6 w 146"/>
                <a:gd name="T77" fmla="*/ 47 h 135"/>
                <a:gd name="T78" fmla="*/ 0 w 146"/>
                <a:gd name="T79" fmla="*/ 68 h 135"/>
                <a:gd name="T80" fmla="*/ 3 w 146"/>
                <a:gd name="T81" fmla="*/ 80 h 135"/>
                <a:gd name="T82" fmla="*/ 6 w 146"/>
                <a:gd name="T83" fmla="*/ 84 h 135"/>
                <a:gd name="T84" fmla="*/ 10 w 146"/>
                <a:gd name="T85" fmla="*/ 107 h 135"/>
                <a:gd name="T86" fmla="*/ 10 w 146"/>
                <a:gd name="T87" fmla="*/ 117 h 135"/>
                <a:gd name="T88" fmla="*/ 9 w 146"/>
                <a:gd name="T89" fmla="*/ 120 h 135"/>
                <a:gd name="T90" fmla="*/ 9 w 146"/>
                <a:gd name="T91" fmla="*/ 121 h 135"/>
                <a:gd name="T92" fmla="*/ 9 w 146"/>
                <a:gd name="T93" fmla="*/ 121 h 135"/>
                <a:gd name="T94" fmla="*/ 7 w 146"/>
                <a:gd name="T95" fmla="*/ 135 h 135"/>
                <a:gd name="T96" fmla="*/ 15 w 146"/>
                <a:gd name="T97" fmla="*/ 123 h 135"/>
                <a:gd name="T98" fmla="*/ 29 w 146"/>
                <a:gd name="T99" fmla="*/ 101 h 135"/>
                <a:gd name="T100" fmla="*/ 35 w 146"/>
                <a:gd name="T101" fmla="*/ 105 h 135"/>
                <a:gd name="T102" fmla="*/ 59 w 146"/>
                <a:gd name="T103" fmla="*/ 116 h 135"/>
                <a:gd name="T104" fmla="*/ 78 w 146"/>
                <a:gd name="T105" fmla="*/ 121 h 135"/>
                <a:gd name="T106" fmla="*/ 109 w 146"/>
                <a:gd name="T107" fmla="*/ 114 h 135"/>
                <a:gd name="T108" fmla="*/ 109 w 146"/>
                <a:gd name="T109" fmla="*/ 114 h 135"/>
                <a:gd name="T110" fmla="*/ 110 w 146"/>
                <a:gd name="T111" fmla="*/ 114 h 135"/>
                <a:gd name="T112" fmla="*/ 139 w 146"/>
                <a:gd name="T113" fmla="*/ 84 h 135"/>
                <a:gd name="T114" fmla="*/ 146 w 146"/>
                <a:gd name="T115" fmla="*/ 56 h 135"/>
                <a:gd name="T116" fmla="*/ 142 w 146"/>
                <a:gd name="T117" fmla="*/ 34 h 135"/>
                <a:gd name="T118" fmla="*/ 142 w 146"/>
                <a:gd name="T119" fmla="*/ 34 h 135"/>
                <a:gd name="T120" fmla="*/ 142 w 146"/>
                <a:gd name="T121" fmla="*/ 33 h 135"/>
                <a:gd name="T122" fmla="*/ 108 w 146"/>
                <a:gd name="T123" fmla="*/ 6 h 135"/>
                <a:gd name="T124" fmla="*/ 75 w 146"/>
                <a:gd name="T1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10" y="80"/>
                    <a:pt x="10" y="80"/>
                    <a:pt x="10" y="80"/>
                  </a:cubicBezTo>
                  <a:cubicBezTo>
                    <a:pt x="9" y="79"/>
                    <a:pt x="6" y="75"/>
                    <a:pt x="6" y="68"/>
                  </a:cubicBezTo>
                  <a:cubicBezTo>
                    <a:pt x="6" y="63"/>
                    <a:pt x="7" y="58"/>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3"/>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4"/>
                    <a:pt x="142" y="34"/>
                    <a:pt x="142" y="34"/>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 name="Freeform 1688">
              <a:extLst>
                <a:ext uri="{FF2B5EF4-FFF2-40B4-BE49-F238E27FC236}">
                  <a16:creationId xmlns:a16="http://schemas.microsoft.com/office/drawing/2014/main" id="{6E9EB268-E02D-46ED-85DC-A369113E140C}"/>
                </a:ext>
              </a:extLst>
            </p:cNvPr>
            <p:cNvSpPr>
              <a:spLocks noEditPoints="1"/>
            </p:cNvSpPr>
            <p:nvPr userDrawn="1"/>
          </p:nvSpPr>
          <p:spPr bwMode="auto">
            <a:xfrm>
              <a:off x="8302852" y="5768870"/>
              <a:ext cx="315086" cy="282975"/>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8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9"/>
                    <a:pt x="191" y="134"/>
                    <a:pt x="199" y="119"/>
                  </a:cubicBezTo>
                  <a:cubicBezTo>
                    <a:pt x="206" y="105"/>
                    <a:pt x="209" y="91"/>
                    <a:pt x="209" y="79"/>
                  </a:cubicBezTo>
                  <a:cubicBezTo>
                    <a:pt x="209" y="61"/>
                    <a:pt x="203" y="48"/>
                    <a:pt x="203" y="48"/>
                  </a:cubicBezTo>
                  <a:cubicBezTo>
                    <a:pt x="203" y="48"/>
                    <a:pt x="203" y="48"/>
                    <a:pt x="203" y="48"/>
                  </a:cubicBezTo>
                  <a:cubicBezTo>
                    <a:pt x="202" y="48"/>
                    <a:pt x="202" y="48"/>
                    <a:pt x="202" y="48"/>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 name="Freeform 1689">
              <a:extLst>
                <a:ext uri="{FF2B5EF4-FFF2-40B4-BE49-F238E27FC236}">
                  <a16:creationId xmlns:a16="http://schemas.microsoft.com/office/drawing/2014/main" id="{7327625B-CB13-44F4-B1B2-E61862AFDB86}"/>
                </a:ext>
              </a:extLst>
            </p:cNvPr>
            <p:cNvSpPr>
              <a:spLocks noEditPoints="1"/>
            </p:cNvSpPr>
            <p:nvPr userDrawn="1"/>
          </p:nvSpPr>
          <p:spPr bwMode="auto">
            <a:xfrm>
              <a:off x="6789639" y="5106589"/>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8"/>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2"/>
                    <a:pt x="111" y="172"/>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 name="Freeform 1690">
              <a:extLst>
                <a:ext uri="{FF2B5EF4-FFF2-40B4-BE49-F238E27FC236}">
                  <a16:creationId xmlns:a16="http://schemas.microsoft.com/office/drawing/2014/main" id="{A70A5157-207B-405E-BDF6-A3BD4E793CBB}"/>
                </a:ext>
              </a:extLst>
            </p:cNvPr>
            <p:cNvSpPr>
              <a:spLocks/>
            </p:cNvSpPr>
            <p:nvPr userDrawn="1"/>
          </p:nvSpPr>
          <p:spPr bwMode="auto">
            <a:xfrm>
              <a:off x="6920088"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 name="Freeform 1691">
              <a:extLst>
                <a:ext uri="{FF2B5EF4-FFF2-40B4-BE49-F238E27FC236}">
                  <a16:creationId xmlns:a16="http://schemas.microsoft.com/office/drawing/2014/main" id="{0ED10942-0764-42EF-8998-B53FA2CCA6FC}"/>
                </a:ext>
              </a:extLst>
            </p:cNvPr>
            <p:cNvSpPr>
              <a:spLocks/>
            </p:cNvSpPr>
            <p:nvPr userDrawn="1"/>
          </p:nvSpPr>
          <p:spPr bwMode="auto">
            <a:xfrm>
              <a:off x="7648598" y="4576764"/>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1"/>
                    <a:pt x="5" y="114"/>
                  </a:cubicBezTo>
                  <a:cubicBezTo>
                    <a:pt x="7" y="117"/>
                    <a:pt x="8" y="119"/>
                    <a:pt x="9" y="120"/>
                  </a:cubicBezTo>
                  <a:cubicBezTo>
                    <a:pt x="14" y="130"/>
                    <a:pt x="15" y="143"/>
                    <a:pt x="15" y="153"/>
                  </a:cubicBezTo>
                  <a:cubicBezTo>
                    <a:pt x="15" y="159"/>
                    <a:pt x="15" y="164"/>
                    <a:pt x="14" y="168"/>
                  </a:cubicBezTo>
                  <a:cubicBezTo>
                    <a:pt x="14" y="170"/>
                    <a:pt x="14" y="172"/>
                    <a:pt x="14" y="173"/>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6"/>
                  </a:cubicBezTo>
                  <a:cubicBezTo>
                    <a:pt x="93" y="171"/>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7"/>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 name="Freeform 1692">
              <a:extLst>
                <a:ext uri="{FF2B5EF4-FFF2-40B4-BE49-F238E27FC236}">
                  <a16:creationId xmlns:a16="http://schemas.microsoft.com/office/drawing/2014/main" id="{9437C4B0-D6C4-44A1-8AEA-B31E61631B9E}"/>
                </a:ext>
              </a:extLst>
            </p:cNvPr>
            <p:cNvSpPr>
              <a:spLocks/>
            </p:cNvSpPr>
            <p:nvPr userDrawn="1"/>
          </p:nvSpPr>
          <p:spPr bwMode="auto">
            <a:xfrm>
              <a:off x="7825207" y="4825621"/>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 name="Freeform 1693">
              <a:extLst>
                <a:ext uri="{FF2B5EF4-FFF2-40B4-BE49-F238E27FC236}">
                  <a16:creationId xmlns:a16="http://schemas.microsoft.com/office/drawing/2014/main" id="{4ECAA3D3-C397-45BB-834F-C724EE30B426}"/>
                </a:ext>
              </a:extLst>
            </p:cNvPr>
            <p:cNvSpPr>
              <a:spLocks/>
            </p:cNvSpPr>
            <p:nvPr userDrawn="1"/>
          </p:nvSpPr>
          <p:spPr bwMode="auto">
            <a:xfrm>
              <a:off x="7666660"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 name="Freeform 1694">
              <a:extLst>
                <a:ext uri="{FF2B5EF4-FFF2-40B4-BE49-F238E27FC236}">
                  <a16:creationId xmlns:a16="http://schemas.microsoft.com/office/drawing/2014/main" id="{DE6B5FC0-767E-4C4D-A3D1-08A6436CE9FB}"/>
                </a:ext>
              </a:extLst>
            </p:cNvPr>
            <p:cNvSpPr>
              <a:spLocks/>
            </p:cNvSpPr>
            <p:nvPr userDrawn="1"/>
          </p:nvSpPr>
          <p:spPr bwMode="auto">
            <a:xfrm>
              <a:off x="7668667" y="4837663"/>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 name="Freeform 1695">
              <a:extLst>
                <a:ext uri="{FF2B5EF4-FFF2-40B4-BE49-F238E27FC236}">
                  <a16:creationId xmlns:a16="http://schemas.microsoft.com/office/drawing/2014/main" id="{C309973E-5D68-4ABC-931E-56648F8899F2}"/>
                </a:ext>
              </a:extLst>
            </p:cNvPr>
            <p:cNvSpPr>
              <a:spLocks noEditPoints="1"/>
            </p:cNvSpPr>
            <p:nvPr userDrawn="1"/>
          </p:nvSpPr>
          <p:spPr bwMode="auto">
            <a:xfrm>
              <a:off x="8804580" y="4378080"/>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1"/>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 name="Freeform 1696">
              <a:extLst>
                <a:ext uri="{FF2B5EF4-FFF2-40B4-BE49-F238E27FC236}">
                  <a16:creationId xmlns:a16="http://schemas.microsoft.com/office/drawing/2014/main" id="{6730DB4A-C3CC-4BC5-9F04-A2A412DA27E7}"/>
                </a:ext>
              </a:extLst>
            </p:cNvPr>
            <p:cNvSpPr>
              <a:spLocks noEditPoints="1"/>
            </p:cNvSpPr>
            <p:nvPr userDrawn="1"/>
          </p:nvSpPr>
          <p:spPr bwMode="auto">
            <a:xfrm>
              <a:off x="9047416" y="4378080"/>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 name="Freeform 1697">
              <a:extLst>
                <a:ext uri="{FF2B5EF4-FFF2-40B4-BE49-F238E27FC236}">
                  <a16:creationId xmlns:a16="http://schemas.microsoft.com/office/drawing/2014/main" id="{7EAB256A-A08F-4DA6-AA51-4DB6D64F9649}"/>
                </a:ext>
              </a:extLst>
            </p:cNvPr>
            <p:cNvSpPr>
              <a:spLocks/>
            </p:cNvSpPr>
            <p:nvPr userDrawn="1"/>
          </p:nvSpPr>
          <p:spPr bwMode="auto">
            <a:xfrm>
              <a:off x="8804580"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 name="Freeform 1698">
              <a:extLst>
                <a:ext uri="{FF2B5EF4-FFF2-40B4-BE49-F238E27FC236}">
                  <a16:creationId xmlns:a16="http://schemas.microsoft.com/office/drawing/2014/main" id="{96E150E9-C45A-4FA4-8A4B-BAFB8B277DA0}"/>
                </a:ext>
              </a:extLst>
            </p:cNvPr>
            <p:cNvSpPr>
              <a:spLocks noEditPoints="1"/>
            </p:cNvSpPr>
            <p:nvPr userDrawn="1"/>
          </p:nvSpPr>
          <p:spPr bwMode="auto">
            <a:xfrm>
              <a:off x="6637114" y="5439737"/>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4 w 233"/>
                <a:gd name="T31" fmla="*/ 77 h 208"/>
                <a:gd name="T32" fmla="*/ 93 w 233"/>
                <a:gd name="T33" fmla="*/ 8 h 208"/>
                <a:gd name="T34" fmla="*/ 92 w 233"/>
                <a:gd name="T35" fmla="*/ 2 h 208"/>
                <a:gd name="T36" fmla="*/ 92 w 233"/>
                <a:gd name="T37" fmla="*/ 3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5"/>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8"/>
                  </a:cubicBezTo>
                  <a:cubicBezTo>
                    <a:pt x="6" y="100"/>
                    <a:pt x="8" y="90"/>
                    <a:pt x="14" y="78"/>
                  </a:cubicBezTo>
                  <a:cubicBezTo>
                    <a:pt x="14" y="77"/>
                    <a:pt x="14" y="77"/>
                    <a:pt x="14" y="77"/>
                  </a:cubicBezTo>
                  <a:cubicBezTo>
                    <a:pt x="14" y="77"/>
                    <a:pt x="14" y="77"/>
                    <a:pt x="14" y="77"/>
                  </a:cubicBezTo>
                  <a:cubicBezTo>
                    <a:pt x="14" y="77"/>
                    <a:pt x="14" y="77"/>
                    <a:pt x="14"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 name="Freeform 1699">
              <a:extLst>
                <a:ext uri="{FF2B5EF4-FFF2-40B4-BE49-F238E27FC236}">
                  <a16:creationId xmlns:a16="http://schemas.microsoft.com/office/drawing/2014/main" id="{19551D9A-5E7C-4BF1-BD26-4FE0C820EA52}"/>
                </a:ext>
              </a:extLst>
            </p:cNvPr>
            <p:cNvSpPr>
              <a:spLocks noEditPoints="1"/>
            </p:cNvSpPr>
            <p:nvPr userDrawn="1"/>
          </p:nvSpPr>
          <p:spPr bwMode="auto">
            <a:xfrm>
              <a:off x="8208526" y="4606868"/>
              <a:ext cx="254879" cy="17660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7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6 w 169"/>
                <a:gd name="T49" fmla="*/ 6 h 117"/>
                <a:gd name="T50" fmla="*/ 136 w 169"/>
                <a:gd name="T51" fmla="*/ 6 h 117"/>
                <a:gd name="T52" fmla="*/ 136 w 169"/>
                <a:gd name="T53" fmla="*/ 6 h 117"/>
                <a:gd name="T54" fmla="*/ 136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7"/>
                    <a:pt x="143"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7"/>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6" y="6"/>
                  </a:moveTo>
                  <a:cubicBezTo>
                    <a:pt x="136" y="6"/>
                    <a:pt x="136" y="6"/>
                    <a:pt x="136" y="6"/>
                  </a:cubicBezTo>
                  <a:cubicBezTo>
                    <a:pt x="136" y="6"/>
                    <a:pt x="136" y="6"/>
                    <a:pt x="136" y="6"/>
                  </a:cubicBezTo>
                  <a:cubicBezTo>
                    <a:pt x="136" y="6"/>
                    <a:pt x="136" y="6"/>
                    <a:pt x="136"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 name="Freeform 1700">
              <a:extLst>
                <a:ext uri="{FF2B5EF4-FFF2-40B4-BE49-F238E27FC236}">
                  <a16:creationId xmlns:a16="http://schemas.microsoft.com/office/drawing/2014/main" id="{01D7B3A9-7531-4B3D-9C31-13DAB2EFEB59}"/>
                </a:ext>
              </a:extLst>
            </p:cNvPr>
            <p:cNvSpPr>
              <a:spLocks noEditPoints="1"/>
            </p:cNvSpPr>
            <p:nvPr userDrawn="1"/>
          </p:nvSpPr>
          <p:spPr bwMode="auto">
            <a:xfrm>
              <a:off x="6972268" y="5664511"/>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5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 name="Freeform 1701">
              <a:extLst>
                <a:ext uri="{FF2B5EF4-FFF2-40B4-BE49-F238E27FC236}">
                  <a16:creationId xmlns:a16="http://schemas.microsoft.com/office/drawing/2014/main" id="{DC0E4370-123C-4762-9BB7-3538A143412E}"/>
                </a:ext>
              </a:extLst>
            </p:cNvPr>
            <p:cNvSpPr>
              <a:spLocks noEditPoints="1"/>
            </p:cNvSpPr>
            <p:nvPr userDrawn="1"/>
          </p:nvSpPr>
          <p:spPr bwMode="auto">
            <a:xfrm>
              <a:off x="6416354" y="5794961"/>
              <a:ext cx="214740" cy="148512"/>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7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7"/>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 name="Freeform 1702">
              <a:extLst>
                <a:ext uri="{FF2B5EF4-FFF2-40B4-BE49-F238E27FC236}">
                  <a16:creationId xmlns:a16="http://schemas.microsoft.com/office/drawing/2014/main" id="{79B0E451-C393-44C1-9ED2-E715374D2F84}"/>
                </a:ext>
              </a:extLst>
            </p:cNvPr>
            <p:cNvSpPr>
              <a:spLocks noEditPoints="1"/>
            </p:cNvSpPr>
            <p:nvPr userDrawn="1"/>
          </p:nvSpPr>
          <p:spPr bwMode="auto">
            <a:xfrm>
              <a:off x="7303409" y="5285205"/>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50 w 112"/>
                <a:gd name="T15" fmla="*/ 6 h 76"/>
                <a:gd name="T16" fmla="*/ 90 w 112"/>
                <a:gd name="T17" fmla="*/ 6 h 76"/>
                <a:gd name="T18" fmla="*/ 97 w 112"/>
                <a:gd name="T19" fmla="*/ 9 h 76"/>
                <a:gd name="T20" fmla="*/ 106 w 112"/>
                <a:gd name="T21" fmla="*/ 22 h 76"/>
                <a:gd name="T22" fmla="*/ 106 w 112"/>
                <a:gd name="T23" fmla="*/ 58 h 76"/>
                <a:gd name="T24" fmla="*/ 106 w 112"/>
                <a:gd name="T25" fmla="*/ 58 h 76"/>
                <a:gd name="T26" fmla="*/ 106 w 112"/>
                <a:gd name="T27" fmla="*/ 59 h 76"/>
                <a:gd name="T28" fmla="*/ 103 w 112"/>
                <a:gd name="T29" fmla="*/ 65 h 76"/>
                <a:gd name="T30" fmla="*/ 87 w 112"/>
                <a:gd name="T31" fmla="*/ 70 h 76"/>
                <a:gd name="T32" fmla="*/ 44 w 112"/>
                <a:gd name="T33" fmla="*/ 70 h 76"/>
                <a:gd name="T34" fmla="*/ 38 w 112"/>
                <a:gd name="T35" fmla="*/ 67 h 76"/>
                <a:gd name="T36" fmla="*/ 34 w 112"/>
                <a:gd name="T37" fmla="*/ 63 h 76"/>
                <a:gd name="T38" fmla="*/ 32 w 112"/>
                <a:gd name="T39" fmla="*/ 55 h 76"/>
                <a:gd name="T40" fmla="*/ 32 w 112"/>
                <a:gd name="T41" fmla="*/ 54 h 76"/>
                <a:gd name="T42" fmla="*/ 21 w 112"/>
                <a:gd name="T43" fmla="*/ 39 h 76"/>
                <a:gd name="T44" fmla="*/ 32 w 112"/>
                <a:gd name="T45" fmla="*/ 45 h 76"/>
                <a:gd name="T46" fmla="*/ 32 w 112"/>
                <a:gd name="T47" fmla="*/ 21 h 76"/>
                <a:gd name="T48" fmla="*/ 35 w 112"/>
                <a:gd name="T49" fmla="*/ 13 h 76"/>
                <a:gd name="T50" fmla="*/ 40 w 112"/>
                <a:gd name="T51" fmla="*/ 8 h 76"/>
                <a:gd name="T52" fmla="*/ 50 w 112"/>
                <a:gd name="T53" fmla="*/ 6 h 76"/>
                <a:gd name="T54" fmla="*/ 50 w 112"/>
                <a:gd name="T55" fmla="*/ 6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6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 name="Freeform 1703">
              <a:extLst>
                <a:ext uri="{FF2B5EF4-FFF2-40B4-BE49-F238E27FC236}">
                  <a16:creationId xmlns:a16="http://schemas.microsoft.com/office/drawing/2014/main" id="{73FD47EE-1D2B-458D-814B-A4F631DDE844}"/>
                </a:ext>
              </a:extLst>
            </p:cNvPr>
            <p:cNvSpPr>
              <a:spLocks noEditPoints="1"/>
            </p:cNvSpPr>
            <p:nvPr userDrawn="1"/>
          </p:nvSpPr>
          <p:spPr bwMode="auto">
            <a:xfrm>
              <a:off x="7289360" y="5010257"/>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 name="Freeform 1704">
              <a:extLst>
                <a:ext uri="{FF2B5EF4-FFF2-40B4-BE49-F238E27FC236}">
                  <a16:creationId xmlns:a16="http://schemas.microsoft.com/office/drawing/2014/main" id="{2004D554-FE4E-4D9D-97DA-2C43642C96E2}"/>
                </a:ext>
              </a:extLst>
            </p:cNvPr>
            <p:cNvSpPr>
              <a:spLocks noEditPoints="1"/>
            </p:cNvSpPr>
            <p:nvPr userDrawn="1"/>
          </p:nvSpPr>
          <p:spPr bwMode="auto">
            <a:xfrm>
              <a:off x="6667217" y="4548667"/>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1 h 156"/>
                <a:gd name="T96" fmla="*/ 167 w 168"/>
                <a:gd name="T97" fmla="*/ 43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1"/>
                  </a:cubicBezTo>
                  <a:cubicBezTo>
                    <a:pt x="167" y="43"/>
                    <a:pt x="167" y="43"/>
                    <a:pt x="167" y="43"/>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 name="Freeform 1705">
              <a:extLst>
                <a:ext uri="{FF2B5EF4-FFF2-40B4-BE49-F238E27FC236}">
                  <a16:creationId xmlns:a16="http://schemas.microsoft.com/office/drawing/2014/main" id="{A77ACFBF-A311-4F42-B4FD-5B472259C09C}"/>
                </a:ext>
              </a:extLst>
            </p:cNvPr>
            <p:cNvSpPr>
              <a:spLocks/>
            </p:cNvSpPr>
            <p:nvPr userDrawn="1"/>
          </p:nvSpPr>
          <p:spPr bwMode="auto">
            <a:xfrm>
              <a:off x="6908047"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 name="Freeform 1706">
              <a:extLst>
                <a:ext uri="{FF2B5EF4-FFF2-40B4-BE49-F238E27FC236}">
                  <a16:creationId xmlns:a16="http://schemas.microsoft.com/office/drawing/2014/main" id="{3FD2417F-577B-47B4-A1D3-980E5713B102}"/>
                </a:ext>
              </a:extLst>
            </p:cNvPr>
            <p:cNvSpPr>
              <a:spLocks noEditPoints="1"/>
            </p:cNvSpPr>
            <p:nvPr userDrawn="1"/>
          </p:nvSpPr>
          <p:spPr bwMode="auto">
            <a:xfrm>
              <a:off x="7441886"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6 w 119"/>
                <a:gd name="T41" fmla="*/ 160 h 166"/>
                <a:gd name="T42" fmla="*/ 16 w 119"/>
                <a:gd name="T43" fmla="*/ 156 h 166"/>
                <a:gd name="T44" fmla="*/ 7 w 119"/>
                <a:gd name="T45" fmla="*/ 130 h 166"/>
                <a:gd name="T46" fmla="*/ 6 w 119"/>
                <a:gd name="T47" fmla="*/ 62 h 166"/>
                <a:gd name="T48" fmla="*/ 70 w 119"/>
                <a:gd name="T49" fmla="*/ 10 h 166"/>
                <a:gd name="T50" fmla="*/ 68 w 119"/>
                <a:gd name="T51" fmla="*/ 9 h 166"/>
                <a:gd name="T52" fmla="*/ 70 w 119"/>
                <a:gd name="T53" fmla="*/ 10 h 166"/>
                <a:gd name="T54" fmla="*/ 79 w 119"/>
                <a:gd name="T55" fmla="*/ 0 h 166"/>
                <a:gd name="T56" fmla="*/ 68 w 119"/>
                <a:gd name="T57" fmla="*/ 8 h 166"/>
                <a:gd name="T58" fmla="*/ 31 w 119"/>
                <a:gd name="T59" fmla="*/ 36 h 166"/>
                <a:gd name="T60" fmla="*/ 14 w 119"/>
                <a:gd name="T61" fmla="*/ 40 h 166"/>
                <a:gd name="T62" fmla="*/ 2 w 119"/>
                <a:gd name="T63" fmla="*/ 53 h 166"/>
                <a:gd name="T64" fmla="*/ 0 w 119"/>
                <a:gd name="T65" fmla="*/ 61 h 166"/>
                <a:gd name="T66" fmla="*/ 0 w 119"/>
                <a:gd name="T67" fmla="*/ 62 h 166"/>
                <a:gd name="T68" fmla="*/ 1 w 119"/>
                <a:gd name="T69" fmla="*/ 130 h 166"/>
                <a:gd name="T70" fmla="*/ 1 w 119"/>
                <a:gd name="T71" fmla="*/ 131 h 166"/>
                <a:gd name="T72" fmla="*/ 12 w 119"/>
                <a:gd name="T73" fmla="*/ 160 h 166"/>
                <a:gd name="T74" fmla="*/ 26 w 119"/>
                <a:gd name="T75" fmla="*/ 166 h 166"/>
                <a:gd name="T76" fmla="*/ 26 w 119"/>
                <a:gd name="T77" fmla="*/ 166 h 166"/>
                <a:gd name="T78" fmla="*/ 29 w 119"/>
                <a:gd name="T79" fmla="*/ 166 h 166"/>
                <a:gd name="T80" fmla="*/ 87 w 119"/>
                <a:gd name="T81" fmla="*/ 165 h 166"/>
                <a:gd name="T82" fmla="*/ 88 w 119"/>
                <a:gd name="T83" fmla="*/ 165 h 166"/>
                <a:gd name="T84" fmla="*/ 115 w 119"/>
                <a:gd name="T85" fmla="*/ 146 h 166"/>
                <a:gd name="T86" fmla="*/ 119 w 119"/>
                <a:gd name="T87" fmla="*/ 133 h 166"/>
                <a:gd name="T88" fmla="*/ 119 w 119"/>
                <a:gd name="T89" fmla="*/ 132 h 166"/>
                <a:gd name="T90" fmla="*/ 118 w 119"/>
                <a:gd name="T91" fmla="*/ 70 h 166"/>
                <a:gd name="T92" fmla="*/ 118 w 119"/>
                <a:gd name="T93" fmla="*/ 70 h 166"/>
                <a:gd name="T94" fmla="*/ 113 w 119"/>
                <a:gd name="T95" fmla="*/ 51 h 166"/>
                <a:gd name="T96" fmla="*/ 96 w 119"/>
                <a:gd name="T97" fmla="*/ 38 h 166"/>
                <a:gd name="T98" fmla="*/ 87 w 119"/>
                <a:gd name="T99" fmla="*/ 35 h 166"/>
                <a:gd name="T100" fmla="*/ 86 w 119"/>
                <a:gd name="T101" fmla="*/ 35 h 166"/>
                <a:gd name="T102" fmla="*/ 60 w 119"/>
                <a:gd name="T103" fmla="*/ 35 h 166"/>
                <a:gd name="T104" fmla="*/ 79 w 119"/>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 name="Freeform 1707">
              <a:extLst>
                <a:ext uri="{FF2B5EF4-FFF2-40B4-BE49-F238E27FC236}">
                  <a16:creationId xmlns:a16="http://schemas.microsoft.com/office/drawing/2014/main" id="{44A39395-2004-4B00-A411-2BCD43BC8EAB}"/>
                </a:ext>
              </a:extLst>
            </p:cNvPr>
            <p:cNvSpPr>
              <a:spLocks noEditPoints="1"/>
            </p:cNvSpPr>
            <p:nvPr userDrawn="1"/>
          </p:nvSpPr>
          <p:spPr bwMode="auto">
            <a:xfrm>
              <a:off x="6536768" y="4697179"/>
              <a:ext cx="178616" cy="250865"/>
            </a:xfrm>
            <a:custGeom>
              <a:avLst/>
              <a:gdLst>
                <a:gd name="T0" fmla="*/ 113 w 119"/>
                <a:gd name="T1" fmla="*/ 132 h 166"/>
                <a:gd name="T2" fmla="*/ 113 w 119"/>
                <a:gd name="T3" fmla="*/ 132 h 166"/>
                <a:gd name="T4" fmla="*/ 113 w 119"/>
                <a:gd name="T5" fmla="*/ 132 h 166"/>
                <a:gd name="T6" fmla="*/ 113 w 119"/>
                <a:gd name="T7" fmla="*/ 132 h 166"/>
                <a:gd name="T8" fmla="*/ 113 w 119"/>
                <a:gd name="T9" fmla="*/ 132 h 166"/>
                <a:gd name="T10" fmla="*/ 113 w 119"/>
                <a:gd name="T11" fmla="*/ 132 h 166"/>
                <a:gd name="T12" fmla="*/ 113 w 119"/>
                <a:gd name="T13" fmla="*/ 132 h 166"/>
                <a:gd name="T14" fmla="*/ 6 w 119"/>
                <a:gd name="T15" fmla="*/ 62 h 166"/>
                <a:gd name="T16" fmla="*/ 10 w 119"/>
                <a:gd name="T17" fmla="*/ 52 h 166"/>
                <a:gd name="T18" fmla="*/ 18 w 119"/>
                <a:gd name="T19" fmla="*/ 45 h 166"/>
                <a:gd name="T20" fmla="*/ 32 w 119"/>
                <a:gd name="T21" fmla="*/ 42 h 166"/>
                <a:gd name="T22" fmla="*/ 33 w 119"/>
                <a:gd name="T23" fmla="*/ 42 h 166"/>
                <a:gd name="T24" fmla="*/ 61 w 119"/>
                <a:gd name="T25" fmla="*/ 20 h 166"/>
                <a:gd name="T26" fmla="*/ 50 w 119"/>
                <a:gd name="T27" fmla="*/ 42 h 166"/>
                <a:gd name="T28" fmla="*/ 86 w 119"/>
                <a:gd name="T29" fmla="*/ 41 h 166"/>
                <a:gd name="T30" fmla="*/ 99 w 119"/>
                <a:gd name="T31" fmla="*/ 46 h 166"/>
                <a:gd name="T32" fmla="*/ 108 w 119"/>
                <a:gd name="T33" fmla="*/ 55 h 166"/>
                <a:gd name="T34" fmla="*/ 112 w 119"/>
                <a:gd name="T35" fmla="*/ 70 h 166"/>
                <a:gd name="T36" fmla="*/ 112 w 119"/>
                <a:gd name="T37" fmla="*/ 70 h 166"/>
                <a:gd name="T38" fmla="*/ 113 w 119"/>
                <a:gd name="T39" fmla="*/ 132 h 166"/>
                <a:gd name="T40" fmla="*/ 110 w 119"/>
                <a:gd name="T41" fmla="*/ 144 h 166"/>
                <a:gd name="T42" fmla="*/ 87 w 119"/>
                <a:gd name="T43" fmla="*/ 159 h 166"/>
                <a:gd name="T44" fmla="*/ 28 w 119"/>
                <a:gd name="T45" fmla="*/ 160 h 166"/>
                <a:gd name="T46" fmla="*/ 28 w 119"/>
                <a:gd name="T47" fmla="*/ 160 h 166"/>
                <a:gd name="T48" fmla="*/ 28 w 119"/>
                <a:gd name="T49" fmla="*/ 160 h 166"/>
                <a:gd name="T50" fmla="*/ 26 w 119"/>
                <a:gd name="T51" fmla="*/ 160 h 166"/>
                <a:gd name="T52" fmla="*/ 16 w 119"/>
                <a:gd name="T53" fmla="*/ 156 h 166"/>
                <a:gd name="T54" fmla="*/ 7 w 119"/>
                <a:gd name="T55" fmla="*/ 130 h 166"/>
                <a:gd name="T56" fmla="*/ 6 w 119"/>
                <a:gd name="T57" fmla="*/ 62 h 166"/>
                <a:gd name="T58" fmla="*/ 70 w 119"/>
                <a:gd name="T59" fmla="*/ 10 h 166"/>
                <a:gd name="T60" fmla="*/ 68 w 119"/>
                <a:gd name="T61" fmla="*/ 9 h 166"/>
                <a:gd name="T62" fmla="*/ 70 w 119"/>
                <a:gd name="T63" fmla="*/ 10 h 166"/>
                <a:gd name="T64" fmla="*/ 79 w 119"/>
                <a:gd name="T65" fmla="*/ 0 h 166"/>
                <a:gd name="T66" fmla="*/ 68 w 119"/>
                <a:gd name="T67" fmla="*/ 8 h 166"/>
                <a:gd name="T68" fmla="*/ 31 w 119"/>
                <a:gd name="T69" fmla="*/ 36 h 166"/>
                <a:gd name="T70" fmla="*/ 14 w 119"/>
                <a:gd name="T71" fmla="*/ 40 h 166"/>
                <a:gd name="T72" fmla="*/ 2 w 119"/>
                <a:gd name="T73" fmla="*/ 53 h 166"/>
                <a:gd name="T74" fmla="*/ 0 w 119"/>
                <a:gd name="T75" fmla="*/ 61 h 166"/>
                <a:gd name="T76" fmla="*/ 0 w 119"/>
                <a:gd name="T77" fmla="*/ 62 h 166"/>
                <a:gd name="T78" fmla="*/ 1 w 119"/>
                <a:gd name="T79" fmla="*/ 130 h 166"/>
                <a:gd name="T80" fmla="*/ 1 w 119"/>
                <a:gd name="T81" fmla="*/ 130 h 166"/>
                <a:gd name="T82" fmla="*/ 12 w 119"/>
                <a:gd name="T83" fmla="*/ 160 h 166"/>
                <a:gd name="T84" fmla="*/ 26 w 119"/>
                <a:gd name="T85" fmla="*/ 166 h 166"/>
                <a:gd name="T86" fmla="*/ 26 w 119"/>
                <a:gd name="T87" fmla="*/ 166 h 166"/>
                <a:gd name="T88" fmla="*/ 29 w 119"/>
                <a:gd name="T89" fmla="*/ 166 h 166"/>
                <a:gd name="T90" fmla="*/ 87 w 119"/>
                <a:gd name="T91" fmla="*/ 165 h 166"/>
                <a:gd name="T92" fmla="*/ 88 w 119"/>
                <a:gd name="T93" fmla="*/ 165 h 166"/>
                <a:gd name="T94" fmla="*/ 115 w 119"/>
                <a:gd name="T95" fmla="*/ 146 h 166"/>
                <a:gd name="T96" fmla="*/ 118 w 119"/>
                <a:gd name="T97" fmla="*/ 138 h 166"/>
                <a:gd name="T98" fmla="*/ 114 w 119"/>
                <a:gd name="T99" fmla="*/ 135 h 166"/>
                <a:gd name="T100" fmla="*/ 119 w 119"/>
                <a:gd name="T101" fmla="*/ 136 h 166"/>
                <a:gd name="T102" fmla="*/ 119 w 119"/>
                <a:gd name="T103" fmla="*/ 132 h 166"/>
                <a:gd name="T104" fmla="*/ 119 w 119"/>
                <a:gd name="T105" fmla="*/ 132 h 166"/>
                <a:gd name="T106" fmla="*/ 118 w 119"/>
                <a:gd name="T107" fmla="*/ 70 h 166"/>
                <a:gd name="T108" fmla="*/ 118 w 119"/>
                <a:gd name="T109" fmla="*/ 70 h 166"/>
                <a:gd name="T110" fmla="*/ 113 w 119"/>
                <a:gd name="T111" fmla="*/ 51 h 166"/>
                <a:gd name="T112" fmla="*/ 96 w 119"/>
                <a:gd name="T113" fmla="*/ 38 h 166"/>
                <a:gd name="T114" fmla="*/ 86 w 119"/>
                <a:gd name="T115" fmla="*/ 35 h 166"/>
                <a:gd name="T116" fmla="*/ 86 w 119"/>
                <a:gd name="T117" fmla="*/ 35 h 166"/>
                <a:gd name="T118" fmla="*/ 60 w 119"/>
                <a:gd name="T119" fmla="*/ 35 h 166"/>
                <a:gd name="T120" fmla="*/ 79 w 119"/>
                <a:gd name="T1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66">
                  <a:moveTo>
                    <a:pt x="113" y="132"/>
                  </a:moveTo>
                  <a:cubicBezTo>
                    <a:pt x="113" y="132"/>
                    <a:pt x="113" y="132"/>
                    <a:pt x="113" y="132"/>
                  </a:cubicBezTo>
                  <a:cubicBezTo>
                    <a:pt x="113" y="132"/>
                    <a:pt x="113" y="132"/>
                    <a:pt x="113" y="132"/>
                  </a:cubicBezTo>
                  <a:cubicBezTo>
                    <a:pt x="113" y="132"/>
                    <a:pt x="113" y="132"/>
                    <a:pt x="113" y="132"/>
                  </a:cubicBezTo>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99"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6"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 name="Freeform 1708">
              <a:extLst>
                <a:ext uri="{FF2B5EF4-FFF2-40B4-BE49-F238E27FC236}">
                  <a16:creationId xmlns:a16="http://schemas.microsoft.com/office/drawing/2014/main" id="{ABBE9C65-EB5E-409B-AC54-DF617F42B5F2}"/>
                </a:ext>
              </a:extLst>
            </p:cNvPr>
            <p:cNvSpPr>
              <a:spLocks/>
            </p:cNvSpPr>
            <p:nvPr userDrawn="1"/>
          </p:nvSpPr>
          <p:spPr bwMode="auto">
            <a:xfrm>
              <a:off x="6709363" y="4901884"/>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 name="Freeform 1709">
              <a:extLst>
                <a:ext uri="{FF2B5EF4-FFF2-40B4-BE49-F238E27FC236}">
                  <a16:creationId xmlns:a16="http://schemas.microsoft.com/office/drawing/2014/main" id="{71D4D8D4-5E48-4D01-9252-BAB85F61A1DC}"/>
                </a:ext>
              </a:extLst>
            </p:cNvPr>
            <p:cNvSpPr>
              <a:spLocks noEditPoints="1"/>
            </p:cNvSpPr>
            <p:nvPr userDrawn="1"/>
          </p:nvSpPr>
          <p:spPr bwMode="auto">
            <a:xfrm>
              <a:off x="7947628"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3 w 219"/>
                <a:gd name="T21" fmla="*/ 37 h 131"/>
                <a:gd name="T22" fmla="*/ 213 w 219"/>
                <a:gd name="T23" fmla="*/ 102 h 131"/>
                <a:gd name="T24" fmla="*/ 213 w 219"/>
                <a:gd name="T25" fmla="*/ 102 h 131"/>
                <a:gd name="T26" fmla="*/ 213 w 219"/>
                <a:gd name="T27" fmla="*/ 104 h 131"/>
                <a:gd name="T28" fmla="*/ 208 w 219"/>
                <a:gd name="T29" fmla="*/ 115 h 131"/>
                <a:gd name="T30" fmla="*/ 178 w 219"/>
                <a:gd name="T31" fmla="*/ 125 h 131"/>
                <a:gd name="T32" fmla="*/ 99 w 219"/>
                <a:gd name="T33" fmla="*/ 125 h 131"/>
                <a:gd name="T34" fmla="*/ 87 w 219"/>
                <a:gd name="T35" fmla="*/ 120 h 131"/>
                <a:gd name="T36" fmla="*/ 80 w 219"/>
                <a:gd name="T37" fmla="*/ 111 h 131"/>
                <a:gd name="T38" fmla="*/ 76 w 219"/>
                <a:gd name="T39" fmla="*/ 95 h 131"/>
                <a:gd name="T40" fmla="*/ 76 w 219"/>
                <a:gd name="T41" fmla="*/ 94 h 131"/>
                <a:gd name="T42" fmla="*/ 34 w 219"/>
                <a:gd name="T43" fmla="*/ 51 h 131"/>
                <a:gd name="T44" fmla="*/ 76 w 219"/>
                <a:gd name="T45" fmla="*/ 74 h 131"/>
                <a:gd name="T46" fmla="*/ 76 w 219"/>
                <a:gd name="T47" fmla="*/ 35 h 131"/>
                <a:gd name="T48" fmla="*/ 82 w 219"/>
                <a:gd name="T49" fmla="*/ 20 h 131"/>
                <a:gd name="T50" fmla="*/ 92 w 219"/>
                <a:gd name="T51" fmla="*/ 11 h 131"/>
                <a:gd name="T52" fmla="*/ 110 w 219"/>
                <a:gd name="T53" fmla="*/ 6 h 131"/>
                <a:gd name="T54" fmla="*/ 110 w 219"/>
                <a:gd name="T55" fmla="*/ 6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6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6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 name="Freeform 1710">
              <a:extLst>
                <a:ext uri="{FF2B5EF4-FFF2-40B4-BE49-F238E27FC236}">
                  <a16:creationId xmlns:a16="http://schemas.microsoft.com/office/drawing/2014/main" id="{1AE5FBB1-64EA-4F50-BD38-F11B329F5B31}"/>
                </a:ext>
              </a:extLst>
            </p:cNvPr>
            <p:cNvSpPr>
              <a:spLocks noEditPoints="1"/>
            </p:cNvSpPr>
            <p:nvPr userDrawn="1"/>
          </p:nvSpPr>
          <p:spPr bwMode="auto">
            <a:xfrm>
              <a:off x="8298838" y="4811573"/>
              <a:ext cx="210726" cy="204705"/>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6 h 137"/>
                <a:gd name="T28" fmla="*/ 37 w 140"/>
                <a:gd name="T29" fmla="*/ 106 h 137"/>
                <a:gd name="T30" fmla="*/ 37 w 140"/>
                <a:gd name="T31" fmla="*/ 106 h 137"/>
                <a:gd name="T32" fmla="*/ 22 w 140"/>
                <a:gd name="T33" fmla="*/ 104 h 137"/>
                <a:gd name="T34" fmla="*/ 14 w 140"/>
                <a:gd name="T35" fmla="*/ 100 h 137"/>
                <a:gd name="T36" fmla="*/ 9 w 140"/>
                <a:gd name="T37" fmla="*/ 95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1 h 137"/>
                <a:gd name="T68" fmla="*/ 37 w 140"/>
                <a:gd name="T69" fmla="*/ 112 h 137"/>
                <a:gd name="T70" fmla="*/ 41 w 140"/>
                <a:gd name="T71" fmla="*/ 112 h 137"/>
                <a:gd name="T72" fmla="*/ 95 w 140"/>
                <a:gd name="T73" fmla="*/ 137 h 137"/>
                <a:gd name="T74" fmla="*/ 75 w 140"/>
                <a:gd name="T75" fmla="*/ 110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6"/>
                    <a:pt x="41" y="106"/>
                    <a:pt x="41" y="106"/>
                  </a:cubicBezTo>
                  <a:cubicBezTo>
                    <a:pt x="41" y="106"/>
                    <a:pt x="39" y="106"/>
                    <a:pt x="37" y="106"/>
                  </a:cubicBezTo>
                  <a:cubicBezTo>
                    <a:pt x="37"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7"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 name="Freeform 1711">
              <a:extLst>
                <a:ext uri="{FF2B5EF4-FFF2-40B4-BE49-F238E27FC236}">
                  <a16:creationId xmlns:a16="http://schemas.microsoft.com/office/drawing/2014/main" id="{C9A90B68-9AC2-4B00-8833-0A2245F64E72}"/>
                </a:ext>
              </a:extLst>
            </p:cNvPr>
            <p:cNvSpPr>
              <a:spLocks noEditPoints="1"/>
            </p:cNvSpPr>
            <p:nvPr userDrawn="1"/>
          </p:nvSpPr>
          <p:spPr bwMode="auto">
            <a:xfrm>
              <a:off x="7251229" y="4632958"/>
              <a:ext cx="210726" cy="206713"/>
            </a:xfrm>
            <a:custGeom>
              <a:avLst/>
              <a:gdLst>
                <a:gd name="T0" fmla="*/ 93 w 140"/>
                <a:gd name="T1" fmla="*/ 134 h 137"/>
                <a:gd name="T2" fmla="*/ 89 w 140"/>
                <a:gd name="T3" fmla="*/ 135 h 137"/>
                <a:gd name="T4" fmla="*/ 94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99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3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99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2 w 140"/>
                <a:gd name="T77" fmla="*/ 96 h 137"/>
                <a:gd name="T78" fmla="*/ 3 w 140"/>
                <a:gd name="T79" fmla="*/ 97 h 137"/>
                <a:gd name="T80" fmla="*/ 10 w 140"/>
                <a:gd name="T81" fmla="*/ 105 h 137"/>
                <a:gd name="T82" fmla="*/ 24 w 140"/>
                <a:gd name="T83" fmla="*/ 110 h 137"/>
                <a:gd name="T84" fmla="*/ 37 w 140"/>
                <a:gd name="T85" fmla="*/ 112 h 137"/>
                <a:gd name="T86" fmla="*/ 41 w 140"/>
                <a:gd name="T87" fmla="*/ 111 h 137"/>
                <a:gd name="T88" fmla="*/ 79 w 140"/>
                <a:gd name="T89" fmla="*/ 130 h 137"/>
                <a:gd name="T90" fmla="*/ 88 w 140"/>
                <a:gd name="T91" fmla="*/ 129 h 137"/>
                <a:gd name="T92" fmla="*/ 75 w 140"/>
                <a:gd name="T93" fmla="*/ 109 h 137"/>
                <a:gd name="T94" fmla="*/ 107 w 140"/>
                <a:gd name="T95" fmla="*/ 109 h 137"/>
                <a:gd name="T96" fmla="*/ 107 w 140"/>
                <a:gd name="T97" fmla="*/ 109 h 137"/>
                <a:gd name="T98" fmla="*/ 135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99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2"/>
                    <a:pt x="37" y="112"/>
                  </a:cubicBezTo>
                  <a:cubicBezTo>
                    <a:pt x="39" y="112"/>
                    <a:pt x="40" y="111"/>
                    <a:pt x="41" y="111"/>
                  </a:cubicBezTo>
                  <a:cubicBezTo>
                    <a:pt x="79" y="130"/>
                    <a:pt x="79" y="130"/>
                    <a:pt x="79" y="130"/>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 name="Freeform 1712">
              <a:extLst>
                <a:ext uri="{FF2B5EF4-FFF2-40B4-BE49-F238E27FC236}">
                  <a16:creationId xmlns:a16="http://schemas.microsoft.com/office/drawing/2014/main" id="{C1553947-E101-49D9-9675-F9796A45AEC8}"/>
                </a:ext>
              </a:extLst>
            </p:cNvPr>
            <p:cNvSpPr>
              <a:spLocks/>
            </p:cNvSpPr>
            <p:nvPr userDrawn="1"/>
          </p:nvSpPr>
          <p:spPr bwMode="auto">
            <a:xfrm>
              <a:off x="7371644" y="4827629"/>
              <a:ext cx="20069" cy="8028"/>
            </a:xfrm>
            <a:custGeom>
              <a:avLst/>
              <a:gdLst>
                <a:gd name="T0" fmla="*/ 9 w 14"/>
                <a:gd name="T1" fmla="*/ 0 h 6"/>
                <a:gd name="T2" fmla="*/ 0 w 14"/>
                <a:gd name="T3" fmla="*/ 1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1"/>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 name="Freeform 1713">
              <a:extLst>
                <a:ext uri="{FF2B5EF4-FFF2-40B4-BE49-F238E27FC236}">
                  <a16:creationId xmlns:a16="http://schemas.microsoft.com/office/drawing/2014/main" id="{4CC5800E-CAF7-4239-9CFE-CFD1302F84F9}"/>
                </a:ext>
              </a:extLst>
            </p:cNvPr>
            <p:cNvSpPr>
              <a:spLocks noEditPoints="1"/>
            </p:cNvSpPr>
            <p:nvPr userDrawn="1"/>
          </p:nvSpPr>
          <p:spPr bwMode="auto">
            <a:xfrm>
              <a:off x="7092683" y="4412197"/>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9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6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10"/>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9"/>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6"/>
                    <a:pt x="123" y="76"/>
                    <a:pt x="123"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 name="Freeform 1714">
              <a:extLst>
                <a:ext uri="{FF2B5EF4-FFF2-40B4-BE49-F238E27FC236}">
                  <a16:creationId xmlns:a16="http://schemas.microsoft.com/office/drawing/2014/main" id="{8F4B3E6F-ECD6-4456-B350-6C1BFE561DEA}"/>
                </a:ext>
              </a:extLst>
            </p:cNvPr>
            <p:cNvSpPr>
              <a:spLocks noEditPoints="1"/>
            </p:cNvSpPr>
            <p:nvPr userDrawn="1"/>
          </p:nvSpPr>
          <p:spPr bwMode="auto">
            <a:xfrm>
              <a:off x="8517591" y="476942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1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1"/>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1"/>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1"/>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 name="Freeform 1715">
              <a:extLst>
                <a:ext uri="{FF2B5EF4-FFF2-40B4-BE49-F238E27FC236}">
                  <a16:creationId xmlns:a16="http://schemas.microsoft.com/office/drawing/2014/main" id="{D4CDCE35-B554-4B3C-988C-D1242DE8E55A}"/>
                </a:ext>
              </a:extLst>
            </p:cNvPr>
            <p:cNvSpPr>
              <a:spLocks noEditPoints="1"/>
            </p:cNvSpPr>
            <p:nvPr userDrawn="1"/>
          </p:nvSpPr>
          <p:spPr bwMode="auto">
            <a:xfrm>
              <a:off x="8808594" y="4233583"/>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70 w 76"/>
                <a:gd name="T19" fmla="*/ 78 h 115"/>
                <a:gd name="T20" fmla="*/ 67 w 76"/>
                <a:gd name="T21" fmla="*/ 81 h 115"/>
                <a:gd name="T22" fmla="*/ 55 w 76"/>
                <a:gd name="T23" fmla="*/ 84 h 115"/>
                <a:gd name="T24" fmla="*/ 55 w 76"/>
                <a:gd name="T25" fmla="*/ 84 h 115"/>
                <a:gd name="T26" fmla="*/ 54 w 76"/>
                <a:gd name="T27" fmla="*/ 84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7 w 76"/>
                <a:gd name="T63" fmla="*/ 8 h 115"/>
                <a:gd name="T64" fmla="*/ 1 w 76"/>
                <a:gd name="T65" fmla="*/ 22 h 115"/>
                <a:gd name="T66" fmla="*/ 0 w 76"/>
                <a:gd name="T67" fmla="*/ 39 h 115"/>
                <a:gd name="T68" fmla="*/ 1 w 76"/>
                <a:gd name="T69" fmla="*/ 61 h 115"/>
                <a:gd name="T70" fmla="*/ 8 w 76"/>
                <a:gd name="T71" fmla="*/ 81 h 115"/>
                <a:gd name="T72" fmla="*/ 15 w 76"/>
                <a:gd name="T73" fmla="*/ 88 h 115"/>
                <a:gd name="T74" fmla="*/ 15 w 76"/>
                <a:gd name="T75" fmla="*/ 88 h 115"/>
                <a:gd name="T76" fmla="*/ 37 w 76"/>
                <a:gd name="T77" fmla="*/ 89 h 115"/>
                <a:gd name="T78" fmla="*/ 26 w 76"/>
                <a:gd name="T79" fmla="*/ 115 h 115"/>
                <a:gd name="T80" fmla="*/ 56 w 76"/>
                <a:gd name="T81" fmla="*/ 90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1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6"/>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4"/>
                    <a:pt x="10" y="5"/>
                    <a:pt x="7" y="8"/>
                  </a:cubicBezTo>
                  <a:cubicBezTo>
                    <a:pt x="4" y="11"/>
                    <a:pt x="2" y="16"/>
                    <a:pt x="1" y="22"/>
                  </a:cubicBezTo>
                  <a:cubicBezTo>
                    <a:pt x="0" y="27"/>
                    <a:pt x="0" y="34"/>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 name="Freeform 1716">
              <a:extLst>
                <a:ext uri="{FF2B5EF4-FFF2-40B4-BE49-F238E27FC236}">
                  <a16:creationId xmlns:a16="http://schemas.microsoft.com/office/drawing/2014/main" id="{8F220597-D692-4C44-9CBF-774FB1DC213E}"/>
                </a:ext>
              </a:extLst>
            </p:cNvPr>
            <p:cNvSpPr>
              <a:spLocks noEditPoints="1"/>
            </p:cNvSpPr>
            <p:nvPr userDrawn="1"/>
          </p:nvSpPr>
          <p:spPr bwMode="auto">
            <a:xfrm>
              <a:off x="7116766" y="4677110"/>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 name="Freeform 1717">
              <a:extLst>
                <a:ext uri="{FF2B5EF4-FFF2-40B4-BE49-F238E27FC236}">
                  <a16:creationId xmlns:a16="http://schemas.microsoft.com/office/drawing/2014/main" id="{12DCA683-7747-49B1-AA09-E6DCC3807BB7}"/>
                </a:ext>
              </a:extLst>
            </p:cNvPr>
            <p:cNvSpPr>
              <a:spLocks noEditPoints="1"/>
            </p:cNvSpPr>
            <p:nvPr userDrawn="1"/>
          </p:nvSpPr>
          <p:spPr bwMode="auto">
            <a:xfrm>
              <a:off x="6426388" y="4197458"/>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0 h 115"/>
                <a:gd name="T64" fmla="*/ 60 w 76"/>
                <a:gd name="T65" fmla="*/ 0 h 115"/>
                <a:gd name="T66" fmla="*/ 60 w 76"/>
                <a:gd name="T67" fmla="*/ 0 h 115"/>
                <a:gd name="T68" fmla="*/ 16 w 76"/>
                <a:gd name="T69" fmla="*/ 3 h 115"/>
                <a:gd name="T70" fmla="*/ 17 w 76"/>
                <a:gd name="T71" fmla="*/ 6 h 115"/>
                <a:gd name="T72" fmla="*/ 16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7" y="9"/>
                  </a:moveTo>
                  <a:cubicBezTo>
                    <a:pt x="60" y="6"/>
                    <a:pt x="60" y="6"/>
                    <a:pt x="60" y="6"/>
                  </a:cubicBezTo>
                  <a:cubicBezTo>
                    <a:pt x="60" y="6"/>
                    <a:pt x="61" y="6"/>
                    <a:pt x="61" y="6"/>
                  </a:cubicBezTo>
                  <a:cubicBezTo>
                    <a:pt x="63" y="6"/>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 name="Freeform 1718">
              <a:extLst>
                <a:ext uri="{FF2B5EF4-FFF2-40B4-BE49-F238E27FC236}">
                  <a16:creationId xmlns:a16="http://schemas.microsoft.com/office/drawing/2014/main" id="{552511B5-8A0B-43D5-850C-2ADFD024112E}"/>
                </a:ext>
              </a:extLst>
            </p:cNvPr>
            <p:cNvSpPr>
              <a:spLocks noEditPoints="1"/>
            </p:cNvSpPr>
            <p:nvPr userDrawn="1"/>
          </p:nvSpPr>
          <p:spPr bwMode="auto">
            <a:xfrm>
              <a:off x="7574342" y="5010257"/>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5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 name="Freeform 1719">
              <a:extLst>
                <a:ext uri="{FF2B5EF4-FFF2-40B4-BE49-F238E27FC236}">
                  <a16:creationId xmlns:a16="http://schemas.microsoft.com/office/drawing/2014/main" id="{716AD5FA-34E0-404C-B9F9-AE8E5D2B340B}"/>
                </a:ext>
              </a:extLst>
            </p:cNvPr>
            <p:cNvSpPr>
              <a:spLocks noEditPoints="1"/>
            </p:cNvSpPr>
            <p:nvPr userDrawn="1"/>
          </p:nvSpPr>
          <p:spPr bwMode="auto">
            <a:xfrm>
              <a:off x="7148876" y="5034340"/>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9 w 76"/>
                <a:gd name="T83" fmla="*/ 82 h 116"/>
                <a:gd name="T84" fmla="*/ 15 w 76"/>
                <a:gd name="T85" fmla="*/ 88 h 116"/>
                <a:gd name="T86" fmla="*/ 16 w 76"/>
                <a:gd name="T87" fmla="*/ 89 h 116"/>
                <a:gd name="T88" fmla="*/ 37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 name="Freeform 1720">
              <a:extLst>
                <a:ext uri="{FF2B5EF4-FFF2-40B4-BE49-F238E27FC236}">
                  <a16:creationId xmlns:a16="http://schemas.microsoft.com/office/drawing/2014/main" id="{7AAB559F-7B69-4FE7-9D36-4C024B931DC3}"/>
                </a:ext>
              </a:extLst>
            </p:cNvPr>
            <p:cNvSpPr>
              <a:spLocks noEditPoints="1"/>
            </p:cNvSpPr>
            <p:nvPr userDrawn="1"/>
          </p:nvSpPr>
          <p:spPr bwMode="auto">
            <a:xfrm>
              <a:off x="6655176"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 name="Freeform 1721">
              <a:extLst>
                <a:ext uri="{FF2B5EF4-FFF2-40B4-BE49-F238E27FC236}">
                  <a16:creationId xmlns:a16="http://schemas.microsoft.com/office/drawing/2014/main" id="{AA108D4B-5C98-4EBB-92F7-7859B4252AA9}"/>
                </a:ext>
              </a:extLst>
            </p:cNvPr>
            <p:cNvSpPr>
              <a:spLocks noEditPoints="1"/>
            </p:cNvSpPr>
            <p:nvPr userDrawn="1"/>
          </p:nvSpPr>
          <p:spPr bwMode="auto">
            <a:xfrm>
              <a:off x="7094690" y="5487903"/>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7"/>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 name="Freeform 1722">
              <a:extLst>
                <a:ext uri="{FF2B5EF4-FFF2-40B4-BE49-F238E27FC236}">
                  <a16:creationId xmlns:a16="http://schemas.microsoft.com/office/drawing/2014/main" id="{440C7F72-F60C-4ED9-BAAB-233D92B62EB2}"/>
                </a:ext>
              </a:extLst>
            </p:cNvPr>
            <p:cNvSpPr>
              <a:spLocks noEditPoints="1"/>
            </p:cNvSpPr>
            <p:nvPr userDrawn="1"/>
          </p:nvSpPr>
          <p:spPr bwMode="auto">
            <a:xfrm>
              <a:off x="6281890" y="5429703"/>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6"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6" y="16"/>
                  </a:cubicBezTo>
                  <a:cubicBezTo>
                    <a:pt x="10" y="24"/>
                    <a:pt x="6" y="35"/>
                    <a:pt x="3" y="47"/>
                  </a:cubicBezTo>
                  <a:cubicBezTo>
                    <a:pt x="1" y="60"/>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 name="Freeform 1723">
              <a:extLst>
                <a:ext uri="{FF2B5EF4-FFF2-40B4-BE49-F238E27FC236}">
                  <a16:creationId xmlns:a16="http://schemas.microsoft.com/office/drawing/2014/main" id="{92051EEB-0AE3-440F-9434-9AC70B6A7498}"/>
                </a:ext>
              </a:extLst>
            </p:cNvPr>
            <p:cNvSpPr>
              <a:spLocks noEditPoints="1"/>
            </p:cNvSpPr>
            <p:nvPr userDrawn="1"/>
          </p:nvSpPr>
          <p:spPr bwMode="auto">
            <a:xfrm>
              <a:off x="7146870" y="5622366"/>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4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 name="Freeform 1724">
              <a:extLst>
                <a:ext uri="{FF2B5EF4-FFF2-40B4-BE49-F238E27FC236}">
                  <a16:creationId xmlns:a16="http://schemas.microsoft.com/office/drawing/2014/main" id="{7106E2BA-C68F-40C9-AB8B-973BE9106CF9}"/>
                </a:ext>
              </a:extLst>
            </p:cNvPr>
            <p:cNvSpPr>
              <a:spLocks noEditPoints="1"/>
            </p:cNvSpPr>
            <p:nvPr userDrawn="1"/>
          </p:nvSpPr>
          <p:spPr bwMode="auto">
            <a:xfrm>
              <a:off x="8156347" y="5000223"/>
              <a:ext cx="299031" cy="118408"/>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4"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8"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 name="Freeform 1725">
              <a:extLst>
                <a:ext uri="{FF2B5EF4-FFF2-40B4-BE49-F238E27FC236}">
                  <a16:creationId xmlns:a16="http://schemas.microsoft.com/office/drawing/2014/main" id="{2B3C5FE2-625F-456F-A892-F46C5A614702}"/>
                </a:ext>
              </a:extLst>
            </p:cNvPr>
            <p:cNvSpPr>
              <a:spLocks noEditPoints="1"/>
            </p:cNvSpPr>
            <p:nvPr userDrawn="1"/>
          </p:nvSpPr>
          <p:spPr bwMode="auto">
            <a:xfrm>
              <a:off x="6586941" y="4046939"/>
              <a:ext cx="387335" cy="156539"/>
            </a:xfrm>
            <a:custGeom>
              <a:avLst/>
              <a:gdLst>
                <a:gd name="T0" fmla="*/ 187 w 258"/>
                <a:gd name="T1" fmla="*/ 54 h 104"/>
                <a:gd name="T2" fmla="*/ 187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76 w 258"/>
                <a:gd name="T17" fmla="*/ 69 h 104"/>
                <a:gd name="T18" fmla="*/ 184 w 258"/>
                <a:gd name="T19" fmla="*/ 82 h 104"/>
                <a:gd name="T20" fmla="*/ 187 w 258"/>
                <a:gd name="T21" fmla="*/ 83 h 104"/>
                <a:gd name="T22" fmla="*/ 115 w 258"/>
                <a:gd name="T23" fmla="*/ 98 h 104"/>
                <a:gd name="T24" fmla="*/ 100 w 258"/>
                <a:gd name="T25" fmla="*/ 98 h 104"/>
                <a:gd name="T26" fmla="*/ 99 w 258"/>
                <a:gd name="T27" fmla="*/ 98 h 104"/>
                <a:gd name="T28" fmla="*/ 99 w 258"/>
                <a:gd name="T29" fmla="*/ 98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8 h 104"/>
                <a:gd name="T44" fmla="*/ 23 w 258"/>
                <a:gd name="T45" fmla="*/ 8 h 104"/>
                <a:gd name="T46" fmla="*/ 0 w 258"/>
                <a:gd name="T47" fmla="*/ 47 h 104"/>
                <a:gd name="T48" fmla="*/ 5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2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2"/>
                  </a:cubicBezTo>
                  <a:cubicBezTo>
                    <a:pt x="186" y="82"/>
                    <a:pt x="187" y="83"/>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4"/>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 name="Freeform 1726">
              <a:extLst>
                <a:ext uri="{FF2B5EF4-FFF2-40B4-BE49-F238E27FC236}">
                  <a16:creationId xmlns:a16="http://schemas.microsoft.com/office/drawing/2014/main" id="{B47D3FA3-35D9-48AD-9C60-1B06A99C895E}"/>
                </a:ext>
              </a:extLst>
            </p:cNvPr>
            <p:cNvSpPr>
              <a:spLocks noEditPoints="1"/>
            </p:cNvSpPr>
            <p:nvPr userDrawn="1"/>
          </p:nvSpPr>
          <p:spPr bwMode="auto">
            <a:xfrm>
              <a:off x="6251787" y="5227004"/>
              <a:ext cx="417438" cy="170588"/>
            </a:xfrm>
            <a:custGeom>
              <a:avLst/>
              <a:gdLst>
                <a:gd name="T0" fmla="*/ 11 w 277"/>
                <a:gd name="T1" fmla="*/ 80 h 112"/>
                <a:gd name="T2" fmla="*/ 11 w 277"/>
                <a:gd name="T3" fmla="*/ 80 h 112"/>
                <a:gd name="T4" fmla="*/ 11 w 277"/>
                <a:gd name="T5" fmla="*/ 80 h 112"/>
                <a:gd name="T6" fmla="*/ 101 w 277"/>
                <a:gd name="T7" fmla="*/ 6 h 112"/>
                <a:gd name="T8" fmla="*/ 191 w 277"/>
                <a:gd name="T9" fmla="*/ 23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4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3"/>
                  </a:cubicBezTo>
                  <a:cubicBezTo>
                    <a:pt x="193" y="23"/>
                    <a:pt x="195" y="24"/>
                    <a:pt x="196" y="25"/>
                  </a:cubicBezTo>
                  <a:cubicBezTo>
                    <a:pt x="196" y="25"/>
                    <a:pt x="196" y="25"/>
                    <a:pt x="197" y="25"/>
                  </a:cubicBezTo>
                  <a:cubicBezTo>
                    <a:pt x="200" y="29"/>
                    <a:pt x="201" y="34"/>
                    <a:pt x="201" y="39"/>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9"/>
                    <a:pt x="28" y="92"/>
                  </a:cubicBezTo>
                  <a:cubicBezTo>
                    <a:pt x="22" y="89"/>
                    <a:pt x="17" y="86"/>
                    <a:pt x="15" y="84"/>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9"/>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 name="Freeform 1727">
              <a:extLst>
                <a:ext uri="{FF2B5EF4-FFF2-40B4-BE49-F238E27FC236}">
                  <a16:creationId xmlns:a16="http://schemas.microsoft.com/office/drawing/2014/main" id="{8351C604-9976-4816-9D7F-5AEEE8F4284F}"/>
                </a:ext>
              </a:extLst>
            </p:cNvPr>
            <p:cNvSpPr>
              <a:spLocks/>
            </p:cNvSpPr>
            <p:nvPr userDrawn="1"/>
          </p:nvSpPr>
          <p:spPr bwMode="auto">
            <a:xfrm>
              <a:off x="6285904" y="5241053"/>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 name="Freeform 1728">
              <a:extLst>
                <a:ext uri="{FF2B5EF4-FFF2-40B4-BE49-F238E27FC236}">
                  <a16:creationId xmlns:a16="http://schemas.microsoft.com/office/drawing/2014/main" id="{018FBA2D-D8FD-4C39-BC34-5D04A47CD0B6}"/>
                </a:ext>
              </a:extLst>
            </p:cNvPr>
            <p:cNvSpPr>
              <a:spLocks/>
            </p:cNvSpPr>
            <p:nvPr userDrawn="1"/>
          </p:nvSpPr>
          <p:spPr bwMode="auto">
            <a:xfrm>
              <a:off x="6548810" y="530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 name="Freeform 1729">
              <a:extLst>
                <a:ext uri="{FF2B5EF4-FFF2-40B4-BE49-F238E27FC236}">
                  <a16:creationId xmlns:a16="http://schemas.microsoft.com/office/drawing/2014/main" id="{0C023FCD-8380-4924-87A0-7EFDE4797790}"/>
                </a:ext>
              </a:extLst>
            </p:cNvPr>
            <p:cNvSpPr>
              <a:spLocks noEditPoints="1"/>
            </p:cNvSpPr>
            <p:nvPr userDrawn="1"/>
          </p:nvSpPr>
          <p:spPr bwMode="auto">
            <a:xfrm>
              <a:off x="7052544" y="5245067"/>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1"/>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5"/>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 name="Freeform 1730">
              <a:extLst>
                <a:ext uri="{FF2B5EF4-FFF2-40B4-BE49-F238E27FC236}">
                  <a16:creationId xmlns:a16="http://schemas.microsoft.com/office/drawing/2014/main" id="{A92E1BD5-694A-4B12-983B-7E01AADEA013}"/>
                </a:ext>
              </a:extLst>
            </p:cNvPr>
            <p:cNvSpPr>
              <a:spLocks/>
            </p:cNvSpPr>
            <p:nvPr userDrawn="1"/>
          </p:nvSpPr>
          <p:spPr bwMode="auto">
            <a:xfrm>
              <a:off x="7076627" y="5287211"/>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 name="Freeform 1731">
              <a:extLst>
                <a:ext uri="{FF2B5EF4-FFF2-40B4-BE49-F238E27FC236}">
                  <a16:creationId xmlns:a16="http://schemas.microsoft.com/office/drawing/2014/main" id="{B5C3AE79-9664-4A0E-B9DC-A7579D580F32}"/>
                </a:ext>
              </a:extLst>
            </p:cNvPr>
            <p:cNvSpPr>
              <a:spLocks noEditPoints="1"/>
            </p:cNvSpPr>
            <p:nvPr userDrawn="1"/>
          </p:nvSpPr>
          <p:spPr bwMode="auto">
            <a:xfrm>
              <a:off x="6197599" y="3784034"/>
              <a:ext cx="258892" cy="170588"/>
            </a:xfrm>
            <a:custGeom>
              <a:avLst/>
              <a:gdLst>
                <a:gd name="T0" fmla="*/ 19 w 171"/>
                <a:gd name="T1" fmla="*/ 27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9 h 112"/>
                <a:gd name="T28" fmla="*/ 160 w 171"/>
                <a:gd name="T29" fmla="*/ 89 h 112"/>
                <a:gd name="T30" fmla="*/ 163 w 171"/>
                <a:gd name="T31" fmla="*/ 89 h 112"/>
                <a:gd name="T32" fmla="*/ 159 w 171"/>
                <a:gd name="T33" fmla="*/ 90 h 112"/>
                <a:gd name="T34" fmla="*/ 140 w 171"/>
                <a:gd name="T35" fmla="*/ 97 h 112"/>
                <a:gd name="T36" fmla="*/ 140 w 171"/>
                <a:gd name="T37" fmla="*/ 97 h 112"/>
                <a:gd name="T38" fmla="*/ 140 w 171"/>
                <a:gd name="T39" fmla="*/ 97 h 112"/>
                <a:gd name="T40" fmla="*/ 140 w 171"/>
                <a:gd name="T41" fmla="*/ 97 h 112"/>
                <a:gd name="T42" fmla="*/ 77 w 171"/>
                <a:gd name="T43" fmla="*/ 106 h 112"/>
                <a:gd name="T44" fmla="*/ 77 w 171"/>
                <a:gd name="T45" fmla="*/ 106 h 112"/>
                <a:gd name="T46" fmla="*/ 77 w 171"/>
                <a:gd name="T47" fmla="*/ 106 h 112"/>
                <a:gd name="T48" fmla="*/ 26 w 171"/>
                <a:gd name="T49" fmla="*/ 97 h 112"/>
                <a:gd name="T50" fmla="*/ 26 w 171"/>
                <a:gd name="T51" fmla="*/ 97 h 112"/>
                <a:gd name="T52" fmla="*/ 26 w 171"/>
                <a:gd name="T53" fmla="*/ 97 h 112"/>
                <a:gd name="T54" fmla="*/ 26 w 171"/>
                <a:gd name="T55" fmla="*/ 97 h 112"/>
                <a:gd name="T56" fmla="*/ 16 w 171"/>
                <a:gd name="T57" fmla="*/ 90 h 112"/>
                <a:gd name="T58" fmla="*/ 6 w 171"/>
                <a:gd name="T59" fmla="*/ 66 h 112"/>
                <a:gd name="T60" fmla="*/ 19 w 171"/>
                <a:gd name="T61" fmla="*/ 27 h 112"/>
                <a:gd name="T62" fmla="*/ 58 w 171"/>
                <a:gd name="T63" fmla="*/ 0 h 112"/>
                <a:gd name="T64" fmla="*/ 58 w 171"/>
                <a:gd name="T65" fmla="*/ 0 h 112"/>
                <a:gd name="T66" fmla="*/ 25 w 171"/>
                <a:gd name="T67" fmla="*/ 11 h 112"/>
                <a:gd name="T68" fmla="*/ 14 w 171"/>
                <a:gd name="T69" fmla="*/ 23 h 112"/>
                <a:gd name="T70" fmla="*/ 14 w 171"/>
                <a:gd name="T71" fmla="*/ 23 h 112"/>
                <a:gd name="T72" fmla="*/ 13 w 171"/>
                <a:gd name="T73" fmla="*/ 23 h 112"/>
                <a:gd name="T74" fmla="*/ 0 w 171"/>
                <a:gd name="T75" fmla="*/ 66 h 112"/>
                <a:gd name="T76" fmla="*/ 12 w 171"/>
                <a:gd name="T77" fmla="*/ 95 h 112"/>
                <a:gd name="T78" fmla="*/ 24 w 171"/>
                <a:gd name="T79" fmla="*/ 103 h 112"/>
                <a:gd name="T80" fmla="*/ 77 w 171"/>
                <a:gd name="T81" fmla="*/ 112 h 112"/>
                <a:gd name="T82" fmla="*/ 142 w 171"/>
                <a:gd name="T83" fmla="*/ 103 h 112"/>
                <a:gd name="T84" fmla="*/ 142 w 171"/>
                <a:gd name="T85" fmla="*/ 103 h 112"/>
                <a:gd name="T86" fmla="*/ 165 w 171"/>
                <a:gd name="T87" fmla="*/ 94 h 112"/>
                <a:gd name="T88" fmla="*/ 169 w 171"/>
                <a:gd name="T89" fmla="*/ 91 h 112"/>
                <a:gd name="T90" fmla="*/ 171 w 171"/>
                <a:gd name="T91" fmla="*/ 87 h 112"/>
                <a:gd name="T92" fmla="*/ 170 w 171"/>
                <a:gd name="T93" fmla="*/ 85 h 112"/>
                <a:gd name="T94" fmla="*/ 169 w 171"/>
                <a:gd name="T95" fmla="*/ 83 h 112"/>
                <a:gd name="T96" fmla="*/ 167 w 171"/>
                <a:gd name="T97" fmla="*/ 83 h 112"/>
                <a:gd name="T98" fmla="*/ 160 w 171"/>
                <a:gd name="T99" fmla="*/ 83 h 112"/>
                <a:gd name="T100" fmla="*/ 138 w 171"/>
                <a:gd name="T101" fmla="*/ 83 h 112"/>
                <a:gd name="T102" fmla="*/ 125 w 171"/>
                <a:gd name="T103" fmla="*/ 77 h 112"/>
                <a:gd name="T104" fmla="*/ 113 w 171"/>
                <a:gd name="T105" fmla="*/ 58 h 112"/>
                <a:gd name="T106" fmla="*/ 111 w 171"/>
                <a:gd name="T107" fmla="*/ 50 h 112"/>
                <a:gd name="T108" fmla="*/ 111 w 171"/>
                <a:gd name="T109" fmla="*/ 48 h 112"/>
                <a:gd name="T110" fmla="*/ 110 w 171"/>
                <a:gd name="T111" fmla="*/ 47 h 112"/>
                <a:gd name="T112" fmla="*/ 110 w 171"/>
                <a:gd name="T113" fmla="*/ 47 h 112"/>
                <a:gd name="T114" fmla="*/ 95 w 171"/>
                <a:gd name="T115" fmla="*/ 11 h 112"/>
                <a:gd name="T116" fmla="*/ 95 w 171"/>
                <a:gd name="T117" fmla="*/ 11 h 112"/>
                <a:gd name="T118" fmla="*/ 95 w 171"/>
                <a:gd name="T119" fmla="*/ 11 h 112"/>
                <a:gd name="T120" fmla="*/ 58 w 171"/>
                <a:gd name="T1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 h="112">
                  <a:moveTo>
                    <a:pt x="19" y="27"/>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9"/>
                    <a:pt x="160" y="89"/>
                  </a:cubicBezTo>
                  <a:cubicBezTo>
                    <a:pt x="160" y="89"/>
                    <a:pt x="160" y="89"/>
                    <a:pt x="160" y="89"/>
                  </a:cubicBezTo>
                  <a:cubicBezTo>
                    <a:pt x="161" y="89"/>
                    <a:pt x="162" y="89"/>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7"/>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1" y="112"/>
                    <a:pt x="141"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6"/>
                    <a:pt x="170" y="85"/>
                  </a:cubicBezTo>
                  <a:cubicBezTo>
                    <a:pt x="170" y="84"/>
                    <a:pt x="169" y="84"/>
                    <a:pt x="169" y="83"/>
                  </a:cubicBezTo>
                  <a:cubicBezTo>
                    <a:pt x="168" y="83"/>
                    <a:pt x="168" y="83"/>
                    <a:pt x="167" y="83"/>
                  </a:cubicBezTo>
                  <a:cubicBezTo>
                    <a:pt x="165" y="83"/>
                    <a:pt x="163" y="83"/>
                    <a:pt x="160" y="83"/>
                  </a:cubicBezTo>
                  <a:cubicBezTo>
                    <a:pt x="151" y="83"/>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 name="Freeform 1732">
              <a:extLst>
                <a:ext uri="{FF2B5EF4-FFF2-40B4-BE49-F238E27FC236}">
                  <a16:creationId xmlns:a16="http://schemas.microsoft.com/office/drawing/2014/main" id="{FA398FE7-AE9B-43DD-9BCE-4222F92BEBF0}"/>
                </a:ext>
              </a:extLst>
            </p:cNvPr>
            <p:cNvSpPr>
              <a:spLocks noEditPoints="1"/>
            </p:cNvSpPr>
            <p:nvPr userDrawn="1"/>
          </p:nvSpPr>
          <p:spPr bwMode="auto">
            <a:xfrm>
              <a:off x="7423824" y="5728732"/>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19 w 354"/>
                <a:gd name="T65" fmla="*/ 0 h 231"/>
                <a:gd name="T66" fmla="*/ 119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342 w 354"/>
                <a:gd name="T87" fmla="*/ 194 h 231"/>
                <a:gd name="T88" fmla="*/ 351 w 354"/>
                <a:gd name="T89" fmla="*/ 187 h 231"/>
                <a:gd name="T90" fmla="*/ 354 w 354"/>
                <a:gd name="T91" fmla="*/ 181 h 231"/>
                <a:gd name="T92" fmla="*/ 353 w 354"/>
                <a:gd name="T93" fmla="*/ 178 h 231"/>
                <a:gd name="T94" fmla="*/ 351 w 354"/>
                <a:gd name="T95" fmla="*/ 177 h 231"/>
                <a:gd name="T96" fmla="*/ 348 w 354"/>
                <a:gd name="T97" fmla="*/ 176 h 231"/>
                <a:gd name="T98" fmla="*/ 333 w 354"/>
                <a:gd name="T99" fmla="*/ 175 h 231"/>
                <a:gd name="T100" fmla="*/ 288 w 354"/>
                <a:gd name="T101" fmla="*/ 177 h 231"/>
                <a:gd name="T102" fmla="*/ 257 w 354"/>
                <a:gd name="T103" fmla="*/ 163 h 231"/>
                <a:gd name="T104" fmla="*/ 232 w 354"/>
                <a:gd name="T105" fmla="*/ 122 h 231"/>
                <a:gd name="T106" fmla="*/ 227 w 354"/>
                <a:gd name="T107" fmla="*/ 105 h 231"/>
                <a:gd name="T108" fmla="*/ 226 w 354"/>
                <a:gd name="T109" fmla="*/ 100 h 231"/>
                <a:gd name="T110" fmla="*/ 226 w 354"/>
                <a:gd name="T111" fmla="*/ 98 h 231"/>
                <a:gd name="T112" fmla="*/ 226 w 354"/>
                <a:gd name="T113" fmla="*/ 98 h 231"/>
                <a:gd name="T114" fmla="*/ 195 w 354"/>
                <a:gd name="T115" fmla="*/ 23 h 231"/>
                <a:gd name="T116" fmla="*/ 195 w 354"/>
                <a:gd name="T117" fmla="*/ 23 h 231"/>
                <a:gd name="T118" fmla="*/ 194 w 354"/>
                <a:gd name="T119" fmla="*/ 23 h 231"/>
                <a:gd name="T120" fmla="*/ 119 w 354"/>
                <a:gd name="T1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4"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 name="Freeform 1733">
              <a:extLst>
                <a:ext uri="{FF2B5EF4-FFF2-40B4-BE49-F238E27FC236}">
                  <a16:creationId xmlns:a16="http://schemas.microsoft.com/office/drawing/2014/main" id="{F32CE36C-EECF-4BC2-82DD-D64D23D3318B}"/>
                </a:ext>
              </a:extLst>
            </p:cNvPr>
            <p:cNvSpPr>
              <a:spLocks noEditPoints="1"/>
            </p:cNvSpPr>
            <p:nvPr userDrawn="1"/>
          </p:nvSpPr>
          <p:spPr bwMode="auto">
            <a:xfrm>
              <a:off x="7769013" y="5130672"/>
              <a:ext cx="254879"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6"/>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1"/>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 name="Freeform 1734">
              <a:extLst>
                <a:ext uri="{FF2B5EF4-FFF2-40B4-BE49-F238E27FC236}">
                  <a16:creationId xmlns:a16="http://schemas.microsoft.com/office/drawing/2014/main" id="{DBB46B56-0792-4B47-916A-CA7DBA3765A9}"/>
                </a:ext>
              </a:extLst>
            </p:cNvPr>
            <p:cNvSpPr>
              <a:spLocks noEditPoints="1"/>
            </p:cNvSpPr>
            <p:nvPr userDrawn="1"/>
          </p:nvSpPr>
          <p:spPr bwMode="auto">
            <a:xfrm>
              <a:off x="8738351" y="5501952"/>
              <a:ext cx="256885" cy="200691"/>
            </a:xfrm>
            <a:custGeom>
              <a:avLst/>
              <a:gdLst>
                <a:gd name="T0" fmla="*/ 27 w 170"/>
                <a:gd name="T1" fmla="*/ 7 h 133"/>
                <a:gd name="T2" fmla="*/ 35 w 170"/>
                <a:gd name="T3" fmla="*/ 7 h 133"/>
                <a:gd name="T4" fmla="*/ 108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5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8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8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8"/>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 name="Freeform 1735">
              <a:extLst>
                <a:ext uri="{FF2B5EF4-FFF2-40B4-BE49-F238E27FC236}">
                  <a16:creationId xmlns:a16="http://schemas.microsoft.com/office/drawing/2014/main" id="{64D2B78D-B93C-498B-BE63-0D0181E89E41}"/>
                </a:ext>
              </a:extLst>
            </p:cNvPr>
            <p:cNvSpPr>
              <a:spLocks/>
            </p:cNvSpPr>
            <p:nvPr userDrawn="1"/>
          </p:nvSpPr>
          <p:spPr bwMode="auto">
            <a:xfrm>
              <a:off x="8804580" y="5700635"/>
              <a:ext cx="0"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 name="Freeform 1736">
              <a:extLst>
                <a:ext uri="{FF2B5EF4-FFF2-40B4-BE49-F238E27FC236}">
                  <a16:creationId xmlns:a16="http://schemas.microsoft.com/office/drawing/2014/main" id="{F5924EF8-D47C-4A4D-880C-3027D6CB7B28}"/>
                </a:ext>
              </a:extLst>
            </p:cNvPr>
            <p:cNvSpPr>
              <a:spLocks noEditPoints="1"/>
            </p:cNvSpPr>
            <p:nvPr userDrawn="1"/>
          </p:nvSpPr>
          <p:spPr bwMode="auto">
            <a:xfrm>
              <a:off x="7492059" y="4273721"/>
              <a:ext cx="280968" cy="242837"/>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6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4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1"/>
                  </a:cubicBezTo>
                  <a:cubicBezTo>
                    <a:pt x="153" y="116"/>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9"/>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6" y="158"/>
                    <a:pt x="186" y="157"/>
                    <a:pt x="186" y="157"/>
                  </a:cubicBezTo>
                  <a:cubicBezTo>
                    <a:pt x="165" y="124"/>
                    <a:pt x="165" y="124"/>
                    <a:pt x="165" y="124"/>
                  </a:cubicBezTo>
                  <a:cubicBezTo>
                    <a:pt x="165" y="124"/>
                    <a:pt x="165" y="124"/>
                    <a:pt x="165" y="124"/>
                  </a:cubicBezTo>
                  <a:cubicBezTo>
                    <a:pt x="161" y="118"/>
                    <a:pt x="159" y="114"/>
                    <a:pt x="159" y="111"/>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 name="Freeform 1737">
              <a:extLst>
                <a:ext uri="{FF2B5EF4-FFF2-40B4-BE49-F238E27FC236}">
                  <a16:creationId xmlns:a16="http://schemas.microsoft.com/office/drawing/2014/main" id="{406A1E85-00A5-4964-8DE8-6B3D7ABE206E}"/>
                </a:ext>
              </a:extLst>
            </p:cNvPr>
            <p:cNvSpPr>
              <a:spLocks noEditPoints="1"/>
            </p:cNvSpPr>
            <p:nvPr userDrawn="1"/>
          </p:nvSpPr>
          <p:spPr bwMode="auto">
            <a:xfrm>
              <a:off x="8740359" y="3747910"/>
              <a:ext cx="194671" cy="168581"/>
            </a:xfrm>
            <a:custGeom>
              <a:avLst/>
              <a:gdLst>
                <a:gd name="T0" fmla="*/ 15 w 129"/>
                <a:gd name="T1" fmla="*/ 39 h 112"/>
                <a:gd name="T2" fmla="*/ 63 w 129"/>
                <a:gd name="T3" fmla="*/ 16 h 112"/>
                <a:gd name="T4" fmla="*/ 66 w 129"/>
                <a:gd name="T5" fmla="*/ 15 h 112"/>
                <a:gd name="T6" fmla="*/ 52 w 129"/>
                <a:gd name="T7" fmla="*/ 7 h 112"/>
                <a:gd name="T8" fmla="*/ 57 w 129"/>
                <a:gd name="T9" fmla="*/ 9 h 112"/>
                <a:gd name="T10" fmla="*/ 65 w 129"/>
                <a:gd name="T11" fmla="*/ 18 h 112"/>
                <a:gd name="T12" fmla="*/ 92 w 129"/>
                <a:gd name="T13" fmla="*/ 10 h 112"/>
                <a:gd name="T14" fmla="*/ 103 w 129"/>
                <a:gd name="T15" fmla="*/ 35 h 112"/>
                <a:gd name="T16" fmla="*/ 119 w 129"/>
                <a:gd name="T17" fmla="*/ 45 h 112"/>
                <a:gd name="T18" fmla="*/ 121 w 129"/>
                <a:gd name="T19" fmla="*/ 60 h 112"/>
                <a:gd name="T20" fmla="*/ 104 w 129"/>
                <a:gd name="T21" fmla="*/ 76 h 112"/>
                <a:gd name="T22" fmla="*/ 95 w 129"/>
                <a:gd name="T23" fmla="*/ 79 h 112"/>
                <a:gd name="T24" fmla="*/ 85 w 129"/>
                <a:gd name="T25" fmla="*/ 94 h 112"/>
                <a:gd name="T26" fmla="*/ 76 w 129"/>
                <a:gd name="T27" fmla="*/ 89 h 112"/>
                <a:gd name="T28" fmla="*/ 61 w 129"/>
                <a:gd name="T29" fmla="*/ 99 h 112"/>
                <a:gd name="T30" fmla="*/ 34 w 129"/>
                <a:gd name="T31" fmla="*/ 91 h 112"/>
                <a:gd name="T32" fmla="*/ 20 w 129"/>
                <a:gd name="T33" fmla="*/ 75 h 112"/>
                <a:gd name="T34" fmla="*/ 6 w 129"/>
                <a:gd name="T35" fmla="*/ 67 h 112"/>
                <a:gd name="T36" fmla="*/ 18 w 129"/>
                <a:gd name="T37" fmla="*/ 49 h 112"/>
                <a:gd name="T38" fmla="*/ 25 w 129"/>
                <a:gd name="T39" fmla="*/ 20 h 112"/>
                <a:gd name="T40" fmla="*/ 46 w 129"/>
                <a:gd name="T41" fmla="*/ 18 h 112"/>
                <a:gd name="T42" fmla="*/ 54 w 129"/>
                <a:gd name="T43" fmla="*/ 0 h 112"/>
                <a:gd name="T44" fmla="*/ 40 w 129"/>
                <a:gd name="T45" fmla="*/ 10 h 112"/>
                <a:gd name="T46" fmla="*/ 40 w 129"/>
                <a:gd name="T47" fmla="*/ 15 h 112"/>
                <a:gd name="T48" fmla="*/ 30 w 129"/>
                <a:gd name="T49" fmla="*/ 15 h 112"/>
                <a:gd name="T50" fmla="*/ 25 w 129"/>
                <a:gd name="T51" fmla="*/ 13 h 112"/>
                <a:gd name="T52" fmla="*/ 9 w 129"/>
                <a:gd name="T53" fmla="*/ 41 h 112"/>
                <a:gd name="T54" fmla="*/ 11 w 129"/>
                <a:gd name="T55" fmla="*/ 52 h 112"/>
                <a:gd name="T56" fmla="*/ 4 w 129"/>
                <a:gd name="T57" fmla="*/ 56 h 112"/>
                <a:gd name="T58" fmla="*/ 2 w 129"/>
                <a:gd name="T59" fmla="*/ 58 h 112"/>
                <a:gd name="T60" fmla="*/ 14 w 129"/>
                <a:gd name="T61" fmla="*/ 82 h 112"/>
                <a:gd name="T62" fmla="*/ 24 w 129"/>
                <a:gd name="T63" fmla="*/ 82 h 112"/>
                <a:gd name="T64" fmla="*/ 28 w 129"/>
                <a:gd name="T65" fmla="*/ 94 h 112"/>
                <a:gd name="T66" fmla="*/ 29 w 129"/>
                <a:gd name="T67" fmla="*/ 97 h 112"/>
                <a:gd name="T68" fmla="*/ 65 w 129"/>
                <a:gd name="T69" fmla="*/ 103 h 112"/>
                <a:gd name="T70" fmla="*/ 74 w 129"/>
                <a:gd name="T71" fmla="*/ 95 h 112"/>
                <a:gd name="T72" fmla="*/ 75 w 129"/>
                <a:gd name="T73" fmla="*/ 96 h 112"/>
                <a:gd name="T74" fmla="*/ 95 w 129"/>
                <a:gd name="T75" fmla="*/ 97 h 112"/>
                <a:gd name="T76" fmla="*/ 100 w 129"/>
                <a:gd name="T77" fmla="*/ 85 h 112"/>
                <a:gd name="T78" fmla="*/ 124 w 129"/>
                <a:gd name="T79" fmla="*/ 111 h 112"/>
                <a:gd name="T80" fmla="*/ 129 w 129"/>
                <a:gd name="T81" fmla="*/ 110 h 112"/>
                <a:gd name="T82" fmla="*/ 114 w 129"/>
                <a:gd name="T83" fmla="*/ 84 h 112"/>
                <a:gd name="T84" fmla="*/ 118 w 129"/>
                <a:gd name="T85" fmla="*/ 69 h 112"/>
                <a:gd name="T86" fmla="*/ 127 w 129"/>
                <a:gd name="T87" fmla="*/ 43 h 112"/>
                <a:gd name="T88" fmla="*/ 118 w 129"/>
                <a:gd name="T89" fmla="*/ 39 h 112"/>
                <a:gd name="T90" fmla="*/ 110 w 129"/>
                <a:gd name="T91" fmla="*/ 32 h 112"/>
                <a:gd name="T92" fmla="*/ 85 w 129"/>
                <a:gd name="T93" fmla="*/ 3 h 112"/>
                <a:gd name="T94" fmla="*/ 61 w 129"/>
                <a:gd name="T95"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9"/>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90"/>
                    <a:pt x="67" y="91"/>
                  </a:cubicBezTo>
                  <a:cubicBezTo>
                    <a:pt x="65" y="93"/>
                    <a:pt x="63" y="95"/>
                    <a:pt x="61" y="99"/>
                  </a:cubicBezTo>
                  <a:cubicBezTo>
                    <a:pt x="59" y="99"/>
                    <a:pt x="56" y="100"/>
                    <a:pt x="52" y="100"/>
                  </a:cubicBezTo>
                  <a:cubicBezTo>
                    <a:pt x="52" y="100"/>
                    <a:pt x="52" y="100"/>
                    <a:pt x="52" y="100"/>
                  </a:cubicBezTo>
                  <a:cubicBezTo>
                    <a:pt x="46" y="100"/>
                    <a:pt x="40" y="99"/>
                    <a:pt x="34" y="94"/>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4"/>
                    <a:pt x="8" y="73"/>
                    <a:pt x="7" y="72"/>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3"/>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2"/>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9"/>
                    <a:pt x="122" y="68"/>
                    <a:pt x="123" y="67"/>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 name="Freeform 1738">
              <a:extLst>
                <a:ext uri="{FF2B5EF4-FFF2-40B4-BE49-F238E27FC236}">
                  <a16:creationId xmlns:a16="http://schemas.microsoft.com/office/drawing/2014/main" id="{7232C61B-CDE8-4FFB-8F0A-FBA060826953}"/>
                </a:ext>
              </a:extLst>
            </p:cNvPr>
            <p:cNvSpPr>
              <a:spLocks noEditPoints="1"/>
            </p:cNvSpPr>
            <p:nvPr userDrawn="1"/>
          </p:nvSpPr>
          <p:spPr bwMode="auto">
            <a:xfrm>
              <a:off x="8202506" y="4315865"/>
              <a:ext cx="282975" cy="242837"/>
            </a:xfrm>
            <a:custGeom>
              <a:avLst/>
              <a:gdLst>
                <a:gd name="T0" fmla="*/ 167 w 188"/>
                <a:gd name="T1" fmla="*/ 112 h 162"/>
                <a:gd name="T2" fmla="*/ 105 w 188"/>
                <a:gd name="T3" fmla="*/ 9 h 162"/>
                <a:gd name="T4" fmla="*/ 110 w 188"/>
                <a:gd name="T5" fmla="*/ 6 h 162"/>
                <a:gd name="T6" fmla="*/ 121 w 188"/>
                <a:gd name="T7" fmla="*/ 15 h 162"/>
                <a:gd name="T8" fmla="*/ 127 w 188"/>
                <a:gd name="T9" fmla="*/ 29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3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5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4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8"/>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3"/>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5"/>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49" y="127"/>
                    <a:pt x="49" y="125"/>
                  </a:cubicBezTo>
                  <a:cubicBezTo>
                    <a:pt x="49"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3"/>
                    <a:pt x="13" y="92"/>
                    <a:pt x="12" y="91"/>
                  </a:cubicBezTo>
                  <a:cubicBezTo>
                    <a:pt x="10" y="90"/>
                    <a:pt x="8" y="88"/>
                    <a:pt x="7" y="85"/>
                  </a:cubicBezTo>
                  <a:cubicBezTo>
                    <a:pt x="6" y="82"/>
                    <a:pt x="6" y="78"/>
                    <a:pt x="6" y="75"/>
                  </a:cubicBezTo>
                  <a:cubicBezTo>
                    <a:pt x="6" y="72"/>
                    <a:pt x="6"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4"/>
                    <a:pt x="22" y="124"/>
                    <a:pt x="22" y="124"/>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2"/>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8"/>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9"/>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 name="Freeform 1739">
              <a:extLst>
                <a:ext uri="{FF2B5EF4-FFF2-40B4-BE49-F238E27FC236}">
                  <a16:creationId xmlns:a16="http://schemas.microsoft.com/office/drawing/2014/main" id="{EEF8C6FF-D2C4-499A-82D5-A1FA143A67BE}"/>
                </a:ext>
              </a:extLst>
            </p:cNvPr>
            <p:cNvSpPr>
              <a:spLocks noEditPoints="1"/>
            </p:cNvSpPr>
            <p:nvPr userDrawn="1"/>
          </p:nvSpPr>
          <p:spPr bwMode="auto">
            <a:xfrm>
              <a:off x="7630535" y="5413647"/>
              <a:ext cx="282975" cy="242837"/>
            </a:xfrm>
            <a:custGeom>
              <a:avLst/>
              <a:gdLst>
                <a:gd name="T0" fmla="*/ 99 w 188"/>
                <a:gd name="T1" fmla="*/ 23 h 162"/>
                <a:gd name="T2" fmla="*/ 110 w 188"/>
                <a:gd name="T3" fmla="*/ 6 h 162"/>
                <a:gd name="T4" fmla="*/ 120 w 188"/>
                <a:gd name="T5" fmla="*/ 12 h 162"/>
                <a:gd name="T6" fmla="*/ 122 w 188"/>
                <a:gd name="T7" fmla="*/ 24 h 162"/>
                <a:gd name="T8" fmla="*/ 147 w 188"/>
                <a:gd name="T9" fmla="*/ 27 h 162"/>
                <a:gd name="T10" fmla="*/ 170 w 188"/>
                <a:gd name="T11" fmla="*/ 47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5 h 162"/>
                <a:gd name="T26" fmla="*/ 81 w 188"/>
                <a:gd name="T27" fmla="*/ 131 h 162"/>
                <a:gd name="T28" fmla="*/ 77 w 188"/>
                <a:gd name="T29" fmla="*/ 132 h 162"/>
                <a:gd name="T30" fmla="*/ 64 w 188"/>
                <a:gd name="T31" fmla="*/ 139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0 h 162"/>
                <a:gd name="T48" fmla="*/ 52 w 188"/>
                <a:gd name="T49" fmla="*/ 12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7 h 162"/>
                <a:gd name="T68" fmla="*/ 0 w 188"/>
                <a:gd name="T69" fmla="*/ 75 h 162"/>
                <a:gd name="T70" fmla="*/ 14 w 188"/>
                <a:gd name="T71" fmla="*/ 98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4 h 162"/>
                <a:gd name="T84" fmla="*/ 44 w 188"/>
                <a:gd name="T85" fmla="*/ 137 h 162"/>
                <a:gd name="T86" fmla="*/ 65 w 188"/>
                <a:gd name="T87" fmla="*/ 145 h 162"/>
                <a:gd name="T88" fmla="*/ 78 w 188"/>
                <a:gd name="T89" fmla="*/ 139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59 w 188"/>
                <a:gd name="T101" fmla="*/ 116 h 162"/>
                <a:gd name="T102" fmla="*/ 168 w 188"/>
                <a:gd name="T103" fmla="*/ 118 h 162"/>
                <a:gd name="T104" fmla="*/ 188 w 188"/>
                <a:gd name="T105" fmla="*/ 97 h 162"/>
                <a:gd name="T106" fmla="*/ 183 w 188"/>
                <a:gd name="T107" fmla="*/ 83 h 162"/>
                <a:gd name="T108" fmla="*/ 171 w 188"/>
                <a:gd name="T109" fmla="*/ 76 h 162"/>
                <a:gd name="T110" fmla="*/ 174 w 188"/>
                <a:gd name="T111" fmla="*/ 59 h 162"/>
                <a:gd name="T112" fmla="*/ 172 w 188"/>
                <a:gd name="T113" fmla="*/ 32 h 162"/>
                <a:gd name="T114" fmla="*/ 151 w 188"/>
                <a:gd name="T115" fmla="*/ 20 h 162"/>
                <a:gd name="T116" fmla="*/ 134 w 188"/>
                <a:gd name="T117" fmla="*/ 23 h 162"/>
                <a:gd name="T118" fmla="*/ 127 w 188"/>
                <a:gd name="T119" fmla="*/ 21 h 162"/>
                <a:gd name="T120" fmla="*/ 128 w 188"/>
                <a:gd name="T121" fmla="*/ 14 h 162"/>
                <a:gd name="T122" fmla="*/ 117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6"/>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 name="Freeform 1740">
              <a:extLst>
                <a:ext uri="{FF2B5EF4-FFF2-40B4-BE49-F238E27FC236}">
                  <a16:creationId xmlns:a16="http://schemas.microsoft.com/office/drawing/2014/main" id="{94EEE044-26CC-42E2-90AE-AAB2B244F70C}"/>
                </a:ext>
              </a:extLst>
            </p:cNvPr>
            <p:cNvSpPr>
              <a:spLocks noEditPoints="1"/>
            </p:cNvSpPr>
            <p:nvPr userDrawn="1"/>
          </p:nvSpPr>
          <p:spPr bwMode="auto">
            <a:xfrm>
              <a:off x="7905483" y="3906455"/>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1 h 162"/>
                <a:gd name="T20" fmla="*/ 159 w 188"/>
                <a:gd name="T21" fmla="*/ 110 h 162"/>
                <a:gd name="T22" fmla="*/ 142 w 188"/>
                <a:gd name="T23" fmla="*/ 122 h 162"/>
                <a:gd name="T24" fmla="*/ 113 w 188"/>
                <a:gd name="T25" fmla="*/ 148 h 162"/>
                <a:gd name="T26" fmla="*/ 98 w 188"/>
                <a:gd name="T27" fmla="*/ 145 h 162"/>
                <a:gd name="T28" fmla="*/ 81 w 188"/>
                <a:gd name="T29" fmla="*/ 131 h 162"/>
                <a:gd name="T30" fmla="*/ 73 w 188"/>
                <a:gd name="T31" fmla="*/ 135 h 162"/>
                <a:gd name="T32" fmla="*/ 64 w 188"/>
                <a:gd name="T33" fmla="*/ 139 h 162"/>
                <a:gd name="T34" fmla="*/ 49 w 188"/>
                <a:gd name="T35" fmla="*/ 133 h 162"/>
                <a:gd name="T36" fmla="*/ 45 w 188"/>
                <a:gd name="T37" fmla="*/ 112 h 162"/>
                <a:gd name="T38" fmla="*/ 27 w 188"/>
                <a:gd name="T39" fmla="*/ 127 h 162"/>
                <a:gd name="T40" fmla="*/ 15 w 188"/>
                <a:gd name="T41" fmla="*/ 92 h 162"/>
                <a:gd name="T42" fmla="*/ 6 w 188"/>
                <a:gd name="T43" fmla="*/ 75 h 162"/>
                <a:gd name="T44" fmla="*/ 13 w 188"/>
                <a:gd name="T45" fmla="*/ 63 h 162"/>
                <a:gd name="T46" fmla="*/ 31 w 188"/>
                <a:gd name="T47" fmla="*/ 60 h 162"/>
                <a:gd name="T48" fmla="*/ 30 w 188"/>
                <a:gd name="T49" fmla="*/ 35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0 h 162"/>
                <a:gd name="T64" fmla="*/ 30 w 188"/>
                <a:gd name="T65" fmla="*/ 50 h 162"/>
                <a:gd name="T66" fmla="*/ 15 w 188"/>
                <a:gd name="T67" fmla="*/ 57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0 h 162"/>
                <a:gd name="T90" fmla="*/ 78 w 188"/>
                <a:gd name="T91" fmla="*/ 139 h 162"/>
                <a:gd name="T92" fmla="*/ 81 w 188"/>
                <a:gd name="T93" fmla="*/ 137 h 162"/>
                <a:gd name="T94" fmla="*/ 94 w 188"/>
                <a:gd name="T95" fmla="*/ 150 h 162"/>
                <a:gd name="T96" fmla="*/ 113 w 188"/>
                <a:gd name="T97" fmla="*/ 154 h 162"/>
                <a:gd name="T98" fmla="*/ 147 w 188"/>
                <a:gd name="T99" fmla="*/ 138 h 162"/>
                <a:gd name="T100" fmla="*/ 149 w 188"/>
                <a:gd name="T101" fmla="*/ 12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4"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1"/>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 name="Freeform 1741">
              <a:extLst>
                <a:ext uri="{FF2B5EF4-FFF2-40B4-BE49-F238E27FC236}">
                  <a16:creationId xmlns:a16="http://schemas.microsoft.com/office/drawing/2014/main" id="{496EACE8-7B8E-41E9-85E5-AFDEA3E4779F}"/>
                </a:ext>
              </a:extLst>
            </p:cNvPr>
            <p:cNvSpPr>
              <a:spLocks noEditPoints="1"/>
            </p:cNvSpPr>
            <p:nvPr userDrawn="1"/>
          </p:nvSpPr>
          <p:spPr bwMode="auto">
            <a:xfrm>
              <a:off x="8979181" y="5214962"/>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6 w 243"/>
                <a:gd name="T117" fmla="*/ 26 h 208"/>
                <a:gd name="T118" fmla="*/ 174 w 243"/>
                <a:gd name="T119" fmla="*/ 30 h 208"/>
                <a:gd name="T120" fmla="*/ 164 w 243"/>
                <a:gd name="T121" fmla="*/ 27 h 208"/>
                <a:gd name="T122" fmla="*/ 165 w 243"/>
                <a:gd name="T123" fmla="*/ 17 h 208"/>
                <a:gd name="T124" fmla="*/ 151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1" y="107"/>
                    <a:pt x="225" y="110"/>
                    <a:pt x="229" y="112"/>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90"/>
                    <a:pt x="129" y="189"/>
                    <a:pt x="128" y="189"/>
                  </a:cubicBezTo>
                  <a:cubicBezTo>
                    <a:pt x="127" y="189"/>
                    <a:pt x="127" y="189"/>
                    <a:pt x="127" y="189"/>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 name="Freeform 1742">
              <a:extLst>
                <a:ext uri="{FF2B5EF4-FFF2-40B4-BE49-F238E27FC236}">
                  <a16:creationId xmlns:a16="http://schemas.microsoft.com/office/drawing/2014/main" id="{BFC6557F-748C-4D9A-90AF-BAA48F33BFAE}"/>
                </a:ext>
              </a:extLst>
            </p:cNvPr>
            <p:cNvSpPr>
              <a:spLocks/>
            </p:cNvSpPr>
            <p:nvPr userDrawn="1"/>
          </p:nvSpPr>
          <p:spPr bwMode="auto">
            <a:xfrm>
              <a:off x="8979181" y="5524027"/>
              <a:ext cx="4014"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Tree>
    <p:extLst>
      <p:ext uri="{BB962C8B-B14F-4D97-AF65-F5344CB8AC3E}">
        <p14:creationId xmlns:p14="http://schemas.microsoft.com/office/powerpoint/2010/main" val="194386601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1673153710"/>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0259"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952149072"/>
      </p:ext>
    </p:extLst>
  </p:cSld>
  <p:clrMapOvr>
    <a:masterClrMapping/>
  </p:clrMapOvr>
  <p:hf sldNum="0" hdr="0"/>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1_White Title Slide">
    <p:spTree>
      <p:nvGrpSpPr>
        <p:cNvPr id="1" name=""/>
        <p:cNvGrpSpPr/>
        <p:nvPr/>
      </p:nvGrpSpPr>
      <p:grpSpPr>
        <a:xfrm>
          <a:off x="0" y="0"/>
          <a:ext cx="0" cy="0"/>
          <a:chOff x="0" y="0"/>
          <a:chExt cx="0" cy="0"/>
        </a:xfrm>
      </p:grpSpPr>
      <p:sp>
        <p:nvSpPr>
          <p:cNvPr id="7" name="Text Placeholder 42">
            <a:extLst>
              <a:ext uri="{FF2B5EF4-FFF2-40B4-BE49-F238E27FC236}">
                <a16:creationId xmlns:a16="http://schemas.microsoft.com/office/drawing/2014/main" id="{A4F04206-BA94-4881-BA5F-F4855044D621}"/>
              </a:ext>
            </a:extLst>
          </p:cNvPr>
          <p:cNvSpPr>
            <a:spLocks noGrp="1"/>
          </p:cNvSpPr>
          <p:nvPr>
            <p:ph type="body" sz="quarter" idx="11" hasCustomPrompt="1"/>
          </p:nvPr>
        </p:nvSpPr>
        <p:spPr>
          <a:xfrm>
            <a:off x="489600" y="1200000"/>
            <a:ext cx="11145600" cy="2640000"/>
          </a:xfrm>
          <a:prstGeom prst="rect">
            <a:avLst/>
          </a:prstGeom>
        </p:spPr>
        <p:txBody>
          <a:bodyPr lIns="0" tIns="0" rIns="0" bIns="0"/>
          <a:lstStyle>
            <a:lvl1pPr marL="0" indent="0">
              <a:spcBef>
                <a:spcPts val="0"/>
              </a:spcBef>
              <a:spcAft>
                <a:spcPts val="800"/>
              </a:spcAft>
              <a:buNone/>
              <a:defRPr sz="8800" baseline="0">
                <a:solidFill>
                  <a:schemeClr val="tx1"/>
                </a:solidFill>
                <a:latin typeface="Nokia Pure Headline Ultra Light" panose="020B0204020202020204" pitchFamily="34" charset="0"/>
              </a:defRPr>
            </a:lvl1pPr>
          </a:lstStyle>
          <a:p>
            <a:pPr lvl="0"/>
            <a:r>
              <a:rPr lang="en-US"/>
              <a:t>Main headline in sentence case here</a:t>
            </a:r>
          </a:p>
        </p:txBody>
      </p:sp>
      <p:sp>
        <p:nvSpPr>
          <p:cNvPr id="8" name="Text Placeholder 3">
            <a:extLst>
              <a:ext uri="{FF2B5EF4-FFF2-40B4-BE49-F238E27FC236}">
                <a16:creationId xmlns:a16="http://schemas.microsoft.com/office/drawing/2014/main" id="{82395FE5-ACED-4CF9-93C7-742199141AC5}"/>
              </a:ext>
            </a:extLst>
          </p:cNvPr>
          <p:cNvSpPr>
            <a:spLocks noGrp="1"/>
          </p:cNvSpPr>
          <p:nvPr>
            <p:ph type="body" sz="quarter" idx="12"/>
          </p:nvPr>
        </p:nvSpPr>
        <p:spPr>
          <a:xfrm>
            <a:off x="579336" y="4080000"/>
            <a:ext cx="11055864" cy="2102400"/>
          </a:xfrm>
          <a:prstGeom prst="rect">
            <a:avLst/>
          </a:prstGeom>
        </p:spPr>
        <p:txBody>
          <a:bodyPr lIns="0" tIns="0" rIns="0" bIns="0">
            <a:normAutofit/>
          </a:bodyPr>
          <a:lstStyle>
            <a:lvl1pPr marL="0" indent="0">
              <a:spcBef>
                <a:spcPts val="0"/>
              </a:spcBef>
              <a:spcAft>
                <a:spcPts val="800"/>
              </a:spcAft>
              <a:buFont typeface="Arial" panose="020B0604020202020204" pitchFamily="34" charset="0"/>
              <a:buNone/>
              <a:defRPr sz="2133">
                <a:solidFill>
                  <a:schemeClr val="tx1"/>
                </a:solidFill>
                <a:latin typeface="Nokia Pure Text Light" panose="020B0403020202020204" pitchFamily="34" charset="0"/>
                <a:ea typeface="Nokia Pure Text Light" panose="020B0403020202020204" pitchFamily="34" charset="0"/>
              </a:defRPr>
            </a:lvl1pPr>
            <a:lvl2pPr marL="307192" indent="0">
              <a:spcBef>
                <a:spcPts val="0"/>
              </a:spcBef>
              <a:spcAft>
                <a:spcPts val="800"/>
              </a:spcAft>
              <a:buNone/>
              <a:defRPr sz="1867">
                <a:solidFill>
                  <a:schemeClr val="tx1"/>
                </a:solidFill>
                <a:latin typeface="Nokia Pure Text Light" panose="020B0403020202020204" pitchFamily="34" charset="0"/>
                <a:ea typeface="Nokia Pure Text Light" panose="020B0403020202020204" pitchFamily="34" charset="0"/>
              </a:defRPr>
            </a:lvl2pPr>
            <a:lvl3pPr marL="616785" indent="0">
              <a:spcBef>
                <a:spcPts val="0"/>
              </a:spcBef>
              <a:spcAft>
                <a:spcPts val="800"/>
              </a:spcAft>
              <a:buNone/>
              <a:defRPr sz="1600">
                <a:solidFill>
                  <a:schemeClr val="tx1"/>
                </a:solidFill>
                <a:latin typeface="Nokia Pure Text Light" panose="020B0403020202020204" pitchFamily="34" charset="0"/>
                <a:ea typeface="Nokia Pure Text Light" panose="020B0403020202020204" pitchFamily="34" charset="0"/>
              </a:defRPr>
            </a:lvl3pPr>
            <a:lvl4pPr marL="923977" indent="0">
              <a:spcBef>
                <a:spcPts val="0"/>
              </a:spcBef>
              <a:spcAft>
                <a:spcPts val="800"/>
              </a:spcAft>
              <a:buNone/>
              <a:defRPr sz="1333">
                <a:solidFill>
                  <a:schemeClr val="tx1"/>
                </a:solidFill>
                <a:latin typeface="Nokia Pure Text Light" panose="020B0403020202020204" pitchFamily="34" charset="0"/>
                <a:ea typeface="Nokia Pure Text Light" panose="020B0403020202020204" pitchFamily="34" charset="0"/>
              </a:defRPr>
            </a:lvl4pPr>
            <a:lvl5pPr marL="1231169" indent="0">
              <a:spcBef>
                <a:spcPts val="0"/>
              </a:spcBef>
              <a:spcAft>
                <a:spcPts val="800"/>
              </a:spcAft>
              <a:buFont typeface="Arial" panose="020B0604020202020204" pitchFamily="34" charset="0"/>
              <a:buNone/>
              <a:defRPr sz="1200">
                <a:solidFill>
                  <a:schemeClr val="tx1"/>
                </a:solidFill>
                <a:latin typeface="Nokia Pure Text Light" panose="020B0403020202020204" pitchFamily="34" charset="0"/>
                <a:ea typeface="Nokia Pure Text Light" panose="020B0403020202020204" pitchFamily="34" charset="0"/>
              </a:defRPr>
            </a:lvl5pPr>
            <a:lvl6pPr marL="1538362" indent="0">
              <a:spcBef>
                <a:spcPts val="0"/>
              </a:spcBef>
              <a:spcAft>
                <a:spcPts val="800"/>
              </a:spcAft>
              <a:buFont typeface="Nokia Pure Text" panose="020B0503020202020204" pitchFamily="34" charset="0"/>
              <a:buNone/>
              <a:defRPr sz="1067" baseline="0">
                <a:solidFill>
                  <a:schemeClr val="tx2"/>
                </a:solidFill>
                <a:latin typeface="Nokia Pure Text Light" panose="020B0403020202020204" pitchFamily="34" charset="0"/>
                <a:ea typeface="Nokia Pure Text Light" panose="020B0403020202020204" pitchFamily="34" charset="0"/>
              </a:defRPr>
            </a:lvl6pPr>
            <a:lvl7pPr marL="1845554" indent="0">
              <a:spcBef>
                <a:spcPts val="0"/>
              </a:spcBef>
              <a:spcAft>
                <a:spcPts val="800"/>
              </a:spcAft>
              <a:buNone/>
              <a:defRPr sz="933">
                <a:solidFill>
                  <a:schemeClr val="tx2"/>
                </a:solidFill>
                <a:latin typeface="Nokia Pure Text Light" panose="020B0403020202020204" pitchFamily="34" charset="0"/>
                <a:ea typeface="Nokia Pure Text Light" panose="020B0403020202020204" pitchFamily="34" charset="0"/>
              </a:defRPr>
            </a:lvl7pPr>
            <a:lvl8pPr marL="2152746" indent="0">
              <a:spcBef>
                <a:spcPts val="0"/>
              </a:spcBef>
              <a:spcAft>
                <a:spcPts val="800"/>
              </a:spcAft>
              <a:buNone/>
              <a:defRPr sz="800">
                <a:solidFill>
                  <a:schemeClr val="tx2"/>
                </a:solidFill>
                <a:latin typeface="Nokia Pure Text Light" panose="020B0403020202020204" pitchFamily="34" charset="0"/>
                <a:ea typeface="Nokia Pure Text Light" panose="020B0403020202020204" pitchFamily="34" charset="0"/>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Footer Placeholder 10">
            <a:extLst>
              <a:ext uri="{FF2B5EF4-FFF2-40B4-BE49-F238E27FC236}">
                <a16:creationId xmlns:a16="http://schemas.microsoft.com/office/drawing/2014/main" id="{441332EC-6B80-4828-AE81-B63F414EEB65}"/>
              </a:ext>
            </a:extLst>
          </p:cNvPr>
          <p:cNvSpPr>
            <a:spLocks noGrp="1"/>
          </p:cNvSpPr>
          <p:nvPr>
            <p:ph type="ftr" sz="quarter" idx="13"/>
          </p:nvPr>
        </p:nvSpPr>
        <p:spPr>
          <a:xfrm>
            <a:off x="3072000" y="6422400"/>
            <a:ext cx="6048000" cy="163200"/>
          </a:xfrm>
          <a:prstGeom prst="rect">
            <a:avLst/>
          </a:prstGeom>
        </p:spPr>
        <p:txBody>
          <a:bodyPr/>
          <a:lstStyle/>
          <a:p>
            <a:r>
              <a:rPr lang="en-GB"/>
              <a:t>Confidential</a:t>
            </a:r>
            <a:endParaRPr lang="en-US"/>
          </a:p>
        </p:txBody>
      </p:sp>
      <p:pic>
        <p:nvPicPr>
          <p:cNvPr id="9" name="Picture 8">
            <a:extLst>
              <a:ext uri="{FF2B5EF4-FFF2-40B4-BE49-F238E27FC236}">
                <a16:creationId xmlns:a16="http://schemas.microsoft.com/office/drawing/2014/main" id="{B2A079B4-2296-4AF6-9A4A-00A11E579D44}"/>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225600" y="48000"/>
            <a:ext cx="2132333" cy="897600"/>
          </a:xfrm>
          <a:prstGeom prst="rect">
            <a:avLst/>
          </a:prstGeom>
        </p:spPr>
      </p:pic>
    </p:spTree>
    <p:extLst>
      <p:ext uri="{BB962C8B-B14F-4D97-AF65-F5344CB8AC3E}">
        <p14:creationId xmlns:p14="http://schemas.microsoft.com/office/powerpoint/2010/main" val="177397673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Confidential</a:t>
            </a:r>
            <a:endParaRPr lang="en-US"/>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1"/>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1"/>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pic>
        <p:nvPicPr>
          <p:cNvPr id="6" name="Picture 5">
            <a:extLst>
              <a:ext uri="{FF2B5EF4-FFF2-40B4-BE49-F238E27FC236}">
                <a16:creationId xmlns:a16="http://schemas.microsoft.com/office/drawing/2014/main" id="{5CA21CAC-A69B-49EF-B34C-15D377FFF52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502968" y="6201334"/>
            <a:ext cx="1344149" cy="565817"/>
          </a:xfrm>
          <a:prstGeom prst="rect">
            <a:avLst/>
          </a:prstGeom>
        </p:spPr>
      </p:pic>
    </p:spTree>
    <p:extLst>
      <p:ext uri="{BB962C8B-B14F-4D97-AF65-F5344CB8AC3E}">
        <p14:creationId xmlns:p14="http://schemas.microsoft.com/office/powerpoint/2010/main" val="410703212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1_Blank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2D543A0E-70E6-46DB-8F7C-06A0214599E8}"/>
              </a:ext>
            </a:extLst>
          </p:cNvPr>
          <p:cNvSpPr>
            <a:spLocks noGrp="1"/>
          </p:cNvSpPr>
          <p:nvPr>
            <p:ph type="ftr" sz="quarter" idx="13"/>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207826356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&lt;Document ID: change ID in footer or remove&gt; &lt;Change information classification in footer&gt;</a:t>
            </a:r>
            <a:endParaRPr lang="en-US"/>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Tree>
    <p:extLst>
      <p:ext uri="{BB962C8B-B14F-4D97-AF65-F5344CB8AC3E}">
        <p14:creationId xmlns:p14="http://schemas.microsoft.com/office/powerpoint/2010/main" val="380452610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3_Single Text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CD5DDEE8-FF3C-4742-BB8C-B09BB2526ACE}"/>
              </a:ext>
            </a:extLst>
          </p:cNvPr>
          <p:cNvSpPr>
            <a:spLocks noGrp="1"/>
          </p:cNvSpPr>
          <p:nvPr>
            <p:ph type="ftr" sz="quarter" idx="10"/>
          </p:nvPr>
        </p:nvSpPr>
        <p:spPr/>
        <p:txBody>
          <a:bodyPr/>
          <a:lstStyle/>
          <a:p>
            <a:r>
              <a:rPr lang="en-GB"/>
              <a:t>&lt;Document ID: change ID in footer or remove&gt; &lt;Change information classification in footer&gt;</a:t>
            </a:r>
            <a:endParaRPr lang="en-US"/>
          </a:p>
        </p:txBody>
      </p:sp>
      <p:sp>
        <p:nvSpPr>
          <p:cNvPr id="4" name="Text Placeholder 12">
            <a:extLst>
              <a:ext uri="{FF2B5EF4-FFF2-40B4-BE49-F238E27FC236}">
                <a16:creationId xmlns:a16="http://schemas.microsoft.com/office/drawing/2014/main" id="{B4B383DF-E841-4958-AC70-1FE077578D06}"/>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6D425CB6-0BAB-4AB6-ADCE-D68F0C1DF88A}"/>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ext Placeholder 3">
            <a:extLst>
              <a:ext uri="{FF2B5EF4-FFF2-40B4-BE49-F238E27FC236}">
                <a16:creationId xmlns:a16="http://schemas.microsoft.com/office/drawing/2014/main" id="{087D8427-6029-4956-BF93-C47F0DB87979}"/>
              </a:ext>
            </a:extLst>
          </p:cNvPr>
          <p:cNvSpPr>
            <a:spLocks noGrp="1"/>
          </p:cNvSpPr>
          <p:nvPr>
            <p:ph type="body" sz="quarter" idx="13"/>
          </p:nvPr>
        </p:nvSpPr>
        <p:spPr>
          <a:xfrm>
            <a:off x="556800" y="1440000"/>
            <a:ext cx="110784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12800010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4_Single Table">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able Placeholder 2">
            <a:extLst>
              <a:ext uri="{FF2B5EF4-FFF2-40B4-BE49-F238E27FC236}">
                <a16:creationId xmlns:a16="http://schemas.microsoft.com/office/drawing/2014/main" id="{1CF4B30C-BC0A-4BED-8EEF-4DDEF7B9FABC}"/>
              </a:ext>
            </a:extLst>
          </p:cNvPr>
          <p:cNvSpPr>
            <a:spLocks noGrp="1"/>
          </p:cNvSpPr>
          <p:nvPr>
            <p:ph type="tbl" sz="quarter" idx="13"/>
          </p:nvPr>
        </p:nvSpPr>
        <p:spPr>
          <a:xfrm>
            <a:off x="556800" y="1435200"/>
            <a:ext cx="11078400" cy="4752000"/>
          </a:xfrm>
          <a:prstGeom prst="rect">
            <a:avLst/>
          </a:prstGeom>
        </p:spPr>
        <p:txBody>
          <a:bodyPr/>
          <a:lstStyle>
            <a:lvl1pPr marL="0" indent="0">
              <a:buNone/>
              <a:defRPr sz="1333">
                <a:solidFill>
                  <a:schemeClr val="tx2"/>
                </a:solidFill>
                <a:latin typeface="+mn-lt"/>
              </a:defRPr>
            </a:lvl1pPr>
          </a:lstStyle>
          <a:p>
            <a:r>
              <a:rPr lang="en-US"/>
              <a:t>Click icon to add table</a:t>
            </a:r>
          </a:p>
        </p:txBody>
      </p:sp>
      <p:sp>
        <p:nvSpPr>
          <p:cNvPr id="4" name="Footer Placeholder 3">
            <a:extLst>
              <a:ext uri="{FF2B5EF4-FFF2-40B4-BE49-F238E27FC236}">
                <a16:creationId xmlns:a16="http://schemas.microsoft.com/office/drawing/2014/main" id="{D6746ED1-96F6-4AE8-9D3A-0266CB4B7380}"/>
              </a:ext>
            </a:extLst>
          </p:cNvPr>
          <p:cNvSpPr>
            <a:spLocks noGrp="1"/>
          </p:cNvSpPr>
          <p:nvPr>
            <p:ph type="ftr" sz="quarter" idx="14"/>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151057284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5_Single SmartAr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7" name="SmartArt Placeholder 2">
            <a:extLst>
              <a:ext uri="{FF2B5EF4-FFF2-40B4-BE49-F238E27FC236}">
                <a16:creationId xmlns:a16="http://schemas.microsoft.com/office/drawing/2014/main" id="{9E969AE7-D418-4354-A166-2D9EC9AFFBD5}"/>
              </a:ext>
            </a:extLst>
          </p:cNvPr>
          <p:cNvSpPr>
            <a:spLocks noGrp="1"/>
          </p:cNvSpPr>
          <p:nvPr>
            <p:ph type="dgm" sz="quarter" idx="14"/>
          </p:nvPr>
        </p:nvSpPr>
        <p:spPr>
          <a:xfrm>
            <a:off x="556800" y="1435200"/>
            <a:ext cx="11078400" cy="4752000"/>
          </a:xfrm>
          <a:prstGeom prst="rect">
            <a:avLst/>
          </a:prstGeom>
        </p:spPr>
        <p:txBody>
          <a:bodyPr/>
          <a:lstStyle>
            <a:lvl1pPr marL="0" indent="0">
              <a:buNone/>
              <a:defRPr sz="1333">
                <a:solidFill>
                  <a:schemeClr val="tx2"/>
                </a:solidFill>
              </a:defRPr>
            </a:lvl1pPr>
          </a:lstStyle>
          <a:p>
            <a:r>
              <a:rPr lang="en-US"/>
              <a:t>Click icon to add SmartArt graphic</a:t>
            </a:r>
          </a:p>
        </p:txBody>
      </p:sp>
      <p:sp>
        <p:nvSpPr>
          <p:cNvPr id="4" name="Footer Placeholder 3">
            <a:extLst>
              <a:ext uri="{FF2B5EF4-FFF2-40B4-BE49-F238E27FC236}">
                <a16:creationId xmlns:a16="http://schemas.microsoft.com/office/drawing/2014/main" id="{5EB72D45-B478-45D6-BC5D-D958ACDFA9E3}"/>
              </a:ext>
            </a:extLst>
          </p:cNvPr>
          <p:cNvSpPr>
            <a:spLocks noGrp="1"/>
          </p:cNvSpPr>
          <p:nvPr>
            <p:ph type="ftr" sz="quarter" idx="15"/>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384022397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6_Two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ext Placeholder 3">
            <a:extLst>
              <a:ext uri="{FF2B5EF4-FFF2-40B4-BE49-F238E27FC236}">
                <a16:creationId xmlns:a16="http://schemas.microsoft.com/office/drawing/2014/main" id="{D48EFACD-CEB2-4692-815C-86D19FBB4A40}"/>
              </a:ext>
            </a:extLst>
          </p:cNvPr>
          <p:cNvSpPr>
            <a:spLocks noGrp="1"/>
          </p:cNvSpPr>
          <p:nvPr>
            <p:ph type="body" sz="quarter" idx="12"/>
          </p:nvPr>
        </p:nvSpPr>
        <p:spPr>
          <a:xfrm>
            <a:off x="5568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3">
            <a:extLst>
              <a:ext uri="{FF2B5EF4-FFF2-40B4-BE49-F238E27FC236}">
                <a16:creationId xmlns:a16="http://schemas.microsoft.com/office/drawing/2014/main" id="{3CBCB907-9E7B-4CB2-B9DE-4FC3076D2A87}"/>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1E14DFDF-6038-42CF-9F88-F60BDA6A7F2B}"/>
              </a:ext>
            </a:extLst>
          </p:cNvPr>
          <p:cNvSpPr>
            <a:spLocks noGrp="1"/>
          </p:cNvSpPr>
          <p:nvPr>
            <p:ph type="ftr" sz="quarter" idx="14"/>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283002387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7_Two Column Mixed">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7" name="Text Placeholder 3">
            <a:extLst>
              <a:ext uri="{FF2B5EF4-FFF2-40B4-BE49-F238E27FC236}">
                <a16:creationId xmlns:a16="http://schemas.microsoft.com/office/drawing/2014/main" id="{8C469832-DACB-40B0-988E-5D708FA93741}"/>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able Placeholder 4">
            <a:extLst>
              <a:ext uri="{FF2B5EF4-FFF2-40B4-BE49-F238E27FC236}">
                <a16:creationId xmlns:a16="http://schemas.microsoft.com/office/drawing/2014/main" id="{B3F0CABE-2F16-456A-A120-390FEDFE43A9}"/>
              </a:ext>
            </a:extLst>
          </p:cNvPr>
          <p:cNvSpPr>
            <a:spLocks noGrp="1"/>
          </p:cNvSpPr>
          <p:nvPr>
            <p:ph type="tbl" sz="quarter" idx="14"/>
          </p:nvPr>
        </p:nvSpPr>
        <p:spPr>
          <a:xfrm>
            <a:off x="556800" y="1440000"/>
            <a:ext cx="5347200" cy="4747200"/>
          </a:xfrm>
          <a:prstGeom prst="rect">
            <a:avLst/>
          </a:prstGeom>
        </p:spPr>
        <p:txBody>
          <a:bodyPr>
            <a:normAutofit/>
          </a:bodyPr>
          <a:lstStyle>
            <a:lvl1pPr marL="0" indent="0">
              <a:buNone/>
              <a:defRPr sz="2133">
                <a:solidFill>
                  <a:schemeClr val="tx2"/>
                </a:solidFill>
                <a:latin typeface="+mn-lt"/>
              </a:defRPr>
            </a:lvl1pPr>
          </a:lstStyle>
          <a:p>
            <a:r>
              <a:rPr lang="en-US" noProof="0"/>
              <a:t>Click icon to add table</a:t>
            </a:r>
          </a:p>
        </p:txBody>
      </p:sp>
      <p:sp>
        <p:nvSpPr>
          <p:cNvPr id="4" name="Footer Placeholder 3">
            <a:extLst>
              <a:ext uri="{FF2B5EF4-FFF2-40B4-BE49-F238E27FC236}">
                <a16:creationId xmlns:a16="http://schemas.microsoft.com/office/drawing/2014/main" id="{5828BA92-8F61-4F9A-B36F-9769D72C71AE}"/>
              </a:ext>
            </a:extLst>
          </p:cNvPr>
          <p:cNvSpPr>
            <a:spLocks noGrp="1"/>
          </p:cNvSpPr>
          <p:nvPr>
            <p:ph type="ftr" sz="quarter" idx="15"/>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66333986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8_Three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8" name="Text Placeholder 3">
            <a:extLst>
              <a:ext uri="{FF2B5EF4-FFF2-40B4-BE49-F238E27FC236}">
                <a16:creationId xmlns:a16="http://schemas.microsoft.com/office/drawing/2014/main" id="{2B478DF6-0668-488C-9E0C-4567E0DE8FCC}"/>
              </a:ext>
            </a:extLst>
          </p:cNvPr>
          <p:cNvSpPr>
            <a:spLocks noGrp="1"/>
          </p:cNvSpPr>
          <p:nvPr>
            <p:ph type="body" sz="quarter" idx="12"/>
          </p:nvPr>
        </p:nvSpPr>
        <p:spPr>
          <a:xfrm>
            <a:off x="556800"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3">
            <a:extLst>
              <a:ext uri="{FF2B5EF4-FFF2-40B4-BE49-F238E27FC236}">
                <a16:creationId xmlns:a16="http://schemas.microsoft.com/office/drawing/2014/main" id="{2EC091DE-89A6-4271-8BB9-BAB40C67B3E9}"/>
              </a:ext>
            </a:extLst>
          </p:cNvPr>
          <p:cNvSpPr>
            <a:spLocks noGrp="1"/>
          </p:cNvSpPr>
          <p:nvPr>
            <p:ph type="body" sz="quarter" idx="13"/>
          </p:nvPr>
        </p:nvSpPr>
        <p:spPr>
          <a:xfrm>
            <a:off x="4367808"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3">
            <a:extLst>
              <a:ext uri="{FF2B5EF4-FFF2-40B4-BE49-F238E27FC236}">
                <a16:creationId xmlns:a16="http://schemas.microsoft.com/office/drawing/2014/main" id="{4D1772D9-E08D-420E-AB34-CCAC26D77FE0}"/>
              </a:ext>
            </a:extLst>
          </p:cNvPr>
          <p:cNvSpPr>
            <a:spLocks noGrp="1"/>
          </p:cNvSpPr>
          <p:nvPr>
            <p:ph type="body" sz="quarter" idx="14"/>
          </p:nvPr>
        </p:nvSpPr>
        <p:spPr>
          <a:xfrm>
            <a:off x="8179200"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1ED23F99-89E3-4290-B5FE-D72F99F36EA5}"/>
              </a:ext>
            </a:extLst>
          </p:cNvPr>
          <p:cNvSpPr>
            <a:spLocks noGrp="1"/>
          </p:cNvSpPr>
          <p:nvPr>
            <p:ph type="ftr" sz="quarter" idx="15"/>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331772542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9_Three Column Table">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9" name="Table Placeholder 2">
            <a:extLst>
              <a:ext uri="{FF2B5EF4-FFF2-40B4-BE49-F238E27FC236}">
                <a16:creationId xmlns:a16="http://schemas.microsoft.com/office/drawing/2014/main" id="{D0874136-2C1C-4222-98DA-D238FBD9743F}"/>
              </a:ext>
            </a:extLst>
          </p:cNvPr>
          <p:cNvSpPr>
            <a:spLocks noGrp="1"/>
          </p:cNvSpPr>
          <p:nvPr>
            <p:ph type="tbl" sz="quarter" idx="15"/>
          </p:nvPr>
        </p:nvSpPr>
        <p:spPr>
          <a:xfrm>
            <a:off x="556416"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12" name="Table Placeholder 2">
            <a:extLst>
              <a:ext uri="{FF2B5EF4-FFF2-40B4-BE49-F238E27FC236}">
                <a16:creationId xmlns:a16="http://schemas.microsoft.com/office/drawing/2014/main" id="{B9EA6A3E-9087-42C1-89A6-8204E100E361}"/>
              </a:ext>
            </a:extLst>
          </p:cNvPr>
          <p:cNvSpPr>
            <a:spLocks noGrp="1"/>
          </p:cNvSpPr>
          <p:nvPr>
            <p:ph type="tbl" sz="quarter" idx="16"/>
          </p:nvPr>
        </p:nvSpPr>
        <p:spPr>
          <a:xfrm>
            <a:off x="8176564"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13" name="Table Placeholder 2">
            <a:extLst>
              <a:ext uri="{FF2B5EF4-FFF2-40B4-BE49-F238E27FC236}">
                <a16:creationId xmlns:a16="http://schemas.microsoft.com/office/drawing/2014/main" id="{98BD97D8-C9D8-4E9B-90F2-C010D6EE811E}"/>
              </a:ext>
            </a:extLst>
          </p:cNvPr>
          <p:cNvSpPr>
            <a:spLocks noGrp="1"/>
          </p:cNvSpPr>
          <p:nvPr>
            <p:ph type="tbl" sz="quarter" idx="17"/>
          </p:nvPr>
        </p:nvSpPr>
        <p:spPr>
          <a:xfrm>
            <a:off x="4365172"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4" name="Footer Placeholder 3">
            <a:extLst>
              <a:ext uri="{FF2B5EF4-FFF2-40B4-BE49-F238E27FC236}">
                <a16:creationId xmlns:a16="http://schemas.microsoft.com/office/drawing/2014/main" id="{7BC81E09-B357-4439-BD31-02945978E3D5}"/>
              </a:ext>
            </a:extLst>
          </p:cNvPr>
          <p:cNvSpPr>
            <a:spLocks noGrp="1"/>
          </p:cNvSpPr>
          <p:nvPr>
            <p:ph type="ftr" sz="quarter" idx="18"/>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290387525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10_Four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8" name="Text Placeholder 3">
            <a:extLst>
              <a:ext uri="{FF2B5EF4-FFF2-40B4-BE49-F238E27FC236}">
                <a16:creationId xmlns:a16="http://schemas.microsoft.com/office/drawing/2014/main" id="{09C1B709-09CD-404B-B852-419096D0681C}"/>
              </a:ext>
            </a:extLst>
          </p:cNvPr>
          <p:cNvSpPr>
            <a:spLocks noGrp="1"/>
          </p:cNvSpPr>
          <p:nvPr>
            <p:ph type="body" sz="quarter" idx="12"/>
          </p:nvPr>
        </p:nvSpPr>
        <p:spPr>
          <a:xfrm>
            <a:off x="5568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3">
            <a:extLst>
              <a:ext uri="{FF2B5EF4-FFF2-40B4-BE49-F238E27FC236}">
                <a16:creationId xmlns:a16="http://schemas.microsoft.com/office/drawing/2014/main" id="{2D9B7F28-94B8-42B4-A97D-4EBCB20F679F}"/>
              </a:ext>
            </a:extLst>
          </p:cNvPr>
          <p:cNvSpPr>
            <a:spLocks noGrp="1"/>
          </p:cNvSpPr>
          <p:nvPr>
            <p:ph type="body" sz="quarter" idx="13"/>
          </p:nvPr>
        </p:nvSpPr>
        <p:spPr>
          <a:xfrm>
            <a:off x="34080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3">
            <a:extLst>
              <a:ext uri="{FF2B5EF4-FFF2-40B4-BE49-F238E27FC236}">
                <a16:creationId xmlns:a16="http://schemas.microsoft.com/office/drawing/2014/main" id="{7AB4DD6D-9400-4306-8B75-2CFF920828FC}"/>
              </a:ext>
            </a:extLst>
          </p:cNvPr>
          <p:cNvSpPr>
            <a:spLocks noGrp="1"/>
          </p:cNvSpPr>
          <p:nvPr>
            <p:ph type="body" sz="quarter" idx="14"/>
          </p:nvPr>
        </p:nvSpPr>
        <p:spPr>
          <a:xfrm>
            <a:off x="62592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5" name="Text Placeholder 3">
            <a:extLst>
              <a:ext uri="{FF2B5EF4-FFF2-40B4-BE49-F238E27FC236}">
                <a16:creationId xmlns:a16="http://schemas.microsoft.com/office/drawing/2014/main" id="{7D6FBD4C-557B-402F-9039-EF287BD8EA52}"/>
              </a:ext>
            </a:extLst>
          </p:cNvPr>
          <p:cNvSpPr>
            <a:spLocks noGrp="1"/>
          </p:cNvSpPr>
          <p:nvPr>
            <p:ph type="body" sz="quarter" idx="15"/>
          </p:nvPr>
        </p:nvSpPr>
        <p:spPr>
          <a:xfrm>
            <a:off x="91104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CCEF9DDB-0B87-42B5-98DF-391316BABF9E}"/>
              </a:ext>
            </a:extLst>
          </p:cNvPr>
          <p:cNvSpPr>
            <a:spLocks noGrp="1"/>
          </p:cNvSpPr>
          <p:nvPr>
            <p:ph type="ftr" sz="quarter" idx="16"/>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213599955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1-2 White - one col tier text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a:t>Click to edit secondary headline</a:t>
            </a:r>
          </a:p>
        </p:txBody>
      </p:sp>
      <p:sp>
        <p:nvSpPr>
          <p:cNvPr id="43"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a:t>Click to edit headline</a:t>
            </a:r>
          </a:p>
        </p:txBody>
      </p:sp>
      <p:sp>
        <p:nvSpPr>
          <p:cNvPr id="8"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Nokia Pure Text" panose="020B0503020202020204" pitchFamily="34" charset="0"/>
                <a:ea typeface="Nokia Pure Text" panose="020B0503020202020204" pitchFamily="34" charset="0"/>
              </a:defRPr>
            </a:lvl1pPr>
          </a:lstStyle>
          <a:p>
            <a:r>
              <a:rPr lang="en-US">
                <a:solidFill>
                  <a:srgbClr val="001135"/>
                </a:solidFill>
                <a:cs typeface="Arial" panose="020B0604020202020204" pitchFamily="34" charset="0"/>
              </a:rPr>
              <a:t>customer confidential</a:t>
            </a:r>
          </a:p>
        </p:txBody>
      </p:sp>
      <p:sp>
        <p:nvSpPr>
          <p:cNvPr id="4" name="Text Placeholder 3"/>
          <p:cNvSpPr>
            <a:spLocks noGrp="1"/>
          </p:cNvSpPr>
          <p:nvPr>
            <p:ph type="body" sz="quarter" idx="12"/>
          </p:nvPr>
        </p:nvSpPr>
        <p:spPr>
          <a:xfrm>
            <a:off x="556800" y="1440000"/>
            <a:ext cx="11078400" cy="4747200"/>
          </a:xfrm>
          <a:prstGeom prst="rect">
            <a:avLst/>
          </a:prstGeom>
        </p:spPr>
        <p:txBody>
          <a:bodyPr lIns="0" tIns="0" rIns="0" bIns="0"/>
          <a:lstStyle>
            <a:lvl1pPr marL="307192" indent="-307192">
              <a:spcBef>
                <a:spcPts val="0"/>
              </a:spcBef>
              <a:spcAft>
                <a:spcPts val="800"/>
              </a:spcAft>
              <a:defRPr sz="2133">
                <a:solidFill>
                  <a:schemeClr val="tx2"/>
                </a:solidFill>
                <a:latin typeface="Nokia Pure Text Light" panose="020B0403020202020204" pitchFamily="34" charset="0"/>
                <a:ea typeface="Nokia Pure Text Light" panose="020B0403020202020204" pitchFamily="34" charset="0"/>
              </a:defRPr>
            </a:lvl1pPr>
            <a:lvl2pPr marL="614385" indent="-307192">
              <a:spcBef>
                <a:spcPts val="0"/>
              </a:spcBef>
              <a:spcAft>
                <a:spcPts val="800"/>
              </a:spcAft>
              <a:defRPr sz="1867">
                <a:solidFill>
                  <a:schemeClr val="tx2"/>
                </a:solidFill>
                <a:latin typeface="Nokia Pure Text Light" panose="020B0403020202020204" pitchFamily="34" charset="0"/>
                <a:ea typeface="Nokia Pure Text Light" panose="020B0403020202020204" pitchFamily="34" charset="0"/>
              </a:defRPr>
            </a:lvl2pPr>
            <a:lvl3pPr marL="921577">
              <a:spcBef>
                <a:spcPts val="0"/>
              </a:spcBef>
              <a:spcAft>
                <a:spcPts val="800"/>
              </a:spcAft>
              <a:defRPr sz="1600">
                <a:solidFill>
                  <a:schemeClr val="tx2"/>
                </a:solidFill>
                <a:latin typeface="Nokia Pure Text Light" panose="020B0403020202020204" pitchFamily="34" charset="0"/>
                <a:ea typeface="Nokia Pure Text Light" panose="020B0403020202020204" pitchFamily="34" charset="0"/>
              </a:defRPr>
            </a:lvl3pPr>
            <a:lvl4pPr marL="1228769">
              <a:spcBef>
                <a:spcPts val="0"/>
              </a:spcBef>
              <a:spcAft>
                <a:spcPts val="800"/>
              </a:spcAft>
              <a:defRPr sz="1333">
                <a:solidFill>
                  <a:schemeClr val="tx2"/>
                </a:solidFill>
                <a:latin typeface="Nokia Pure Text Light" panose="020B0403020202020204" pitchFamily="34" charset="0"/>
                <a:ea typeface="Nokia Pure Text Light" panose="020B0403020202020204" pitchFamily="34" charset="0"/>
              </a:defRPr>
            </a:lvl4pPr>
            <a:lvl5pPr marL="1535962" indent="-304792">
              <a:spcBef>
                <a:spcPts val="0"/>
              </a:spcBef>
              <a:spcAft>
                <a:spcPts val="800"/>
              </a:spcAft>
              <a:buFont typeface="Arial" panose="020B0604020202020204" pitchFamily="34" charset="0"/>
              <a:buChar char="•"/>
              <a:defRPr sz="1200">
                <a:solidFill>
                  <a:schemeClr val="tx2"/>
                </a:solidFill>
                <a:latin typeface="Nokia Pure Text Light" panose="020B0403020202020204" pitchFamily="34" charset="0"/>
                <a:ea typeface="Nokia Pure Text Light" panose="020B0403020202020204" pitchFamily="34" charset="0"/>
              </a:defRPr>
            </a:lvl5pPr>
            <a:lvl6pPr marL="1843154" indent="-304792">
              <a:spcBef>
                <a:spcPts val="0"/>
              </a:spcBef>
              <a:spcAft>
                <a:spcPts val="800"/>
              </a:spcAft>
              <a:buFont typeface="Nokia Pure Text" panose="020B0503020202020204" pitchFamily="34" charset="0"/>
              <a:buChar char="‒"/>
              <a:defRPr sz="1067" baseline="0">
                <a:solidFill>
                  <a:schemeClr val="tx2"/>
                </a:solidFill>
                <a:latin typeface="Nokia Pure Text Light" panose="020B0403020202020204" pitchFamily="34" charset="0"/>
                <a:ea typeface="Nokia Pure Text Light" panose="020B0403020202020204" pitchFamily="34" charset="0"/>
              </a:defRPr>
            </a:lvl6pPr>
            <a:lvl7pPr marL="2150346">
              <a:spcBef>
                <a:spcPts val="0"/>
              </a:spcBef>
              <a:spcAft>
                <a:spcPts val="800"/>
              </a:spcAft>
              <a:defRPr sz="933">
                <a:solidFill>
                  <a:schemeClr val="tx2"/>
                </a:solidFill>
                <a:latin typeface="Nokia Pure Text Light" panose="020B0403020202020204" pitchFamily="34" charset="0"/>
                <a:ea typeface="Nokia Pure Text Light" panose="020B0403020202020204" pitchFamily="34" charset="0"/>
              </a:defRPr>
            </a:lvl7pPr>
            <a:lvl8pPr marL="2457539">
              <a:spcBef>
                <a:spcPts val="0"/>
              </a:spcBef>
              <a:spcAft>
                <a:spcPts val="800"/>
              </a:spcAft>
              <a:defRPr sz="800">
                <a:solidFill>
                  <a:schemeClr val="tx2"/>
                </a:solidFill>
                <a:latin typeface="Nokia Pure Text Light" panose="020B0403020202020204" pitchFamily="34" charset="0"/>
                <a:ea typeface="Nokia Pure Text Light" panose="020B0403020202020204" pitchFamily="34" charset="0"/>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3677367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175890501"/>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2307"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908075384"/>
      </p:ext>
    </p:extLst>
  </p:cSld>
  <p:clrMapOvr>
    <a:masterClrMapping/>
  </p:clrMapOvr>
  <p:hf sldNum="0" hdr="0"/>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4_Nokia Blue Plain">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7E74539-BCD2-4FA8-ABCE-459FFBD5ADD3}"/>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grpSp>
        <p:nvGrpSpPr>
          <p:cNvPr id="1746" name="Group 1745">
            <a:extLst>
              <a:ext uri="{FF2B5EF4-FFF2-40B4-BE49-F238E27FC236}">
                <a16:creationId xmlns:a16="http://schemas.microsoft.com/office/drawing/2014/main" id="{4450FA0A-BB0F-4938-A15B-2F29108AE768}"/>
              </a:ext>
            </a:extLst>
          </p:cNvPr>
          <p:cNvGrpSpPr/>
          <p:nvPr userDrawn="1"/>
        </p:nvGrpSpPr>
        <p:grpSpPr>
          <a:xfrm>
            <a:off x="-267252" y="-541866"/>
            <a:ext cx="12726504" cy="8669865"/>
            <a:chOff x="-200439" y="-406400"/>
            <a:chExt cx="9544878" cy="6502399"/>
          </a:xfrm>
          <a:solidFill>
            <a:schemeClr val="bg1">
              <a:alpha val="10000"/>
            </a:schemeClr>
          </a:solidFill>
        </p:grpSpPr>
        <p:sp>
          <p:nvSpPr>
            <p:cNvPr id="1545" name="Freeform 5">
              <a:extLst>
                <a:ext uri="{FF2B5EF4-FFF2-40B4-BE49-F238E27FC236}">
                  <a16:creationId xmlns:a16="http://schemas.microsoft.com/office/drawing/2014/main" id="{2FB48C98-E9CE-49B9-A449-77D7F01DB126}"/>
                </a:ext>
              </a:extLst>
            </p:cNvPr>
            <p:cNvSpPr>
              <a:spLocks noEditPoints="1"/>
            </p:cNvSpPr>
            <p:nvPr userDrawn="1"/>
          </p:nvSpPr>
          <p:spPr bwMode="auto">
            <a:xfrm>
              <a:off x="610354" y="-13747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6"/>
                    <a:pt x="86" y="26"/>
                    <a:pt x="86" y="26"/>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6" name="Freeform 6">
              <a:extLst>
                <a:ext uri="{FF2B5EF4-FFF2-40B4-BE49-F238E27FC236}">
                  <a16:creationId xmlns:a16="http://schemas.microsoft.com/office/drawing/2014/main" id="{57C9CB61-E54C-40F5-9EDC-B210D32519F3}"/>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7" name="Freeform 7">
              <a:extLst>
                <a:ext uri="{FF2B5EF4-FFF2-40B4-BE49-F238E27FC236}">
                  <a16:creationId xmlns:a16="http://schemas.microsoft.com/office/drawing/2014/main" id="{F8213690-8583-4C7A-BB03-F034E67E0241}"/>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8" name="Freeform 8">
              <a:extLst>
                <a:ext uri="{FF2B5EF4-FFF2-40B4-BE49-F238E27FC236}">
                  <a16:creationId xmlns:a16="http://schemas.microsoft.com/office/drawing/2014/main" id="{688EEFD4-4881-4DD9-8519-2C8935C89572}"/>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9" name="Freeform 9">
              <a:extLst>
                <a:ext uri="{FF2B5EF4-FFF2-40B4-BE49-F238E27FC236}">
                  <a16:creationId xmlns:a16="http://schemas.microsoft.com/office/drawing/2014/main" id="{A2EF0BD1-21F0-4623-AFE0-14F613FCB9F4}"/>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0" name="Freeform 10">
              <a:extLst>
                <a:ext uri="{FF2B5EF4-FFF2-40B4-BE49-F238E27FC236}">
                  <a16:creationId xmlns:a16="http://schemas.microsoft.com/office/drawing/2014/main" id="{AE0096BB-176C-4745-A2BC-50B5859D040D}"/>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1" name="Freeform 11">
              <a:extLst>
                <a:ext uri="{FF2B5EF4-FFF2-40B4-BE49-F238E27FC236}">
                  <a16:creationId xmlns:a16="http://schemas.microsoft.com/office/drawing/2014/main" id="{DA5EF227-C234-413C-989B-E4F8F55E6F40}"/>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2" name="Freeform 12">
              <a:extLst>
                <a:ext uri="{FF2B5EF4-FFF2-40B4-BE49-F238E27FC236}">
                  <a16:creationId xmlns:a16="http://schemas.microsoft.com/office/drawing/2014/main" id="{E8CB77DF-F93D-4182-B061-7616EA2BFEB2}"/>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3" name="Freeform 13">
              <a:extLst>
                <a:ext uri="{FF2B5EF4-FFF2-40B4-BE49-F238E27FC236}">
                  <a16:creationId xmlns:a16="http://schemas.microsoft.com/office/drawing/2014/main" id="{BAD6F146-7DDD-4978-9D9F-843D09A8ED28}"/>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4" name="Freeform 14">
              <a:extLst>
                <a:ext uri="{FF2B5EF4-FFF2-40B4-BE49-F238E27FC236}">
                  <a16:creationId xmlns:a16="http://schemas.microsoft.com/office/drawing/2014/main" id="{2B4AE744-1626-4C42-809F-40E421F5FEED}"/>
                </a:ext>
              </a:extLst>
            </p:cNvPr>
            <p:cNvSpPr>
              <a:spLocks noEditPoints="1"/>
            </p:cNvSpPr>
            <p:nvPr userDrawn="1"/>
          </p:nvSpPr>
          <p:spPr bwMode="auto">
            <a:xfrm>
              <a:off x="2530970" y="1470064"/>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5" name="Freeform 15">
              <a:extLst>
                <a:ext uri="{FF2B5EF4-FFF2-40B4-BE49-F238E27FC236}">
                  <a16:creationId xmlns:a16="http://schemas.microsoft.com/office/drawing/2014/main" id="{758E0115-1047-41BB-A6AF-F7B1A25F2BF3}"/>
                </a:ext>
              </a:extLst>
            </p:cNvPr>
            <p:cNvSpPr>
              <a:spLocks noEditPoints="1"/>
            </p:cNvSpPr>
            <p:nvPr userDrawn="1"/>
          </p:nvSpPr>
          <p:spPr bwMode="auto">
            <a:xfrm>
              <a:off x="1248552" y="546884"/>
              <a:ext cx="295017" cy="291003"/>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68 w 196"/>
                <a:gd name="T39" fmla="*/ 53 h 193"/>
                <a:gd name="T40" fmla="*/ 53 w 196"/>
                <a:gd name="T41" fmla="*/ 67 h 193"/>
                <a:gd name="T42" fmla="*/ 45 w 196"/>
                <a:gd name="T43" fmla="*/ 86 h 193"/>
                <a:gd name="T44" fmla="*/ 45 w 196"/>
                <a:gd name="T45" fmla="*/ 107 h 193"/>
                <a:gd name="T46" fmla="*/ 53 w 196"/>
                <a:gd name="T47" fmla="*/ 126 h 193"/>
                <a:gd name="T48" fmla="*/ 68 w 196"/>
                <a:gd name="T49" fmla="*/ 141 h 193"/>
                <a:gd name="T50" fmla="*/ 88 w 196"/>
                <a:gd name="T51" fmla="*/ 148 h 193"/>
                <a:gd name="T52" fmla="*/ 109 w 196"/>
                <a:gd name="T53" fmla="*/ 148 h 193"/>
                <a:gd name="T54" fmla="*/ 128 w 196"/>
                <a:gd name="T55" fmla="*/ 141 h 193"/>
                <a:gd name="T56" fmla="*/ 143 w 196"/>
                <a:gd name="T57" fmla="*/ 126 h 193"/>
                <a:gd name="T58" fmla="*/ 151 w 196"/>
                <a:gd name="T59" fmla="*/ 107 h 193"/>
                <a:gd name="T60" fmla="*/ 184 w 196"/>
                <a:gd name="T61" fmla="*/ 94 h 193"/>
                <a:gd name="T62" fmla="*/ 189 w 196"/>
                <a:gd name="T63" fmla="*/ 60 h 193"/>
                <a:gd name="T64" fmla="*/ 168 w 196"/>
                <a:gd name="T65" fmla="*/ 29 h 193"/>
                <a:gd name="T66" fmla="*/ 136 w 196"/>
                <a:gd name="T67" fmla="*/ 8 h 193"/>
                <a:gd name="T68" fmla="*/ 101 w 196"/>
                <a:gd name="T69" fmla="*/ 13 h 193"/>
                <a:gd name="T70" fmla="*/ 88 w 196"/>
                <a:gd name="T71" fmla="*/ 45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60" y="8"/>
                  </a:move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6" name="Freeform 16">
              <a:extLst>
                <a:ext uri="{FF2B5EF4-FFF2-40B4-BE49-F238E27FC236}">
                  <a16:creationId xmlns:a16="http://schemas.microsoft.com/office/drawing/2014/main" id="{1EF10799-7EA4-400C-8C6E-399B1B26F9B4}"/>
                </a:ext>
              </a:extLst>
            </p:cNvPr>
            <p:cNvSpPr>
              <a:spLocks noEditPoints="1"/>
            </p:cNvSpPr>
            <p:nvPr userDrawn="1"/>
          </p:nvSpPr>
          <p:spPr bwMode="auto">
            <a:xfrm>
              <a:off x="2199829" y="574981"/>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7" name="Freeform 17">
              <a:extLst>
                <a:ext uri="{FF2B5EF4-FFF2-40B4-BE49-F238E27FC236}">
                  <a16:creationId xmlns:a16="http://schemas.microsoft.com/office/drawing/2014/main" id="{C0D566DF-0B51-48BC-9C92-0DED2C282EFC}"/>
                </a:ext>
              </a:extLst>
            </p:cNvPr>
            <p:cNvSpPr>
              <a:spLocks noEditPoints="1"/>
            </p:cNvSpPr>
            <p:nvPr userDrawn="1"/>
          </p:nvSpPr>
          <p:spPr bwMode="auto">
            <a:xfrm>
              <a:off x="2553046" y="-73252"/>
              <a:ext cx="194671" cy="186644"/>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8" name="Freeform 18">
              <a:extLst>
                <a:ext uri="{FF2B5EF4-FFF2-40B4-BE49-F238E27FC236}">
                  <a16:creationId xmlns:a16="http://schemas.microsoft.com/office/drawing/2014/main" id="{6F0C6B77-C7E0-4AF0-9EB8-093ED73635F9}"/>
                </a:ext>
              </a:extLst>
            </p:cNvPr>
            <p:cNvSpPr>
              <a:spLocks noEditPoints="1"/>
            </p:cNvSpPr>
            <p:nvPr userDrawn="1"/>
          </p:nvSpPr>
          <p:spPr bwMode="auto">
            <a:xfrm>
              <a:off x="2111525" y="1421898"/>
              <a:ext cx="124429" cy="122422"/>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9" name="Freeform 19">
              <a:extLst>
                <a:ext uri="{FF2B5EF4-FFF2-40B4-BE49-F238E27FC236}">
                  <a16:creationId xmlns:a16="http://schemas.microsoft.com/office/drawing/2014/main" id="{432A0F20-DC98-41EF-9D22-ED6308F8363D}"/>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0" name="Freeform 20">
              <a:extLst>
                <a:ext uri="{FF2B5EF4-FFF2-40B4-BE49-F238E27FC236}">
                  <a16:creationId xmlns:a16="http://schemas.microsoft.com/office/drawing/2014/main" id="{F726FB74-B101-4790-8EED-4359690AD9D8}"/>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1" name="Freeform 21">
              <a:extLst>
                <a:ext uri="{FF2B5EF4-FFF2-40B4-BE49-F238E27FC236}">
                  <a16:creationId xmlns:a16="http://schemas.microsoft.com/office/drawing/2014/main" id="{416C9149-C8B0-4AE9-A065-DE1624144574}"/>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2" name="Freeform 22">
              <a:extLst>
                <a:ext uri="{FF2B5EF4-FFF2-40B4-BE49-F238E27FC236}">
                  <a16:creationId xmlns:a16="http://schemas.microsoft.com/office/drawing/2014/main" id="{760A0034-9CF2-4355-BF7D-C427D6B66442}"/>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3" name="Freeform 23">
              <a:extLst>
                <a:ext uri="{FF2B5EF4-FFF2-40B4-BE49-F238E27FC236}">
                  <a16:creationId xmlns:a16="http://schemas.microsoft.com/office/drawing/2014/main" id="{83C025FC-E6E9-434A-8400-1D04E1BD8509}"/>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4" name="Freeform 24">
              <a:extLst>
                <a:ext uri="{FF2B5EF4-FFF2-40B4-BE49-F238E27FC236}">
                  <a16:creationId xmlns:a16="http://schemas.microsoft.com/office/drawing/2014/main" id="{CD80D7A2-8863-4711-AA2E-1A60DF55DB87}"/>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5" name="Freeform 25">
              <a:extLst>
                <a:ext uri="{FF2B5EF4-FFF2-40B4-BE49-F238E27FC236}">
                  <a16:creationId xmlns:a16="http://schemas.microsoft.com/office/drawing/2014/main" id="{603225AE-4EBF-4004-B367-CE472CAD08BF}"/>
                </a:ext>
              </a:extLst>
            </p:cNvPr>
            <p:cNvSpPr>
              <a:spLocks noEditPoints="1"/>
            </p:cNvSpPr>
            <p:nvPr userDrawn="1"/>
          </p:nvSpPr>
          <p:spPr bwMode="auto">
            <a:xfrm>
              <a:off x="261151" y="532835"/>
              <a:ext cx="329134" cy="323114"/>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6" name="Freeform 26">
              <a:extLst>
                <a:ext uri="{FF2B5EF4-FFF2-40B4-BE49-F238E27FC236}">
                  <a16:creationId xmlns:a16="http://schemas.microsoft.com/office/drawing/2014/main" id="{E6D29670-F9E8-4FAA-A3DA-3B8699E912E3}"/>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7" name="Freeform 27">
              <a:extLst>
                <a:ext uri="{FF2B5EF4-FFF2-40B4-BE49-F238E27FC236}">
                  <a16:creationId xmlns:a16="http://schemas.microsoft.com/office/drawing/2014/main" id="{832BF7B1-101C-4F55-9AD7-DD95C681444D}"/>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8" name="Freeform 28">
              <a:extLst>
                <a:ext uri="{FF2B5EF4-FFF2-40B4-BE49-F238E27FC236}">
                  <a16:creationId xmlns:a16="http://schemas.microsoft.com/office/drawing/2014/main" id="{48C77F52-A778-40DA-A7EA-15E2A62B31F8}"/>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9" name="Freeform 29">
              <a:extLst>
                <a:ext uri="{FF2B5EF4-FFF2-40B4-BE49-F238E27FC236}">
                  <a16:creationId xmlns:a16="http://schemas.microsoft.com/office/drawing/2014/main" id="{5391C78E-D1FE-4CD2-8B11-1E24148F7CE2}"/>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0" name="Freeform 30">
              <a:extLst>
                <a:ext uri="{FF2B5EF4-FFF2-40B4-BE49-F238E27FC236}">
                  <a16:creationId xmlns:a16="http://schemas.microsoft.com/office/drawing/2014/main" id="{CFC4A79F-CCA0-4C45-BC68-44375656F0ED}"/>
                </a:ext>
              </a:extLst>
            </p:cNvPr>
            <p:cNvSpPr>
              <a:spLocks noEditPoints="1"/>
            </p:cNvSpPr>
            <p:nvPr userDrawn="1"/>
          </p:nvSpPr>
          <p:spPr bwMode="auto">
            <a:xfrm>
              <a:off x="475891" y="199688"/>
              <a:ext cx="118408" cy="118408"/>
            </a:xfrm>
            <a:custGeom>
              <a:avLst/>
              <a:gdLst>
                <a:gd name="T0" fmla="*/ 78 w 78"/>
                <a:gd name="T1" fmla="*/ 39 h 78"/>
                <a:gd name="T2" fmla="*/ 78 w 78"/>
                <a:gd name="T3" fmla="*/ 39 h 78"/>
                <a:gd name="T4" fmla="*/ 78 w 78"/>
                <a:gd name="T5" fmla="*/ 39 h 78"/>
                <a:gd name="T6" fmla="*/ 39 w 78"/>
                <a:gd name="T7" fmla="*/ 0 h 78"/>
                <a:gd name="T8" fmla="*/ 11 w 78"/>
                <a:gd name="T9" fmla="*/ 12 h 78"/>
                <a:gd name="T10" fmla="*/ 0 w 78"/>
                <a:gd name="T11" fmla="*/ 39 h 78"/>
                <a:gd name="T12" fmla="*/ 11 w 78"/>
                <a:gd name="T13" fmla="*/ 66 h 78"/>
                <a:gd name="T14" fmla="*/ 39 w 78"/>
                <a:gd name="T15" fmla="*/ 78 h 78"/>
                <a:gd name="T16" fmla="*/ 39 w 78"/>
                <a:gd name="T17" fmla="*/ 78 h 78"/>
                <a:gd name="T18" fmla="*/ 47 w 78"/>
                <a:gd name="T19" fmla="*/ 77 h 78"/>
                <a:gd name="T20" fmla="*/ 52 w 78"/>
                <a:gd name="T21" fmla="*/ 75 h 78"/>
                <a:gd name="T22" fmla="*/ 53 w 78"/>
                <a:gd name="T23" fmla="*/ 75 h 78"/>
                <a:gd name="T24" fmla="*/ 67 w 78"/>
                <a:gd name="T25" fmla="*/ 66 h 78"/>
                <a:gd name="T26" fmla="*/ 78 w 78"/>
                <a:gd name="T27" fmla="*/ 39 h 78"/>
                <a:gd name="T28" fmla="*/ 75 w 78"/>
                <a:gd name="T29" fmla="*/ 39 h 78"/>
                <a:gd name="T30" fmla="*/ 72 w 78"/>
                <a:gd name="T31" fmla="*/ 39 h 78"/>
                <a:gd name="T32" fmla="*/ 63 w 78"/>
                <a:gd name="T33" fmla="*/ 62 h 78"/>
                <a:gd name="T34" fmla="*/ 39 w 78"/>
                <a:gd name="T35" fmla="*/ 72 h 78"/>
                <a:gd name="T36" fmla="*/ 15 w 78"/>
                <a:gd name="T37" fmla="*/ 62 h 78"/>
                <a:gd name="T38" fmla="*/ 6 w 78"/>
                <a:gd name="T39" fmla="*/ 39 h 78"/>
                <a:gd name="T40" fmla="*/ 15 w 78"/>
                <a:gd name="T41" fmla="*/ 16 h 78"/>
                <a:gd name="T42" fmla="*/ 39 w 78"/>
                <a:gd name="T43" fmla="*/ 6 h 78"/>
                <a:gd name="T44" fmla="*/ 63 w 78"/>
                <a:gd name="T45" fmla="*/ 16 h 78"/>
                <a:gd name="T46" fmla="*/ 72 w 78"/>
                <a:gd name="T47" fmla="*/ 39 h 78"/>
                <a:gd name="T48" fmla="*/ 75 w 78"/>
                <a:gd name="T49" fmla="*/ 39 h 78"/>
                <a:gd name="T50" fmla="*/ 78 w 78"/>
                <a:gd name="T51" fmla="*/ 39 h 78"/>
                <a:gd name="T52" fmla="*/ 78 w 78"/>
                <a:gd name="T53" fmla="*/ 39 h 78"/>
                <a:gd name="T54" fmla="*/ 67 w 78"/>
                <a:gd name="T55" fmla="*/ 12 h 78"/>
                <a:gd name="T56" fmla="*/ 39 w 78"/>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78">
                  <a:moveTo>
                    <a:pt x="78" y="39"/>
                  </a:moveTo>
                  <a:cubicBezTo>
                    <a:pt x="78" y="39"/>
                    <a:pt x="78" y="39"/>
                    <a:pt x="78" y="39"/>
                  </a:cubicBezTo>
                  <a:cubicBezTo>
                    <a:pt x="78" y="39"/>
                    <a:pt x="78" y="39"/>
                    <a:pt x="78" y="39"/>
                  </a:cubicBezTo>
                  <a:moveTo>
                    <a:pt x="39" y="0"/>
                  </a:move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1" name="Freeform 31">
              <a:extLst>
                <a:ext uri="{FF2B5EF4-FFF2-40B4-BE49-F238E27FC236}">
                  <a16:creationId xmlns:a16="http://schemas.microsoft.com/office/drawing/2014/main" id="{5506607F-8B84-45F6-AAF7-5F98D7734595}"/>
                </a:ext>
              </a:extLst>
            </p:cNvPr>
            <p:cNvSpPr>
              <a:spLocks noEditPoints="1"/>
            </p:cNvSpPr>
            <p:nvPr userDrawn="1"/>
          </p:nvSpPr>
          <p:spPr bwMode="auto">
            <a:xfrm>
              <a:off x="542119" y="312075"/>
              <a:ext cx="26091" cy="28097"/>
            </a:xfrm>
            <a:custGeom>
              <a:avLst/>
              <a:gdLst>
                <a:gd name="T0" fmla="*/ 18 w 18"/>
                <a:gd name="T1" fmla="*/ 9 h 18"/>
                <a:gd name="T2" fmla="*/ 18 w 18"/>
                <a:gd name="T3" fmla="*/ 9 h 18"/>
                <a:gd name="T4" fmla="*/ 18 w 18"/>
                <a:gd name="T5" fmla="*/ 9 h 18"/>
                <a:gd name="T6" fmla="*/ 9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2" name="Freeform 32">
              <a:extLst>
                <a:ext uri="{FF2B5EF4-FFF2-40B4-BE49-F238E27FC236}">
                  <a16:creationId xmlns:a16="http://schemas.microsoft.com/office/drawing/2014/main" id="{0F6AEAAD-9BFC-4172-9D15-ABB85B9A4642}"/>
                </a:ext>
              </a:extLst>
            </p:cNvPr>
            <p:cNvSpPr>
              <a:spLocks noEditPoints="1"/>
            </p:cNvSpPr>
            <p:nvPr userDrawn="1"/>
          </p:nvSpPr>
          <p:spPr bwMode="auto">
            <a:xfrm>
              <a:off x="550146" y="336158"/>
              <a:ext cx="22077" cy="24083"/>
            </a:xfrm>
            <a:custGeom>
              <a:avLst/>
              <a:gdLst>
                <a:gd name="T0" fmla="*/ 15 w 15"/>
                <a:gd name="T1" fmla="*/ 8 h 15"/>
                <a:gd name="T2" fmla="*/ 15 w 15"/>
                <a:gd name="T3" fmla="*/ 8 h 15"/>
                <a:gd name="T4" fmla="*/ 15 w 15"/>
                <a:gd name="T5" fmla="*/ 8 h 15"/>
                <a:gd name="T6" fmla="*/ 8 w 15"/>
                <a:gd name="T7" fmla="*/ 0 h 15"/>
                <a:gd name="T8" fmla="*/ 3 w 15"/>
                <a:gd name="T9" fmla="*/ 2 h 15"/>
                <a:gd name="T10" fmla="*/ 0 w 15"/>
                <a:gd name="T11" fmla="*/ 8 h 15"/>
                <a:gd name="T12" fmla="*/ 8 w 15"/>
                <a:gd name="T13" fmla="*/ 15 h 15"/>
                <a:gd name="T14" fmla="*/ 13 w 15"/>
                <a:gd name="T15" fmla="*/ 13 h 15"/>
                <a:gd name="T16" fmla="*/ 15 w 15"/>
                <a:gd name="T17" fmla="*/ 9 h 15"/>
                <a:gd name="T18" fmla="*/ 15 w 15"/>
                <a:gd name="T19" fmla="*/ 8 h 15"/>
                <a:gd name="T20" fmla="*/ 12 w 15"/>
                <a:gd name="T21" fmla="*/ 8 h 15"/>
                <a:gd name="T22" fmla="*/ 9 w 15"/>
                <a:gd name="T23" fmla="*/ 8 h 15"/>
                <a:gd name="T24" fmla="*/ 8 w 15"/>
                <a:gd name="T25" fmla="*/ 9 h 15"/>
                <a:gd name="T26" fmla="*/ 6 w 15"/>
                <a:gd name="T27" fmla="*/ 8 h 15"/>
                <a:gd name="T28" fmla="*/ 8 w 15"/>
                <a:gd name="T29" fmla="*/ 6 h 15"/>
                <a:gd name="T30" fmla="*/ 9 w 15"/>
                <a:gd name="T31" fmla="*/ 8 h 15"/>
                <a:gd name="T32" fmla="*/ 12 w 15"/>
                <a:gd name="T33" fmla="*/ 8 h 15"/>
                <a:gd name="T34" fmla="*/ 15 w 15"/>
                <a:gd name="T35" fmla="*/ 8 h 15"/>
                <a:gd name="T36" fmla="*/ 15 w 15"/>
                <a:gd name="T37" fmla="*/ 8 h 15"/>
                <a:gd name="T38" fmla="*/ 9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15" y="8"/>
                  </a:moveTo>
                  <a:cubicBezTo>
                    <a:pt x="15" y="8"/>
                    <a:pt x="15" y="8"/>
                    <a:pt x="15" y="8"/>
                  </a:cubicBezTo>
                  <a:cubicBezTo>
                    <a:pt x="15" y="8"/>
                    <a:pt x="15" y="8"/>
                    <a:pt x="15" y="8"/>
                  </a:cubicBezTo>
                  <a:moveTo>
                    <a:pt x="8" y="0"/>
                  </a:moveTo>
                  <a:cubicBezTo>
                    <a:pt x="6" y="0"/>
                    <a:pt x="4" y="1"/>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3" name="Freeform 33">
              <a:extLst>
                <a:ext uri="{FF2B5EF4-FFF2-40B4-BE49-F238E27FC236}">
                  <a16:creationId xmlns:a16="http://schemas.microsoft.com/office/drawing/2014/main" id="{DE57903C-6FA0-4ACA-B458-AFC3A1681B70}"/>
                </a:ext>
              </a:extLst>
            </p:cNvPr>
            <p:cNvSpPr>
              <a:spLocks noEditPoints="1"/>
            </p:cNvSpPr>
            <p:nvPr userDrawn="1"/>
          </p:nvSpPr>
          <p:spPr bwMode="auto">
            <a:xfrm>
              <a:off x="570216" y="348199"/>
              <a:ext cx="20069" cy="18063"/>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1" y="3"/>
                    <a:pt x="0" y="4"/>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4" name="Freeform 34">
              <a:extLst>
                <a:ext uri="{FF2B5EF4-FFF2-40B4-BE49-F238E27FC236}">
                  <a16:creationId xmlns:a16="http://schemas.microsoft.com/office/drawing/2014/main" id="{6F98865E-0A92-4C98-AA59-9EDEA8A568D7}"/>
                </a:ext>
              </a:extLst>
            </p:cNvPr>
            <p:cNvSpPr>
              <a:spLocks noEditPoints="1"/>
            </p:cNvSpPr>
            <p:nvPr userDrawn="1"/>
          </p:nvSpPr>
          <p:spPr bwMode="auto">
            <a:xfrm>
              <a:off x="2175746" y="1154978"/>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58 w 79"/>
                <a:gd name="T43" fmla="*/ 69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58" y="69"/>
                    <a:pt x="58" y="69"/>
                    <a:pt x="58" y="69"/>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5" name="Freeform 35">
              <a:extLst>
                <a:ext uri="{FF2B5EF4-FFF2-40B4-BE49-F238E27FC236}">
                  <a16:creationId xmlns:a16="http://schemas.microsoft.com/office/drawing/2014/main" id="{10DD7E47-3A7C-4E65-A8DE-9BE086499A82}"/>
                </a:ext>
              </a:extLst>
            </p:cNvPr>
            <p:cNvSpPr>
              <a:spLocks noEditPoints="1"/>
            </p:cNvSpPr>
            <p:nvPr userDrawn="1"/>
          </p:nvSpPr>
          <p:spPr bwMode="auto">
            <a:xfrm>
              <a:off x="2171732" y="1251310"/>
              <a:ext cx="28097" cy="28097"/>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2"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6" name="Freeform 36">
              <a:extLst>
                <a:ext uri="{FF2B5EF4-FFF2-40B4-BE49-F238E27FC236}">
                  <a16:creationId xmlns:a16="http://schemas.microsoft.com/office/drawing/2014/main" id="{019AD22B-BE07-4AE1-8165-2928D4AA531C}"/>
                </a:ext>
              </a:extLst>
            </p:cNvPr>
            <p:cNvSpPr>
              <a:spLocks noEditPoints="1"/>
            </p:cNvSpPr>
            <p:nvPr userDrawn="1"/>
          </p:nvSpPr>
          <p:spPr bwMode="auto">
            <a:xfrm>
              <a:off x="2159691" y="1271379"/>
              <a:ext cx="22077" cy="20069"/>
            </a:xfrm>
            <a:custGeom>
              <a:avLst/>
              <a:gdLst>
                <a:gd name="T0" fmla="*/ 8 w 15"/>
                <a:gd name="T1" fmla="*/ 8 h 14"/>
                <a:gd name="T2" fmla="*/ 7 w 15"/>
                <a:gd name="T3" fmla="*/ 8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7" y="6"/>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4" y="1"/>
                    <a:pt x="4" y="1"/>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7" name="Freeform 37">
              <a:extLst>
                <a:ext uri="{FF2B5EF4-FFF2-40B4-BE49-F238E27FC236}">
                  <a16:creationId xmlns:a16="http://schemas.microsoft.com/office/drawing/2014/main" id="{1E69AF7A-1989-48D9-BC80-3F601938A24E}"/>
                </a:ext>
              </a:extLst>
            </p:cNvPr>
            <p:cNvSpPr>
              <a:spLocks noEditPoints="1"/>
            </p:cNvSpPr>
            <p:nvPr userDrawn="1"/>
          </p:nvSpPr>
          <p:spPr bwMode="auto">
            <a:xfrm>
              <a:off x="2161698" y="1291448"/>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6 w 13"/>
                <a:gd name="T19" fmla="*/ 0 h 13"/>
                <a:gd name="T20" fmla="*/ 6 w 13"/>
                <a:gd name="T21" fmla="*/ 0 h 13"/>
                <a:gd name="T22" fmla="*/ 4 w 13"/>
                <a:gd name="T23" fmla="*/ 0 h 13"/>
                <a:gd name="T24" fmla="*/ 3 w 13"/>
                <a:gd name="T25" fmla="*/ 1 h 13"/>
                <a:gd name="T26" fmla="*/ 0 w 13"/>
                <a:gd name="T27" fmla="*/ 6 h 13"/>
                <a:gd name="T28" fmla="*/ 1 w 13"/>
                <a:gd name="T29" fmla="*/ 10 h 13"/>
                <a:gd name="T30" fmla="*/ 6 w 13"/>
                <a:gd name="T31" fmla="*/ 13 h 13"/>
                <a:gd name="T32" fmla="*/ 6 w 13"/>
                <a:gd name="T33" fmla="*/ 13 h 13"/>
                <a:gd name="T34" fmla="*/ 10 w 13"/>
                <a:gd name="T35" fmla="*/ 12 h 13"/>
                <a:gd name="T36" fmla="*/ 10 w 13"/>
                <a:gd name="T37" fmla="*/ 12 h 13"/>
                <a:gd name="T38" fmla="*/ 13 w 13"/>
                <a:gd name="T39" fmla="*/ 6 h 13"/>
                <a:gd name="T40" fmla="*/ 12 w 13"/>
                <a:gd name="T41" fmla="*/ 3 h 13"/>
                <a:gd name="T42" fmla="*/ 8 w 13"/>
                <a:gd name="T43" fmla="*/ 0 h 13"/>
                <a:gd name="T44" fmla="*/ 6 w 13"/>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6" y="0"/>
                  </a:moveTo>
                  <a:cubicBezTo>
                    <a:pt x="6" y="0"/>
                    <a:pt x="6" y="0"/>
                    <a:pt x="6" y="0"/>
                  </a:cubicBezTo>
                  <a:cubicBezTo>
                    <a:pt x="6" y="0"/>
                    <a:pt x="5"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8" name="Freeform 38">
              <a:extLst>
                <a:ext uri="{FF2B5EF4-FFF2-40B4-BE49-F238E27FC236}">
                  <a16:creationId xmlns:a16="http://schemas.microsoft.com/office/drawing/2014/main" id="{C646FD07-0E04-463A-A435-C28D4F78D9E3}"/>
                </a:ext>
              </a:extLst>
            </p:cNvPr>
            <p:cNvSpPr>
              <a:spLocks noEditPoints="1"/>
            </p:cNvSpPr>
            <p:nvPr userDrawn="1"/>
          </p:nvSpPr>
          <p:spPr bwMode="auto">
            <a:xfrm>
              <a:off x="2370417"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9" name="Freeform 39">
              <a:extLst>
                <a:ext uri="{FF2B5EF4-FFF2-40B4-BE49-F238E27FC236}">
                  <a16:creationId xmlns:a16="http://schemas.microsoft.com/office/drawing/2014/main" id="{5145B67C-AB7F-409B-B60E-A8826E30781C}"/>
                </a:ext>
              </a:extLst>
            </p:cNvPr>
            <p:cNvSpPr>
              <a:spLocks noEditPoints="1"/>
            </p:cNvSpPr>
            <p:nvPr userDrawn="1"/>
          </p:nvSpPr>
          <p:spPr bwMode="auto">
            <a:xfrm>
              <a:off x="2364396" y="1036571"/>
              <a:ext cx="42146" cy="42146"/>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20 w 28"/>
                <a:gd name="T17" fmla="*/ 23 h 27"/>
                <a:gd name="T18" fmla="*/ 19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2 w 28"/>
                <a:gd name="T37" fmla="*/ 25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20" y="23"/>
                    <a:pt x="20" y="23"/>
                    <a:pt x="20" y="23"/>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0" name="Freeform 40">
              <a:extLst>
                <a:ext uri="{FF2B5EF4-FFF2-40B4-BE49-F238E27FC236}">
                  <a16:creationId xmlns:a16="http://schemas.microsoft.com/office/drawing/2014/main" id="{AB1C9C8B-C218-4A5D-90B8-9C0C79AEB7B7}"/>
                </a:ext>
              </a:extLst>
            </p:cNvPr>
            <p:cNvSpPr>
              <a:spLocks noEditPoints="1"/>
            </p:cNvSpPr>
            <p:nvPr userDrawn="1"/>
          </p:nvSpPr>
          <p:spPr bwMode="auto">
            <a:xfrm>
              <a:off x="2342320" y="1072695"/>
              <a:ext cx="34118" cy="30104"/>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3 w 22"/>
                <a:gd name="T17" fmla="*/ 14 h 21"/>
                <a:gd name="T18" fmla="*/ 11 w 22"/>
                <a:gd name="T19" fmla="*/ 15 h 21"/>
                <a:gd name="T20" fmla="*/ 11 w 22"/>
                <a:gd name="T21" fmla="*/ 0 h 21"/>
                <a:gd name="T22" fmla="*/ 11 w 22"/>
                <a:gd name="T23" fmla="*/ 0 h 21"/>
                <a:gd name="T24" fmla="*/ 5 w 22"/>
                <a:gd name="T25" fmla="*/ 2 h 21"/>
                <a:gd name="T26" fmla="*/ 0 w 22"/>
                <a:gd name="T27" fmla="*/ 11 h 21"/>
                <a:gd name="T28" fmla="*/ 2 w 22"/>
                <a:gd name="T29" fmla="*/ 16 h 21"/>
                <a:gd name="T30" fmla="*/ 11 w 22"/>
                <a:gd name="T31" fmla="*/ 21 h 21"/>
                <a:gd name="T32" fmla="*/ 11 w 22"/>
                <a:gd name="T33" fmla="*/ 21 h 21"/>
                <a:gd name="T34" fmla="*/ 17 w 22"/>
                <a:gd name="T35" fmla="*/ 20 h 21"/>
                <a:gd name="T36" fmla="*/ 17 w 22"/>
                <a:gd name="T37" fmla="*/ 20 h 21"/>
                <a:gd name="T38" fmla="*/ 22 w 22"/>
                <a:gd name="T39" fmla="*/ 11 h 21"/>
                <a:gd name="T40" fmla="*/ 20 w 22"/>
                <a:gd name="T41" fmla="*/ 5 h 21"/>
                <a:gd name="T42" fmla="*/ 11 w 22"/>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1" name="Freeform 41">
              <a:extLst>
                <a:ext uri="{FF2B5EF4-FFF2-40B4-BE49-F238E27FC236}">
                  <a16:creationId xmlns:a16="http://schemas.microsoft.com/office/drawing/2014/main" id="{D8746D9D-8095-4AFD-91A0-B15F14AD8C04}"/>
                </a:ext>
              </a:extLst>
            </p:cNvPr>
            <p:cNvSpPr>
              <a:spLocks noEditPoints="1"/>
            </p:cNvSpPr>
            <p:nvPr userDrawn="1"/>
          </p:nvSpPr>
          <p:spPr bwMode="auto">
            <a:xfrm>
              <a:off x="2346334" y="1108820"/>
              <a:ext cx="28097"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2 w 18"/>
                <a:gd name="T17" fmla="*/ 15 h 19"/>
                <a:gd name="T18" fmla="*/ 11 w 18"/>
                <a:gd name="T19" fmla="*/ 12 h 19"/>
                <a:gd name="T20" fmla="*/ 9 w 18"/>
                <a:gd name="T21" fmla="*/ 13 h 19"/>
                <a:gd name="T22" fmla="*/ 9 w 18"/>
                <a:gd name="T23" fmla="*/ 0 h 19"/>
                <a:gd name="T24" fmla="*/ 9 w 18"/>
                <a:gd name="T25" fmla="*/ 0 h 19"/>
                <a:gd name="T26" fmla="*/ 4 w 18"/>
                <a:gd name="T27" fmla="*/ 2 h 19"/>
                <a:gd name="T28" fmla="*/ 0 w 18"/>
                <a:gd name="T29" fmla="*/ 10 h 19"/>
                <a:gd name="T30" fmla="*/ 1 w 18"/>
                <a:gd name="T31" fmla="*/ 14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2" y="15"/>
                    <a:pt x="12" y="15"/>
                    <a:pt x="12" y="15"/>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2" name="Freeform 42">
              <a:extLst>
                <a:ext uri="{FF2B5EF4-FFF2-40B4-BE49-F238E27FC236}">
                  <a16:creationId xmlns:a16="http://schemas.microsoft.com/office/drawing/2014/main" id="{3286B30C-50DB-435A-8423-FCDE194C49B8}"/>
                </a:ext>
              </a:extLst>
            </p:cNvPr>
            <p:cNvSpPr>
              <a:spLocks noEditPoints="1"/>
            </p:cNvSpPr>
            <p:nvPr userDrawn="1"/>
          </p:nvSpPr>
          <p:spPr bwMode="auto">
            <a:xfrm>
              <a:off x="1973048" y="-283978"/>
              <a:ext cx="120415" cy="114395"/>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9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3"/>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9"/>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3" name="Freeform 43">
              <a:extLst>
                <a:ext uri="{FF2B5EF4-FFF2-40B4-BE49-F238E27FC236}">
                  <a16:creationId xmlns:a16="http://schemas.microsoft.com/office/drawing/2014/main" id="{A571FBF2-5AFF-4A9C-83B6-C6F15915C384}"/>
                </a:ext>
              </a:extLst>
            </p:cNvPr>
            <p:cNvSpPr>
              <a:spLocks noEditPoints="1"/>
            </p:cNvSpPr>
            <p:nvPr userDrawn="1"/>
          </p:nvSpPr>
          <p:spPr bwMode="auto">
            <a:xfrm>
              <a:off x="1971041" y="-187646"/>
              <a:ext cx="26091" cy="26090"/>
            </a:xfrm>
            <a:custGeom>
              <a:avLst/>
              <a:gdLst>
                <a:gd name="T0" fmla="*/ 9 w 18"/>
                <a:gd name="T1" fmla="*/ 12 h 18"/>
                <a:gd name="T2" fmla="*/ 6 w 18"/>
                <a:gd name="T3" fmla="*/ 11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6 h 18"/>
                <a:gd name="T34" fmla="*/ 5 w 18"/>
                <a:gd name="T35" fmla="*/ 17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1"/>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8" y="0"/>
                    <a:pt x="6" y="0"/>
                    <a:pt x="4" y="1"/>
                  </a:cubicBezTo>
                  <a:cubicBezTo>
                    <a:pt x="2" y="3"/>
                    <a:pt x="0" y="6"/>
                    <a:pt x="0" y="9"/>
                  </a:cubicBezTo>
                  <a:cubicBezTo>
                    <a:pt x="0" y="10"/>
                    <a:pt x="0" y="12"/>
                    <a:pt x="1" y="13"/>
                  </a:cubicBezTo>
                  <a:cubicBezTo>
                    <a:pt x="3" y="14"/>
                    <a:pt x="4" y="15"/>
                    <a:pt x="5" y="16"/>
                  </a:cubicBezTo>
                  <a:cubicBezTo>
                    <a:pt x="5" y="16"/>
                    <a:pt x="5" y="16"/>
                    <a:pt x="5" y="16"/>
                  </a:cubicBezTo>
                  <a:cubicBezTo>
                    <a:pt x="5" y="17"/>
                    <a:pt x="5" y="17"/>
                    <a:pt x="5" y="17"/>
                  </a:cubicBezTo>
                  <a:cubicBezTo>
                    <a:pt x="7"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4" name="Freeform 44">
              <a:extLst>
                <a:ext uri="{FF2B5EF4-FFF2-40B4-BE49-F238E27FC236}">
                  <a16:creationId xmlns:a16="http://schemas.microsoft.com/office/drawing/2014/main" id="{02640F72-F878-461A-8124-1D38D72E3A56}"/>
                </a:ext>
              </a:extLst>
            </p:cNvPr>
            <p:cNvSpPr>
              <a:spLocks noEditPoints="1"/>
            </p:cNvSpPr>
            <p:nvPr userDrawn="1"/>
          </p:nvSpPr>
          <p:spPr bwMode="auto">
            <a:xfrm>
              <a:off x="1956993" y="-169584"/>
              <a:ext cx="22077" cy="22077"/>
            </a:xfrm>
            <a:custGeom>
              <a:avLst/>
              <a:gdLst>
                <a:gd name="T0" fmla="*/ 8 w 15"/>
                <a:gd name="T1" fmla="*/ 8 h 14"/>
                <a:gd name="T2" fmla="*/ 7 w 15"/>
                <a:gd name="T3" fmla="*/ 8 h 14"/>
                <a:gd name="T4" fmla="*/ 7 w 15"/>
                <a:gd name="T5" fmla="*/ 8 h 14"/>
                <a:gd name="T6" fmla="*/ 6 w 15"/>
                <a:gd name="T7" fmla="*/ 7 h 14"/>
                <a:gd name="T8" fmla="*/ 7 w 15"/>
                <a:gd name="T9" fmla="*/ 6 h 14"/>
                <a:gd name="T10" fmla="*/ 8 w 15"/>
                <a:gd name="T11" fmla="*/ 6 h 14"/>
                <a:gd name="T12" fmla="*/ 9 w 15"/>
                <a:gd name="T13" fmla="*/ 7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4 w 15"/>
                <a:gd name="T55" fmla="*/ 3 h 14"/>
                <a:gd name="T56" fmla="*/ 10 w 15"/>
                <a:gd name="T57" fmla="*/ 0 h 14"/>
                <a:gd name="T58" fmla="*/ 8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8" y="8"/>
                  </a:moveTo>
                  <a:cubicBezTo>
                    <a:pt x="7" y="8"/>
                    <a:pt x="7" y="8"/>
                    <a:pt x="7" y="8"/>
                  </a:cubicBez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9"/>
                    <a:pt x="1" y="10"/>
                    <a:pt x="1" y="11"/>
                  </a:cubicBezTo>
                  <a:cubicBezTo>
                    <a:pt x="1" y="11"/>
                    <a:pt x="1" y="11"/>
                    <a:pt x="1" y="11"/>
                  </a:cubicBezTo>
                  <a:cubicBezTo>
                    <a:pt x="3"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4" y="3"/>
                    <a:pt x="14" y="3"/>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5" name="Freeform 45">
              <a:extLst>
                <a:ext uri="{FF2B5EF4-FFF2-40B4-BE49-F238E27FC236}">
                  <a16:creationId xmlns:a16="http://schemas.microsoft.com/office/drawing/2014/main" id="{FB4C8DEA-B029-4D09-B048-C564B1B92FEB}"/>
                </a:ext>
              </a:extLst>
            </p:cNvPr>
            <p:cNvSpPr>
              <a:spLocks noEditPoints="1"/>
            </p:cNvSpPr>
            <p:nvPr userDrawn="1"/>
          </p:nvSpPr>
          <p:spPr bwMode="auto">
            <a:xfrm>
              <a:off x="1961007" y="-147508"/>
              <a:ext cx="18063" cy="20069"/>
            </a:xfrm>
            <a:custGeom>
              <a:avLst/>
              <a:gdLst>
                <a:gd name="T0" fmla="*/ 7 w 13"/>
                <a:gd name="T1" fmla="*/ 7 h 13"/>
                <a:gd name="T2" fmla="*/ 7 w 13"/>
                <a:gd name="T3" fmla="*/ 7 h 13"/>
                <a:gd name="T4" fmla="*/ 6 w 13"/>
                <a:gd name="T5" fmla="*/ 6 h 13"/>
                <a:gd name="T6" fmla="*/ 6 w 13"/>
                <a:gd name="T7" fmla="*/ 6 h 13"/>
                <a:gd name="T8" fmla="*/ 6 w 13"/>
                <a:gd name="T9" fmla="*/ 6 h 13"/>
                <a:gd name="T10" fmla="*/ 6 w 13"/>
                <a:gd name="T11" fmla="*/ 6 h 13"/>
                <a:gd name="T12" fmla="*/ 7 w 13"/>
                <a:gd name="T13" fmla="*/ 6 h 13"/>
                <a:gd name="T14" fmla="*/ 7 w 13"/>
                <a:gd name="T15" fmla="*/ 6 h 13"/>
                <a:gd name="T16" fmla="*/ 7 w 13"/>
                <a:gd name="T17" fmla="*/ 7 h 13"/>
                <a:gd name="T18" fmla="*/ 6 w 13"/>
                <a:gd name="T19" fmla="*/ 7 h 13"/>
                <a:gd name="T20" fmla="*/ 6 w 13"/>
                <a:gd name="T21" fmla="*/ 6 h 13"/>
                <a:gd name="T22" fmla="*/ 6 w 13"/>
                <a:gd name="T23" fmla="*/ 0 h 13"/>
                <a:gd name="T24" fmla="*/ 6 w 13"/>
                <a:gd name="T25" fmla="*/ 0 h 13"/>
                <a:gd name="T26" fmla="*/ 4 w 13"/>
                <a:gd name="T27" fmla="*/ 0 h 13"/>
                <a:gd name="T28" fmla="*/ 3 w 13"/>
                <a:gd name="T29" fmla="*/ 1 h 13"/>
                <a:gd name="T30" fmla="*/ 0 w 13"/>
                <a:gd name="T31" fmla="*/ 6 h 13"/>
                <a:gd name="T32" fmla="*/ 1 w 13"/>
                <a:gd name="T33" fmla="*/ 10 h 13"/>
                <a:gd name="T34" fmla="*/ 1 w 13"/>
                <a:gd name="T35" fmla="*/ 10 h 13"/>
                <a:gd name="T36" fmla="*/ 6 w 13"/>
                <a:gd name="T37" fmla="*/ 13 h 13"/>
                <a:gd name="T38" fmla="*/ 6 w 13"/>
                <a:gd name="T39" fmla="*/ 13 h 13"/>
                <a:gd name="T40" fmla="*/ 10 w 13"/>
                <a:gd name="T41" fmla="*/ 12 h 13"/>
                <a:gd name="T42" fmla="*/ 10 w 13"/>
                <a:gd name="T43" fmla="*/ 12 h 13"/>
                <a:gd name="T44" fmla="*/ 13 w 13"/>
                <a:gd name="T45" fmla="*/ 6 h 13"/>
                <a:gd name="T46" fmla="*/ 12 w 13"/>
                <a:gd name="T47" fmla="*/ 3 h 13"/>
                <a:gd name="T48" fmla="*/ 12 w 13"/>
                <a:gd name="T49" fmla="*/ 3 h 13"/>
                <a:gd name="T50" fmla="*/ 8 w 13"/>
                <a:gd name="T51" fmla="*/ 0 h 13"/>
                <a:gd name="T52" fmla="*/ 6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cubicBezTo>
                    <a:pt x="6" y="6"/>
                    <a:pt x="6" y="6"/>
                    <a:pt x="6" y="6"/>
                  </a:cubicBezTo>
                  <a:moveTo>
                    <a:pt x="6" y="0"/>
                  </a:moveTo>
                  <a:cubicBezTo>
                    <a:pt x="6" y="0"/>
                    <a:pt x="6" y="0"/>
                    <a:pt x="6" y="0"/>
                  </a:cubicBezTo>
                  <a:cubicBezTo>
                    <a:pt x="6" y="0"/>
                    <a:pt x="5" y="0"/>
                    <a:pt x="4" y="0"/>
                  </a:cubicBezTo>
                  <a:cubicBezTo>
                    <a:pt x="4" y="0"/>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6" name="Freeform 46">
              <a:extLst>
                <a:ext uri="{FF2B5EF4-FFF2-40B4-BE49-F238E27FC236}">
                  <a16:creationId xmlns:a16="http://schemas.microsoft.com/office/drawing/2014/main" id="{C8369B20-E2F8-4138-8A1C-47B2181F2497}"/>
                </a:ext>
              </a:extLst>
            </p:cNvPr>
            <p:cNvSpPr>
              <a:spLocks noEditPoints="1"/>
            </p:cNvSpPr>
            <p:nvPr userDrawn="1"/>
          </p:nvSpPr>
          <p:spPr bwMode="auto">
            <a:xfrm>
              <a:off x="1350905" y="87301"/>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7" name="Freeform 47">
              <a:extLst>
                <a:ext uri="{FF2B5EF4-FFF2-40B4-BE49-F238E27FC236}">
                  <a16:creationId xmlns:a16="http://schemas.microsoft.com/office/drawing/2014/main" id="{F00459A4-BD7B-4CDA-8159-ACA9F331FFDD}"/>
                </a:ext>
              </a:extLst>
            </p:cNvPr>
            <p:cNvSpPr>
              <a:spLocks noEditPoints="1"/>
            </p:cNvSpPr>
            <p:nvPr userDrawn="1"/>
          </p:nvSpPr>
          <p:spPr bwMode="auto">
            <a:xfrm>
              <a:off x="1445230"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8" name="Freeform 48">
              <a:extLst>
                <a:ext uri="{FF2B5EF4-FFF2-40B4-BE49-F238E27FC236}">
                  <a16:creationId xmlns:a16="http://schemas.microsoft.com/office/drawing/2014/main" id="{5547930A-84AC-4136-B4A0-773402E79C73}"/>
                </a:ext>
              </a:extLst>
            </p:cNvPr>
            <p:cNvSpPr>
              <a:spLocks/>
            </p:cNvSpPr>
            <p:nvPr userDrawn="1"/>
          </p:nvSpPr>
          <p:spPr bwMode="auto">
            <a:xfrm>
              <a:off x="1457271" y="283978"/>
              <a:ext cx="28097" cy="28097"/>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9" name="Freeform 49">
              <a:extLst>
                <a:ext uri="{FF2B5EF4-FFF2-40B4-BE49-F238E27FC236}">
                  <a16:creationId xmlns:a16="http://schemas.microsoft.com/office/drawing/2014/main" id="{BBC876ED-90F2-41B6-94E1-6B21114C4A49}"/>
                </a:ext>
              </a:extLst>
            </p:cNvPr>
            <p:cNvSpPr>
              <a:spLocks noEditPoints="1"/>
            </p:cNvSpPr>
            <p:nvPr userDrawn="1"/>
          </p:nvSpPr>
          <p:spPr bwMode="auto">
            <a:xfrm>
              <a:off x="1485368" y="300033"/>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0" name="Freeform 50">
              <a:extLst>
                <a:ext uri="{FF2B5EF4-FFF2-40B4-BE49-F238E27FC236}">
                  <a16:creationId xmlns:a16="http://schemas.microsoft.com/office/drawing/2014/main" id="{C1A38A7B-58C2-44DD-8A2C-06611B0EB450}"/>
                </a:ext>
              </a:extLst>
            </p:cNvPr>
            <p:cNvSpPr>
              <a:spLocks noEditPoints="1"/>
            </p:cNvSpPr>
            <p:nvPr userDrawn="1"/>
          </p:nvSpPr>
          <p:spPr bwMode="auto">
            <a:xfrm>
              <a:off x="1567652" y="1514216"/>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1" name="Freeform 51">
              <a:extLst>
                <a:ext uri="{FF2B5EF4-FFF2-40B4-BE49-F238E27FC236}">
                  <a16:creationId xmlns:a16="http://schemas.microsoft.com/office/drawing/2014/main" id="{CED37FD8-FC90-465A-A232-0230C7EAEA3D}"/>
                </a:ext>
              </a:extLst>
            </p:cNvPr>
            <p:cNvSpPr>
              <a:spLocks noEditPoints="1"/>
            </p:cNvSpPr>
            <p:nvPr userDrawn="1"/>
          </p:nvSpPr>
          <p:spPr bwMode="auto">
            <a:xfrm>
              <a:off x="1676025" y="1700859"/>
              <a:ext cx="38132" cy="38132"/>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2" name="Freeform 52">
              <a:extLst>
                <a:ext uri="{FF2B5EF4-FFF2-40B4-BE49-F238E27FC236}">
                  <a16:creationId xmlns:a16="http://schemas.microsoft.com/office/drawing/2014/main" id="{2D5D9139-C472-48BD-9999-88BFF5377832}"/>
                </a:ext>
              </a:extLst>
            </p:cNvPr>
            <p:cNvSpPr>
              <a:spLocks/>
            </p:cNvSpPr>
            <p:nvPr userDrawn="1"/>
          </p:nvSpPr>
          <p:spPr bwMode="auto">
            <a:xfrm>
              <a:off x="1690073" y="1740997"/>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3" name="Freeform 53">
              <a:extLst>
                <a:ext uri="{FF2B5EF4-FFF2-40B4-BE49-F238E27FC236}">
                  <a16:creationId xmlns:a16="http://schemas.microsoft.com/office/drawing/2014/main" id="{9E242EB0-7265-425A-AB62-4AB927AB786C}"/>
                </a:ext>
              </a:extLst>
            </p:cNvPr>
            <p:cNvSpPr>
              <a:spLocks noEditPoints="1"/>
            </p:cNvSpPr>
            <p:nvPr userDrawn="1"/>
          </p:nvSpPr>
          <p:spPr bwMode="auto">
            <a:xfrm>
              <a:off x="1722184" y="1759060"/>
              <a:ext cx="26091"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4" name="Freeform 54">
              <a:extLst>
                <a:ext uri="{FF2B5EF4-FFF2-40B4-BE49-F238E27FC236}">
                  <a16:creationId xmlns:a16="http://schemas.microsoft.com/office/drawing/2014/main" id="{866C7490-020D-425F-B553-61896C58AA44}"/>
                </a:ext>
              </a:extLst>
            </p:cNvPr>
            <p:cNvSpPr>
              <a:spLocks noEditPoints="1"/>
            </p:cNvSpPr>
            <p:nvPr userDrawn="1"/>
          </p:nvSpPr>
          <p:spPr bwMode="auto">
            <a:xfrm>
              <a:off x="1527514" y="709444"/>
              <a:ext cx="168581" cy="164567"/>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5" name="Freeform 55">
              <a:extLst>
                <a:ext uri="{FF2B5EF4-FFF2-40B4-BE49-F238E27FC236}">
                  <a16:creationId xmlns:a16="http://schemas.microsoft.com/office/drawing/2014/main" id="{B0A0A997-83BD-4C14-9F27-9784DE4CB8BB}"/>
                </a:ext>
              </a:extLst>
            </p:cNvPr>
            <p:cNvSpPr>
              <a:spLocks/>
            </p:cNvSpPr>
            <p:nvPr userDrawn="1"/>
          </p:nvSpPr>
          <p:spPr bwMode="auto">
            <a:xfrm>
              <a:off x="1623846" y="869997"/>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6" name="Freeform 56">
              <a:extLst>
                <a:ext uri="{FF2B5EF4-FFF2-40B4-BE49-F238E27FC236}">
                  <a16:creationId xmlns:a16="http://schemas.microsoft.com/office/drawing/2014/main" id="{D5133583-3D0F-4F94-B69A-F3D7E06D30A1}"/>
                </a:ext>
              </a:extLst>
            </p:cNvPr>
            <p:cNvSpPr>
              <a:spLocks/>
            </p:cNvSpPr>
            <p:nvPr userDrawn="1"/>
          </p:nvSpPr>
          <p:spPr bwMode="auto">
            <a:xfrm>
              <a:off x="1635887" y="90612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7" name="Freeform 57">
              <a:extLst>
                <a:ext uri="{FF2B5EF4-FFF2-40B4-BE49-F238E27FC236}">
                  <a16:creationId xmlns:a16="http://schemas.microsoft.com/office/drawing/2014/main" id="{5E21B130-F925-49B2-89C2-CB047E3F91D3}"/>
                </a:ext>
              </a:extLst>
            </p:cNvPr>
            <p:cNvSpPr>
              <a:spLocks noEditPoints="1"/>
            </p:cNvSpPr>
            <p:nvPr userDrawn="1"/>
          </p:nvSpPr>
          <p:spPr bwMode="auto">
            <a:xfrm>
              <a:off x="1661976" y="92217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8" name="Freeform 58">
              <a:extLst>
                <a:ext uri="{FF2B5EF4-FFF2-40B4-BE49-F238E27FC236}">
                  <a16:creationId xmlns:a16="http://schemas.microsoft.com/office/drawing/2014/main" id="{C76832D7-B9C5-4FA0-8F0D-A360EA0F83CE}"/>
                </a:ext>
              </a:extLst>
            </p:cNvPr>
            <p:cNvSpPr>
              <a:spLocks noEditPoints="1"/>
            </p:cNvSpPr>
            <p:nvPr userDrawn="1"/>
          </p:nvSpPr>
          <p:spPr bwMode="auto">
            <a:xfrm>
              <a:off x="1126131" y="926190"/>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9" name="Freeform 59">
              <a:extLst>
                <a:ext uri="{FF2B5EF4-FFF2-40B4-BE49-F238E27FC236}">
                  <a16:creationId xmlns:a16="http://schemas.microsoft.com/office/drawing/2014/main" id="{A7436198-622D-41E4-913F-8D266C986232}"/>
                </a:ext>
              </a:extLst>
            </p:cNvPr>
            <p:cNvSpPr>
              <a:spLocks noEditPoints="1"/>
            </p:cNvSpPr>
            <p:nvPr userDrawn="1"/>
          </p:nvSpPr>
          <p:spPr bwMode="auto">
            <a:xfrm>
              <a:off x="1290698" y="1066674"/>
              <a:ext cx="40138"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3 w 26"/>
                <a:gd name="T15" fmla="*/ 19 h 25"/>
                <a:gd name="T16" fmla="*/ 8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13 w 26"/>
                <a:gd name="T31" fmla="*/ 0 h 25"/>
                <a:gd name="T32" fmla="*/ 6 w 26"/>
                <a:gd name="T33" fmla="*/ 2 h 25"/>
                <a:gd name="T34" fmla="*/ 0 w 26"/>
                <a:gd name="T35" fmla="*/ 12 h 25"/>
                <a:gd name="T36" fmla="*/ 3 w 26"/>
                <a:gd name="T37" fmla="*/ 20 h 25"/>
                <a:gd name="T38" fmla="*/ 13 w 26"/>
                <a:gd name="T39" fmla="*/ 25 h 25"/>
                <a:gd name="T40" fmla="*/ 13 w 26"/>
                <a:gd name="T41" fmla="*/ 25 h 25"/>
                <a:gd name="T42" fmla="*/ 21 w 26"/>
                <a:gd name="T43" fmla="*/ 23 h 25"/>
                <a:gd name="T44" fmla="*/ 26 w 26"/>
                <a:gd name="T45" fmla="*/ 12 h 25"/>
                <a:gd name="T46" fmla="*/ 24 w 26"/>
                <a:gd name="T47" fmla="*/ 5 h 25"/>
                <a:gd name="T48" fmla="*/ 24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moveTo>
                    <a:pt x="13" y="0"/>
                  </a:moveTo>
                  <a:cubicBezTo>
                    <a:pt x="13" y="0"/>
                    <a:pt x="13" y="0"/>
                    <a:pt x="13" y="0"/>
                  </a:cubicBez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0" name="Freeform 60">
              <a:extLst>
                <a:ext uri="{FF2B5EF4-FFF2-40B4-BE49-F238E27FC236}">
                  <a16:creationId xmlns:a16="http://schemas.microsoft.com/office/drawing/2014/main" id="{423B0272-55E6-4EDF-90C0-79967C9E6352}"/>
                </a:ext>
              </a:extLst>
            </p:cNvPr>
            <p:cNvSpPr>
              <a:spLocks noEditPoints="1"/>
            </p:cNvSpPr>
            <p:nvPr userDrawn="1"/>
          </p:nvSpPr>
          <p:spPr bwMode="auto">
            <a:xfrm>
              <a:off x="1324815" y="1090757"/>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1" name="Freeform 61">
              <a:extLst>
                <a:ext uri="{FF2B5EF4-FFF2-40B4-BE49-F238E27FC236}">
                  <a16:creationId xmlns:a16="http://schemas.microsoft.com/office/drawing/2014/main" id="{0F733707-20DB-4395-B80B-F403648D417C}"/>
                </a:ext>
              </a:extLst>
            </p:cNvPr>
            <p:cNvSpPr>
              <a:spLocks noEditPoints="1"/>
            </p:cNvSpPr>
            <p:nvPr userDrawn="1"/>
          </p:nvSpPr>
          <p:spPr bwMode="auto">
            <a:xfrm>
              <a:off x="1360939" y="1088751"/>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9 w 17"/>
                <a:gd name="T19" fmla="*/ 12 h 18"/>
                <a:gd name="T20" fmla="*/ 9 w 17"/>
                <a:gd name="T21" fmla="*/ 0 h 18"/>
                <a:gd name="T22" fmla="*/ 9 w 17"/>
                <a:gd name="T23" fmla="*/ 0 h 18"/>
                <a:gd name="T24" fmla="*/ 3 w 17"/>
                <a:gd name="T25" fmla="*/ 2 h 18"/>
                <a:gd name="T26" fmla="*/ 0 w 17"/>
                <a:gd name="T27" fmla="*/ 9 h 18"/>
                <a:gd name="T28" fmla="*/ 2 w 17"/>
                <a:gd name="T29" fmla="*/ 14 h 18"/>
                <a:gd name="T30" fmla="*/ 9 w 17"/>
                <a:gd name="T31" fmla="*/ 18 h 18"/>
                <a:gd name="T32" fmla="*/ 9 w 17"/>
                <a:gd name="T33" fmla="*/ 18 h 18"/>
                <a:gd name="T34" fmla="*/ 9 w 17"/>
                <a:gd name="T35" fmla="*/ 18 h 18"/>
                <a:gd name="T36" fmla="*/ 14 w 17"/>
                <a:gd name="T37" fmla="*/ 16 h 18"/>
                <a:gd name="T38" fmla="*/ 17 w 17"/>
                <a:gd name="T39" fmla="*/ 9 h 18"/>
                <a:gd name="T40" fmla="*/ 16 w 17"/>
                <a:gd name="T41" fmla="*/ 4 h 18"/>
                <a:gd name="T42" fmla="*/ 13 w 17"/>
                <a:gd name="T43" fmla="*/ 6 h 18"/>
                <a:gd name="T44" fmla="*/ 16 w 17"/>
                <a:gd name="T45" fmla="*/ 4 h 18"/>
                <a:gd name="T46" fmla="*/ 9 w 1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2"/>
                    <a:pt x="9" y="12"/>
                    <a:pt x="9" y="12"/>
                  </a:cubicBezTo>
                  <a:moveTo>
                    <a:pt x="9" y="0"/>
                  </a:move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9" y="18"/>
                    <a:pt x="9" y="18"/>
                    <a:pt x="9" y="18"/>
                  </a:cubicBezTo>
                  <a:cubicBezTo>
                    <a:pt x="10" y="18"/>
                    <a:pt x="12" y="17"/>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2" name="Freeform 62">
              <a:extLst>
                <a:ext uri="{FF2B5EF4-FFF2-40B4-BE49-F238E27FC236}">
                  <a16:creationId xmlns:a16="http://schemas.microsoft.com/office/drawing/2014/main" id="{1E21D690-BECD-4830-8666-9C9F22A5EEAE}"/>
                </a:ext>
              </a:extLst>
            </p:cNvPr>
            <p:cNvSpPr>
              <a:spLocks/>
            </p:cNvSpPr>
            <p:nvPr userDrawn="1"/>
          </p:nvSpPr>
          <p:spPr bwMode="auto">
            <a:xfrm>
              <a:off x="-200439"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1"/>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3" name="Freeform 63">
              <a:extLst>
                <a:ext uri="{FF2B5EF4-FFF2-40B4-BE49-F238E27FC236}">
                  <a16:creationId xmlns:a16="http://schemas.microsoft.com/office/drawing/2014/main" id="{645F2063-B187-40CA-89D1-D6F03059BAB6}"/>
                </a:ext>
              </a:extLst>
            </p:cNvPr>
            <p:cNvSpPr>
              <a:spLocks noEditPoints="1"/>
            </p:cNvSpPr>
            <p:nvPr userDrawn="1"/>
          </p:nvSpPr>
          <p:spPr bwMode="auto">
            <a:xfrm>
              <a:off x="90564" y="811797"/>
              <a:ext cx="62215" cy="62215"/>
            </a:xfrm>
            <a:custGeom>
              <a:avLst/>
              <a:gdLst>
                <a:gd name="T0" fmla="*/ 35 w 42"/>
                <a:gd name="T1" fmla="*/ 10 h 41"/>
                <a:gd name="T2" fmla="*/ 35 w 42"/>
                <a:gd name="T3" fmla="*/ 10 h 41"/>
                <a:gd name="T4" fmla="*/ 38 w 42"/>
                <a:gd name="T5" fmla="*/ 9 h 41"/>
                <a:gd name="T6" fmla="*/ 35 w 42"/>
                <a:gd name="T7" fmla="*/ 10 h 41"/>
                <a:gd name="T8" fmla="*/ 21 w 42"/>
                <a:gd name="T9" fmla="*/ 35 h 41"/>
                <a:gd name="T10" fmla="*/ 9 w 42"/>
                <a:gd name="T11" fmla="*/ 29 h 41"/>
                <a:gd name="T12" fmla="*/ 7 w 42"/>
                <a:gd name="T13" fmla="*/ 21 h 41"/>
                <a:gd name="T14" fmla="*/ 12 w 42"/>
                <a:gd name="T15" fmla="*/ 9 h 41"/>
                <a:gd name="T16" fmla="*/ 21 w 42"/>
                <a:gd name="T17" fmla="*/ 6 h 41"/>
                <a:gd name="T18" fmla="*/ 33 w 42"/>
                <a:gd name="T19" fmla="*/ 12 h 41"/>
                <a:gd name="T20" fmla="*/ 33 w 42"/>
                <a:gd name="T21" fmla="*/ 12 h 41"/>
                <a:gd name="T22" fmla="*/ 36 w 42"/>
                <a:gd name="T23" fmla="*/ 21 h 41"/>
                <a:gd name="T24" fmla="*/ 30 w 42"/>
                <a:gd name="T25" fmla="*/ 32 h 41"/>
                <a:gd name="T26" fmla="*/ 21 w 42"/>
                <a:gd name="T27" fmla="*/ 35 h 41"/>
                <a:gd name="T28" fmla="*/ 21 w 42"/>
                <a:gd name="T29" fmla="*/ 0 h 41"/>
                <a:gd name="T30" fmla="*/ 21 w 42"/>
                <a:gd name="T31" fmla="*/ 0 h 41"/>
                <a:gd name="T32" fmla="*/ 9 w 42"/>
                <a:gd name="T33" fmla="*/ 4 h 41"/>
                <a:gd name="T34" fmla="*/ 1 w 42"/>
                <a:gd name="T35" fmla="*/ 21 h 41"/>
                <a:gd name="T36" fmla="*/ 5 w 42"/>
                <a:gd name="T37" fmla="*/ 33 h 41"/>
                <a:gd name="T38" fmla="*/ 21 w 42"/>
                <a:gd name="T39" fmla="*/ 41 h 41"/>
                <a:gd name="T40" fmla="*/ 21 w 42"/>
                <a:gd name="T41" fmla="*/ 41 h 41"/>
                <a:gd name="T42" fmla="*/ 34 w 42"/>
                <a:gd name="T43" fmla="*/ 37 h 41"/>
                <a:gd name="T44" fmla="*/ 42 w 42"/>
                <a:gd name="T45" fmla="*/ 21 h 41"/>
                <a:gd name="T46" fmla="*/ 38 w 42"/>
                <a:gd name="T47" fmla="*/ 9 h 41"/>
                <a:gd name="T48" fmla="*/ 38 w 42"/>
                <a:gd name="T49" fmla="*/ 9 h 41"/>
                <a:gd name="T50" fmla="*/ 21 w 42"/>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1">
                  <a:moveTo>
                    <a:pt x="35" y="10"/>
                  </a:moveTo>
                  <a:cubicBezTo>
                    <a:pt x="35" y="10"/>
                    <a:pt x="35" y="10"/>
                    <a:pt x="35" y="10"/>
                  </a:cubicBezTo>
                  <a:cubicBezTo>
                    <a:pt x="38" y="9"/>
                    <a:pt x="38" y="9"/>
                    <a:pt x="38" y="9"/>
                  </a:cubicBezTo>
                  <a:cubicBezTo>
                    <a:pt x="35" y="10"/>
                    <a:pt x="35" y="10"/>
                    <a:pt x="35" y="10"/>
                  </a:cubicBezTo>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4"/>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4" name="Freeform 64">
              <a:extLst>
                <a:ext uri="{FF2B5EF4-FFF2-40B4-BE49-F238E27FC236}">
                  <a16:creationId xmlns:a16="http://schemas.microsoft.com/office/drawing/2014/main" id="{6AA29256-D6BA-47BF-BC15-90E33CA212F5}"/>
                </a:ext>
              </a:extLst>
            </p:cNvPr>
            <p:cNvSpPr>
              <a:spLocks noEditPoints="1"/>
            </p:cNvSpPr>
            <p:nvPr userDrawn="1"/>
          </p:nvSpPr>
          <p:spPr bwMode="auto">
            <a:xfrm>
              <a:off x="150771" y="859963"/>
              <a:ext cx="48166" cy="4415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8 w 31"/>
                <a:gd name="T15" fmla="*/ 6 h 30"/>
                <a:gd name="T16" fmla="*/ 25 w 31"/>
                <a:gd name="T17" fmla="*/ 7 h 30"/>
                <a:gd name="T18" fmla="*/ 23 w 31"/>
                <a:gd name="T19" fmla="*/ 9 h 30"/>
                <a:gd name="T20" fmla="*/ 25 w 31"/>
                <a:gd name="T21" fmla="*/ 15 h 30"/>
                <a:gd name="T22" fmla="*/ 21 w 31"/>
                <a:gd name="T23" fmla="*/ 22 h 30"/>
                <a:gd name="T24" fmla="*/ 16 w 31"/>
                <a:gd name="T25" fmla="*/ 24 h 30"/>
                <a:gd name="T26" fmla="*/ 15 w 31"/>
                <a:gd name="T27" fmla="*/ 0 h 30"/>
                <a:gd name="T28" fmla="*/ 15 w 31"/>
                <a:gd name="T29" fmla="*/ 0 h 30"/>
                <a:gd name="T30" fmla="*/ 6 w 31"/>
                <a:gd name="T31" fmla="*/ 3 h 30"/>
                <a:gd name="T32" fmla="*/ 0 w 31"/>
                <a:gd name="T33" fmla="*/ 15 h 30"/>
                <a:gd name="T34" fmla="*/ 3 w 31"/>
                <a:gd name="T35" fmla="*/ 24 h 30"/>
                <a:gd name="T36" fmla="*/ 15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5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5" name="Freeform 65">
              <a:extLst>
                <a:ext uri="{FF2B5EF4-FFF2-40B4-BE49-F238E27FC236}">
                  <a16:creationId xmlns:a16="http://schemas.microsoft.com/office/drawing/2014/main" id="{71DA035F-6D70-4C2C-9565-B98F0C7F1DEF}"/>
                </a:ext>
              </a:extLst>
            </p:cNvPr>
            <p:cNvSpPr>
              <a:spLocks noEditPoints="1"/>
            </p:cNvSpPr>
            <p:nvPr userDrawn="1"/>
          </p:nvSpPr>
          <p:spPr bwMode="auto">
            <a:xfrm>
              <a:off x="210979" y="855949"/>
              <a:ext cx="40138" cy="36124"/>
            </a:xfrm>
            <a:custGeom>
              <a:avLst/>
              <a:gdLst>
                <a:gd name="T0" fmla="*/ 19 w 26"/>
                <a:gd name="T1" fmla="*/ 8 h 25"/>
                <a:gd name="T2" fmla="*/ 21 w 26"/>
                <a:gd name="T3" fmla="*/ 6 h 25"/>
                <a:gd name="T4" fmla="*/ 23 w 26"/>
                <a:gd name="T5" fmla="*/ 5 h 25"/>
                <a:gd name="T6" fmla="*/ 21 w 26"/>
                <a:gd name="T7" fmla="*/ 6 h 25"/>
                <a:gd name="T8" fmla="*/ 19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5 w 26"/>
                <a:gd name="T31" fmla="*/ 2 h 25"/>
                <a:gd name="T32" fmla="*/ 0 w 26"/>
                <a:gd name="T33" fmla="*/ 12 h 25"/>
                <a:gd name="T34" fmla="*/ 2 w 26"/>
                <a:gd name="T35" fmla="*/ 20 h 25"/>
                <a:gd name="T36" fmla="*/ 13 w 26"/>
                <a:gd name="T37" fmla="*/ 25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3" y="5"/>
                    <a:pt x="23" y="5"/>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6" name="Freeform 66">
              <a:extLst>
                <a:ext uri="{FF2B5EF4-FFF2-40B4-BE49-F238E27FC236}">
                  <a16:creationId xmlns:a16="http://schemas.microsoft.com/office/drawing/2014/main" id="{B9A9308A-D47E-48B4-A63B-DA8684C64EB5}"/>
                </a:ext>
              </a:extLst>
            </p:cNvPr>
            <p:cNvSpPr>
              <a:spLocks/>
            </p:cNvSpPr>
            <p:nvPr userDrawn="1"/>
          </p:nvSpPr>
          <p:spPr bwMode="auto">
            <a:xfrm>
              <a:off x="1009730" y="245847"/>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0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0"/>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7" name="Freeform 67">
              <a:extLst>
                <a:ext uri="{FF2B5EF4-FFF2-40B4-BE49-F238E27FC236}">
                  <a16:creationId xmlns:a16="http://schemas.microsoft.com/office/drawing/2014/main" id="{1F112491-8EF2-429A-801B-7BE246FF17DA}"/>
                </a:ext>
              </a:extLst>
            </p:cNvPr>
            <p:cNvSpPr>
              <a:spLocks noEditPoints="1"/>
            </p:cNvSpPr>
            <p:nvPr userDrawn="1"/>
          </p:nvSpPr>
          <p:spPr bwMode="auto">
            <a:xfrm>
              <a:off x="989661" y="247854"/>
              <a:ext cx="34118" cy="34118"/>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8" name="Freeform 68">
              <a:extLst>
                <a:ext uri="{FF2B5EF4-FFF2-40B4-BE49-F238E27FC236}">
                  <a16:creationId xmlns:a16="http://schemas.microsoft.com/office/drawing/2014/main" id="{ACBF516D-9FA2-43D2-8B69-3CE14BC83DC0}"/>
                </a:ext>
              </a:extLst>
            </p:cNvPr>
            <p:cNvSpPr>
              <a:spLocks noEditPoints="1"/>
            </p:cNvSpPr>
            <p:nvPr userDrawn="1"/>
          </p:nvSpPr>
          <p:spPr bwMode="auto">
            <a:xfrm>
              <a:off x="965578" y="233806"/>
              <a:ext cx="28097" cy="26090"/>
            </a:xfrm>
            <a:custGeom>
              <a:avLst/>
              <a:gdLst>
                <a:gd name="T0" fmla="*/ 10 w 18"/>
                <a:gd name="T1" fmla="*/ 6 h 18"/>
                <a:gd name="T2" fmla="*/ 11 w 18"/>
                <a:gd name="T3" fmla="*/ 4 h 18"/>
                <a:gd name="T4" fmla="*/ 10 w 18"/>
                <a:gd name="T5" fmla="*/ 6 h 18"/>
                <a:gd name="T6" fmla="*/ 12 w 18"/>
                <a:gd name="T7" fmla="*/ 9 h 18"/>
                <a:gd name="T8" fmla="*/ 12 w 18"/>
                <a:gd name="T9" fmla="*/ 10 h 18"/>
                <a:gd name="T10" fmla="*/ 11 w 18"/>
                <a:gd name="T11" fmla="*/ 11 h 18"/>
                <a:gd name="T12" fmla="*/ 9 w 18"/>
                <a:gd name="T13" fmla="*/ 12 h 18"/>
                <a:gd name="T14" fmla="*/ 9 w 18"/>
                <a:gd name="T15" fmla="*/ 12 h 18"/>
                <a:gd name="T16" fmla="*/ 8 w 18"/>
                <a:gd name="T17" fmla="*/ 12 h 18"/>
                <a:gd name="T18" fmla="*/ 6 w 18"/>
                <a:gd name="T19" fmla="*/ 9 h 18"/>
                <a:gd name="T20" fmla="*/ 6 w 18"/>
                <a:gd name="T21" fmla="*/ 8 h 18"/>
                <a:gd name="T22" fmla="*/ 7 w 18"/>
                <a:gd name="T23" fmla="*/ 7 h 18"/>
                <a:gd name="T24" fmla="*/ 9 w 18"/>
                <a:gd name="T25" fmla="*/ 6 h 18"/>
                <a:gd name="T26" fmla="*/ 9 w 18"/>
                <a:gd name="T27" fmla="*/ 6 h 18"/>
                <a:gd name="T28" fmla="*/ 10 w 18"/>
                <a:gd name="T29" fmla="*/ 6 h 18"/>
                <a:gd name="T30" fmla="*/ 9 w 18"/>
                <a:gd name="T31" fmla="*/ 0 h 18"/>
                <a:gd name="T32" fmla="*/ 4 w 18"/>
                <a:gd name="T33" fmla="*/ 2 h 18"/>
                <a:gd name="T34" fmla="*/ 0 w 18"/>
                <a:gd name="T35" fmla="*/ 6 h 18"/>
                <a:gd name="T36" fmla="*/ 0 w 18"/>
                <a:gd name="T37" fmla="*/ 9 h 18"/>
                <a:gd name="T38" fmla="*/ 6 w 18"/>
                <a:gd name="T39" fmla="*/ 17 h 18"/>
                <a:gd name="T40" fmla="*/ 9 w 18"/>
                <a:gd name="T41" fmla="*/ 18 h 18"/>
                <a:gd name="T42" fmla="*/ 14 w 18"/>
                <a:gd name="T43" fmla="*/ 16 h 18"/>
                <a:gd name="T44" fmla="*/ 18 w 18"/>
                <a:gd name="T45" fmla="*/ 12 h 18"/>
                <a:gd name="T46" fmla="*/ 18 w 18"/>
                <a:gd name="T47" fmla="*/ 9 h 18"/>
                <a:gd name="T48" fmla="*/ 12 w 18"/>
                <a:gd name="T49" fmla="*/ 1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10" y="6"/>
                  </a:move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9" name="Freeform 69">
              <a:extLst>
                <a:ext uri="{FF2B5EF4-FFF2-40B4-BE49-F238E27FC236}">
                  <a16:creationId xmlns:a16="http://schemas.microsoft.com/office/drawing/2014/main" id="{09794DC8-05A8-450C-B428-FA858DDEADEE}"/>
                </a:ext>
              </a:extLst>
            </p:cNvPr>
            <p:cNvSpPr>
              <a:spLocks noEditPoints="1"/>
            </p:cNvSpPr>
            <p:nvPr userDrawn="1"/>
          </p:nvSpPr>
          <p:spPr bwMode="auto">
            <a:xfrm>
              <a:off x="963571" y="209723"/>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7 w 16"/>
                <a:gd name="T15" fmla="*/ 9 h 15"/>
                <a:gd name="T16" fmla="*/ 6 w 16"/>
                <a:gd name="T17" fmla="*/ 7 h 15"/>
                <a:gd name="T18" fmla="*/ 6 w 16"/>
                <a:gd name="T19" fmla="*/ 7 h 15"/>
                <a:gd name="T20" fmla="*/ 6 w 16"/>
                <a:gd name="T21" fmla="*/ 6 h 15"/>
                <a:gd name="T22" fmla="*/ 8 w 16"/>
                <a:gd name="T23" fmla="*/ 6 h 15"/>
                <a:gd name="T24" fmla="*/ 8 w 16"/>
                <a:gd name="T25" fmla="*/ 6 h 15"/>
                <a:gd name="T26" fmla="*/ 8 w 16"/>
                <a:gd name="T27" fmla="*/ 6 h 15"/>
                <a:gd name="T28" fmla="*/ 8 w 16"/>
                <a:gd name="T29" fmla="*/ 0 h 15"/>
                <a:gd name="T30" fmla="*/ 3 w 16"/>
                <a:gd name="T31" fmla="*/ 1 h 15"/>
                <a:gd name="T32" fmla="*/ 0 w 16"/>
                <a:gd name="T33" fmla="*/ 5 h 15"/>
                <a:gd name="T34" fmla="*/ 0 w 16"/>
                <a:gd name="T35" fmla="*/ 7 h 15"/>
                <a:gd name="T36" fmla="*/ 5 w 16"/>
                <a:gd name="T37" fmla="*/ 15 h 15"/>
                <a:gd name="T38" fmla="*/ 8 w 16"/>
                <a:gd name="T39" fmla="*/ 15 h 15"/>
                <a:gd name="T40" fmla="*/ 13 w 16"/>
                <a:gd name="T41" fmla="*/ 14 h 15"/>
                <a:gd name="T42" fmla="*/ 15 w 16"/>
                <a:gd name="T43" fmla="*/ 10 h 15"/>
                <a:gd name="T44" fmla="*/ 16 w 16"/>
                <a:gd name="T45" fmla="*/ 8 h 15"/>
                <a:gd name="T46" fmla="*/ 11 w 16"/>
                <a:gd name="T47" fmla="*/ 0 h 15"/>
                <a:gd name="T48" fmla="*/ 11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0" name="Freeform 70">
              <a:extLst>
                <a:ext uri="{FF2B5EF4-FFF2-40B4-BE49-F238E27FC236}">
                  <a16:creationId xmlns:a16="http://schemas.microsoft.com/office/drawing/2014/main" id="{940C3DD9-C776-41DC-81FE-E3A15D6B1A1B}"/>
                </a:ext>
              </a:extLst>
            </p:cNvPr>
            <p:cNvSpPr>
              <a:spLocks noEditPoints="1"/>
            </p:cNvSpPr>
            <p:nvPr userDrawn="1"/>
          </p:nvSpPr>
          <p:spPr bwMode="auto">
            <a:xfrm>
              <a:off x="909384" y="-11038"/>
              <a:ext cx="152525" cy="148512"/>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6 w 101"/>
                <a:gd name="T23" fmla="*/ 28 h 99"/>
                <a:gd name="T24" fmla="*/ 6 w 101"/>
                <a:gd name="T25" fmla="*/ 28 h 99"/>
                <a:gd name="T26" fmla="*/ 0 w 101"/>
                <a:gd name="T27" fmla="*/ 50 h 99"/>
                <a:gd name="T28" fmla="*/ 28 w 101"/>
                <a:gd name="T29" fmla="*/ 94 h 99"/>
                <a:gd name="T30" fmla="*/ 51 w 101"/>
                <a:gd name="T31" fmla="*/ 99 h 99"/>
                <a:gd name="T32" fmla="*/ 96 w 101"/>
                <a:gd name="T33" fmla="*/ 72 h 99"/>
                <a:gd name="T34" fmla="*/ 101 w 101"/>
                <a:gd name="T35" fmla="*/ 50 h 99"/>
                <a:gd name="T36" fmla="*/ 74 w 101"/>
                <a:gd name="T37" fmla="*/ 6 h 99"/>
                <a:gd name="T38" fmla="*/ 75 w 101"/>
                <a:gd name="T39" fmla="*/ 13 h 99"/>
                <a:gd name="T40" fmla="*/ 71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1"/>
                  </a:moveTo>
                  <a:cubicBezTo>
                    <a:pt x="19" y="15"/>
                    <a:pt x="34" y="6"/>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1" name="Freeform 71">
              <a:extLst>
                <a:ext uri="{FF2B5EF4-FFF2-40B4-BE49-F238E27FC236}">
                  <a16:creationId xmlns:a16="http://schemas.microsoft.com/office/drawing/2014/main" id="{9B76EE03-014F-4AF4-BB9B-059C96206DD2}"/>
                </a:ext>
              </a:extLst>
            </p:cNvPr>
            <p:cNvSpPr>
              <a:spLocks noEditPoints="1"/>
            </p:cNvSpPr>
            <p:nvPr userDrawn="1"/>
          </p:nvSpPr>
          <p:spPr bwMode="auto">
            <a:xfrm>
              <a:off x="905371" y="115397"/>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1 w 23"/>
                <a:gd name="T39" fmla="*/ 16 h 22"/>
                <a:gd name="T40" fmla="*/ 23 w 23"/>
                <a:gd name="T41" fmla="*/ 11 h 22"/>
                <a:gd name="T42" fmla="*/ 16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2" name="Freeform 72">
              <a:extLst>
                <a:ext uri="{FF2B5EF4-FFF2-40B4-BE49-F238E27FC236}">
                  <a16:creationId xmlns:a16="http://schemas.microsoft.com/office/drawing/2014/main" id="{D32A6BE3-D914-4F98-A7E8-B70B55FA28DF}"/>
                </a:ext>
              </a:extLst>
            </p:cNvPr>
            <p:cNvSpPr>
              <a:spLocks noEditPoints="1"/>
            </p:cNvSpPr>
            <p:nvPr userDrawn="1"/>
          </p:nvSpPr>
          <p:spPr bwMode="auto">
            <a:xfrm>
              <a:off x="889315" y="141488"/>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6 w 17"/>
                <a:gd name="T19" fmla="*/ 7 h 17"/>
                <a:gd name="T20" fmla="*/ 9 w 17"/>
                <a:gd name="T21" fmla="*/ 0 h 17"/>
                <a:gd name="T22" fmla="*/ 1 w 17"/>
                <a:gd name="T23" fmla="*/ 5 h 17"/>
                <a:gd name="T24" fmla="*/ 1 w 17"/>
                <a:gd name="T25" fmla="*/ 5 h 17"/>
                <a:gd name="T26" fmla="*/ 0 w 17"/>
                <a:gd name="T27" fmla="*/ 9 h 17"/>
                <a:gd name="T28" fmla="*/ 5 w 17"/>
                <a:gd name="T29" fmla="*/ 16 h 17"/>
                <a:gd name="T30" fmla="*/ 9 w 17"/>
                <a:gd name="T31" fmla="*/ 17 h 17"/>
                <a:gd name="T32" fmla="*/ 17 w 17"/>
                <a:gd name="T33" fmla="*/ 12 h 17"/>
                <a:gd name="T34" fmla="*/ 17 w 17"/>
                <a:gd name="T35" fmla="*/ 9 h 17"/>
                <a:gd name="T36" fmla="*/ 13 w 17"/>
                <a:gd name="T37" fmla="*/ 1 h 17"/>
                <a:gd name="T38" fmla="*/ 9 w 17"/>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5"/>
                    <a:pt x="17" y="12"/>
                  </a:cubicBezTo>
                  <a:cubicBezTo>
                    <a:pt x="17" y="11"/>
                    <a:pt x="17" y="10"/>
                    <a:pt x="17" y="9"/>
                  </a:cubicBezTo>
                  <a:cubicBezTo>
                    <a:pt x="17"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3" name="Freeform 73">
              <a:extLst>
                <a:ext uri="{FF2B5EF4-FFF2-40B4-BE49-F238E27FC236}">
                  <a16:creationId xmlns:a16="http://schemas.microsoft.com/office/drawing/2014/main" id="{4B58C118-0FD2-4A17-9B72-0AB94E62005A}"/>
                </a:ext>
              </a:extLst>
            </p:cNvPr>
            <p:cNvSpPr>
              <a:spLocks noEditPoints="1"/>
            </p:cNvSpPr>
            <p:nvPr userDrawn="1"/>
          </p:nvSpPr>
          <p:spPr bwMode="auto">
            <a:xfrm>
              <a:off x="865232" y="143494"/>
              <a:ext cx="22077" cy="24083"/>
            </a:xfrm>
            <a:custGeom>
              <a:avLst/>
              <a:gdLst>
                <a:gd name="T0" fmla="*/ 6 w 15"/>
                <a:gd name="T1" fmla="*/ 7 h 15"/>
                <a:gd name="T2" fmla="*/ 6 w 15"/>
                <a:gd name="T3" fmla="*/ 6 h 15"/>
                <a:gd name="T4" fmla="*/ 6 w 15"/>
                <a:gd name="T5" fmla="*/ 7 h 15"/>
                <a:gd name="T6" fmla="*/ 6 w 15"/>
                <a:gd name="T7" fmla="*/ 7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6 w 15"/>
                <a:gd name="T23" fmla="*/ 7 h 15"/>
                <a:gd name="T24" fmla="*/ 6 w 15"/>
                <a:gd name="T25" fmla="*/ 7 h 15"/>
                <a:gd name="T26" fmla="*/ 6 w 15"/>
                <a:gd name="T27" fmla="*/ 7 h 15"/>
                <a:gd name="T28" fmla="*/ 6 w 15"/>
                <a:gd name="T29" fmla="*/ 7 h 15"/>
                <a:gd name="T30" fmla="*/ 7 w 15"/>
                <a:gd name="T31" fmla="*/ 0 h 15"/>
                <a:gd name="T32" fmla="*/ 1 w 15"/>
                <a:gd name="T33" fmla="*/ 4 h 15"/>
                <a:gd name="T34" fmla="*/ 1 w 15"/>
                <a:gd name="T35" fmla="*/ 4 h 15"/>
                <a:gd name="T36" fmla="*/ 1 w 15"/>
                <a:gd name="T37" fmla="*/ 4 h 15"/>
                <a:gd name="T38" fmla="*/ 1 w 15"/>
                <a:gd name="T39" fmla="*/ 4 h 15"/>
                <a:gd name="T40" fmla="*/ 1 w 15"/>
                <a:gd name="T41" fmla="*/ 4 h 15"/>
                <a:gd name="T42" fmla="*/ 1 w 15"/>
                <a:gd name="T43" fmla="*/ 4 h 15"/>
                <a:gd name="T44" fmla="*/ 0 w 15"/>
                <a:gd name="T45" fmla="*/ 7 h 15"/>
                <a:gd name="T46" fmla="*/ 4 w 15"/>
                <a:gd name="T47" fmla="*/ 14 h 15"/>
                <a:gd name="T48" fmla="*/ 7 w 15"/>
                <a:gd name="T49" fmla="*/ 15 h 15"/>
                <a:gd name="T50" fmla="*/ 7 w 15"/>
                <a:gd name="T51" fmla="*/ 15 h 15"/>
                <a:gd name="T52" fmla="*/ 14 w 15"/>
                <a:gd name="T53" fmla="*/ 11 h 15"/>
                <a:gd name="T54" fmla="*/ 15 w 15"/>
                <a:gd name="T55" fmla="*/ 7 h 15"/>
                <a:gd name="T56" fmla="*/ 11 w 15"/>
                <a:gd name="T57" fmla="*/ 0 h 15"/>
                <a:gd name="T58" fmla="*/ 7 w 15"/>
                <a:gd name="T59" fmla="*/ 0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6" y="6"/>
                    <a:pt x="6" y="6"/>
                  </a:cubicBezTo>
                  <a:cubicBezTo>
                    <a:pt x="6" y="7"/>
                    <a:pt x="6" y="7"/>
                    <a:pt x="6" y="7"/>
                  </a:cubicBezTo>
                  <a:cubicBezTo>
                    <a:pt x="6" y="7"/>
                    <a:pt x="6" y="7"/>
                    <a:pt x="6" y="7"/>
                  </a:cubicBezTo>
                  <a:moveTo>
                    <a:pt x="6" y="7"/>
                  </a:move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cubicBezTo>
                    <a:pt x="6" y="8"/>
                    <a:pt x="6" y="8"/>
                    <a:pt x="6" y="7"/>
                  </a:cubicBezTo>
                  <a:cubicBezTo>
                    <a:pt x="6" y="7"/>
                    <a:pt x="6" y="7"/>
                    <a:pt x="6" y="7"/>
                  </a:cubicBezTo>
                  <a:cubicBezTo>
                    <a:pt x="6" y="7"/>
                    <a:pt x="6" y="7"/>
                    <a:pt x="6" y="7"/>
                  </a:cubicBezTo>
                  <a:cubicBezTo>
                    <a:pt x="6" y="7"/>
                    <a:pt x="6" y="7"/>
                    <a:pt x="6" y="7"/>
                  </a:cubicBezTo>
                  <a:moveTo>
                    <a:pt x="7" y="0"/>
                  </a:moveTo>
                  <a:cubicBezTo>
                    <a:pt x="5" y="0"/>
                    <a:pt x="2" y="1"/>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4" name="Freeform 74">
              <a:extLst>
                <a:ext uri="{FF2B5EF4-FFF2-40B4-BE49-F238E27FC236}">
                  <a16:creationId xmlns:a16="http://schemas.microsoft.com/office/drawing/2014/main" id="{4B35AB54-82BE-4F6E-842F-FD9BAE7E0764}"/>
                </a:ext>
              </a:extLst>
            </p:cNvPr>
            <p:cNvSpPr>
              <a:spLocks noEditPoints="1"/>
            </p:cNvSpPr>
            <p:nvPr userDrawn="1"/>
          </p:nvSpPr>
          <p:spPr bwMode="auto">
            <a:xfrm>
              <a:off x="1399071" y="1357677"/>
              <a:ext cx="152525" cy="148512"/>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51 w 101"/>
                <a:gd name="T23" fmla="*/ 0 h 98"/>
                <a:gd name="T24" fmla="*/ 6 w 101"/>
                <a:gd name="T25" fmla="*/ 27 h 98"/>
                <a:gd name="T26" fmla="*/ 6 w 101"/>
                <a:gd name="T27" fmla="*/ 27 h 98"/>
                <a:gd name="T28" fmla="*/ 0 w 101"/>
                <a:gd name="T29" fmla="*/ 49 h 98"/>
                <a:gd name="T30" fmla="*/ 28 w 101"/>
                <a:gd name="T31" fmla="*/ 93 h 98"/>
                <a:gd name="T32" fmla="*/ 51 w 101"/>
                <a:gd name="T33" fmla="*/ 98 h 98"/>
                <a:gd name="T34" fmla="*/ 51 w 101"/>
                <a:gd name="T35" fmla="*/ 98 h 98"/>
                <a:gd name="T36" fmla="*/ 96 w 101"/>
                <a:gd name="T37" fmla="*/ 71 h 98"/>
                <a:gd name="T38" fmla="*/ 101 w 101"/>
                <a:gd name="T39" fmla="*/ 49 h 98"/>
                <a:gd name="T40" fmla="*/ 73 w 101"/>
                <a:gd name="T41" fmla="*/ 5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51" y="98"/>
                    <a:pt x="51" y="98"/>
                    <a:pt x="51" y="98"/>
                  </a:cubicBezTo>
                  <a:cubicBezTo>
                    <a:pt x="69" y="98"/>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5" name="Freeform 75">
              <a:extLst>
                <a:ext uri="{FF2B5EF4-FFF2-40B4-BE49-F238E27FC236}">
                  <a16:creationId xmlns:a16="http://schemas.microsoft.com/office/drawing/2014/main" id="{AAEC0F45-7DB8-413C-A44E-E3AA67CAC715}"/>
                </a:ext>
              </a:extLst>
            </p:cNvPr>
            <p:cNvSpPr>
              <a:spLocks noEditPoints="1"/>
            </p:cNvSpPr>
            <p:nvPr userDrawn="1"/>
          </p:nvSpPr>
          <p:spPr bwMode="auto">
            <a:xfrm>
              <a:off x="1395057" y="1484112"/>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22 w 23"/>
                <a:gd name="T37" fmla="*/ 16 h 22"/>
                <a:gd name="T38" fmla="*/ 23 w 23"/>
                <a:gd name="T39" fmla="*/ 11 h 22"/>
                <a:gd name="T40" fmla="*/ 17 w 23"/>
                <a:gd name="T41" fmla="*/ 1 h 22"/>
                <a:gd name="T42" fmla="*/ 12 w 23"/>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6" name="Freeform 76">
              <a:extLst>
                <a:ext uri="{FF2B5EF4-FFF2-40B4-BE49-F238E27FC236}">
                  <a16:creationId xmlns:a16="http://schemas.microsoft.com/office/drawing/2014/main" id="{5D7176DB-6BBD-4572-A100-0BC8D99A2DC0}"/>
                </a:ext>
              </a:extLst>
            </p:cNvPr>
            <p:cNvSpPr>
              <a:spLocks noEditPoints="1"/>
            </p:cNvSpPr>
            <p:nvPr userDrawn="1"/>
          </p:nvSpPr>
          <p:spPr bwMode="auto">
            <a:xfrm>
              <a:off x="1379002" y="1508195"/>
              <a:ext cx="26091" cy="26090"/>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9" y="0"/>
                    <a:pt x="9" y="0"/>
                    <a:pt x="9" y="0"/>
                  </a:cubicBez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7" name="Freeform 77">
              <a:extLst>
                <a:ext uri="{FF2B5EF4-FFF2-40B4-BE49-F238E27FC236}">
                  <a16:creationId xmlns:a16="http://schemas.microsoft.com/office/drawing/2014/main" id="{3F022FC2-5C6D-4D1C-B502-4D07AE9B2D2B}"/>
                </a:ext>
              </a:extLst>
            </p:cNvPr>
            <p:cNvSpPr>
              <a:spLocks noEditPoints="1"/>
            </p:cNvSpPr>
            <p:nvPr userDrawn="1"/>
          </p:nvSpPr>
          <p:spPr bwMode="auto">
            <a:xfrm>
              <a:off x="1354919" y="1512209"/>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8" name="Freeform 78">
              <a:extLst>
                <a:ext uri="{FF2B5EF4-FFF2-40B4-BE49-F238E27FC236}">
                  <a16:creationId xmlns:a16="http://schemas.microsoft.com/office/drawing/2014/main" id="{67089B9B-2D3D-4388-A3F7-953B1F9AE845}"/>
                </a:ext>
              </a:extLst>
            </p:cNvPr>
            <p:cNvSpPr>
              <a:spLocks noEditPoints="1"/>
            </p:cNvSpPr>
            <p:nvPr userDrawn="1"/>
          </p:nvSpPr>
          <p:spPr bwMode="auto">
            <a:xfrm>
              <a:off x="817066" y="1526258"/>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5 w 101"/>
                <a:gd name="T39" fmla="*/ 71 h 99"/>
                <a:gd name="T40" fmla="*/ 100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9" name="Freeform 79">
              <a:extLst>
                <a:ext uri="{FF2B5EF4-FFF2-40B4-BE49-F238E27FC236}">
                  <a16:creationId xmlns:a16="http://schemas.microsoft.com/office/drawing/2014/main" id="{33E79F0F-82E7-41CD-9AA0-CBE771DDA213}"/>
                </a:ext>
              </a:extLst>
            </p:cNvPr>
            <p:cNvSpPr>
              <a:spLocks noEditPoints="1"/>
            </p:cNvSpPr>
            <p:nvPr userDrawn="1"/>
          </p:nvSpPr>
          <p:spPr bwMode="auto">
            <a:xfrm>
              <a:off x="813053" y="1652693"/>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6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0" name="Freeform 80">
              <a:extLst>
                <a:ext uri="{FF2B5EF4-FFF2-40B4-BE49-F238E27FC236}">
                  <a16:creationId xmlns:a16="http://schemas.microsoft.com/office/drawing/2014/main" id="{A02E3539-254D-45B3-B175-5BBF4102125E}"/>
                </a:ext>
              </a:extLst>
            </p:cNvPr>
            <p:cNvSpPr>
              <a:spLocks noEditPoints="1"/>
            </p:cNvSpPr>
            <p:nvPr userDrawn="1"/>
          </p:nvSpPr>
          <p:spPr bwMode="auto">
            <a:xfrm>
              <a:off x="794990" y="1676776"/>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1" name="Freeform 81">
              <a:extLst>
                <a:ext uri="{FF2B5EF4-FFF2-40B4-BE49-F238E27FC236}">
                  <a16:creationId xmlns:a16="http://schemas.microsoft.com/office/drawing/2014/main" id="{F820BB7F-DD96-42DC-B582-3F5CA8976673}"/>
                </a:ext>
              </a:extLst>
            </p:cNvPr>
            <p:cNvSpPr>
              <a:spLocks noEditPoints="1"/>
            </p:cNvSpPr>
            <p:nvPr userDrawn="1"/>
          </p:nvSpPr>
          <p:spPr bwMode="auto">
            <a:xfrm>
              <a:off x="770907" y="1680789"/>
              <a:ext cx="22077"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7 h 15"/>
                <a:gd name="T42" fmla="*/ 11 w 15"/>
                <a:gd name="T43" fmla="*/ 1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2" name="Freeform 82">
              <a:extLst>
                <a:ext uri="{FF2B5EF4-FFF2-40B4-BE49-F238E27FC236}">
                  <a16:creationId xmlns:a16="http://schemas.microsoft.com/office/drawing/2014/main" id="{62664847-6A04-46DC-820D-80C6D0012D98}"/>
                </a:ext>
              </a:extLst>
            </p:cNvPr>
            <p:cNvSpPr>
              <a:spLocks noEditPoints="1"/>
            </p:cNvSpPr>
            <p:nvPr userDrawn="1"/>
          </p:nvSpPr>
          <p:spPr bwMode="auto">
            <a:xfrm>
              <a:off x="1858654" y="1104806"/>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3" name="Freeform 83">
              <a:extLst>
                <a:ext uri="{FF2B5EF4-FFF2-40B4-BE49-F238E27FC236}">
                  <a16:creationId xmlns:a16="http://schemas.microsoft.com/office/drawing/2014/main" id="{B3614BBD-279C-473A-888E-FC50068B6983}"/>
                </a:ext>
              </a:extLst>
            </p:cNvPr>
            <p:cNvSpPr>
              <a:spLocks noEditPoints="1"/>
            </p:cNvSpPr>
            <p:nvPr userDrawn="1"/>
          </p:nvSpPr>
          <p:spPr bwMode="auto">
            <a:xfrm>
              <a:off x="1842598" y="1213179"/>
              <a:ext cx="34118" cy="32111"/>
            </a:xfrm>
            <a:custGeom>
              <a:avLst/>
              <a:gdLst>
                <a:gd name="T0" fmla="*/ 11 w 22"/>
                <a:gd name="T1" fmla="*/ 16 h 22"/>
                <a:gd name="T2" fmla="*/ 8 w 22"/>
                <a:gd name="T3" fmla="*/ 15 h 22"/>
                <a:gd name="T4" fmla="*/ 6 w 22"/>
                <a:gd name="T5" fmla="*/ 11 h 22"/>
                <a:gd name="T6" fmla="*/ 7 w 22"/>
                <a:gd name="T7" fmla="*/ 8 h 22"/>
                <a:gd name="T8" fmla="*/ 5 w 22"/>
                <a:gd name="T9" fmla="*/ 6 h 22"/>
                <a:gd name="T10" fmla="*/ 7 w 22"/>
                <a:gd name="T11" fmla="*/ 8 h 22"/>
                <a:gd name="T12" fmla="*/ 11 w 22"/>
                <a:gd name="T13" fmla="*/ 6 h 22"/>
                <a:gd name="T14" fmla="*/ 14 w 22"/>
                <a:gd name="T15" fmla="*/ 7 h 22"/>
                <a:gd name="T16" fmla="*/ 16 w 22"/>
                <a:gd name="T17" fmla="*/ 11 h 22"/>
                <a:gd name="T18" fmla="*/ 15 w 22"/>
                <a:gd name="T19" fmla="*/ 14 h 22"/>
                <a:gd name="T20" fmla="*/ 11 w 22"/>
                <a:gd name="T21" fmla="*/ 16 h 22"/>
                <a:gd name="T22" fmla="*/ 11 w 22"/>
                <a:gd name="T23" fmla="*/ 0 h 22"/>
                <a:gd name="T24" fmla="*/ 11 w 22"/>
                <a:gd name="T25" fmla="*/ 0 h 22"/>
                <a:gd name="T26" fmla="*/ 11 w 22"/>
                <a:gd name="T27" fmla="*/ 0 h 22"/>
                <a:gd name="T28" fmla="*/ 3 w 22"/>
                <a:gd name="T29" fmla="*/ 5 h 22"/>
                <a:gd name="T30" fmla="*/ 3 w 22"/>
                <a:gd name="T31" fmla="*/ 5 h 22"/>
                <a:gd name="T32" fmla="*/ 0 w 22"/>
                <a:gd name="T33" fmla="*/ 11 h 22"/>
                <a:gd name="T34" fmla="*/ 5 w 22"/>
                <a:gd name="T35" fmla="*/ 19 h 22"/>
                <a:gd name="T36" fmla="*/ 11 w 22"/>
                <a:gd name="T37" fmla="*/ 22 h 22"/>
                <a:gd name="T38" fmla="*/ 11 w 22"/>
                <a:gd name="T39" fmla="*/ 22 h 22"/>
                <a:gd name="T40" fmla="*/ 11 w 22"/>
                <a:gd name="T41" fmla="*/ 22 h 22"/>
                <a:gd name="T42" fmla="*/ 20 w 22"/>
                <a:gd name="T43" fmla="*/ 17 h 22"/>
                <a:gd name="T44" fmla="*/ 22 w 22"/>
                <a:gd name="T45" fmla="*/ 11 h 22"/>
                <a:gd name="T46" fmla="*/ 17 w 22"/>
                <a:gd name="T47" fmla="*/ 3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1" y="16"/>
                  </a:moveTo>
                  <a:cubicBezTo>
                    <a:pt x="10" y="16"/>
                    <a:pt x="9" y="15"/>
                    <a:pt x="8" y="15"/>
                  </a:cubicBezTo>
                  <a:cubicBezTo>
                    <a:pt x="7" y="14"/>
                    <a:pt x="6" y="12"/>
                    <a:pt x="6" y="11"/>
                  </a:cubicBezTo>
                  <a:cubicBezTo>
                    <a:pt x="6" y="10"/>
                    <a:pt x="7" y="9"/>
                    <a:pt x="7" y="8"/>
                  </a:cubicBezTo>
                  <a:cubicBezTo>
                    <a:pt x="5" y="6"/>
                    <a:pt x="5" y="6"/>
                    <a:pt x="5" y="6"/>
                  </a:cubicBezTo>
                  <a:cubicBezTo>
                    <a:pt x="7" y="8"/>
                    <a:pt x="7" y="8"/>
                    <a:pt x="7" y="8"/>
                  </a:cubicBezTo>
                  <a:cubicBezTo>
                    <a:pt x="8" y="7"/>
                    <a:pt x="10" y="7"/>
                    <a:pt x="11" y="6"/>
                  </a:cubicBezTo>
                  <a:cubicBezTo>
                    <a:pt x="12" y="7"/>
                    <a:pt x="13" y="7"/>
                    <a:pt x="14" y="7"/>
                  </a:cubicBezTo>
                  <a:cubicBezTo>
                    <a:pt x="15" y="8"/>
                    <a:pt x="16" y="10"/>
                    <a:pt x="16" y="11"/>
                  </a:cubicBezTo>
                  <a:cubicBezTo>
                    <a:pt x="16" y="12"/>
                    <a:pt x="15" y="13"/>
                    <a:pt x="15" y="14"/>
                  </a:cubicBezTo>
                  <a:cubicBezTo>
                    <a:pt x="14" y="15"/>
                    <a:pt x="12" y="16"/>
                    <a:pt x="11" y="16"/>
                  </a:cubicBezTo>
                  <a:moveTo>
                    <a:pt x="11" y="0"/>
                  </a:moveTo>
                  <a:cubicBezTo>
                    <a:pt x="11" y="0"/>
                    <a:pt x="11" y="0"/>
                    <a:pt x="11" y="0"/>
                  </a:cubicBezTo>
                  <a:cubicBezTo>
                    <a:pt x="11" y="0"/>
                    <a:pt x="11" y="0"/>
                    <a:pt x="11" y="0"/>
                  </a:cubicBezTo>
                  <a:cubicBezTo>
                    <a:pt x="8" y="0"/>
                    <a:pt x="5" y="2"/>
                    <a:pt x="3" y="5"/>
                  </a:cubicBezTo>
                  <a:cubicBezTo>
                    <a:pt x="3" y="5"/>
                    <a:pt x="3" y="5"/>
                    <a:pt x="3" y="5"/>
                  </a:cubicBezTo>
                  <a:cubicBezTo>
                    <a:pt x="1" y="7"/>
                    <a:pt x="0" y="9"/>
                    <a:pt x="0" y="11"/>
                  </a:cubicBezTo>
                  <a:cubicBezTo>
                    <a:pt x="0" y="14"/>
                    <a:pt x="2" y="17"/>
                    <a:pt x="5" y="19"/>
                  </a:cubicBezTo>
                  <a:cubicBezTo>
                    <a:pt x="7" y="21"/>
                    <a:pt x="9" y="22"/>
                    <a:pt x="11" y="22"/>
                  </a:cubicBezTo>
                  <a:cubicBezTo>
                    <a:pt x="11" y="22"/>
                    <a:pt x="11" y="22"/>
                    <a:pt x="11" y="22"/>
                  </a:cubicBezTo>
                  <a:cubicBezTo>
                    <a:pt x="11" y="22"/>
                    <a:pt x="11" y="22"/>
                    <a:pt x="11" y="22"/>
                  </a:cubicBezTo>
                  <a:cubicBezTo>
                    <a:pt x="14" y="22"/>
                    <a:pt x="17" y="20"/>
                    <a:pt x="20" y="17"/>
                  </a:cubicBezTo>
                  <a:cubicBezTo>
                    <a:pt x="21" y="16"/>
                    <a:pt x="22" y="13"/>
                    <a:pt x="22" y="11"/>
                  </a:cubicBezTo>
                  <a:cubicBezTo>
                    <a:pt x="22" y="8"/>
                    <a:pt x="20" y="5"/>
                    <a:pt x="17" y="3"/>
                  </a:cubicBezTo>
                  <a:cubicBezTo>
                    <a:pt x="16"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4" name="Freeform 84">
              <a:extLst>
                <a:ext uri="{FF2B5EF4-FFF2-40B4-BE49-F238E27FC236}">
                  <a16:creationId xmlns:a16="http://schemas.microsoft.com/office/drawing/2014/main" id="{7A46EFDC-A257-4B6B-9589-5323CB79B36D}"/>
                </a:ext>
              </a:extLst>
            </p:cNvPr>
            <p:cNvSpPr>
              <a:spLocks noEditPoints="1"/>
            </p:cNvSpPr>
            <p:nvPr userDrawn="1"/>
          </p:nvSpPr>
          <p:spPr bwMode="auto">
            <a:xfrm>
              <a:off x="1822529" y="1233248"/>
              <a:ext cx="26091" cy="26090"/>
            </a:xfrm>
            <a:custGeom>
              <a:avLst/>
              <a:gdLst>
                <a:gd name="T0" fmla="*/ 9 w 17"/>
                <a:gd name="T1" fmla="*/ 11 h 17"/>
                <a:gd name="T2" fmla="*/ 7 w 17"/>
                <a:gd name="T3" fmla="*/ 10 h 17"/>
                <a:gd name="T4" fmla="*/ 6 w 17"/>
                <a:gd name="T5" fmla="*/ 8 h 17"/>
                <a:gd name="T6" fmla="*/ 7 w 17"/>
                <a:gd name="T7" fmla="*/ 7 h 17"/>
                <a:gd name="T8" fmla="*/ 4 w 17"/>
                <a:gd name="T9" fmla="*/ 5 h 17"/>
                <a:gd name="T10" fmla="*/ 7 w 17"/>
                <a:gd name="T11" fmla="*/ 7 h 17"/>
                <a:gd name="T12" fmla="*/ 9 w 17"/>
                <a:gd name="T13" fmla="*/ 6 h 17"/>
                <a:gd name="T14" fmla="*/ 10 w 17"/>
                <a:gd name="T15" fmla="*/ 6 h 17"/>
                <a:gd name="T16" fmla="*/ 11 w 17"/>
                <a:gd name="T17" fmla="*/ 8 h 17"/>
                <a:gd name="T18" fmla="*/ 11 w 17"/>
                <a:gd name="T19" fmla="*/ 10 h 17"/>
                <a:gd name="T20" fmla="*/ 9 w 17"/>
                <a:gd name="T21" fmla="*/ 11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9 w 17"/>
                <a:gd name="T41" fmla="*/ 17 h 17"/>
                <a:gd name="T42" fmla="*/ 15 w 17"/>
                <a:gd name="T43" fmla="*/ 13 h 17"/>
                <a:gd name="T44" fmla="*/ 17 w 17"/>
                <a:gd name="T45" fmla="*/ 8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9" y="11"/>
                  </a:moveTo>
                  <a:cubicBezTo>
                    <a:pt x="8" y="11"/>
                    <a:pt x="8" y="10"/>
                    <a:pt x="7" y="10"/>
                  </a:cubicBezTo>
                  <a:cubicBezTo>
                    <a:pt x="7" y="10"/>
                    <a:pt x="6" y="9"/>
                    <a:pt x="6" y="8"/>
                  </a:cubicBezTo>
                  <a:cubicBezTo>
                    <a:pt x="6" y="8"/>
                    <a:pt x="6" y="7"/>
                    <a:pt x="7" y="7"/>
                  </a:cubicBezTo>
                  <a:cubicBezTo>
                    <a:pt x="4" y="5"/>
                    <a:pt x="4" y="5"/>
                    <a:pt x="4" y="5"/>
                  </a:cubicBezTo>
                  <a:cubicBezTo>
                    <a:pt x="7" y="7"/>
                    <a:pt x="7" y="7"/>
                    <a:pt x="7" y="7"/>
                  </a:cubicBezTo>
                  <a:cubicBezTo>
                    <a:pt x="7" y="6"/>
                    <a:pt x="8" y="6"/>
                    <a:pt x="9" y="6"/>
                  </a:cubicBezTo>
                  <a:cubicBezTo>
                    <a:pt x="9" y="6"/>
                    <a:pt x="10" y="6"/>
                    <a:pt x="10" y="6"/>
                  </a:cubicBezTo>
                  <a:cubicBezTo>
                    <a:pt x="11" y="7"/>
                    <a:pt x="11" y="8"/>
                    <a:pt x="11" y="8"/>
                  </a:cubicBezTo>
                  <a:cubicBezTo>
                    <a:pt x="11" y="9"/>
                    <a:pt x="11" y="9"/>
                    <a:pt x="11" y="10"/>
                  </a:cubicBezTo>
                  <a:cubicBezTo>
                    <a:pt x="10" y="10"/>
                    <a:pt x="9" y="11"/>
                    <a:pt x="9" y="11"/>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9" y="17"/>
                    <a:pt x="9" y="17"/>
                    <a:pt x="9" y="17"/>
                  </a:cubicBezTo>
                  <a:cubicBezTo>
                    <a:pt x="11" y="17"/>
                    <a:pt x="14" y="15"/>
                    <a:pt x="15" y="13"/>
                  </a:cubicBezTo>
                  <a:cubicBezTo>
                    <a:pt x="16" y="12"/>
                    <a:pt x="17" y="10"/>
                    <a:pt x="17" y="8"/>
                  </a:cubicBezTo>
                  <a:cubicBezTo>
                    <a:pt x="17" y="6"/>
                    <a:pt x="16" y="3"/>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5" name="Freeform 85">
              <a:extLst>
                <a:ext uri="{FF2B5EF4-FFF2-40B4-BE49-F238E27FC236}">
                  <a16:creationId xmlns:a16="http://schemas.microsoft.com/office/drawing/2014/main" id="{8D8D753E-3AB4-4120-9131-1346F1F478F5}"/>
                </a:ext>
              </a:extLst>
            </p:cNvPr>
            <p:cNvSpPr>
              <a:spLocks noEditPoints="1"/>
            </p:cNvSpPr>
            <p:nvPr userDrawn="1"/>
          </p:nvSpPr>
          <p:spPr bwMode="auto">
            <a:xfrm>
              <a:off x="1800454" y="1231241"/>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7 w 15"/>
                <a:gd name="T37" fmla="*/ 14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7" y="14"/>
                    <a:pt x="7" y="14"/>
                    <a:pt x="7" y="14"/>
                  </a:cubicBezTo>
                  <a:cubicBezTo>
                    <a:pt x="10" y="14"/>
                    <a:pt x="12" y="13"/>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6" name="Freeform 86">
              <a:extLst>
                <a:ext uri="{FF2B5EF4-FFF2-40B4-BE49-F238E27FC236}">
                  <a16:creationId xmlns:a16="http://schemas.microsoft.com/office/drawing/2014/main" id="{17926DF5-10A5-4502-8F0F-687D6F1CB9B2}"/>
                </a:ext>
              </a:extLst>
            </p:cNvPr>
            <p:cNvSpPr>
              <a:spLocks noEditPoints="1"/>
            </p:cNvSpPr>
            <p:nvPr userDrawn="1"/>
          </p:nvSpPr>
          <p:spPr bwMode="auto">
            <a:xfrm>
              <a:off x="696652" y="-308061"/>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7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3 w 241"/>
                <a:gd name="T83" fmla="*/ 143 h 203"/>
                <a:gd name="T84" fmla="*/ 53 w 241"/>
                <a:gd name="T85" fmla="*/ 167 h 203"/>
                <a:gd name="T86" fmla="*/ 115 w 241"/>
                <a:gd name="T87" fmla="*/ 169 h 203"/>
                <a:gd name="T88" fmla="*/ 134 w 241"/>
                <a:gd name="T89" fmla="*/ 151 h 203"/>
                <a:gd name="T90" fmla="*/ 152 w 241"/>
                <a:gd name="T91" fmla="*/ 160 h 203"/>
                <a:gd name="T92" fmla="*/ 175 w 241"/>
                <a:gd name="T93" fmla="*/ 157 h 203"/>
                <a:gd name="T94" fmla="*/ 213 w 241"/>
                <a:gd name="T95" fmla="*/ 202 h 203"/>
                <a:gd name="T96" fmla="*/ 214 w 241"/>
                <a:gd name="T97" fmla="*/ 191 h 203"/>
                <a:gd name="T98" fmla="*/ 205 w 241"/>
                <a:gd name="T99" fmla="*/ 124 h 203"/>
                <a:gd name="T100" fmla="*/ 222 w 241"/>
                <a:gd name="T101" fmla="*/ 104 h 203"/>
                <a:gd name="T102" fmla="*/ 237 w 241"/>
                <a:gd name="T103" fmla="*/ 65 h 203"/>
                <a:gd name="T104" fmla="*/ 218 w 241"/>
                <a:gd name="T105" fmla="*/ 54 h 203"/>
                <a:gd name="T106" fmla="*/ 207 w 241"/>
                <a:gd name="T107" fmla="*/ 53 h 203"/>
                <a:gd name="T108" fmla="*/ 207 w 241"/>
                <a:gd name="T109" fmla="*/ 39 h 203"/>
                <a:gd name="T110" fmla="*/ 200 w 241"/>
                <a:gd name="T111" fmla="*/ 7 h 203"/>
                <a:gd name="T112" fmla="*/ 195 w 241"/>
                <a:gd name="T113" fmla="*/ 5 h 203"/>
                <a:gd name="T114" fmla="*/ 174 w 241"/>
                <a:gd name="T115" fmla="*/ 2 h 203"/>
                <a:gd name="T116" fmla="*/ 122 w 241"/>
                <a:gd name="T117" fmla="*/ 5 h 203"/>
                <a:gd name="T118" fmla="*/ 120 w 241"/>
                <a:gd name="T119" fmla="*/ 7 h 203"/>
                <a:gd name="T120" fmla="*/ 117 w 241"/>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7"/>
                  </a:cubicBezTo>
                  <a:cubicBezTo>
                    <a:pt x="175" y="150"/>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7" name="Freeform 87">
              <a:extLst>
                <a:ext uri="{FF2B5EF4-FFF2-40B4-BE49-F238E27FC236}">
                  <a16:creationId xmlns:a16="http://schemas.microsoft.com/office/drawing/2014/main" id="{F9314E41-280A-4816-8BDB-548E616411F9}"/>
                </a:ext>
              </a:extLst>
            </p:cNvPr>
            <p:cNvSpPr>
              <a:spLocks/>
            </p:cNvSpPr>
            <p:nvPr userDrawn="1"/>
          </p:nvSpPr>
          <p:spPr bwMode="auto">
            <a:xfrm>
              <a:off x="724749" y="-119411"/>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8" name="Freeform 88">
              <a:extLst>
                <a:ext uri="{FF2B5EF4-FFF2-40B4-BE49-F238E27FC236}">
                  <a16:creationId xmlns:a16="http://schemas.microsoft.com/office/drawing/2014/main" id="{FBB1008D-F048-4766-A609-C5633E00E13D}"/>
                </a:ext>
              </a:extLst>
            </p:cNvPr>
            <p:cNvSpPr>
              <a:spLocks/>
            </p:cNvSpPr>
            <p:nvPr userDrawn="1"/>
          </p:nvSpPr>
          <p:spPr bwMode="auto">
            <a:xfrm>
              <a:off x="1017758" y="-3010"/>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9" name="Freeform 89">
              <a:extLst>
                <a:ext uri="{FF2B5EF4-FFF2-40B4-BE49-F238E27FC236}">
                  <a16:creationId xmlns:a16="http://schemas.microsoft.com/office/drawing/2014/main" id="{C4057D8D-756E-4F2D-955D-0BE2C4EAD3BC}"/>
                </a:ext>
              </a:extLst>
            </p:cNvPr>
            <p:cNvSpPr>
              <a:spLocks noEditPoints="1"/>
            </p:cNvSpPr>
            <p:nvPr userDrawn="1"/>
          </p:nvSpPr>
          <p:spPr bwMode="auto">
            <a:xfrm>
              <a:off x="331394" y="1512209"/>
              <a:ext cx="361244" cy="315086"/>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3 w 240"/>
                <a:gd name="T81" fmla="*/ 143 h 209"/>
                <a:gd name="T82" fmla="*/ 53 w 240"/>
                <a:gd name="T83" fmla="*/ 166 h 209"/>
                <a:gd name="T84" fmla="*/ 115 w 240"/>
                <a:gd name="T85" fmla="*/ 168 h 209"/>
                <a:gd name="T86" fmla="*/ 134 w 240"/>
                <a:gd name="T87" fmla="*/ 151 h 209"/>
                <a:gd name="T88" fmla="*/ 152 w 240"/>
                <a:gd name="T89" fmla="*/ 160 h 209"/>
                <a:gd name="T90" fmla="*/ 175 w 240"/>
                <a:gd name="T91" fmla="*/ 157 h 209"/>
                <a:gd name="T92" fmla="*/ 217 w 240"/>
                <a:gd name="T93" fmla="*/ 209 h 209"/>
                <a:gd name="T94" fmla="*/ 204 w 240"/>
                <a:gd name="T95" fmla="*/ 123 h 209"/>
                <a:gd name="T96" fmla="*/ 204 w 240"/>
                <a:gd name="T97" fmla="*/ 123 h 209"/>
                <a:gd name="T98" fmla="*/ 207 w 240"/>
                <a:gd name="T99" fmla="*/ 111 h 209"/>
                <a:gd name="T100" fmla="*/ 240 w 240"/>
                <a:gd name="T101" fmla="*/ 80 h 209"/>
                <a:gd name="T102" fmla="*/ 228 w 240"/>
                <a:gd name="T103" fmla="*/ 55 h 209"/>
                <a:gd name="T104" fmla="*/ 215 w 240"/>
                <a:gd name="T105" fmla="*/ 53 h 209"/>
                <a:gd name="T106" fmla="*/ 204 w 240"/>
                <a:gd name="T107" fmla="*/ 48 h 209"/>
                <a:gd name="T108" fmla="*/ 207 w 240"/>
                <a:gd name="T109" fmla="*/ 14 h 209"/>
                <a:gd name="T110" fmla="*/ 195 w 240"/>
                <a:gd name="T111" fmla="*/ 4 h 209"/>
                <a:gd name="T112" fmla="*/ 190 w 240"/>
                <a:gd name="T113" fmla="*/ 2 h 209"/>
                <a:gd name="T114" fmla="*/ 123 w 240"/>
                <a:gd name="T115" fmla="*/ 3 h 209"/>
                <a:gd name="T116" fmla="*/ 121 w 240"/>
                <a:gd name="T117" fmla="*/ 5 h 209"/>
                <a:gd name="T118" fmla="*/ 119 w 240"/>
                <a:gd name="T119" fmla="*/ 5 h 209"/>
                <a:gd name="T120" fmla="*/ 105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8"/>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0" name="Freeform 90">
              <a:extLst>
                <a:ext uri="{FF2B5EF4-FFF2-40B4-BE49-F238E27FC236}">
                  <a16:creationId xmlns:a16="http://schemas.microsoft.com/office/drawing/2014/main" id="{FAEAA2BF-F96E-4355-BF54-CCEF119C963A}"/>
                </a:ext>
              </a:extLst>
            </p:cNvPr>
            <p:cNvSpPr>
              <a:spLocks noEditPoints="1"/>
            </p:cNvSpPr>
            <p:nvPr userDrawn="1"/>
          </p:nvSpPr>
          <p:spPr bwMode="auto">
            <a:xfrm>
              <a:off x="1485368" y="-406400"/>
              <a:ext cx="361244" cy="315086"/>
            </a:xfrm>
            <a:custGeom>
              <a:avLst/>
              <a:gdLst>
                <a:gd name="T0" fmla="*/ 217 w 240"/>
                <a:gd name="T1" fmla="*/ 210 h 210"/>
                <a:gd name="T2" fmla="*/ 214 w 240"/>
                <a:gd name="T3" fmla="*/ 190 h 210"/>
                <a:gd name="T4" fmla="*/ 214 w 240"/>
                <a:gd name="T5" fmla="*/ 190 h 210"/>
                <a:gd name="T6" fmla="*/ 112 w 240"/>
                <a:gd name="T7" fmla="*/ 7 h 210"/>
                <a:gd name="T8" fmla="*/ 116 w 240"/>
                <a:gd name="T9" fmla="*/ 11 h 210"/>
                <a:gd name="T10" fmla="*/ 123 w 240"/>
                <a:gd name="T11" fmla="*/ 12 h 210"/>
                <a:gd name="T12" fmla="*/ 174 w 240"/>
                <a:gd name="T13" fmla="*/ 8 h 210"/>
                <a:gd name="T14" fmla="*/ 190 w 240"/>
                <a:gd name="T15" fmla="*/ 9 h 210"/>
                <a:gd name="T16" fmla="*/ 196 w 240"/>
                <a:gd name="T17" fmla="*/ 12 h 210"/>
                <a:gd name="T18" fmla="*/ 201 w 240"/>
                <a:gd name="T19" fmla="*/ 37 h 210"/>
                <a:gd name="T20" fmla="*/ 203 w 240"/>
                <a:gd name="T21" fmla="*/ 58 h 210"/>
                <a:gd name="T22" fmla="*/ 218 w 240"/>
                <a:gd name="T23" fmla="*/ 60 h 210"/>
                <a:gd name="T24" fmla="*/ 226 w 240"/>
                <a:gd name="T25" fmla="*/ 61 h 210"/>
                <a:gd name="T26" fmla="*/ 232 w 240"/>
                <a:gd name="T27" fmla="*/ 91 h 210"/>
                <a:gd name="T28" fmla="*/ 198 w 240"/>
                <a:gd name="T29" fmla="*/ 120 h 210"/>
                <a:gd name="T30" fmla="*/ 182 w 240"/>
                <a:gd name="T31" fmla="*/ 125 h 210"/>
                <a:gd name="T32" fmla="*/ 177 w 240"/>
                <a:gd name="T33" fmla="*/ 147 h 210"/>
                <a:gd name="T34" fmla="*/ 158 w 240"/>
                <a:gd name="T35" fmla="*/ 155 h 210"/>
                <a:gd name="T36" fmla="*/ 140 w 240"/>
                <a:gd name="T37" fmla="*/ 147 h 210"/>
                <a:gd name="T38" fmla="*/ 128 w 240"/>
                <a:gd name="T39" fmla="*/ 148 h 210"/>
                <a:gd name="T40" fmla="*/ 121 w 240"/>
                <a:gd name="T41" fmla="*/ 159 h 210"/>
                <a:gd name="T42" fmla="*/ 78 w 240"/>
                <a:gd name="T43" fmla="*/ 171 h 210"/>
                <a:gd name="T44" fmla="*/ 57 w 240"/>
                <a:gd name="T45" fmla="*/ 158 h 210"/>
                <a:gd name="T46" fmla="*/ 56 w 240"/>
                <a:gd name="T47" fmla="*/ 131 h 210"/>
                <a:gd name="T48" fmla="*/ 17 w 240"/>
                <a:gd name="T49" fmla="*/ 120 h 210"/>
                <a:gd name="T50" fmla="*/ 19 w 240"/>
                <a:gd name="T51" fmla="*/ 86 h 210"/>
                <a:gd name="T52" fmla="*/ 28 w 240"/>
                <a:gd name="T53" fmla="*/ 78 h 210"/>
                <a:gd name="T54" fmla="*/ 23 w 240"/>
                <a:gd name="T55" fmla="*/ 55 h 210"/>
                <a:gd name="T56" fmla="*/ 41 w 240"/>
                <a:gd name="T57" fmla="*/ 11 h 210"/>
                <a:gd name="T58" fmla="*/ 68 w 240"/>
                <a:gd name="T59" fmla="*/ 22 h 210"/>
                <a:gd name="T60" fmla="*/ 82 w 240"/>
                <a:gd name="T61" fmla="*/ 9 h 210"/>
                <a:gd name="T62" fmla="*/ 106 w 240"/>
                <a:gd name="T63" fmla="*/ 6 h 210"/>
                <a:gd name="T64" fmla="*/ 76 w 240"/>
                <a:gd name="T65" fmla="*/ 4 h 210"/>
                <a:gd name="T66" fmla="*/ 75 w 240"/>
                <a:gd name="T67" fmla="*/ 11 h 210"/>
                <a:gd name="T68" fmla="*/ 68 w 240"/>
                <a:gd name="T69" fmla="*/ 16 h 210"/>
                <a:gd name="T70" fmla="*/ 41 w 240"/>
                <a:gd name="T71" fmla="*/ 5 h 210"/>
                <a:gd name="T72" fmla="*/ 17 w 240"/>
                <a:gd name="T73" fmla="*/ 55 h 210"/>
                <a:gd name="T74" fmla="*/ 22 w 240"/>
                <a:gd name="T75" fmla="*/ 78 h 210"/>
                <a:gd name="T76" fmla="*/ 7 w 240"/>
                <a:gd name="T77" fmla="*/ 85 h 210"/>
                <a:gd name="T78" fmla="*/ 13 w 240"/>
                <a:gd name="T79" fmla="*/ 125 h 210"/>
                <a:gd name="T80" fmla="*/ 17 w 240"/>
                <a:gd name="T81" fmla="*/ 126 h 210"/>
                <a:gd name="T82" fmla="*/ 45 w 240"/>
                <a:gd name="T83" fmla="*/ 129 h 210"/>
                <a:gd name="T84" fmla="*/ 52 w 240"/>
                <a:gd name="T85" fmla="*/ 152 h 210"/>
                <a:gd name="T86" fmla="*/ 64 w 240"/>
                <a:gd name="T87" fmla="*/ 175 h 210"/>
                <a:gd name="T88" fmla="*/ 128 w 240"/>
                <a:gd name="T89" fmla="*/ 161 h 210"/>
                <a:gd name="T90" fmla="*/ 141 w 240"/>
                <a:gd name="T91" fmla="*/ 155 h 210"/>
                <a:gd name="T92" fmla="*/ 153 w 240"/>
                <a:gd name="T93" fmla="*/ 161 h 210"/>
                <a:gd name="T94" fmla="*/ 182 w 240"/>
                <a:gd name="T95" fmla="*/ 151 h 210"/>
                <a:gd name="T96" fmla="*/ 215 w 240"/>
                <a:gd name="T97" fmla="*/ 194 h 210"/>
                <a:gd name="T98" fmla="*/ 205 w 240"/>
                <a:gd name="T99" fmla="*/ 124 h 210"/>
                <a:gd name="T100" fmla="*/ 207 w 240"/>
                <a:gd name="T101" fmla="*/ 112 h 210"/>
                <a:gd name="T102" fmla="*/ 240 w 240"/>
                <a:gd name="T103" fmla="*/ 81 h 210"/>
                <a:gd name="T104" fmla="*/ 228 w 240"/>
                <a:gd name="T105" fmla="*/ 55 h 210"/>
                <a:gd name="T106" fmla="*/ 215 w 240"/>
                <a:gd name="T107" fmla="*/ 54 h 210"/>
                <a:gd name="T108" fmla="*/ 204 w 240"/>
                <a:gd name="T109" fmla="*/ 48 h 210"/>
                <a:gd name="T110" fmla="*/ 207 w 240"/>
                <a:gd name="T111" fmla="*/ 15 h 210"/>
                <a:gd name="T112" fmla="*/ 195 w 240"/>
                <a:gd name="T113" fmla="*/ 5 h 210"/>
                <a:gd name="T114" fmla="*/ 190 w 240"/>
                <a:gd name="T115" fmla="*/ 3 h 210"/>
                <a:gd name="T116" fmla="*/ 123 w 240"/>
                <a:gd name="T117" fmla="*/ 4 h 210"/>
                <a:gd name="T118" fmla="*/ 121 w 240"/>
                <a:gd name="T119" fmla="*/ 6 h 210"/>
                <a:gd name="T120" fmla="*/ 119 w 240"/>
                <a:gd name="T121" fmla="*/ 6 h 210"/>
                <a:gd name="T122" fmla="*/ 106 w 240"/>
                <a:gd name="T1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10">
                  <a:moveTo>
                    <a:pt x="216" y="200"/>
                  </a:moveTo>
                  <a:cubicBezTo>
                    <a:pt x="214" y="200"/>
                    <a:pt x="213" y="200"/>
                    <a:pt x="212" y="200"/>
                  </a:cubicBezTo>
                  <a:cubicBezTo>
                    <a:pt x="217" y="210"/>
                    <a:pt x="217" y="210"/>
                    <a:pt x="217" y="210"/>
                  </a:cubicBezTo>
                  <a:cubicBezTo>
                    <a:pt x="216" y="200"/>
                    <a:pt x="216" y="200"/>
                    <a:pt x="216" y="200"/>
                  </a:cubicBezTo>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3" y="8"/>
                  </a:cubicBezTo>
                  <a:cubicBezTo>
                    <a:pt x="114" y="8"/>
                    <a:pt x="114" y="8"/>
                    <a:pt x="114" y="8"/>
                  </a:cubicBezTo>
                  <a:cubicBezTo>
                    <a:pt x="114" y="9"/>
                    <a:pt x="115" y="10"/>
                    <a:pt x="116" y="11"/>
                  </a:cubicBezTo>
                  <a:cubicBezTo>
                    <a:pt x="117" y="12"/>
                    <a:pt x="118" y="13"/>
                    <a:pt x="120" y="13"/>
                  </a:cubicBezTo>
                  <a:cubicBezTo>
                    <a:pt x="120" y="13"/>
                    <a:pt x="120" y="13"/>
                    <a:pt x="120" y="13"/>
                  </a:cubicBezTo>
                  <a:cubicBezTo>
                    <a:pt x="121" y="13"/>
                    <a:pt x="122" y="12"/>
                    <a:pt x="123" y="12"/>
                  </a:cubicBezTo>
                  <a:cubicBezTo>
                    <a:pt x="124" y="11"/>
                    <a:pt x="125" y="10"/>
                    <a:pt x="126" y="10"/>
                  </a:cubicBezTo>
                  <a:cubicBezTo>
                    <a:pt x="127" y="10"/>
                    <a:pt x="128" y="9"/>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1"/>
                    <a:pt x="198" y="45"/>
                    <a:pt x="198" y="48"/>
                  </a:cubicBezTo>
                  <a:cubicBezTo>
                    <a:pt x="198" y="51"/>
                    <a:pt x="199" y="53"/>
                    <a:pt x="200" y="55"/>
                  </a:cubicBezTo>
                  <a:cubicBezTo>
                    <a:pt x="201" y="56"/>
                    <a:pt x="202" y="57"/>
                    <a:pt x="203" y="58"/>
                  </a:cubicBezTo>
                  <a:cubicBezTo>
                    <a:pt x="205" y="59"/>
                    <a:pt x="207" y="59"/>
                    <a:pt x="209" y="59"/>
                  </a:cubicBezTo>
                  <a:cubicBezTo>
                    <a:pt x="211" y="60"/>
                    <a:pt x="213" y="60"/>
                    <a:pt x="215" y="60"/>
                  </a:cubicBezTo>
                  <a:cubicBezTo>
                    <a:pt x="216" y="60"/>
                    <a:pt x="217" y="60"/>
                    <a:pt x="218" y="60"/>
                  </a:cubicBezTo>
                  <a:cubicBezTo>
                    <a:pt x="218" y="60"/>
                    <a:pt x="218" y="60"/>
                    <a:pt x="218" y="60"/>
                  </a:cubicBezTo>
                  <a:cubicBezTo>
                    <a:pt x="218" y="60"/>
                    <a:pt x="219" y="60"/>
                    <a:pt x="219" y="60"/>
                  </a:cubicBezTo>
                  <a:cubicBezTo>
                    <a:pt x="222" y="60"/>
                    <a:pt x="224" y="60"/>
                    <a:pt x="226" y="61"/>
                  </a:cubicBezTo>
                  <a:cubicBezTo>
                    <a:pt x="226" y="61"/>
                    <a:pt x="227" y="62"/>
                    <a:pt x="228" y="63"/>
                  </a:cubicBezTo>
                  <a:cubicBezTo>
                    <a:pt x="231" y="67"/>
                    <a:pt x="235" y="74"/>
                    <a:pt x="234" y="81"/>
                  </a:cubicBezTo>
                  <a:cubicBezTo>
                    <a:pt x="234"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8" y="132"/>
                    <a:pt x="179" y="136"/>
                    <a:pt x="179" y="139"/>
                  </a:cubicBezTo>
                  <a:cubicBezTo>
                    <a:pt x="179" y="143"/>
                    <a:pt x="178" y="145"/>
                    <a:pt x="177" y="147"/>
                  </a:cubicBezTo>
                  <a:cubicBezTo>
                    <a:pt x="175" y="150"/>
                    <a:pt x="172" y="152"/>
                    <a:pt x="169" y="153"/>
                  </a:cubicBezTo>
                  <a:cubicBezTo>
                    <a:pt x="165" y="155"/>
                    <a:pt x="161" y="155"/>
                    <a:pt x="158" y="155"/>
                  </a:cubicBezTo>
                  <a:cubicBezTo>
                    <a:pt x="158" y="155"/>
                    <a:pt x="158" y="155"/>
                    <a:pt x="158" y="155"/>
                  </a:cubicBezTo>
                  <a:cubicBezTo>
                    <a:pt x="157" y="155"/>
                    <a:pt x="156" y="155"/>
                    <a:pt x="155" y="155"/>
                  </a:cubicBezTo>
                  <a:cubicBezTo>
                    <a:pt x="155" y="155"/>
                    <a:pt x="154" y="155"/>
                    <a:pt x="154" y="155"/>
                  </a:cubicBezTo>
                  <a:cubicBezTo>
                    <a:pt x="150" y="152"/>
                    <a:pt x="145" y="149"/>
                    <a:pt x="140" y="147"/>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5"/>
                    <a:pt x="93" y="171"/>
                    <a:pt x="78" y="171"/>
                  </a:cubicBezTo>
                  <a:cubicBezTo>
                    <a:pt x="78" y="171"/>
                    <a:pt x="78" y="171"/>
                    <a:pt x="78" y="171"/>
                  </a:cubicBezTo>
                  <a:cubicBezTo>
                    <a:pt x="78" y="171"/>
                    <a:pt x="78" y="171"/>
                    <a:pt x="78" y="171"/>
                  </a:cubicBezTo>
                  <a:cubicBezTo>
                    <a:pt x="72" y="171"/>
                    <a:pt x="66" y="170"/>
                    <a:pt x="63" y="168"/>
                  </a:cubicBezTo>
                  <a:cubicBezTo>
                    <a:pt x="61" y="167"/>
                    <a:pt x="59"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3" y="121"/>
                  </a:cubicBezTo>
                  <a:cubicBezTo>
                    <a:pt x="39" y="120"/>
                    <a:pt x="33" y="119"/>
                    <a:pt x="29" y="119"/>
                  </a:cubicBezTo>
                  <a:cubicBezTo>
                    <a:pt x="24" y="119"/>
                    <a:pt x="19" y="120"/>
                    <a:pt x="17" y="120"/>
                  </a:cubicBezTo>
                  <a:cubicBezTo>
                    <a:pt x="9" y="109"/>
                    <a:pt x="6" y="102"/>
                    <a:pt x="6" y="97"/>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5" y="12"/>
                    <a:pt x="48" y="14"/>
                  </a:cubicBezTo>
                  <a:cubicBezTo>
                    <a:pt x="56" y="19"/>
                    <a:pt x="63" y="21"/>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6"/>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37" y="5"/>
                    <a:pt x="33" y="7"/>
                    <a:pt x="30" y="11"/>
                  </a:cubicBezTo>
                  <a:cubicBezTo>
                    <a:pt x="25" y="15"/>
                    <a:pt x="22" y="23"/>
                    <a:pt x="20" y="30"/>
                  </a:cubicBezTo>
                  <a:cubicBezTo>
                    <a:pt x="18" y="38"/>
                    <a:pt x="17" y="47"/>
                    <a:pt x="17" y="55"/>
                  </a:cubicBezTo>
                  <a:cubicBezTo>
                    <a:pt x="17" y="59"/>
                    <a:pt x="17" y="63"/>
                    <a:pt x="18" y="67"/>
                  </a:cubicBezTo>
                  <a:cubicBezTo>
                    <a:pt x="19" y="70"/>
                    <a:pt x="19" y="74"/>
                    <a:pt x="21" y="76"/>
                  </a:cubicBezTo>
                  <a:cubicBezTo>
                    <a:pt x="22" y="77"/>
                    <a:pt x="22" y="77"/>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7"/>
                  </a:cubicBezTo>
                  <a:cubicBezTo>
                    <a:pt x="0" y="104"/>
                    <a:pt x="4" y="113"/>
                    <a:pt x="13" y="125"/>
                  </a:cubicBezTo>
                  <a:cubicBezTo>
                    <a:pt x="15" y="127"/>
                    <a:pt x="15" y="127"/>
                    <a:pt x="15" y="127"/>
                  </a:cubicBezTo>
                  <a:cubicBezTo>
                    <a:pt x="16" y="126"/>
                    <a:pt x="16" y="126"/>
                    <a:pt x="16" y="126"/>
                  </a:cubicBezTo>
                  <a:cubicBezTo>
                    <a:pt x="17" y="126"/>
                    <a:pt x="17" y="126"/>
                    <a:pt x="17" y="126"/>
                  </a:cubicBezTo>
                  <a:cubicBezTo>
                    <a:pt x="18" y="126"/>
                    <a:pt x="23" y="125"/>
                    <a:pt x="29" y="125"/>
                  </a:cubicBezTo>
                  <a:cubicBezTo>
                    <a:pt x="29" y="125"/>
                    <a:pt x="29" y="125"/>
                    <a:pt x="29" y="125"/>
                  </a:cubicBezTo>
                  <a:cubicBezTo>
                    <a:pt x="34" y="125"/>
                    <a:pt x="41" y="126"/>
                    <a:pt x="45" y="129"/>
                  </a:cubicBezTo>
                  <a:cubicBezTo>
                    <a:pt x="48" y="130"/>
                    <a:pt x="49"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8" y="161"/>
                  </a:cubicBezTo>
                  <a:cubicBezTo>
                    <a:pt x="130" y="159"/>
                    <a:pt x="132" y="157"/>
                    <a:pt x="133" y="155"/>
                  </a:cubicBezTo>
                  <a:cubicBezTo>
                    <a:pt x="134" y="154"/>
                    <a:pt x="134" y="153"/>
                    <a:pt x="134" y="151"/>
                  </a:cubicBezTo>
                  <a:cubicBezTo>
                    <a:pt x="136" y="152"/>
                    <a:pt x="139" y="153"/>
                    <a:pt x="141"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3"/>
                  </a:cubicBezTo>
                  <a:cubicBezTo>
                    <a:pt x="209" y="194"/>
                    <a:pt x="209" y="194"/>
                    <a:pt x="209" y="194"/>
                  </a:cubicBezTo>
                  <a:cubicBezTo>
                    <a:pt x="211" y="194"/>
                    <a:pt x="213" y="194"/>
                    <a:pt x="215" y="194"/>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3" y="99"/>
                    <a:pt x="236" y="95"/>
                  </a:cubicBezTo>
                  <a:cubicBezTo>
                    <a:pt x="239" y="91"/>
                    <a:pt x="240" y="86"/>
                    <a:pt x="240" y="81"/>
                  </a:cubicBezTo>
                  <a:cubicBezTo>
                    <a:pt x="240"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1" y="54"/>
                    <a:pt x="208"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199"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1" name="Freeform 91">
              <a:extLst>
                <a:ext uri="{FF2B5EF4-FFF2-40B4-BE49-F238E27FC236}">
                  <a16:creationId xmlns:a16="http://schemas.microsoft.com/office/drawing/2014/main" id="{EF7168B0-AE2C-49FC-AA60-9A333795F059}"/>
                </a:ext>
              </a:extLst>
            </p:cNvPr>
            <p:cNvSpPr>
              <a:spLocks noEditPoints="1"/>
            </p:cNvSpPr>
            <p:nvPr userDrawn="1"/>
          </p:nvSpPr>
          <p:spPr bwMode="auto">
            <a:xfrm>
              <a:off x="1081979" y="-265916"/>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1"/>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2" name="Freeform 92">
              <a:extLst>
                <a:ext uri="{FF2B5EF4-FFF2-40B4-BE49-F238E27FC236}">
                  <a16:creationId xmlns:a16="http://schemas.microsoft.com/office/drawing/2014/main" id="{67D6E663-31A9-42A4-B18F-FD86CD0B907E}"/>
                </a:ext>
              </a:extLst>
            </p:cNvPr>
            <p:cNvSpPr>
              <a:spLocks noEditPoints="1"/>
            </p:cNvSpPr>
            <p:nvPr userDrawn="1"/>
          </p:nvSpPr>
          <p:spPr bwMode="auto">
            <a:xfrm>
              <a:off x="2322251" y="-302041"/>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29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3" name="Freeform 93">
              <a:extLst>
                <a:ext uri="{FF2B5EF4-FFF2-40B4-BE49-F238E27FC236}">
                  <a16:creationId xmlns:a16="http://schemas.microsoft.com/office/drawing/2014/main" id="{C9EB4D3C-4B9B-41B5-AEFE-1BAB19440906}"/>
                </a:ext>
              </a:extLst>
            </p:cNvPr>
            <p:cNvSpPr>
              <a:spLocks noEditPoints="1"/>
            </p:cNvSpPr>
            <p:nvPr userDrawn="1"/>
          </p:nvSpPr>
          <p:spPr bwMode="auto">
            <a:xfrm>
              <a:off x="2368410" y="488683"/>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4" name="Freeform 94">
              <a:extLst>
                <a:ext uri="{FF2B5EF4-FFF2-40B4-BE49-F238E27FC236}">
                  <a16:creationId xmlns:a16="http://schemas.microsoft.com/office/drawing/2014/main" id="{3EC82ECA-5A94-49BB-A244-22F9AC1EE41C}"/>
                </a:ext>
              </a:extLst>
            </p:cNvPr>
            <p:cNvSpPr>
              <a:spLocks noEditPoints="1"/>
            </p:cNvSpPr>
            <p:nvPr userDrawn="1"/>
          </p:nvSpPr>
          <p:spPr bwMode="auto">
            <a:xfrm>
              <a:off x="2368410" y="635188"/>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5" name="Freeform 95">
              <a:extLst>
                <a:ext uri="{FF2B5EF4-FFF2-40B4-BE49-F238E27FC236}">
                  <a16:creationId xmlns:a16="http://schemas.microsoft.com/office/drawing/2014/main" id="{290A99E1-5704-4940-8B53-4018C593523E}"/>
                </a:ext>
              </a:extLst>
            </p:cNvPr>
            <p:cNvSpPr>
              <a:spLocks noEditPoints="1"/>
            </p:cNvSpPr>
            <p:nvPr userDrawn="1"/>
          </p:nvSpPr>
          <p:spPr bwMode="auto">
            <a:xfrm>
              <a:off x="1300732" y="-43148"/>
              <a:ext cx="180622" cy="108373"/>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6" name="Freeform 96">
              <a:extLst>
                <a:ext uri="{FF2B5EF4-FFF2-40B4-BE49-F238E27FC236}">
                  <a16:creationId xmlns:a16="http://schemas.microsoft.com/office/drawing/2014/main" id="{4659323C-AFCA-49E3-A99F-950A23176C14}"/>
                </a:ext>
              </a:extLst>
            </p:cNvPr>
            <p:cNvSpPr>
              <a:spLocks noEditPoints="1"/>
            </p:cNvSpPr>
            <p:nvPr userDrawn="1"/>
          </p:nvSpPr>
          <p:spPr bwMode="auto">
            <a:xfrm>
              <a:off x="52432" y="189654"/>
              <a:ext cx="224774" cy="136470"/>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7" name="Freeform 97">
              <a:extLst>
                <a:ext uri="{FF2B5EF4-FFF2-40B4-BE49-F238E27FC236}">
                  <a16:creationId xmlns:a16="http://schemas.microsoft.com/office/drawing/2014/main" id="{6AFF1EC2-F05C-4179-853F-2377A8634C36}"/>
                </a:ext>
              </a:extLst>
            </p:cNvPr>
            <p:cNvSpPr>
              <a:spLocks noEditPoints="1"/>
            </p:cNvSpPr>
            <p:nvPr userDrawn="1"/>
          </p:nvSpPr>
          <p:spPr bwMode="auto">
            <a:xfrm>
              <a:off x="1696094" y="900101"/>
              <a:ext cx="178616" cy="110381"/>
            </a:xfrm>
            <a:custGeom>
              <a:avLst/>
              <a:gdLst>
                <a:gd name="T0" fmla="*/ 113 w 119"/>
                <a:gd name="T1" fmla="*/ 57 h 73"/>
                <a:gd name="T2" fmla="*/ 113 w 119"/>
                <a:gd name="T3" fmla="*/ 57 h 73"/>
                <a:gd name="T4" fmla="*/ 113 w 119"/>
                <a:gd name="T5" fmla="*/ 57 h 73"/>
                <a:gd name="T6" fmla="*/ 113 w 119"/>
                <a:gd name="T7" fmla="*/ 57 h 73"/>
                <a:gd name="T8" fmla="*/ 33 w 119"/>
                <a:gd name="T9" fmla="*/ 19 h 73"/>
                <a:gd name="T10" fmla="*/ 33 w 119"/>
                <a:gd name="T11" fmla="*/ 19 h 73"/>
                <a:gd name="T12" fmla="*/ 49 w 119"/>
                <a:gd name="T13" fmla="*/ 6 h 73"/>
                <a:gd name="T14" fmla="*/ 101 w 119"/>
                <a:gd name="T15" fmla="*/ 6 h 73"/>
                <a:gd name="T16" fmla="*/ 107 w 119"/>
                <a:gd name="T17" fmla="*/ 9 h 73"/>
                <a:gd name="T18" fmla="*/ 111 w 119"/>
                <a:gd name="T19" fmla="*/ 14 h 73"/>
                <a:gd name="T20" fmla="*/ 113 w 119"/>
                <a:gd name="T21" fmla="*/ 20 h 73"/>
                <a:gd name="T22" fmla="*/ 113 w 119"/>
                <a:gd name="T23" fmla="*/ 57 h 73"/>
                <a:gd name="T24" fmla="*/ 110 w 119"/>
                <a:gd name="T25" fmla="*/ 62 h 73"/>
                <a:gd name="T26" fmla="*/ 106 w 119"/>
                <a:gd name="T27" fmla="*/ 65 h 73"/>
                <a:gd name="T28" fmla="*/ 102 w 119"/>
                <a:gd name="T29" fmla="*/ 67 h 73"/>
                <a:gd name="T30" fmla="*/ 42 w 119"/>
                <a:gd name="T31" fmla="*/ 67 h 73"/>
                <a:gd name="T32" fmla="*/ 37 w 119"/>
                <a:gd name="T33" fmla="*/ 65 h 73"/>
                <a:gd name="T34" fmla="*/ 34 w 119"/>
                <a:gd name="T35" fmla="*/ 62 h 73"/>
                <a:gd name="T36" fmla="*/ 33 w 119"/>
                <a:gd name="T37" fmla="*/ 55 h 73"/>
                <a:gd name="T38" fmla="*/ 33 w 119"/>
                <a:gd name="T39" fmla="*/ 53 h 73"/>
                <a:gd name="T40" fmla="*/ 33 w 119"/>
                <a:gd name="T41" fmla="*/ 51 h 73"/>
                <a:gd name="T42" fmla="*/ 21 w 119"/>
                <a:gd name="T43" fmla="*/ 37 h 73"/>
                <a:gd name="T44" fmla="*/ 33 w 119"/>
                <a:gd name="T45" fmla="*/ 43 h 73"/>
                <a:gd name="T46" fmla="*/ 34 w 119"/>
                <a:gd name="T47" fmla="*/ 19 h 73"/>
                <a:gd name="T48" fmla="*/ 37 w 119"/>
                <a:gd name="T49" fmla="*/ 13 h 73"/>
                <a:gd name="T50" fmla="*/ 49 w 119"/>
                <a:gd name="T51" fmla="*/ 6 h 73"/>
                <a:gd name="T52" fmla="*/ 102 w 119"/>
                <a:gd name="T53" fmla="*/ 0 h 73"/>
                <a:gd name="T54" fmla="*/ 49 w 119"/>
                <a:gd name="T55" fmla="*/ 0 h 73"/>
                <a:gd name="T56" fmla="*/ 48 w 119"/>
                <a:gd name="T57" fmla="*/ 0 h 73"/>
                <a:gd name="T58" fmla="*/ 31 w 119"/>
                <a:gd name="T59" fmla="*/ 10 h 73"/>
                <a:gd name="T60" fmla="*/ 28 w 119"/>
                <a:gd name="T61" fmla="*/ 18 h 73"/>
                <a:gd name="T62" fmla="*/ 28 w 119"/>
                <a:gd name="T63" fmla="*/ 19 h 73"/>
                <a:gd name="T64" fmla="*/ 28 w 119"/>
                <a:gd name="T65" fmla="*/ 33 h 73"/>
                <a:gd name="T66" fmla="*/ 0 w 119"/>
                <a:gd name="T67" fmla="*/ 20 h 73"/>
                <a:gd name="T68" fmla="*/ 27 w 119"/>
                <a:gd name="T69" fmla="*/ 53 h 73"/>
                <a:gd name="T70" fmla="*/ 27 w 119"/>
                <a:gd name="T71" fmla="*/ 55 h 73"/>
                <a:gd name="T72" fmla="*/ 29 w 119"/>
                <a:gd name="T73" fmla="*/ 65 h 73"/>
                <a:gd name="T74" fmla="*/ 37 w 119"/>
                <a:gd name="T75" fmla="*/ 72 h 73"/>
                <a:gd name="T76" fmla="*/ 41 w 119"/>
                <a:gd name="T77" fmla="*/ 73 h 73"/>
                <a:gd name="T78" fmla="*/ 42 w 119"/>
                <a:gd name="T79" fmla="*/ 73 h 73"/>
                <a:gd name="T80" fmla="*/ 102 w 119"/>
                <a:gd name="T81" fmla="*/ 73 h 73"/>
                <a:gd name="T82" fmla="*/ 102 w 119"/>
                <a:gd name="T83" fmla="*/ 73 h 73"/>
                <a:gd name="T84" fmla="*/ 110 w 119"/>
                <a:gd name="T85" fmla="*/ 70 h 73"/>
                <a:gd name="T86" fmla="*/ 117 w 119"/>
                <a:gd name="T87" fmla="*/ 63 h 73"/>
                <a:gd name="T88" fmla="*/ 119 w 119"/>
                <a:gd name="T89" fmla="*/ 59 h 73"/>
                <a:gd name="T90" fmla="*/ 119 w 119"/>
                <a:gd name="T91" fmla="*/ 58 h 73"/>
                <a:gd name="T92" fmla="*/ 119 w 119"/>
                <a:gd name="T93" fmla="*/ 20 h 73"/>
                <a:gd name="T94" fmla="*/ 119 w 119"/>
                <a:gd name="T95" fmla="*/ 20 h 73"/>
                <a:gd name="T96" fmla="*/ 116 w 119"/>
                <a:gd name="T97" fmla="*/ 10 h 73"/>
                <a:gd name="T98" fmla="*/ 107 w 119"/>
                <a:gd name="T99" fmla="*/ 2 h 73"/>
                <a:gd name="T100" fmla="*/ 102 w 119"/>
                <a:gd name="T101" fmla="*/ 0 h 73"/>
                <a:gd name="T102" fmla="*/ 102 w 119"/>
                <a:gd name="T10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73">
                  <a:moveTo>
                    <a:pt x="113" y="57"/>
                  </a:moveTo>
                  <a:cubicBezTo>
                    <a:pt x="113" y="57"/>
                    <a:pt x="113" y="57"/>
                    <a:pt x="113" y="57"/>
                  </a:cubicBezTo>
                  <a:cubicBezTo>
                    <a:pt x="113" y="57"/>
                    <a:pt x="113" y="57"/>
                    <a:pt x="113" y="57"/>
                  </a:cubicBezTo>
                  <a:cubicBezTo>
                    <a:pt x="113" y="57"/>
                    <a:pt x="113" y="57"/>
                    <a:pt x="113" y="57"/>
                  </a:cubicBezTo>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8" name="Freeform 98">
              <a:extLst>
                <a:ext uri="{FF2B5EF4-FFF2-40B4-BE49-F238E27FC236}">
                  <a16:creationId xmlns:a16="http://schemas.microsoft.com/office/drawing/2014/main" id="{F1E3C34F-12C2-43C9-8B89-7CB450FB021D}"/>
                </a:ext>
              </a:extLst>
            </p:cNvPr>
            <p:cNvSpPr>
              <a:spLocks noEditPoints="1"/>
            </p:cNvSpPr>
            <p:nvPr userDrawn="1"/>
          </p:nvSpPr>
          <p:spPr bwMode="auto">
            <a:xfrm>
              <a:off x="477898" y="456573"/>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9" name="Freeform 99">
              <a:extLst>
                <a:ext uri="{FF2B5EF4-FFF2-40B4-BE49-F238E27FC236}">
                  <a16:creationId xmlns:a16="http://schemas.microsoft.com/office/drawing/2014/main" id="{E7CB3FCD-4D05-4143-BFC5-71326D856D28}"/>
                </a:ext>
              </a:extLst>
            </p:cNvPr>
            <p:cNvSpPr>
              <a:spLocks/>
            </p:cNvSpPr>
            <p:nvPr userDrawn="1"/>
          </p:nvSpPr>
          <p:spPr bwMode="auto">
            <a:xfrm>
              <a:off x="1475334" y="-125432"/>
              <a:ext cx="638198" cy="192664"/>
            </a:xfrm>
            <a:custGeom>
              <a:avLst/>
              <a:gdLst>
                <a:gd name="T0" fmla="*/ 223 w 425"/>
                <a:gd name="T1" fmla="*/ 7 h 128"/>
                <a:gd name="T2" fmla="*/ 345 w 425"/>
                <a:gd name="T3" fmla="*/ 6 h 128"/>
                <a:gd name="T4" fmla="*/ 371 w 425"/>
                <a:gd name="T5" fmla="*/ 7 h 128"/>
                <a:gd name="T6" fmla="*/ 372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91 w 425"/>
                <a:gd name="T43" fmla="*/ 25 h 128"/>
                <a:gd name="T44" fmla="*/ 217 w 425"/>
                <a:gd name="T45" fmla="*/ 7 h 128"/>
                <a:gd name="T46" fmla="*/ 83 w 425"/>
                <a:gd name="T47" fmla="*/ 20 h 128"/>
                <a:gd name="T48" fmla="*/ 38 w 425"/>
                <a:gd name="T49" fmla="*/ 42 h 128"/>
                <a:gd name="T50" fmla="*/ 30 w 425"/>
                <a:gd name="T51" fmla="*/ 74 h 128"/>
                <a:gd name="T52" fmla="*/ 30 w 425"/>
                <a:gd name="T53" fmla="*/ 74 h 128"/>
                <a:gd name="T54" fmla="*/ 49 w 425"/>
                <a:gd name="T55" fmla="*/ 105 h 128"/>
                <a:gd name="T56" fmla="*/ 0 w 425"/>
                <a:gd name="T57" fmla="*/ 128 h 128"/>
                <a:gd name="T58" fmla="*/ 39 w 425"/>
                <a:gd name="T59" fmla="*/ 124 h 128"/>
                <a:gd name="T60" fmla="*/ 91 w 425"/>
                <a:gd name="T61" fmla="*/ 119 h 128"/>
                <a:gd name="T62" fmla="*/ 101 w 425"/>
                <a:gd name="T63" fmla="*/ 118 h 128"/>
                <a:gd name="T64" fmla="*/ 101 w 425"/>
                <a:gd name="T65" fmla="*/ 118 h 128"/>
                <a:gd name="T66" fmla="*/ 368 w 425"/>
                <a:gd name="T67" fmla="*/ 113 h 128"/>
                <a:gd name="T68" fmla="*/ 396 w 425"/>
                <a:gd name="T69" fmla="*/ 103 h 128"/>
                <a:gd name="T70" fmla="*/ 425 w 425"/>
                <a:gd name="T71" fmla="*/ 46 h 128"/>
                <a:gd name="T72" fmla="*/ 417 w 425"/>
                <a:gd name="T73" fmla="*/ 22 h 128"/>
                <a:gd name="T74" fmla="*/ 373 w 425"/>
                <a:gd name="T75" fmla="*/ 1 h 128"/>
                <a:gd name="T76" fmla="*/ 372 w 425"/>
                <a:gd name="T7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8">
                  <a:moveTo>
                    <a:pt x="345" y="0"/>
                  </a:moveTo>
                  <a:cubicBezTo>
                    <a:pt x="314" y="0"/>
                    <a:pt x="268" y="3"/>
                    <a:pt x="223" y="7"/>
                  </a:cubicBezTo>
                  <a:cubicBezTo>
                    <a:pt x="224" y="13"/>
                    <a:pt x="224" y="13"/>
                    <a:pt x="224" y="13"/>
                  </a:cubicBezTo>
                  <a:cubicBezTo>
                    <a:pt x="268" y="9"/>
                    <a:pt x="31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4" y="17"/>
                    <a:pt x="220" y="13"/>
                  </a:cubicBezTo>
                  <a:cubicBezTo>
                    <a:pt x="217" y="7"/>
                    <a:pt x="217" y="7"/>
                    <a:pt x="217" y="7"/>
                  </a:cubicBezTo>
                  <a:cubicBezTo>
                    <a:pt x="206" y="8"/>
                    <a:pt x="195" y="9"/>
                    <a:pt x="184" y="10"/>
                  </a:cubicBezTo>
                  <a:cubicBezTo>
                    <a:pt x="129" y="15"/>
                    <a:pt x="85" y="19"/>
                    <a:pt x="83" y="20"/>
                  </a:cubicBezTo>
                  <a:cubicBezTo>
                    <a:pt x="81" y="20"/>
                    <a:pt x="69" y="20"/>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0" name="Freeform 100">
              <a:extLst>
                <a:ext uri="{FF2B5EF4-FFF2-40B4-BE49-F238E27FC236}">
                  <a16:creationId xmlns:a16="http://schemas.microsoft.com/office/drawing/2014/main" id="{C0659D03-9FA4-41A9-A751-02B4703CEB5D}"/>
                </a:ext>
              </a:extLst>
            </p:cNvPr>
            <p:cNvSpPr>
              <a:spLocks/>
            </p:cNvSpPr>
            <p:nvPr userDrawn="1"/>
          </p:nvSpPr>
          <p:spPr bwMode="auto">
            <a:xfrm>
              <a:off x="1800454" y="-115397"/>
              <a:ext cx="10035" cy="10035"/>
            </a:xfrm>
            <a:custGeom>
              <a:avLst/>
              <a:gdLst>
                <a:gd name="T0" fmla="*/ 6 w 7"/>
                <a:gd name="T1" fmla="*/ 0 h 6"/>
                <a:gd name="T2" fmla="*/ 0 w 7"/>
                <a:gd name="T3" fmla="*/ 0 h 6"/>
                <a:gd name="T4" fmla="*/ 3 w 7"/>
                <a:gd name="T5" fmla="*/ 6 h 6"/>
                <a:gd name="T6" fmla="*/ 7 w 7"/>
                <a:gd name="T7" fmla="*/ 6 h 6"/>
                <a:gd name="T8" fmla="*/ 6 w 7"/>
                <a:gd name="T9" fmla="*/ 0 h 6"/>
              </a:gdLst>
              <a:ahLst/>
              <a:cxnLst>
                <a:cxn ang="0">
                  <a:pos x="T0" y="T1"/>
                </a:cxn>
                <a:cxn ang="0">
                  <a:pos x="T2" y="T3"/>
                </a:cxn>
                <a:cxn ang="0">
                  <a:pos x="T4" y="T5"/>
                </a:cxn>
                <a:cxn ang="0">
                  <a:pos x="T6" y="T7"/>
                </a:cxn>
                <a:cxn ang="0">
                  <a:pos x="T8" y="T9"/>
                </a:cxn>
              </a:cxnLst>
              <a:rect l="0" t="0" r="r" b="b"/>
              <a:pathLst>
                <a:path w="7" h="6">
                  <a:moveTo>
                    <a:pt x="6" y="0"/>
                  </a:moveTo>
                  <a:cubicBezTo>
                    <a:pt x="4" y="0"/>
                    <a:pt x="2" y="0"/>
                    <a:pt x="0" y="0"/>
                  </a:cubicBezTo>
                  <a:cubicBezTo>
                    <a:pt x="3" y="6"/>
                    <a:pt x="3" y="6"/>
                    <a:pt x="3" y="6"/>
                  </a:cubicBezTo>
                  <a:cubicBezTo>
                    <a:pt x="4" y="6"/>
                    <a:pt x="5" y="6"/>
                    <a:pt x="7" y="6"/>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1" name="Freeform 101">
              <a:extLst>
                <a:ext uri="{FF2B5EF4-FFF2-40B4-BE49-F238E27FC236}">
                  <a16:creationId xmlns:a16="http://schemas.microsoft.com/office/drawing/2014/main" id="{EF54BCCF-78B9-4E3C-94FE-0915186C0979}"/>
                </a:ext>
              </a:extLst>
            </p:cNvPr>
            <p:cNvSpPr>
              <a:spLocks/>
            </p:cNvSpPr>
            <p:nvPr userDrawn="1"/>
          </p:nvSpPr>
          <p:spPr bwMode="auto">
            <a:xfrm>
              <a:off x="66481" y="-29100"/>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2" name="Freeform 102">
              <a:extLst>
                <a:ext uri="{FF2B5EF4-FFF2-40B4-BE49-F238E27FC236}">
                  <a16:creationId xmlns:a16="http://schemas.microsoft.com/office/drawing/2014/main" id="{38C11D8E-942C-445A-A90A-F8DDAB003FFA}"/>
                </a:ext>
              </a:extLst>
            </p:cNvPr>
            <p:cNvSpPr>
              <a:spLocks noEditPoints="1"/>
            </p:cNvSpPr>
            <p:nvPr userDrawn="1"/>
          </p:nvSpPr>
          <p:spPr bwMode="auto">
            <a:xfrm>
              <a:off x="630423" y="-27093"/>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3" name="Freeform 103">
              <a:extLst>
                <a:ext uri="{FF2B5EF4-FFF2-40B4-BE49-F238E27FC236}">
                  <a16:creationId xmlns:a16="http://schemas.microsoft.com/office/drawing/2014/main" id="{8953DBFB-C1F0-4B5D-8B84-6B85921CC185}"/>
                </a:ext>
              </a:extLst>
            </p:cNvPr>
            <p:cNvSpPr>
              <a:spLocks noEditPoints="1"/>
            </p:cNvSpPr>
            <p:nvPr userDrawn="1"/>
          </p:nvSpPr>
          <p:spPr bwMode="auto">
            <a:xfrm>
              <a:off x="620389" y="548891"/>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5 h 128"/>
                <a:gd name="T64" fmla="*/ 83 w 425"/>
                <a:gd name="T65" fmla="*/ 25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9 w 425"/>
                <a:gd name="T77" fmla="*/ 15 h 128"/>
                <a:gd name="T78" fmla="*/ 409 w 425"/>
                <a:gd name="T79" fmla="*/ 14 h 128"/>
                <a:gd name="T80" fmla="*/ 372 w 425"/>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8">
                  <a:moveTo>
                    <a:pt x="210" y="7"/>
                  </a:moveTo>
                  <a:cubicBezTo>
                    <a:pt x="201" y="8"/>
                    <a:pt x="192" y="9"/>
                    <a:pt x="184" y="10"/>
                  </a:cubicBezTo>
                  <a:cubicBezTo>
                    <a:pt x="129" y="15"/>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4" name="Freeform 104">
              <a:extLst>
                <a:ext uri="{FF2B5EF4-FFF2-40B4-BE49-F238E27FC236}">
                  <a16:creationId xmlns:a16="http://schemas.microsoft.com/office/drawing/2014/main" id="{9B4C4057-89C4-4FAF-8F18-48798B1D52B5}"/>
                </a:ext>
              </a:extLst>
            </p:cNvPr>
            <p:cNvSpPr>
              <a:spLocks noEditPoints="1"/>
            </p:cNvSpPr>
            <p:nvPr userDrawn="1"/>
          </p:nvSpPr>
          <p:spPr bwMode="auto">
            <a:xfrm>
              <a:off x="2193809" y="715465"/>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9"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0"/>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5" name="Freeform 105">
              <a:extLst>
                <a:ext uri="{FF2B5EF4-FFF2-40B4-BE49-F238E27FC236}">
                  <a16:creationId xmlns:a16="http://schemas.microsoft.com/office/drawing/2014/main" id="{C6AAE403-B67E-4A72-A468-BF49EFA45092}"/>
                </a:ext>
              </a:extLst>
            </p:cNvPr>
            <p:cNvSpPr>
              <a:spLocks noEditPoints="1"/>
            </p:cNvSpPr>
            <p:nvPr userDrawn="1"/>
          </p:nvSpPr>
          <p:spPr bwMode="auto">
            <a:xfrm>
              <a:off x="2250002" y="-31107"/>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1 h 275"/>
                <a:gd name="T64" fmla="*/ 80 w 80"/>
                <a:gd name="T65" fmla="*/ 220 h 275"/>
                <a:gd name="T66" fmla="*/ 71 w 80"/>
                <a:gd name="T67" fmla="*/ 62 h 275"/>
                <a:gd name="T68" fmla="*/ 57 w 80"/>
                <a:gd name="T69" fmla="*/ 33 h 275"/>
                <a:gd name="T70" fmla="*/ 37 w 80"/>
                <a:gd name="T71" fmla="*/ 28 h 275"/>
                <a:gd name="T72" fmla="*/ 36 w 80"/>
                <a:gd name="T73" fmla="*/ 28 h 275"/>
                <a:gd name="T74" fmla="*/ 24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6" name="Freeform 106">
              <a:extLst>
                <a:ext uri="{FF2B5EF4-FFF2-40B4-BE49-F238E27FC236}">
                  <a16:creationId xmlns:a16="http://schemas.microsoft.com/office/drawing/2014/main" id="{A835C49F-BBA2-4349-B291-BD361385878F}"/>
                </a:ext>
              </a:extLst>
            </p:cNvPr>
            <p:cNvSpPr>
              <a:spLocks noEditPoints="1"/>
            </p:cNvSpPr>
            <p:nvPr userDrawn="1"/>
          </p:nvSpPr>
          <p:spPr bwMode="auto">
            <a:xfrm>
              <a:off x="1519486" y="1303490"/>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368 w 426"/>
                <a:gd name="T21" fmla="*/ 106 h 127"/>
                <a:gd name="T22" fmla="*/ 101 w 426"/>
                <a:gd name="T23" fmla="*/ 112 h 127"/>
                <a:gd name="T24" fmla="*/ 57 w 426"/>
                <a:gd name="T25" fmla="*/ 116 h 127"/>
                <a:gd name="T26" fmla="*/ 72 w 426"/>
                <a:gd name="T27" fmla="*/ 105 h 127"/>
                <a:gd name="T28" fmla="*/ 39 w 426"/>
                <a:gd name="T29" fmla="*/ 83 h 127"/>
                <a:gd name="T30" fmla="*/ 37 w 426"/>
                <a:gd name="T31" fmla="*/ 74 h 127"/>
                <a:gd name="T32" fmla="*/ 37 w 426"/>
                <a:gd name="T33" fmla="*/ 73 h 127"/>
                <a:gd name="T34" fmla="*/ 44 w 426"/>
                <a:gd name="T35" fmla="*/ 45 h 127"/>
                <a:gd name="T36" fmla="*/ 79 w 426"/>
                <a:gd name="T37" fmla="*/ 26 h 127"/>
                <a:gd name="T38" fmla="*/ 83 w 426"/>
                <a:gd name="T39" fmla="*/ 25 h 127"/>
                <a:gd name="T40" fmla="*/ 84 w 426"/>
                <a:gd name="T41" fmla="*/ 25 h 127"/>
                <a:gd name="T42" fmla="*/ 346 w 426"/>
                <a:gd name="T43" fmla="*/ 0 h 127"/>
                <a:gd name="T44" fmla="*/ 83 w 426"/>
                <a:gd name="T45" fmla="*/ 19 h 127"/>
                <a:gd name="T46" fmla="*/ 39 w 426"/>
                <a:gd name="T47" fmla="*/ 42 h 127"/>
                <a:gd name="T48" fmla="*/ 31 w 426"/>
                <a:gd name="T49" fmla="*/ 74 h 127"/>
                <a:gd name="T50" fmla="*/ 31 w 426"/>
                <a:gd name="T51" fmla="*/ 74 h 127"/>
                <a:gd name="T52" fmla="*/ 50 w 426"/>
                <a:gd name="T53" fmla="*/ 105 h 127"/>
                <a:gd name="T54" fmla="*/ 0 w 426"/>
                <a:gd name="T55" fmla="*/ 127 h 127"/>
                <a:gd name="T56" fmla="*/ 39 w 426"/>
                <a:gd name="T57" fmla="*/ 123 h 127"/>
                <a:gd name="T58" fmla="*/ 92 w 426"/>
                <a:gd name="T59" fmla="*/ 119 h 127"/>
                <a:gd name="T60" fmla="*/ 101 w 426"/>
                <a:gd name="T61" fmla="*/ 118 h 127"/>
                <a:gd name="T62" fmla="*/ 102 w 426"/>
                <a:gd name="T63" fmla="*/ 118 h 127"/>
                <a:gd name="T64" fmla="*/ 369 w 426"/>
                <a:gd name="T65" fmla="*/ 112 h 127"/>
                <a:gd name="T66" fmla="*/ 397 w 426"/>
                <a:gd name="T67" fmla="*/ 102 h 127"/>
                <a:gd name="T68" fmla="*/ 405 w 426"/>
                <a:gd name="T69" fmla="*/ 91 h 127"/>
                <a:gd name="T70" fmla="*/ 416 w 426"/>
                <a:gd name="T71" fmla="*/ 82 h 127"/>
                <a:gd name="T72" fmla="*/ 426 w 426"/>
                <a:gd name="T73" fmla="*/ 44 h 127"/>
                <a:gd name="T74" fmla="*/ 374 w 426"/>
                <a:gd name="T75" fmla="*/ 1 h 127"/>
                <a:gd name="T76" fmla="*/ 372 w 426"/>
                <a:gd name="T77" fmla="*/ 1 h 127"/>
                <a:gd name="T78" fmla="*/ 346 w 426"/>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4"/>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7"/>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7" name="Freeform 107">
              <a:extLst>
                <a:ext uri="{FF2B5EF4-FFF2-40B4-BE49-F238E27FC236}">
                  <a16:creationId xmlns:a16="http://schemas.microsoft.com/office/drawing/2014/main" id="{C9CBFB84-0A49-425E-8010-4E89EFC13B56}"/>
                </a:ext>
              </a:extLst>
            </p:cNvPr>
            <p:cNvSpPr>
              <a:spLocks/>
            </p:cNvSpPr>
            <p:nvPr userDrawn="1"/>
          </p:nvSpPr>
          <p:spPr bwMode="auto">
            <a:xfrm>
              <a:off x="212958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8" name="Freeform 108">
              <a:extLst>
                <a:ext uri="{FF2B5EF4-FFF2-40B4-BE49-F238E27FC236}">
                  <a16:creationId xmlns:a16="http://schemas.microsoft.com/office/drawing/2014/main" id="{752CB2A9-103A-43B1-8815-83E747DB110E}"/>
                </a:ext>
              </a:extLst>
            </p:cNvPr>
            <p:cNvSpPr>
              <a:spLocks noEditPoints="1"/>
            </p:cNvSpPr>
            <p:nvPr userDrawn="1"/>
          </p:nvSpPr>
          <p:spPr bwMode="auto">
            <a:xfrm>
              <a:off x="2067373" y="35121"/>
              <a:ext cx="148512" cy="47162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4 w 99"/>
                <a:gd name="T13" fmla="*/ 6 h 313"/>
                <a:gd name="T14" fmla="*/ 35 w 99"/>
                <a:gd name="T15" fmla="*/ 6 h 313"/>
                <a:gd name="T16" fmla="*/ 76 w 99"/>
                <a:gd name="T17" fmla="*/ 31 h 313"/>
                <a:gd name="T18" fmla="*/ 79 w 99"/>
                <a:gd name="T19" fmla="*/ 42 h 313"/>
                <a:gd name="T20" fmla="*/ 79 w 99"/>
                <a:gd name="T21" fmla="*/ 42 h 313"/>
                <a:gd name="T22" fmla="*/ 85 w 99"/>
                <a:gd name="T23" fmla="*/ 233 h 313"/>
                <a:gd name="T24" fmla="*/ 87 w 99"/>
                <a:gd name="T25" fmla="*/ 258 h 313"/>
                <a:gd name="T26" fmla="*/ 80 w 99"/>
                <a:gd name="T27" fmla="*/ 254 h 313"/>
                <a:gd name="T28" fmla="*/ 64 w 99"/>
                <a:gd name="T29" fmla="*/ 277 h 313"/>
                <a:gd name="T30" fmla="*/ 57 w 99"/>
                <a:gd name="T31" fmla="*/ 279 h 313"/>
                <a:gd name="T32" fmla="*/ 57 w 99"/>
                <a:gd name="T33" fmla="*/ 279 h 313"/>
                <a:gd name="T34" fmla="*/ 36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7 w 99"/>
                <a:gd name="T63" fmla="*/ 285 h 313"/>
                <a:gd name="T64" fmla="*/ 57 w 99"/>
                <a:gd name="T65" fmla="*/ 285 h 313"/>
                <a:gd name="T66" fmla="*/ 81 w 99"/>
                <a:gd name="T67" fmla="*/ 271 h 313"/>
                <a:gd name="T68" fmla="*/ 99 w 99"/>
                <a:gd name="T69" fmla="*/ 313 h 313"/>
                <a:gd name="T70" fmla="*/ 95 w 99"/>
                <a:gd name="T71" fmla="*/ 278 h 313"/>
                <a:gd name="T72" fmla="*/ 91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9" name="Freeform 109">
              <a:extLst>
                <a:ext uri="{FF2B5EF4-FFF2-40B4-BE49-F238E27FC236}">
                  <a16:creationId xmlns:a16="http://schemas.microsoft.com/office/drawing/2014/main" id="{D5364D19-C9CF-4EF4-909C-877E7D599860}"/>
                </a:ext>
              </a:extLst>
            </p:cNvPr>
            <p:cNvSpPr>
              <a:spLocks noEditPoints="1"/>
            </p:cNvSpPr>
            <p:nvPr userDrawn="1"/>
          </p:nvSpPr>
          <p:spPr bwMode="auto">
            <a:xfrm>
              <a:off x="-150266" y="43148"/>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7 w 116"/>
                <a:gd name="T11" fmla="*/ 46 h 365"/>
                <a:gd name="T12" fmla="*/ 39 w 116"/>
                <a:gd name="T13" fmla="*/ 6 h 365"/>
                <a:gd name="T14" fmla="*/ 40 w 116"/>
                <a:gd name="T15" fmla="*/ 6 h 365"/>
                <a:gd name="T16" fmla="*/ 40 w 116"/>
                <a:gd name="T17" fmla="*/ 6 h 365"/>
                <a:gd name="T18" fmla="*/ 70 w 116"/>
                <a:gd name="T19" fmla="*/ 13 h 365"/>
                <a:gd name="T20" fmla="*/ 93 w 116"/>
                <a:gd name="T21" fmla="*/ 45 h 365"/>
                <a:gd name="T22" fmla="*/ 94 w 116"/>
                <a:gd name="T23" fmla="*/ 49 h 365"/>
                <a:gd name="T24" fmla="*/ 100 w 116"/>
                <a:gd name="T25" fmla="*/ 275 h 365"/>
                <a:gd name="T26" fmla="*/ 101 w 116"/>
                <a:gd name="T27" fmla="*/ 289 h 365"/>
                <a:gd name="T28" fmla="*/ 94 w 116"/>
                <a:gd name="T29" fmla="*/ 283 h 365"/>
                <a:gd name="T30" fmla="*/ 90 w 116"/>
                <a:gd name="T31" fmla="*/ 317 h 365"/>
                <a:gd name="T32" fmla="*/ 69 w 116"/>
                <a:gd name="T33" fmla="*/ 330 h 365"/>
                <a:gd name="T34" fmla="*/ 67 w 116"/>
                <a:gd name="T35" fmla="*/ 330 h 365"/>
                <a:gd name="T36" fmla="*/ 64 w 116"/>
                <a:gd name="T37" fmla="*/ 331 h 365"/>
                <a:gd name="T38" fmla="*/ 27 w 116"/>
                <a:gd name="T39" fmla="*/ 304 h 365"/>
                <a:gd name="T40" fmla="*/ 24 w 116"/>
                <a:gd name="T41" fmla="*/ 292 h 365"/>
                <a:gd name="T42" fmla="*/ 24 w 116"/>
                <a:gd name="T43" fmla="*/ 291 h 365"/>
                <a:gd name="T44" fmla="*/ 24 w 116"/>
                <a:gd name="T45" fmla="*/ 291 h 365"/>
                <a:gd name="T46" fmla="*/ 13 w 116"/>
                <a:gd name="T47" fmla="*/ 185 h 365"/>
                <a:gd name="T48" fmla="*/ 7 w 116"/>
                <a:gd name="T49" fmla="*/ 47 h 365"/>
                <a:gd name="T50" fmla="*/ 7 w 116"/>
                <a:gd name="T51" fmla="*/ 46 h 365"/>
                <a:gd name="T52" fmla="*/ 19 w 116"/>
                <a:gd name="T53" fmla="*/ 7 h 365"/>
                <a:gd name="T54" fmla="*/ 1 w 116"/>
                <a:gd name="T55" fmla="*/ 45 h 365"/>
                <a:gd name="T56" fmla="*/ 0 w 116"/>
                <a:gd name="T57" fmla="*/ 66 h 365"/>
                <a:gd name="T58" fmla="*/ 18 w 116"/>
                <a:gd name="T59" fmla="*/ 292 h 365"/>
                <a:gd name="T60" fmla="*/ 39 w 116"/>
                <a:gd name="T61" fmla="*/ 329 h 365"/>
                <a:gd name="T62" fmla="*/ 64 w 116"/>
                <a:gd name="T63" fmla="*/ 337 h 365"/>
                <a:gd name="T64" fmla="*/ 67 w 116"/>
                <a:gd name="T65" fmla="*/ 336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5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7" y="46"/>
                  </a:move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7" y="46"/>
                    <a:pt x="7" y="46"/>
                    <a:pt x="7" y="46"/>
                  </a:cubicBezTo>
                  <a:moveTo>
                    <a:pt x="39" y="0"/>
                  </a:moveTo>
                  <a:cubicBezTo>
                    <a:pt x="36" y="0"/>
                    <a:pt x="28" y="1"/>
                    <a:pt x="19" y="7"/>
                  </a:cubicBezTo>
                  <a:cubicBezTo>
                    <a:pt x="11" y="13"/>
                    <a:pt x="3" y="24"/>
                    <a:pt x="1" y="45"/>
                  </a:cubicBezTo>
                  <a:cubicBezTo>
                    <a:pt x="1" y="45"/>
                    <a:pt x="1" y="45"/>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0" name="Freeform 110">
              <a:extLst>
                <a:ext uri="{FF2B5EF4-FFF2-40B4-BE49-F238E27FC236}">
                  <a16:creationId xmlns:a16="http://schemas.microsoft.com/office/drawing/2014/main" id="{7F0BE551-7D52-457E-8D96-CBD474CDE5F7}"/>
                </a:ext>
              </a:extLst>
            </p:cNvPr>
            <p:cNvSpPr>
              <a:spLocks/>
            </p:cNvSpPr>
            <p:nvPr userDrawn="1"/>
          </p:nvSpPr>
          <p:spPr bwMode="auto">
            <a:xfrm>
              <a:off x="18315" y="576987"/>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1" name="Freeform 111">
              <a:extLst>
                <a:ext uri="{FF2B5EF4-FFF2-40B4-BE49-F238E27FC236}">
                  <a16:creationId xmlns:a16="http://schemas.microsoft.com/office/drawing/2014/main" id="{5F055657-CB59-4DC4-B078-408CC2C02D4A}"/>
                </a:ext>
              </a:extLst>
            </p:cNvPr>
            <p:cNvSpPr>
              <a:spLocks noEditPoints="1"/>
            </p:cNvSpPr>
            <p:nvPr userDrawn="1"/>
          </p:nvSpPr>
          <p:spPr bwMode="auto">
            <a:xfrm>
              <a:off x="1543569" y="83287"/>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2" name="Freeform 112">
              <a:extLst>
                <a:ext uri="{FF2B5EF4-FFF2-40B4-BE49-F238E27FC236}">
                  <a16:creationId xmlns:a16="http://schemas.microsoft.com/office/drawing/2014/main" id="{25290D7A-AF1E-4540-88D5-75E1EAEB3873}"/>
                </a:ext>
              </a:extLst>
            </p:cNvPr>
            <p:cNvSpPr>
              <a:spLocks noEditPoints="1"/>
            </p:cNvSpPr>
            <p:nvPr userDrawn="1"/>
          </p:nvSpPr>
          <p:spPr bwMode="auto">
            <a:xfrm>
              <a:off x="-180370" y="-275950"/>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3" name="Freeform 113">
              <a:extLst>
                <a:ext uri="{FF2B5EF4-FFF2-40B4-BE49-F238E27FC236}">
                  <a16:creationId xmlns:a16="http://schemas.microsoft.com/office/drawing/2014/main" id="{A4F7EC5C-FFDB-494F-9868-88D4BDB68D99}"/>
                </a:ext>
              </a:extLst>
            </p:cNvPr>
            <p:cNvSpPr>
              <a:spLocks noEditPoints="1"/>
            </p:cNvSpPr>
            <p:nvPr userDrawn="1"/>
          </p:nvSpPr>
          <p:spPr bwMode="auto">
            <a:xfrm>
              <a:off x="1888758" y="892073"/>
              <a:ext cx="238823" cy="180622"/>
            </a:xfrm>
            <a:custGeom>
              <a:avLst/>
              <a:gdLst>
                <a:gd name="T0" fmla="*/ 5 w 159"/>
                <a:gd name="T1" fmla="*/ 45 h 121"/>
                <a:gd name="T2" fmla="*/ 5 w 159"/>
                <a:gd name="T3" fmla="*/ 45 h 121"/>
                <a:gd name="T4" fmla="*/ 45 w 159"/>
                <a:gd name="T5" fmla="*/ 32 h 121"/>
                <a:gd name="T6" fmla="*/ 85 w 159"/>
                <a:gd name="T7" fmla="*/ 16 h 121"/>
                <a:gd name="T8" fmla="*/ 71 w 159"/>
                <a:gd name="T9" fmla="*/ 31 h 121"/>
                <a:gd name="T10" fmla="*/ 123 w 159"/>
                <a:gd name="T11" fmla="*/ 33 h 121"/>
                <a:gd name="T12" fmla="*/ 123 w 159"/>
                <a:gd name="T13" fmla="*/ 33 h 121"/>
                <a:gd name="T14" fmla="*/ 140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7 w 159"/>
                <a:gd name="T27" fmla="*/ 105 h 121"/>
                <a:gd name="T28" fmla="*/ 116 w 159"/>
                <a:gd name="T29" fmla="*/ 115 h 121"/>
                <a:gd name="T30" fmla="*/ 22 w 159"/>
                <a:gd name="T31" fmla="*/ 115 h 121"/>
                <a:gd name="T32" fmla="*/ 14 w 159"/>
                <a:gd name="T33" fmla="*/ 110 h 121"/>
                <a:gd name="T34" fmla="*/ 9 w 159"/>
                <a:gd name="T35" fmla="*/ 104 h 121"/>
                <a:gd name="T36" fmla="*/ 6 w 159"/>
                <a:gd name="T37" fmla="*/ 95 h 121"/>
                <a:gd name="T38" fmla="*/ 6 w 159"/>
                <a:gd name="T39" fmla="*/ 94 h 121"/>
                <a:gd name="T40" fmla="*/ 6 w 159"/>
                <a:gd name="T41" fmla="*/ 93 h 121"/>
                <a:gd name="T42" fmla="*/ 6 w 159"/>
                <a:gd name="T43" fmla="*/ 45 h 121"/>
                <a:gd name="T44" fmla="*/ 12 w 159"/>
                <a:gd name="T45" fmla="*/ 38 h 121"/>
                <a:gd name="T46" fmla="*/ 36 w 159"/>
                <a:gd name="T47" fmla="*/ 31 h 121"/>
                <a:gd name="T48" fmla="*/ 45 w 159"/>
                <a:gd name="T49" fmla="*/ 32 h 121"/>
                <a:gd name="T50" fmla="*/ 45 w 159"/>
                <a:gd name="T51" fmla="*/ 32 h 121"/>
                <a:gd name="T52" fmla="*/ 111 w 159"/>
                <a:gd name="T53" fmla="*/ 0 h 121"/>
                <a:gd name="T54" fmla="*/ 45 w 159"/>
                <a:gd name="T55" fmla="*/ 26 h 121"/>
                <a:gd name="T56" fmla="*/ 36 w 159"/>
                <a:gd name="T57" fmla="*/ 25 h 121"/>
                <a:gd name="T58" fmla="*/ 36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4 w 159"/>
                <a:gd name="T71" fmla="*/ 107 h 121"/>
                <a:gd name="T72" fmla="*/ 15 w 159"/>
                <a:gd name="T73" fmla="*/ 118 h 121"/>
                <a:gd name="T74" fmla="*/ 21 w 159"/>
                <a:gd name="T75" fmla="*/ 121 h 121"/>
                <a:gd name="T76" fmla="*/ 22 w 159"/>
                <a:gd name="T77" fmla="*/ 121 h 121"/>
                <a:gd name="T78" fmla="*/ 22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5 w 159"/>
                <a:gd name="T103" fmla="*/ 25 h 121"/>
                <a:gd name="T104" fmla="*/ 111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4" name="Freeform 114">
              <a:extLst>
                <a:ext uri="{FF2B5EF4-FFF2-40B4-BE49-F238E27FC236}">
                  <a16:creationId xmlns:a16="http://schemas.microsoft.com/office/drawing/2014/main" id="{E64AB751-81DD-4833-8C03-1A70E15CA8E5}"/>
                </a:ext>
              </a:extLst>
            </p:cNvPr>
            <p:cNvSpPr>
              <a:spLocks noEditPoints="1"/>
            </p:cNvSpPr>
            <p:nvPr userDrawn="1"/>
          </p:nvSpPr>
          <p:spPr bwMode="auto">
            <a:xfrm>
              <a:off x="1527514" y="233806"/>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5" name="Freeform 115">
              <a:extLst>
                <a:ext uri="{FF2B5EF4-FFF2-40B4-BE49-F238E27FC236}">
                  <a16:creationId xmlns:a16="http://schemas.microsoft.com/office/drawing/2014/main" id="{575E127B-258A-4CC3-BDA0-F635C89D61C0}"/>
                </a:ext>
              </a:extLst>
            </p:cNvPr>
            <p:cNvSpPr>
              <a:spLocks noEditPoints="1"/>
            </p:cNvSpPr>
            <p:nvPr userDrawn="1"/>
          </p:nvSpPr>
          <p:spPr bwMode="auto">
            <a:xfrm>
              <a:off x="2336299" y="1405843"/>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7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5"/>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1"/>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6" name="Freeform 116">
              <a:extLst>
                <a:ext uri="{FF2B5EF4-FFF2-40B4-BE49-F238E27FC236}">
                  <a16:creationId xmlns:a16="http://schemas.microsoft.com/office/drawing/2014/main" id="{18A8C374-6ADF-40F6-9596-393B3E0A9D26}"/>
                </a:ext>
              </a:extLst>
            </p:cNvPr>
            <p:cNvSpPr>
              <a:spLocks/>
            </p:cNvSpPr>
            <p:nvPr userDrawn="1"/>
          </p:nvSpPr>
          <p:spPr bwMode="auto">
            <a:xfrm>
              <a:off x="2545018" y="1570410"/>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7" name="Freeform 117">
              <a:extLst>
                <a:ext uri="{FF2B5EF4-FFF2-40B4-BE49-F238E27FC236}">
                  <a16:creationId xmlns:a16="http://schemas.microsoft.com/office/drawing/2014/main" id="{B3AEE8E8-E7CF-4933-842D-D12B14D7C08D}"/>
                </a:ext>
              </a:extLst>
            </p:cNvPr>
            <p:cNvSpPr>
              <a:spLocks noEditPoints="1"/>
            </p:cNvSpPr>
            <p:nvPr userDrawn="1"/>
          </p:nvSpPr>
          <p:spPr bwMode="auto">
            <a:xfrm>
              <a:off x="1515472" y="1010480"/>
              <a:ext cx="313078" cy="282975"/>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9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3"/>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9"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8" name="Freeform 118">
              <a:extLst>
                <a:ext uri="{FF2B5EF4-FFF2-40B4-BE49-F238E27FC236}">
                  <a16:creationId xmlns:a16="http://schemas.microsoft.com/office/drawing/2014/main" id="{882BF489-CF60-4D61-8400-18ABC55D1F9A}"/>
                </a:ext>
              </a:extLst>
            </p:cNvPr>
            <p:cNvSpPr>
              <a:spLocks noEditPoints="1"/>
            </p:cNvSpPr>
            <p:nvPr userDrawn="1"/>
          </p:nvSpPr>
          <p:spPr bwMode="auto">
            <a:xfrm>
              <a:off x="1866681" y="1500167"/>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19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19"/>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9" name="Freeform 119">
              <a:extLst>
                <a:ext uri="{FF2B5EF4-FFF2-40B4-BE49-F238E27FC236}">
                  <a16:creationId xmlns:a16="http://schemas.microsoft.com/office/drawing/2014/main" id="{7F95F642-1AD5-4DC2-AA0D-322E6B82EC82}"/>
                </a:ext>
              </a:extLst>
            </p:cNvPr>
            <p:cNvSpPr>
              <a:spLocks noEditPoints="1"/>
            </p:cNvSpPr>
            <p:nvPr userDrawn="1"/>
          </p:nvSpPr>
          <p:spPr bwMode="auto">
            <a:xfrm>
              <a:off x="355477" y="837886"/>
              <a:ext cx="315086" cy="282975"/>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13 w 209"/>
                <a:gd name="T25" fmla="*/ 115 h 188"/>
                <a:gd name="T26" fmla="*/ 6 w 209"/>
                <a:gd name="T27" fmla="*/ 96 h 188"/>
                <a:gd name="T28" fmla="*/ 14 w 209"/>
                <a:gd name="T29" fmla="*/ 69 h 188"/>
                <a:gd name="T30" fmla="*/ 14 w 209"/>
                <a:gd name="T31" fmla="*/ 69 h 188"/>
                <a:gd name="T32" fmla="*/ 84 w 209"/>
                <a:gd name="T33" fmla="*/ 8 h 188"/>
                <a:gd name="T34" fmla="*/ 88 w 209"/>
                <a:gd name="T35" fmla="*/ 1 h 188"/>
                <a:gd name="T36" fmla="*/ 87 w 209"/>
                <a:gd name="T37" fmla="*/ 1 h 188"/>
                <a:gd name="T38" fmla="*/ 82 w 209"/>
                <a:gd name="T39" fmla="*/ 2 h 188"/>
                <a:gd name="T40" fmla="*/ 22 w 209"/>
                <a:gd name="T41" fmla="*/ 41 h 188"/>
                <a:gd name="T42" fmla="*/ 0 w 209"/>
                <a:gd name="T43" fmla="*/ 96 h 188"/>
                <a:gd name="T44" fmla="*/ 8 w 209"/>
                <a:gd name="T45" fmla="*/ 119 h 188"/>
                <a:gd name="T46" fmla="*/ 14 w 209"/>
                <a:gd name="T47" fmla="*/ 167 h 188"/>
                <a:gd name="T48" fmla="*/ 13 w 209"/>
                <a:gd name="T49" fmla="*/ 173 h 188"/>
                <a:gd name="T50" fmla="*/ 10 w 209"/>
                <a:gd name="T51" fmla="*/ 188 h 188"/>
                <a:gd name="T52" fmla="*/ 40 w 209"/>
                <a:gd name="T53" fmla="*/ 143 h 188"/>
                <a:gd name="T54" fmla="*/ 85 w 209"/>
                <a:gd name="T55" fmla="*/ 165 h 188"/>
                <a:gd name="T56" fmla="*/ 156 w 209"/>
                <a:gd name="T57" fmla="*/ 162 h 188"/>
                <a:gd name="T58" fmla="*/ 156 w 209"/>
                <a:gd name="T59" fmla="*/ 161 h 188"/>
                <a:gd name="T60" fmla="*/ 193 w 209"/>
                <a:gd name="T61" fmla="*/ 126 h 188"/>
                <a:gd name="T62" fmla="*/ 193 w 209"/>
                <a:gd name="T63" fmla="*/ 126 h 188"/>
                <a:gd name="T64" fmla="*/ 198 w 209"/>
                <a:gd name="T65" fmla="*/ 119 h 188"/>
                <a:gd name="T66" fmla="*/ 209 w 209"/>
                <a:gd name="T67" fmla="*/ 79 h 188"/>
                <a:gd name="T68" fmla="*/ 203 w 209"/>
                <a:gd name="T69" fmla="*/ 47 h 188"/>
                <a:gd name="T70" fmla="*/ 154 w 209"/>
                <a:gd name="T7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0" name="Freeform 120">
              <a:extLst>
                <a:ext uri="{FF2B5EF4-FFF2-40B4-BE49-F238E27FC236}">
                  <a16:creationId xmlns:a16="http://schemas.microsoft.com/office/drawing/2014/main" id="{44D3AB2C-1085-4FDC-B2A6-7605380DE2C5}"/>
                </a:ext>
              </a:extLst>
            </p:cNvPr>
            <p:cNvSpPr>
              <a:spLocks/>
            </p:cNvSpPr>
            <p:nvPr userDrawn="1"/>
          </p:nvSpPr>
          <p:spPr bwMode="auto">
            <a:xfrm>
              <a:off x="487933" y="839894"/>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1" name="Freeform 121">
              <a:extLst>
                <a:ext uri="{FF2B5EF4-FFF2-40B4-BE49-F238E27FC236}">
                  <a16:creationId xmlns:a16="http://schemas.microsoft.com/office/drawing/2014/main" id="{F794039A-FEEB-41F3-8187-40391BFCBC66}"/>
                </a:ext>
              </a:extLst>
            </p:cNvPr>
            <p:cNvSpPr>
              <a:spLocks/>
            </p:cNvSpPr>
            <p:nvPr userDrawn="1"/>
          </p:nvSpPr>
          <p:spPr bwMode="auto">
            <a:xfrm>
              <a:off x="1216442" y="308061"/>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2" name="Freeform 122">
              <a:extLst>
                <a:ext uri="{FF2B5EF4-FFF2-40B4-BE49-F238E27FC236}">
                  <a16:creationId xmlns:a16="http://schemas.microsoft.com/office/drawing/2014/main" id="{B4A19E78-C1AB-459A-A557-AC4FC1837386}"/>
                </a:ext>
              </a:extLst>
            </p:cNvPr>
            <p:cNvSpPr>
              <a:spLocks/>
            </p:cNvSpPr>
            <p:nvPr userDrawn="1"/>
          </p:nvSpPr>
          <p:spPr bwMode="auto">
            <a:xfrm>
              <a:off x="1391044" y="556918"/>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3" name="Freeform 123">
              <a:extLst>
                <a:ext uri="{FF2B5EF4-FFF2-40B4-BE49-F238E27FC236}">
                  <a16:creationId xmlns:a16="http://schemas.microsoft.com/office/drawing/2014/main" id="{ED013941-C04C-4F03-8E3A-E6D33CED7693}"/>
                </a:ext>
              </a:extLst>
            </p:cNvPr>
            <p:cNvSpPr>
              <a:spLocks/>
            </p:cNvSpPr>
            <p:nvPr userDrawn="1"/>
          </p:nvSpPr>
          <p:spPr bwMode="auto">
            <a:xfrm>
              <a:off x="1232497" y="578995"/>
              <a:ext cx="6021" cy="12041"/>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4" name="Freeform 124">
              <a:extLst>
                <a:ext uri="{FF2B5EF4-FFF2-40B4-BE49-F238E27FC236}">
                  <a16:creationId xmlns:a16="http://schemas.microsoft.com/office/drawing/2014/main" id="{44BADACF-72F8-413E-A4C2-0EF816630F93}"/>
                </a:ext>
              </a:extLst>
            </p:cNvPr>
            <p:cNvSpPr>
              <a:spLocks/>
            </p:cNvSpPr>
            <p:nvPr userDrawn="1"/>
          </p:nvSpPr>
          <p:spPr bwMode="auto">
            <a:xfrm>
              <a:off x="1234504" y="568960"/>
              <a:ext cx="8028" cy="14049"/>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5" name="Freeform 125">
              <a:extLst>
                <a:ext uri="{FF2B5EF4-FFF2-40B4-BE49-F238E27FC236}">
                  <a16:creationId xmlns:a16="http://schemas.microsoft.com/office/drawing/2014/main" id="{33FA0B33-B9B9-40AB-847B-2F1F55B8EA83}"/>
                </a:ext>
              </a:extLst>
            </p:cNvPr>
            <p:cNvSpPr>
              <a:spLocks noEditPoints="1"/>
            </p:cNvSpPr>
            <p:nvPr userDrawn="1"/>
          </p:nvSpPr>
          <p:spPr bwMode="auto">
            <a:xfrm>
              <a:off x="2370417" y="109377"/>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6" name="Freeform 126">
              <a:extLst>
                <a:ext uri="{FF2B5EF4-FFF2-40B4-BE49-F238E27FC236}">
                  <a16:creationId xmlns:a16="http://schemas.microsoft.com/office/drawing/2014/main" id="{5A9A2FC7-567C-426C-B67D-BA0B8D0D98CF}"/>
                </a:ext>
              </a:extLst>
            </p:cNvPr>
            <p:cNvSpPr>
              <a:spLocks noEditPoints="1"/>
            </p:cNvSpPr>
            <p:nvPr userDrawn="1"/>
          </p:nvSpPr>
          <p:spPr bwMode="auto">
            <a:xfrm>
              <a:off x="2613253" y="109377"/>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7" name="Freeform 127">
              <a:extLst>
                <a:ext uri="{FF2B5EF4-FFF2-40B4-BE49-F238E27FC236}">
                  <a16:creationId xmlns:a16="http://schemas.microsoft.com/office/drawing/2014/main" id="{4DA8FF61-296C-4791-A6AF-F6ADDA18F2A3}"/>
                </a:ext>
              </a:extLst>
            </p:cNvPr>
            <p:cNvSpPr>
              <a:spLocks/>
            </p:cNvSpPr>
            <p:nvPr userDrawn="1"/>
          </p:nvSpPr>
          <p:spPr bwMode="auto">
            <a:xfrm>
              <a:off x="2370417"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8" name="Freeform 128">
              <a:extLst>
                <a:ext uri="{FF2B5EF4-FFF2-40B4-BE49-F238E27FC236}">
                  <a16:creationId xmlns:a16="http://schemas.microsoft.com/office/drawing/2014/main" id="{9B48CD32-DA24-48E5-8112-16CABB75276B}"/>
                </a:ext>
              </a:extLst>
            </p:cNvPr>
            <p:cNvSpPr>
              <a:spLocks noEditPoints="1"/>
            </p:cNvSpPr>
            <p:nvPr userDrawn="1"/>
          </p:nvSpPr>
          <p:spPr bwMode="auto">
            <a:xfrm>
              <a:off x="202951" y="1171034"/>
              <a:ext cx="351210" cy="313078"/>
            </a:xfrm>
            <a:custGeom>
              <a:avLst/>
              <a:gdLst>
                <a:gd name="T0" fmla="*/ 94 w 233"/>
                <a:gd name="T1" fmla="*/ 8 h 208"/>
                <a:gd name="T2" fmla="*/ 120 w 233"/>
                <a:gd name="T3" fmla="*/ 6 h 208"/>
                <a:gd name="T4" fmla="*/ 221 w 233"/>
                <a:gd name="T5" fmla="*/ 56 h 208"/>
                <a:gd name="T6" fmla="*/ 217 w 233"/>
                <a:gd name="T7" fmla="*/ 130 h 208"/>
                <a:gd name="T8" fmla="*/ 172 w 233"/>
                <a:gd name="T9" fmla="*/ 175 h 208"/>
                <a:gd name="T10" fmla="*/ 124 w 233"/>
                <a:gd name="T11" fmla="*/ 185 h 208"/>
                <a:gd name="T12" fmla="*/ 99 w 233"/>
                <a:gd name="T13" fmla="*/ 179 h 208"/>
                <a:gd name="T14" fmla="*/ 98 w 233"/>
                <a:gd name="T15" fmla="*/ 178 h 208"/>
                <a:gd name="T16" fmla="*/ 68 w 233"/>
                <a:gd name="T17" fmla="*/ 165 h 208"/>
                <a:gd name="T18" fmla="*/ 43 w 233"/>
                <a:gd name="T19" fmla="*/ 151 h 208"/>
                <a:gd name="T20" fmla="*/ 23 w 233"/>
                <a:gd name="T21" fmla="*/ 171 h 208"/>
                <a:gd name="T22" fmla="*/ 15 w 233"/>
                <a:gd name="T23" fmla="*/ 129 h 208"/>
                <a:gd name="T24" fmla="*/ 14 w 233"/>
                <a:gd name="T25" fmla="*/ 128 h 208"/>
                <a:gd name="T26" fmla="*/ 6 w 233"/>
                <a:gd name="T27" fmla="*/ 107 h 208"/>
                <a:gd name="T28" fmla="*/ 15 w 233"/>
                <a:gd name="T29" fmla="*/ 77 h 208"/>
                <a:gd name="T30" fmla="*/ 15 w 233"/>
                <a:gd name="T31" fmla="*/ 77 h 208"/>
                <a:gd name="T32" fmla="*/ 94 w 233"/>
                <a:gd name="T33" fmla="*/ 8 h 208"/>
                <a:gd name="T34" fmla="*/ 93 w 233"/>
                <a:gd name="T35" fmla="*/ 2 h 208"/>
                <a:gd name="T36" fmla="*/ 92 w 233"/>
                <a:gd name="T37" fmla="*/ 2 h 208"/>
                <a:gd name="T38" fmla="*/ 9 w 233"/>
                <a:gd name="T39" fmla="*/ 75 h 208"/>
                <a:gd name="T40" fmla="*/ 5 w 233"/>
                <a:gd name="T41" fmla="*/ 127 h 208"/>
                <a:gd name="T42" fmla="*/ 17 w 233"/>
                <a:gd name="T43" fmla="*/ 171 h 208"/>
                <a:gd name="T44" fmla="*/ 15 w 233"/>
                <a:gd name="T45" fmla="*/ 192 h 208"/>
                <a:gd name="T46" fmla="*/ 15 w 233"/>
                <a:gd name="T47" fmla="*/ 194 h 208"/>
                <a:gd name="T48" fmla="*/ 20 w 233"/>
                <a:gd name="T49" fmla="*/ 196 h 208"/>
                <a:gd name="T50" fmla="*/ 56 w 233"/>
                <a:gd name="T51" fmla="*/ 166 h 208"/>
                <a:gd name="T52" fmla="*/ 124 w 233"/>
                <a:gd name="T53" fmla="*/ 191 h 208"/>
                <a:gd name="T54" fmla="*/ 175 w 233"/>
                <a:gd name="T55" fmla="*/ 180 h 208"/>
                <a:gd name="T56" fmla="*/ 222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9" name="Freeform 129">
              <a:extLst>
                <a:ext uri="{FF2B5EF4-FFF2-40B4-BE49-F238E27FC236}">
                  <a16:creationId xmlns:a16="http://schemas.microsoft.com/office/drawing/2014/main" id="{90E84DE3-2E67-45E1-A009-3241BEE3C39F}"/>
                </a:ext>
              </a:extLst>
            </p:cNvPr>
            <p:cNvSpPr>
              <a:spLocks noEditPoints="1"/>
            </p:cNvSpPr>
            <p:nvPr userDrawn="1"/>
          </p:nvSpPr>
          <p:spPr bwMode="auto">
            <a:xfrm>
              <a:off x="1774363" y="338165"/>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6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0 h 117"/>
                <a:gd name="T50" fmla="*/ 72 w 169"/>
                <a:gd name="T51" fmla="*/ 0 h 117"/>
                <a:gd name="T52" fmla="*/ 72 w 169"/>
                <a:gd name="T53" fmla="*/ 0 h 117"/>
                <a:gd name="T54" fmla="*/ 53 w 169"/>
                <a:gd name="T55" fmla="*/ 5 h 117"/>
                <a:gd name="T56" fmla="*/ 39 w 169"/>
                <a:gd name="T57" fmla="*/ 21 h 117"/>
                <a:gd name="T58" fmla="*/ 37 w 169"/>
                <a:gd name="T59" fmla="*/ 31 h 117"/>
                <a:gd name="T60" fmla="*/ 36 w 169"/>
                <a:gd name="T61" fmla="*/ 31 h 117"/>
                <a:gd name="T62" fmla="*/ 36 w 169"/>
                <a:gd name="T63" fmla="*/ 57 h 117"/>
                <a:gd name="T64" fmla="*/ 0 w 169"/>
                <a:gd name="T65" fmla="*/ 38 h 117"/>
                <a:gd name="T66" fmla="*/ 8 w 169"/>
                <a:gd name="T67" fmla="*/ 48 h 117"/>
                <a:gd name="T68" fmla="*/ 11 w 169"/>
                <a:gd name="T69" fmla="*/ 47 h 117"/>
                <a:gd name="T70" fmla="*/ 8 w 169"/>
                <a:gd name="T71" fmla="*/ 48 h 117"/>
                <a:gd name="T72" fmla="*/ 36 w 169"/>
                <a:gd name="T73" fmla="*/ 86 h 117"/>
                <a:gd name="T74" fmla="*/ 40 w 169"/>
                <a:gd name="T75" fmla="*/ 102 h 117"/>
                <a:gd name="T76" fmla="*/ 54 w 169"/>
                <a:gd name="T77" fmla="*/ 114 h 117"/>
                <a:gd name="T78" fmla="*/ 62 w 169"/>
                <a:gd name="T79" fmla="*/ 117 h 117"/>
                <a:gd name="T80" fmla="*/ 62 w 169"/>
                <a:gd name="T81" fmla="*/ 117 h 117"/>
                <a:gd name="T82" fmla="*/ 132 w 169"/>
                <a:gd name="T83" fmla="*/ 117 h 117"/>
                <a:gd name="T84" fmla="*/ 132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0 w 169"/>
                <a:gd name="T97" fmla="*/ 5 h 117"/>
                <a:gd name="T98" fmla="*/ 136 w 169"/>
                <a:gd name="T99" fmla="*/ 0 h 117"/>
                <a:gd name="T100" fmla="*/ 136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0" name="Freeform 130">
              <a:extLst>
                <a:ext uri="{FF2B5EF4-FFF2-40B4-BE49-F238E27FC236}">
                  <a16:creationId xmlns:a16="http://schemas.microsoft.com/office/drawing/2014/main" id="{DF8D7C55-126D-417D-8336-E7C35503027C}"/>
                </a:ext>
              </a:extLst>
            </p:cNvPr>
            <p:cNvSpPr>
              <a:spLocks noEditPoints="1"/>
            </p:cNvSpPr>
            <p:nvPr userDrawn="1"/>
          </p:nvSpPr>
          <p:spPr bwMode="auto">
            <a:xfrm>
              <a:off x="538105" y="1395808"/>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19 h 70"/>
                <a:gd name="T20" fmla="*/ 30 w 104"/>
                <a:gd name="T21" fmla="*/ 19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4 w 104"/>
                <a:gd name="T65" fmla="*/ 0 h 70"/>
                <a:gd name="T66" fmla="*/ 46 w 104"/>
                <a:gd name="T67" fmla="*/ 0 h 70"/>
                <a:gd name="T68" fmla="*/ 46 w 104"/>
                <a:gd name="T69" fmla="*/ 0 h 70"/>
                <a:gd name="T70" fmla="*/ 35 w 104"/>
                <a:gd name="T71" fmla="*/ 3 h 70"/>
                <a:gd name="T72" fmla="*/ 26 w 104"/>
                <a:gd name="T73" fmla="*/ 13 h 70"/>
                <a:gd name="T74" fmla="*/ 24 w 104"/>
                <a:gd name="T75" fmla="*/ 19 h 70"/>
                <a:gd name="T76" fmla="*/ 24 w 104"/>
                <a:gd name="T77" fmla="*/ 19 h 70"/>
                <a:gd name="T78" fmla="*/ 24 w 104"/>
                <a:gd name="T79" fmla="*/ 32 h 70"/>
                <a:gd name="T80" fmla="*/ 0 w 104"/>
                <a:gd name="T81" fmla="*/ 19 h 70"/>
                <a:gd name="T82" fmla="*/ 8 w 104"/>
                <a:gd name="T83" fmla="*/ 30 h 70"/>
                <a:gd name="T84" fmla="*/ 10 w 104"/>
                <a:gd name="T85" fmla="*/ 28 h 70"/>
                <a:gd name="T86" fmla="*/ 8 w 104"/>
                <a:gd name="T87" fmla="*/ 30 h 70"/>
                <a:gd name="T88" fmla="*/ 24 w 104"/>
                <a:gd name="T89" fmla="*/ 51 h 70"/>
                <a:gd name="T90" fmla="*/ 27 w 104"/>
                <a:gd name="T91" fmla="*/ 61 h 70"/>
                <a:gd name="T92" fmla="*/ 35 w 104"/>
                <a:gd name="T93" fmla="*/ 69 h 70"/>
                <a:gd name="T94" fmla="*/ 40 w 104"/>
                <a:gd name="T95" fmla="*/ 70 h 70"/>
                <a:gd name="T96" fmla="*/ 40 w 104"/>
                <a:gd name="T97" fmla="*/ 70 h 70"/>
                <a:gd name="T98" fmla="*/ 81 w 104"/>
                <a:gd name="T99" fmla="*/ 70 h 70"/>
                <a:gd name="T100" fmla="*/ 81 w 104"/>
                <a:gd name="T101" fmla="*/ 70 h 70"/>
                <a:gd name="T102" fmla="*/ 100 w 104"/>
                <a:gd name="T103" fmla="*/ 64 h 70"/>
                <a:gd name="T104" fmla="*/ 104 w 104"/>
                <a:gd name="T105" fmla="*/ 55 h 70"/>
                <a:gd name="T106" fmla="*/ 104 w 104"/>
                <a:gd name="T107" fmla="*/ 53 h 70"/>
                <a:gd name="T108" fmla="*/ 104 w 104"/>
                <a:gd name="T109" fmla="*/ 20 h 70"/>
                <a:gd name="T110" fmla="*/ 104 w 104"/>
                <a:gd name="T111" fmla="*/ 19 h 70"/>
                <a:gd name="T112" fmla="*/ 93 w 104"/>
                <a:gd name="T113" fmla="*/ 3 h 70"/>
                <a:gd name="T114" fmla="*/ 84 w 104"/>
                <a:gd name="T115" fmla="*/ 0 h 70"/>
                <a:gd name="T116" fmla="*/ 84 w 104"/>
                <a:gd name="T1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19"/>
                  </a:moveTo>
                  <a:cubicBezTo>
                    <a:pt x="30" y="19"/>
                    <a:pt x="30" y="19"/>
                    <a:pt x="30" y="19"/>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1" name="Freeform 131">
              <a:extLst>
                <a:ext uri="{FF2B5EF4-FFF2-40B4-BE49-F238E27FC236}">
                  <a16:creationId xmlns:a16="http://schemas.microsoft.com/office/drawing/2014/main" id="{7EF99BB5-DAA8-4A56-8ACE-CE3657BD671D}"/>
                </a:ext>
              </a:extLst>
            </p:cNvPr>
            <p:cNvSpPr>
              <a:spLocks noEditPoints="1"/>
            </p:cNvSpPr>
            <p:nvPr userDrawn="1"/>
          </p:nvSpPr>
          <p:spPr bwMode="auto">
            <a:xfrm>
              <a:off x="-17809" y="1526258"/>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6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2" name="Freeform 132">
              <a:extLst>
                <a:ext uri="{FF2B5EF4-FFF2-40B4-BE49-F238E27FC236}">
                  <a16:creationId xmlns:a16="http://schemas.microsoft.com/office/drawing/2014/main" id="{21DE1106-B47F-4D95-80CA-C66B19390F2E}"/>
                </a:ext>
              </a:extLst>
            </p:cNvPr>
            <p:cNvSpPr>
              <a:spLocks noEditPoints="1"/>
            </p:cNvSpPr>
            <p:nvPr userDrawn="1"/>
          </p:nvSpPr>
          <p:spPr bwMode="auto">
            <a:xfrm>
              <a:off x="869246" y="1016502"/>
              <a:ext cx="168581" cy="114395"/>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49 w 112"/>
                <a:gd name="T17" fmla="*/ 6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90 w 112"/>
                <a:gd name="T53" fmla="*/ 6 h 76"/>
                <a:gd name="T54" fmla="*/ 90 w 112"/>
                <a:gd name="T55" fmla="*/ 6 h 76"/>
                <a:gd name="T56" fmla="*/ 90 w 112"/>
                <a:gd name="T57" fmla="*/ 6 h 76"/>
                <a:gd name="T58" fmla="*/ 90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2" y="7"/>
                    <a:pt x="45" y="6"/>
                    <a:pt x="49" y="6"/>
                  </a:cubicBezTo>
                  <a:cubicBezTo>
                    <a:pt x="49" y="6"/>
                    <a:pt x="49" y="6"/>
                    <a:pt x="49" y="6"/>
                  </a:cubicBez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8"/>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3" name="Freeform 133">
              <a:extLst>
                <a:ext uri="{FF2B5EF4-FFF2-40B4-BE49-F238E27FC236}">
                  <a16:creationId xmlns:a16="http://schemas.microsoft.com/office/drawing/2014/main" id="{D64FF92A-16CB-4DE9-9DCA-18C8A8889004}"/>
                </a:ext>
              </a:extLst>
            </p:cNvPr>
            <p:cNvSpPr>
              <a:spLocks noEditPoints="1"/>
            </p:cNvSpPr>
            <p:nvPr userDrawn="1"/>
          </p:nvSpPr>
          <p:spPr bwMode="auto">
            <a:xfrm>
              <a:off x="855197" y="741554"/>
              <a:ext cx="252871" cy="234809"/>
            </a:xfrm>
            <a:custGeom>
              <a:avLst/>
              <a:gdLst>
                <a:gd name="T0" fmla="*/ 7 w 167"/>
                <a:gd name="T1" fmla="*/ 64 h 155"/>
                <a:gd name="T2" fmla="*/ 9 w 167"/>
                <a:gd name="T3" fmla="*/ 61 h 155"/>
                <a:gd name="T4" fmla="*/ 7 w 167"/>
                <a:gd name="T5" fmla="*/ 64 h 155"/>
                <a:gd name="T6" fmla="*/ 71 w 167"/>
                <a:gd name="T7" fmla="*/ 6 h 155"/>
                <a:gd name="T8" fmla="*/ 135 w 167"/>
                <a:gd name="T9" fmla="*/ 6 h 155"/>
                <a:gd name="T10" fmla="*/ 146 w 167"/>
                <a:gd name="T11" fmla="*/ 11 h 155"/>
                <a:gd name="T12" fmla="*/ 161 w 167"/>
                <a:gd name="T13" fmla="*/ 42 h 155"/>
                <a:gd name="T14" fmla="*/ 161 w 167"/>
                <a:gd name="T15" fmla="*/ 120 h 155"/>
                <a:gd name="T16" fmla="*/ 161 w 167"/>
                <a:gd name="T17" fmla="*/ 121 h 155"/>
                <a:gd name="T18" fmla="*/ 161 w 167"/>
                <a:gd name="T19" fmla="*/ 121 h 155"/>
                <a:gd name="T20" fmla="*/ 161 w 167"/>
                <a:gd name="T21" fmla="*/ 123 h 155"/>
                <a:gd name="T22" fmla="*/ 157 w 167"/>
                <a:gd name="T23" fmla="*/ 138 h 155"/>
                <a:gd name="T24" fmla="*/ 131 w 167"/>
                <a:gd name="T25" fmla="*/ 149 h 155"/>
                <a:gd name="T26" fmla="*/ 61 w 167"/>
                <a:gd name="T27" fmla="*/ 149 h 155"/>
                <a:gd name="T28" fmla="*/ 51 w 167"/>
                <a:gd name="T29" fmla="*/ 143 h 155"/>
                <a:gd name="T30" fmla="*/ 41 w 167"/>
                <a:gd name="T31" fmla="*/ 113 h 155"/>
                <a:gd name="T32" fmla="*/ 41 w 167"/>
                <a:gd name="T33" fmla="*/ 112 h 155"/>
                <a:gd name="T34" fmla="*/ 18 w 167"/>
                <a:gd name="T35" fmla="*/ 71 h 155"/>
                <a:gd name="T36" fmla="*/ 41 w 167"/>
                <a:gd name="T37" fmla="*/ 87 h 155"/>
                <a:gd name="T38" fmla="*/ 41 w 167"/>
                <a:gd name="T39" fmla="*/ 41 h 155"/>
                <a:gd name="T40" fmla="*/ 46 w 167"/>
                <a:gd name="T41" fmla="*/ 22 h 155"/>
                <a:gd name="T42" fmla="*/ 56 w 167"/>
                <a:gd name="T43" fmla="*/ 11 h 155"/>
                <a:gd name="T44" fmla="*/ 71 w 167"/>
                <a:gd name="T45" fmla="*/ 6 h 155"/>
                <a:gd name="T46" fmla="*/ 71 w 167"/>
                <a:gd name="T47" fmla="*/ 6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4" name="Freeform 134">
              <a:extLst>
                <a:ext uri="{FF2B5EF4-FFF2-40B4-BE49-F238E27FC236}">
                  <a16:creationId xmlns:a16="http://schemas.microsoft.com/office/drawing/2014/main" id="{AF02F0D0-74D8-41FF-AFDB-F0417DD1784A}"/>
                </a:ext>
              </a:extLst>
            </p:cNvPr>
            <p:cNvSpPr>
              <a:spLocks noEditPoints="1"/>
            </p:cNvSpPr>
            <p:nvPr userDrawn="1"/>
          </p:nvSpPr>
          <p:spPr bwMode="auto">
            <a:xfrm>
              <a:off x="233054" y="279964"/>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5" name="Freeform 135">
              <a:extLst>
                <a:ext uri="{FF2B5EF4-FFF2-40B4-BE49-F238E27FC236}">
                  <a16:creationId xmlns:a16="http://schemas.microsoft.com/office/drawing/2014/main" id="{40E3A980-8A0D-4A03-9716-C8F74208586E}"/>
                </a:ext>
              </a:extLst>
            </p:cNvPr>
            <p:cNvSpPr>
              <a:spLocks/>
            </p:cNvSpPr>
            <p:nvPr userDrawn="1"/>
          </p:nvSpPr>
          <p:spPr bwMode="auto">
            <a:xfrm>
              <a:off x="473884"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6" name="Freeform 136">
              <a:extLst>
                <a:ext uri="{FF2B5EF4-FFF2-40B4-BE49-F238E27FC236}">
                  <a16:creationId xmlns:a16="http://schemas.microsoft.com/office/drawing/2014/main" id="{541EE097-AAD5-4A71-A546-489AD330B5AB}"/>
                </a:ext>
              </a:extLst>
            </p:cNvPr>
            <p:cNvSpPr>
              <a:spLocks noEditPoints="1"/>
            </p:cNvSpPr>
            <p:nvPr userDrawn="1"/>
          </p:nvSpPr>
          <p:spPr bwMode="auto">
            <a:xfrm>
              <a:off x="1005716" y="1080723"/>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0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7" name="Freeform 137">
              <a:extLst>
                <a:ext uri="{FF2B5EF4-FFF2-40B4-BE49-F238E27FC236}">
                  <a16:creationId xmlns:a16="http://schemas.microsoft.com/office/drawing/2014/main" id="{A2513827-77D4-43A2-A5B5-A1B8592DBF81}"/>
                </a:ext>
              </a:extLst>
            </p:cNvPr>
            <p:cNvSpPr>
              <a:spLocks noEditPoints="1"/>
            </p:cNvSpPr>
            <p:nvPr userDrawn="1"/>
          </p:nvSpPr>
          <p:spPr bwMode="auto">
            <a:xfrm>
              <a:off x="102605" y="428476"/>
              <a:ext cx="180622" cy="250865"/>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8" name="Freeform 138">
              <a:extLst>
                <a:ext uri="{FF2B5EF4-FFF2-40B4-BE49-F238E27FC236}">
                  <a16:creationId xmlns:a16="http://schemas.microsoft.com/office/drawing/2014/main" id="{562028CC-7CA2-4775-9074-B66E55D5F971}"/>
                </a:ext>
              </a:extLst>
            </p:cNvPr>
            <p:cNvSpPr>
              <a:spLocks/>
            </p:cNvSpPr>
            <p:nvPr userDrawn="1"/>
          </p:nvSpPr>
          <p:spPr bwMode="auto">
            <a:xfrm>
              <a:off x="273192" y="633181"/>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9" name="Freeform 139">
              <a:extLst>
                <a:ext uri="{FF2B5EF4-FFF2-40B4-BE49-F238E27FC236}">
                  <a16:creationId xmlns:a16="http://schemas.microsoft.com/office/drawing/2014/main" id="{8B23749D-6BB6-4D77-A34A-3C9394A55594}"/>
                </a:ext>
              </a:extLst>
            </p:cNvPr>
            <p:cNvSpPr>
              <a:spLocks noEditPoints="1"/>
            </p:cNvSpPr>
            <p:nvPr userDrawn="1"/>
          </p:nvSpPr>
          <p:spPr bwMode="auto">
            <a:xfrm>
              <a:off x="1513465"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2 w 219"/>
                <a:gd name="T29" fmla="*/ 37 h 131"/>
                <a:gd name="T30" fmla="*/ 212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7 w 219"/>
                <a:gd name="T43" fmla="*/ 125 h 131"/>
                <a:gd name="T44" fmla="*/ 99 w 219"/>
                <a:gd name="T45" fmla="*/ 125 h 131"/>
                <a:gd name="T46" fmla="*/ 87 w 219"/>
                <a:gd name="T47" fmla="*/ 120 h 131"/>
                <a:gd name="T48" fmla="*/ 79 w 219"/>
                <a:gd name="T49" fmla="*/ 111 h 131"/>
                <a:gd name="T50" fmla="*/ 76 w 219"/>
                <a:gd name="T51" fmla="*/ 95 h 131"/>
                <a:gd name="T52" fmla="*/ 76 w 219"/>
                <a:gd name="T53" fmla="*/ 94 h 131"/>
                <a:gd name="T54" fmla="*/ 33 w 219"/>
                <a:gd name="T55" fmla="*/ 51 h 131"/>
                <a:gd name="T56" fmla="*/ 76 w 219"/>
                <a:gd name="T57" fmla="*/ 74 h 131"/>
                <a:gd name="T58" fmla="*/ 76 w 219"/>
                <a:gd name="T59" fmla="*/ 35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0" name="Freeform 140">
              <a:extLst>
                <a:ext uri="{FF2B5EF4-FFF2-40B4-BE49-F238E27FC236}">
                  <a16:creationId xmlns:a16="http://schemas.microsoft.com/office/drawing/2014/main" id="{4C2345B1-BD1E-4D9A-8DFB-573D0AE89AF9}"/>
                </a:ext>
              </a:extLst>
            </p:cNvPr>
            <p:cNvSpPr>
              <a:spLocks noEditPoints="1"/>
            </p:cNvSpPr>
            <p:nvPr userDrawn="1"/>
          </p:nvSpPr>
          <p:spPr bwMode="auto">
            <a:xfrm>
              <a:off x="1864675" y="542870"/>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6 h 137"/>
                <a:gd name="T38" fmla="*/ 37 w 140"/>
                <a:gd name="T39" fmla="*/ 106 h 137"/>
                <a:gd name="T40" fmla="*/ 21 w 140"/>
                <a:gd name="T41" fmla="*/ 104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2 h 137"/>
                <a:gd name="T78" fmla="*/ 41 w 140"/>
                <a:gd name="T79" fmla="*/ 111 h 137"/>
                <a:gd name="T80" fmla="*/ 94 w 140"/>
                <a:gd name="T81" fmla="*/ 137 h 137"/>
                <a:gd name="T82" fmla="*/ 75 w 140"/>
                <a:gd name="T83" fmla="*/ 109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1" name="Freeform 141">
              <a:extLst>
                <a:ext uri="{FF2B5EF4-FFF2-40B4-BE49-F238E27FC236}">
                  <a16:creationId xmlns:a16="http://schemas.microsoft.com/office/drawing/2014/main" id="{FFC9B202-F08A-42C4-8AAB-4C01669089B1}"/>
                </a:ext>
              </a:extLst>
            </p:cNvPr>
            <p:cNvSpPr>
              <a:spLocks noEditPoints="1"/>
            </p:cNvSpPr>
            <p:nvPr userDrawn="1"/>
          </p:nvSpPr>
          <p:spPr bwMode="auto">
            <a:xfrm>
              <a:off x="817066" y="364255"/>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6 w 141"/>
                <a:gd name="T17" fmla="*/ 27 h 137"/>
                <a:gd name="T18" fmla="*/ 11 w 141"/>
                <a:gd name="T19" fmla="*/ 17 h 137"/>
                <a:gd name="T20" fmla="*/ 16 w 141"/>
                <a:gd name="T21" fmla="*/ 11 h 137"/>
                <a:gd name="T22" fmla="*/ 25 w 141"/>
                <a:gd name="T23" fmla="*/ 8 h 137"/>
                <a:gd name="T24" fmla="*/ 25 w 141"/>
                <a:gd name="T25" fmla="*/ 5 h 137"/>
                <a:gd name="T26" fmla="*/ 25 w 141"/>
                <a:gd name="T27" fmla="*/ 8 h 137"/>
                <a:gd name="T28" fmla="*/ 100 w 141"/>
                <a:gd name="T29" fmla="*/ 6 h 137"/>
                <a:gd name="T30" fmla="*/ 100 w 141"/>
                <a:gd name="T31" fmla="*/ 6 h 137"/>
                <a:gd name="T32" fmla="*/ 117 w 141"/>
                <a:gd name="T33" fmla="*/ 10 h 137"/>
                <a:gd name="T34" fmla="*/ 128 w 141"/>
                <a:gd name="T35" fmla="*/ 16 h 137"/>
                <a:gd name="T36" fmla="*/ 135 w 141"/>
                <a:gd name="T37" fmla="*/ 27 h 137"/>
                <a:gd name="T38" fmla="*/ 135 w 141"/>
                <a:gd name="T39" fmla="*/ 82 h 137"/>
                <a:gd name="T40" fmla="*/ 131 w 141"/>
                <a:gd name="T41" fmla="*/ 91 h 137"/>
                <a:gd name="T42" fmla="*/ 107 w 141"/>
                <a:gd name="T43" fmla="*/ 103 h 137"/>
                <a:gd name="T44" fmla="*/ 64 w 141"/>
                <a:gd name="T45" fmla="*/ 104 h 137"/>
                <a:gd name="T46" fmla="*/ 77 w 141"/>
                <a:gd name="T47" fmla="*/ 122 h 137"/>
                <a:gd name="T48" fmla="*/ 43 w 141"/>
                <a:gd name="T49" fmla="*/ 105 h 137"/>
                <a:gd name="T50" fmla="*/ 42 w 141"/>
                <a:gd name="T51" fmla="*/ 105 h 137"/>
                <a:gd name="T52" fmla="*/ 42 w 141"/>
                <a:gd name="T53" fmla="*/ 105 h 137"/>
                <a:gd name="T54" fmla="*/ 38 w 141"/>
                <a:gd name="T55" fmla="*/ 105 h 137"/>
                <a:gd name="T56" fmla="*/ 38 w 141"/>
                <a:gd name="T57" fmla="*/ 105 h 137"/>
                <a:gd name="T58" fmla="*/ 22 w 141"/>
                <a:gd name="T59" fmla="*/ 103 h 137"/>
                <a:gd name="T60" fmla="*/ 14 w 141"/>
                <a:gd name="T61" fmla="*/ 100 h 137"/>
                <a:gd name="T62" fmla="*/ 9 w 141"/>
                <a:gd name="T63" fmla="*/ 94 h 137"/>
                <a:gd name="T64" fmla="*/ 6 w 141"/>
                <a:gd name="T65" fmla="*/ 27 h 137"/>
                <a:gd name="T66" fmla="*/ 100 w 141"/>
                <a:gd name="T67" fmla="*/ 0 h 137"/>
                <a:gd name="T68" fmla="*/ 25 w 141"/>
                <a:gd name="T69" fmla="*/ 2 h 137"/>
                <a:gd name="T70" fmla="*/ 13 w 141"/>
                <a:gd name="T71" fmla="*/ 6 h 137"/>
                <a:gd name="T72" fmla="*/ 3 w 141"/>
                <a:gd name="T73" fmla="*/ 19 h 137"/>
                <a:gd name="T74" fmla="*/ 0 w 141"/>
                <a:gd name="T75" fmla="*/ 26 h 137"/>
                <a:gd name="T76" fmla="*/ 0 w 141"/>
                <a:gd name="T77" fmla="*/ 26 h 137"/>
                <a:gd name="T78" fmla="*/ 3 w 141"/>
                <a:gd name="T79" fmla="*/ 96 h 137"/>
                <a:gd name="T80" fmla="*/ 3 w 141"/>
                <a:gd name="T81" fmla="*/ 97 h 137"/>
                <a:gd name="T82" fmla="*/ 11 w 141"/>
                <a:gd name="T83" fmla="*/ 105 h 137"/>
                <a:gd name="T84" fmla="*/ 25 w 141"/>
                <a:gd name="T85" fmla="*/ 110 h 137"/>
                <a:gd name="T86" fmla="*/ 38 w 141"/>
                <a:gd name="T87" fmla="*/ 111 h 137"/>
                <a:gd name="T88" fmla="*/ 42 w 141"/>
                <a:gd name="T89" fmla="*/ 111 h 137"/>
                <a:gd name="T90" fmla="*/ 79 w 141"/>
                <a:gd name="T91" fmla="*/ 129 h 137"/>
                <a:gd name="T92" fmla="*/ 89 w 141"/>
                <a:gd name="T93" fmla="*/ 129 h 137"/>
                <a:gd name="T94" fmla="*/ 76 w 141"/>
                <a:gd name="T95" fmla="*/ 109 h 137"/>
                <a:gd name="T96" fmla="*/ 108 w 141"/>
                <a:gd name="T97" fmla="*/ 109 h 137"/>
                <a:gd name="T98" fmla="*/ 108 w 141"/>
                <a:gd name="T99" fmla="*/ 109 h 137"/>
                <a:gd name="T100" fmla="*/ 136 w 141"/>
                <a:gd name="T101" fmla="*/ 94 h 137"/>
                <a:gd name="T102" fmla="*/ 141 w 141"/>
                <a:gd name="T103" fmla="*/ 82 h 137"/>
                <a:gd name="T104" fmla="*/ 141 w 141"/>
                <a:gd name="T105" fmla="*/ 82 h 137"/>
                <a:gd name="T106" fmla="*/ 141 w 141"/>
                <a:gd name="T107" fmla="*/ 26 h 137"/>
                <a:gd name="T108" fmla="*/ 141 w 141"/>
                <a:gd name="T109" fmla="*/ 26 h 137"/>
                <a:gd name="T110" fmla="*/ 131 w 141"/>
                <a:gd name="T111" fmla="*/ 11 h 137"/>
                <a:gd name="T112" fmla="*/ 111 w 141"/>
                <a:gd name="T113" fmla="*/ 2 h 137"/>
                <a:gd name="T114" fmla="*/ 100 w 141"/>
                <a:gd name="T115" fmla="*/ 0 h 137"/>
                <a:gd name="T116" fmla="*/ 100 w 141"/>
                <a:gd name="T11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6" y="27"/>
                  </a:moveTo>
                  <a:cubicBezTo>
                    <a:pt x="7" y="26"/>
                    <a:pt x="8" y="21"/>
                    <a:pt x="11" y="17"/>
                  </a:cubicBezTo>
                  <a:cubicBezTo>
                    <a:pt x="12" y="15"/>
                    <a:pt x="14" y="12"/>
                    <a:pt x="16" y="11"/>
                  </a:cubicBezTo>
                  <a:cubicBezTo>
                    <a:pt x="19"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2" name="Freeform 142">
              <a:extLst>
                <a:ext uri="{FF2B5EF4-FFF2-40B4-BE49-F238E27FC236}">
                  <a16:creationId xmlns:a16="http://schemas.microsoft.com/office/drawing/2014/main" id="{1A875C63-6FE3-4E75-A75A-50526EF0A5DD}"/>
                </a:ext>
              </a:extLst>
            </p:cNvPr>
            <p:cNvSpPr>
              <a:spLocks/>
            </p:cNvSpPr>
            <p:nvPr userDrawn="1"/>
          </p:nvSpPr>
          <p:spPr bwMode="auto">
            <a:xfrm>
              <a:off x="935474" y="558926"/>
              <a:ext cx="22077" cy="8028"/>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3" name="Freeform 143">
              <a:extLst>
                <a:ext uri="{FF2B5EF4-FFF2-40B4-BE49-F238E27FC236}">
                  <a16:creationId xmlns:a16="http://schemas.microsoft.com/office/drawing/2014/main" id="{812DCBA9-8ED1-429E-9A8E-075DDB40BEEB}"/>
                </a:ext>
              </a:extLst>
            </p:cNvPr>
            <p:cNvSpPr>
              <a:spLocks noEditPoints="1"/>
            </p:cNvSpPr>
            <p:nvPr userDrawn="1"/>
          </p:nvSpPr>
          <p:spPr bwMode="auto">
            <a:xfrm>
              <a:off x="658520" y="143494"/>
              <a:ext cx="232802" cy="230796"/>
            </a:xfrm>
            <a:custGeom>
              <a:avLst/>
              <a:gdLst>
                <a:gd name="T0" fmla="*/ 0 w 155"/>
                <a:gd name="T1" fmla="*/ 31 h 153"/>
                <a:gd name="T2" fmla="*/ 0 w 155"/>
                <a:gd name="T3" fmla="*/ 31 h 153"/>
                <a:gd name="T4" fmla="*/ 3 w 155"/>
                <a:gd name="T5" fmla="*/ 30 h 153"/>
                <a:gd name="T6" fmla="*/ 6 w 155"/>
                <a:gd name="T7" fmla="*/ 30 h 153"/>
                <a:gd name="T8" fmla="*/ 3 w 155"/>
                <a:gd name="T9" fmla="*/ 30 h 153"/>
                <a:gd name="T10" fmla="*/ 0 w 155"/>
                <a:gd name="T11" fmla="*/ 31 h 153"/>
                <a:gd name="T12" fmla="*/ 25 w 155"/>
                <a:gd name="T13" fmla="*/ 9 h 153"/>
                <a:gd name="T14" fmla="*/ 101 w 155"/>
                <a:gd name="T15" fmla="*/ 6 h 153"/>
                <a:gd name="T16" fmla="*/ 109 w 155"/>
                <a:gd name="T17" fmla="*/ 13 h 153"/>
                <a:gd name="T18" fmla="*/ 116 w 155"/>
                <a:gd name="T19" fmla="*/ 29 h 153"/>
                <a:gd name="T20" fmla="*/ 117 w 155"/>
                <a:gd name="T21" fmla="*/ 40 h 153"/>
                <a:gd name="T22" fmla="*/ 117 w 155"/>
                <a:gd name="T23" fmla="*/ 40 h 153"/>
                <a:gd name="T24" fmla="*/ 117 w 155"/>
                <a:gd name="T25" fmla="*/ 41 h 153"/>
                <a:gd name="T26" fmla="*/ 138 w 155"/>
                <a:gd name="T27" fmla="*/ 77 h 153"/>
                <a:gd name="T28" fmla="*/ 117 w 155"/>
                <a:gd name="T29" fmla="*/ 65 h 153"/>
                <a:gd name="T30" fmla="*/ 119 w 155"/>
                <a:gd name="T31" fmla="*/ 111 h 153"/>
                <a:gd name="T32" fmla="*/ 108 w 155"/>
                <a:gd name="T33" fmla="*/ 137 h 153"/>
                <a:gd name="T34" fmla="*/ 101 w 155"/>
                <a:gd name="T35" fmla="*/ 141 h 153"/>
                <a:gd name="T36" fmla="*/ 98 w 155"/>
                <a:gd name="T37" fmla="*/ 142 h 153"/>
                <a:gd name="T38" fmla="*/ 98 w 155"/>
                <a:gd name="T39" fmla="*/ 142 h 153"/>
                <a:gd name="T40" fmla="*/ 98 w 155"/>
                <a:gd name="T41" fmla="*/ 142 h 153"/>
                <a:gd name="T42" fmla="*/ 37 w 155"/>
                <a:gd name="T43" fmla="*/ 147 h 153"/>
                <a:gd name="T44" fmla="*/ 23 w 155"/>
                <a:gd name="T45" fmla="*/ 139 h 153"/>
                <a:gd name="T46" fmla="*/ 12 w 155"/>
                <a:gd name="T47" fmla="*/ 121 h 153"/>
                <a:gd name="T48" fmla="*/ 10 w 155"/>
                <a:gd name="T49" fmla="*/ 114 h 153"/>
                <a:gd name="T50" fmla="*/ 10 w 155"/>
                <a:gd name="T51" fmla="*/ 112 h 153"/>
                <a:gd name="T52" fmla="*/ 10 w 155"/>
                <a:gd name="T53" fmla="*/ 111 h 153"/>
                <a:gd name="T54" fmla="*/ 10 w 155"/>
                <a:gd name="T55" fmla="*/ 111 h 153"/>
                <a:gd name="T56" fmla="*/ 6 w 155"/>
                <a:gd name="T57" fmla="*/ 30 h 153"/>
                <a:gd name="T58" fmla="*/ 6 w 155"/>
                <a:gd name="T59" fmla="*/ 30 h 153"/>
                <a:gd name="T60" fmla="*/ 6 w 155"/>
                <a:gd name="T61" fmla="*/ 29 h 153"/>
                <a:gd name="T62" fmla="*/ 9 w 155"/>
                <a:gd name="T63" fmla="*/ 20 h 153"/>
                <a:gd name="T64" fmla="*/ 19 w 155"/>
                <a:gd name="T65" fmla="*/ 11 h 153"/>
                <a:gd name="T66" fmla="*/ 24 w 155"/>
                <a:gd name="T67" fmla="*/ 9 h 153"/>
                <a:gd name="T68" fmla="*/ 25 w 155"/>
                <a:gd name="T69" fmla="*/ 9 h 153"/>
                <a:gd name="T70" fmla="*/ 25 w 155"/>
                <a:gd name="T71" fmla="*/ 9 h 153"/>
                <a:gd name="T72" fmla="*/ 102 w 155"/>
                <a:gd name="T73" fmla="*/ 0 h 153"/>
                <a:gd name="T74" fmla="*/ 24 w 155"/>
                <a:gd name="T75" fmla="*/ 3 h 153"/>
                <a:gd name="T76" fmla="*/ 24 w 155"/>
                <a:gd name="T77" fmla="*/ 3 h 153"/>
                <a:gd name="T78" fmla="*/ 12 w 155"/>
                <a:gd name="T79" fmla="*/ 8 h 153"/>
                <a:gd name="T80" fmla="*/ 4 w 155"/>
                <a:gd name="T81" fmla="*/ 17 h 153"/>
                <a:gd name="T82" fmla="*/ 0 w 155"/>
                <a:gd name="T83" fmla="*/ 29 h 153"/>
                <a:gd name="T84" fmla="*/ 0 w 155"/>
                <a:gd name="T85" fmla="*/ 31 h 153"/>
                <a:gd name="T86" fmla="*/ 0 w 155"/>
                <a:gd name="T87" fmla="*/ 31 h 153"/>
                <a:gd name="T88" fmla="*/ 4 w 155"/>
                <a:gd name="T89" fmla="*/ 112 h 153"/>
                <a:gd name="T90" fmla="*/ 4 w 155"/>
                <a:gd name="T91" fmla="*/ 112 h 153"/>
                <a:gd name="T92" fmla="*/ 9 w 155"/>
                <a:gd name="T93" fmla="*/ 130 h 153"/>
                <a:gd name="T94" fmla="*/ 19 w 155"/>
                <a:gd name="T95" fmla="*/ 144 h 153"/>
                <a:gd name="T96" fmla="*/ 36 w 155"/>
                <a:gd name="T97" fmla="*/ 153 h 153"/>
                <a:gd name="T98" fmla="*/ 36 w 155"/>
                <a:gd name="T99" fmla="*/ 153 h 153"/>
                <a:gd name="T100" fmla="*/ 98 w 155"/>
                <a:gd name="T101" fmla="*/ 148 h 153"/>
                <a:gd name="T102" fmla="*/ 99 w 155"/>
                <a:gd name="T103" fmla="*/ 148 h 153"/>
                <a:gd name="T104" fmla="*/ 111 w 155"/>
                <a:gd name="T105" fmla="*/ 142 h 153"/>
                <a:gd name="T106" fmla="*/ 125 w 155"/>
                <a:gd name="T107" fmla="*/ 111 h 153"/>
                <a:gd name="T108" fmla="*/ 125 w 155"/>
                <a:gd name="T109" fmla="*/ 111 h 153"/>
                <a:gd name="T110" fmla="*/ 123 w 155"/>
                <a:gd name="T111" fmla="*/ 75 h 153"/>
                <a:gd name="T112" fmla="*/ 155 w 155"/>
                <a:gd name="T113" fmla="*/ 94 h 153"/>
                <a:gd name="T114" fmla="*/ 123 w 155"/>
                <a:gd name="T115" fmla="*/ 40 h 153"/>
                <a:gd name="T116" fmla="*/ 120 w 155"/>
                <a:gd name="T117" fmla="*/ 22 h 153"/>
                <a:gd name="T118" fmla="*/ 114 w 155"/>
                <a:gd name="T119" fmla="*/ 9 h 153"/>
                <a:gd name="T120" fmla="*/ 103 w 155"/>
                <a:gd name="T121" fmla="*/ 0 h 153"/>
                <a:gd name="T122" fmla="*/ 102 w 155"/>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4"/>
                    <a:pt x="14" y="139"/>
                    <a:pt x="19" y="144"/>
                  </a:cubicBezTo>
                  <a:cubicBezTo>
                    <a:pt x="23" y="148"/>
                    <a:pt x="29" y="151"/>
                    <a:pt x="36" y="153"/>
                  </a:cubicBezTo>
                  <a:cubicBezTo>
                    <a:pt x="36" y="153"/>
                    <a:pt x="36" y="153"/>
                    <a:pt x="36" y="153"/>
                  </a:cubicBezTo>
                  <a:cubicBezTo>
                    <a:pt x="98" y="148"/>
                    <a:pt x="98" y="148"/>
                    <a:pt x="98"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4" name="Freeform 144">
              <a:extLst>
                <a:ext uri="{FF2B5EF4-FFF2-40B4-BE49-F238E27FC236}">
                  <a16:creationId xmlns:a16="http://schemas.microsoft.com/office/drawing/2014/main" id="{5C1ECE00-EF5A-4B2E-AAC3-3152D9E8B8DF}"/>
                </a:ext>
              </a:extLst>
            </p:cNvPr>
            <p:cNvSpPr>
              <a:spLocks noEditPoints="1"/>
            </p:cNvSpPr>
            <p:nvPr userDrawn="1"/>
          </p:nvSpPr>
          <p:spPr bwMode="auto">
            <a:xfrm>
              <a:off x="2083428" y="50072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5" name="Freeform 145">
              <a:extLst>
                <a:ext uri="{FF2B5EF4-FFF2-40B4-BE49-F238E27FC236}">
                  <a16:creationId xmlns:a16="http://schemas.microsoft.com/office/drawing/2014/main" id="{B1BE2B37-F4ED-480D-99B5-3E92A3A40135}"/>
                </a:ext>
              </a:extLst>
            </p:cNvPr>
            <p:cNvSpPr>
              <a:spLocks noEditPoints="1"/>
            </p:cNvSpPr>
            <p:nvPr userDrawn="1"/>
          </p:nvSpPr>
          <p:spPr bwMode="auto">
            <a:xfrm>
              <a:off x="2374431" y="-35120"/>
              <a:ext cx="114395" cy="172595"/>
            </a:xfrm>
            <a:custGeom>
              <a:avLst/>
              <a:gdLst>
                <a:gd name="T0" fmla="*/ 18 w 76"/>
                <a:gd name="T1" fmla="*/ 83 h 115"/>
                <a:gd name="T2" fmla="*/ 18 w 76"/>
                <a:gd name="T3" fmla="*/ 83 h 115"/>
                <a:gd name="T4" fmla="*/ 18 w 76"/>
                <a:gd name="T5" fmla="*/ 83 h 115"/>
                <a:gd name="T6" fmla="*/ 18 w 76"/>
                <a:gd name="T7" fmla="*/ 83 h 115"/>
                <a:gd name="T8" fmla="*/ 16 w 76"/>
                <a:gd name="T9" fmla="*/ 9 h 115"/>
                <a:gd name="T10" fmla="*/ 59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69 w 76"/>
                <a:gd name="T27" fmla="*/ 78 h 115"/>
                <a:gd name="T28" fmla="*/ 66 w 76"/>
                <a:gd name="T29" fmla="*/ 81 h 115"/>
                <a:gd name="T30" fmla="*/ 54 w 76"/>
                <a:gd name="T31" fmla="*/ 84 h 115"/>
                <a:gd name="T32" fmla="*/ 54 w 76"/>
                <a:gd name="T33" fmla="*/ 84 h 115"/>
                <a:gd name="T34" fmla="*/ 53 w 76"/>
                <a:gd name="T35" fmla="*/ 84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6 w 76"/>
                <a:gd name="T59" fmla="*/ 9 h 115"/>
                <a:gd name="T60" fmla="*/ 16 w 76"/>
                <a:gd name="T61" fmla="*/ 9 h 115"/>
                <a:gd name="T62" fmla="*/ 59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4 w 76"/>
                <a:gd name="T81" fmla="*/ 88 h 115"/>
                <a:gd name="T82" fmla="*/ 15 w 76"/>
                <a:gd name="T83" fmla="*/ 88 h 115"/>
                <a:gd name="T84" fmla="*/ 37 w 76"/>
                <a:gd name="T85" fmla="*/ 89 h 115"/>
                <a:gd name="T86" fmla="*/ 25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59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6" name="Freeform 146">
              <a:extLst>
                <a:ext uri="{FF2B5EF4-FFF2-40B4-BE49-F238E27FC236}">
                  <a16:creationId xmlns:a16="http://schemas.microsoft.com/office/drawing/2014/main" id="{BB391E7C-F1FE-4DF0-85AE-4AB5396E8558}"/>
                </a:ext>
              </a:extLst>
            </p:cNvPr>
            <p:cNvSpPr>
              <a:spLocks noEditPoints="1"/>
            </p:cNvSpPr>
            <p:nvPr userDrawn="1"/>
          </p:nvSpPr>
          <p:spPr bwMode="auto">
            <a:xfrm>
              <a:off x="682603" y="408407"/>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7" name="Freeform 147">
              <a:extLst>
                <a:ext uri="{FF2B5EF4-FFF2-40B4-BE49-F238E27FC236}">
                  <a16:creationId xmlns:a16="http://schemas.microsoft.com/office/drawing/2014/main" id="{A361360F-A90E-478E-B27E-00A4C486DECC}"/>
                </a:ext>
              </a:extLst>
            </p:cNvPr>
            <p:cNvSpPr>
              <a:spLocks noEditPoints="1"/>
            </p:cNvSpPr>
            <p:nvPr userDrawn="1"/>
          </p:nvSpPr>
          <p:spPr bwMode="auto">
            <a:xfrm>
              <a:off x="-576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6 w 76"/>
                <a:gd name="T29" fmla="*/ 81 h 115"/>
                <a:gd name="T30" fmla="*/ 55 w 76"/>
                <a:gd name="T31" fmla="*/ 83 h 115"/>
                <a:gd name="T32" fmla="*/ 55 w 76"/>
                <a:gd name="T33" fmla="*/ 83 h 115"/>
                <a:gd name="T34" fmla="*/ 54 w 76"/>
                <a:gd name="T35" fmla="*/ 83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7 h 115"/>
                <a:gd name="T72" fmla="*/ 1 w 76"/>
                <a:gd name="T73" fmla="*/ 22 h 115"/>
                <a:gd name="T74" fmla="*/ 0 w 76"/>
                <a:gd name="T75" fmla="*/ 39 h 115"/>
                <a:gd name="T76" fmla="*/ 1 w 76"/>
                <a:gd name="T77" fmla="*/ 60 h 115"/>
                <a:gd name="T78" fmla="*/ 8 w 76"/>
                <a:gd name="T79" fmla="*/ 81 h 115"/>
                <a:gd name="T80" fmla="*/ 15 w 76"/>
                <a:gd name="T81" fmla="*/ 87 h 115"/>
                <a:gd name="T82" fmla="*/ 15 w 76"/>
                <a:gd name="T83" fmla="*/ 88 h 115"/>
                <a:gd name="T84" fmla="*/ 37 w 76"/>
                <a:gd name="T85" fmla="*/ 89 h 115"/>
                <a:gd name="T86" fmla="*/ 26 w 76"/>
                <a:gd name="T87" fmla="*/ 115 h 115"/>
                <a:gd name="T88" fmla="*/ 56 w 76"/>
                <a:gd name="T89" fmla="*/ 89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8" name="Freeform 148">
              <a:extLst>
                <a:ext uri="{FF2B5EF4-FFF2-40B4-BE49-F238E27FC236}">
                  <a16:creationId xmlns:a16="http://schemas.microsoft.com/office/drawing/2014/main" id="{972D27D8-D029-4E35-A1E3-ED8417A3EF0A}"/>
                </a:ext>
              </a:extLst>
            </p:cNvPr>
            <p:cNvSpPr>
              <a:spLocks noEditPoints="1"/>
            </p:cNvSpPr>
            <p:nvPr userDrawn="1"/>
          </p:nvSpPr>
          <p:spPr bwMode="auto">
            <a:xfrm>
              <a:off x="1140179" y="74155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8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9" name="Freeform 149">
              <a:extLst>
                <a:ext uri="{FF2B5EF4-FFF2-40B4-BE49-F238E27FC236}">
                  <a16:creationId xmlns:a16="http://schemas.microsoft.com/office/drawing/2014/main" id="{EEA17429-0F22-42A1-87CD-A391985DFAA3}"/>
                </a:ext>
              </a:extLst>
            </p:cNvPr>
            <p:cNvSpPr>
              <a:spLocks noEditPoints="1"/>
            </p:cNvSpPr>
            <p:nvPr userDrawn="1"/>
          </p:nvSpPr>
          <p:spPr bwMode="auto">
            <a:xfrm>
              <a:off x="714713" y="765637"/>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0" name="Freeform 150">
              <a:extLst>
                <a:ext uri="{FF2B5EF4-FFF2-40B4-BE49-F238E27FC236}">
                  <a16:creationId xmlns:a16="http://schemas.microsoft.com/office/drawing/2014/main" id="{DA2F567A-4BEE-4185-8372-5B1A6D827B1F}"/>
                </a:ext>
              </a:extLst>
            </p:cNvPr>
            <p:cNvSpPr>
              <a:spLocks noEditPoints="1"/>
            </p:cNvSpPr>
            <p:nvPr userDrawn="1"/>
          </p:nvSpPr>
          <p:spPr bwMode="auto">
            <a:xfrm>
              <a:off x="221013" y="960308"/>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6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39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4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6" y="7"/>
                    <a:pt x="16" y="7"/>
                    <a:pt x="16"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1" name="Freeform 151">
              <a:extLst>
                <a:ext uri="{FF2B5EF4-FFF2-40B4-BE49-F238E27FC236}">
                  <a16:creationId xmlns:a16="http://schemas.microsoft.com/office/drawing/2014/main" id="{64E3F29F-435A-4A34-84D0-12C11E9ED18F}"/>
                </a:ext>
              </a:extLst>
            </p:cNvPr>
            <p:cNvSpPr>
              <a:spLocks noEditPoints="1"/>
            </p:cNvSpPr>
            <p:nvPr userDrawn="1"/>
          </p:nvSpPr>
          <p:spPr bwMode="auto">
            <a:xfrm>
              <a:off x="662534" y="1219199"/>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2" name="Freeform 152">
              <a:extLst>
                <a:ext uri="{FF2B5EF4-FFF2-40B4-BE49-F238E27FC236}">
                  <a16:creationId xmlns:a16="http://schemas.microsoft.com/office/drawing/2014/main" id="{ADF0035A-6A74-498A-92BB-895AE193AF24}"/>
                </a:ext>
              </a:extLst>
            </p:cNvPr>
            <p:cNvSpPr>
              <a:spLocks noEditPoints="1"/>
            </p:cNvSpPr>
            <p:nvPr userDrawn="1"/>
          </p:nvSpPr>
          <p:spPr bwMode="auto">
            <a:xfrm>
              <a:off x="-150266" y="1161000"/>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2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5 w 167"/>
                <a:gd name="T87" fmla="*/ 179 h 247"/>
                <a:gd name="T88" fmla="*/ 167 w 167"/>
                <a:gd name="T89" fmla="*/ 172 h 247"/>
                <a:gd name="T90" fmla="*/ 166 w 167"/>
                <a:gd name="T91" fmla="*/ 170 h 247"/>
                <a:gd name="T92" fmla="*/ 166 w 167"/>
                <a:gd name="T93" fmla="*/ 60 h 247"/>
                <a:gd name="T94" fmla="*/ 151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3" name="Freeform 153">
              <a:extLst>
                <a:ext uri="{FF2B5EF4-FFF2-40B4-BE49-F238E27FC236}">
                  <a16:creationId xmlns:a16="http://schemas.microsoft.com/office/drawing/2014/main" id="{0B8CBBC9-1EC0-4698-9F2A-E933A048DB47}"/>
                </a:ext>
              </a:extLst>
            </p:cNvPr>
            <p:cNvSpPr>
              <a:spLocks noEditPoints="1"/>
            </p:cNvSpPr>
            <p:nvPr userDrawn="1"/>
          </p:nvSpPr>
          <p:spPr bwMode="auto">
            <a:xfrm>
              <a:off x="712707" y="1353663"/>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72 w 244"/>
                <a:gd name="T47" fmla="*/ 48 h 98"/>
                <a:gd name="T48" fmla="*/ 69 w 244"/>
                <a:gd name="T49" fmla="*/ 34 h 98"/>
                <a:gd name="T50" fmla="*/ 72 w 244"/>
                <a:gd name="T51" fmla="*/ 23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4" name="Freeform 154">
              <a:extLst>
                <a:ext uri="{FF2B5EF4-FFF2-40B4-BE49-F238E27FC236}">
                  <a16:creationId xmlns:a16="http://schemas.microsoft.com/office/drawing/2014/main" id="{2C2AF738-A276-402B-8733-6EE3BBC07B01}"/>
                </a:ext>
              </a:extLst>
            </p:cNvPr>
            <p:cNvSpPr>
              <a:spLocks noEditPoints="1"/>
            </p:cNvSpPr>
            <p:nvPr userDrawn="1"/>
          </p:nvSpPr>
          <p:spPr bwMode="auto">
            <a:xfrm>
              <a:off x="1720177" y="731520"/>
              <a:ext cx="301037" cy="118408"/>
            </a:xfrm>
            <a:custGeom>
              <a:avLst/>
              <a:gdLst>
                <a:gd name="T0" fmla="*/ 19 w 199"/>
                <a:gd name="T1" fmla="*/ 10 h 79"/>
                <a:gd name="T2" fmla="*/ 71 w 199"/>
                <a:gd name="T3" fmla="*/ 6 h 79"/>
                <a:gd name="T4" fmla="*/ 134 w 199"/>
                <a:gd name="T5" fmla="*/ 17 h 79"/>
                <a:gd name="T6" fmla="*/ 137 w 199"/>
                <a:gd name="T7" fmla="*/ 19 h 79"/>
                <a:gd name="T8" fmla="*/ 138 w 199"/>
                <a:gd name="T9" fmla="*/ 35 h 79"/>
                <a:gd name="T10" fmla="*/ 137 w 199"/>
                <a:gd name="T11" fmla="*/ 38 h 79"/>
                <a:gd name="T12" fmla="*/ 137 w 199"/>
                <a:gd name="T13" fmla="*/ 38 h 79"/>
                <a:gd name="T14" fmla="*/ 133 w 199"/>
                <a:gd name="T15" fmla="*/ 52 h 79"/>
                <a:gd name="T16" fmla="*/ 139 w 199"/>
                <a:gd name="T17" fmla="*/ 62 h 79"/>
                <a:gd name="T18" fmla="*/ 142 w 199"/>
                <a:gd name="T19" fmla="*/ 63 h 79"/>
                <a:gd name="T20" fmla="*/ 87 w 199"/>
                <a:gd name="T21" fmla="*/ 73 h 79"/>
                <a:gd name="T22" fmla="*/ 76 w 199"/>
                <a:gd name="T23" fmla="*/ 73 h 79"/>
                <a:gd name="T24" fmla="*/ 75 w 199"/>
                <a:gd name="T25" fmla="*/ 73 h 79"/>
                <a:gd name="T26" fmla="*/ 71 w 199"/>
                <a:gd name="T27" fmla="*/ 73 h 79"/>
                <a:gd name="T28" fmla="*/ 12 w 199"/>
                <a:gd name="T29" fmla="*/ 58 h 79"/>
                <a:gd name="T30" fmla="*/ 10 w 199"/>
                <a:gd name="T31" fmla="*/ 56 h 79"/>
                <a:gd name="T32" fmla="*/ 13 w 199"/>
                <a:gd name="T33" fmla="*/ 15 h 79"/>
                <a:gd name="T34" fmla="*/ 19 w 199"/>
                <a:gd name="T35" fmla="*/ 11 h 79"/>
                <a:gd name="T36" fmla="*/ 71 w 199"/>
                <a:gd name="T37" fmla="*/ 0 h 79"/>
                <a:gd name="T38" fmla="*/ 18 w 199"/>
                <a:gd name="T39" fmla="*/ 5 h 79"/>
                <a:gd name="T40" fmla="*/ 18 w 199"/>
                <a:gd name="T41" fmla="*/ 5 h 79"/>
                <a:gd name="T42" fmla="*/ 0 w 199"/>
                <a:gd name="T43" fmla="*/ 35 h 79"/>
                <a:gd name="T44" fmla="*/ 4 w 199"/>
                <a:gd name="T45" fmla="*/ 59 h 79"/>
                <a:gd name="T46" fmla="*/ 18 w 199"/>
                <a:gd name="T47" fmla="*/ 69 h 79"/>
                <a:gd name="T48" fmla="*/ 71 w 199"/>
                <a:gd name="T49" fmla="*/ 79 h 79"/>
                <a:gd name="T50" fmla="*/ 87 w 199"/>
                <a:gd name="T51" fmla="*/ 79 h 79"/>
                <a:gd name="T52" fmla="*/ 199 w 199"/>
                <a:gd name="T53" fmla="*/ 59 h 79"/>
                <a:gd name="T54" fmla="*/ 140 w 199"/>
                <a:gd name="T55" fmla="*/ 56 h 79"/>
                <a:gd name="T56" fmla="*/ 139 w 199"/>
                <a:gd name="T57" fmla="*/ 52 h 79"/>
                <a:gd name="T58" fmla="*/ 142 w 199"/>
                <a:gd name="T59" fmla="*/ 41 h 79"/>
                <a:gd name="T60" fmla="*/ 141 w 199"/>
                <a:gd name="T61" fmla="*/ 15 h 79"/>
                <a:gd name="T62" fmla="*/ 141 w 199"/>
                <a:gd name="T63" fmla="*/ 14 h 79"/>
                <a:gd name="T64" fmla="*/ 137 w 199"/>
                <a:gd name="T65" fmla="*/ 18 h 79"/>
                <a:gd name="T66" fmla="*/ 141 w 199"/>
                <a:gd name="T67"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3"/>
                    <a:pt x="161" y="63"/>
                    <a:pt x="161" y="63"/>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5" name="Freeform 155">
              <a:extLst>
                <a:ext uri="{FF2B5EF4-FFF2-40B4-BE49-F238E27FC236}">
                  <a16:creationId xmlns:a16="http://schemas.microsoft.com/office/drawing/2014/main" id="{D17A6827-6575-4261-BB4A-F9222E339B59}"/>
                </a:ext>
              </a:extLst>
            </p:cNvPr>
            <p:cNvSpPr>
              <a:spLocks noEditPoints="1"/>
            </p:cNvSpPr>
            <p:nvPr userDrawn="1"/>
          </p:nvSpPr>
          <p:spPr bwMode="auto">
            <a:xfrm>
              <a:off x="152778" y="-221764"/>
              <a:ext cx="387335" cy="156539"/>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76 w 257"/>
                <a:gd name="T17" fmla="*/ 69 h 104"/>
                <a:gd name="T18" fmla="*/ 183 w 257"/>
                <a:gd name="T19" fmla="*/ 81 h 104"/>
                <a:gd name="T20" fmla="*/ 187 w 257"/>
                <a:gd name="T21" fmla="*/ 83 h 104"/>
                <a:gd name="T22" fmla="*/ 114 w 257"/>
                <a:gd name="T23" fmla="*/ 98 h 104"/>
                <a:gd name="T24" fmla="*/ 100 w 257"/>
                <a:gd name="T25" fmla="*/ 98 h 104"/>
                <a:gd name="T26" fmla="*/ 98 w 257"/>
                <a:gd name="T27" fmla="*/ 97 h 104"/>
                <a:gd name="T28" fmla="*/ 93 w 257"/>
                <a:gd name="T29" fmla="*/ 98 h 104"/>
                <a:gd name="T30" fmla="*/ 13 w 257"/>
                <a:gd name="T31" fmla="*/ 78 h 104"/>
                <a:gd name="T32" fmla="*/ 11 w 257"/>
                <a:gd name="T33" fmla="*/ 75 h 104"/>
                <a:gd name="T34" fmla="*/ 15 w 257"/>
                <a:gd name="T35" fmla="*/ 19 h 104"/>
                <a:gd name="T36" fmla="*/ 24 w 257"/>
                <a:gd name="T37" fmla="*/ 14 h 104"/>
                <a:gd name="T38" fmla="*/ 24 w 257"/>
                <a:gd name="T39" fmla="*/ 13 h 104"/>
                <a:gd name="T40" fmla="*/ 93 w 257"/>
                <a:gd name="T41" fmla="*/ 0 h 104"/>
                <a:gd name="T42" fmla="*/ 23 w 257"/>
                <a:gd name="T43" fmla="*/ 8 h 104"/>
                <a:gd name="T44" fmla="*/ 11 w 257"/>
                <a:gd name="T45" fmla="*/ 15 h 104"/>
                <a:gd name="T46" fmla="*/ 5 w 257"/>
                <a:gd name="T47" fmla="*/ 77 h 104"/>
                <a:gd name="T48" fmla="*/ 5 w 257"/>
                <a:gd name="T49" fmla="*/ 78 h 104"/>
                <a:gd name="T50" fmla="*/ 93 w 257"/>
                <a:gd name="T51" fmla="*/ 104 h 104"/>
                <a:gd name="T52" fmla="*/ 98 w 257"/>
                <a:gd name="T53" fmla="*/ 103 h 104"/>
                <a:gd name="T54" fmla="*/ 240 w 257"/>
                <a:gd name="T55" fmla="*/ 84 h 104"/>
                <a:gd name="T56" fmla="*/ 188 w 257"/>
                <a:gd name="T57" fmla="*/ 77 h 104"/>
                <a:gd name="T58" fmla="*/ 184 w 257"/>
                <a:gd name="T59" fmla="*/ 75 h 104"/>
                <a:gd name="T60" fmla="*/ 187 w 257"/>
                <a:gd name="T61" fmla="*/ 54 h 104"/>
                <a:gd name="T62" fmla="*/ 186 w 257"/>
                <a:gd name="T63" fmla="*/ 20 h 104"/>
                <a:gd name="T64" fmla="*/ 185 w 257"/>
                <a:gd name="T65" fmla="*/ 19 h 104"/>
                <a:gd name="T66" fmla="*/ 181 w 257"/>
                <a:gd name="T67" fmla="*/ 23 h 104"/>
                <a:gd name="T68" fmla="*/ 185 w 257"/>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7"/>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3"/>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6"/>
                    <a:pt x="187" y="76"/>
                    <a:pt x="187" y="76"/>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6" name="Freeform 156">
              <a:extLst>
                <a:ext uri="{FF2B5EF4-FFF2-40B4-BE49-F238E27FC236}">
                  <a16:creationId xmlns:a16="http://schemas.microsoft.com/office/drawing/2014/main" id="{F50D43D9-A871-42E3-886B-7D576011180E}"/>
                </a:ext>
              </a:extLst>
            </p:cNvPr>
            <p:cNvSpPr>
              <a:spLocks noEditPoints="1"/>
            </p:cNvSpPr>
            <p:nvPr userDrawn="1"/>
          </p:nvSpPr>
          <p:spPr bwMode="auto">
            <a:xfrm>
              <a:off x="-180370" y="958301"/>
              <a:ext cx="415432" cy="170588"/>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7"/>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7" name="Freeform 157">
              <a:extLst>
                <a:ext uri="{FF2B5EF4-FFF2-40B4-BE49-F238E27FC236}">
                  <a16:creationId xmlns:a16="http://schemas.microsoft.com/office/drawing/2014/main" id="{BA425F75-FF39-4FD3-A538-2E4EE3E53D72}"/>
                </a:ext>
              </a:extLst>
            </p:cNvPr>
            <p:cNvSpPr>
              <a:spLocks noEditPoints="1"/>
            </p:cNvSpPr>
            <p:nvPr userDrawn="1"/>
          </p:nvSpPr>
          <p:spPr bwMode="auto">
            <a:xfrm>
              <a:off x="618381" y="976364"/>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8" name="Freeform 158">
              <a:extLst>
                <a:ext uri="{FF2B5EF4-FFF2-40B4-BE49-F238E27FC236}">
                  <a16:creationId xmlns:a16="http://schemas.microsoft.com/office/drawing/2014/main" id="{02419E7D-E9CE-408F-98C6-D1B59F01300C}"/>
                </a:ext>
              </a:extLst>
            </p:cNvPr>
            <p:cNvSpPr>
              <a:spLocks/>
            </p:cNvSpPr>
            <p:nvPr userDrawn="1"/>
          </p:nvSpPr>
          <p:spPr bwMode="auto">
            <a:xfrm>
              <a:off x="642464" y="1018508"/>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9" name="Freeform 159">
              <a:extLst>
                <a:ext uri="{FF2B5EF4-FFF2-40B4-BE49-F238E27FC236}">
                  <a16:creationId xmlns:a16="http://schemas.microsoft.com/office/drawing/2014/main" id="{B2596061-795F-4619-BDC8-AA5C3B1D16D2}"/>
                </a:ext>
              </a:extLst>
            </p:cNvPr>
            <p:cNvSpPr>
              <a:spLocks noEditPoints="1"/>
            </p:cNvSpPr>
            <p:nvPr userDrawn="1"/>
          </p:nvSpPr>
          <p:spPr bwMode="auto">
            <a:xfrm>
              <a:off x="989661" y="1460029"/>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7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0" name="Freeform 160">
              <a:extLst>
                <a:ext uri="{FF2B5EF4-FFF2-40B4-BE49-F238E27FC236}">
                  <a16:creationId xmlns:a16="http://schemas.microsoft.com/office/drawing/2014/main" id="{90CFB3BD-9CB8-4B13-B922-E99E41B71152}"/>
                </a:ext>
              </a:extLst>
            </p:cNvPr>
            <p:cNvSpPr>
              <a:spLocks noEditPoints="1"/>
            </p:cNvSpPr>
            <p:nvPr userDrawn="1"/>
          </p:nvSpPr>
          <p:spPr bwMode="auto">
            <a:xfrm>
              <a:off x="1332842" y="861969"/>
              <a:ext cx="254879" cy="200691"/>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1" name="Freeform 161">
              <a:extLst>
                <a:ext uri="{FF2B5EF4-FFF2-40B4-BE49-F238E27FC236}">
                  <a16:creationId xmlns:a16="http://schemas.microsoft.com/office/drawing/2014/main" id="{F8C0A369-1BAA-44A2-A39A-2CE28D00E4FA}"/>
                </a:ext>
              </a:extLst>
            </p:cNvPr>
            <p:cNvSpPr>
              <a:spLocks noEditPoints="1"/>
            </p:cNvSpPr>
            <p:nvPr userDrawn="1"/>
          </p:nvSpPr>
          <p:spPr bwMode="auto">
            <a:xfrm>
              <a:off x="2304188" y="1233248"/>
              <a:ext cx="254879" cy="198685"/>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26 w 169"/>
                <a:gd name="T31" fmla="*/ 82 h 132"/>
                <a:gd name="T32" fmla="*/ 8 w 169"/>
                <a:gd name="T33" fmla="*/ 45 h 132"/>
                <a:gd name="T34" fmla="*/ 7 w 169"/>
                <a:gd name="T35" fmla="*/ 45 h 132"/>
                <a:gd name="T36" fmla="*/ 7 w 169"/>
                <a:gd name="T37" fmla="*/ 44 h 132"/>
                <a:gd name="T38" fmla="*/ 7 w 169"/>
                <a:gd name="T39" fmla="*/ 44 h 132"/>
                <a:gd name="T40" fmla="*/ 6 w 169"/>
                <a:gd name="T41" fmla="*/ 33 h 132"/>
                <a:gd name="T42" fmla="*/ 10 w 169"/>
                <a:gd name="T43" fmla="*/ 18 h 132"/>
                <a:gd name="T44" fmla="*/ 27 w 169"/>
                <a:gd name="T45" fmla="*/ 7 h 132"/>
                <a:gd name="T46" fmla="*/ 108 w 169"/>
                <a:gd name="T47" fmla="*/ 0 h 132"/>
                <a:gd name="T48" fmla="*/ 27 w 169"/>
                <a:gd name="T49" fmla="*/ 1 h 132"/>
                <a:gd name="T50" fmla="*/ 26 w 169"/>
                <a:gd name="T51" fmla="*/ 1 h 132"/>
                <a:gd name="T52" fmla="*/ 26 w 169"/>
                <a:gd name="T53" fmla="*/ 2 h 132"/>
                <a:gd name="T54" fmla="*/ 5 w 169"/>
                <a:gd name="T55" fmla="*/ 15 h 132"/>
                <a:gd name="T56" fmla="*/ 0 w 169"/>
                <a:gd name="T57" fmla="*/ 33 h 132"/>
                <a:gd name="T58" fmla="*/ 2 w 169"/>
                <a:gd name="T59" fmla="*/ 46 h 132"/>
                <a:gd name="T60" fmla="*/ 23 w 169"/>
                <a:gd name="T61" fmla="*/ 87 h 132"/>
                <a:gd name="T62" fmla="*/ 37 w 169"/>
                <a:gd name="T63" fmla="*/ 93 h 132"/>
                <a:gd name="T64" fmla="*/ 42 w 169"/>
                <a:gd name="T65" fmla="*/ 132 h 132"/>
                <a:gd name="T66" fmla="*/ 43 w 169"/>
                <a:gd name="T67" fmla="*/ 132 h 132"/>
                <a:gd name="T68" fmla="*/ 55 w 169"/>
                <a:gd name="T69" fmla="*/ 94 h 132"/>
                <a:gd name="T70" fmla="*/ 125 w 169"/>
                <a:gd name="T71" fmla="*/ 94 h 132"/>
                <a:gd name="T72" fmla="*/ 126 w 169"/>
                <a:gd name="T73" fmla="*/ 94 h 132"/>
                <a:gd name="T74" fmla="*/ 160 w 169"/>
                <a:gd name="T75" fmla="*/ 68 h 132"/>
                <a:gd name="T76" fmla="*/ 169 w 169"/>
                <a:gd name="T77" fmla="*/ 42 h 132"/>
                <a:gd name="T78" fmla="*/ 161 w 169"/>
                <a:gd name="T79" fmla="*/ 17 h 132"/>
                <a:gd name="T80" fmla="*/ 161 w 169"/>
                <a:gd name="T81" fmla="*/ 17 h 132"/>
                <a:gd name="T82" fmla="*/ 160 w 169"/>
                <a:gd name="T83" fmla="*/ 15 h 132"/>
                <a:gd name="T84" fmla="*/ 160 w 169"/>
                <a:gd name="T85" fmla="*/ 14 h 132"/>
                <a:gd name="T86" fmla="*/ 159 w 169"/>
                <a:gd name="T87" fmla="*/ 14 h 132"/>
                <a:gd name="T88" fmla="*/ 151 w 169"/>
                <a:gd name="T89" fmla="*/ 6 h 132"/>
                <a:gd name="T90" fmla="*/ 144 w 169"/>
                <a:gd name="T91" fmla="*/ 2 h 132"/>
                <a:gd name="T92" fmla="*/ 139 w 169"/>
                <a:gd name="T93" fmla="*/ 1 h 132"/>
                <a:gd name="T94" fmla="*/ 108 w 169"/>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2" name="Freeform 162">
              <a:extLst>
                <a:ext uri="{FF2B5EF4-FFF2-40B4-BE49-F238E27FC236}">
                  <a16:creationId xmlns:a16="http://schemas.microsoft.com/office/drawing/2014/main" id="{20D9D183-8580-4C87-85E1-43D689677E56}"/>
                </a:ext>
              </a:extLst>
            </p:cNvPr>
            <p:cNvSpPr>
              <a:spLocks/>
            </p:cNvSpPr>
            <p:nvPr userDrawn="1"/>
          </p:nvSpPr>
          <p:spPr bwMode="auto">
            <a:xfrm>
              <a:off x="2368410"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3" name="Freeform 163">
              <a:extLst>
                <a:ext uri="{FF2B5EF4-FFF2-40B4-BE49-F238E27FC236}">
                  <a16:creationId xmlns:a16="http://schemas.microsoft.com/office/drawing/2014/main" id="{CA81AF87-9C8D-41DD-ACC6-3BB542A9C7B1}"/>
                </a:ext>
              </a:extLst>
            </p:cNvPr>
            <p:cNvSpPr>
              <a:spLocks noEditPoints="1"/>
            </p:cNvSpPr>
            <p:nvPr userDrawn="1"/>
          </p:nvSpPr>
          <p:spPr bwMode="auto">
            <a:xfrm>
              <a:off x="1055889" y="5018"/>
              <a:ext cx="282975" cy="242837"/>
            </a:xfrm>
            <a:custGeom>
              <a:avLst/>
              <a:gdLst>
                <a:gd name="T0" fmla="*/ 144 w 188"/>
                <a:gd name="T1" fmla="*/ 116 h 162"/>
                <a:gd name="T2" fmla="*/ 91 w 188"/>
                <a:gd name="T3" fmla="*/ 23 h 162"/>
                <a:gd name="T4" fmla="*/ 67 w 188"/>
                <a:gd name="T5" fmla="*/ 15 h 162"/>
                <a:gd name="T6" fmla="*/ 78 w 188"/>
                <a:gd name="T7" fmla="*/ 6 h 162"/>
                <a:gd name="T8" fmla="*/ 90 w 188"/>
                <a:gd name="T9" fmla="*/ 29 h 162"/>
                <a:gd name="T10" fmla="*/ 124 w 188"/>
                <a:gd name="T11" fmla="*/ 11 h 162"/>
                <a:gd name="T12" fmla="*/ 158 w 188"/>
                <a:gd name="T13" fmla="*/ 36 h 162"/>
                <a:gd name="T14" fmla="*/ 170 w 188"/>
                <a:gd name="T15" fmla="*/ 64 h 162"/>
                <a:gd name="T16" fmla="*/ 181 w 188"/>
                <a:gd name="T17" fmla="*/ 68 h 162"/>
                <a:gd name="T18" fmla="*/ 173 w 188"/>
                <a:gd name="T19" fmla="*/ 93 h 162"/>
                <a:gd name="T20" fmla="*/ 172 w 188"/>
                <a:gd name="T21" fmla="*/ 144 h 162"/>
                <a:gd name="T22" fmla="*/ 138 w 188"/>
                <a:gd name="T23" fmla="*/ 125 h 162"/>
                <a:gd name="T24" fmla="*/ 123 w 188"/>
                <a:gd name="T25" fmla="*/ 140 h 162"/>
                <a:gd name="T26" fmla="*/ 107 w 188"/>
                <a:gd name="T27" fmla="*/ 131 h 162"/>
                <a:gd name="T28" fmla="*/ 75 w 188"/>
                <a:gd name="T29" fmla="*/ 148 h 162"/>
                <a:gd name="T30" fmla="*/ 44 w 188"/>
                <a:gd name="T31" fmla="*/ 119 h 162"/>
                <a:gd name="T32" fmla="*/ 20 w 188"/>
                <a:gd name="T33" fmla="*/ 112 h 162"/>
                <a:gd name="T34" fmla="*/ 8 w 188"/>
                <a:gd name="T35" fmla="*/ 89 h 162"/>
                <a:gd name="T36" fmla="*/ 19 w 188"/>
                <a:gd name="T37" fmla="*/ 57 h 162"/>
                <a:gd name="T38" fmla="*/ 41 w 188"/>
                <a:gd name="T39" fmla="*/ 28 h 162"/>
                <a:gd name="T40" fmla="*/ 67 w 188"/>
                <a:gd name="T41" fmla="*/ 19 h 162"/>
                <a:gd name="T42" fmla="*/ 71 w 188"/>
                <a:gd name="T43" fmla="*/ 3 h 162"/>
                <a:gd name="T44" fmla="*/ 60 w 188"/>
                <a:gd name="T45" fmla="*/ 15 h 162"/>
                <a:gd name="T46" fmla="*/ 54 w 188"/>
                <a:gd name="T47" fmla="*/ 24 h 162"/>
                <a:gd name="T48" fmla="*/ 38 w 188"/>
                <a:gd name="T49" fmla="*/ 21 h 162"/>
                <a:gd name="T50" fmla="*/ 35 w 188"/>
                <a:gd name="T51" fmla="*/ 20 h 162"/>
                <a:gd name="T52" fmla="*/ 14 w 188"/>
                <a:gd name="T53" fmla="*/ 59 h 162"/>
                <a:gd name="T54" fmla="*/ 9 w 188"/>
                <a:gd name="T55" fmla="*/ 82 h 162"/>
                <a:gd name="T56" fmla="*/ 5 w 188"/>
                <a:gd name="T57" fmla="*/ 83 h 162"/>
                <a:gd name="T58" fmla="*/ 3 w 188"/>
                <a:gd name="T59" fmla="*/ 109 h 162"/>
                <a:gd name="T60" fmla="*/ 21 w 188"/>
                <a:gd name="T61" fmla="*/ 118 h 162"/>
                <a:gd name="T62" fmla="*/ 41 w 188"/>
                <a:gd name="T63" fmla="*/ 133 h 162"/>
                <a:gd name="T64" fmla="*/ 41 w 188"/>
                <a:gd name="T65" fmla="*/ 138 h 162"/>
                <a:gd name="T66" fmla="*/ 75 w 188"/>
                <a:gd name="T67" fmla="*/ 154 h 162"/>
                <a:gd name="T68" fmla="*/ 102 w 188"/>
                <a:gd name="T69" fmla="*/ 139 h 162"/>
                <a:gd name="T70" fmla="*/ 110 w 188"/>
                <a:gd name="T71" fmla="*/ 140 h 162"/>
                <a:gd name="T72" fmla="*/ 111 w 188"/>
                <a:gd name="T73" fmla="*/ 141 h 162"/>
                <a:gd name="T74" fmla="*/ 144 w 188"/>
                <a:gd name="T75" fmla="*/ 137 h 162"/>
                <a:gd name="T76" fmla="*/ 145 w 188"/>
                <a:gd name="T77" fmla="*/ 121 h 162"/>
                <a:gd name="T78" fmla="*/ 182 w 188"/>
                <a:gd name="T79" fmla="*/ 162 h 162"/>
                <a:gd name="T80" fmla="*/ 187 w 188"/>
                <a:gd name="T81" fmla="*/ 160 h 162"/>
                <a:gd name="T82" fmla="*/ 165 w 188"/>
                <a:gd name="T83" fmla="*/ 124 h 162"/>
                <a:gd name="T84" fmla="*/ 173 w 188"/>
                <a:gd name="T85" fmla="*/ 99 h 162"/>
                <a:gd name="T86" fmla="*/ 185 w 188"/>
                <a:gd name="T87" fmla="*/ 63 h 162"/>
                <a:gd name="T88" fmla="*/ 173 w 188"/>
                <a:gd name="T89" fmla="*/ 58 h 162"/>
                <a:gd name="T90" fmla="*/ 161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5" y="117"/>
                  </a:moveTo>
                  <a:cubicBezTo>
                    <a:pt x="145" y="117"/>
                    <a:pt x="145" y="117"/>
                    <a:pt x="145" y="117"/>
                  </a:cubicBezTo>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8"/>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3"/>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8"/>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4" name="Freeform 164">
              <a:extLst>
                <a:ext uri="{FF2B5EF4-FFF2-40B4-BE49-F238E27FC236}">
                  <a16:creationId xmlns:a16="http://schemas.microsoft.com/office/drawing/2014/main" id="{0D5FE985-006B-416B-AB92-E03563040969}"/>
                </a:ext>
              </a:extLst>
            </p:cNvPr>
            <p:cNvSpPr>
              <a:spLocks noEditPoints="1"/>
            </p:cNvSpPr>
            <p:nvPr userDrawn="1"/>
          </p:nvSpPr>
          <p:spPr bwMode="auto">
            <a:xfrm>
              <a:off x="1766336" y="47162"/>
              <a:ext cx="282975" cy="242837"/>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5" name="Freeform 165">
              <a:extLst>
                <a:ext uri="{FF2B5EF4-FFF2-40B4-BE49-F238E27FC236}">
                  <a16:creationId xmlns:a16="http://schemas.microsoft.com/office/drawing/2014/main" id="{63DC3B6C-6A37-468C-AA85-7B99A62FDCF2}"/>
                </a:ext>
              </a:extLst>
            </p:cNvPr>
            <p:cNvSpPr>
              <a:spLocks noEditPoints="1"/>
            </p:cNvSpPr>
            <p:nvPr userDrawn="1"/>
          </p:nvSpPr>
          <p:spPr bwMode="auto">
            <a:xfrm>
              <a:off x="1196372" y="1144944"/>
              <a:ext cx="282975" cy="242837"/>
            </a:xfrm>
            <a:custGeom>
              <a:avLst/>
              <a:gdLst>
                <a:gd name="T0" fmla="*/ 168 w 188"/>
                <a:gd name="T1" fmla="*/ 112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8 h 162"/>
                <a:gd name="T18" fmla="*/ 173 w 188"/>
                <a:gd name="T19" fmla="*/ 110 h 162"/>
                <a:gd name="T20" fmla="*/ 160 w 188"/>
                <a:gd name="T21" fmla="*/ 110 h 162"/>
                <a:gd name="T22" fmla="*/ 143 w 188"/>
                <a:gd name="T23" fmla="*/ 122 h 162"/>
                <a:gd name="T24" fmla="*/ 114 w 188"/>
                <a:gd name="T25" fmla="*/ 148 h 162"/>
                <a:gd name="T26" fmla="*/ 99 w 188"/>
                <a:gd name="T27" fmla="*/ 145 h 162"/>
                <a:gd name="T28" fmla="*/ 82 w 188"/>
                <a:gd name="T29" fmla="*/ 131 h 162"/>
                <a:gd name="T30" fmla="*/ 78 w 188"/>
                <a:gd name="T31" fmla="*/ 132 h 162"/>
                <a:gd name="T32" fmla="*/ 65 w 188"/>
                <a:gd name="T33" fmla="*/ 139 h 162"/>
                <a:gd name="T34" fmla="*/ 50 w 188"/>
                <a:gd name="T35" fmla="*/ 133 h 162"/>
                <a:gd name="T36" fmla="*/ 49 w 188"/>
                <a:gd name="T37" fmla="*/ 115 h 162"/>
                <a:gd name="T38" fmla="*/ 17 w 188"/>
                <a:gd name="T39" fmla="*/ 144 h 162"/>
                <a:gd name="T40" fmla="*/ 29 w 188"/>
                <a:gd name="T41" fmla="*/ 97 h 162"/>
                <a:gd name="T42" fmla="*/ 8 w 188"/>
                <a:gd name="T43" fmla="*/ 84 h 162"/>
                <a:gd name="T44" fmla="*/ 11 w 188"/>
                <a:gd name="T45" fmla="*/ 64 h 162"/>
                <a:gd name="T46" fmla="*/ 19 w 188"/>
                <a:gd name="T47" fmla="*/ 64 h 162"/>
                <a:gd name="T48" fmla="*/ 32 w 188"/>
                <a:gd name="T49" fmla="*/ 40 h 162"/>
                <a:gd name="T50" fmla="*/ 53 w 188"/>
                <a:gd name="T51" fmla="*/ 12 h 162"/>
                <a:gd name="T52" fmla="*/ 86 w 188"/>
                <a:gd name="T53" fmla="*/ 17 h 162"/>
                <a:gd name="T54" fmla="*/ 95 w 188"/>
                <a:gd name="T55" fmla="*/ 24 h 162"/>
                <a:gd name="T56" fmla="*/ 99 w 188"/>
                <a:gd name="T57" fmla="*/ 28 h 162"/>
                <a:gd name="T58" fmla="*/ 106 w 188"/>
                <a:gd name="T59" fmla="*/ 1 h 162"/>
                <a:gd name="T60" fmla="*/ 89 w 188"/>
                <a:gd name="T61" fmla="*/ 12 h 162"/>
                <a:gd name="T62" fmla="*/ 51 w 188"/>
                <a:gd name="T63" fmla="*/ 7 h 162"/>
                <a:gd name="T64" fmla="*/ 28 w 188"/>
                <a:gd name="T65" fmla="*/ 44 h 162"/>
                <a:gd name="T66" fmla="*/ 19 w 188"/>
                <a:gd name="T67" fmla="*/ 58 h 162"/>
                <a:gd name="T68" fmla="*/ 14 w 188"/>
                <a:gd name="T69" fmla="*/ 57 h 162"/>
                <a:gd name="T70" fmla="*/ 0 w 188"/>
                <a:gd name="T71" fmla="*/ 75 h 162"/>
                <a:gd name="T72" fmla="*/ 15 w 188"/>
                <a:gd name="T73" fmla="*/ 98 h 162"/>
                <a:gd name="T74" fmla="*/ 23 w 188"/>
                <a:gd name="T75" fmla="*/ 123 h 162"/>
                <a:gd name="T76" fmla="*/ 2 w 188"/>
                <a:gd name="T77" fmla="*/ 157 h 162"/>
                <a:gd name="T78" fmla="*/ 1 w 188"/>
                <a:gd name="T79" fmla="*/ 159 h 162"/>
                <a:gd name="T80" fmla="*/ 4 w 188"/>
                <a:gd name="T81" fmla="*/ 162 h 162"/>
                <a:gd name="T82" fmla="*/ 16 w 188"/>
                <a:gd name="T83" fmla="*/ 155 h 162"/>
                <a:gd name="T84" fmla="*/ 44 w 188"/>
                <a:gd name="T85" fmla="*/ 124 h 162"/>
                <a:gd name="T86" fmla="*/ 45 w 188"/>
                <a:gd name="T87" fmla="*/ 137 h 162"/>
                <a:gd name="T88" fmla="*/ 65 w 188"/>
                <a:gd name="T89" fmla="*/ 145 h 162"/>
                <a:gd name="T90" fmla="*/ 78 w 188"/>
                <a:gd name="T91" fmla="*/ 139 h 162"/>
                <a:gd name="T92" fmla="*/ 79 w 188"/>
                <a:gd name="T93" fmla="*/ 138 h 162"/>
                <a:gd name="T94" fmla="*/ 95 w 188"/>
                <a:gd name="T95" fmla="*/ 149 h 162"/>
                <a:gd name="T96" fmla="*/ 114 w 188"/>
                <a:gd name="T97" fmla="*/ 154 h 162"/>
                <a:gd name="T98" fmla="*/ 148 w 188"/>
                <a:gd name="T99" fmla="*/ 139 h 162"/>
                <a:gd name="T100" fmla="*/ 147 w 188"/>
                <a:gd name="T101" fmla="*/ 132 h 162"/>
                <a:gd name="T102" fmla="*/ 160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8" y="139"/>
                  </a:moveTo>
                  <a:cubicBezTo>
                    <a:pt x="78" y="139"/>
                    <a:pt x="78" y="139"/>
                    <a:pt x="78" y="139"/>
                  </a:cubicBezTo>
                  <a:moveTo>
                    <a:pt x="168" y="112"/>
                  </a:move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14" y="148"/>
                    <a:pt x="114"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7"/>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6" name="Freeform 166">
              <a:extLst>
                <a:ext uri="{FF2B5EF4-FFF2-40B4-BE49-F238E27FC236}">
                  <a16:creationId xmlns:a16="http://schemas.microsoft.com/office/drawing/2014/main" id="{13C3594C-4364-428F-AC6A-91D18CD229C6}"/>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close/>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7" name="Freeform 167">
              <a:extLst>
                <a:ext uri="{FF2B5EF4-FFF2-40B4-BE49-F238E27FC236}">
                  <a16:creationId xmlns:a16="http://schemas.microsoft.com/office/drawing/2014/main" id="{6502A299-E4EF-4A30-A955-6F5BE1A404A2}"/>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8" name="Freeform 168">
              <a:extLst>
                <a:ext uri="{FF2B5EF4-FFF2-40B4-BE49-F238E27FC236}">
                  <a16:creationId xmlns:a16="http://schemas.microsoft.com/office/drawing/2014/main" id="{F44DA005-70D3-4778-9516-BB1E89342099}"/>
                </a:ext>
              </a:extLst>
            </p:cNvPr>
            <p:cNvSpPr>
              <a:spLocks noEditPoints="1"/>
            </p:cNvSpPr>
            <p:nvPr userDrawn="1"/>
          </p:nvSpPr>
          <p:spPr bwMode="auto">
            <a:xfrm>
              <a:off x="2964463"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9" name="Freeform 169">
              <a:extLst>
                <a:ext uri="{FF2B5EF4-FFF2-40B4-BE49-F238E27FC236}">
                  <a16:creationId xmlns:a16="http://schemas.microsoft.com/office/drawing/2014/main" id="{9262B6EB-A61A-4F09-9AFE-77558CAF856D}"/>
                </a:ext>
              </a:extLst>
            </p:cNvPr>
            <p:cNvSpPr>
              <a:spLocks noEditPoints="1"/>
            </p:cNvSpPr>
            <p:nvPr userDrawn="1"/>
          </p:nvSpPr>
          <p:spPr bwMode="auto">
            <a:xfrm>
              <a:off x="2737682" y="-199687"/>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0" name="Freeform 170">
              <a:extLst>
                <a:ext uri="{FF2B5EF4-FFF2-40B4-BE49-F238E27FC236}">
                  <a16:creationId xmlns:a16="http://schemas.microsoft.com/office/drawing/2014/main" id="{05132B6D-A1D6-4C9B-B22F-0CAECAAB15A7}"/>
                </a:ext>
              </a:extLst>
            </p:cNvPr>
            <p:cNvSpPr>
              <a:spLocks noEditPoints="1"/>
            </p:cNvSpPr>
            <p:nvPr userDrawn="1"/>
          </p:nvSpPr>
          <p:spPr bwMode="auto">
            <a:xfrm>
              <a:off x="2735675" y="-103356"/>
              <a:ext cx="26091"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7 h 18"/>
                <a:gd name="T34" fmla="*/ 5 w 18"/>
                <a:gd name="T35" fmla="*/ 18 h 18"/>
                <a:gd name="T36" fmla="*/ 9 w 18"/>
                <a:gd name="T37" fmla="*/ 18 h 18"/>
                <a:gd name="T38" fmla="*/ 9 w 18"/>
                <a:gd name="T39" fmla="*/ 18 h 18"/>
                <a:gd name="T40" fmla="*/ 14 w 18"/>
                <a:gd name="T41" fmla="*/ 17 h 18"/>
                <a:gd name="T42" fmla="*/ 12 w 18"/>
                <a:gd name="T43" fmla="*/ 14 h 18"/>
                <a:gd name="T44" fmla="*/ 14 w 18"/>
                <a:gd name="T45" fmla="*/ 17 h 18"/>
                <a:gd name="T46" fmla="*/ 18 w 18"/>
                <a:gd name="T47" fmla="*/ 9 h 18"/>
                <a:gd name="T48" fmla="*/ 17 w 18"/>
                <a:gd name="T49" fmla="*/ 5 h 18"/>
                <a:gd name="T50" fmla="*/ 17 w 18"/>
                <a:gd name="T51" fmla="*/ 5 h 18"/>
                <a:gd name="T52" fmla="*/ 12 w 18"/>
                <a:gd name="T53" fmla="*/ 1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1" name="Freeform 171">
              <a:extLst>
                <a:ext uri="{FF2B5EF4-FFF2-40B4-BE49-F238E27FC236}">
                  <a16:creationId xmlns:a16="http://schemas.microsoft.com/office/drawing/2014/main" id="{C94FDA08-D114-4C05-9631-19958A82BB81}"/>
                </a:ext>
              </a:extLst>
            </p:cNvPr>
            <p:cNvSpPr>
              <a:spLocks noEditPoints="1"/>
            </p:cNvSpPr>
            <p:nvPr userDrawn="1"/>
          </p:nvSpPr>
          <p:spPr bwMode="auto">
            <a:xfrm>
              <a:off x="2721626" y="-83286"/>
              <a:ext cx="22077" cy="22077"/>
            </a:xfrm>
            <a:custGeom>
              <a:avLst/>
              <a:gdLst>
                <a:gd name="T0" fmla="*/ 8 w 15"/>
                <a:gd name="T1" fmla="*/ 9 h 15"/>
                <a:gd name="T2" fmla="*/ 6 w 15"/>
                <a:gd name="T3" fmla="*/ 8 h 15"/>
                <a:gd name="T4" fmla="*/ 6 w 15"/>
                <a:gd name="T5" fmla="*/ 8 h 15"/>
                <a:gd name="T6" fmla="*/ 7 w 15"/>
                <a:gd name="T7" fmla="*/ 7 h 15"/>
                <a:gd name="T8" fmla="*/ 7 w 15"/>
                <a:gd name="T9" fmla="*/ 7 h 15"/>
                <a:gd name="T10" fmla="*/ 8 w 15"/>
                <a:gd name="T11" fmla="*/ 6 h 15"/>
                <a:gd name="T12" fmla="*/ 9 w 15"/>
                <a:gd name="T13" fmla="*/ 7 h 15"/>
                <a:gd name="T14" fmla="*/ 9 w 15"/>
                <a:gd name="T15" fmla="*/ 7 h 15"/>
                <a:gd name="T16" fmla="*/ 9 w 15"/>
                <a:gd name="T17" fmla="*/ 8 h 15"/>
                <a:gd name="T18" fmla="*/ 8 w 15"/>
                <a:gd name="T19" fmla="*/ 9 h 15"/>
                <a:gd name="T20" fmla="*/ 8 w 15"/>
                <a:gd name="T21" fmla="*/ 9 h 15"/>
                <a:gd name="T22" fmla="*/ 8 w 15"/>
                <a:gd name="T23" fmla="*/ 9 h 15"/>
                <a:gd name="T24" fmla="*/ 8 w 15"/>
                <a:gd name="T25" fmla="*/ 0 h 15"/>
                <a:gd name="T26" fmla="*/ 8 w 15"/>
                <a:gd name="T27" fmla="*/ 0 h 15"/>
                <a:gd name="T28" fmla="*/ 4 w 15"/>
                <a:gd name="T29" fmla="*/ 1 h 15"/>
                <a:gd name="T30" fmla="*/ 4 w 15"/>
                <a:gd name="T31" fmla="*/ 1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4 w 15"/>
                <a:gd name="T55" fmla="*/ 4 h 15"/>
                <a:gd name="T56" fmla="*/ 14 w 15"/>
                <a:gd name="T57" fmla="*/ 4 h 15"/>
                <a:gd name="T58" fmla="*/ 10 w 15"/>
                <a:gd name="T59" fmla="*/ 1 h 15"/>
                <a:gd name="T60" fmla="*/ 8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8" y="9"/>
                  </a:moveTo>
                  <a:cubicBezTo>
                    <a:pt x="7" y="9"/>
                    <a:pt x="7" y="9"/>
                    <a:pt x="6" y="8"/>
                  </a:cubicBezTo>
                  <a:cubicBezTo>
                    <a:pt x="6" y="8"/>
                    <a:pt x="6" y="8"/>
                    <a:pt x="6" y="8"/>
                  </a:cubicBezTo>
                  <a:cubicBezTo>
                    <a:pt x="6" y="7"/>
                    <a:pt x="6" y="7"/>
                    <a:pt x="7" y="7"/>
                  </a:cubicBezTo>
                  <a:cubicBezTo>
                    <a:pt x="7" y="7"/>
                    <a:pt x="7"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4" y="1"/>
                    <a:pt x="4" y="1"/>
                    <a:pt x="4" y="1"/>
                  </a:cubicBezTo>
                  <a:cubicBezTo>
                    <a:pt x="4" y="1"/>
                    <a:pt x="4"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4" y="4"/>
                    <a:pt x="14" y="4"/>
                    <a:pt x="14" y="4"/>
                  </a:cubicBezTo>
                  <a:cubicBezTo>
                    <a:pt x="13" y="2"/>
                    <a:pt x="12"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2" name="Freeform 172">
              <a:extLst>
                <a:ext uri="{FF2B5EF4-FFF2-40B4-BE49-F238E27FC236}">
                  <a16:creationId xmlns:a16="http://schemas.microsoft.com/office/drawing/2014/main" id="{4F9050B0-6F03-449E-B9BE-49B9103D15E9}"/>
                </a:ext>
              </a:extLst>
            </p:cNvPr>
            <p:cNvSpPr>
              <a:spLocks noEditPoints="1"/>
            </p:cNvSpPr>
            <p:nvPr userDrawn="1"/>
          </p:nvSpPr>
          <p:spPr bwMode="auto">
            <a:xfrm>
              <a:off x="2725640" y="-61211"/>
              <a:ext cx="18063" cy="18063"/>
            </a:xfrm>
            <a:custGeom>
              <a:avLst/>
              <a:gdLst>
                <a:gd name="T0" fmla="*/ 6 w 13"/>
                <a:gd name="T1" fmla="*/ 7 h 13"/>
                <a:gd name="T2" fmla="*/ 6 w 13"/>
                <a:gd name="T3" fmla="*/ 7 h 13"/>
                <a:gd name="T4" fmla="*/ 6 w 13"/>
                <a:gd name="T5" fmla="*/ 6 h 13"/>
                <a:gd name="T6" fmla="*/ 6 w 13"/>
                <a:gd name="T7" fmla="*/ 6 h 13"/>
                <a:gd name="T8" fmla="*/ 7 w 13"/>
                <a:gd name="T9" fmla="*/ 6 h 13"/>
                <a:gd name="T10" fmla="*/ 7 w 13"/>
                <a:gd name="T11" fmla="*/ 7 h 13"/>
                <a:gd name="T12" fmla="*/ 7 w 13"/>
                <a:gd name="T13" fmla="*/ 7 h 13"/>
                <a:gd name="T14" fmla="*/ 6 w 13"/>
                <a:gd name="T15" fmla="*/ 7 h 13"/>
                <a:gd name="T16" fmla="*/ 6 w 13"/>
                <a:gd name="T17" fmla="*/ 7 h 13"/>
                <a:gd name="T18" fmla="*/ 6 w 13"/>
                <a:gd name="T19" fmla="*/ 0 h 13"/>
                <a:gd name="T20" fmla="*/ 6 w 13"/>
                <a:gd name="T21" fmla="*/ 0 h 13"/>
                <a:gd name="T22" fmla="*/ 4 w 13"/>
                <a:gd name="T23" fmla="*/ 1 h 13"/>
                <a:gd name="T24" fmla="*/ 3 w 13"/>
                <a:gd name="T25" fmla="*/ 1 h 13"/>
                <a:gd name="T26" fmla="*/ 0 w 13"/>
                <a:gd name="T27" fmla="*/ 7 h 13"/>
                <a:gd name="T28" fmla="*/ 1 w 13"/>
                <a:gd name="T29" fmla="*/ 10 h 13"/>
                <a:gd name="T30" fmla="*/ 1 w 13"/>
                <a:gd name="T31" fmla="*/ 10 h 13"/>
                <a:gd name="T32" fmla="*/ 6 w 13"/>
                <a:gd name="T33" fmla="*/ 13 h 13"/>
                <a:gd name="T34" fmla="*/ 6 w 13"/>
                <a:gd name="T35" fmla="*/ 13 h 13"/>
                <a:gd name="T36" fmla="*/ 10 w 13"/>
                <a:gd name="T37" fmla="*/ 12 h 13"/>
                <a:gd name="T38" fmla="*/ 10 w 13"/>
                <a:gd name="T39" fmla="*/ 12 h 13"/>
                <a:gd name="T40" fmla="*/ 13 w 13"/>
                <a:gd name="T41" fmla="*/ 7 h 13"/>
                <a:gd name="T42" fmla="*/ 12 w 13"/>
                <a:gd name="T43" fmla="*/ 3 h 13"/>
                <a:gd name="T44" fmla="*/ 12 w 13"/>
                <a:gd name="T45" fmla="*/ 3 h 13"/>
                <a:gd name="T46" fmla="*/ 8 w 13"/>
                <a:gd name="T47" fmla="*/ 0 h 13"/>
                <a:gd name="T48" fmla="*/ 6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6" y="7"/>
                    <a:pt x="6" y="7"/>
                    <a:pt x="6" y="7"/>
                  </a:cubicBezTo>
                  <a:cubicBezTo>
                    <a:pt x="6" y="7"/>
                    <a:pt x="6" y="7"/>
                    <a:pt x="6" y="7"/>
                  </a:cubicBezTo>
                  <a:moveTo>
                    <a:pt x="6" y="0"/>
                  </a:moveTo>
                  <a:cubicBezTo>
                    <a:pt x="6" y="0"/>
                    <a:pt x="6" y="0"/>
                    <a:pt x="6" y="0"/>
                  </a:cubicBezTo>
                  <a:cubicBezTo>
                    <a:pt x="5" y="0"/>
                    <a:pt x="5"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9"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3" name="Freeform 173">
              <a:extLst>
                <a:ext uri="{FF2B5EF4-FFF2-40B4-BE49-F238E27FC236}">
                  <a16:creationId xmlns:a16="http://schemas.microsoft.com/office/drawing/2014/main" id="{B3DF6E99-FD2C-43A3-AFCB-BF218E43C292}"/>
                </a:ext>
              </a:extLst>
            </p:cNvPr>
            <p:cNvSpPr>
              <a:spLocks noEditPoints="1"/>
            </p:cNvSpPr>
            <p:nvPr userDrawn="1"/>
          </p:nvSpPr>
          <p:spPr bwMode="auto">
            <a:xfrm>
              <a:off x="2928339" y="108674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4" name="Freeform 174">
              <a:extLst>
                <a:ext uri="{FF2B5EF4-FFF2-40B4-BE49-F238E27FC236}">
                  <a16:creationId xmlns:a16="http://schemas.microsoft.com/office/drawing/2014/main" id="{2BED4CB1-D032-4E8F-B435-8C8E58D2D87E}"/>
                </a:ext>
              </a:extLst>
            </p:cNvPr>
            <p:cNvSpPr>
              <a:spLocks noEditPoints="1"/>
            </p:cNvSpPr>
            <p:nvPr userDrawn="1"/>
          </p:nvSpPr>
          <p:spPr bwMode="auto">
            <a:xfrm>
              <a:off x="2924325"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5" name="Freeform 175">
              <a:extLst>
                <a:ext uri="{FF2B5EF4-FFF2-40B4-BE49-F238E27FC236}">
                  <a16:creationId xmlns:a16="http://schemas.microsoft.com/office/drawing/2014/main" id="{72CB63A8-C7C1-42DA-9CCE-5F14A339F460}"/>
                </a:ext>
              </a:extLst>
            </p:cNvPr>
            <p:cNvSpPr>
              <a:spLocks noEditPoints="1"/>
            </p:cNvSpPr>
            <p:nvPr userDrawn="1"/>
          </p:nvSpPr>
          <p:spPr bwMode="auto">
            <a:xfrm>
              <a:off x="2906262" y="1237262"/>
              <a:ext cx="26091" cy="28097"/>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6 w 17"/>
                <a:gd name="T19" fmla="*/ 8 h 18"/>
                <a:gd name="T20" fmla="*/ 8 w 17"/>
                <a:gd name="T21" fmla="*/ 0 h 18"/>
                <a:gd name="T22" fmla="*/ 1 w 17"/>
                <a:gd name="T23" fmla="*/ 5 h 18"/>
                <a:gd name="T24" fmla="*/ 3 w 17"/>
                <a:gd name="T25" fmla="*/ 7 h 18"/>
                <a:gd name="T26" fmla="*/ 1 w 17"/>
                <a:gd name="T27" fmla="*/ 5 h 18"/>
                <a:gd name="T28" fmla="*/ 0 w 17"/>
                <a:gd name="T29" fmla="*/ 9 h 18"/>
                <a:gd name="T30" fmla="*/ 4 w 17"/>
                <a:gd name="T31" fmla="*/ 17 h 18"/>
                <a:gd name="T32" fmla="*/ 8 w 17"/>
                <a:gd name="T33" fmla="*/ 18 h 18"/>
                <a:gd name="T34" fmla="*/ 8 w 17"/>
                <a:gd name="T35" fmla="*/ 18 h 18"/>
                <a:gd name="T36" fmla="*/ 8 w 17"/>
                <a:gd name="T37" fmla="*/ 18 h 18"/>
                <a:gd name="T38" fmla="*/ 16 w 17"/>
                <a:gd name="T39" fmla="*/ 13 h 18"/>
                <a:gd name="T40" fmla="*/ 17 w 17"/>
                <a:gd name="T41" fmla="*/ 9 h 18"/>
                <a:gd name="T42" fmla="*/ 12 w 17"/>
                <a:gd name="T43" fmla="*/ 1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6" name="Freeform 176">
              <a:extLst>
                <a:ext uri="{FF2B5EF4-FFF2-40B4-BE49-F238E27FC236}">
                  <a16:creationId xmlns:a16="http://schemas.microsoft.com/office/drawing/2014/main" id="{4F385DD0-DEE4-4B11-A141-6E2DB4D166EE}"/>
                </a:ext>
              </a:extLst>
            </p:cNvPr>
            <p:cNvSpPr>
              <a:spLocks noEditPoints="1"/>
            </p:cNvSpPr>
            <p:nvPr userDrawn="1"/>
          </p:nvSpPr>
          <p:spPr bwMode="auto">
            <a:xfrm>
              <a:off x="2882179" y="1241276"/>
              <a:ext cx="24083" cy="22077"/>
            </a:xfrm>
            <a:custGeom>
              <a:avLst/>
              <a:gdLst>
                <a:gd name="T0" fmla="*/ 6 w 16"/>
                <a:gd name="T1" fmla="*/ 7 h 15"/>
                <a:gd name="T2" fmla="*/ 8 w 16"/>
                <a:gd name="T3" fmla="*/ 6 h 15"/>
                <a:gd name="T4" fmla="*/ 9 w 16"/>
                <a:gd name="T5" fmla="*/ 6 h 15"/>
                <a:gd name="T6" fmla="*/ 9 w 16"/>
                <a:gd name="T7" fmla="*/ 6 h 15"/>
                <a:gd name="T8" fmla="*/ 10 w 16"/>
                <a:gd name="T9" fmla="*/ 8 h 15"/>
                <a:gd name="T10" fmla="*/ 9 w 16"/>
                <a:gd name="T11" fmla="*/ 8 h 15"/>
                <a:gd name="T12" fmla="*/ 8 w 16"/>
                <a:gd name="T13" fmla="*/ 9 h 15"/>
                <a:gd name="T14" fmla="*/ 7 w 16"/>
                <a:gd name="T15" fmla="*/ 9 h 15"/>
                <a:gd name="T16" fmla="*/ 6 w 16"/>
                <a:gd name="T17" fmla="*/ 8 h 15"/>
                <a:gd name="T18" fmla="*/ 6 w 16"/>
                <a:gd name="T19" fmla="*/ 7 h 15"/>
                <a:gd name="T20" fmla="*/ 8 w 16"/>
                <a:gd name="T21" fmla="*/ 0 h 15"/>
                <a:gd name="T22" fmla="*/ 1 w 16"/>
                <a:gd name="T23" fmla="*/ 4 h 15"/>
                <a:gd name="T24" fmla="*/ 1 w 16"/>
                <a:gd name="T25" fmla="*/ 4 h 15"/>
                <a:gd name="T26" fmla="*/ 0 w 16"/>
                <a:gd name="T27" fmla="*/ 8 h 15"/>
                <a:gd name="T28" fmla="*/ 5 w 16"/>
                <a:gd name="T29" fmla="*/ 14 h 15"/>
                <a:gd name="T30" fmla="*/ 8 w 16"/>
                <a:gd name="T31" fmla="*/ 15 h 15"/>
                <a:gd name="T32" fmla="*/ 15 w 16"/>
                <a:gd name="T33" fmla="*/ 11 h 15"/>
                <a:gd name="T34" fmla="*/ 16 w 16"/>
                <a:gd name="T35" fmla="*/ 8 h 15"/>
                <a:gd name="T36" fmla="*/ 11 w 16"/>
                <a:gd name="T37" fmla="*/ 1 h 15"/>
                <a:gd name="T38" fmla="*/ 11 w 16"/>
                <a:gd name="T39" fmla="*/ 1 h 15"/>
                <a:gd name="T40" fmla="*/ 8 w 16"/>
                <a:gd name="T41" fmla="*/ 0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6" y="7"/>
                  </a:moveTo>
                  <a:cubicBezTo>
                    <a:pt x="7" y="7"/>
                    <a:pt x="7" y="6"/>
                    <a:pt x="8" y="6"/>
                  </a:cubicBezTo>
                  <a:cubicBezTo>
                    <a:pt x="9" y="6"/>
                    <a:pt x="9" y="6"/>
                    <a:pt x="9" y="6"/>
                  </a:cubicBezTo>
                  <a:cubicBezTo>
                    <a:pt x="9" y="6"/>
                    <a:pt x="9" y="6"/>
                    <a:pt x="9" y="6"/>
                  </a:cubicBezTo>
                  <a:cubicBezTo>
                    <a:pt x="9" y="7"/>
                    <a:pt x="10" y="7"/>
                    <a:pt x="10" y="8"/>
                  </a:cubicBezTo>
                  <a:cubicBezTo>
                    <a:pt x="9" y="8"/>
                    <a:pt x="9" y="8"/>
                    <a:pt x="9" y="8"/>
                  </a:cubicBezTo>
                  <a:cubicBezTo>
                    <a:pt x="9" y="9"/>
                    <a:pt x="9" y="9"/>
                    <a:pt x="8" y="9"/>
                  </a:cubicBezTo>
                  <a:cubicBezTo>
                    <a:pt x="7" y="9"/>
                    <a:pt x="7" y="9"/>
                    <a:pt x="7" y="9"/>
                  </a:cubicBezTo>
                  <a:cubicBezTo>
                    <a:pt x="7" y="9"/>
                    <a:pt x="6" y="8"/>
                    <a:pt x="6" y="8"/>
                  </a:cubicBezTo>
                  <a:cubicBezTo>
                    <a:pt x="6" y="7"/>
                    <a:pt x="6" y="7"/>
                    <a:pt x="6" y="7"/>
                  </a:cubicBezTo>
                  <a:moveTo>
                    <a:pt x="8" y="0"/>
                  </a:moveTo>
                  <a:cubicBezTo>
                    <a:pt x="5" y="0"/>
                    <a:pt x="2" y="2"/>
                    <a:pt x="1" y="4"/>
                  </a:cubicBezTo>
                  <a:cubicBezTo>
                    <a:pt x="1" y="4"/>
                    <a:pt x="1" y="4"/>
                    <a:pt x="1" y="4"/>
                  </a:cubicBezTo>
                  <a:cubicBezTo>
                    <a:pt x="1" y="5"/>
                    <a:pt x="0" y="7"/>
                    <a:pt x="0" y="8"/>
                  </a:cubicBezTo>
                  <a:cubicBezTo>
                    <a:pt x="0" y="11"/>
                    <a:pt x="2" y="13"/>
                    <a:pt x="5" y="14"/>
                  </a:cubicBezTo>
                  <a:cubicBezTo>
                    <a:pt x="6" y="15"/>
                    <a:pt x="7" y="15"/>
                    <a:pt x="8" y="15"/>
                  </a:cubicBezTo>
                  <a:cubicBezTo>
                    <a:pt x="11" y="15"/>
                    <a:pt x="13" y="14"/>
                    <a:pt x="15" y="11"/>
                  </a:cubicBezTo>
                  <a:cubicBezTo>
                    <a:pt x="15" y="10"/>
                    <a:pt x="16" y="9"/>
                    <a:pt x="16" y="8"/>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7" name="Freeform 177">
              <a:extLst>
                <a:ext uri="{FF2B5EF4-FFF2-40B4-BE49-F238E27FC236}">
                  <a16:creationId xmlns:a16="http://schemas.microsoft.com/office/drawing/2014/main" id="{D171E819-5457-4CC3-894D-CF67EBBBE798}"/>
                </a:ext>
              </a:extLst>
            </p:cNvPr>
            <p:cNvSpPr>
              <a:spLocks noEditPoints="1"/>
            </p:cNvSpPr>
            <p:nvPr userDrawn="1"/>
          </p:nvSpPr>
          <p:spPr bwMode="auto">
            <a:xfrm>
              <a:off x="2842041" y="518787"/>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8" name="Freeform 178">
              <a:extLst>
                <a:ext uri="{FF2B5EF4-FFF2-40B4-BE49-F238E27FC236}">
                  <a16:creationId xmlns:a16="http://schemas.microsoft.com/office/drawing/2014/main" id="{65B1F8F6-BD8D-4F8A-9306-17CEA42C4286}"/>
                </a:ext>
              </a:extLst>
            </p:cNvPr>
            <p:cNvSpPr>
              <a:spLocks noEditPoints="1"/>
            </p:cNvSpPr>
            <p:nvPr userDrawn="1"/>
          </p:nvSpPr>
          <p:spPr bwMode="auto">
            <a:xfrm>
              <a:off x="2890207" y="1385774"/>
              <a:ext cx="180622" cy="248857"/>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8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9" name="Freeform 179">
              <a:extLst>
                <a:ext uri="{FF2B5EF4-FFF2-40B4-BE49-F238E27FC236}">
                  <a16:creationId xmlns:a16="http://schemas.microsoft.com/office/drawing/2014/main" id="{C90944E1-71F0-490C-B3FE-6CF10F9A39EA}"/>
                </a:ext>
              </a:extLst>
            </p:cNvPr>
            <p:cNvSpPr>
              <a:spLocks noEditPoints="1"/>
            </p:cNvSpPr>
            <p:nvPr userDrawn="1"/>
          </p:nvSpPr>
          <p:spPr bwMode="auto">
            <a:xfrm>
              <a:off x="2671454" y="-406400"/>
              <a:ext cx="331141"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4 h 131"/>
                <a:gd name="T30" fmla="*/ 208 w 219"/>
                <a:gd name="T31" fmla="*/ 115 h 131"/>
                <a:gd name="T32" fmla="*/ 177 w 219"/>
                <a:gd name="T33" fmla="*/ 125 h 131"/>
                <a:gd name="T34" fmla="*/ 99 w 219"/>
                <a:gd name="T35" fmla="*/ 125 h 131"/>
                <a:gd name="T36" fmla="*/ 87 w 219"/>
                <a:gd name="T37" fmla="*/ 120 h 131"/>
                <a:gd name="T38" fmla="*/ 79 w 219"/>
                <a:gd name="T39" fmla="*/ 111 h 131"/>
                <a:gd name="T40" fmla="*/ 76 w 219"/>
                <a:gd name="T41" fmla="*/ 95 h 131"/>
                <a:gd name="T42" fmla="*/ 76 w 219"/>
                <a:gd name="T43" fmla="*/ 94 h 131"/>
                <a:gd name="T44" fmla="*/ 33 w 219"/>
                <a:gd name="T45" fmla="*/ 51 h 131"/>
                <a:gd name="T46" fmla="*/ 76 w 219"/>
                <a:gd name="T47" fmla="*/ 74 h 131"/>
                <a:gd name="T48" fmla="*/ 76 w 219"/>
                <a:gd name="T49" fmla="*/ 35 h 131"/>
                <a:gd name="T50" fmla="*/ 182 w 219"/>
                <a:gd name="T51" fmla="*/ 0 h 131"/>
                <a:gd name="T52" fmla="*/ 110 w 219"/>
                <a:gd name="T53" fmla="*/ 0 h 131"/>
                <a:gd name="T54" fmla="*/ 110 w 219"/>
                <a:gd name="T55" fmla="*/ 0 h 131"/>
                <a:gd name="T56" fmla="*/ 89 w 219"/>
                <a:gd name="T57" fmla="*/ 6 h 131"/>
                <a:gd name="T58" fmla="*/ 73 w 219"/>
                <a:gd name="T59" fmla="*/ 24 h 131"/>
                <a:gd name="T60" fmla="*/ 70 w 219"/>
                <a:gd name="T61" fmla="*/ 35 h 131"/>
                <a:gd name="T62" fmla="*/ 70 w 219"/>
                <a:gd name="T63" fmla="*/ 35 h 131"/>
                <a:gd name="T64" fmla="*/ 70 w 219"/>
                <a:gd name="T65" fmla="*/ 64 h 131"/>
                <a:gd name="T66" fmla="*/ 0 w 219"/>
                <a:gd name="T67" fmla="*/ 25 h 131"/>
                <a:gd name="T68" fmla="*/ 14 w 219"/>
                <a:gd name="T69" fmla="*/ 40 h 131"/>
                <a:gd name="T70" fmla="*/ 17 w 219"/>
                <a:gd name="T71" fmla="*/ 38 h 131"/>
                <a:gd name="T72" fmla="*/ 14 w 219"/>
                <a:gd name="T73" fmla="*/ 40 h 131"/>
                <a:gd name="T74" fmla="*/ 70 w 219"/>
                <a:gd name="T75" fmla="*/ 97 h 131"/>
                <a:gd name="T76" fmla="*/ 74 w 219"/>
                <a:gd name="T77" fmla="*/ 114 h 131"/>
                <a:gd name="T78" fmla="*/ 89 w 219"/>
                <a:gd name="T79" fmla="*/ 128 h 131"/>
                <a:gd name="T80" fmla="*/ 98 w 219"/>
                <a:gd name="T81" fmla="*/ 131 h 131"/>
                <a:gd name="T82" fmla="*/ 98 w 219"/>
                <a:gd name="T83" fmla="*/ 131 h 131"/>
                <a:gd name="T84" fmla="*/ 178 w 219"/>
                <a:gd name="T85" fmla="*/ 131 h 131"/>
                <a:gd name="T86" fmla="*/ 178 w 219"/>
                <a:gd name="T87" fmla="*/ 131 h 131"/>
                <a:gd name="T88" fmla="*/ 212 w 219"/>
                <a:gd name="T89" fmla="*/ 119 h 131"/>
                <a:gd name="T90" fmla="*/ 219 w 219"/>
                <a:gd name="T91" fmla="*/ 104 h 131"/>
                <a:gd name="T92" fmla="*/ 218 w 219"/>
                <a:gd name="T93" fmla="*/ 101 h 131"/>
                <a:gd name="T94" fmla="*/ 218 w 219"/>
                <a:gd name="T95" fmla="*/ 36 h 131"/>
                <a:gd name="T96" fmla="*/ 218 w 219"/>
                <a:gd name="T97" fmla="*/ 36 h 131"/>
                <a:gd name="T98" fmla="*/ 198 w 219"/>
                <a:gd name="T99" fmla="*/ 5 h 131"/>
                <a:gd name="T100" fmla="*/ 182 w 219"/>
                <a:gd name="T101" fmla="*/ 0 h 131"/>
                <a:gd name="T102" fmla="*/ 182 w 219"/>
                <a:gd name="T10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8"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0" name="Freeform 180">
              <a:extLst>
                <a:ext uri="{FF2B5EF4-FFF2-40B4-BE49-F238E27FC236}">
                  <a16:creationId xmlns:a16="http://schemas.microsoft.com/office/drawing/2014/main" id="{EF379A0D-4189-40A5-A48B-ABAEBE78B569}"/>
                </a:ext>
              </a:extLst>
            </p:cNvPr>
            <p:cNvSpPr>
              <a:spLocks noEditPoints="1"/>
            </p:cNvSpPr>
            <p:nvPr userDrawn="1"/>
          </p:nvSpPr>
          <p:spPr bwMode="auto">
            <a:xfrm>
              <a:off x="2878165"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1" name="Freeform 181">
              <a:extLst>
                <a:ext uri="{FF2B5EF4-FFF2-40B4-BE49-F238E27FC236}">
                  <a16:creationId xmlns:a16="http://schemas.microsoft.com/office/drawing/2014/main" id="{416AEE1C-1EE7-4843-88D6-6FEC166DFA6D}"/>
                </a:ext>
              </a:extLst>
            </p:cNvPr>
            <p:cNvSpPr>
              <a:spLocks noEditPoints="1"/>
            </p:cNvSpPr>
            <p:nvPr userDrawn="1"/>
          </p:nvSpPr>
          <p:spPr bwMode="auto">
            <a:xfrm>
              <a:off x="2791869" y="65225"/>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2" name="Freeform 182">
              <a:extLst>
                <a:ext uri="{FF2B5EF4-FFF2-40B4-BE49-F238E27FC236}">
                  <a16:creationId xmlns:a16="http://schemas.microsoft.com/office/drawing/2014/main" id="{DFAE0537-1C1C-482C-A823-5B2D10C0DFE3}"/>
                </a:ext>
              </a:extLst>
            </p:cNvPr>
            <p:cNvSpPr>
              <a:spLocks noEditPoints="1"/>
            </p:cNvSpPr>
            <p:nvPr userDrawn="1"/>
          </p:nvSpPr>
          <p:spPr bwMode="auto">
            <a:xfrm>
              <a:off x="2683496" y="1269373"/>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3" name="Freeform 183">
              <a:extLst>
                <a:ext uri="{FF2B5EF4-FFF2-40B4-BE49-F238E27FC236}">
                  <a16:creationId xmlns:a16="http://schemas.microsoft.com/office/drawing/2014/main" id="{BFBA2B31-ED60-4985-9E5A-CE0D908A0C4A}"/>
                </a:ext>
              </a:extLst>
            </p:cNvPr>
            <p:cNvSpPr>
              <a:spLocks noEditPoints="1"/>
            </p:cNvSpPr>
            <p:nvPr userDrawn="1"/>
          </p:nvSpPr>
          <p:spPr bwMode="auto">
            <a:xfrm>
              <a:off x="2793875" y="292006"/>
              <a:ext cx="282975" cy="244843"/>
            </a:xfrm>
            <a:custGeom>
              <a:avLst/>
              <a:gdLst>
                <a:gd name="T0" fmla="*/ 77 w 188"/>
                <a:gd name="T1" fmla="*/ 139 h 162"/>
                <a:gd name="T2" fmla="*/ 106 w 188"/>
                <a:gd name="T3" fmla="*/ 9 h 162"/>
                <a:gd name="T4" fmla="*/ 114 w 188"/>
                <a:gd name="T5" fmla="*/ 7 h 162"/>
                <a:gd name="T6" fmla="*/ 123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8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4" name="Freeform 184">
              <a:extLst>
                <a:ext uri="{FF2B5EF4-FFF2-40B4-BE49-F238E27FC236}">
                  <a16:creationId xmlns:a16="http://schemas.microsoft.com/office/drawing/2014/main" id="{2B2E9409-8978-4300-BBD3-ACE3772DC891}"/>
                </a:ext>
              </a:extLst>
            </p:cNvPr>
            <p:cNvSpPr>
              <a:spLocks noEditPoints="1"/>
            </p:cNvSpPr>
            <p:nvPr userDrawn="1"/>
          </p:nvSpPr>
          <p:spPr bwMode="auto">
            <a:xfrm>
              <a:off x="2545018" y="946259"/>
              <a:ext cx="363252" cy="313078"/>
            </a:xfrm>
            <a:custGeom>
              <a:avLst/>
              <a:gdLst>
                <a:gd name="T0" fmla="*/ 99 w 242"/>
                <a:gd name="T1" fmla="*/ 180 h 208"/>
                <a:gd name="T2" fmla="*/ 142 w 242"/>
                <a:gd name="T3" fmla="*/ 6 h 208"/>
                <a:gd name="T4" fmla="*/ 158 w 242"/>
                <a:gd name="T5" fmla="*/ 18 h 208"/>
                <a:gd name="T6" fmla="*/ 165 w 242"/>
                <a:gd name="T7" fmla="*/ 35 h 208"/>
                <a:gd name="T8" fmla="*/ 217 w 242"/>
                <a:gd name="T9" fmla="*/ 44 h 208"/>
                <a:gd name="T10" fmla="*/ 220 w 242"/>
                <a:gd name="T11" fmla="*/ 72 h 208"/>
                <a:gd name="T12" fmla="*/ 234 w 242"/>
                <a:gd name="T13" fmla="*/ 113 h 208"/>
                <a:gd name="T14" fmla="*/ 219 w 242"/>
                <a:gd name="T15" fmla="*/ 145 h 208"/>
                <a:gd name="T16" fmla="*/ 194 w 242"/>
                <a:gd name="T17" fmla="*/ 146 h 208"/>
                <a:gd name="T18" fmla="*/ 146 w 242"/>
                <a:gd name="T19" fmla="*/ 192 h 208"/>
                <a:gd name="T20" fmla="*/ 127 w 242"/>
                <a:gd name="T21" fmla="*/ 188 h 208"/>
                <a:gd name="T22" fmla="*/ 105 w 242"/>
                <a:gd name="T23" fmla="*/ 170 h 208"/>
                <a:gd name="T24" fmla="*/ 83 w 242"/>
                <a:gd name="T25" fmla="*/ 181 h 208"/>
                <a:gd name="T26" fmla="*/ 62 w 242"/>
                <a:gd name="T27" fmla="*/ 172 h 208"/>
                <a:gd name="T28" fmla="*/ 56 w 242"/>
                <a:gd name="T29" fmla="*/ 144 h 208"/>
                <a:gd name="T30" fmla="*/ 42 w 242"/>
                <a:gd name="T31" fmla="*/ 142 h 208"/>
                <a:gd name="T32" fmla="*/ 8 w 242"/>
                <a:gd name="T33" fmla="*/ 109 h 208"/>
                <a:gd name="T34" fmla="*/ 17 w 242"/>
                <a:gd name="T35" fmla="*/ 80 h 208"/>
                <a:gd name="T36" fmla="*/ 45 w 242"/>
                <a:gd name="T37" fmla="*/ 65 h 208"/>
                <a:gd name="T38" fmla="*/ 67 w 242"/>
                <a:gd name="T39" fmla="*/ 14 h 208"/>
                <a:gd name="T40" fmla="*/ 119 w 242"/>
                <a:gd name="T41" fmla="*/ 27 h 208"/>
                <a:gd name="T42" fmla="*/ 122 w 242"/>
                <a:gd name="T43" fmla="*/ 30 h 208"/>
                <a:gd name="T44" fmla="*/ 136 w 242"/>
                <a:gd name="T45" fmla="*/ 1 h 208"/>
                <a:gd name="T46" fmla="*/ 82 w 242"/>
                <a:gd name="T47" fmla="*/ 5 h 208"/>
                <a:gd name="T48" fmla="*/ 35 w 242"/>
                <a:gd name="T49" fmla="*/ 56 h 208"/>
                <a:gd name="T50" fmla="*/ 19 w 242"/>
                <a:gd name="T51" fmla="*/ 75 h 208"/>
                <a:gd name="T52" fmla="*/ 2 w 242"/>
                <a:gd name="T53" fmla="*/ 85 h 208"/>
                <a:gd name="T54" fmla="*/ 18 w 242"/>
                <a:gd name="T55" fmla="*/ 126 h 208"/>
                <a:gd name="T56" fmla="*/ 29 w 242"/>
                <a:gd name="T57" fmla="*/ 160 h 208"/>
                <a:gd name="T58" fmla="*/ 1 w 242"/>
                <a:gd name="T59" fmla="*/ 204 h 208"/>
                <a:gd name="T60" fmla="*/ 4 w 242"/>
                <a:gd name="T61" fmla="*/ 208 h 208"/>
                <a:gd name="T62" fmla="*/ 18 w 242"/>
                <a:gd name="T63" fmla="*/ 199 h 208"/>
                <a:gd name="T64" fmla="*/ 56 w 242"/>
                <a:gd name="T65" fmla="*/ 175 h 208"/>
                <a:gd name="T66" fmla="*/ 83 w 242"/>
                <a:gd name="T67" fmla="*/ 187 h 208"/>
                <a:gd name="T68" fmla="*/ 99 w 242"/>
                <a:gd name="T69" fmla="*/ 180 h 208"/>
                <a:gd name="T70" fmla="*/ 122 w 242"/>
                <a:gd name="T71" fmla="*/ 192 h 208"/>
                <a:gd name="T72" fmla="*/ 146 w 242"/>
                <a:gd name="T73" fmla="*/ 198 h 208"/>
                <a:gd name="T74" fmla="*/ 189 w 242"/>
                <a:gd name="T75" fmla="*/ 178 h 208"/>
                <a:gd name="T76" fmla="*/ 206 w 242"/>
                <a:gd name="T77" fmla="*/ 149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3" y="202"/>
                  </a:moveTo>
                  <a:cubicBezTo>
                    <a:pt x="3" y="202"/>
                    <a:pt x="3" y="202"/>
                    <a:pt x="3" y="202"/>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6" y="192"/>
                    <a:pt x="146"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6" y="149"/>
                    <a:pt x="206"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5" name="Freeform 185">
              <a:extLst>
                <a:ext uri="{FF2B5EF4-FFF2-40B4-BE49-F238E27FC236}">
                  <a16:creationId xmlns:a16="http://schemas.microsoft.com/office/drawing/2014/main" id="{2FBBB3CB-5FDF-4429-A4E6-5C9000460EBC}"/>
                </a:ext>
              </a:extLst>
            </p:cNvPr>
            <p:cNvSpPr>
              <a:spLocks/>
            </p:cNvSpPr>
            <p:nvPr userDrawn="1"/>
          </p:nvSpPr>
          <p:spPr bwMode="auto">
            <a:xfrm>
              <a:off x="2545018" y="1255324"/>
              <a:ext cx="2008" cy="4014"/>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6" name="Freeform 186">
              <a:extLst>
                <a:ext uri="{FF2B5EF4-FFF2-40B4-BE49-F238E27FC236}">
                  <a16:creationId xmlns:a16="http://schemas.microsoft.com/office/drawing/2014/main" id="{3B7CF0BA-9328-441C-A529-EC4C5DF6A236}"/>
                </a:ext>
              </a:extLst>
            </p:cNvPr>
            <p:cNvSpPr>
              <a:spLocks noEditPoints="1"/>
            </p:cNvSpPr>
            <p:nvPr userDrawn="1"/>
          </p:nvSpPr>
          <p:spPr bwMode="auto">
            <a:xfrm>
              <a:off x="3827436" y="-137474"/>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7" name="Freeform 187">
              <a:extLst>
                <a:ext uri="{FF2B5EF4-FFF2-40B4-BE49-F238E27FC236}">
                  <a16:creationId xmlns:a16="http://schemas.microsoft.com/office/drawing/2014/main" id="{CEFF2346-3C92-4C2D-A63C-1CB027FB1C55}"/>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close/>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8" name="Freeform 188">
              <a:extLst>
                <a:ext uri="{FF2B5EF4-FFF2-40B4-BE49-F238E27FC236}">
                  <a16:creationId xmlns:a16="http://schemas.microsoft.com/office/drawing/2014/main" id="{8F4BE5C6-5886-437B-B676-1759D9D3E0D4}"/>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9" name="Freeform 189">
              <a:extLst>
                <a:ext uri="{FF2B5EF4-FFF2-40B4-BE49-F238E27FC236}">
                  <a16:creationId xmlns:a16="http://schemas.microsoft.com/office/drawing/2014/main" id="{346F8C58-27AE-45E7-A18E-C52BC677F909}"/>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0" name="Freeform 190">
              <a:extLst>
                <a:ext uri="{FF2B5EF4-FFF2-40B4-BE49-F238E27FC236}">
                  <a16:creationId xmlns:a16="http://schemas.microsoft.com/office/drawing/2014/main" id="{4C0E293A-67BE-42EA-9E30-7B47B8098927}"/>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1" name="Freeform 191">
              <a:extLst>
                <a:ext uri="{FF2B5EF4-FFF2-40B4-BE49-F238E27FC236}">
                  <a16:creationId xmlns:a16="http://schemas.microsoft.com/office/drawing/2014/main" id="{5418420C-F667-4CE5-B75C-07C0A979B04E}"/>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2" name="Freeform 192">
              <a:extLst>
                <a:ext uri="{FF2B5EF4-FFF2-40B4-BE49-F238E27FC236}">
                  <a16:creationId xmlns:a16="http://schemas.microsoft.com/office/drawing/2014/main" id="{BB9B5535-E72F-4953-B102-58A3F99AFEF7}"/>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3" name="Freeform 193">
              <a:extLst>
                <a:ext uri="{FF2B5EF4-FFF2-40B4-BE49-F238E27FC236}">
                  <a16:creationId xmlns:a16="http://schemas.microsoft.com/office/drawing/2014/main" id="{E5477068-84E5-42C4-B079-EF9A3A2A7016}"/>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4" name="Freeform 194">
              <a:extLst>
                <a:ext uri="{FF2B5EF4-FFF2-40B4-BE49-F238E27FC236}">
                  <a16:creationId xmlns:a16="http://schemas.microsoft.com/office/drawing/2014/main" id="{A217CD6C-E9B9-4CC5-AD23-8F81DC57219F}"/>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5" name="Freeform 195">
              <a:extLst>
                <a:ext uri="{FF2B5EF4-FFF2-40B4-BE49-F238E27FC236}">
                  <a16:creationId xmlns:a16="http://schemas.microsoft.com/office/drawing/2014/main" id="{3B7DF576-BB40-420E-BA66-5A7F16AFCB9A}"/>
                </a:ext>
              </a:extLst>
            </p:cNvPr>
            <p:cNvSpPr>
              <a:spLocks noEditPoints="1"/>
            </p:cNvSpPr>
            <p:nvPr userDrawn="1"/>
          </p:nvSpPr>
          <p:spPr bwMode="auto">
            <a:xfrm>
              <a:off x="5748051"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6" name="Freeform 196">
              <a:extLst>
                <a:ext uri="{FF2B5EF4-FFF2-40B4-BE49-F238E27FC236}">
                  <a16:creationId xmlns:a16="http://schemas.microsoft.com/office/drawing/2014/main" id="{8ED472F3-39B2-449F-ADFF-9AD8B5511C1A}"/>
                </a:ext>
              </a:extLst>
            </p:cNvPr>
            <p:cNvSpPr>
              <a:spLocks noEditPoints="1"/>
            </p:cNvSpPr>
            <p:nvPr userDrawn="1"/>
          </p:nvSpPr>
          <p:spPr bwMode="auto">
            <a:xfrm>
              <a:off x="4465634" y="546884"/>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7" name="Freeform 197">
              <a:extLst>
                <a:ext uri="{FF2B5EF4-FFF2-40B4-BE49-F238E27FC236}">
                  <a16:creationId xmlns:a16="http://schemas.microsoft.com/office/drawing/2014/main" id="{EBBEC605-2860-4ADD-AD3B-BD9E0F310EE1}"/>
                </a:ext>
              </a:extLst>
            </p:cNvPr>
            <p:cNvSpPr>
              <a:spLocks noEditPoints="1"/>
            </p:cNvSpPr>
            <p:nvPr userDrawn="1"/>
          </p:nvSpPr>
          <p:spPr bwMode="auto">
            <a:xfrm>
              <a:off x="5414903" y="574981"/>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8" name="Freeform 198">
              <a:extLst>
                <a:ext uri="{FF2B5EF4-FFF2-40B4-BE49-F238E27FC236}">
                  <a16:creationId xmlns:a16="http://schemas.microsoft.com/office/drawing/2014/main" id="{E6693E7B-AE09-429E-AF54-1F1C01B216CE}"/>
                </a:ext>
              </a:extLst>
            </p:cNvPr>
            <p:cNvSpPr>
              <a:spLocks noEditPoints="1"/>
            </p:cNvSpPr>
            <p:nvPr userDrawn="1"/>
          </p:nvSpPr>
          <p:spPr bwMode="auto">
            <a:xfrm>
              <a:off x="5770128" y="-73252"/>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9" name="Freeform 199">
              <a:extLst>
                <a:ext uri="{FF2B5EF4-FFF2-40B4-BE49-F238E27FC236}">
                  <a16:creationId xmlns:a16="http://schemas.microsoft.com/office/drawing/2014/main" id="{62C971D3-AFEE-4244-BEBF-F881541C30F0}"/>
                </a:ext>
              </a:extLst>
            </p:cNvPr>
            <p:cNvSpPr>
              <a:spLocks noEditPoints="1"/>
            </p:cNvSpPr>
            <p:nvPr userDrawn="1"/>
          </p:nvSpPr>
          <p:spPr bwMode="auto">
            <a:xfrm>
              <a:off x="5326599" y="1421898"/>
              <a:ext cx="126436" cy="122422"/>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0" name="Freeform 200">
              <a:extLst>
                <a:ext uri="{FF2B5EF4-FFF2-40B4-BE49-F238E27FC236}">
                  <a16:creationId xmlns:a16="http://schemas.microsoft.com/office/drawing/2014/main" id="{0F33B6D1-5DD7-46F2-AD8C-B4E17B401700}"/>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1" name="Freeform 201">
              <a:extLst>
                <a:ext uri="{FF2B5EF4-FFF2-40B4-BE49-F238E27FC236}">
                  <a16:creationId xmlns:a16="http://schemas.microsoft.com/office/drawing/2014/main" id="{C633E209-6B49-4738-97FB-F61F1D43BC3B}"/>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2" name="Freeform 202">
              <a:extLst>
                <a:ext uri="{FF2B5EF4-FFF2-40B4-BE49-F238E27FC236}">
                  <a16:creationId xmlns:a16="http://schemas.microsoft.com/office/drawing/2014/main" id="{8B9A377B-93D3-4399-BCD6-5441546AF6D2}"/>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3" name="Freeform 203">
              <a:extLst>
                <a:ext uri="{FF2B5EF4-FFF2-40B4-BE49-F238E27FC236}">
                  <a16:creationId xmlns:a16="http://schemas.microsoft.com/office/drawing/2014/main" id="{AD2782B9-7D90-4906-B9A9-ADA7073DBFAC}"/>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4" name="Freeform 204">
              <a:extLst>
                <a:ext uri="{FF2B5EF4-FFF2-40B4-BE49-F238E27FC236}">
                  <a16:creationId xmlns:a16="http://schemas.microsoft.com/office/drawing/2014/main" id="{2F30D162-90DE-4681-9102-2F39E791E44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5" name="Freeform 206">
              <a:extLst>
                <a:ext uri="{FF2B5EF4-FFF2-40B4-BE49-F238E27FC236}">
                  <a16:creationId xmlns:a16="http://schemas.microsoft.com/office/drawing/2014/main" id="{1A8CFC96-1E28-49F2-8968-037FA8AC821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6" name="Freeform 207">
              <a:extLst>
                <a:ext uri="{FF2B5EF4-FFF2-40B4-BE49-F238E27FC236}">
                  <a16:creationId xmlns:a16="http://schemas.microsoft.com/office/drawing/2014/main" id="{83C42033-4D65-419A-A875-75B5DAB0D75B}"/>
                </a:ext>
              </a:extLst>
            </p:cNvPr>
            <p:cNvSpPr>
              <a:spLocks noEditPoints="1"/>
            </p:cNvSpPr>
            <p:nvPr userDrawn="1"/>
          </p:nvSpPr>
          <p:spPr bwMode="auto">
            <a:xfrm>
              <a:off x="3478233" y="532835"/>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7" name="Freeform 208">
              <a:extLst>
                <a:ext uri="{FF2B5EF4-FFF2-40B4-BE49-F238E27FC236}">
                  <a16:creationId xmlns:a16="http://schemas.microsoft.com/office/drawing/2014/main" id="{3D5B4BE9-D8C6-41AF-9426-0F34ED174278}"/>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8" name="Freeform 209">
              <a:extLst>
                <a:ext uri="{FF2B5EF4-FFF2-40B4-BE49-F238E27FC236}">
                  <a16:creationId xmlns:a16="http://schemas.microsoft.com/office/drawing/2014/main" id="{B5A1FBBB-2A8C-47FA-9D1B-A6B8A69A215D}"/>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9" name="Freeform 210">
              <a:extLst>
                <a:ext uri="{FF2B5EF4-FFF2-40B4-BE49-F238E27FC236}">
                  <a16:creationId xmlns:a16="http://schemas.microsoft.com/office/drawing/2014/main" id="{DE2ED5B7-DC0B-462E-ABB9-B2D7979ADEDC}"/>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0" name="Freeform 211">
              <a:extLst>
                <a:ext uri="{FF2B5EF4-FFF2-40B4-BE49-F238E27FC236}">
                  <a16:creationId xmlns:a16="http://schemas.microsoft.com/office/drawing/2014/main" id="{9DD06BD0-54D0-431E-B9F3-5D60453B61F8}"/>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1" name="Freeform 212">
              <a:extLst>
                <a:ext uri="{FF2B5EF4-FFF2-40B4-BE49-F238E27FC236}">
                  <a16:creationId xmlns:a16="http://schemas.microsoft.com/office/drawing/2014/main" id="{579B3468-56D2-4939-A24D-CE0ACF324077}"/>
                </a:ext>
              </a:extLst>
            </p:cNvPr>
            <p:cNvSpPr>
              <a:spLocks noEditPoints="1"/>
            </p:cNvSpPr>
            <p:nvPr userDrawn="1"/>
          </p:nvSpPr>
          <p:spPr bwMode="auto">
            <a:xfrm>
              <a:off x="3692972"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2" name="Freeform 213">
              <a:extLst>
                <a:ext uri="{FF2B5EF4-FFF2-40B4-BE49-F238E27FC236}">
                  <a16:creationId xmlns:a16="http://schemas.microsoft.com/office/drawing/2014/main" id="{6B242AA0-66E3-43CF-9C07-1F4CE62C6B07}"/>
                </a:ext>
              </a:extLst>
            </p:cNvPr>
            <p:cNvSpPr>
              <a:spLocks noEditPoints="1"/>
            </p:cNvSpPr>
            <p:nvPr userDrawn="1"/>
          </p:nvSpPr>
          <p:spPr bwMode="auto">
            <a:xfrm>
              <a:off x="3759201" y="312075"/>
              <a:ext cx="26091" cy="28097"/>
            </a:xfrm>
            <a:custGeom>
              <a:avLst/>
              <a:gdLst>
                <a:gd name="T0" fmla="*/ 18 w 18"/>
                <a:gd name="T1" fmla="*/ 9 h 18"/>
                <a:gd name="T2" fmla="*/ 18 w 18"/>
                <a:gd name="T3" fmla="*/ 9 h 18"/>
                <a:gd name="T4" fmla="*/ 18 w 18"/>
                <a:gd name="T5" fmla="*/ 9 h 18"/>
                <a:gd name="T6" fmla="*/ 9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3" name="Freeform 214">
              <a:extLst>
                <a:ext uri="{FF2B5EF4-FFF2-40B4-BE49-F238E27FC236}">
                  <a16:creationId xmlns:a16="http://schemas.microsoft.com/office/drawing/2014/main" id="{1A7F6ECE-4B8F-4BA3-B734-804D689C7533}"/>
                </a:ext>
              </a:extLst>
            </p:cNvPr>
            <p:cNvSpPr>
              <a:spLocks noEditPoints="1"/>
            </p:cNvSpPr>
            <p:nvPr userDrawn="1"/>
          </p:nvSpPr>
          <p:spPr bwMode="auto">
            <a:xfrm>
              <a:off x="3767229" y="336158"/>
              <a:ext cx="22077"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4" y="1"/>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4" name="Freeform 215">
              <a:extLst>
                <a:ext uri="{FF2B5EF4-FFF2-40B4-BE49-F238E27FC236}">
                  <a16:creationId xmlns:a16="http://schemas.microsoft.com/office/drawing/2014/main" id="{2C61750B-6884-4CC0-96A9-299D9D6FE999}"/>
                </a:ext>
              </a:extLst>
            </p:cNvPr>
            <p:cNvSpPr>
              <a:spLocks noEditPoints="1"/>
            </p:cNvSpPr>
            <p:nvPr userDrawn="1"/>
          </p:nvSpPr>
          <p:spPr bwMode="auto">
            <a:xfrm>
              <a:off x="3785290" y="348199"/>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1"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5" name="Freeform 216">
              <a:extLst>
                <a:ext uri="{FF2B5EF4-FFF2-40B4-BE49-F238E27FC236}">
                  <a16:creationId xmlns:a16="http://schemas.microsoft.com/office/drawing/2014/main" id="{EE45358A-6673-43E7-998F-79D7AB79E2FB}"/>
                </a:ext>
              </a:extLst>
            </p:cNvPr>
            <p:cNvSpPr>
              <a:spLocks noEditPoints="1"/>
            </p:cNvSpPr>
            <p:nvPr userDrawn="1"/>
          </p:nvSpPr>
          <p:spPr bwMode="auto">
            <a:xfrm>
              <a:off x="5390820" y="1154978"/>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6" name="Freeform 217">
              <a:extLst>
                <a:ext uri="{FF2B5EF4-FFF2-40B4-BE49-F238E27FC236}">
                  <a16:creationId xmlns:a16="http://schemas.microsoft.com/office/drawing/2014/main" id="{B7895499-8D09-42B3-9B5D-739C88F59662}"/>
                </a:ext>
              </a:extLst>
            </p:cNvPr>
            <p:cNvSpPr>
              <a:spLocks noEditPoints="1"/>
            </p:cNvSpPr>
            <p:nvPr userDrawn="1"/>
          </p:nvSpPr>
          <p:spPr bwMode="auto">
            <a:xfrm>
              <a:off x="5388814" y="1251310"/>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7 w 19"/>
                <a:gd name="T49" fmla="*/ 4 h 18"/>
                <a:gd name="T50" fmla="*/ 13 w 19"/>
                <a:gd name="T51" fmla="*/ 0 h 18"/>
                <a:gd name="T52" fmla="*/ 10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7" name="Freeform 218">
              <a:extLst>
                <a:ext uri="{FF2B5EF4-FFF2-40B4-BE49-F238E27FC236}">
                  <a16:creationId xmlns:a16="http://schemas.microsoft.com/office/drawing/2014/main" id="{F4493BAA-DB4F-45EA-B45F-433992F73590}"/>
                </a:ext>
              </a:extLst>
            </p:cNvPr>
            <p:cNvSpPr>
              <a:spLocks noEditPoints="1"/>
            </p:cNvSpPr>
            <p:nvPr userDrawn="1"/>
          </p:nvSpPr>
          <p:spPr bwMode="auto">
            <a:xfrm>
              <a:off x="5376773" y="1271379"/>
              <a:ext cx="20069" cy="20069"/>
            </a:xfrm>
            <a:custGeom>
              <a:avLst/>
              <a:gdLst>
                <a:gd name="T0" fmla="*/ 7 w 14"/>
                <a:gd name="T1" fmla="*/ 8 h 14"/>
                <a:gd name="T2" fmla="*/ 6 w 14"/>
                <a:gd name="T3" fmla="*/ 8 h 14"/>
                <a:gd name="T4" fmla="*/ 6 w 14"/>
                <a:gd name="T5" fmla="*/ 7 h 14"/>
                <a:gd name="T6" fmla="*/ 6 w 14"/>
                <a:gd name="T7" fmla="*/ 6 h 14"/>
                <a:gd name="T8" fmla="*/ 6 w 14"/>
                <a:gd name="T9" fmla="*/ 6 h 14"/>
                <a:gd name="T10" fmla="*/ 7 w 14"/>
                <a:gd name="T11" fmla="*/ 6 h 14"/>
                <a:gd name="T12" fmla="*/ 8 w 14"/>
                <a:gd name="T13" fmla="*/ 6 h 14"/>
                <a:gd name="T14" fmla="*/ 8 w 14"/>
                <a:gd name="T15" fmla="*/ 7 h 14"/>
                <a:gd name="T16" fmla="*/ 8 w 14"/>
                <a:gd name="T17" fmla="*/ 8 h 14"/>
                <a:gd name="T18" fmla="*/ 7 w 14"/>
                <a:gd name="T19" fmla="*/ 8 h 14"/>
                <a:gd name="T20" fmla="*/ 7 w 14"/>
                <a:gd name="T21" fmla="*/ 0 h 14"/>
                <a:gd name="T22" fmla="*/ 7 w 14"/>
                <a:gd name="T23" fmla="*/ 0 h 14"/>
                <a:gd name="T24" fmla="*/ 3 w 14"/>
                <a:gd name="T25" fmla="*/ 1 h 14"/>
                <a:gd name="T26" fmla="*/ 3 w 14"/>
                <a:gd name="T27" fmla="*/ 1 h 14"/>
                <a:gd name="T28" fmla="*/ 0 w 14"/>
                <a:gd name="T29" fmla="*/ 7 h 14"/>
                <a:gd name="T30" fmla="*/ 1 w 14"/>
                <a:gd name="T31" fmla="*/ 11 h 14"/>
                <a:gd name="T32" fmla="*/ 5 w 14"/>
                <a:gd name="T33" fmla="*/ 14 h 14"/>
                <a:gd name="T34" fmla="*/ 8 w 14"/>
                <a:gd name="T35" fmla="*/ 14 h 14"/>
                <a:gd name="T36" fmla="*/ 8 w 14"/>
                <a:gd name="T37" fmla="*/ 14 h 14"/>
                <a:gd name="T38" fmla="*/ 10 w 14"/>
                <a:gd name="T39" fmla="*/ 14 h 14"/>
                <a:gd name="T40" fmla="*/ 11 w 14"/>
                <a:gd name="T41" fmla="*/ 13 h 14"/>
                <a:gd name="T42" fmla="*/ 9 w 14"/>
                <a:gd name="T43" fmla="*/ 11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7"/>
                    <a:pt x="6" y="7"/>
                    <a:pt x="6" y="7"/>
                  </a:cubicBezTo>
                  <a:cubicBezTo>
                    <a:pt x="6" y="7"/>
                    <a:pt x="6" y="6"/>
                    <a:pt x="6" y="6"/>
                  </a:cubicBezTo>
                  <a:cubicBezTo>
                    <a:pt x="6" y="6"/>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3" y="1"/>
                    <a:pt x="3" y="1"/>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4"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8" name="Freeform 219">
              <a:extLst>
                <a:ext uri="{FF2B5EF4-FFF2-40B4-BE49-F238E27FC236}">
                  <a16:creationId xmlns:a16="http://schemas.microsoft.com/office/drawing/2014/main" id="{60103817-CD1B-4D46-B6BF-8A974EB57CC6}"/>
                </a:ext>
              </a:extLst>
            </p:cNvPr>
            <p:cNvSpPr>
              <a:spLocks noEditPoints="1"/>
            </p:cNvSpPr>
            <p:nvPr userDrawn="1"/>
          </p:nvSpPr>
          <p:spPr bwMode="auto">
            <a:xfrm>
              <a:off x="5378779" y="1291448"/>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9" name="Freeform 220">
              <a:extLst>
                <a:ext uri="{FF2B5EF4-FFF2-40B4-BE49-F238E27FC236}">
                  <a16:creationId xmlns:a16="http://schemas.microsoft.com/office/drawing/2014/main" id="{DDE1BD54-33AE-4EB7-9992-D1E47FEAA136}"/>
                </a:ext>
              </a:extLst>
            </p:cNvPr>
            <p:cNvSpPr>
              <a:spLocks noEditPoints="1"/>
            </p:cNvSpPr>
            <p:nvPr userDrawn="1"/>
          </p:nvSpPr>
          <p:spPr bwMode="auto">
            <a:xfrm>
              <a:off x="5587498" y="867990"/>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0" name="Freeform 221">
              <a:extLst>
                <a:ext uri="{FF2B5EF4-FFF2-40B4-BE49-F238E27FC236}">
                  <a16:creationId xmlns:a16="http://schemas.microsoft.com/office/drawing/2014/main" id="{C871F0DC-63D3-4319-895D-F4650BBAAD08}"/>
                </a:ext>
              </a:extLst>
            </p:cNvPr>
            <p:cNvSpPr>
              <a:spLocks noEditPoints="1"/>
            </p:cNvSpPr>
            <p:nvPr userDrawn="1"/>
          </p:nvSpPr>
          <p:spPr bwMode="auto">
            <a:xfrm>
              <a:off x="5583484" y="1036571"/>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20 w 28"/>
                <a:gd name="T17" fmla="*/ 23 h 27"/>
                <a:gd name="T18" fmla="*/ 18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1 w 28"/>
                <a:gd name="T37" fmla="*/ 25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20" y="23"/>
                    <a:pt x="20" y="23"/>
                    <a:pt x="20" y="23"/>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1" name="Freeform 222">
              <a:extLst>
                <a:ext uri="{FF2B5EF4-FFF2-40B4-BE49-F238E27FC236}">
                  <a16:creationId xmlns:a16="http://schemas.microsoft.com/office/drawing/2014/main" id="{81CA1C43-29E4-4DC1-9FF3-F2992D3D2F38}"/>
                </a:ext>
              </a:extLst>
            </p:cNvPr>
            <p:cNvSpPr>
              <a:spLocks noEditPoints="1"/>
            </p:cNvSpPr>
            <p:nvPr userDrawn="1"/>
          </p:nvSpPr>
          <p:spPr bwMode="auto">
            <a:xfrm>
              <a:off x="5559401"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2" name="Freeform 223">
              <a:extLst>
                <a:ext uri="{FF2B5EF4-FFF2-40B4-BE49-F238E27FC236}">
                  <a16:creationId xmlns:a16="http://schemas.microsoft.com/office/drawing/2014/main" id="{C5E9F937-00D6-4EEE-A297-2BD7BA470E87}"/>
                </a:ext>
              </a:extLst>
            </p:cNvPr>
            <p:cNvSpPr>
              <a:spLocks noEditPoints="1"/>
            </p:cNvSpPr>
            <p:nvPr userDrawn="1"/>
          </p:nvSpPr>
          <p:spPr bwMode="auto">
            <a:xfrm>
              <a:off x="5563415" y="1108820"/>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4 w 19"/>
                <a:gd name="T37" fmla="*/ 17 h 19"/>
                <a:gd name="T38" fmla="*/ 19 w 19"/>
                <a:gd name="T39" fmla="*/ 10 h 19"/>
                <a:gd name="T40" fmla="*/ 17 w 19"/>
                <a:gd name="T41" fmla="*/ 5 h 19"/>
                <a:gd name="T42" fmla="*/ 10 w 1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3" name="Freeform 224">
              <a:extLst>
                <a:ext uri="{FF2B5EF4-FFF2-40B4-BE49-F238E27FC236}">
                  <a16:creationId xmlns:a16="http://schemas.microsoft.com/office/drawing/2014/main" id="{0E03628C-D873-4ACB-9BB1-E1D8F655EAD3}"/>
                </a:ext>
              </a:extLst>
            </p:cNvPr>
            <p:cNvSpPr>
              <a:spLocks noEditPoints="1"/>
            </p:cNvSpPr>
            <p:nvPr userDrawn="1"/>
          </p:nvSpPr>
          <p:spPr bwMode="auto">
            <a:xfrm>
              <a:off x="5190129" y="-283978"/>
              <a:ext cx="118408"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9"/>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4" name="Freeform 225">
              <a:extLst>
                <a:ext uri="{FF2B5EF4-FFF2-40B4-BE49-F238E27FC236}">
                  <a16:creationId xmlns:a16="http://schemas.microsoft.com/office/drawing/2014/main" id="{5A52842B-E042-4CF2-ACB4-CAEB1520E207}"/>
                </a:ext>
              </a:extLst>
            </p:cNvPr>
            <p:cNvSpPr>
              <a:spLocks noEditPoints="1"/>
            </p:cNvSpPr>
            <p:nvPr userDrawn="1"/>
          </p:nvSpPr>
          <p:spPr bwMode="auto">
            <a:xfrm>
              <a:off x="5186115" y="-187646"/>
              <a:ext cx="30104" cy="26090"/>
            </a:xfrm>
            <a:custGeom>
              <a:avLst/>
              <a:gdLst>
                <a:gd name="T0" fmla="*/ 10 w 19"/>
                <a:gd name="T1" fmla="*/ 12 h 18"/>
                <a:gd name="T2" fmla="*/ 7 w 19"/>
                <a:gd name="T3" fmla="*/ 11 h 18"/>
                <a:gd name="T4" fmla="*/ 7 w 19"/>
                <a:gd name="T5" fmla="*/ 11 h 18"/>
                <a:gd name="T6" fmla="*/ 6 w 19"/>
                <a:gd name="T7" fmla="*/ 9 h 18"/>
                <a:gd name="T8" fmla="*/ 8 w 19"/>
                <a:gd name="T9" fmla="*/ 6 h 18"/>
                <a:gd name="T10" fmla="*/ 10 w 19"/>
                <a:gd name="T11" fmla="*/ 6 h 18"/>
                <a:gd name="T12" fmla="*/ 12 w 19"/>
                <a:gd name="T13" fmla="*/ 7 h 18"/>
                <a:gd name="T14" fmla="*/ 13 w 19"/>
                <a:gd name="T15" fmla="*/ 9 h 18"/>
                <a:gd name="T16" fmla="*/ 11 w 19"/>
                <a:gd name="T17" fmla="*/ 12 h 18"/>
                <a:gd name="T18" fmla="*/ 13 w 19"/>
                <a:gd name="T19" fmla="*/ 14 h 18"/>
                <a:gd name="T20" fmla="*/ 11 w 19"/>
                <a:gd name="T21" fmla="*/ 12 h 18"/>
                <a:gd name="T22" fmla="*/ 10 w 19"/>
                <a:gd name="T23" fmla="*/ 12 h 18"/>
                <a:gd name="T24" fmla="*/ 10 w 19"/>
                <a:gd name="T25" fmla="*/ 0 h 18"/>
                <a:gd name="T26" fmla="*/ 10 w 19"/>
                <a:gd name="T27" fmla="*/ 0 h 18"/>
                <a:gd name="T28" fmla="*/ 5 w 19"/>
                <a:gd name="T29" fmla="*/ 1 h 18"/>
                <a:gd name="T30" fmla="*/ 0 w 19"/>
                <a:gd name="T31" fmla="*/ 9 h 18"/>
                <a:gd name="T32" fmla="*/ 2 w 19"/>
                <a:gd name="T33" fmla="*/ 13 h 18"/>
                <a:gd name="T34" fmla="*/ 5 w 19"/>
                <a:gd name="T35" fmla="*/ 16 h 18"/>
                <a:gd name="T36" fmla="*/ 5 w 19"/>
                <a:gd name="T37" fmla="*/ 16 h 18"/>
                <a:gd name="T38" fmla="*/ 5 w 19"/>
                <a:gd name="T39" fmla="*/ 16 h 18"/>
                <a:gd name="T40" fmla="*/ 6 w 19"/>
                <a:gd name="T41" fmla="*/ 17 h 18"/>
                <a:gd name="T42" fmla="*/ 10 w 19"/>
                <a:gd name="T43" fmla="*/ 18 h 18"/>
                <a:gd name="T44" fmla="*/ 10 w 19"/>
                <a:gd name="T45" fmla="*/ 18 h 18"/>
                <a:gd name="T46" fmla="*/ 14 w 19"/>
                <a:gd name="T47" fmla="*/ 17 h 18"/>
                <a:gd name="T48" fmla="*/ 14 w 19"/>
                <a:gd name="T49" fmla="*/ 17 h 18"/>
                <a:gd name="T50" fmla="*/ 19 w 19"/>
                <a:gd name="T51" fmla="*/ 9 h 18"/>
                <a:gd name="T52" fmla="*/ 18 w 19"/>
                <a:gd name="T53" fmla="*/ 5 h 18"/>
                <a:gd name="T54" fmla="*/ 17 w 19"/>
                <a:gd name="T55" fmla="*/ 4 h 18"/>
                <a:gd name="T56" fmla="*/ 13 w 19"/>
                <a:gd name="T57" fmla="*/ 0 h 18"/>
                <a:gd name="T58" fmla="*/ 10 w 19"/>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8">
                  <a:moveTo>
                    <a:pt x="10" y="12"/>
                  </a:moveTo>
                  <a:cubicBezTo>
                    <a:pt x="8" y="12"/>
                    <a:pt x="7" y="11"/>
                    <a:pt x="7" y="11"/>
                  </a:cubicBezTo>
                  <a:cubicBezTo>
                    <a:pt x="7" y="11"/>
                    <a:pt x="7" y="11"/>
                    <a:pt x="7" y="11"/>
                  </a:cubicBezTo>
                  <a:cubicBezTo>
                    <a:pt x="7"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2" y="13"/>
                  </a:cubicBezTo>
                  <a:cubicBezTo>
                    <a:pt x="3" y="14"/>
                    <a:pt x="4" y="15"/>
                    <a:pt x="5" y="16"/>
                  </a:cubicBezTo>
                  <a:cubicBezTo>
                    <a:pt x="5" y="16"/>
                    <a:pt x="5" y="16"/>
                    <a:pt x="5" y="16"/>
                  </a:cubicBezTo>
                  <a:cubicBezTo>
                    <a:pt x="5" y="16"/>
                    <a:pt x="5" y="16"/>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5" name="Freeform 226">
              <a:extLst>
                <a:ext uri="{FF2B5EF4-FFF2-40B4-BE49-F238E27FC236}">
                  <a16:creationId xmlns:a16="http://schemas.microsoft.com/office/drawing/2014/main" id="{93A5ACA9-B828-4792-B039-95A333FD4D93}"/>
                </a:ext>
              </a:extLst>
            </p:cNvPr>
            <p:cNvSpPr>
              <a:spLocks noEditPoints="1"/>
            </p:cNvSpPr>
            <p:nvPr userDrawn="1"/>
          </p:nvSpPr>
          <p:spPr bwMode="auto">
            <a:xfrm>
              <a:off x="5174074" y="-169584"/>
              <a:ext cx="24083" cy="22077"/>
            </a:xfrm>
            <a:custGeom>
              <a:avLst/>
              <a:gdLst>
                <a:gd name="T0" fmla="*/ 7 w 15"/>
                <a:gd name="T1" fmla="*/ 8 h 14"/>
                <a:gd name="T2" fmla="*/ 6 w 15"/>
                <a:gd name="T3" fmla="*/ 8 h 14"/>
                <a:gd name="T4" fmla="*/ 6 w 15"/>
                <a:gd name="T5" fmla="*/ 7 h 14"/>
                <a:gd name="T6" fmla="*/ 6 w 15"/>
                <a:gd name="T7" fmla="*/ 6 h 14"/>
                <a:gd name="T8" fmla="*/ 7 w 15"/>
                <a:gd name="T9" fmla="*/ 6 h 14"/>
                <a:gd name="T10" fmla="*/ 8 w 15"/>
                <a:gd name="T11" fmla="*/ 7 h 14"/>
                <a:gd name="T12" fmla="*/ 8 w 15"/>
                <a:gd name="T13" fmla="*/ 7 h 14"/>
                <a:gd name="T14" fmla="*/ 9 w 15"/>
                <a:gd name="T15" fmla="*/ 7 h 14"/>
                <a:gd name="T16" fmla="*/ 8 w 15"/>
                <a:gd name="T17" fmla="*/ 8 h 14"/>
                <a:gd name="T18" fmla="*/ 7 w 15"/>
                <a:gd name="T19" fmla="*/ 8 h 14"/>
                <a:gd name="T20" fmla="*/ 7 w 15"/>
                <a:gd name="T21" fmla="*/ 0 h 14"/>
                <a:gd name="T22" fmla="*/ 7 w 15"/>
                <a:gd name="T23" fmla="*/ 0 h 14"/>
                <a:gd name="T24" fmla="*/ 3 w 15"/>
                <a:gd name="T25" fmla="*/ 1 h 14"/>
                <a:gd name="T26" fmla="*/ 0 w 15"/>
                <a:gd name="T27" fmla="*/ 7 h 14"/>
                <a:gd name="T28" fmla="*/ 1 w 15"/>
                <a:gd name="T29" fmla="*/ 11 h 14"/>
                <a:gd name="T30" fmla="*/ 5 w 15"/>
                <a:gd name="T31" fmla="*/ 14 h 14"/>
                <a:gd name="T32" fmla="*/ 8 w 15"/>
                <a:gd name="T33" fmla="*/ 14 h 14"/>
                <a:gd name="T34" fmla="*/ 8 w 15"/>
                <a:gd name="T35" fmla="*/ 14 h 14"/>
                <a:gd name="T36" fmla="*/ 10 w 15"/>
                <a:gd name="T37" fmla="*/ 14 h 14"/>
                <a:gd name="T38" fmla="*/ 11 w 15"/>
                <a:gd name="T39" fmla="*/ 13 h 14"/>
                <a:gd name="T40" fmla="*/ 9 w 15"/>
                <a:gd name="T41" fmla="*/ 11 h 14"/>
                <a:gd name="T42" fmla="*/ 11 w 15"/>
                <a:gd name="T43" fmla="*/ 13 h 14"/>
                <a:gd name="T44" fmla="*/ 15 w 15"/>
                <a:gd name="T45" fmla="*/ 7 h 14"/>
                <a:gd name="T46" fmla="*/ 14 w 15"/>
                <a:gd name="T47" fmla="*/ 4 h 14"/>
                <a:gd name="T48" fmla="*/ 13 w 15"/>
                <a:gd name="T49" fmla="*/ 3 h 14"/>
                <a:gd name="T50" fmla="*/ 13 w 15"/>
                <a:gd name="T51" fmla="*/ 3 h 14"/>
                <a:gd name="T52" fmla="*/ 13 w 15"/>
                <a:gd name="T53" fmla="*/ 3 h 14"/>
                <a:gd name="T54" fmla="*/ 10 w 15"/>
                <a:gd name="T55" fmla="*/ 0 h 14"/>
                <a:gd name="T56" fmla="*/ 7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9" y="7"/>
                    <a:pt x="9" y="7"/>
                    <a:pt x="9" y="7"/>
                  </a:cubicBezTo>
                  <a:cubicBezTo>
                    <a:pt x="9" y="8"/>
                    <a:pt x="8" y="8"/>
                    <a:pt x="8" y="8"/>
                  </a:cubicBezTo>
                  <a:cubicBezTo>
                    <a:pt x="7" y="8"/>
                    <a:pt x="7" y="8"/>
                    <a:pt x="7" y="8"/>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5" y="10"/>
                    <a:pt x="15" y="7"/>
                  </a:cubicBezTo>
                  <a:cubicBezTo>
                    <a:pt x="15" y="6"/>
                    <a:pt x="14" y="5"/>
                    <a:pt x="14" y="4"/>
                  </a:cubicBezTo>
                  <a:cubicBezTo>
                    <a:pt x="14" y="4"/>
                    <a:pt x="14" y="4"/>
                    <a:pt x="13" y="3"/>
                  </a:cubicBezTo>
                  <a:cubicBezTo>
                    <a:pt x="13" y="3"/>
                    <a:pt x="13" y="3"/>
                    <a:pt x="13" y="3"/>
                  </a:cubicBezTo>
                  <a:cubicBezTo>
                    <a:pt x="13" y="3"/>
                    <a:pt x="13" y="3"/>
                    <a:pt x="13" y="3"/>
                  </a:cubicBezTo>
                  <a:cubicBezTo>
                    <a:pt x="12" y="2"/>
                    <a:pt x="11"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6" name="Freeform 227">
              <a:extLst>
                <a:ext uri="{FF2B5EF4-FFF2-40B4-BE49-F238E27FC236}">
                  <a16:creationId xmlns:a16="http://schemas.microsoft.com/office/drawing/2014/main" id="{D6801734-A733-431F-B3E1-609AEB7A814A}"/>
                </a:ext>
              </a:extLst>
            </p:cNvPr>
            <p:cNvSpPr>
              <a:spLocks noEditPoints="1"/>
            </p:cNvSpPr>
            <p:nvPr userDrawn="1"/>
          </p:nvSpPr>
          <p:spPr bwMode="auto">
            <a:xfrm>
              <a:off x="5176081" y="-147508"/>
              <a:ext cx="20069" cy="20069"/>
            </a:xfrm>
            <a:custGeom>
              <a:avLst/>
              <a:gdLst>
                <a:gd name="T0" fmla="*/ 7 w 13"/>
                <a:gd name="T1" fmla="*/ 7 h 13"/>
                <a:gd name="T2" fmla="*/ 6 w 13"/>
                <a:gd name="T3" fmla="*/ 6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0 h 13"/>
                <a:gd name="T22" fmla="*/ 7 w 13"/>
                <a:gd name="T23" fmla="*/ 0 h 13"/>
                <a:gd name="T24" fmla="*/ 4 w 13"/>
                <a:gd name="T25" fmla="*/ 0 h 13"/>
                <a:gd name="T26" fmla="*/ 3 w 13"/>
                <a:gd name="T27" fmla="*/ 1 h 13"/>
                <a:gd name="T28" fmla="*/ 3 w 13"/>
                <a:gd name="T29" fmla="*/ 1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9 w 13"/>
                <a:gd name="T43" fmla="*/ 9 h 13"/>
                <a:gd name="T44" fmla="*/ 10 w 13"/>
                <a:gd name="T45" fmla="*/ 12 h 13"/>
                <a:gd name="T46" fmla="*/ 13 w 13"/>
                <a:gd name="T47" fmla="*/ 6 h 13"/>
                <a:gd name="T48" fmla="*/ 12 w 13"/>
                <a:gd name="T49" fmla="*/ 3 h 13"/>
                <a:gd name="T50" fmla="*/ 9 w 13"/>
                <a:gd name="T51" fmla="*/ 0 h 13"/>
                <a:gd name="T52" fmla="*/ 7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1"/>
                    <a:pt x="3" y="1"/>
                  </a:cubicBezTo>
                  <a:cubicBezTo>
                    <a:pt x="3" y="1"/>
                    <a:pt x="3" y="1"/>
                    <a:pt x="3" y="1"/>
                  </a:cubicBezTo>
                  <a:cubicBezTo>
                    <a:pt x="3" y="1"/>
                    <a:pt x="3" y="1"/>
                    <a:pt x="3" y="1"/>
                  </a:cubicBezTo>
                  <a:cubicBezTo>
                    <a:pt x="1" y="2"/>
                    <a:pt x="0" y="4"/>
                    <a:pt x="0" y="6"/>
                  </a:cubicBezTo>
                  <a:cubicBezTo>
                    <a:pt x="0" y="7"/>
                    <a:pt x="1" y="9"/>
                    <a:pt x="1" y="10"/>
                  </a:cubicBezTo>
                  <a:cubicBezTo>
                    <a:pt x="3"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7" name="Freeform 228">
              <a:extLst>
                <a:ext uri="{FF2B5EF4-FFF2-40B4-BE49-F238E27FC236}">
                  <a16:creationId xmlns:a16="http://schemas.microsoft.com/office/drawing/2014/main" id="{9C48134C-0498-4746-8B44-0958316FD1D6}"/>
                </a:ext>
              </a:extLst>
            </p:cNvPr>
            <p:cNvSpPr>
              <a:spLocks noEditPoints="1"/>
            </p:cNvSpPr>
            <p:nvPr userDrawn="1"/>
          </p:nvSpPr>
          <p:spPr bwMode="auto">
            <a:xfrm>
              <a:off x="4567986"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8" name="Freeform 229">
              <a:extLst>
                <a:ext uri="{FF2B5EF4-FFF2-40B4-BE49-F238E27FC236}">
                  <a16:creationId xmlns:a16="http://schemas.microsoft.com/office/drawing/2014/main" id="{08C6DC09-1CDD-4888-B8E0-055ED68B44E8}"/>
                </a:ext>
              </a:extLst>
            </p:cNvPr>
            <p:cNvSpPr>
              <a:spLocks noEditPoints="1"/>
            </p:cNvSpPr>
            <p:nvPr userDrawn="1"/>
          </p:nvSpPr>
          <p:spPr bwMode="auto">
            <a:xfrm>
              <a:off x="4662312" y="247854"/>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9" name="Freeform 230">
              <a:extLst>
                <a:ext uri="{FF2B5EF4-FFF2-40B4-BE49-F238E27FC236}">
                  <a16:creationId xmlns:a16="http://schemas.microsoft.com/office/drawing/2014/main" id="{EDDECDDA-C0F8-4867-80B2-6B4A5FC6990D}"/>
                </a:ext>
              </a:extLst>
            </p:cNvPr>
            <p:cNvSpPr>
              <a:spLocks/>
            </p:cNvSpPr>
            <p:nvPr userDrawn="1"/>
          </p:nvSpPr>
          <p:spPr bwMode="auto">
            <a:xfrm>
              <a:off x="4674353"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0" name="Freeform 231">
              <a:extLst>
                <a:ext uri="{FF2B5EF4-FFF2-40B4-BE49-F238E27FC236}">
                  <a16:creationId xmlns:a16="http://schemas.microsoft.com/office/drawing/2014/main" id="{BB7A1FBD-FF24-41B6-93F4-5F5B8FE7E295}"/>
                </a:ext>
              </a:extLst>
            </p:cNvPr>
            <p:cNvSpPr>
              <a:spLocks noEditPoints="1"/>
            </p:cNvSpPr>
            <p:nvPr userDrawn="1"/>
          </p:nvSpPr>
          <p:spPr bwMode="auto">
            <a:xfrm>
              <a:off x="4700442" y="300033"/>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1" name="Freeform 232">
              <a:extLst>
                <a:ext uri="{FF2B5EF4-FFF2-40B4-BE49-F238E27FC236}">
                  <a16:creationId xmlns:a16="http://schemas.microsoft.com/office/drawing/2014/main" id="{83AFF126-EA59-4BC8-96E9-2E3D517D9F0C}"/>
                </a:ext>
              </a:extLst>
            </p:cNvPr>
            <p:cNvSpPr>
              <a:spLocks noEditPoints="1"/>
            </p:cNvSpPr>
            <p:nvPr userDrawn="1"/>
          </p:nvSpPr>
          <p:spPr bwMode="auto">
            <a:xfrm>
              <a:off x="4784733" y="1514216"/>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2" name="Freeform 233">
              <a:extLst>
                <a:ext uri="{FF2B5EF4-FFF2-40B4-BE49-F238E27FC236}">
                  <a16:creationId xmlns:a16="http://schemas.microsoft.com/office/drawing/2014/main" id="{567EDE22-1142-4EA4-93B1-5D3A85931A78}"/>
                </a:ext>
              </a:extLst>
            </p:cNvPr>
            <p:cNvSpPr>
              <a:spLocks noEditPoints="1"/>
            </p:cNvSpPr>
            <p:nvPr userDrawn="1"/>
          </p:nvSpPr>
          <p:spPr bwMode="auto">
            <a:xfrm>
              <a:off x="4895114" y="1706880"/>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6"/>
                    <a:pt x="14" y="27"/>
                  </a:cubicBezTo>
                  <a:cubicBezTo>
                    <a:pt x="21" y="26"/>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3" name="Freeform 234">
              <a:extLst>
                <a:ext uri="{FF2B5EF4-FFF2-40B4-BE49-F238E27FC236}">
                  <a16:creationId xmlns:a16="http://schemas.microsoft.com/office/drawing/2014/main" id="{CDF768A1-EE60-4E86-815F-E3EEB23DE64F}"/>
                </a:ext>
              </a:extLst>
            </p:cNvPr>
            <p:cNvSpPr>
              <a:spLocks/>
            </p:cNvSpPr>
            <p:nvPr userDrawn="1"/>
          </p:nvSpPr>
          <p:spPr bwMode="auto">
            <a:xfrm>
              <a:off x="4911169" y="1749024"/>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4" name="Freeform 235">
              <a:extLst>
                <a:ext uri="{FF2B5EF4-FFF2-40B4-BE49-F238E27FC236}">
                  <a16:creationId xmlns:a16="http://schemas.microsoft.com/office/drawing/2014/main" id="{348EBCBD-C463-4E35-9F42-9FF875DB4133}"/>
                </a:ext>
              </a:extLst>
            </p:cNvPr>
            <p:cNvSpPr>
              <a:spLocks noEditPoints="1"/>
            </p:cNvSpPr>
            <p:nvPr userDrawn="1"/>
          </p:nvSpPr>
          <p:spPr bwMode="auto">
            <a:xfrm>
              <a:off x="4943280" y="1767087"/>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5" name="Freeform 236">
              <a:extLst>
                <a:ext uri="{FF2B5EF4-FFF2-40B4-BE49-F238E27FC236}">
                  <a16:creationId xmlns:a16="http://schemas.microsoft.com/office/drawing/2014/main" id="{E6513D26-EFD3-4B10-8B9C-2355631F3C80}"/>
                </a:ext>
              </a:extLst>
            </p:cNvPr>
            <p:cNvSpPr>
              <a:spLocks noEditPoints="1"/>
            </p:cNvSpPr>
            <p:nvPr userDrawn="1"/>
          </p:nvSpPr>
          <p:spPr bwMode="auto">
            <a:xfrm>
              <a:off x="4746602" y="709444"/>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6" name="Freeform 237">
              <a:extLst>
                <a:ext uri="{FF2B5EF4-FFF2-40B4-BE49-F238E27FC236}">
                  <a16:creationId xmlns:a16="http://schemas.microsoft.com/office/drawing/2014/main" id="{B2F75829-FC8C-4D06-B278-AA3EF5C0079C}"/>
                </a:ext>
              </a:extLst>
            </p:cNvPr>
            <p:cNvSpPr>
              <a:spLocks/>
            </p:cNvSpPr>
            <p:nvPr userDrawn="1"/>
          </p:nvSpPr>
          <p:spPr bwMode="auto">
            <a:xfrm>
              <a:off x="4838920"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7" name="Freeform 238">
              <a:extLst>
                <a:ext uri="{FF2B5EF4-FFF2-40B4-BE49-F238E27FC236}">
                  <a16:creationId xmlns:a16="http://schemas.microsoft.com/office/drawing/2014/main" id="{12F5A784-B2CA-4BAB-AC4F-91CA09B0A331}"/>
                </a:ext>
              </a:extLst>
            </p:cNvPr>
            <p:cNvSpPr>
              <a:spLocks/>
            </p:cNvSpPr>
            <p:nvPr userDrawn="1"/>
          </p:nvSpPr>
          <p:spPr bwMode="auto">
            <a:xfrm>
              <a:off x="4852968" y="906121"/>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8" name="Freeform 239">
              <a:extLst>
                <a:ext uri="{FF2B5EF4-FFF2-40B4-BE49-F238E27FC236}">
                  <a16:creationId xmlns:a16="http://schemas.microsoft.com/office/drawing/2014/main" id="{7940D110-233A-42EC-AD6F-F2B1ACFDCDAC}"/>
                </a:ext>
              </a:extLst>
            </p:cNvPr>
            <p:cNvSpPr>
              <a:spLocks noEditPoints="1"/>
            </p:cNvSpPr>
            <p:nvPr userDrawn="1"/>
          </p:nvSpPr>
          <p:spPr bwMode="auto">
            <a:xfrm>
              <a:off x="4879058"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9" name="Freeform 240">
              <a:extLst>
                <a:ext uri="{FF2B5EF4-FFF2-40B4-BE49-F238E27FC236}">
                  <a16:creationId xmlns:a16="http://schemas.microsoft.com/office/drawing/2014/main" id="{49D4105E-3B93-4C0C-933C-915C030AA94B}"/>
                </a:ext>
              </a:extLst>
            </p:cNvPr>
            <p:cNvSpPr>
              <a:spLocks noEditPoints="1"/>
            </p:cNvSpPr>
            <p:nvPr userDrawn="1"/>
          </p:nvSpPr>
          <p:spPr bwMode="auto">
            <a:xfrm>
              <a:off x="4343212"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0" name="Freeform 241">
              <a:extLst>
                <a:ext uri="{FF2B5EF4-FFF2-40B4-BE49-F238E27FC236}">
                  <a16:creationId xmlns:a16="http://schemas.microsoft.com/office/drawing/2014/main" id="{481DE165-420B-4F91-A16D-AE505E77882B}"/>
                </a:ext>
              </a:extLst>
            </p:cNvPr>
            <p:cNvSpPr>
              <a:spLocks noEditPoints="1"/>
            </p:cNvSpPr>
            <p:nvPr userDrawn="1"/>
          </p:nvSpPr>
          <p:spPr bwMode="auto">
            <a:xfrm>
              <a:off x="4507779" y="1066674"/>
              <a:ext cx="40138"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1" name="Freeform 242">
              <a:extLst>
                <a:ext uri="{FF2B5EF4-FFF2-40B4-BE49-F238E27FC236}">
                  <a16:creationId xmlns:a16="http://schemas.microsoft.com/office/drawing/2014/main" id="{34F97DBB-3F68-4660-8F79-4F28DBD50BF7}"/>
                </a:ext>
              </a:extLst>
            </p:cNvPr>
            <p:cNvSpPr>
              <a:spLocks noEditPoints="1"/>
            </p:cNvSpPr>
            <p:nvPr userDrawn="1"/>
          </p:nvSpPr>
          <p:spPr bwMode="auto">
            <a:xfrm>
              <a:off x="4543903" y="1090757"/>
              <a:ext cx="30104" cy="30104"/>
            </a:xfrm>
            <a:custGeom>
              <a:avLst/>
              <a:gdLst>
                <a:gd name="T0" fmla="*/ 4 w 20"/>
                <a:gd name="T1" fmla="*/ 2 h 20"/>
                <a:gd name="T2" fmla="*/ 4 w 20"/>
                <a:gd name="T3" fmla="*/ 2 h 20"/>
                <a:gd name="T4" fmla="*/ 4 w 20"/>
                <a:gd name="T5" fmla="*/ 2 h 20"/>
                <a:gd name="T6" fmla="*/ 4 w 20"/>
                <a:gd name="T7" fmla="*/ 2 h 20"/>
                <a:gd name="T8" fmla="*/ 13 w 20"/>
                <a:gd name="T9" fmla="*/ 8 h 20"/>
                <a:gd name="T10" fmla="*/ 15 w 20"/>
                <a:gd name="T11" fmla="*/ 6 h 20"/>
                <a:gd name="T12" fmla="*/ 13 w 20"/>
                <a:gd name="T13" fmla="*/ 8 h 20"/>
                <a:gd name="T14" fmla="*/ 14 w 20"/>
                <a:gd name="T15" fmla="*/ 10 h 20"/>
                <a:gd name="T16" fmla="*/ 12 w 20"/>
                <a:gd name="T17" fmla="*/ 13 h 20"/>
                <a:gd name="T18" fmla="*/ 10 w 20"/>
                <a:gd name="T19" fmla="*/ 14 h 20"/>
                <a:gd name="T20" fmla="*/ 7 w 20"/>
                <a:gd name="T21" fmla="*/ 12 h 20"/>
                <a:gd name="T22" fmla="*/ 6 w 20"/>
                <a:gd name="T23" fmla="*/ 10 h 20"/>
                <a:gd name="T24" fmla="*/ 7 w 20"/>
                <a:gd name="T25" fmla="*/ 7 h 20"/>
                <a:gd name="T26" fmla="*/ 7 w 20"/>
                <a:gd name="T27" fmla="*/ 7 h 20"/>
                <a:gd name="T28" fmla="*/ 10 w 20"/>
                <a:gd name="T29" fmla="*/ 6 h 20"/>
                <a:gd name="T30" fmla="*/ 13 w 20"/>
                <a:gd name="T31" fmla="*/ 8 h 20"/>
                <a:gd name="T32" fmla="*/ 10 w 20"/>
                <a:gd name="T33" fmla="*/ 0 h 20"/>
                <a:gd name="T34" fmla="*/ 10 w 20"/>
                <a:gd name="T35" fmla="*/ 0 h 20"/>
                <a:gd name="T36" fmla="*/ 10 w 20"/>
                <a:gd name="T37" fmla="*/ 0 h 20"/>
                <a:gd name="T38" fmla="*/ 4 w 20"/>
                <a:gd name="T39" fmla="*/ 2 h 20"/>
                <a:gd name="T40" fmla="*/ 4 w 20"/>
                <a:gd name="T41" fmla="*/ 2 h 20"/>
                <a:gd name="T42" fmla="*/ 0 w 20"/>
                <a:gd name="T43" fmla="*/ 10 h 20"/>
                <a:gd name="T44" fmla="*/ 2 w 20"/>
                <a:gd name="T45" fmla="*/ 16 h 20"/>
                <a:gd name="T46" fmla="*/ 10 w 20"/>
                <a:gd name="T47" fmla="*/ 20 h 20"/>
                <a:gd name="T48" fmla="*/ 10 w 20"/>
                <a:gd name="T49" fmla="*/ 20 h 20"/>
                <a:gd name="T50" fmla="*/ 16 w 20"/>
                <a:gd name="T51" fmla="*/ 18 h 20"/>
                <a:gd name="T52" fmla="*/ 20 w 20"/>
                <a:gd name="T53" fmla="*/ 10 h 20"/>
                <a:gd name="T54" fmla="*/ 18 w 20"/>
                <a:gd name="T55" fmla="*/ 4 h 20"/>
                <a:gd name="T56" fmla="*/ 18 w 20"/>
                <a:gd name="T57" fmla="*/ 4 h 20"/>
                <a:gd name="T58" fmla="*/ 10 w 20"/>
                <a:gd name="T5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0">
                  <a:moveTo>
                    <a:pt x="4" y="2"/>
                  </a:moveTo>
                  <a:cubicBezTo>
                    <a:pt x="4" y="2"/>
                    <a:pt x="4" y="2"/>
                    <a:pt x="4" y="2"/>
                  </a:cubicBezTo>
                  <a:cubicBezTo>
                    <a:pt x="4" y="2"/>
                    <a:pt x="4" y="2"/>
                    <a:pt x="4" y="2"/>
                  </a:cubicBezTo>
                  <a:cubicBezTo>
                    <a:pt x="4" y="2"/>
                    <a:pt x="4" y="2"/>
                    <a:pt x="4" y="2"/>
                  </a:cubicBezTo>
                  <a:moveTo>
                    <a:pt x="13" y="8"/>
                  </a:move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7" y="7"/>
                    <a:pt x="7" y="7"/>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4" y="2"/>
                    <a:pt x="4" y="2"/>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2" name="Freeform 243">
              <a:extLst>
                <a:ext uri="{FF2B5EF4-FFF2-40B4-BE49-F238E27FC236}">
                  <a16:creationId xmlns:a16="http://schemas.microsoft.com/office/drawing/2014/main" id="{10527A01-B35E-425A-8537-CE3A9276114C}"/>
                </a:ext>
              </a:extLst>
            </p:cNvPr>
            <p:cNvSpPr>
              <a:spLocks noEditPoints="1"/>
            </p:cNvSpPr>
            <p:nvPr userDrawn="1"/>
          </p:nvSpPr>
          <p:spPr bwMode="auto">
            <a:xfrm>
              <a:off x="4576014" y="1088751"/>
              <a:ext cx="28097" cy="26090"/>
            </a:xfrm>
            <a:custGeom>
              <a:avLst/>
              <a:gdLst>
                <a:gd name="T0" fmla="*/ 9 w 18"/>
                <a:gd name="T1" fmla="*/ 12 h 18"/>
                <a:gd name="T2" fmla="*/ 7 w 18"/>
                <a:gd name="T3" fmla="*/ 11 h 18"/>
                <a:gd name="T4" fmla="*/ 6 w 18"/>
                <a:gd name="T5" fmla="*/ 9 h 18"/>
                <a:gd name="T6" fmla="*/ 7 w 18"/>
                <a:gd name="T7" fmla="*/ 7 h 18"/>
                <a:gd name="T8" fmla="*/ 9 w 18"/>
                <a:gd name="T9" fmla="*/ 6 h 18"/>
                <a:gd name="T10" fmla="*/ 11 w 18"/>
                <a:gd name="T11" fmla="*/ 8 h 18"/>
                <a:gd name="T12" fmla="*/ 11 w 18"/>
                <a:gd name="T13" fmla="*/ 8 h 18"/>
                <a:gd name="T14" fmla="*/ 12 w 18"/>
                <a:gd name="T15" fmla="*/ 9 h 18"/>
                <a:gd name="T16" fmla="*/ 11 w 18"/>
                <a:gd name="T17" fmla="*/ 11 h 18"/>
                <a:gd name="T18" fmla="*/ 9 w 18"/>
                <a:gd name="T19" fmla="*/ 12 h 18"/>
                <a:gd name="T20" fmla="*/ 9 w 18"/>
                <a:gd name="T21" fmla="*/ 0 h 18"/>
                <a:gd name="T22" fmla="*/ 9 w 18"/>
                <a:gd name="T23" fmla="*/ 0 h 18"/>
                <a:gd name="T24" fmla="*/ 4 w 18"/>
                <a:gd name="T25" fmla="*/ 2 h 18"/>
                <a:gd name="T26" fmla="*/ 0 w 18"/>
                <a:gd name="T27" fmla="*/ 9 h 18"/>
                <a:gd name="T28" fmla="*/ 2 w 18"/>
                <a:gd name="T29" fmla="*/ 14 h 18"/>
                <a:gd name="T30" fmla="*/ 9 w 18"/>
                <a:gd name="T31" fmla="*/ 18 h 18"/>
                <a:gd name="T32" fmla="*/ 9 w 18"/>
                <a:gd name="T33" fmla="*/ 18 h 18"/>
                <a:gd name="T34" fmla="*/ 9 w 18"/>
                <a:gd name="T35" fmla="*/ 18 h 18"/>
                <a:gd name="T36" fmla="*/ 14 w 18"/>
                <a:gd name="T37" fmla="*/ 16 h 18"/>
                <a:gd name="T38" fmla="*/ 18 w 18"/>
                <a:gd name="T39" fmla="*/ 9 h 18"/>
                <a:gd name="T40" fmla="*/ 16 w 18"/>
                <a:gd name="T41" fmla="*/ 4 h 18"/>
                <a:gd name="T42" fmla="*/ 14 w 18"/>
                <a:gd name="T43" fmla="*/ 6 h 18"/>
                <a:gd name="T44" fmla="*/ 16 w 18"/>
                <a:gd name="T45" fmla="*/ 4 h 18"/>
                <a:gd name="T46" fmla="*/ 9 w 1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8">
                  <a:moveTo>
                    <a:pt x="9" y="12"/>
                  </a:moveTo>
                  <a:cubicBezTo>
                    <a:pt x="8" y="12"/>
                    <a:pt x="7" y="11"/>
                    <a:pt x="7" y="11"/>
                  </a:cubicBez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moveTo>
                    <a:pt x="9" y="0"/>
                  </a:moveTo>
                  <a:cubicBezTo>
                    <a:pt x="9" y="0"/>
                    <a:pt x="9" y="0"/>
                    <a:pt x="9" y="0"/>
                  </a:cubicBezTo>
                  <a:cubicBezTo>
                    <a:pt x="7" y="0"/>
                    <a:pt x="5" y="1"/>
                    <a:pt x="4" y="2"/>
                  </a:cubicBezTo>
                  <a:cubicBezTo>
                    <a:pt x="2"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3" name="Freeform 244">
              <a:extLst>
                <a:ext uri="{FF2B5EF4-FFF2-40B4-BE49-F238E27FC236}">
                  <a16:creationId xmlns:a16="http://schemas.microsoft.com/office/drawing/2014/main" id="{681335FB-7885-4F61-9469-549354287CE7}"/>
                </a:ext>
              </a:extLst>
            </p:cNvPr>
            <p:cNvSpPr>
              <a:spLocks/>
            </p:cNvSpPr>
            <p:nvPr userDrawn="1"/>
          </p:nvSpPr>
          <p:spPr bwMode="auto">
            <a:xfrm>
              <a:off x="3014636"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4" name="Freeform 245">
              <a:extLst>
                <a:ext uri="{FF2B5EF4-FFF2-40B4-BE49-F238E27FC236}">
                  <a16:creationId xmlns:a16="http://schemas.microsoft.com/office/drawing/2014/main" id="{14ABEE6B-62A5-43B0-AFB2-66ECF0D45ECD}"/>
                </a:ext>
              </a:extLst>
            </p:cNvPr>
            <p:cNvSpPr>
              <a:spLocks noEditPoints="1"/>
            </p:cNvSpPr>
            <p:nvPr userDrawn="1"/>
          </p:nvSpPr>
          <p:spPr bwMode="auto">
            <a:xfrm>
              <a:off x="3068823" y="835880"/>
              <a:ext cx="24083" cy="20069"/>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5" name="Freeform 246">
              <a:extLst>
                <a:ext uri="{FF2B5EF4-FFF2-40B4-BE49-F238E27FC236}">
                  <a16:creationId xmlns:a16="http://schemas.microsoft.com/office/drawing/2014/main" id="{9C261D75-A00C-4469-A23F-055DBCDCCD5D}"/>
                </a:ext>
              </a:extLst>
            </p:cNvPr>
            <p:cNvSpPr>
              <a:spLocks noEditPoints="1"/>
            </p:cNvSpPr>
            <p:nvPr userDrawn="1"/>
          </p:nvSpPr>
          <p:spPr bwMode="auto">
            <a:xfrm>
              <a:off x="3307645" y="811797"/>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4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4"/>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6" name="Freeform 247">
              <a:extLst>
                <a:ext uri="{FF2B5EF4-FFF2-40B4-BE49-F238E27FC236}">
                  <a16:creationId xmlns:a16="http://schemas.microsoft.com/office/drawing/2014/main" id="{83767575-A567-4C1B-AA46-9F9A33AC2CD5}"/>
                </a:ext>
              </a:extLst>
            </p:cNvPr>
            <p:cNvSpPr>
              <a:spLocks noEditPoints="1"/>
            </p:cNvSpPr>
            <p:nvPr userDrawn="1"/>
          </p:nvSpPr>
          <p:spPr bwMode="auto">
            <a:xfrm>
              <a:off x="3369860" y="859963"/>
              <a:ext cx="44152" cy="44152"/>
            </a:xfrm>
            <a:custGeom>
              <a:avLst/>
              <a:gdLst>
                <a:gd name="T0" fmla="*/ 9 w 30"/>
                <a:gd name="T1" fmla="*/ 7 h 30"/>
                <a:gd name="T2" fmla="*/ 15 w 30"/>
                <a:gd name="T3" fmla="*/ 6 h 30"/>
                <a:gd name="T4" fmla="*/ 22 w 30"/>
                <a:gd name="T5" fmla="*/ 9 h 30"/>
                <a:gd name="T6" fmla="*/ 25 w 30"/>
                <a:gd name="T7" fmla="*/ 7 h 30"/>
                <a:gd name="T8" fmla="*/ 22 w 30"/>
                <a:gd name="T9" fmla="*/ 9 h 30"/>
                <a:gd name="T10" fmla="*/ 24 w 30"/>
                <a:gd name="T11" fmla="*/ 15 h 30"/>
                <a:gd name="T12" fmla="*/ 21 w 30"/>
                <a:gd name="T13" fmla="*/ 22 h 30"/>
                <a:gd name="T14" fmla="*/ 15 w 30"/>
                <a:gd name="T15" fmla="*/ 24 h 30"/>
                <a:gd name="T16" fmla="*/ 7 w 30"/>
                <a:gd name="T17" fmla="*/ 20 h 30"/>
                <a:gd name="T18" fmla="*/ 6 w 30"/>
                <a:gd name="T19" fmla="*/ 15 h 30"/>
                <a:gd name="T20" fmla="*/ 9 w 30"/>
                <a:gd name="T21" fmla="*/ 7 h 30"/>
                <a:gd name="T22" fmla="*/ 9 w 30"/>
                <a:gd name="T23" fmla="*/ 7 h 30"/>
                <a:gd name="T24" fmla="*/ 15 w 30"/>
                <a:gd name="T25" fmla="*/ 0 h 30"/>
                <a:gd name="T26" fmla="*/ 15 w 30"/>
                <a:gd name="T27" fmla="*/ 0 h 30"/>
                <a:gd name="T28" fmla="*/ 6 w 30"/>
                <a:gd name="T29" fmla="*/ 3 h 30"/>
                <a:gd name="T30" fmla="*/ 0 w 30"/>
                <a:gd name="T31" fmla="*/ 15 h 30"/>
                <a:gd name="T32" fmla="*/ 3 w 30"/>
                <a:gd name="T33" fmla="*/ 24 h 30"/>
                <a:gd name="T34" fmla="*/ 15 w 30"/>
                <a:gd name="T35" fmla="*/ 30 h 30"/>
                <a:gd name="T36" fmla="*/ 15 w 30"/>
                <a:gd name="T37" fmla="*/ 30 h 30"/>
                <a:gd name="T38" fmla="*/ 24 w 30"/>
                <a:gd name="T39" fmla="*/ 27 h 30"/>
                <a:gd name="T40" fmla="*/ 30 w 30"/>
                <a:gd name="T41" fmla="*/ 15 h 30"/>
                <a:gd name="T42" fmla="*/ 27 w 30"/>
                <a:gd name="T43" fmla="*/ 6 h 30"/>
                <a:gd name="T44" fmla="*/ 27 w 30"/>
                <a:gd name="T45" fmla="*/ 6 h 30"/>
                <a:gd name="T46" fmla="*/ 15 w 30"/>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0">
                  <a:moveTo>
                    <a:pt x="9" y="7"/>
                  </a:moveTo>
                  <a:cubicBezTo>
                    <a:pt x="11" y="6"/>
                    <a:pt x="13" y="6"/>
                    <a:pt x="15" y="6"/>
                  </a:cubicBezTo>
                  <a:cubicBezTo>
                    <a:pt x="18" y="6"/>
                    <a:pt x="21" y="7"/>
                    <a:pt x="22" y="9"/>
                  </a:cubicBezTo>
                  <a:cubicBezTo>
                    <a:pt x="25" y="7"/>
                    <a:pt x="25" y="7"/>
                    <a:pt x="25" y="7"/>
                  </a:cubicBezTo>
                  <a:cubicBezTo>
                    <a:pt x="22" y="9"/>
                    <a:pt x="22" y="9"/>
                    <a:pt x="22" y="9"/>
                  </a:cubicBezTo>
                  <a:cubicBezTo>
                    <a:pt x="24" y="11"/>
                    <a:pt x="24" y="13"/>
                    <a:pt x="24" y="15"/>
                  </a:cubicBezTo>
                  <a:cubicBezTo>
                    <a:pt x="24" y="17"/>
                    <a:pt x="23" y="20"/>
                    <a:pt x="21" y="22"/>
                  </a:cubicBezTo>
                  <a:cubicBezTo>
                    <a:pt x="19" y="23"/>
                    <a:pt x="17" y="24"/>
                    <a:pt x="15" y="24"/>
                  </a:cubicBezTo>
                  <a:cubicBezTo>
                    <a:pt x="12" y="24"/>
                    <a:pt x="9" y="23"/>
                    <a:pt x="7" y="20"/>
                  </a:cubicBezTo>
                  <a:cubicBezTo>
                    <a:pt x="6" y="18"/>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2" y="6"/>
                    <a:pt x="0" y="10"/>
                    <a:pt x="0" y="15"/>
                  </a:cubicBezTo>
                  <a:cubicBezTo>
                    <a:pt x="0" y="18"/>
                    <a:pt x="1" y="21"/>
                    <a:pt x="3" y="24"/>
                  </a:cubicBezTo>
                  <a:cubicBezTo>
                    <a:pt x="6" y="28"/>
                    <a:pt x="10" y="30"/>
                    <a:pt x="15" y="30"/>
                  </a:cubicBezTo>
                  <a:cubicBezTo>
                    <a:pt x="15" y="30"/>
                    <a:pt x="15" y="30"/>
                    <a:pt x="15" y="30"/>
                  </a:cubicBezTo>
                  <a:cubicBezTo>
                    <a:pt x="18" y="30"/>
                    <a:pt x="21" y="29"/>
                    <a:pt x="24" y="27"/>
                  </a:cubicBezTo>
                  <a:cubicBezTo>
                    <a:pt x="28" y="24"/>
                    <a:pt x="30" y="19"/>
                    <a:pt x="30" y="15"/>
                  </a:cubicBezTo>
                  <a:cubicBezTo>
                    <a:pt x="30" y="11"/>
                    <a:pt x="29" y="8"/>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7" name="Freeform 248">
              <a:extLst>
                <a:ext uri="{FF2B5EF4-FFF2-40B4-BE49-F238E27FC236}">
                  <a16:creationId xmlns:a16="http://schemas.microsoft.com/office/drawing/2014/main" id="{3C001A54-433D-41CF-B531-124B12E1B2C6}"/>
                </a:ext>
              </a:extLst>
            </p:cNvPr>
            <p:cNvSpPr>
              <a:spLocks noEditPoints="1"/>
            </p:cNvSpPr>
            <p:nvPr userDrawn="1"/>
          </p:nvSpPr>
          <p:spPr bwMode="auto">
            <a:xfrm>
              <a:off x="3428060" y="855949"/>
              <a:ext cx="38132"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8 w 26"/>
                <a:gd name="T15" fmla="*/ 18 h 25"/>
                <a:gd name="T16" fmla="*/ 13 w 26"/>
                <a:gd name="T17" fmla="*/ 19 h 25"/>
                <a:gd name="T18" fmla="*/ 8 w 26"/>
                <a:gd name="T19" fmla="*/ 16 h 25"/>
                <a:gd name="T20" fmla="*/ 8 w 26"/>
                <a:gd name="T21" fmla="*/ 16 h 25"/>
                <a:gd name="T22" fmla="*/ 6 w 26"/>
                <a:gd name="T23" fmla="*/ 12 h 25"/>
                <a:gd name="T24" fmla="*/ 9 w 26"/>
                <a:gd name="T25" fmla="*/ 7 h 25"/>
                <a:gd name="T26" fmla="*/ 9 w 26"/>
                <a:gd name="T27" fmla="*/ 7 h 25"/>
                <a:gd name="T28" fmla="*/ 13 w 26"/>
                <a:gd name="T29" fmla="*/ 6 h 25"/>
                <a:gd name="T30" fmla="*/ 19 w 26"/>
                <a:gd name="T31" fmla="*/ 8 h 25"/>
                <a:gd name="T32" fmla="*/ 13 w 26"/>
                <a:gd name="T33" fmla="*/ 0 h 25"/>
                <a:gd name="T34" fmla="*/ 13 w 26"/>
                <a:gd name="T35" fmla="*/ 0 h 25"/>
                <a:gd name="T36" fmla="*/ 6 w 26"/>
                <a:gd name="T37" fmla="*/ 2 h 25"/>
                <a:gd name="T38" fmla="*/ 6 w 26"/>
                <a:gd name="T39" fmla="*/ 2 h 25"/>
                <a:gd name="T40" fmla="*/ 0 w 26"/>
                <a:gd name="T41" fmla="*/ 12 h 25"/>
                <a:gd name="T42" fmla="*/ 3 w 26"/>
                <a:gd name="T43" fmla="*/ 20 h 25"/>
                <a:gd name="T44" fmla="*/ 3 w 26"/>
                <a:gd name="T45" fmla="*/ 20 h 25"/>
                <a:gd name="T46" fmla="*/ 13 w 26"/>
                <a:gd name="T47" fmla="*/ 25 h 25"/>
                <a:gd name="T48" fmla="*/ 13 w 26"/>
                <a:gd name="T49" fmla="*/ 25 h 25"/>
                <a:gd name="T50" fmla="*/ 13 w 26"/>
                <a:gd name="T51" fmla="*/ 25 h 25"/>
                <a:gd name="T52" fmla="*/ 21 w 26"/>
                <a:gd name="T53" fmla="*/ 23 h 25"/>
                <a:gd name="T54" fmla="*/ 21 w 26"/>
                <a:gd name="T55" fmla="*/ 23 h 25"/>
                <a:gd name="T56" fmla="*/ 26 w 26"/>
                <a:gd name="T57" fmla="*/ 12 h 25"/>
                <a:gd name="T58" fmla="*/ 24 w 26"/>
                <a:gd name="T59" fmla="*/ 5 h 25"/>
                <a:gd name="T60" fmla="*/ 24 w 26"/>
                <a:gd name="T61" fmla="*/ 5 h 25"/>
                <a:gd name="T62" fmla="*/ 13 w 26"/>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8" name="Freeform 249">
              <a:extLst>
                <a:ext uri="{FF2B5EF4-FFF2-40B4-BE49-F238E27FC236}">
                  <a16:creationId xmlns:a16="http://schemas.microsoft.com/office/drawing/2014/main" id="{760694F3-5CA0-45C1-8BEE-1EE9E8B7EE87}"/>
                </a:ext>
              </a:extLst>
            </p:cNvPr>
            <p:cNvSpPr>
              <a:spLocks/>
            </p:cNvSpPr>
            <p:nvPr userDrawn="1"/>
          </p:nvSpPr>
          <p:spPr bwMode="auto">
            <a:xfrm>
              <a:off x="4224805" y="245847"/>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9" name="Freeform 250">
              <a:extLst>
                <a:ext uri="{FF2B5EF4-FFF2-40B4-BE49-F238E27FC236}">
                  <a16:creationId xmlns:a16="http://schemas.microsoft.com/office/drawing/2014/main" id="{497C056A-2D9E-4209-A819-0380F52BDFF6}"/>
                </a:ext>
              </a:extLst>
            </p:cNvPr>
            <p:cNvSpPr>
              <a:spLocks noEditPoints="1"/>
            </p:cNvSpPr>
            <p:nvPr userDrawn="1"/>
          </p:nvSpPr>
          <p:spPr bwMode="auto">
            <a:xfrm>
              <a:off x="4206742" y="247854"/>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0" name="Freeform 251">
              <a:extLst>
                <a:ext uri="{FF2B5EF4-FFF2-40B4-BE49-F238E27FC236}">
                  <a16:creationId xmlns:a16="http://schemas.microsoft.com/office/drawing/2014/main" id="{F1255550-62F0-4673-9541-33CD9C2B97DE}"/>
                </a:ext>
              </a:extLst>
            </p:cNvPr>
            <p:cNvSpPr>
              <a:spLocks noEditPoints="1"/>
            </p:cNvSpPr>
            <p:nvPr userDrawn="1"/>
          </p:nvSpPr>
          <p:spPr bwMode="auto">
            <a:xfrm>
              <a:off x="4182659" y="233806"/>
              <a:ext cx="28097" cy="26090"/>
            </a:xfrm>
            <a:custGeom>
              <a:avLst/>
              <a:gdLst>
                <a:gd name="T0" fmla="*/ 13 w 19"/>
                <a:gd name="T1" fmla="*/ 1 h 18"/>
                <a:gd name="T2" fmla="*/ 13 w 19"/>
                <a:gd name="T3" fmla="*/ 1 h 18"/>
                <a:gd name="T4" fmla="*/ 13 w 19"/>
                <a:gd name="T5" fmla="*/ 1 h 18"/>
                <a:gd name="T6" fmla="*/ 13 w 19"/>
                <a:gd name="T7" fmla="*/ 1 h 18"/>
                <a:gd name="T8" fmla="*/ 13 w 19"/>
                <a:gd name="T9" fmla="*/ 1 h 18"/>
                <a:gd name="T10" fmla="*/ 9 w 19"/>
                <a:gd name="T11" fmla="*/ 0 h 18"/>
                <a:gd name="T12" fmla="*/ 4 w 19"/>
                <a:gd name="T13" fmla="*/ 2 h 18"/>
                <a:gd name="T14" fmla="*/ 1 w 19"/>
                <a:gd name="T15" fmla="*/ 6 h 18"/>
                <a:gd name="T16" fmla="*/ 0 w 19"/>
                <a:gd name="T17" fmla="*/ 9 h 18"/>
                <a:gd name="T18" fmla="*/ 7 w 19"/>
                <a:gd name="T19" fmla="*/ 17 h 18"/>
                <a:gd name="T20" fmla="*/ 10 w 19"/>
                <a:gd name="T21" fmla="*/ 18 h 18"/>
                <a:gd name="T22" fmla="*/ 15 w 19"/>
                <a:gd name="T23" fmla="*/ 16 h 18"/>
                <a:gd name="T24" fmla="*/ 18 w 19"/>
                <a:gd name="T25" fmla="*/ 12 h 18"/>
                <a:gd name="T26" fmla="*/ 18 w 19"/>
                <a:gd name="T27" fmla="*/ 12 h 18"/>
                <a:gd name="T28" fmla="*/ 19 w 19"/>
                <a:gd name="T29" fmla="*/ 9 h 18"/>
                <a:gd name="T30" fmla="*/ 13 w 19"/>
                <a:gd name="T31" fmla="*/ 1 h 18"/>
                <a:gd name="T32" fmla="*/ 12 w 19"/>
                <a:gd name="T33" fmla="*/ 4 h 18"/>
                <a:gd name="T34" fmla="*/ 11 w 19"/>
                <a:gd name="T35" fmla="*/ 6 h 18"/>
                <a:gd name="T36" fmla="*/ 13 w 19"/>
                <a:gd name="T37" fmla="*/ 9 h 18"/>
                <a:gd name="T38" fmla="*/ 13 w 19"/>
                <a:gd name="T39" fmla="*/ 10 h 18"/>
                <a:gd name="T40" fmla="*/ 13 w 19"/>
                <a:gd name="T41" fmla="*/ 10 h 18"/>
                <a:gd name="T42" fmla="*/ 12 w 19"/>
                <a:gd name="T43" fmla="*/ 11 h 18"/>
                <a:gd name="T44" fmla="*/ 10 w 19"/>
                <a:gd name="T45" fmla="*/ 12 h 18"/>
                <a:gd name="T46" fmla="*/ 10 w 19"/>
                <a:gd name="T47" fmla="*/ 12 h 18"/>
                <a:gd name="T48" fmla="*/ 9 w 19"/>
                <a:gd name="T49" fmla="*/ 12 h 18"/>
                <a:gd name="T50" fmla="*/ 6 w 19"/>
                <a:gd name="T51" fmla="*/ 9 h 18"/>
                <a:gd name="T52" fmla="*/ 6 w 19"/>
                <a:gd name="T53" fmla="*/ 8 h 18"/>
                <a:gd name="T54" fmla="*/ 7 w 19"/>
                <a:gd name="T55" fmla="*/ 7 h 18"/>
                <a:gd name="T56" fmla="*/ 9 w 19"/>
                <a:gd name="T57" fmla="*/ 6 h 18"/>
                <a:gd name="T58" fmla="*/ 9 w 19"/>
                <a:gd name="T59" fmla="*/ 6 h 18"/>
                <a:gd name="T60" fmla="*/ 11 w 19"/>
                <a:gd name="T61" fmla="*/ 6 h 18"/>
                <a:gd name="T62" fmla="*/ 11 w 19"/>
                <a:gd name="T63" fmla="*/ 6 h 18"/>
                <a:gd name="T64" fmla="*/ 12 w 19"/>
                <a:gd name="T65" fmla="*/ 4 h 18"/>
                <a:gd name="T66" fmla="*/ 13 w 19"/>
                <a:gd name="T67" fmla="*/ 1 h 18"/>
                <a:gd name="T68" fmla="*/ 13 w 19"/>
                <a:gd name="T69" fmla="*/ 1 h 18"/>
                <a:gd name="T70" fmla="*/ 13 w 19"/>
                <a:gd name="T71" fmla="*/ 1 h 18"/>
                <a:gd name="T72" fmla="*/ 9 w 19"/>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8">
                  <a:moveTo>
                    <a:pt x="13" y="1"/>
                  </a:moveTo>
                  <a:cubicBezTo>
                    <a:pt x="13" y="1"/>
                    <a:pt x="13" y="1"/>
                    <a:pt x="13" y="1"/>
                  </a:cubicBezTo>
                  <a:cubicBezTo>
                    <a:pt x="13" y="1"/>
                    <a:pt x="13" y="1"/>
                    <a:pt x="13" y="1"/>
                  </a:cubicBezTo>
                  <a:cubicBezTo>
                    <a:pt x="13" y="1"/>
                    <a:pt x="13" y="1"/>
                    <a:pt x="13" y="1"/>
                  </a:cubicBezTo>
                  <a:cubicBezTo>
                    <a:pt x="13" y="1"/>
                    <a:pt x="13" y="1"/>
                    <a:pt x="13" y="1"/>
                  </a:cubicBezTo>
                  <a:moveTo>
                    <a:pt x="9" y="0"/>
                  </a:moveTo>
                  <a:cubicBezTo>
                    <a:pt x="7" y="0"/>
                    <a:pt x="6" y="1"/>
                    <a:pt x="4" y="2"/>
                  </a:cubicBezTo>
                  <a:cubicBezTo>
                    <a:pt x="3" y="3"/>
                    <a:pt x="1" y="4"/>
                    <a:pt x="1" y="6"/>
                  </a:cubicBezTo>
                  <a:cubicBezTo>
                    <a:pt x="0" y="7"/>
                    <a:pt x="0" y="8"/>
                    <a:pt x="0" y="9"/>
                  </a:cubicBezTo>
                  <a:cubicBezTo>
                    <a:pt x="0" y="12"/>
                    <a:pt x="3" y="16"/>
                    <a:pt x="7"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7" y="11"/>
                    <a:pt x="6" y="10"/>
                    <a:pt x="6" y="9"/>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1" y="6"/>
                    <a:pt x="11" y="6"/>
                    <a:pt x="11" y="6"/>
                  </a:cubicBezTo>
                  <a:cubicBezTo>
                    <a:pt x="12" y="4"/>
                    <a:pt x="12" y="4"/>
                    <a:pt x="12" y="4"/>
                  </a:cubicBezTo>
                  <a:cubicBezTo>
                    <a:pt x="13" y="1"/>
                    <a:pt x="13" y="1"/>
                    <a:pt x="13" y="1"/>
                  </a:cubicBezTo>
                  <a:cubicBezTo>
                    <a:pt x="13" y="1"/>
                    <a:pt x="13" y="1"/>
                    <a:pt x="13" y="1"/>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1" name="Freeform 252">
              <a:extLst>
                <a:ext uri="{FF2B5EF4-FFF2-40B4-BE49-F238E27FC236}">
                  <a16:creationId xmlns:a16="http://schemas.microsoft.com/office/drawing/2014/main" id="{EBF66A75-31F1-4143-B395-2C34DEA15870}"/>
                </a:ext>
              </a:extLst>
            </p:cNvPr>
            <p:cNvSpPr>
              <a:spLocks noEditPoints="1"/>
            </p:cNvSpPr>
            <p:nvPr userDrawn="1"/>
          </p:nvSpPr>
          <p:spPr bwMode="auto">
            <a:xfrm>
              <a:off x="4178645" y="209723"/>
              <a:ext cx="24083" cy="22077"/>
            </a:xfrm>
            <a:custGeom>
              <a:avLst/>
              <a:gdLst>
                <a:gd name="T0" fmla="*/ 9 w 16"/>
                <a:gd name="T1" fmla="*/ 6 h 15"/>
                <a:gd name="T2" fmla="*/ 9 w 16"/>
                <a:gd name="T3" fmla="*/ 6 h 15"/>
                <a:gd name="T4" fmla="*/ 10 w 16"/>
                <a:gd name="T5" fmla="*/ 3 h 15"/>
                <a:gd name="T6" fmla="*/ 11 w 16"/>
                <a:gd name="T7" fmla="*/ 0 h 15"/>
                <a:gd name="T8" fmla="*/ 10 w 16"/>
                <a:gd name="T9" fmla="*/ 3 h 15"/>
                <a:gd name="T10" fmla="*/ 9 w 16"/>
                <a:gd name="T11" fmla="*/ 6 h 15"/>
                <a:gd name="T12" fmla="*/ 10 w 16"/>
                <a:gd name="T13" fmla="*/ 8 h 15"/>
                <a:gd name="T14" fmla="*/ 10 w 16"/>
                <a:gd name="T15" fmla="*/ 8 h 15"/>
                <a:gd name="T16" fmla="*/ 10 w 16"/>
                <a:gd name="T17" fmla="*/ 9 h 15"/>
                <a:gd name="T18" fmla="*/ 9 w 16"/>
                <a:gd name="T19" fmla="*/ 9 h 15"/>
                <a:gd name="T20" fmla="*/ 8 w 16"/>
                <a:gd name="T21" fmla="*/ 9 h 15"/>
                <a:gd name="T22" fmla="*/ 8 w 16"/>
                <a:gd name="T23" fmla="*/ 9 h 15"/>
                <a:gd name="T24" fmla="*/ 6 w 16"/>
                <a:gd name="T25" fmla="*/ 7 h 15"/>
                <a:gd name="T26" fmla="*/ 6 w 16"/>
                <a:gd name="T27" fmla="*/ 7 h 15"/>
                <a:gd name="T28" fmla="*/ 7 w 16"/>
                <a:gd name="T29" fmla="*/ 6 h 15"/>
                <a:gd name="T30" fmla="*/ 8 w 16"/>
                <a:gd name="T31" fmla="*/ 6 h 15"/>
                <a:gd name="T32" fmla="*/ 8 w 16"/>
                <a:gd name="T33" fmla="*/ 6 h 15"/>
                <a:gd name="T34" fmla="*/ 9 w 16"/>
                <a:gd name="T35" fmla="*/ 6 h 15"/>
                <a:gd name="T36" fmla="*/ 8 w 16"/>
                <a:gd name="T37" fmla="*/ 0 h 15"/>
                <a:gd name="T38" fmla="*/ 4 w 16"/>
                <a:gd name="T39" fmla="*/ 1 h 15"/>
                <a:gd name="T40" fmla="*/ 1 w 16"/>
                <a:gd name="T41" fmla="*/ 5 h 15"/>
                <a:gd name="T42" fmla="*/ 0 w 16"/>
                <a:gd name="T43" fmla="*/ 7 h 15"/>
                <a:gd name="T44" fmla="*/ 6 w 16"/>
                <a:gd name="T45" fmla="*/ 15 h 15"/>
                <a:gd name="T46" fmla="*/ 6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9" y="6"/>
                    <a:pt x="9" y="6"/>
                    <a:pt x="9" y="6"/>
                  </a:cubicBezTo>
                  <a:cubicBezTo>
                    <a:pt x="10" y="3"/>
                    <a:pt x="10" y="3"/>
                    <a:pt x="10" y="3"/>
                  </a:cubicBezTo>
                  <a:cubicBezTo>
                    <a:pt x="11" y="0"/>
                    <a:pt x="11" y="0"/>
                    <a:pt x="11" y="0"/>
                  </a:cubicBez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2" name="Freeform 253">
              <a:extLst>
                <a:ext uri="{FF2B5EF4-FFF2-40B4-BE49-F238E27FC236}">
                  <a16:creationId xmlns:a16="http://schemas.microsoft.com/office/drawing/2014/main" id="{FB94DE1E-4933-43F8-B8F3-D570C8B89D50}"/>
                </a:ext>
              </a:extLst>
            </p:cNvPr>
            <p:cNvSpPr>
              <a:spLocks noEditPoints="1"/>
            </p:cNvSpPr>
            <p:nvPr userDrawn="1"/>
          </p:nvSpPr>
          <p:spPr bwMode="auto">
            <a:xfrm>
              <a:off x="4128473" y="-11038"/>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1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3" name="Freeform 254">
              <a:extLst>
                <a:ext uri="{FF2B5EF4-FFF2-40B4-BE49-F238E27FC236}">
                  <a16:creationId xmlns:a16="http://schemas.microsoft.com/office/drawing/2014/main" id="{1C6D7F36-E0EC-41A1-945E-C02581EC54A7}"/>
                </a:ext>
              </a:extLst>
            </p:cNvPr>
            <p:cNvSpPr>
              <a:spLocks noEditPoints="1"/>
            </p:cNvSpPr>
            <p:nvPr userDrawn="1"/>
          </p:nvSpPr>
          <p:spPr bwMode="auto">
            <a:xfrm>
              <a:off x="4122451" y="115397"/>
              <a:ext cx="34118" cy="34118"/>
            </a:xfrm>
            <a:custGeom>
              <a:avLst/>
              <a:gdLst>
                <a:gd name="T0" fmla="*/ 6 w 22"/>
                <a:gd name="T1" fmla="*/ 9 h 22"/>
                <a:gd name="T2" fmla="*/ 11 w 22"/>
                <a:gd name="T3" fmla="*/ 6 h 22"/>
                <a:gd name="T4" fmla="*/ 13 w 22"/>
                <a:gd name="T5" fmla="*/ 7 h 22"/>
                <a:gd name="T6" fmla="*/ 13 w 22"/>
                <a:gd name="T7" fmla="*/ 7 h 22"/>
                <a:gd name="T8" fmla="*/ 13 w 22"/>
                <a:gd name="T9" fmla="*/ 7 h 22"/>
                <a:gd name="T10" fmla="*/ 16 w 22"/>
                <a:gd name="T11" fmla="*/ 11 h 22"/>
                <a:gd name="T12" fmla="*/ 16 w 22"/>
                <a:gd name="T13" fmla="*/ 13 h 22"/>
                <a:gd name="T14" fmla="*/ 11 w 22"/>
                <a:gd name="T15" fmla="*/ 16 h 22"/>
                <a:gd name="T16" fmla="*/ 9 w 22"/>
                <a:gd name="T17" fmla="*/ 15 h 22"/>
                <a:gd name="T18" fmla="*/ 6 w 22"/>
                <a:gd name="T19" fmla="*/ 11 h 22"/>
                <a:gd name="T20" fmla="*/ 6 w 22"/>
                <a:gd name="T21" fmla="*/ 9 h 22"/>
                <a:gd name="T22" fmla="*/ 6 w 22"/>
                <a:gd name="T23" fmla="*/ 9 h 22"/>
                <a:gd name="T24" fmla="*/ 11 w 22"/>
                <a:gd name="T25" fmla="*/ 0 h 22"/>
                <a:gd name="T26" fmla="*/ 11 w 22"/>
                <a:gd name="T27" fmla="*/ 0 h 22"/>
                <a:gd name="T28" fmla="*/ 1 w 22"/>
                <a:gd name="T29" fmla="*/ 6 h 22"/>
                <a:gd name="T30" fmla="*/ 4 w 22"/>
                <a:gd name="T31" fmla="*/ 7 h 22"/>
                <a:gd name="T32" fmla="*/ 1 w 22"/>
                <a:gd name="T33" fmla="*/ 6 h 22"/>
                <a:gd name="T34" fmla="*/ 0 w 22"/>
                <a:gd name="T35" fmla="*/ 1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4" name="Freeform 255">
              <a:extLst>
                <a:ext uri="{FF2B5EF4-FFF2-40B4-BE49-F238E27FC236}">
                  <a16:creationId xmlns:a16="http://schemas.microsoft.com/office/drawing/2014/main" id="{EA9295E7-8DBE-4B5D-8C66-711EB85CF259}"/>
                </a:ext>
              </a:extLst>
            </p:cNvPr>
            <p:cNvSpPr>
              <a:spLocks noEditPoints="1"/>
            </p:cNvSpPr>
            <p:nvPr userDrawn="1"/>
          </p:nvSpPr>
          <p:spPr bwMode="auto">
            <a:xfrm>
              <a:off x="4106396" y="141488"/>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8 w 17"/>
                <a:gd name="T19" fmla="*/ 0 h 17"/>
                <a:gd name="T20" fmla="*/ 0 w 17"/>
                <a:gd name="T21" fmla="*/ 5 h 17"/>
                <a:gd name="T22" fmla="*/ 0 w 17"/>
                <a:gd name="T23" fmla="*/ 5 h 17"/>
                <a:gd name="T24" fmla="*/ 0 w 17"/>
                <a:gd name="T25" fmla="*/ 9 h 17"/>
                <a:gd name="T26" fmla="*/ 4 w 17"/>
                <a:gd name="T27" fmla="*/ 16 h 17"/>
                <a:gd name="T28" fmla="*/ 8 w 17"/>
                <a:gd name="T29" fmla="*/ 17 h 17"/>
                <a:gd name="T30" fmla="*/ 16 w 17"/>
                <a:gd name="T31" fmla="*/ 12 h 17"/>
                <a:gd name="T32" fmla="*/ 17 w 17"/>
                <a:gd name="T33" fmla="*/ 9 h 17"/>
                <a:gd name="T34" fmla="*/ 12 w 17"/>
                <a:gd name="T35" fmla="*/ 1 h 17"/>
                <a:gd name="T36" fmla="*/ 8 w 17"/>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9"/>
                    <a:pt x="6" y="9"/>
                  </a:cubicBezTo>
                  <a:cubicBezTo>
                    <a:pt x="6" y="8"/>
                    <a:pt x="6" y="8"/>
                    <a:pt x="6" y="7"/>
                  </a:cubicBezTo>
                  <a:moveTo>
                    <a:pt x="8" y="0"/>
                  </a:moveTo>
                  <a:cubicBezTo>
                    <a:pt x="5" y="0"/>
                    <a:pt x="2" y="2"/>
                    <a:pt x="0" y="5"/>
                  </a:cubicBezTo>
                  <a:cubicBezTo>
                    <a:pt x="0" y="5"/>
                    <a:pt x="0" y="5"/>
                    <a:pt x="0" y="5"/>
                  </a:cubicBezTo>
                  <a:cubicBezTo>
                    <a:pt x="0" y="6"/>
                    <a:pt x="0" y="7"/>
                    <a:pt x="0" y="9"/>
                  </a:cubicBezTo>
                  <a:cubicBezTo>
                    <a:pt x="0" y="12"/>
                    <a:pt x="1" y="15"/>
                    <a:pt x="4" y="16"/>
                  </a:cubicBezTo>
                  <a:cubicBezTo>
                    <a:pt x="6" y="17"/>
                    <a:pt x="7" y="17"/>
                    <a:pt x="8" y="17"/>
                  </a:cubicBezTo>
                  <a:cubicBezTo>
                    <a:pt x="11" y="17"/>
                    <a:pt x="14" y="15"/>
                    <a:pt x="16" y="12"/>
                  </a:cubicBezTo>
                  <a:cubicBezTo>
                    <a:pt x="17" y="11"/>
                    <a:pt x="17" y="10"/>
                    <a:pt x="17" y="9"/>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5" name="Freeform 256">
              <a:extLst>
                <a:ext uri="{FF2B5EF4-FFF2-40B4-BE49-F238E27FC236}">
                  <a16:creationId xmlns:a16="http://schemas.microsoft.com/office/drawing/2014/main" id="{FB838D1B-A02E-4362-9BEA-1DAB30B807B6}"/>
                </a:ext>
              </a:extLst>
            </p:cNvPr>
            <p:cNvSpPr>
              <a:spLocks noEditPoints="1"/>
            </p:cNvSpPr>
            <p:nvPr userDrawn="1"/>
          </p:nvSpPr>
          <p:spPr bwMode="auto">
            <a:xfrm>
              <a:off x="4080307" y="143494"/>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11 h 15"/>
                <a:gd name="T38" fmla="*/ 15 w 15"/>
                <a:gd name="T39" fmla="*/ 7 h 15"/>
                <a:gd name="T40" fmla="*/ 11 w 15"/>
                <a:gd name="T41" fmla="*/ 0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6" name="Freeform 257">
              <a:extLst>
                <a:ext uri="{FF2B5EF4-FFF2-40B4-BE49-F238E27FC236}">
                  <a16:creationId xmlns:a16="http://schemas.microsoft.com/office/drawing/2014/main" id="{6729A293-DC5A-465C-A195-B5499EA9E227}"/>
                </a:ext>
              </a:extLst>
            </p:cNvPr>
            <p:cNvSpPr>
              <a:spLocks noEditPoints="1"/>
            </p:cNvSpPr>
            <p:nvPr userDrawn="1"/>
          </p:nvSpPr>
          <p:spPr bwMode="auto">
            <a:xfrm>
              <a:off x="4616152" y="1357677"/>
              <a:ext cx="152525"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50" y="98"/>
                    <a:pt x="50" y="98"/>
                    <a:pt x="50" y="98"/>
                  </a:cubicBezTo>
                  <a:cubicBezTo>
                    <a:pt x="69" y="98"/>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7" name="Freeform 258">
              <a:extLst>
                <a:ext uri="{FF2B5EF4-FFF2-40B4-BE49-F238E27FC236}">
                  <a16:creationId xmlns:a16="http://schemas.microsoft.com/office/drawing/2014/main" id="{453D2355-6A49-4784-9CEC-E5BF2409AE74}"/>
                </a:ext>
              </a:extLst>
            </p:cNvPr>
            <p:cNvSpPr>
              <a:spLocks noEditPoints="1"/>
            </p:cNvSpPr>
            <p:nvPr userDrawn="1"/>
          </p:nvSpPr>
          <p:spPr bwMode="auto">
            <a:xfrm>
              <a:off x="4612138"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4 w 22"/>
                <a:gd name="T29" fmla="*/ 7 h 22"/>
                <a:gd name="T30" fmla="*/ 1 w 22"/>
                <a:gd name="T31" fmla="*/ 6 h 22"/>
                <a:gd name="T32" fmla="*/ 0 w 22"/>
                <a:gd name="T33" fmla="*/ 11 h 22"/>
                <a:gd name="T34" fmla="*/ 6 w 22"/>
                <a:gd name="T35" fmla="*/ 21 h 22"/>
                <a:gd name="T36" fmla="*/ 6 w 22"/>
                <a:gd name="T37" fmla="*/ 21 h 22"/>
                <a:gd name="T38" fmla="*/ 11 w 22"/>
                <a:gd name="T39" fmla="*/ 22 h 22"/>
                <a:gd name="T40" fmla="*/ 21 w 22"/>
                <a:gd name="T41" fmla="*/ 16 h 22"/>
                <a:gd name="T42" fmla="*/ 22 w 22"/>
                <a:gd name="T43" fmla="*/ 1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8" name="Freeform 259">
              <a:extLst>
                <a:ext uri="{FF2B5EF4-FFF2-40B4-BE49-F238E27FC236}">
                  <a16:creationId xmlns:a16="http://schemas.microsoft.com/office/drawing/2014/main" id="{7F598C61-15CC-441F-BB6B-EB8633BF08A4}"/>
                </a:ext>
              </a:extLst>
            </p:cNvPr>
            <p:cNvSpPr>
              <a:spLocks noEditPoints="1"/>
            </p:cNvSpPr>
            <p:nvPr userDrawn="1"/>
          </p:nvSpPr>
          <p:spPr bwMode="auto">
            <a:xfrm>
              <a:off x="4596083" y="1508195"/>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6 w 17"/>
                <a:gd name="T19" fmla="*/ 7 h 17"/>
                <a:gd name="T20" fmla="*/ 8 w 17"/>
                <a:gd name="T21" fmla="*/ 0 h 17"/>
                <a:gd name="T22" fmla="*/ 0 w 17"/>
                <a:gd name="T23" fmla="*/ 5 h 17"/>
                <a:gd name="T24" fmla="*/ 3 w 17"/>
                <a:gd name="T25" fmla="*/ 6 h 17"/>
                <a:gd name="T26" fmla="*/ 0 w 17"/>
                <a:gd name="T27" fmla="*/ 5 h 17"/>
                <a:gd name="T28" fmla="*/ 0 w 17"/>
                <a:gd name="T29" fmla="*/ 9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9 h 17"/>
                <a:gd name="T42" fmla="*/ 12 w 17"/>
                <a:gd name="T43" fmla="*/ 1 h 17"/>
                <a:gd name="T44" fmla="*/ 8 w 17"/>
                <a:gd name="T45" fmla="*/ 0 h 17"/>
                <a:gd name="T46" fmla="*/ 8 w 17"/>
                <a:gd name="T47" fmla="*/ 0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9" name="Freeform 260">
              <a:extLst>
                <a:ext uri="{FF2B5EF4-FFF2-40B4-BE49-F238E27FC236}">
                  <a16:creationId xmlns:a16="http://schemas.microsoft.com/office/drawing/2014/main" id="{6D3CF27A-39AA-42DA-B9FF-816A23B3A591}"/>
                </a:ext>
              </a:extLst>
            </p:cNvPr>
            <p:cNvSpPr>
              <a:spLocks noEditPoints="1"/>
            </p:cNvSpPr>
            <p:nvPr userDrawn="1"/>
          </p:nvSpPr>
          <p:spPr bwMode="auto">
            <a:xfrm>
              <a:off x="4569994" y="1512209"/>
              <a:ext cx="24083" cy="22077"/>
            </a:xfrm>
            <a:custGeom>
              <a:avLst/>
              <a:gdLst>
                <a:gd name="T0" fmla="*/ 8 w 16"/>
                <a:gd name="T1" fmla="*/ 9 h 15"/>
                <a:gd name="T2" fmla="*/ 7 w 16"/>
                <a:gd name="T3" fmla="*/ 9 h 15"/>
                <a:gd name="T4" fmla="*/ 7 w 16"/>
                <a:gd name="T5" fmla="*/ 9 h 15"/>
                <a:gd name="T6" fmla="*/ 6 w 16"/>
                <a:gd name="T7" fmla="*/ 7 h 15"/>
                <a:gd name="T8" fmla="*/ 6 w 16"/>
                <a:gd name="T9" fmla="*/ 7 h 15"/>
                <a:gd name="T10" fmla="*/ 4 w 16"/>
                <a:gd name="T11" fmla="*/ 5 h 15"/>
                <a:gd name="T12" fmla="*/ 6 w 16"/>
                <a:gd name="T13" fmla="*/ 7 h 15"/>
                <a:gd name="T14" fmla="*/ 8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5 w 16"/>
                <a:gd name="T35" fmla="*/ 14 h 15"/>
                <a:gd name="T36" fmla="*/ 8 w 16"/>
                <a:gd name="T37" fmla="*/ 15 h 15"/>
                <a:gd name="T38" fmla="*/ 8 w 16"/>
                <a:gd name="T39" fmla="*/ 15 h 15"/>
                <a:gd name="T40" fmla="*/ 15 w 16"/>
                <a:gd name="T41" fmla="*/ 11 h 15"/>
                <a:gd name="T42" fmla="*/ 16 w 16"/>
                <a:gd name="T43" fmla="*/ 7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5" y="14"/>
                    <a:pt x="5" y="14"/>
                    <a:pt x="5" y="14"/>
                  </a:cubicBezTo>
                  <a:cubicBezTo>
                    <a:pt x="6" y="15"/>
                    <a:pt x="7" y="15"/>
                    <a:pt x="8" y="15"/>
                  </a:cubicBezTo>
                  <a:cubicBezTo>
                    <a:pt x="8" y="15"/>
                    <a:pt x="8" y="15"/>
                    <a:pt x="8" y="15"/>
                  </a:cubicBezTo>
                  <a:cubicBezTo>
                    <a:pt x="11" y="15"/>
                    <a:pt x="13" y="13"/>
                    <a:pt x="15" y="11"/>
                  </a:cubicBezTo>
                  <a:cubicBezTo>
                    <a:pt x="15" y="10"/>
                    <a:pt x="16" y="8"/>
                    <a:pt x="16" y="7"/>
                  </a:cubicBezTo>
                  <a:cubicBezTo>
                    <a:pt x="16"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0" name="Freeform 261">
              <a:extLst>
                <a:ext uri="{FF2B5EF4-FFF2-40B4-BE49-F238E27FC236}">
                  <a16:creationId xmlns:a16="http://schemas.microsoft.com/office/drawing/2014/main" id="{E17FA27E-3646-4AB2-854B-077264CE52BC}"/>
                </a:ext>
              </a:extLst>
            </p:cNvPr>
            <p:cNvSpPr>
              <a:spLocks noEditPoints="1"/>
            </p:cNvSpPr>
            <p:nvPr userDrawn="1"/>
          </p:nvSpPr>
          <p:spPr bwMode="auto">
            <a:xfrm>
              <a:off x="4032141" y="1526258"/>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1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1" name="Freeform 262">
              <a:extLst>
                <a:ext uri="{FF2B5EF4-FFF2-40B4-BE49-F238E27FC236}">
                  <a16:creationId xmlns:a16="http://schemas.microsoft.com/office/drawing/2014/main" id="{A8BB3DA1-61C8-4415-A4E2-4F9EFC9D3B72}"/>
                </a:ext>
              </a:extLst>
            </p:cNvPr>
            <p:cNvSpPr>
              <a:spLocks noEditPoints="1"/>
            </p:cNvSpPr>
            <p:nvPr userDrawn="1"/>
          </p:nvSpPr>
          <p:spPr bwMode="auto">
            <a:xfrm>
              <a:off x="4028127" y="1652693"/>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9 w 22"/>
                <a:gd name="T17" fmla="*/ 16 h 22"/>
                <a:gd name="T18" fmla="*/ 6 w 22"/>
                <a:gd name="T19" fmla="*/ 11 h 22"/>
                <a:gd name="T20" fmla="*/ 7 w 22"/>
                <a:gd name="T21" fmla="*/ 9 h 22"/>
                <a:gd name="T22" fmla="*/ 4 w 22"/>
                <a:gd name="T23" fmla="*/ 8 h 22"/>
                <a:gd name="T24" fmla="*/ 7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9" y="16"/>
                    <a:pt x="9"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6" y="21"/>
                    <a:pt x="6" y="21"/>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2" name="Freeform 263">
              <a:extLst>
                <a:ext uri="{FF2B5EF4-FFF2-40B4-BE49-F238E27FC236}">
                  <a16:creationId xmlns:a16="http://schemas.microsoft.com/office/drawing/2014/main" id="{90E8EF05-740E-442F-AB77-56520C2EAF72}"/>
                </a:ext>
              </a:extLst>
            </p:cNvPr>
            <p:cNvSpPr>
              <a:spLocks noEditPoints="1"/>
            </p:cNvSpPr>
            <p:nvPr userDrawn="1"/>
          </p:nvSpPr>
          <p:spPr bwMode="auto">
            <a:xfrm>
              <a:off x="4012072" y="1676776"/>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9 w 17"/>
                <a:gd name="T39" fmla="*/ 17 h 17"/>
                <a:gd name="T40" fmla="*/ 9 w 17"/>
                <a:gd name="T41" fmla="*/ 17 h 17"/>
                <a:gd name="T42" fmla="*/ 16 w 17"/>
                <a:gd name="T43" fmla="*/ 13 h 17"/>
                <a:gd name="T44" fmla="*/ 16 w 17"/>
                <a:gd name="T45" fmla="*/ 13 h 17"/>
                <a:gd name="T46" fmla="*/ 17 w 17"/>
                <a:gd name="T47" fmla="*/ 9 h 17"/>
                <a:gd name="T48" fmla="*/ 12 w 17"/>
                <a:gd name="T49" fmla="*/ 1 h 17"/>
                <a:gd name="T50" fmla="*/ 12 w 17"/>
                <a:gd name="T51" fmla="*/ 1 h 17"/>
                <a:gd name="T52" fmla="*/ 9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6" y="13"/>
                    <a:pt x="16" y="13"/>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3" name="Freeform 264">
              <a:extLst>
                <a:ext uri="{FF2B5EF4-FFF2-40B4-BE49-F238E27FC236}">
                  <a16:creationId xmlns:a16="http://schemas.microsoft.com/office/drawing/2014/main" id="{80B8895C-08FB-465C-9419-3AE8B1BD0D90}"/>
                </a:ext>
              </a:extLst>
            </p:cNvPr>
            <p:cNvSpPr>
              <a:spLocks noEditPoints="1"/>
            </p:cNvSpPr>
            <p:nvPr userDrawn="1"/>
          </p:nvSpPr>
          <p:spPr bwMode="auto">
            <a:xfrm>
              <a:off x="3987989" y="1680789"/>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7 w 15"/>
                <a:gd name="T13" fmla="*/ 9 h 15"/>
                <a:gd name="T14" fmla="*/ 6 w 15"/>
                <a:gd name="T15" fmla="*/ 9 h 15"/>
                <a:gd name="T16" fmla="*/ 6 w 15"/>
                <a:gd name="T17" fmla="*/ 9 h 15"/>
                <a:gd name="T18" fmla="*/ 6 w 15"/>
                <a:gd name="T19" fmla="*/ 7 h 15"/>
                <a:gd name="T20" fmla="*/ 6 w 15"/>
                <a:gd name="T21" fmla="*/ 7 h 15"/>
                <a:gd name="T22" fmla="*/ 6 w 15"/>
                <a:gd name="T23" fmla="*/ 7 h 15"/>
                <a:gd name="T24" fmla="*/ 7 w 15"/>
                <a:gd name="T25" fmla="*/ 0 h 15"/>
                <a:gd name="T26" fmla="*/ 0 w 15"/>
                <a:gd name="T27" fmla="*/ 4 h 15"/>
                <a:gd name="T28" fmla="*/ 0 w 15"/>
                <a:gd name="T29" fmla="*/ 4 h 15"/>
                <a:gd name="T30" fmla="*/ 0 w 15"/>
                <a:gd name="T31" fmla="*/ 4 h 15"/>
                <a:gd name="T32" fmla="*/ 0 w 15"/>
                <a:gd name="T33" fmla="*/ 4 h 15"/>
                <a:gd name="T34" fmla="*/ 0 w 15"/>
                <a:gd name="T35" fmla="*/ 4 h 15"/>
                <a:gd name="T36" fmla="*/ 0 w 15"/>
                <a:gd name="T37" fmla="*/ 7 h 15"/>
                <a:gd name="T38" fmla="*/ 4 w 15"/>
                <a:gd name="T39" fmla="*/ 14 h 15"/>
                <a:gd name="T40" fmla="*/ 4 w 15"/>
                <a:gd name="T41" fmla="*/ 14 h 15"/>
                <a:gd name="T42" fmla="*/ 7 w 15"/>
                <a:gd name="T43" fmla="*/ 15 h 15"/>
                <a:gd name="T44" fmla="*/ 7 w 15"/>
                <a:gd name="T45" fmla="*/ 15 h 15"/>
                <a:gd name="T46" fmla="*/ 7 w 15"/>
                <a:gd name="T47" fmla="*/ 15 h 15"/>
                <a:gd name="T48" fmla="*/ 14 w 15"/>
                <a:gd name="T49" fmla="*/ 11 h 15"/>
                <a:gd name="T50" fmla="*/ 15 w 15"/>
                <a:gd name="T51" fmla="*/ 7 h 15"/>
                <a:gd name="T52" fmla="*/ 11 w 15"/>
                <a:gd name="T53" fmla="*/ 1 h 15"/>
                <a:gd name="T54" fmla="*/ 11 w 15"/>
                <a:gd name="T55" fmla="*/ 1 h 15"/>
                <a:gd name="T56" fmla="*/ 7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5" y="10"/>
                    <a:pt x="15" y="9"/>
                    <a:pt x="15" y="7"/>
                  </a:cubicBezTo>
                  <a:cubicBezTo>
                    <a:pt x="15" y="5"/>
                    <a:pt x="13" y="2"/>
                    <a:pt x="11" y="1"/>
                  </a:cubicBezTo>
                  <a:cubicBezTo>
                    <a:pt x="11" y="1"/>
                    <a:pt x="11" y="1"/>
                    <a:pt x="11"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4" name="Freeform 265">
              <a:extLst>
                <a:ext uri="{FF2B5EF4-FFF2-40B4-BE49-F238E27FC236}">
                  <a16:creationId xmlns:a16="http://schemas.microsoft.com/office/drawing/2014/main" id="{24C5BEC7-093A-48FA-9771-ED5C1924F124}"/>
                </a:ext>
              </a:extLst>
            </p:cNvPr>
            <p:cNvSpPr>
              <a:spLocks noEditPoints="1"/>
            </p:cNvSpPr>
            <p:nvPr userDrawn="1"/>
          </p:nvSpPr>
          <p:spPr bwMode="auto">
            <a:xfrm>
              <a:off x="5075736"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5" name="Freeform 266">
              <a:extLst>
                <a:ext uri="{FF2B5EF4-FFF2-40B4-BE49-F238E27FC236}">
                  <a16:creationId xmlns:a16="http://schemas.microsoft.com/office/drawing/2014/main" id="{49F0E042-7F11-4C07-BC09-13B67261D355}"/>
                </a:ext>
              </a:extLst>
            </p:cNvPr>
            <p:cNvSpPr>
              <a:spLocks noEditPoints="1"/>
            </p:cNvSpPr>
            <p:nvPr userDrawn="1"/>
          </p:nvSpPr>
          <p:spPr bwMode="auto">
            <a:xfrm>
              <a:off x="5059680" y="1213179"/>
              <a:ext cx="32111" cy="32111"/>
            </a:xfrm>
            <a:custGeom>
              <a:avLst/>
              <a:gdLst>
                <a:gd name="T0" fmla="*/ 8 w 21"/>
                <a:gd name="T1" fmla="*/ 15 h 22"/>
                <a:gd name="T2" fmla="*/ 6 w 21"/>
                <a:gd name="T3" fmla="*/ 11 h 22"/>
                <a:gd name="T4" fmla="*/ 7 w 21"/>
                <a:gd name="T5" fmla="*/ 8 h 22"/>
                <a:gd name="T6" fmla="*/ 4 w 21"/>
                <a:gd name="T7" fmla="*/ 6 h 22"/>
                <a:gd name="T8" fmla="*/ 7 w 21"/>
                <a:gd name="T9" fmla="*/ 8 h 22"/>
                <a:gd name="T10" fmla="*/ 10 w 21"/>
                <a:gd name="T11" fmla="*/ 6 h 22"/>
                <a:gd name="T12" fmla="*/ 13 w 21"/>
                <a:gd name="T13" fmla="*/ 7 h 22"/>
                <a:gd name="T14" fmla="*/ 15 w 21"/>
                <a:gd name="T15" fmla="*/ 11 h 22"/>
                <a:gd name="T16" fmla="*/ 14 w 21"/>
                <a:gd name="T17" fmla="*/ 14 h 22"/>
                <a:gd name="T18" fmla="*/ 10 w 21"/>
                <a:gd name="T19" fmla="*/ 16 h 22"/>
                <a:gd name="T20" fmla="*/ 8 w 21"/>
                <a:gd name="T21" fmla="*/ 15 h 22"/>
                <a:gd name="T22" fmla="*/ 8 w 21"/>
                <a:gd name="T23" fmla="*/ 15 h 22"/>
                <a:gd name="T24" fmla="*/ 10 w 21"/>
                <a:gd name="T25" fmla="*/ 0 h 22"/>
                <a:gd name="T26" fmla="*/ 10 w 21"/>
                <a:gd name="T27" fmla="*/ 0 h 22"/>
                <a:gd name="T28" fmla="*/ 10 w 21"/>
                <a:gd name="T29" fmla="*/ 0 h 22"/>
                <a:gd name="T30" fmla="*/ 2 w 21"/>
                <a:gd name="T31" fmla="*/ 5 h 22"/>
                <a:gd name="T32" fmla="*/ 2 w 21"/>
                <a:gd name="T33" fmla="*/ 5 h 22"/>
                <a:gd name="T34" fmla="*/ 0 w 21"/>
                <a:gd name="T35" fmla="*/ 11 h 22"/>
                <a:gd name="T36" fmla="*/ 4 w 21"/>
                <a:gd name="T37" fmla="*/ 19 h 22"/>
                <a:gd name="T38" fmla="*/ 4 w 21"/>
                <a:gd name="T39" fmla="*/ 19 h 22"/>
                <a:gd name="T40" fmla="*/ 10 w 21"/>
                <a:gd name="T41" fmla="*/ 22 h 22"/>
                <a:gd name="T42" fmla="*/ 10 w 21"/>
                <a:gd name="T43" fmla="*/ 22 h 22"/>
                <a:gd name="T44" fmla="*/ 10 w 21"/>
                <a:gd name="T45" fmla="*/ 22 h 22"/>
                <a:gd name="T46" fmla="*/ 19 w 21"/>
                <a:gd name="T47" fmla="*/ 17 h 22"/>
                <a:gd name="T48" fmla="*/ 21 w 21"/>
                <a:gd name="T49" fmla="*/ 11 h 22"/>
                <a:gd name="T50" fmla="*/ 17 w 21"/>
                <a:gd name="T51" fmla="*/ 3 h 22"/>
                <a:gd name="T52" fmla="*/ 10 w 21"/>
                <a:gd name="T5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2">
                  <a:moveTo>
                    <a:pt x="8" y="15"/>
                  </a:move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5" y="8"/>
                    <a:pt x="15" y="10"/>
                    <a:pt x="15" y="11"/>
                  </a:cubicBezTo>
                  <a:cubicBezTo>
                    <a:pt x="15" y="12"/>
                    <a:pt x="15" y="13"/>
                    <a:pt x="14" y="14"/>
                  </a:cubicBezTo>
                  <a:cubicBezTo>
                    <a:pt x="13" y="15"/>
                    <a:pt x="12" y="16"/>
                    <a:pt x="10" y="16"/>
                  </a:cubicBezTo>
                  <a:cubicBezTo>
                    <a:pt x="9" y="16"/>
                    <a:pt x="8" y="15"/>
                    <a:pt x="8" y="15"/>
                  </a:cubicBezTo>
                  <a:cubicBezTo>
                    <a:pt x="8" y="15"/>
                    <a:pt x="8" y="15"/>
                    <a:pt x="8" y="15"/>
                  </a:cubicBezTo>
                  <a:moveTo>
                    <a:pt x="10" y="0"/>
                  </a:moveTo>
                  <a:cubicBezTo>
                    <a:pt x="10" y="0"/>
                    <a:pt x="10" y="0"/>
                    <a:pt x="10" y="0"/>
                  </a:cubicBezTo>
                  <a:cubicBezTo>
                    <a:pt x="10" y="0"/>
                    <a:pt x="10" y="0"/>
                    <a:pt x="10" y="0"/>
                  </a:cubicBezTo>
                  <a:cubicBezTo>
                    <a:pt x="7" y="0"/>
                    <a:pt x="4" y="2"/>
                    <a:pt x="2" y="5"/>
                  </a:cubicBezTo>
                  <a:cubicBezTo>
                    <a:pt x="2" y="5"/>
                    <a:pt x="2" y="5"/>
                    <a:pt x="2" y="5"/>
                  </a:cubicBezTo>
                  <a:cubicBezTo>
                    <a:pt x="1" y="7"/>
                    <a:pt x="0" y="9"/>
                    <a:pt x="0" y="11"/>
                  </a:cubicBezTo>
                  <a:cubicBezTo>
                    <a:pt x="0" y="14"/>
                    <a:pt x="1" y="17"/>
                    <a:pt x="4" y="19"/>
                  </a:cubicBezTo>
                  <a:cubicBezTo>
                    <a:pt x="4" y="19"/>
                    <a:pt x="4" y="19"/>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6" name="Freeform 267">
              <a:extLst>
                <a:ext uri="{FF2B5EF4-FFF2-40B4-BE49-F238E27FC236}">
                  <a16:creationId xmlns:a16="http://schemas.microsoft.com/office/drawing/2014/main" id="{F0149804-5931-4F72-B8B8-C7DFB376A1DF}"/>
                </a:ext>
              </a:extLst>
            </p:cNvPr>
            <p:cNvSpPr>
              <a:spLocks noEditPoints="1"/>
            </p:cNvSpPr>
            <p:nvPr userDrawn="1"/>
          </p:nvSpPr>
          <p:spPr bwMode="auto">
            <a:xfrm>
              <a:off x="5041618" y="1233248"/>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10 w 16"/>
                <a:gd name="T13" fmla="*/ 6 h 17"/>
                <a:gd name="T14" fmla="*/ 10 w 16"/>
                <a:gd name="T15" fmla="*/ 8 h 17"/>
                <a:gd name="T16" fmla="*/ 10 w 16"/>
                <a:gd name="T17" fmla="*/ 10 h 17"/>
                <a:gd name="T18" fmla="*/ 8 w 16"/>
                <a:gd name="T19" fmla="*/ 11 h 17"/>
                <a:gd name="T20" fmla="*/ 7 w 16"/>
                <a:gd name="T21" fmla="*/ 10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8 w 16"/>
                <a:gd name="T43" fmla="*/ 17 h 17"/>
                <a:gd name="T44" fmla="*/ 15 w 16"/>
                <a:gd name="T45" fmla="*/ 13 h 17"/>
                <a:gd name="T46" fmla="*/ 16 w 16"/>
                <a:gd name="T47" fmla="*/ 8 h 17"/>
                <a:gd name="T48" fmla="*/ 13 w 16"/>
                <a:gd name="T49" fmla="*/ 2 h 17"/>
                <a:gd name="T50" fmla="*/ 8 w 16"/>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10" y="6"/>
                  </a:cubicBezTo>
                  <a:cubicBezTo>
                    <a:pt x="10" y="7"/>
                    <a:pt x="10" y="8"/>
                    <a:pt x="10" y="8"/>
                  </a:cubicBezTo>
                  <a:cubicBezTo>
                    <a:pt x="10" y="9"/>
                    <a:pt x="10" y="9"/>
                    <a:pt x="10" y="10"/>
                  </a:cubicBezTo>
                  <a:cubicBezTo>
                    <a:pt x="9" y="10"/>
                    <a:pt x="9" y="11"/>
                    <a:pt x="8" y="11"/>
                  </a:cubicBezTo>
                  <a:cubicBezTo>
                    <a:pt x="8" y="11"/>
                    <a:pt x="7" y="10"/>
                    <a:pt x="7" y="10"/>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8" y="17"/>
                    <a:pt x="8" y="17"/>
                    <a:pt x="8" y="17"/>
                  </a:cubicBezTo>
                  <a:cubicBezTo>
                    <a:pt x="11" y="17"/>
                    <a:pt x="13" y="15"/>
                    <a:pt x="15" y="13"/>
                  </a:cubicBezTo>
                  <a:cubicBezTo>
                    <a:pt x="16" y="12"/>
                    <a:pt x="16" y="10"/>
                    <a:pt x="16" y="8"/>
                  </a:cubicBezTo>
                  <a:cubicBezTo>
                    <a:pt x="16" y="6"/>
                    <a:pt x="15" y="3"/>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7" name="Freeform 268">
              <a:extLst>
                <a:ext uri="{FF2B5EF4-FFF2-40B4-BE49-F238E27FC236}">
                  <a16:creationId xmlns:a16="http://schemas.microsoft.com/office/drawing/2014/main" id="{64715108-5A3C-4886-A923-629DC4F4D95E}"/>
                </a:ext>
              </a:extLst>
            </p:cNvPr>
            <p:cNvSpPr>
              <a:spLocks noEditPoints="1"/>
            </p:cNvSpPr>
            <p:nvPr userDrawn="1"/>
          </p:nvSpPr>
          <p:spPr bwMode="auto">
            <a:xfrm>
              <a:off x="5017535"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8" name="Freeform 269">
              <a:extLst>
                <a:ext uri="{FF2B5EF4-FFF2-40B4-BE49-F238E27FC236}">
                  <a16:creationId xmlns:a16="http://schemas.microsoft.com/office/drawing/2014/main" id="{DF2CEE80-5391-4772-B0D9-2DA3584E9C58}"/>
                </a:ext>
              </a:extLst>
            </p:cNvPr>
            <p:cNvSpPr>
              <a:spLocks noEditPoints="1"/>
            </p:cNvSpPr>
            <p:nvPr userDrawn="1"/>
          </p:nvSpPr>
          <p:spPr bwMode="auto">
            <a:xfrm>
              <a:off x="391373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3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3 w 240"/>
                <a:gd name="T95" fmla="*/ 202 h 203"/>
                <a:gd name="T96" fmla="*/ 214 w 240"/>
                <a:gd name="T97" fmla="*/ 191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7 h 203"/>
                <a:gd name="T112" fmla="*/ 195 w 240"/>
                <a:gd name="T113" fmla="*/ 5 h 203"/>
                <a:gd name="T114" fmla="*/ 173 w 240"/>
                <a:gd name="T115" fmla="*/ 2 h 203"/>
                <a:gd name="T116" fmla="*/ 122 w 240"/>
                <a:gd name="T117" fmla="*/ 5 h 203"/>
                <a:gd name="T118" fmla="*/ 120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7"/>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9" name="Freeform 270">
              <a:extLst>
                <a:ext uri="{FF2B5EF4-FFF2-40B4-BE49-F238E27FC236}">
                  <a16:creationId xmlns:a16="http://schemas.microsoft.com/office/drawing/2014/main" id="{4CAA2DF1-A158-4AD9-81EF-6A083AABDB63}"/>
                </a:ext>
              </a:extLst>
            </p:cNvPr>
            <p:cNvSpPr>
              <a:spLocks/>
            </p:cNvSpPr>
            <p:nvPr userDrawn="1"/>
          </p:nvSpPr>
          <p:spPr bwMode="auto">
            <a:xfrm>
              <a:off x="3941829" y="-119411"/>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0" name="Freeform 271">
              <a:extLst>
                <a:ext uri="{FF2B5EF4-FFF2-40B4-BE49-F238E27FC236}">
                  <a16:creationId xmlns:a16="http://schemas.microsoft.com/office/drawing/2014/main" id="{C647B50D-1FD4-4F76-B03F-8B3B405865DF}"/>
                </a:ext>
              </a:extLst>
            </p:cNvPr>
            <p:cNvSpPr>
              <a:spLocks/>
            </p:cNvSpPr>
            <p:nvPr userDrawn="1"/>
          </p:nvSpPr>
          <p:spPr bwMode="auto">
            <a:xfrm>
              <a:off x="4234839" y="-3010"/>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1" name="Freeform 272">
              <a:extLst>
                <a:ext uri="{FF2B5EF4-FFF2-40B4-BE49-F238E27FC236}">
                  <a16:creationId xmlns:a16="http://schemas.microsoft.com/office/drawing/2014/main" id="{1EAB755A-5471-4169-B086-877C61C9A728}"/>
                </a:ext>
              </a:extLst>
            </p:cNvPr>
            <p:cNvSpPr>
              <a:spLocks noEditPoints="1"/>
            </p:cNvSpPr>
            <p:nvPr userDrawn="1"/>
          </p:nvSpPr>
          <p:spPr bwMode="auto">
            <a:xfrm>
              <a:off x="3550482" y="1512209"/>
              <a:ext cx="361244" cy="315086"/>
            </a:xfrm>
            <a:custGeom>
              <a:avLst/>
              <a:gdLst>
                <a:gd name="T0" fmla="*/ 211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1 w 240"/>
                <a:gd name="T15" fmla="*/ 16 h 209"/>
                <a:gd name="T16" fmla="*/ 198 w 240"/>
                <a:gd name="T17" fmla="*/ 48 h 209"/>
                <a:gd name="T18" fmla="*/ 208 w 240"/>
                <a:gd name="T19" fmla="*/ 59 h 209"/>
                <a:gd name="T20" fmla="*/ 218 w 240"/>
                <a:gd name="T21" fmla="*/ 59 h 209"/>
                <a:gd name="T22" fmla="*/ 228 w 240"/>
                <a:gd name="T23" fmla="*/ 62 h 209"/>
                <a:gd name="T24" fmla="*/ 220 w 240"/>
                <a:gd name="T25" fmla="*/ 97 h 209"/>
                <a:gd name="T26" fmla="*/ 197 w 240"/>
                <a:gd name="T27" fmla="*/ 119 h 209"/>
                <a:gd name="T28" fmla="*/ 182 w 240"/>
                <a:gd name="T29" fmla="*/ 124 h 209"/>
                <a:gd name="T30" fmla="*/ 176 w 240"/>
                <a:gd name="T31" fmla="*/ 147 h 209"/>
                <a:gd name="T32" fmla="*/ 158 w 240"/>
                <a:gd name="T33" fmla="*/ 154 h 209"/>
                <a:gd name="T34" fmla="*/ 140 w 240"/>
                <a:gd name="T35" fmla="*/ 147 h 209"/>
                <a:gd name="T36" fmla="*/ 128 w 240"/>
                <a:gd name="T37" fmla="*/ 147 h 209"/>
                <a:gd name="T38" fmla="*/ 120 w 240"/>
                <a:gd name="T39" fmla="*/ 158 h 209"/>
                <a:gd name="T40" fmla="*/ 77 w 240"/>
                <a:gd name="T41" fmla="*/ 170 h 209"/>
                <a:gd name="T42" fmla="*/ 56 w 240"/>
                <a:gd name="T43" fmla="*/ 157 h 209"/>
                <a:gd name="T44" fmla="*/ 55 w 240"/>
                <a:gd name="T45" fmla="*/ 130 h 209"/>
                <a:gd name="T46" fmla="*/ 16 w 240"/>
                <a:gd name="T47" fmla="*/ 119 h 209"/>
                <a:gd name="T48" fmla="*/ 18 w 240"/>
                <a:gd name="T49" fmla="*/ 85 h 209"/>
                <a:gd name="T50" fmla="*/ 27 w 240"/>
                <a:gd name="T51" fmla="*/ 77 h 209"/>
                <a:gd name="T52" fmla="*/ 22 w 240"/>
                <a:gd name="T53" fmla="*/ 54 h 209"/>
                <a:gd name="T54" fmla="*/ 40 w 240"/>
                <a:gd name="T55" fmla="*/ 10 h 209"/>
                <a:gd name="T56" fmla="*/ 67 w 240"/>
                <a:gd name="T57" fmla="*/ 21 h 209"/>
                <a:gd name="T58" fmla="*/ 81 w 240"/>
                <a:gd name="T59" fmla="*/ 9 h 209"/>
                <a:gd name="T60" fmla="*/ 105 w 240"/>
                <a:gd name="T61" fmla="*/ 6 h 209"/>
                <a:gd name="T62" fmla="*/ 76 w 240"/>
                <a:gd name="T63" fmla="*/ 3 h 209"/>
                <a:gd name="T64" fmla="*/ 74 w 240"/>
                <a:gd name="T65" fmla="*/ 11 h 209"/>
                <a:gd name="T66" fmla="*/ 67 w 240"/>
                <a:gd name="T67" fmla="*/ 15 h 209"/>
                <a:gd name="T68" fmla="*/ 40 w 240"/>
                <a:gd name="T69" fmla="*/ 4 h 209"/>
                <a:gd name="T70" fmla="*/ 16 w 240"/>
                <a:gd name="T71" fmla="*/ 54 h 209"/>
                <a:gd name="T72" fmla="*/ 21 w 240"/>
                <a:gd name="T73" fmla="*/ 77 h 209"/>
                <a:gd name="T74" fmla="*/ 6 w 240"/>
                <a:gd name="T75" fmla="*/ 84 h 209"/>
                <a:gd name="T76" fmla="*/ 13 w 240"/>
                <a:gd name="T77" fmla="*/ 124 h 209"/>
                <a:gd name="T78" fmla="*/ 16 w 240"/>
                <a:gd name="T79" fmla="*/ 126 h 209"/>
                <a:gd name="T80" fmla="*/ 45 w 240"/>
                <a:gd name="T81" fmla="*/ 128 h 209"/>
                <a:gd name="T82" fmla="*/ 51 w 240"/>
                <a:gd name="T83" fmla="*/ 151 h 209"/>
                <a:gd name="T84" fmla="*/ 63 w 240"/>
                <a:gd name="T85" fmla="*/ 174 h 209"/>
                <a:gd name="T86" fmla="*/ 128 w 240"/>
                <a:gd name="T87" fmla="*/ 160 h 209"/>
                <a:gd name="T88" fmla="*/ 141 w 240"/>
                <a:gd name="T89" fmla="*/ 154 h 209"/>
                <a:gd name="T90" fmla="*/ 152 w 240"/>
                <a:gd name="T91" fmla="*/ 160 h 209"/>
                <a:gd name="T92" fmla="*/ 181 w 240"/>
                <a:gd name="T93" fmla="*/ 150 h 209"/>
                <a:gd name="T94" fmla="*/ 214 w 240"/>
                <a:gd name="T95" fmla="*/ 190 h 209"/>
                <a:gd name="T96" fmla="*/ 204 w 240"/>
                <a:gd name="T97" fmla="*/ 123 h 209"/>
                <a:gd name="T98" fmla="*/ 221 w 240"/>
                <a:gd name="T99" fmla="*/ 103 h 209"/>
                <a:gd name="T100" fmla="*/ 240 w 240"/>
                <a:gd name="T101" fmla="*/ 80 h 209"/>
                <a:gd name="T102" fmla="*/ 227 w 240"/>
                <a:gd name="T103" fmla="*/ 55 h 209"/>
                <a:gd name="T104" fmla="*/ 215 w 240"/>
                <a:gd name="T105" fmla="*/ 53 h 209"/>
                <a:gd name="T106" fmla="*/ 204 w 240"/>
                <a:gd name="T107" fmla="*/ 51 h 209"/>
                <a:gd name="T108" fmla="*/ 209 w 240"/>
                <a:gd name="T109" fmla="*/ 24 h 209"/>
                <a:gd name="T110" fmla="*/ 196 w 240"/>
                <a:gd name="T111" fmla="*/ 5 h 209"/>
                <a:gd name="T112" fmla="*/ 193 w 240"/>
                <a:gd name="T113" fmla="*/ 3 h 209"/>
                <a:gd name="T114" fmla="*/ 124 w 240"/>
                <a:gd name="T115" fmla="*/ 3 h 209"/>
                <a:gd name="T116" fmla="*/ 121 w 240"/>
                <a:gd name="T117" fmla="*/ 4 h 209"/>
                <a:gd name="T118" fmla="*/ 119 w 240"/>
                <a:gd name="T119" fmla="*/ 6 h 209"/>
                <a:gd name="T120" fmla="*/ 116 w 240"/>
                <a:gd name="T121"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5" y="59"/>
                  </a:cubicBezTo>
                  <a:cubicBezTo>
                    <a:pt x="216" y="59"/>
                    <a:pt x="216"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5"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2" name="Freeform 273">
              <a:extLst>
                <a:ext uri="{FF2B5EF4-FFF2-40B4-BE49-F238E27FC236}">
                  <a16:creationId xmlns:a16="http://schemas.microsoft.com/office/drawing/2014/main" id="{9B854B76-1383-4A79-AAF2-BDC2290BAF69}"/>
                </a:ext>
              </a:extLst>
            </p:cNvPr>
            <p:cNvSpPr>
              <a:spLocks noEditPoints="1"/>
            </p:cNvSpPr>
            <p:nvPr userDrawn="1"/>
          </p:nvSpPr>
          <p:spPr bwMode="auto">
            <a:xfrm>
              <a:off x="4704456" y="-406400"/>
              <a:ext cx="361244" cy="315086"/>
            </a:xfrm>
            <a:custGeom>
              <a:avLst/>
              <a:gdLst>
                <a:gd name="T0" fmla="*/ 216 w 240"/>
                <a:gd name="T1" fmla="*/ 210 h 210"/>
                <a:gd name="T2" fmla="*/ 213 w 240"/>
                <a:gd name="T3" fmla="*/ 190 h 210"/>
                <a:gd name="T4" fmla="*/ 213 w 240"/>
                <a:gd name="T5" fmla="*/ 190 h 210"/>
                <a:gd name="T6" fmla="*/ 111 w 240"/>
                <a:gd name="T7" fmla="*/ 7 h 210"/>
                <a:gd name="T8" fmla="*/ 115 w 240"/>
                <a:gd name="T9" fmla="*/ 11 h 210"/>
                <a:gd name="T10" fmla="*/ 122 w 240"/>
                <a:gd name="T11" fmla="*/ 12 h 210"/>
                <a:gd name="T12" fmla="*/ 173 w 240"/>
                <a:gd name="T13" fmla="*/ 8 h 210"/>
                <a:gd name="T14" fmla="*/ 190 w 240"/>
                <a:gd name="T15" fmla="*/ 9 h 210"/>
                <a:gd name="T16" fmla="*/ 195 w 240"/>
                <a:gd name="T17" fmla="*/ 12 h 210"/>
                <a:gd name="T18" fmla="*/ 200 w 240"/>
                <a:gd name="T19" fmla="*/ 37 h 210"/>
                <a:gd name="T20" fmla="*/ 203 w 240"/>
                <a:gd name="T21" fmla="*/ 58 h 210"/>
                <a:gd name="T22" fmla="*/ 217 w 240"/>
                <a:gd name="T23" fmla="*/ 60 h 210"/>
                <a:gd name="T24" fmla="*/ 225 w 240"/>
                <a:gd name="T25" fmla="*/ 61 h 210"/>
                <a:gd name="T26" fmla="*/ 231 w 240"/>
                <a:gd name="T27" fmla="*/ 91 h 210"/>
                <a:gd name="T28" fmla="*/ 197 w 240"/>
                <a:gd name="T29" fmla="*/ 120 h 210"/>
                <a:gd name="T30" fmla="*/ 182 w 240"/>
                <a:gd name="T31" fmla="*/ 125 h 210"/>
                <a:gd name="T32" fmla="*/ 176 w 240"/>
                <a:gd name="T33" fmla="*/ 147 h 210"/>
                <a:gd name="T34" fmla="*/ 158 w 240"/>
                <a:gd name="T35" fmla="*/ 155 h 210"/>
                <a:gd name="T36" fmla="*/ 140 w 240"/>
                <a:gd name="T37" fmla="*/ 147 h 210"/>
                <a:gd name="T38" fmla="*/ 128 w 240"/>
                <a:gd name="T39" fmla="*/ 148 h 210"/>
                <a:gd name="T40" fmla="*/ 120 w 240"/>
                <a:gd name="T41" fmla="*/ 159 h 210"/>
                <a:gd name="T42" fmla="*/ 78 w 240"/>
                <a:gd name="T43" fmla="*/ 171 h 210"/>
                <a:gd name="T44" fmla="*/ 57 w 240"/>
                <a:gd name="T45" fmla="*/ 158 h 210"/>
                <a:gd name="T46" fmla="*/ 55 w 240"/>
                <a:gd name="T47" fmla="*/ 131 h 210"/>
                <a:gd name="T48" fmla="*/ 17 w 240"/>
                <a:gd name="T49" fmla="*/ 120 h 210"/>
                <a:gd name="T50" fmla="*/ 19 w 240"/>
                <a:gd name="T51" fmla="*/ 86 h 210"/>
                <a:gd name="T52" fmla="*/ 27 w 240"/>
                <a:gd name="T53" fmla="*/ 78 h 210"/>
                <a:gd name="T54" fmla="*/ 22 w 240"/>
                <a:gd name="T55" fmla="*/ 55 h 210"/>
                <a:gd name="T56" fmla="*/ 41 w 240"/>
                <a:gd name="T57" fmla="*/ 11 h 210"/>
                <a:gd name="T58" fmla="*/ 67 w 240"/>
                <a:gd name="T59" fmla="*/ 22 h 210"/>
                <a:gd name="T60" fmla="*/ 81 w 240"/>
                <a:gd name="T61" fmla="*/ 9 h 210"/>
                <a:gd name="T62" fmla="*/ 105 w 240"/>
                <a:gd name="T63" fmla="*/ 6 h 210"/>
                <a:gd name="T64" fmla="*/ 195 w 240"/>
                <a:gd name="T65" fmla="*/ 5 h 210"/>
                <a:gd name="T66" fmla="*/ 78 w 240"/>
                <a:gd name="T67" fmla="*/ 4 h 210"/>
                <a:gd name="T68" fmla="*/ 76 w 240"/>
                <a:gd name="T69" fmla="*/ 6 h 210"/>
                <a:gd name="T70" fmla="*/ 67 w 240"/>
                <a:gd name="T71" fmla="*/ 16 h 210"/>
                <a:gd name="T72" fmla="*/ 41 w 240"/>
                <a:gd name="T73" fmla="*/ 5 h 210"/>
                <a:gd name="T74" fmla="*/ 19 w 240"/>
                <a:gd name="T75" fmla="*/ 30 h 210"/>
                <a:gd name="T76" fmla="*/ 21 w 240"/>
                <a:gd name="T77" fmla="*/ 76 h 210"/>
                <a:gd name="T78" fmla="*/ 17 w 240"/>
                <a:gd name="T79" fmla="*/ 80 h 210"/>
                <a:gd name="T80" fmla="*/ 0 w 240"/>
                <a:gd name="T81" fmla="*/ 97 h 210"/>
                <a:gd name="T82" fmla="*/ 16 w 240"/>
                <a:gd name="T83" fmla="*/ 126 h 210"/>
                <a:gd name="T84" fmla="*/ 28 w 240"/>
                <a:gd name="T85" fmla="*/ 125 h 210"/>
                <a:gd name="T86" fmla="*/ 52 w 240"/>
                <a:gd name="T87" fmla="*/ 143 h 210"/>
                <a:gd name="T88" fmla="*/ 53 w 240"/>
                <a:gd name="T89" fmla="*/ 167 h 210"/>
                <a:gd name="T90" fmla="*/ 114 w 240"/>
                <a:gd name="T91" fmla="*/ 169 h 210"/>
                <a:gd name="T92" fmla="*/ 134 w 240"/>
                <a:gd name="T93" fmla="*/ 151 h 210"/>
                <a:gd name="T94" fmla="*/ 151 w 240"/>
                <a:gd name="T95" fmla="*/ 160 h 210"/>
                <a:gd name="T96" fmla="*/ 174 w 240"/>
                <a:gd name="T97" fmla="*/ 157 h 210"/>
                <a:gd name="T98" fmla="*/ 209 w 240"/>
                <a:gd name="T99" fmla="*/ 194 h 210"/>
                <a:gd name="T100" fmla="*/ 204 w 240"/>
                <a:gd name="T101" fmla="*/ 124 h 210"/>
                <a:gd name="T102" fmla="*/ 203 w 240"/>
                <a:gd name="T103" fmla="*/ 120 h 210"/>
                <a:gd name="T104" fmla="*/ 236 w 240"/>
                <a:gd name="T105" fmla="*/ 95 h 210"/>
                <a:gd name="T106" fmla="*/ 232 w 240"/>
                <a:gd name="T107" fmla="*/ 59 h 210"/>
                <a:gd name="T108" fmla="*/ 215 w 240"/>
                <a:gd name="T109" fmla="*/ 54 h 210"/>
                <a:gd name="T110" fmla="*/ 204 w 240"/>
                <a:gd name="T111" fmla="*/ 51 h 210"/>
                <a:gd name="T112" fmla="*/ 209 w 240"/>
                <a:gd name="T113" fmla="*/ 24 h 210"/>
                <a:gd name="T114" fmla="*/ 196 w 240"/>
                <a:gd name="T115" fmla="*/ 6 h 210"/>
                <a:gd name="T116" fmla="*/ 193 w 240"/>
                <a:gd name="T117" fmla="*/ 3 h 210"/>
                <a:gd name="T118" fmla="*/ 124 w 240"/>
                <a:gd name="T119" fmla="*/ 4 h 210"/>
                <a:gd name="T120" fmla="*/ 122 w 240"/>
                <a:gd name="T121" fmla="*/ 5 h 210"/>
                <a:gd name="T122" fmla="*/ 119 w 240"/>
                <a:gd name="T123" fmla="*/ 7 h 210"/>
                <a:gd name="T124" fmla="*/ 116 w 240"/>
                <a:gd name="T12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10">
                  <a:moveTo>
                    <a:pt x="215" y="200"/>
                  </a:moveTo>
                  <a:cubicBezTo>
                    <a:pt x="214" y="200"/>
                    <a:pt x="213" y="200"/>
                    <a:pt x="212" y="200"/>
                  </a:cubicBezTo>
                  <a:cubicBezTo>
                    <a:pt x="216" y="210"/>
                    <a:pt x="216" y="210"/>
                    <a:pt x="216" y="210"/>
                  </a:cubicBezTo>
                  <a:cubicBezTo>
                    <a:pt x="215" y="200"/>
                    <a:pt x="215" y="200"/>
                    <a:pt x="215" y="200"/>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2" y="12"/>
                    <a:pt x="122" y="12"/>
                  </a:cubicBezTo>
                  <a:cubicBezTo>
                    <a:pt x="124" y="11"/>
                    <a:pt x="125" y="10"/>
                    <a:pt x="125" y="10"/>
                  </a:cubicBezTo>
                  <a:cubicBezTo>
                    <a:pt x="126" y="10"/>
                    <a:pt x="128" y="9"/>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1"/>
                    <a:pt x="198" y="45"/>
                    <a:pt x="198" y="48"/>
                  </a:cubicBezTo>
                  <a:cubicBezTo>
                    <a:pt x="198" y="51"/>
                    <a:pt x="198" y="53"/>
                    <a:pt x="199" y="55"/>
                  </a:cubicBezTo>
                  <a:cubicBezTo>
                    <a:pt x="200" y="56"/>
                    <a:pt x="201" y="57"/>
                    <a:pt x="203" y="58"/>
                  </a:cubicBezTo>
                  <a:cubicBezTo>
                    <a:pt x="204" y="59"/>
                    <a:pt x="206" y="59"/>
                    <a:pt x="209" y="59"/>
                  </a:cubicBezTo>
                  <a:cubicBezTo>
                    <a:pt x="211" y="60"/>
                    <a:pt x="213" y="60"/>
                    <a:pt x="215" y="60"/>
                  </a:cubicBezTo>
                  <a:cubicBezTo>
                    <a:pt x="216" y="60"/>
                    <a:pt x="217" y="60"/>
                    <a:pt x="217" y="60"/>
                  </a:cubicBezTo>
                  <a:cubicBezTo>
                    <a:pt x="217" y="60"/>
                    <a:pt x="218"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49"/>
                    <a:pt x="140" y="147"/>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7" y="120"/>
                  </a:cubicBezTo>
                  <a:cubicBezTo>
                    <a:pt x="8" y="109"/>
                    <a:pt x="6" y="102"/>
                    <a:pt x="6" y="97"/>
                  </a:cubicBezTo>
                  <a:cubicBezTo>
                    <a:pt x="6" y="95"/>
                    <a:pt x="7" y="93"/>
                    <a:pt x="8" y="91"/>
                  </a:cubicBezTo>
                  <a:cubicBezTo>
                    <a:pt x="11" y="89"/>
                    <a:pt x="15" y="87"/>
                    <a:pt x="19" y="86"/>
                  </a:cubicBezTo>
                  <a:cubicBezTo>
                    <a:pt x="20"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95" y="5"/>
                  </a:moveTo>
                  <a:cubicBezTo>
                    <a:pt x="195" y="5"/>
                    <a:pt x="195" y="5"/>
                    <a:pt x="195" y="5"/>
                  </a:cubicBezTo>
                  <a:cubicBezTo>
                    <a:pt x="195" y="5"/>
                    <a:pt x="195" y="5"/>
                    <a:pt x="195" y="5"/>
                  </a:cubicBezTo>
                  <a:cubicBezTo>
                    <a:pt x="195" y="5"/>
                    <a:pt x="195" y="5"/>
                    <a:pt x="195" y="5"/>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3" y="14"/>
                    <a:pt x="71" y="14"/>
                  </a:cubicBezTo>
                  <a:cubicBezTo>
                    <a:pt x="70" y="15"/>
                    <a:pt x="69" y="16"/>
                    <a:pt x="67" y="16"/>
                  </a:cubicBezTo>
                  <a:cubicBezTo>
                    <a:pt x="67" y="16"/>
                    <a:pt x="67" y="16"/>
                    <a:pt x="67" y="16"/>
                  </a:cubicBezTo>
                  <a:cubicBezTo>
                    <a:pt x="64" y="16"/>
                    <a:pt x="59" y="14"/>
                    <a:pt x="51" y="9"/>
                  </a:cubicBezTo>
                  <a:cubicBezTo>
                    <a:pt x="48" y="6"/>
                    <a:pt x="44" y="5"/>
                    <a:pt x="41" y="5"/>
                  </a:cubicBezTo>
                  <a:cubicBezTo>
                    <a:pt x="40" y="5"/>
                    <a:pt x="40" y="5"/>
                    <a:pt x="40" y="5"/>
                  </a:cubicBezTo>
                  <a:cubicBezTo>
                    <a:pt x="36" y="5"/>
                    <a:pt x="32" y="7"/>
                    <a:pt x="29" y="11"/>
                  </a:cubicBezTo>
                  <a:cubicBezTo>
                    <a:pt x="25" y="15"/>
                    <a:pt x="21" y="23"/>
                    <a:pt x="19" y="30"/>
                  </a:cubicBezTo>
                  <a:cubicBezTo>
                    <a:pt x="17" y="38"/>
                    <a:pt x="16" y="47"/>
                    <a:pt x="16" y="55"/>
                  </a:cubicBezTo>
                  <a:cubicBezTo>
                    <a:pt x="16" y="59"/>
                    <a:pt x="17" y="63"/>
                    <a:pt x="17" y="67"/>
                  </a:cubicBezTo>
                  <a:cubicBezTo>
                    <a:pt x="18" y="70"/>
                    <a:pt x="19" y="74"/>
                    <a:pt x="21"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1" y="92"/>
                    <a:pt x="0" y="95"/>
                    <a:pt x="0" y="97"/>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3"/>
                  </a:cubicBezTo>
                  <a:cubicBezTo>
                    <a:pt x="209" y="194"/>
                    <a:pt x="209" y="194"/>
                    <a:pt x="209" y="194"/>
                  </a:cubicBezTo>
                  <a:cubicBezTo>
                    <a:pt x="211"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3" name="Freeform 274">
              <a:extLst>
                <a:ext uri="{FF2B5EF4-FFF2-40B4-BE49-F238E27FC236}">
                  <a16:creationId xmlns:a16="http://schemas.microsoft.com/office/drawing/2014/main" id="{3E90984D-AB15-4AE9-8FD2-D409F98DE741}"/>
                </a:ext>
              </a:extLst>
            </p:cNvPr>
            <p:cNvSpPr>
              <a:spLocks noEditPoints="1"/>
            </p:cNvSpPr>
            <p:nvPr userDrawn="1"/>
          </p:nvSpPr>
          <p:spPr bwMode="auto">
            <a:xfrm>
              <a:off x="4299060"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4" name="Freeform 275">
              <a:extLst>
                <a:ext uri="{FF2B5EF4-FFF2-40B4-BE49-F238E27FC236}">
                  <a16:creationId xmlns:a16="http://schemas.microsoft.com/office/drawing/2014/main" id="{35536D28-DE5D-40E7-8B8D-4EA37E0A0EF6}"/>
                </a:ext>
              </a:extLst>
            </p:cNvPr>
            <p:cNvSpPr>
              <a:spLocks noEditPoints="1"/>
            </p:cNvSpPr>
            <p:nvPr userDrawn="1"/>
          </p:nvSpPr>
          <p:spPr bwMode="auto">
            <a:xfrm>
              <a:off x="5539332" y="-302041"/>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5" name="Freeform 276">
              <a:extLst>
                <a:ext uri="{FF2B5EF4-FFF2-40B4-BE49-F238E27FC236}">
                  <a16:creationId xmlns:a16="http://schemas.microsoft.com/office/drawing/2014/main" id="{50BB0DC7-813E-451A-A648-D184A2A92775}"/>
                </a:ext>
              </a:extLst>
            </p:cNvPr>
            <p:cNvSpPr>
              <a:spLocks noEditPoints="1"/>
            </p:cNvSpPr>
            <p:nvPr userDrawn="1"/>
          </p:nvSpPr>
          <p:spPr bwMode="auto">
            <a:xfrm>
              <a:off x="5583484" y="48868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6" name="Freeform 277">
              <a:extLst>
                <a:ext uri="{FF2B5EF4-FFF2-40B4-BE49-F238E27FC236}">
                  <a16:creationId xmlns:a16="http://schemas.microsoft.com/office/drawing/2014/main" id="{FFDECAB6-47B7-4458-94C2-FD1516A32967}"/>
                </a:ext>
              </a:extLst>
            </p:cNvPr>
            <p:cNvSpPr>
              <a:spLocks noEditPoints="1"/>
            </p:cNvSpPr>
            <p:nvPr userDrawn="1"/>
          </p:nvSpPr>
          <p:spPr bwMode="auto">
            <a:xfrm>
              <a:off x="5583484"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7" name="Freeform 278">
              <a:extLst>
                <a:ext uri="{FF2B5EF4-FFF2-40B4-BE49-F238E27FC236}">
                  <a16:creationId xmlns:a16="http://schemas.microsoft.com/office/drawing/2014/main" id="{A1EE628E-1ED6-4729-8F6E-EFEABF343DF3}"/>
                </a:ext>
              </a:extLst>
            </p:cNvPr>
            <p:cNvSpPr>
              <a:spLocks noEditPoints="1"/>
            </p:cNvSpPr>
            <p:nvPr userDrawn="1"/>
          </p:nvSpPr>
          <p:spPr bwMode="auto">
            <a:xfrm>
              <a:off x="4517814"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8" name="Freeform 279">
              <a:extLst>
                <a:ext uri="{FF2B5EF4-FFF2-40B4-BE49-F238E27FC236}">
                  <a16:creationId xmlns:a16="http://schemas.microsoft.com/office/drawing/2014/main" id="{870C02B7-6AF3-4C6E-9E1F-279EC0C3FDC7}"/>
                </a:ext>
              </a:extLst>
            </p:cNvPr>
            <p:cNvSpPr>
              <a:spLocks noEditPoints="1"/>
            </p:cNvSpPr>
            <p:nvPr userDrawn="1"/>
          </p:nvSpPr>
          <p:spPr bwMode="auto">
            <a:xfrm>
              <a:off x="3269514" y="189654"/>
              <a:ext cx="222768" cy="136470"/>
            </a:xfrm>
            <a:custGeom>
              <a:avLst/>
              <a:gdLst>
                <a:gd name="T0" fmla="*/ 39 w 148"/>
                <a:gd name="T1" fmla="*/ 24 h 91"/>
                <a:gd name="T2" fmla="*/ 39 w 148"/>
                <a:gd name="T3" fmla="*/ 24 h 91"/>
                <a:gd name="T4" fmla="*/ 39 w 148"/>
                <a:gd name="T5" fmla="*/ 24 h 91"/>
                <a:gd name="T6" fmla="*/ 39 w 148"/>
                <a:gd name="T7" fmla="*/ 24 h 91"/>
                <a:gd name="T8" fmla="*/ 39 w 148"/>
                <a:gd name="T9" fmla="*/ 24 h 91"/>
                <a:gd name="T10" fmla="*/ 39 w 148"/>
                <a:gd name="T11" fmla="*/ 24 h 91"/>
                <a:gd name="T12" fmla="*/ 39 w 148"/>
                <a:gd name="T13" fmla="*/ 24 h 91"/>
                <a:gd name="T14" fmla="*/ 39 w 148"/>
                <a:gd name="T15" fmla="*/ 24 h 91"/>
                <a:gd name="T16" fmla="*/ 59 w 148"/>
                <a:gd name="T17" fmla="*/ 6 h 91"/>
                <a:gd name="T18" fmla="*/ 125 w 148"/>
                <a:gd name="T19" fmla="*/ 6 h 91"/>
                <a:gd name="T20" fmla="*/ 134 w 148"/>
                <a:gd name="T21" fmla="*/ 11 h 91"/>
                <a:gd name="T22" fmla="*/ 140 w 148"/>
                <a:gd name="T23" fmla="*/ 17 h 91"/>
                <a:gd name="T24" fmla="*/ 142 w 148"/>
                <a:gd name="T25" fmla="*/ 25 h 91"/>
                <a:gd name="T26" fmla="*/ 142 w 148"/>
                <a:gd name="T27" fmla="*/ 73 h 91"/>
                <a:gd name="T28" fmla="*/ 138 w 148"/>
                <a:gd name="T29" fmla="*/ 79 h 91"/>
                <a:gd name="T30" fmla="*/ 133 w 148"/>
                <a:gd name="T31" fmla="*/ 83 h 91"/>
                <a:gd name="T32" fmla="*/ 127 w 148"/>
                <a:gd name="T33" fmla="*/ 85 h 91"/>
                <a:gd name="T34" fmla="*/ 50 w 148"/>
                <a:gd name="T35" fmla="*/ 85 h 91"/>
                <a:gd name="T36" fmla="*/ 43 w 148"/>
                <a:gd name="T37" fmla="*/ 83 h 91"/>
                <a:gd name="T38" fmla="*/ 39 w 148"/>
                <a:gd name="T39" fmla="*/ 79 h 91"/>
                <a:gd name="T40" fmla="*/ 38 w 148"/>
                <a:gd name="T41" fmla="*/ 70 h 91"/>
                <a:gd name="T42" fmla="*/ 38 w 148"/>
                <a:gd name="T43" fmla="*/ 67 h 91"/>
                <a:gd name="T44" fmla="*/ 38 w 148"/>
                <a:gd name="T45" fmla="*/ 65 h 91"/>
                <a:gd name="T46" fmla="*/ 21 w 148"/>
                <a:gd name="T47" fmla="*/ 44 h 91"/>
                <a:gd name="T48" fmla="*/ 38 w 148"/>
                <a:gd name="T49" fmla="*/ 52 h 91"/>
                <a:gd name="T50" fmla="*/ 39 w 148"/>
                <a:gd name="T51" fmla="*/ 24 h 91"/>
                <a:gd name="T52" fmla="*/ 43 w 148"/>
                <a:gd name="T53" fmla="*/ 16 h 91"/>
                <a:gd name="T54" fmla="*/ 59 w 148"/>
                <a:gd name="T55" fmla="*/ 6 h 91"/>
                <a:gd name="T56" fmla="*/ 126 w 148"/>
                <a:gd name="T57" fmla="*/ 0 h 91"/>
                <a:gd name="T58" fmla="*/ 59 w 148"/>
                <a:gd name="T59" fmla="*/ 0 h 91"/>
                <a:gd name="T60" fmla="*/ 59 w 148"/>
                <a:gd name="T61" fmla="*/ 0 h 91"/>
                <a:gd name="T62" fmla="*/ 37 w 148"/>
                <a:gd name="T63" fmla="*/ 13 h 91"/>
                <a:gd name="T64" fmla="*/ 33 w 148"/>
                <a:gd name="T65" fmla="*/ 23 h 91"/>
                <a:gd name="T66" fmla="*/ 33 w 148"/>
                <a:gd name="T67" fmla="*/ 23 h 91"/>
                <a:gd name="T68" fmla="*/ 33 w 148"/>
                <a:gd name="T69" fmla="*/ 43 h 91"/>
                <a:gd name="T70" fmla="*/ 0 w 148"/>
                <a:gd name="T71" fmla="*/ 27 h 91"/>
                <a:gd name="T72" fmla="*/ 32 w 148"/>
                <a:gd name="T73" fmla="*/ 67 h 91"/>
                <a:gd name="T74" fmla="*/ 32 w 148"/>
                <a:gd name="T75" fmla="*/ 70 h 91"/>
                <a:gd name="T76" fmla="*/ 34 w 148"/>
                <a:gd name="T77" fmla="*/ 82 h 91"/>
                <a:gd name="T78" fmla="*/ 44 w 148"/>
                <a:gd name="T79" fmla="*/ 90 h 91"/>
                <a:gd name="T80" fmla="*/ 49 w 148"/>
                <a:gd name="T81" fmla="*/ 91 h 91"/>
                <a:gd name="T82" fmla="*/ 50 w 148"/>
                <a:gd name="T83" fmla="*/ 91 h 91"/>
                <a:gd name="T84" fmla="*/ 127 w 148"/>
                <a:gd name="T85" fmla="*/ 91 h 91"/>
                <a:gd name="T86" fmla="*/ 127 w 148"/>
                <a:gd name="T87" fmla="*/ 91 h 91"/>
                <a:gd name="T88" fmla="*/ 136 w 148"/>
                <a:gd name="T89" fmla="*/ 88 h 91"/>
                <a:gd name="T90" fmla="*/ 145 w 148"/>
                <a:gd name="T91" fmla="*/ 79 h 91"/>
                <a:gd name="T92" fmla="*/ 148 w 148"/>
                <a:gd name="T93" fmla="*/ 74 h 91"/>
                <a:gd name="T94" fmla="*/ 148 w 148"/>
                <a:gd name="T95" fmla="*/ 74 h 91"/>
                <a:gd name="T96" fmla="*/ 148 w 148"/>
                <a:gd name="T97" fmla="*/ 24 h 91"/>
                <a:gd name="T98" fmla="*/ 148 w 148"/>
                <a:gd name="T99" fmla="*/ 24 h 91"/>
                <a:gd name="T100" fmla="*/ 144 w 148"/>
                <a:gd name="T101" fmla="*/ 13 h 91"/>
                <a:gd name="T102" fmla="*/ 133 w 148"/>
                <a:gd name="T103" fmla="*/ 3 h 91"/>
                <a:gd name="T104" fmla="*/ 127 w 148"/>
                <a:gd name="T105" fmla="*/ 0 h 91"/>
                <a:gd name="T106" fmla="*/ 126 w 148"/>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91">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9" name="Freeform 280">
              <a:extLst>
                <a:ext uri="{FF2B5EF4-FFF2-40B4-BE49-F238E27FC236}">
                  <a16:creationId xmlns:a16="http://schemas.microsoft.com/office/drawing/2014/main" id="{CECA8982-6F14-4B01-9945-14FFE7497AA2}"/>
                </a:ext>
              </a:extLst>
            </p:cNvPr>
            <p:cNvSpPr>
              <a:spLocks noEditPoints="1"/>
            </p:cNvSpPr>
            <p:nvPr userDrawn="1"/>
          </p:nvSpPr>
          <p:spPr bwMode="auto">
            <a:xfrm>
              <a:off x="4913175" y="900101"/>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8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0" name="Freeform 281">
              <a:extLst>
                <a:ext uri="{FF2B5EF4-FFF2-40B4-BE49-F238E27FC236}">
                  <a16:creationId xmlns:a16="http://schemas.microsoft.com/office/drawing/2014/main" id="{7FF833A4-5D01-415C-B529-9321CFAFA420}"/>
                </a:ext>
              </a:extLst>
            </p:cNvPr>
            <p:cNvSpPr>
              <a:spLocks noEditPoints="1"/>
            </p:cNvSpPr>
            <p:nvPr userDrawn="1"/>
          </p:nvSpPr>
          <p:spPr bwMode="auto">
            <a:xfrm>
              <a:off x="3694980" y="456573"/>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1" name="Freeform 282">
              <a:extLst>
                <a:ext uri="{FF2B5EF4-FFF2-40B4-BE49-F238E27FC236}">
                  <a16:creationId xmlns:a16="http://schemas.microsoft.com/office/drawing/2014/main" id="{53D1B30A-FA17-4AAB-B283-96EB60FF2966}"/>
                </a:ext>
              </a:extLst>
            </p:cNvPr>
            <p:cNvSpPr>
              <a:spLocks/>
            </p:cNvSpPr>
            <p:nvPr userDrawn="1"/>
          </p:nvSpPr>
          <p:spPr bwMode="auto">
            <a:xfrm>
              <a:off x="4690408" y="-125432"/>
              <a:ext cx="640206" cy="192664"/>
            </a:xfrm>
            <a:custGeom>
              <a:avLst/>
              <a:gdLst>
                <a:gd name="T0" fmla="*/ 223 w 426"/>
                <a:gd name="T1" fmla="*/ 7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92 w 426"/>
                <a:gd name="T43" fmla="*/ 25 h 128"/>
                <a:gd name="T44" fmla="*/ 218 w 426"/>
                <a:gd name="T45" fmla="*/ 7 h 128"/>
                <a:gd name="T46" fmla="*/ 83 w 426"/>
                <a:gd name="T47" fmla="*/ 20 h 128"/>
                <a:gd name="T48" fmla="*/ 39 w 426"/>
                <a:gd name="T49" fmla="*/ 42 h 128"/>
                <a:gd name="T50" fmla="*/ 31 w 426"/>
                <a:gd name="T51" fmla="*/ 74 h 128"/>
                <a:gd name="T52" fmla="*/ 31 w 426"/>
                <a:gd name="T53" fmla="*/ 74 h 128"/>
                <a:gd name="T54" fmla="*/ 49 w 426"/>
                <a:gd name="T55" fmla="*/ 105 h 128"/>
                <a:gd name="T56" fmla="*/ 0 w 426"/>
                <a:gd name="T57" fmla="*/ 128 h 128"/>
                <a:gd name="T58" fmla="*/ 39 w 426"/>
                <a:gd name="T59" fmla="*/ 124 h 128"/>
                <a:gd name="T60" fmla="*/ 91 w 426"/>
                <a:gd name="T61" fmla="*/ 119 h 128"/>
                <a:gd name="T62" fmla="*/ 101 w 426"/>
                <a:gd name="T63" fmla="*/ 118 h 128"/>
                <a:gd name="T64" fmla="*/ 102 w 426"/>
                <a:gd name="T65" fmla="*/ 118 h 128"/>
                <a:gd name="T66" fmla="*/ 368 w 426"/>
                <a:gd name="T67" fmla="*/ 113 h 128"/>
                <a:gd name="T68" fmla="*/ 397 w 426"/>
                <a:gd name="T69" fmla="*/ 103 h 128"/>
                <a:gd name="T70" fmla="*/ 426 w 426"/>
                <a:gd name="T71" fmla="*/ 46 h 128"/>
                <a:gd name="T72" fmla="*/ 418 w 426"/>
                <a:gd name="T73" fmla="*/ 22 h 128"/>
                <a:gd name="T74" fmla="*/ 374 w 426"/>
                <a:gd name="T75" fmla="*/ 1 h 128"/>
                <a:gd name="T76" fmla="*/ 372 w 426"/>
                <a:gd name="T77" fmla="*/ 1 h 128"/>
                <a:gd name="T78" fmla="*/ 346 w 426"/>
                <a:gd name="T7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8">
                  <a:moveTo>
                    <a:pt x="346" y="0"/>
                  </a:moveTo>
                  <a:cubicBezTo>
                    <a:pt x="315"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7" y="25"/>
                    <a:pt x="92" y="25"/>
                  </a:cubicBezTo>
                  <a:cubicBezTo>
                    <a:pt x="111" y="23"/>
                    <a:pt x="165" y="17"/>
                    <a:pt x="221" y="13"/>
                  </a:cubicBezTo>
                  <a:cubicBezTo>
                    <a:pt x="218" y="7"/>
                    <a:pt x="218" y="7"/>
                    <a:pt x="218" y="7"/>
                  </a:cubicBezTo>
                  <a:cubicBezTo>
                    <a:pt x="206" y="8"/>
                    <a:pt x="195"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2" name="Freeform 283">
              <a:extLst>
                <a:ext uri="{FF2B5EF4-FFF2-40B4-BE49-F238E27FC236}">
                  <a16:creationId xmlns:a16="http://schemas.microsoft.com/office/drawing/2014/main" id="{E646D614-02D1-4236-9D88-F4C4C88678F2}"/>
                </a:ext>
              </a:extLst>
            </p:cNvPr>
            <p:cNvSpPr>
              <a:spLocks/>
            </p:cNvSpPr>
            <p:nvPr userDrawn="1"/>
          </p:nvSpPr>
          <p:spPr bwMode="auto">
            <a:xfrm>
              <a:off x="5017535" y="-115397"/>
              <a:ext cx="10035" cy="10035"/>
            </a:xfrm>
            <a:custGeom>
              <a:avLst/>
              <a:gdLst>
                <a:gd name="T0" fmla="*/ 5 w 6"/>
                <a:gd name="T1" fmla="*/ 0 h 6"/>
                <a:gd name="T2" fmla="*/ 0 w 6"/>
                <a:gd name="T3" fmla="*/ 0 h 6"/>
                <a:gd name="T4" fmla="*/ 3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2" y="0"/>
                    <a:pt x="0" y="0"/>
                  </a:cubicBezTo>
                  <a:cubicBezTo>
                    <a:pt x="3" y="6"/>
                    <a:pt x="3" y="6"/>
                    <a:pt x="3"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3" name="Freeform 284">
              <a:extLst>
                <a:ext uri="{FF2B5EF4-FFF2-40B4-BE49-F238E27FC236}">
                  <a16:creationId xmlns:a16="http://schemas.microsoft.com/office/drawing/2014/main" id="{C47946E9-89BE-4871-ADE1-96B547EF1240}"/>
                </a:ext>
              </a:extLst>
            </p:cNvPr>
            <p:cNvSpPr>
              <a:spLocks/>
            </p:cNvSpPr>
            <p:nvPr userDrawn="1"/>
          </p:nvSpPr>
          <p:spPr bwMode="auto">
            <a:xfrm>
              <a:off x="328155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4" name="Freeform 285">
              <a:extLst>
                <a:ext uri="{FF2B5EF4-FFF2-40B4-BE49-F238E27FC236}">
                  <a16:creationId xmlns:a16="http://schemas.microsoft.com/office/drawing/2014/main" id="{07DBB568-F158-488B-991D-91E89E5903F3}"/>
                </a:ext>
              </a:extLst>
            </p:cNvPr>
            <p:cNvSpPr>
              <a:spLocks noEditPoints="1"/>
            </p:cNvSpPr>
            <p:nvPr userDrawn="1"/>
          </p:nvSpPr>
          <p:spPr bwMode="auto">
            <a:xfrm>
              <a:off x="3847505" y="-27093"/>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5" name="Freeform 286">
              <a:extLst>
                <a:ext uri="{FF2B5EF4-FFF2-40B4-BE49-F238E27FC236}">
                  <a16:creationId xmlns:a16="http://schemas.microsoft.com/office/drawing/2014/main" id="{4D1ADDB2-A538-4276-9F8E-7BF14C491AE6}"/>
                </a:ext>
              </a:extLst>
            </p:cNvPr>
            <p:cNvSpPr>
              <a:spLocks noEditPoints="1"/>
            </p:cNvSpPr>
            <p:nvPr userDrawn="1"/>
          </p:nvSpPr>
          <p:spPr bwMode="auto">
            <a:xfrm>
              <a:off x="383546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1 w 426"/>
                <a:gd name="T75" fmla="*/ 7 h 128"/>
                <a:gd name="T76" fmla="*/ 373 w 426"/>
                <a:gd name="T77" fmla="*/ 7 h 128"/>
                <a:gd name="T78" fmla="*/ 410 w 426"/>
                <a:gd name="T79" fmla="*/ 15 h 128"/>
                <a:gd name="T80" fmla="*/ 410 w 426"/>
                <a:gd name="T81" fmla="*/ 14 h 128"/>
                <a:gd name="T82" fmla="*/ 374 w 426"/>
                <a:gd name="T83" fmla="*/ 1 h 128"/>
                <a:gd name="T84" fmla="*/ 372 w 426"/>
                <a:gd name="T8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5"/>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6" name="Freeform 287">
              <a:extLst>
                <a:ext uri="{FF2B5EF4-FFF2-40B4-BE49-F238E27FC236}">
                  <a16:creationId xmlns:a16="http://schemas.microsoft.com/office/drawing/2014/main" id="{0FA24139-4F4C-4F82-B0EA-EA6B0DD44A97}"/>
                </a:ext>
              </a:extLst>
            </p:cNvPr>
            <p:cNvSpPr>
              <a:spLocks noEditPoints="1"/>
            </p:cNvSpPr>
            <p:nvPr userDrawn="1"/>
          </p:nvSpPr>
          <p:spPr bwMode="auto">
            <a:xfrm>
              <a:off x="5408883"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6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9 w 80"/>
                <a:gd name="T59" fmla="*/ 242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7" name="Freeform 288">
              <a:extLst>
                <a:ext uri="{FF2B5EF4-FFF2-40B4-BE49-F238E27FC236}">
                  <a16:creationId xmlns:a16="http://schemas.microsoft.com/office/drawing/2014/main" id="{569BC161-49BE-43F5-A421-CE5DAE444C9F}"/>
                </a:ext>
              </a:extLst>
            </p:cNvPr>
            <p:cNvSpPr>
              <a:spLocks noEditPoints="1"/>
            </p:cNvSpPr>
            <p:nvPr userDrawn="1"/>
          </p:nvSpPr>
          <p:spPr bwMode="auto">
            <a:xfrm>
              <a:off x="5469091" y="-31107"/>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3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3"/>
                    <a:pt x="78" y="243"/>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3"/>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8" name="Freeform 289">
              <a:extLst>
                <a:ext uri="{FF2B5EF4-FFF2-40B4-BE49-F238E27FC236}">
                  <a16:creationId xmlns:a16="http://schemas.microsoft.com/office/drawing/2014/main" id="{D5C42C60-0D21-46EB-BAEC-C9589A942F07}"/>
                </a:ext>
              </a:extLst>
            </p:cNvPr>
            <p:cNvSpPr>
              <a:spLocks noEditPoints="1"/>
            </p:cNvSpPr>
            <p:nvPr userDrawn="1"/>
          </p:nvSpPr>
          <p:spPr bwMode="auto">
            <a:xfrm>
              <a:off x="4736567" y="1303490"/>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368 w 425"/>
                <a:gd name="T21" fmla="*/ 106 h 127"/>
                <a:gd name="T22" fmla="*/ 101 w 425"/>
                <a:gd name="T23" fmla="*/ 112 h 127"/>
                <a:gd name="T24" fmla="*/ 57 w 425"/>
                <a:gd name="T25" fmla="*/ 116 h 127"/>
                <a:gd name="T26" fmla="*/ 72 w 425"/>
                <a:gd name="T27" fmla="*/ 105 h 127"/>
                <a:gd name="T28" fmla="*/ 39 w 425"/>
                <a:gd name="T29" fmla="*/ 83 h 127"/>
                <a:gd name="T30" fmla="*/ 36 w 425"/>
                <a:gd name="T31" fmla="*/ 74 h 127"/>
                <a:gd name="T32" fmla="*/ 36 w 425"/>
                <a:gd name="T33" fmla="*/ 73 h 127"/>
                <a:gd name="T34" fmla="*/ 43 w 425"/>
                <a:gd name="T35" fmla="*/ 45 h 127"/>
                <a:gd name="T36" fmla="*/ 79 w 425"/>
                <a:gd name="T37" fmla="*/ 26 h 127"/>
                <a:gd name="T38" fmla="*/ 83 w 425"/>
                <a:gd name="T39" fmla="*/ 25 h 127"/>
                <a:gd name="T40" fmla="*/ 83 w 425"/>
                <a:gd name="T41" fmla="*/ 25 h 127"/>
                <a:gd name="T42" fmla="*/ 345 w 425"/>
                <a:gd name="T43" fmla="*/ 0 h 127"/>
                <a:gd name="T44" fmla="*/ 83 w 425"/>
                <a:gd name="T45" fmla="*/ 19 h 127"/>
                <a:gd name="T46" fmla="*/ 39 w 425"/>
                <a:gd name="T47" fmla="*/ 42 h 127"/>
                <a:gd name="T48" fmla="*/ 30 w 425"/>
                <a:gd name="T49" fmla="*/ 74 h 127"/>
                <a:gd name="T50" fmla="*/ 30 w 425"/>
                <a:gd name="T51" fmla="*/ 74 h 127"/>
                <a:gd name="T52" fmla="*/ 49 w 425"/>
                <a:gd name="T53" fmla="*/ 105 h 127"/>
                <a:gd name="T54" fmla="*/ 0 w 425"/>
                <a:gd name="T55" fmla="*/ 127 h 127"/>
                <a:gd name="T56" fmla="*/ 39 w 425"/>
                <a:gd name="T57" fmla="*/ 123 h 127"/>
                <a:gd name="T58" fmla="*/ 91 w 425"/>
                <a:gd name="T59" fmla="*/ 119 h 127"/>
                <a:gd name="T60" fmla="*/ 101 w 425"/>
                <a:gd name="T61" fmla="*/ 118 h 127"/>
                <a:gd name="T62" fmla="*/ 101 w 425"/>
                <a:gd name="T63" fmla="*/ 118 h 127"/>
                <a:gd name="T64" fmla="*/ 368 w 425"/>
                <a:gd name="T65" fmla="*/ 112 h 127"/>
                <a:gd name="T66" fmla="*/ 396 w 425"/>
                <a:gd name="T67" fmla="*/ 102 h 127"/>
                <a:gd name="T68" fmla="*/ 405 w 425"/>
                <a:gd name="T69" fmla="*/ 91 h 127"/>
                <a:gd name="T70" fmla="*/ 416 w 425"/>
                <a:gd name="T71" fmla="*/ 82 h 127"/>
                <a:gd name="T72" fmla="*/ 425 w 425"/>
                <a:gd name="T73" fmla="*/ 44 h 127"/>
                <a:gd name="T74" fmla="*/ 373 w 425"/>
                <a:gd name="T75" fmla="*/ 1 h 127"/>
                <a:gd name="T76" fmla="*/ 372 w 425"/>
                <a:gd name="T77" fmla="*/ 1 h 127"/>
                <a:gd name="T78" fmla="*/ 345 w 425"/>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9" name="Freeform 290">
              <a:extLst>
                <a:ext uri="{FF2B5EF4-FFF2-40B4-BE49-F238E27FC236}">
                  <a16:creationId xmlns:a16="http://schemas.microsoft.com/office/drawing/2014/main" id="{50BB9BC1-7E83-437F-BF7B-2845FF86C951}"/>
                </a:ext>
              </a:extLst>
            </p:cNvPr>
            <p:cNvSpPr>
              <a:spLocks/>
            </p:cNvSpPr>
            <p:nvPr userDrawn="1"/>
          </p:nvSpPr>
          <p:spPr bwMode="auto">
            <a:xfrm>
              <a:off x="534666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0" name="Freeform 291">
              <a:extLst>
                <a:ext uri="{FF2B5EF4-FFF2-40B4-BE49-F238E27FC236}">
                  <a16:creationId xmlns:a16="http://schemas.microsoft.com/office/drawing/2014/main" id="{68263742-3351-4570-ABAD-3D991456881B}"/>
                </a:ext>
              </a:extLst>
            </p:cNvPr>
            <p:cNvSpPr>
              <a:spLocks noEditPoints="1"/>
            </p:cNvSpPr>
            <p:nvPr userDrawn="1"/>
          </p:nvSpPr>
          <p:spPr bwMode="auto">
            <a:xfrm>
              <a:off x="5282447" y="3512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7 w 99"/>
                <a:gd name="T17" fmla="*/ 31 h 313"/>
                <a:gd name="T18" fmla="*/ 80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2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6 w 99"/>
                <a:gd name="T71" fmla="*/ 278 h 313"/>
                <a:gd name="T72" fmla="*/ 92 w 99"/>
                <a:gd name="T73" fmla="*/ 240 h 313"/>
                <a:gd name="T74" fmla="*/ 91 w 99"/>
                <a:gd name="T75" fmla="*/ 233 h 313"/>
                <a:gd name="T76" fmla="*/ 86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1" name="Freeform 292">
              <a:extLst>
                <a:ext uri="{FF2B5EF4-FFF2-40B4-BE49-F238E27FC236}">
                  <a16:creationId xmlns:a16="http://schemas.microsoft.com/office/drawing/2014/main" id="{BB0DE52B-7EEA-4530-966E-E305E3CFE0BB}"/>
                </a:ext>
              </a:extLst>
            </p:cNvPr>
            <p:cNvSpPr>
              <a:spLocks noEditPoints="1"/>
            </p:cNvSpPr>
            <p:nvPr userDrawn="1"/>
          </p:nvSpPr>
          <p:spPr bwMode="auto">
            <a:xfrm>
              <a:off x="3064809"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7 w 116"/>
                <a:gd name="T11" fmla="*/ 46 h 365"/>
                <a:gd name="T12" fmla="*/ 40 w 116"/>
                <a:gd name="T13" fmla="*/ 6 h 365"/>
                <a:gd name="T14" fmla="*/ 41 w 116"/>
                <a:gd name="T15" fmla="*/ 6 h 365"/>
                <a:gd name="T16" fmla="*/ 41 w 116"/>
                <a:gd name="T17" fmla="*/ 6 h 365"/>
                <a:gd name="T18" fmla="*/ 71 w 116"/>
                <a:gd name="T19" fmla="*/ 13 h 365"/>
                <a:gd name="T20" fmla="*/ 94 w 116"/>
                <a:gd name="T21" fmla="*/ 45 h 365"/>
                <a:gd name="T22" fmla="*/ 94 w 116"/>
                <a:gd name="T23" fmla="*/ 49 h 365"/>
                <a:gd name="T24" fmla="*/ 101 w 116"/>
                <a:gd name="T25" fmla="*/ 275 h 365"/>
                <a:gd name="T26" fmla="*/ 102 w 116"/>
                <a:gd name="T27" fmla="*/ 289 h 365"/>
                <a:gd name="T28" fmla="*/ 95 w 116"/>
                <a:gd name="T29" fmla="*/ 283 h 365"/>
                <a:gd name="T30" fmla="*/ 90 w 116"/>
                <a:gd name="T31" fmla="*/ 317 h 365"/>
                <a:gd name="T32" fmla="*/ 70 w 116"/>
                <a:gd name="T33" fmla="*/ 330 h 365"/>
                <a:gd name="T34" fmla="*/ 67 w 116"/>
                <a:gd name="T35" fmla="*/ 330 h 365"/>
                <a:gd name="T36" fmla="*/ 65 w 116"/>
                <a:gd name="T37" fmla="*/ 331 h 365"/>
                <a:gd name="T38" fmla="*/ 27 w 116"/>
                <a:gd name="T39" fmla="*/ 304 h 365"/>
                <a:gd name="T40" fmla="*/ 25 w 116"/>
                <a:gd name="T41" fmla="*/ 292 h 365"/>
                <a:gd name="T42" fmla="*/ 25 w 116"/>
                <a:gd name="T43" fmla="*/ 291 h 365"/>
                <a:gd name="T44" fmla="*/ 25 w 116"/>
                <a:gd name="T45" fmla="*/ 291 h 365"/>
                <a:gd name="T46" fmla="*/ 14 w 116"/>
                <a:gd name="T47" fmla="*/ 185 h 365"/>
                <a:gd name="T48" fmla="*/ 7 w 116"/>
                <a:gd name="T49" fmla="*/ 47 h 365"/>
                <a:gd name="T50" fmla="*/ 7 w 116"/>
                <a:gd name="T51" fmla="*/ 46 h 365"/>
                <a:gd name="T52" fmla="*/ 20 w 116"/>
                <a:gd name="T53" fmla="*/ 7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7" y="46"/>
                  </a:move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7" y="46"/>
                    <a:pt x="7" y="46"/>
                    <a:pt x="7" y="46"/>
                  </a:cubicBezTo>
                  <a:moveTo>
                    <a:pt x="40" y="0"/>
                  </a:moveTo>
                  <a:cubicBezTo>
                    <a:pt x="36" y="0"/>
                    <a:pt x="28" y="1"/>
                    <a:pt x="20" y="7"/>
                  </a:cubicBezTo>
                  <a:cubicBezTo>
                    <a:pt x="12" y="13"/>
                    <a:pt x="4" y="24"/>
                    <a:pt x="1" y="45"/>
                  </a:cubicBezTo>
                  <a:cubicBezTo>
                    <a:pt x="1" y="45"/>
                    <a:pt x="1" y="45"/>
                    <a:pt x="1" y="45"/>
                  </a:cubicBezTo>
                  <a:cubicBezTo>
                    <a:pt x="1" y="45"/>
                    <a:pt x="1" y="45"/>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2" name="Freeform 293">
              <a:extLst>
                <a:ext uri="{FF2B5EF4-FFF2-40B4-BE49-F238E27FC236}">
                  <a16:creationId xmlns:a16="http://schemas.microsoft.com/office/drawing/2014/main" id="{5E93D65F-259D-4366-BAB8-AF724060BD88}"/>
                </a:ext>
              </a:extLst>
            </p:cNvPr>
            <p:cNvSpPr>
              <a:spLocks/>
            </p:cNvSpPr>
            <p:nvPr userDrawn="1"/>
          </p:nvSpPr>
          <p:spPr bwMode="auto">
            <a:xfrm>
              <a:off x="3233390"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3" name="Freeform 294">
              <a:extLst>
                <a:ext uri="{FF2B5EF4-FFF2-40B4-BE49-F238E27FC236}">
                  <a16:creationId xmlns:a16="http://schemas.microsoft.com/office/drawing/2014/main" id="{3ACCDFB2-6C3C-47C9-B51C-065F2D65A335}"/>
                </a:ext>
              </a:extLst>
            </p:cNvPr>
            <p:cNvSpPr>
              <a:spLocks noEditPoints="1"/>
            </p:cNvSpPr>
            <p:nvPr userDrawn="1"/>
          </p:nvSpPr>
          <p:spPr bwMode="auto">
            <a:xfrm>
              <a:off x="4760650"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6 w 126"/>
                <a:gd name="T87" fmla="*/ 76 h 98"/>
                <a:gd name="T88" fmla="*/ 90 w 126"/>
                <a:gd name="T89" fmla="*/ 98 h 98"/>
                <a:gd name="T90" fmla="*/ 69 w 126"/>
                <a:gd name="T91" fmla="*/ 76 h 98"/>
                <a:gd name="T92" fmla="*/ 97 w 126"/>
                <a:gd name="T93" fmla="*/ 75 h 98"/>
                <a:gd name="T94" fmla="*/ 97 w 126"/>
                <a:gd name="T95" fmla="*/ 75 h 98"/>
                <a:gd name="T96" fmla="*/ 112 w 126"/>
                <a:gd name="T97" fmla="*/ 71 h 98"/>
                <a:gd name="T98" fmla="*/ 122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4" name="Freeform 295">
              <a:extLst>
                <a:ext uri="{FF2B5EF4-FFF2-40B4-BE49-F238E27FC236}">
                  <a16:creationId xmlns:a16="http://schemas.microsoft.com/office/drawing/2014/main" id="{AEC12323-E928-4948-A0F3-91399EDB9913}"/>
                </a:ext>
              </a:extLst>
            </p:cNvPr>
            <p:cNvSpPr>
              <a:spLocks noEditPoints="1"/>
            </p:cNvSpPr>
            <p:nvPr userDrawn="1"/>
          </p:nvSpPr>
          <p:spPr bwMode="auto">
            <a:xfrm>
              <a:off x="3036712" y="-275950"/>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5" name="Freeform 296">
              <a:extLst>
                <a:ext uri="{FF2B5EF4-FFF2-40B4-BE49-F238E27FC236}">
                  <a16:creationId xmlns:a16="http://schemas.microsoft.com/office/drawing/2014/main" id="{8B2A53C9-3782-4E11-A792-62FCCE067F95}"/>
                </a:ext>
              </a:extLst>
            </p:cNvPr>
            <p:cNvSpPr>
              <a:spLocks noEditPoints="1"/>
            </p:cNvSpPr>
            <p:nvPr userDrawn="1"/>
          </p:nvSpPr>
          <p:spPr bwMode="auto">
            <a:xfrm>
              <a:off x="5105839" y="892073"/>
              <a:ext cx="238823" cy="180622"/>
            </a:xfrm>
            <a:custGeom>
              <a:avLst/>
              <a:gdLst>
                <a:gd name="T0" fmla="*/ 5 w 159"/>
                <a:gd name="T1" fmla="*/ 45 h 121"/>
                <a:gd name="T2" fmla="*/ 5 w 159"/>
                <a:gd name="T3" fmla="*/ 45 h 121"/>
                <a:gd name="T4" fmla="*/ 45 w 159"/>
                <a:gd name="T5" fmla="*/ 32 h 121"/>
                <a:gd name="T6" fmla="*/ 85 w 159"/>
                <a:gd name="T7" fmla="*/ 16 h 121"/>
                <a:gd name="T8" fmla="*/ 70 w 159"/>
                <a:gd name="T9" fmla="*/ 31 h 121"/>
                <a:gd name="T10" fmla="*/ 122 w 159"/>
                <a:gd name="T11" fmla="*/ 33 h 121"/>
                <a:gd name="T12" fmla="*/ 122 w 159"/>
                <a:gd name="T13" fmla="*/ 33 h 121"/>
                <a:gd name="T14" fmla="*/ 139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6 w 159"/>
                <a:gd name="T27" fmla="*/ 105 h 121"/>
                <a:gd name="T28" fmla="*/ 115 w 159"/>
                <a:gd name="T29" fmla="*/ 115 h 121"/>
                <a:gd name="T30" fmla="*/ 22 w 159"/>
                <a:gd name="T31" fmla="*/ 115 h 121"/>
                <a:gd name="T32" fmla="*/ 13 w 159"/>
                <a:gd name="T33" fmla="*/ 110 h 121"/>
                <a:gd name="T34" fmla="*/ 8 w 159"/>
                <a:gd name="T35" fmla="*/ 104 h 121"/>
                <a:gd name="T36" fmla="*/ 6 w 159"/>
                <a:gd name="T37" fmla="*/ 95 h 121"/>
                <a:gd name="T38" fmla="*/ 6 w 159"/>
                <a:gd name="T39" fmla="*/ 94 h 121"/>
                <a:gd name="T40" fmla="*/ 6 w 159"/>
                <a:gd name="T41" fmla="*/ 93 h 121"/>
                <a:gd name="T42" fmla="*/ 6 w 159"/>
                <a:gd name="T43" fmla="*/ 45 h 121"/>
                <a:gd name="T44" fmla="*/ 11 w 159"/>
                <a:gd name="T45" fmla="*/ 38 h 121"/>
                <a:gd name="T46" fmla="*/ 35 w 159"/>
                <a:gd name="T47" fmla="*/ 31 h 121"/>
                <a:gd name="T48" fmla="*/ 44 w 159"/>
                <a:gd name="T49" fmla="*/ 32 h 121"/>
                <a:gd name="T50" fmla="*/ 45 w 159"/>
                <a:gd name="T51" fmla="*/ 32 h 121"/>
                <a:gd name="T52" fmla="*/ 110 w 159"/>
                <a:gd name="T53" fmla="*/ 0 h 121"/>
                <a:gd name="T54" fmla="*/ 44 w 159"/>
                <a:gd name="T55" fmla="*/ 26 h 121"/>
                <a:gd name="T56" fmla="*/ 35 w 159"/>
                <a:gd name="T57" fmla="*/ 25 h 121"/>
                <a:gd name="T58" fmla="*/ 35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3 w 159"/>
                <a:gd name="T71" fmla="*/ 107 h 121"/>
                <a:gd name="T72" fmla="*/ 14 w 159"/>
                <a:gd name="T73" fmla="*/ 118 h 121"/>
                <a:gd name="T74" fmla="*/ 21 w 159"/>
                <a:gd name="T75" fmla="*/ 121 h 121"/>
                <a:gd name="T76" fmla="*/ 21 w 159"/>
                <a:gd name="T77" fmla="*/ 121 h 121"/>
                <a:gd name="T78" fmla="*/ 21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4 w 159"/>
                <a:gd name="T103" fmla="*/ 25 h 121"/>
                <a:gd name="T104" fmla="*/ 110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6"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6" name="Freeform 297">
              <a:extLst>
                <a:ext uri="{FF2B5EF4-FFF2-40B4-BE49-F238E27FC236}">
                  <a16:creationId xmlns:a16="http://schemas.microsoft.com/office/drawing/2014/main" id="{AB8F3D81-1EFA-4267-B629-01F5B9FCEA31}"/>
                </a:ext>
              </a:extLst>
            </p:cNvPr>
            <p:cNvSpPr>
              <a:spLocks noEditPoints="1"/>
            </p:cNvSpPr>
            <p:nvPr userDrawn="1"/>
          </p:nvSpPr>
          <p:spPr bwMode="auto">
            <a:xfrm>
              <a:off x="4746602" y="233806"/>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7" name="Freeform 298">
              <a:extLst>
                <a:ext uri="{FF2B5EF4-FFF2-40B4-BE49-F238E27FC236}">
                  <a16:creationId xmlns:a16="http://schemas.microsoft.com/office/drawing/2014/main" id="{09FC5A8C-E7DD-4260-BAB9-9496F15A058E}"/>
                </a:ext>
              </a:extLst>
            </p:cNvPr>
            <p:cNvSpPr>
              <a:spLocks noEditPoints="1"/>
            </p:cNvSpPr>
            <p:nvPr userDrawn="1"/>
          </p:nvSpPr>
          <p:spPr bwMode="auto">
            <a:xfrm>
              <a:off x="5553381" y="1405843"/>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8" name="Freeform 299">
              <a:extLst>
                <a:ext uri="{FF2B5EF4-FFF2-40B4-BE49-F238E27FC236}">
                  <a16:creationId xmlns:a16="http://schemas.microsoft.com/office/drawing/2014/main" id="{8DBD6AE8-57DB-4FE1-8222-66648EEB5EA6}"/>
                </a:ext>
              </a:extLst>
            </p:cNvPr>
            <p:cNvSpPr>
              <a:spLocks/>
            </p:cNvSpPr>
            <p:nvPr userDrawn="1"/>
          </p:nvSpPr>
          <p:spPr bwMode="auto">
            <a:xfrm>
              <a:off x="5760092" y="1570410"/>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9" name="Freeform 300">
              <a:extLst>
                <a:ext uri="{FF2B5EF4-FFF2-40B4-BE49-F238E27FC236}">
                  <a16:creationId xmlns:a16="http://schemas.microsoft.com/office/drawing/2014/main" id="{09FD470D-5E54-4C82-94F9-7C7FE9C59AED}"/>
                </a:ext>
              </a:extLst>
            </p:cNvPr>
            <p:cNvSpPr>
              <a:spLocks noEditPoints="1"/>
            </p:cNvSpPr>
            <p:nvPr userDrawn="1"/>
          </p:nvSpPr>
          <p:spPr bwMode="auto">
            <a:xfrm>
              <a:off x="4730547" y="1010480"/>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0" name="Freeform 301">
              <a:extLst>
                <a:ext uri="{FF2B5EF4-FFF2-40B4-BE49-F238E27FC236}">
                  <a16:creationId xmlns:a16="http://schemas.microsoft.com/office/drawing/2014/main" id="{CB06BC73-95F9-447C-B146-6181D365F100}"/>
                </a:ext>
              </a:extLst>
            </p:cNvPr>
            <p:cNvSpPr>
              <a:spLocks noEditPoints="1"/>
            </p:cNvSpPr>
            <p:nvPr userDrawn="1"/>
          </p:nvSpPr>
          <p:spPr bwMode="auto">
            <a:xfrm>
              <a:off x="5083763"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19"/>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1" name="Freeform 302">
              <a:extLst>
                <a:ext uri="{FF2B5EF4-FFF2-40B4-BE49-F238E27FC236}">
                  <a16:creationId xmlns:a16="http://schemas.microsoft.com/office/drawing/2014/main" id="{D86BDAA8-DE07-4A7E-A635-242CD211F657}"/>
                </a:ext>
              </a:extLst>
            </p:cNvPr>
            <p:cNvSpPr>
              <a:spLocks noEditPoints="1"/>
            </p:cNvSpPr>
            <p:nvPr userDrawn="1"/>
          </p:nvSpPr>
          <p:spPr bwMode="auto">
            <a:xfrm>
              <a:off x="3572557"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2" name="Freeform 303">
              <a:extLst>
                <a:ext uri="{FF2B5EF4-FFF2-40B4-BE49-F238E27FC236}">
                  <a16:creationId xmlns:a16="http://schemas.microsoft.com/office/drawing/2014/main" id="{ECBEFFC5-EA5A-4477-8455-7EC9D9807C3A}"/>
                </a:ext>
              </a:extLst>
            </p:cNvPr>
            <p:cNvSpPr>
              <a:spLocks/>
            </p:cNvSpPr>
            <p:nvPr userDrawn="1"/>
          </p:nvSpPr>
          <p:spPr bwMode="auto">
            <a:xfrm>
              <a:off x="3703007"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3" name="Freeform 304">
              <a:extLst>
                <a:ext uri="{FF2B5EF4-FFF2-40B4-BE49-F238E27FC236}">
                  <a16:creationId xmlns:a16="http://schemas.microsoft.com/office/drawing/2014/main" id="{9A36D2FF-4FB2-4FAC-B667-C1A173345F54}"/>
                </a:ext>
              </a:extLst>
            </p:cNvPr>
            <p:cNvSpPr>
              <a:spLocks/>
            </p:cNvSpPr>
            <p:nvPr userDrawn="1"/>
          </p:nvSpPr>
          <p:spPr bwMode="auto">
            <a:xfrm>
              <a:off x="4433524" y="308061"/>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2 h 177"/>
                <a:gd name="T12" fmla="*/ 17 w 209"/>
                <a:gd name="T13" fmla="*/ 177 h 177"/>
                <a:gd name="T14" fmla="*/ 40 w 209"/>
                <a:gd name="T15" fmla="*/ 144 h 177"/>
                <a:gd name="T16" fmla="*/ 85 w 209"/>
                <a:gd name="T17" fmla="*/ 165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2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4" name="Freeform 305">
              <a:extLst>
                <a:ext uri="{FF2B5EF4-FFF2-40B4-BE49-F238E27FC236}">
                  <a16:creationId xmlns:a16="http://schemas.microsoft.com/office/drawing/2014/main" id="{DC5D1567-6661-4974-AFFA-ACDC3F914E56}"/>
                </a:ext>
              </a:extLst>
            </p:cNvPr>
            <p:cNvSpPr>
              <a:spLocks/>
            </p:cNvSpPr>
            <p:nvPr userDrawn="1"/>
          </p:nvSpPr>
          <p:spPr bwMode="auto">
            <a:xfrm>
              <a:off x="4608124" y="556918"/>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5" name="Freeform 306">
              <a:extLst>
                <a:ext uri="{FF2B5EF4-FFF2-40B4-BE49-F238E27FC236}">
                  <a16:creationId xmlns:a16="http://schemas.microsoft.com/office/drawing/2014/main" id="{AC84431C-5938-47FD-849E-92B0F3F7969B}"/>
                </a:ext>
              </a:extLst>
            </p:cNvPr>
            <p:cNvSpPr>
              <a:spLocks/>
            </p:cNvSpPr>
            <p:nvPr userDrawn="1"/>
          </p:nvSpPr>
          <p:spPr bwMode="auto">
            <a:xfrm>
              <a:off x="4447571"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6" name="Freeform 307">
              <a:extLst>
                <a:ext uri="{FF2B5EF4-FFF2-40B4-BE49-F238E27FC236}">
                  <a16:creationId xmlns:a16="http://schemas.microsoft.com/office/drawing/2014/main" id="{B8C5F1A3-7D88-4C74-9F02-8366AA0B0AD4}"/>
                </a:ext>
              </a:extLst>
            </p:cNvPr>
            <p:cNvSpPr>
              <a:spLocks/>
            </p:cNvSpPr>
            <p:nvPr userDrawn="1"/>
          </p:nvSpPr>
          <p:spPr bwMode="auto">
            <a:xfrm>
              <a:off x="4451585"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7" name="Freeform 308">
              <a:extLst>
                <a:ext uri="{FF2B5EF4-FFF2-40B4-BE49-F238E27FC236}">
                  <a16:creationId xmlns:a16="http://schemas.microsoft.com/office/drawing/2014/main" id="{EB095A45-6EB6-4C72-8DF5-6C5769C04057}"/>
                </a:ext>
              </a:extLst>
            </p:cNvPr>
            <p:cNvSpPr>
              <a:spLocks noEditPoints="1"/>
            </p:cNvSpPr>
            <p:nvPr userDrawn="1"/>
          </p:nvSpPr>
          <p:spPr bwMode="auto">
            <a:xfrm>
              <a:off x="5585492" y="109377"/>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8" name="Freeform 309">
              <a:extLst>
                <a:ext uri="{FF2B5EF4-FFF2-40B4-BE49-F238E27FC236}">
                  <a16:creationId xmlns:a16="http://schemas.microsoft.com/office/drawing/2014/main" id="{16F5B950-88CA-4005-B3D8-1F2624172D58}"/>
                </a:ext>
              </a:extLst>
            </p:cNvPr>
            <p:cNvSpPr>
              <a:spLocks noEditPoints="1"/>
            </p:cNvSpPr>
            <p:nvPr userDrawn="1"/>
          </p:nvSpPr>
          <p:spPr bwMode="auto">
            <a:xfrm>
              <a:off x="5830335" y="109377"/>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9" name="Freeform 310">
              <a:extLst>
                <a:ext uri="{FF2B5EF4-FFF2-40B4-BE49-F238E27FC236}">
                  <a16:creationId xmlns:a16="http://schemas.microsoft.com/office/drawing/2014/main" id="{34C6C62D-D264-4036-B631-C6039817CC3E}"/>
                </a:ext>
              </a:extLst>
            </p:cNvPr>
            <p:cNvSpPr>
              <a:spLocks/>
            </p:cNvSpPr>
            <p:nvPr userDrawn="1"/>
          </p:nvSpPr>
          <p:spPr bwMode="auto">
            <a:xfrm>
              <a:off x="5585492" y="300033"/>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0" name="Freeform 311">
              <a:extLst>
                <a:ext uri="{FF2B5EF4-FFF2-40B4-BE49-F238E27FC236}">
                  <a16:creationId xmlns:a16="http://schemas.microsoft.com/office/drawing/2014/main" id="{D4D554E4-299E-474E-A3D7-D4C9566D3BB7}"/>
                </a:ext>
              </a:extLst>
            </p:cNvPr>
            <p:cNvSpPr>
              <a:spLocks noEditPoints="1"/>
            </p:cNvSpPr>
            <p:nvPr userDrawn="1"/>
          </p:nvSpPr>
          <p:spPr bwMode="auto">
            <a:xfrm>
              <a:off x="3420032" y="1171034"/>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1" name="Freeform 312">
              <a:extLst>
                <a:ext uri="{FF2B5EF4-FFF2-40B4-BE49-F238E27FC236}">
                  <a16:creationId xmlns:a16="http://schemas.microsoft.com/office/drawing/2014/main" id="{22AFFEFA-7536-4168-8B92-57D972F5AB57}"/>
                </a:ext>
              </a:extLst>
            </p:cNvPr>
            <p:cNvSpPr>
              <a:spLocks noEditPoints="1"/>
            </p:cNvSpPr>
            <p:nvPr userDrawn="1"/>
          </p:nvSpPr>
          <p:spPr bwMode="auto">
            <a:xfrm>
              <a:off x="4993452" y="338165"/>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2" name="Freeform 313">
              <a:extLst>
                <a:ext uri="{FF2B5EF4-FFF2-40B4-BE49-F238E27FC236}">
                  <a16:creationId xmlns:a16="http://schemas.microsoft.com/office/drawing/2014/main" id="{7F9FA419-FB1B-4477-8A8D-9E47271EC995}"/>
                </a:ext>
              </a:extLst>
            </p:cNvPr>
            <p:cNvSpPr>
              <a:spLocks noEditPoints="1"/>
            </p:cNvSpPr>
            <p:nvPr userDrawn="1"/>
          </p:nvSpPr>
          <p:spPr bwMode="auto">
            <a:xfrm>
              <a:off x="3755187" y="1395808"/>
              <a:ext cx="156539" cy="106367"/>
            </a:xfrm>
            <a:custGeom>
              <a:avLst/>
              <a:gdLst>
                <a:gd name="T0" fmla="*/ 47 w 104"/>
                <a:gd name="T1" fmla="*/ 0 h 70"/>
                <a:gd name="T2" fmla="*/ 47 w 104"/>
                <a:gd name="T3" fmla="*/ 0 h 70"/>
                <a:gd name="T4" fmla="*/ 47 w 104"/>
                <a:gd name="T5" fmla="*/ 0 h 70"/>
                <a:gd name="T6" fmla="*/ 47 w 104"/>
                <a:gd name="T7" fmla="*/ 0 h 70"/>
                <a:gd name="T8" fmla="*/ 9 w 104"/>
                <a:gd name="T9" fmla="*/ 31 h 70"/>
                <a:gd name="T10" fmla="*/ 11 w 104"/>
                <a:gd name="T11" fmla="*/ 28 h 70"/>
                <a:gd name="T12" fmla="*/ 9 w 104"/>
                <a:gd name="T13" fmla="*/ 31 h 70"/>
                <a:gd name="T14" fmla="*/ 30 w 104"/>
                <a:gd name="T15" fmla="*/ 19 h 70"/>
                <a:gd name="T16" fmla="*/ 30 w 104"/>
                <a:gd name="T17" fmla="*/ 19 h 70"/>
                <a:gd name="T18" fmla="*/ 47 w 104"/>
                <a:gd name="T19" fmla="*/ 6 h 70"/>
                <a:gd name="T20" fmla="*/ 84 w 104"/>
                <a:gd name="T21" fmla="*/ 6 h 70"/>
                <a:gd name="T22" fmla="*/ 90 w 104"/>
                <a:gd name="T23" fmla="*/ 8 h 70"/>
                <a:gd name="T24" fmla="*/ 98 w 104"/>
                <a:gd name="T25" fmla="*/ 20 h 70"/>
                <a:gd name="T26" fmla="*/ 98 w 104"/>
                <a:gd name="T27" fmla="*/ 54 h 70"/>
                <a:gd name="T28" fmla="*/ 98 w 104"/>
                <a:gd name="T29" fmla="*/ 54 h 70"/>
                <a:gd name="T30" fmla="*/ 98 w 104"/>
                <a:gd name="T31" fmla="*/ 55 h 70"/>
                <a:gd name="T32" fmla="*/ 96 w 104"/>
                <a:gd name="T33" fmla="*/ 59 h 70"/>
                <a:gd name="T34" fmla="*/ 82 w 104"/>
                <a:gd name="T35" fmla="*/ 64 h 70"/>
                <a:gd name="T36" fmla="*/ 41 w 104"/>
                <a:gd name="T37" fmla="*/ 64 h 70"/>
                <a:gd name="T38" fmla="*/ 36 w 104"/>
                <a:gd name="T39" fmla="*/ 62 h 70"/>
                <a:gd name="T40" fmla="*/ 32 w 104"/>
                <a:gd name="T41" fmla="*/ 58 h 70"/>
                <a:gd name="T42" fmla="*/ 31 w 104"/>
                <a:gd name="T43" fmla="*/ 50 h 70"/>
                <a:gd name="T44" fmla="*/ 31 w 104"/>
                <a:gd name="T45" fmla="*/ 49 h 70"/>
                <a:gd name="T46" fmla="*/ 21 w 104"/>
                <a:gd name="T47" fmla="*/ 37 h 70"/>
                <a:gd name="T48" fmla="*/ 31 w 104"/>
                <a:gd name="T49" fmla="*/ 42 h 70"/>
                <a:gd name="T50" fmla="*/ 31 w 104"/>
                <a:gd name="T51" fmla="*/ 19 h 70"/>
                <a:gd name="T52" fmla="*/ 34 w 104"/>
                <a:gd name="T53" fmla="*/ 12 h 70"/>
                <a:gd name="T54" fmla="*/ 38 w 104"/>
                <a:gd name="T55" fmla="*/ 8 h 70"/>
                <a:gd name="T56" fmla="*/ 47 w 104"/>
                <a:gd name="T57" fmla="*/ 6 h 70"/>
                <a:gd name="T58" fmla="*/ 47 w 104"/>
                <a:gd name="T59" fmla="*/ 6 h 70"/>
                <a:gd name="T60" fmla="*/ 84 w 104"/>
                <a:gd name="T61" fmla="*/ 0 h 70"/>
                <a:gd name="T62" fmla="*/ 47 w 104"/>
                <a:gd name="T63" fmla="*/ 0 h 70"/>
                <a:gd name="T64" fmla="*/ 35 w 104"/>
                <a:gd name="T65" fmla="*/ 3 h 70"/>
                <a:gd name="T66" fmla="*/ 26 w 104"/>
                <a:gd name="T67" fmla="*/ 13 h 70"/>
                <a:gd name="T68" fmla="*/ 25 w 104"/>
                <a:gd name="T69" fmla="*/ 19 h 70"/>
                <a:gd name="T70" fmla="*/ 25 w 104"/>
                <a:gd name="T71" fmla="*/ 19 h 70"/>
                <a:gd name="T72" fmla="*/ 25 w 104"/>
                <a:gd name="T73" fmla="*/ 32 h 70"/>
                <a:gd name="T74" fmla="*/ 0 w 104"/>
                <a:gd name="T75" fmla="*/ 19 h 70"/>
                <a:gd name="T76" fmla="*/ 8 w 104"/>
                <a:gd name="T77" fmla="*/ 30 h 70"/>
                <a:gd name="T78" fmla="*/ 11 w 104"/>
                <a:gd name="T79" fmla="*/ 28 h 70"/>
                <a:gd name="T80" fmla="*/ 8 w 104"/>
                <a:gd name="T81" fmla="*/ 30 h 70"/>
                <a:gd name="T82" fmla="*/ 25 w 104"/>
                <a:gd name="T83" fmla="*/ 51 h 70"/>
                <a:gd name="T84" fmla="*/ 27 w 104"/>
                <a:gd name="T85" fmla="*/ 61 h 70"/>
                <a:gd name="T86" fmla="*/ 36 w 104"/>
                <a:gd name="T87" fmla="*/ 69 h 70"/>
                <a:gd name="T88" fmla="*/ 41 w 104"/>
                <a:gd name="T89" fmla="*/ 70 h 70"/>
                <a:gd name="T90" fmla="*/ 41 w 104"/>
                <a:gd name="T91" fmla="*/ 70 h 70"/>
                <a:gd name="T92" fmla="*/ 82 w 104"/>
                <a:gd name="T93" fmla="*/ 70 h 70"/>
                <a:gd name="T94" fmla="*/ 82 w 104"/>
                <a:gd name="T95" fmla="*/ 70 h 70"/>
                <a:gd name="T96" fmla="*/ 100 w 104"/>
                <a:gd name="T97" fmla="*/ 64 h 70"/>
                <a:gd name="T98" fmla="*/ 104 w 104"/>
                <a:gd name="T99" fmla="*/ 55 h 70"/>
                <a:gd name="T100" fmla="*/ 104 w 104"/>
                <a:gd name="T101" fmla="*/ 53 h 70"/>
                <a:gd name="T102" fmla="*/ 104 w 104"/>
                <a:gd name="T103" fmla="*/ 20 h 70"/>
                <a:gd name="T104" fmla="*/ 104 w 104"/>
                <a:gd name="T105" fmla="*/ 19 h 70"/>
                <a:gd name="T106" fmla="*/ 93 w 104"/>
                <a:gd name="T107" fmla="*/ 3 h 70"/>
                <a:gd name="T108" fmla="*/ 84 w 104"/>
                <a:gd name="T109" fmla="*/ 0 h 70"/>
                <a:gd name="T110" fmla="*/ 84 w 104"/>
                <a:gd name="T11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70">
                  <a:moveTo>
                    <a:pt x="47" y="0"/>
                  </a:moveTo>
                  <a:cubicBezTo>
                    <a:pt x="47" y="0"/>
                    <a:pt x="47" y="0"/>
                    <a:pt x="47" y="0"/>
                  </a:cubicBezTo>
                  <a:cubicBezTo>
                    <a:pt x="47" y="0"/>
                    <a:pt x="47" y="0"/>
                    <a:pt x="47" y="0"/>
                  </a:cubicBezTo>
                  <a:cubicBezTo>
                    <a:pt x="47" y="0"/>
                    <a:pt x="47" y="0"/>
                    <a:pt x="47" y="0"/>
                  </a:cubicBezTo>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5"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3" name="Freeform 314">
              <a:extLst>
                <a:ext uri="{FF2B5EF4-FFF2-40B4-BE49-F238E27FC236}">
                  <a16:creationId xmlns:a16="http://schemas.microsoft.com/office/drawing/2014/main" id="{C612F04E-8BDB-40C0-9C9B-B062A16751D0}"/>
                </a:ext>
              </a:extLst>
            </p:cNvPr>
            <p:cNvSpPr>
              <a:spLocks noEditPoints="1"/>
            </p:cNvSpPr>
            <p:nvPr userDrawn="1"/>
          </p:nvSpPr>
          <p:spPr bwMode="auto">
            <a:xfrm>
              <a:off x="3199272" y="1526258"/>
              <a:ext cx="214740" cy="148512"/>
            </a:xfrm>
            <a:custGeom>
              <a:avLst/>
              <a:gdLst>
                <a:gd name="T0" fmla="*/ 62 w 143"/>
                <a:gd name="T1" fmla="*/ 0 h 98"/>
                <a:gd name="T2" fmla="*/ 62 w 143"/>
                <a:gd name="T3" fmla="*/ 0 h 98"/>
                <a:gd name="T4" fmla="*/ 62 w 143"/>
                <a:gd name="T5" fmla="*/ 0 h 98"/>
                <a:gd name="T6" fmla="*/ 62 w 143"/>
                <a:gd name="T7" fmla="*/ 0 h 98"/>
                <a:gd name="T8" fmla="*/ 9 w 143"/>
                <a:gd name="T9" fmla="*/ 42 h 98"/>
                <a:gd name="T10" fmla="*/ 10 w 143"/>
                <a:gd name="T11" fmla="*/ 39 h 98"/>
                <a:gd name="T12" fmla="*/ 9 w 143"/>
                <a:gd name="T13" fmla="*/ 42 h 98"/>
                <a:gd name="T14" fmla="*/ 62 w 143"/>
                <a:gd name="T15" fmla="*/ 6 h 98"/>
                <a:gd name="T16" fmla="*/ 115 w 143"/>
                <a:gd name="T17" fmla="*/ 6 h 98"/>
                <a:gd name="T18" fmla="*/ 124 w 143"/>
                <a:gd name="T19" fmla="*/ 10 h 98"/>
                <a:gd name="T20" fmla="*/ 136 w 143"/>
                <a:gd name="T21" fmla="*/ 28 h 98"/>
                <a:gd name="T22" fmla="*/ 136 w 143"/>
                <a:gd name="T23" fmla="*/ 76 h 98"/>
                <a:gd name="T24" fmla="*/ 136 w 143"/>
                <a:gd name="T25" fmla="*/ 76 h 98"/>
                <a:gd name="T26" fmla="*/ 137 w 143"/>
                <a:gd name="T27" fmla="*/ 77 h 98"/>
                <a:gd name="T28" fmla="*/ 133 w 143"/>
                <a:gd name="T29" fmla="*/ 85 h 98"/>
                <a:gd name="T30" fmla="*/ 111 w 143"/>
                <a:gd name="T31" fmla="*/ 92 h 98"/>
                <a:gd name="T32" fmla="*/ 54 w 143"/>
                <a:gd name="T33" fmla="*/ 92 h 98"/>
                <a:gd name="T34" fmla="*/ 45 w 143"/>
                <a:gd name="T35" fmla="*/ 89 h 98"/>
                <a:gd name="T36" fmla="*/ 40 w 143"/>
                <a:gd name="T37" fmla="*/ 82 h 98"/>
                <a:gd name="T38" fmla="*/ 37 w 143"/>
                <a:gd name="T39" fmla="*/ 71 h 98"/>
                <a:gd name="T40" fmla="*/ 37 w 143"/>
                <a:gd name="T41" fmla="*/ 70 h 98"/>
                <a:gd name="T42" fmla="*/ 21 w 143"/>
                <a:gd name="T43" fmla="*/ 48 h 98"/>
                <a:gd name="T44" fmla="*/ 37 w 143"/>
                <a:gd name="T45" fmla="*/ 57 h 98"/>
                <a:gd name="T46" fmla="*/ 37 w 143"/>
                <a:gd name="T47" fmla="*/ 27 h 98"/>
                <a:gd name="T48" fmla="*/ 41 w 143"/>
                <a:gd name="T49" fmla="*/ 17 h 98"/>
                <a:gd name="T50" fmla="*/ 49 w 143"/>
                <a:gd name="T51" fmla="*/ 10 h 98"/>
                <a:gd name="T52" fmla="*/ 62 w 143"/>
                <a:gd name="T53" fmla="*/ 6 h 98"/>
                <a:gd name="T54" fmla="*/ 62 w 143"/>
                <a:gd name="T55" fmla="*/ 6 h 98"/>
                <a:gd name="T56" fmla="*/ 115 w 143"/>
                <a:gd name="T57" fmla="*/ 0 h 98"/>
                <a:gd name="T58" fmla="*/ 62 w 143"/>
                <a:gd name="T59" fmla="*/ 0 h 98"/>
                <a:gd name="T60" fmla="*/ 46 w 143"/>
                <a:gd name="T61" fmla="*/ 5 h 98"/>
                <a:gd name="T62" fmla="*/ 34 w 143"/>
                <a:gd name="T63" fmla="*/ 18 h 98"/>
                <a:gd name="T64" fmla="*/ 31 w 143"/>
                <a:gd name="T65" fmla="*/ 26 h 98"/>
                <a:gd name="T66" fmla="*/ 31 w 143"/>
                <a:gd name="T67" fmla="*/ 26 h 98"/>
                <a:gd name="T68" fmla="*/ 31 w 143"/>
                <a:gd name="T69" fmla="*/ 47 h 98"/>
                <a:gd name="T70" fmla="*/ 0 w 143"/>
                <a:gd name="T71" fmla="*/ 30 h 98"/>
                <a:gd name="T72" fmla="*/ 8 w 143"/>
                <a:gd name="T73" fmla="*/ 41 h 98"/>
                <a:gd name="T74" fmla="*/ 10 w 143"/>
                <a:gd name="T75" fmla="*/ 39 h 98"/>
                <a:gd name="T76" fmla="*/ 8 w 143"/>
                <a:gd name="T77" fmla="*/ 41 h 98"/>
                <a:gd name="T78" fmla="*/ 31 w 143"/>
                <a:gd name="T79" fmla="*/ 72 h 98"/>
                <a:gd name="T80" fmla="*/ 35 w 143"/>
                <a:gd name="T81" fmla="*/ 85 h 98"/>
                <a:gd name="T82" fmla="*/ 46 w 143"/>
                <a:gd name="T83" fmla="*/ 96 h 98"/>
                <a:gd name="T84" fmla="*/ 53 w 143"/>
                <a:gd name="T85" fmla="*/ 98 h 98"/>
                <a:gd name="T86" fmla="*/ 53 w 143"/>
                <a:gd name="T87" fmla="*/ 98 h 98"/>
                <a:gd name="T88" fmla="*/ 112 w 143"/>
                <a:gd name="T89" fmla="*/ 98 h 98"/>
                <a:gd name="T90" fmla="*/ 112 w 143"/>
                <a:gd name="T91" fmla="*/ 98 h 98"/>
                <a:gd name="T92" fmla="*/ 137 w 143"/>
                <a:gd name="T93" fmla="*/ 89 h 98"/>
                <a:gd name="T94" fmla="*/ 143 w 143"/>
                <a:gd name="T95" fmla="*/ 77 h 98"/>
                <a:gd name="T96" fmla="*/ 142 w 143"/>
                <a:gd name="T97" fmla="*/ 75 h 98"/>
                <a:gd name="T98" fmla="*/ 142 w 143"/>
                <a:gd name="T99" fmla="*/ 27 h 98"/>
                <a:gd name="T100" fmla="*/ 142 w 143"/>
                <a:gd name="T101" fmla="*/ 27 h 98"/>
                <a:gd name="T102" fmla="*/ 127 w 143"/>
                <a:gd name="T103" fmla="*/ 4 h 98"/>
                <a:gd name="T104" fmla="*/ 115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4" name="Freeform 315">
              <a:extLst>
                <a:ext uri="{FF2B5EF4-FFF2-40B4-BE49-F238E27FC236}">
                  <a16:creationId xmlns:a16="http://schemas.microsoft.com/office/drawing/2014/main" id="{58D00646-A0D1-419C-8C5D-F2449A1EF5BD}"/>
                </a:ext>
              </a:extLst>
            </p:cNvPr>
            <p:cNvSpPr>
              <a:spLocks noEditPoints="1"/>
            </p:cNvSpPr>
            <p:nvPr userDrawn="1"/>
          </p:nvSpPr>
          <p:spPr bwMode="auto">
            <a:xfrm>
              <a:off x="4086327" y="1016502"/>
              <a:ext cx="168581" cy="114395"/>
            </a:xfrm>
            <a:custGeom>
              <a:avLst/>
              <a:gdLst>
                <a:gd name="T0" fmla="*/ 9 w 112"/>
                <a:gd name="T1" fmla="*/ 33 h 76"/>
                <a:gd name="T2" fmla="*/ 11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50 w 112"/>
                <a:gd name="T17" fmla="*/ 6 h 76"/>
                <a:gd name="T18" fmla="*/ 50 w 112"/>
                <a:gd name="T19" fmla="*/ 6 h 76"/>
                <a:gd name="T20" fmla="*/ 90 w 112"/>
                <a:gd name="T21" fmla="*/ 6 h 76"/>
                <a:gd name="T22" fmla="*/ 97 w 112"/>
                <a:gd name="T23" fmla="*/ 9 h 76"/>
                <a:gd name="T24" fmla="*/ 106 w 112"/>
                <a:gd name="T25" fmla="*/ 22 h 76"/>
                <a:gd name="T26" fmla="*/ 106 w 112"/>
                <a:gd name="T27" fmla="*/ 58 h 76"/>
                <a:gd name="T28" fmla="*/ 106 w 112"/>
                <a:gd name="T29" fmla="*/ 58 h 76"/>
                <a:gd name="T30" fmla="*/ 106 w 112"/>
                <a:gd name="T31" fmla="*/ 58 h 76"/>
                <a:gd name="T32" fmla="*/ 106 w 112"/>
                <a:gd name="T33" fmla="*/ 58 h 76"/>
                <a:gd name="T34" fmla="*/ 106 w 112"/>
                <a:gd name="T35" fmla="*/ 59 h 76"/>
                <a:gd name="T36" fmla="*/ 104 w 112"/>
                <a:gd name="T37" fmla="*/ 65 h 76"/>
                <a:gd name="T38" fmla="*/ 88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5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9" y="33"/>
                  </a:moveTo>
                  <a:cubicBezTo>
                    <a:pt x="11" y="30"/>
                    <a:pt x="11" y="30"/>
                    <a:pt x="11"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5" name="Freeform 316">
              <a:extLst>
                <a:ext uri="{FF2B5EF4-FFF2-40B4-BE49-F238E27FC236}">
                  <a16:creationId xmlns:a16="http://schemas.microsoft.com/office/drawing/2014/main" id="{B2D8B35D-19AC-4A1F-AE94-75679305746E}"/>
                </a:ext>
              </a:extLst>
            </p:cNvPr>
            <p:cNvSpPr>
              <a:spLocks noEditPoints="1"/>
            </p:cNvSpPr>
            <p:nvPr userDrawn="1"/>
          </p:nvSpPr>
          <p:spPr bwMode="auto">
            <a:xfrm>
              <a:off x="4072279"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6" name="Freeform 317">
              <a:extLst>
                <a:ext uri="{FF2B5EF4-FFF2-40B4-BE49-F238E27FC236}">
                  <a16:creationId xmlns:a16="http://schemas.microsoft.com/office/drawing/2014/main" id="{3A49FB50-F039-4E36-9770-769110D0FB68}"/>
                </a:ext>
              </a:extLst>
            </p:cNvPr>
            <p:cNvSpPr>
              <a:spLocks noEditPoints="1"/>
            </p:cNvSpPr>
            <p:nvPr userDrawn="1"/>
          </p:nvSpPr>
          <p:spPr bwMode="auto">
            <a:xfrm>
              <a:off x="3448129" y="279964"/>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7" name="Freeform 318">
              <a:extLst>
                <a:ext uri="{FF2B5EF4-FFF2-40B4-BE49-F238E27FC236}">
                  <a16:creationId xmlns:a16="http://schemas.microsoft.com/office/drawing/2014/main" id="{0A9761A1-686C-43C8-9CA3-944E7FDA6177}"/>
                </a:ext>
              </a:extLst>
            </p:cNvPr>
            <p:cNvSpPr>
              <a:spLocks/>
            </p:cNvSpPr>
            <p:nvPr userDrawn="1"/>
          </p:nvSpPr>
          <p:spPr bwMode="auto">
            <a:xfrm>
              <a:off x="3688958"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8" name="Freeform 319">
              <a:extLst>
                <a:ext uri="{FF2B5EF4-FFF2-40B4-BE49-F238E27FC236}">
                  <a16:creationId xmlns:a16="http://schemas.microsoft.com/office/drawing/2014/main" id="{219684BE-21AA-418B-A0A8-BB35986C79C8}"/>
                </a:ext>
              </a:extLst>
            </p:cNvPr>
            <p:cNvSpPr>
              <a:spLocks noEditPoints="1"/>
            </p:cNvSpPr>
            <p:nvPr userDrawn="1"/>
          </p:nvSpPr>
          <p:spPr bwMode="auto">
            <a:xfrm>
              <a:off x="4224805"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9" name="Freeform 320">
              <a:extLst>
                <a:ext uri="{FF2B5EF4-FFF2-40B4-BE49-F238E27FC236}">
                  <a16:creationId xmlns:a16="http://schemas.microsoft.com/office/drawing/2014/main" id="{DF526665-93A2-4893-81B1-88013D6EF354}"/>
                </a:ext>
              </a:extLst>
            </p:cNvPr>
            <p:cNvSpPr>
              <a:spLocks noEditPoints="1"/>
            </p:cNvSpPr>
            <p:nvPr userDrawn="1"/>
          </p:nvSpPr>
          <p:spPr bwMode="auto">
            <a:xfrm>
              <a:off x="3319686"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0" name="Freeform 321">
              <a:extLst>
                <a:ext uri="{FF2B5EF4-FFF2-40B4-BE49-F238E27FC236}">
                  <a16:creationId xmlns:a16="http://schemas.microsoft.com/office/drawing/2014/main" id="{71EE6BF1-3631-4FAC-AB7A-EFBE82ED84CF}"/>
                </a:ext>
              </a:extLst>
            </p:cNvPr>
            <p:cNvSpPr>
              <a:spLocks/>
            </p:cNvSpPr>
            <p:nvPr userDrawn="1"/>
          </p:nvSpPr>
          <p:spPr bwMode="auto">
            <a:xfrm>
              <a:off x="3490275" y="633181"/>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1" name="Freeform 322">
              <a:extLst>
                <a:ext uri="{FF2B5EF4-FFF2-40B4-BE49-F238E27FC236}">
                  <a16:creationId xmlns:a16="http://schemas.microsoft.com/office/drawing/2014/main" id="{0FE38983-9C9F-4FE2-A53D-636DA23D6735}"/>
                </a:ext>
              </a:extLst>
            </p:cNvPr>
            <p:cNvSpPr>
              <a:spLocks noEditPoints="1"/>
            </p:cNvSpPr>
            <p:nvPr userDrawn="1"/>
          </p:nvSpPr>
          <p:spPr bwMode="auto">
            <a:xfrm>
              <a:off x="4730547"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6 w 219"/>
                <a:gd name="T9" fmla="*/ 41 h 131"/>
                <a:gd name="T10" fmla="*/ 17 w 219"/>
                <a:gd name="T11" fmla="*/ 38 h 131"/>
                <a:gd name="T12" fmla="*/ 16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8 w 219"/>
                <a:gd name="T43" fmla="*/ 125 h 131"/>
                <a:gd name="T44" fmla="*/ 99 w 219"/>
                <a:gd name="T45" fmla="*/ 125 h 131"/>
                <a:gd name="T46" fmla="*/ 88 w 219"/>
                <a:gd name="T47" fmla="*/ 120 h 131"/>
                <a:gd name="T48" fmla="*/ 80 w 219"/>
                <a:gd name="T49" fmla="*/ 111 h 131"/>
                <a:gd name="T50" fmla="*/ 76 w 219"/>
                <a:gd name="T51" fmla="*/ 95 h 131"/>
                <a:gd name="T52" fmla="*/ 76 w 219"/>
                <a:gd name="T53" fmla="*/ 94 h 131"/>
                <a:gd name="T54" fmla="*/ 34 w 219"/>
                <a:gd name="T55" fmla="*/ 51 h 131"/>
                <a:gd name="T56" fmla="*/ 76 w 219"/>
                <a:gd name="T57" fmla="*/ 74 h 131"/>
                <a:gd name="T58" fmla="*/ 76 w 219"/>
                <a:gd name="T59" fmla="*/ 35 h 131"/>
                <a:gd name="T60" fmla="*/ 183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5 w 219"/>
                <a:gd name="T79" fmla="*/ 40 h 131"/>
                <a:gd name="T80" fmla="*/ 17 w 219"/>
                <a:gd name="T81" fmla="*/ 38 h 131"/>
                <a:gd name="T82" fmla="*/ 15 w 219"/>
                <a:gd name="T83" fmla="*/ 40 h 131"/>
                <a:gd name="T84" fmla="*/ 70 w 219"/>
                <a:gd name="T85" fmla="*/ 97 h 131"/>
                <a:gd name="T86" fmla="*/ 75 w 219"/>
                <a:gd name="T87" fmla="*/ 114 h 131"/>
                <a:gd name="T88" fmla="*/ 90 w 219"/>
                <a:gd name="T89" fmla="*/ 128 h 131"/>
                <a:gd name="T90" fmla="*/ 99 w 219"/>
                <a:gd name="T91" fmla="*/ 131 h 131"/>
                <a:gd name="T92" fmla="*/ 99 w 219"/>
                <a:gd name="T93" fmla="*/ 131 h 131"/>
                <a:gd name="T94" fmla="*/ 178 w 219"/>
                <a:gd name="T95" fmla="*/ 131 h 131"/>
                <a:gd name="T96" fmla="*/ 178 w 219"/>
                <a:gd name="T97" fmla="*/ 131 h 131"/>
                <a:gd name="T98" fmla="*/ 212 w 219"/>
                <a:gd name="T99" fmla="*/ 119 h 131"/>
                <a:gd name="T100" fmla="*/ 219 w 219"/>
                <a:gd name="T101" fmla="*/ 104 h 131"/>
                <a:gd name="T102" fmla="*/ 219 w 219"/>
                <a:gd name="T103" fmla="*/ 101 h 131"/>
                <a:gd name="T104" fmla="*/ 219 w 219"/>
                <a:gd name="T105" fmla="*/ 36 h 131"/>
                <a:gd name="T106" fmla="*/ 219 w 219"/>
                <a:gd name="T107" fmla="*/ 36 h 131"/>
                <a:gd name="T108" fmla="*/ 198 w 219"/>
                <a:gd name="T109" fmla="*/ 5 h 131"/>
                <a:gd name="T110" fmla="*/ 183 w 219"/>
                <a:gd name="T111" fmla="*/ 0 h 131"/>
                <a:gd name="T112" fmla="*/ 183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6" y="41"/>
                  </a:moveTo>
                  <a:cubicBezTo>
                    <a:pt x="17" y="38"/>
                    <a:pt x="17" y="38"/>
                    <a:pt x="17" y="38"/>
                  </a:cubicBezTo>
                  <a:cubicBezTo>
                    <a:pt x="16" y="41"/>
                    <a:pt x="16" y="41"/>
                    <a:pt x="16"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2" name="Freeform 323">
              <a:extLst>
                <a:ext uri="{FF2B5EF4-FFF2-40B4-BE49-F238E27FC236}">
                  <a16:creationId xmlns:a16="http://schemas.microsoft.com/office/drawing/2014/main" id="{F7B8352F-2F6D-46F6-BD28-4C2CA05C9FC4}"/>
                </a:ext>
              </a:extLst>
            </p:cNvPr>
            <p:cNvSpPr>
              <a:spLocks noEditPoints="1"/>
            </p:cNvSpPr>
            <p:nvPr userDrawn="1"/>
          </p:nvSpPr>
          <p:spPr bwMode="auto">
            <a:xfrm>
              <a:off x="5079750" y="542870"/>
              <a:ext cx="210726" cy="204705"/>
            </a:xfrm>
            <a:custGeom>
              <a:avLst/>
              <a:gdLst>
                <a:gd name="T0" fmla="*/ 6 w 140"/>
                <a:gd name="T1" fmla="*/ 27 h 137"/>
                <a:gd name="T2" fmla="*/ 10 w 140"/>
                <a:gd name="T3" fmla="*/ 17 h 137"/>
                <a:gd name="T4" fmla="*/ 16 w 140"/>
                <a:gd name="T5" fmla="*/ 11 h 137"/>
                <a:gd name="T6" fmla="*/ 25 w 140"/>
                <a:gd name="T7" fmla="*/ 8 h 137"/>
                <a:gd name="T8" fmla="*/ 25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1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2 w 140"/>
                <a:gd name="T37" fmla="*/ 105 h 137"/>
                <a:gd name="T38" fmla="*/ 38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5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8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3" name="Freeform 324">
              <a:extLst>
                <a:ext uri="{FF2B5EF4-FFF2-40B4-BE49-F238E27FC236}">
                  <a16:creationId xmlns:a16="http://schemas.microsoft.com/office/drawing/2014/main" id="{85E2119F-8EA1-4976-BEE6-BC870AC305B4}"/>
                </a:ext>
              </a:extLst>
            </p:cNvPr>
            <p:cNvSpPr>
              <a:spLocks noEditPoints="1"/>
            </p:cNvSpPr>
            <p:nvPr userDrawn="1"/>
          </p:nvSpPr>
          <p:spPr bwMode="auto">
            <a:xfrm>
              <a:off x="4034147" y="364255"/>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4" name="Freeform 325">
              <a:extLst>
                <a:ext uri="{FF2B5EF4-FFF2-40B4-BE49-F238E27FC236}">
                  <a16:creationId xmlns:a16="http://schemas.microsoft.com/office/drawing/2014/main" id="{5289205C-575C-4A66-9AF7-74EC7D92A18A}"/>
                </a:ext>
              </a:extLst>
            </p:cNvPr>
            <p:cNvSpPr>
              <a:spLocks/>
            </p:cNvSpPr>
            <p:nvPr userDrawn="1"/>
          </p:nvSpPr>
          <p:spPr bwMode="auto">
            <a:xfrm>
              <a:off x="4152556" y="558926"/>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5" name="Freeform 326">
              <a:extLst>
                <a:ext uri="{FF2B5EF4-FFF2-40B4-BE49-F238E27FC236}">
                  <a16:creationId xmlns:a16="http://schemas.microsoft.com/office/drawing/2014/main" id="{0C6851C5-DF94-4E89-9C35-17653F58BED5}"/>
                </a:ext>
              </a:extLst>
            </p:cNvPr>
            <p:cNvSpPr>
              <a:spLocks noEditPoints="1"/>
            </p:cNvSpPr>
            <p:nvPr userDrawn="1"/>
          </p:nvSpPr>
          <p:spPr bwMode="auto">
            <a:xfrm>
              <a:off x="3875602" y="143494"/>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4"/>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6" name="Freeform 327">
              <a:extLst>
                <a:ext uri="{FF2B5EF4-FFF2-40B4-BE49-F238E27FC236}">
                  <a16:creationId xmlns:a16="http://schemas.microsoft.com/office/drawing/2014/main" id="{DE09CA22-CBCC-41D9-8C77-7CD6EF3BDA8E}"/>
                </a:ext>
              </a:extLst>
            </p:cNvPr>
            <p:cNvSpPr>
              <a:spLocks noEditPoints="1"/>
            </p:cNvSpPr>
            <p:nvPr userDrawn="1"/>
          </p:nvSpPr>
          <p:spPr bwMode="auto">
            <a:xfrm>
              <a:off x="5300510" y="500725"/>
              <a:ext cx="114395" cy="174602"/>
            </a:xfrm>
            <a:custGeom>
              <a:avLst/>
              <a:gdLst>
                <a:gd name="T0" fmla="*/ 16 w 76"/>
                <a:gd name="T1" fmla="*/ 10 h 116"/>
                <a:gd name="T2" fmla="*/ 59 w 76"/>
                <a:gd name="T3" fmla="*/ 6 h 116"/>
                <a:gd name="T4" fmla="*/ 61 w 76"/>
                <a:gd name="T5" fmla="*/ 7 h 116"/>
                <a:gd name="T6" fmla="*/ 66 w 76"/>
                <a:gd name="T7" fmla="*/ 11 h 116"/>
                <a:gd name="T8" fmla="*/ 69 w 76"/>
                <a:gd name="T9" fmla="*/ 28 h 116"/>
                <a:gd name="T10" fmla="*/ 69 w 76"/>
                <a:gd name="T11" fmla="*/ 77 h 116"/>
                <a:gd name="T12" fmla="*/ 69 w 76"/>
                <a:gd name="T13" fmla="*/ 77 h 116"/>
                <a:gd name="T14" fmla="*/ 69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1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4 w 76"/>
                <a:gd name="T73" fmla="*/ 88 h 116"/>
                <a:gd name="T74" fmla="*/ 15 w 76"/>
                <a:gd name="T75" fmla="*/ 89 h 116"/>
                <a:gd name="T76" fmla="*/ 37 w 76"/>
                <a:gd name="T77" fmla="*/ 90 h 116"/>
                <a:gd name="T78" fmla="*/ 25 w 76"/>
                <a:gd name="T79" fmla="*/ 116 h 116"/>
                <a:gd name="T80" fmla="*/ 55 w 76"/>
                <a:gd name="T81" fmla="*/ 90 h 116"/>
                <a:gd name="T82" fmla="*/ 72 w 76"/>
                <a:gd name="T83" fmla="*/ 85 h 116"/>
                <a:gd name="T84" fmla="*/ 75 w 76"/>
                <a:gd name="T85" fmla="*/ 81 h 116"/>
                <a:gd name="T86" fmla="*/ 76 w 76"/>
                <a:gd name="T87" fmla="*/ 77 h 116"/>
                <a:gd name="T88" fmla="*/ 75 w 76"/>
                <a:gd name="T89" fmla="*/ 76 h 116"/>
                <a:gd name="T90" fmla="*/ 75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7" name="Freeform 328">
              <a:extLst>
                <a:ext uri="{FF2B5EF4-FFF2-40B4-BE49-F238E27FC236}">
                  <a16:creationId xmlns:a16="http://schemas.microsoft.com/office/drawing/2014/main" id="{E970BF6D-5815-499C-8A38-95AFDE73FC6F}"/>
                </a:ext>
              </a:extLst>
            </p:cNvPr>
            <p:cNvSpPr>
              <a:spLocks noEditPoints="1"/>
            </p:cNvSpPr>
            <p:nvPr userDrawn="1"/>
          </p:nvSpPr>
          <p:spPr bwMode="auto">
            <a:xfrm>
              <a:off x="5589505"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8 w 76"/>
                <a:gd name="T71" fmla="*/ 8 h 115"/>
                <a:gd name="T72" fmla="*/ 1 w 76"/>
                <a:gd name="T73" fmla="*/ 22 h 115"/>
                <a:gd name="T74" fmla="*/ 0 w 76"/>
                <a:gd name="T75" fmla="*/ 39 h 115"/>
                <a:gd name="T76" fmla="*/ 1 w 76"/>
                <a:gd name="T77" fmla="*/ 61 h 115"/>
                <a:gd name="T78" fmla="*/ 9 w 76"/>
                <a:gd name="T79" fmla="*/ 81 h 115"/>
                <a:gd name="T80" fmla="*/ 15 w 76"/>
                <a:gd name="T81" fmla="*/ 88 h 115"/>
                <a:gd name="T82" fmla="*/ 16 w 76"/>
                <a:gd name="T83" fmla="*/ 88 h 115"/>
                <a:gd name="T84" fmla="*/ 38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8" name="Freeform 329">
              <a:extLst>
                <a:ext uri="{FF2B5EF4-FFF2-40B4-BE49-F238E27FC236}">
                  <a16:creationId xmlns:a16="http://schemas.microsoft.com/office/drawing/2014/main" id="{16ED0574-E244-4C47-9207-F714C2A68268}"/>
                </a:ext>
              </a:extLst>
            </p:cNvPr>
            <p:cNvSpPr>
              <a:spLocks noEditPoints="1"/>
            </p:cNvSpPr>
            <p:nvPr userDrawn="1"/>
          </p:nvSpPr>
          <p:spPr bwMode="auto">
            <a:xfrm>
              <a:off x="3899685" y="408407"/>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9" name="Freeform 330">
              <a:extLst>
                <a:ext uri="{FF2B5EF4-FFF2-40B4-BE49-F238E27FC236}">
                  <a16:creationId xmlns:a16="http://schemas.microsoft.com/office/drawing/2014/main" id="{323CC173-3939-47B4-BD02-F298859B217E}"/>
                </a:ext>
              </a:extLst>
            </p:cNvPr>
            <p:cNvSpPr>
              <a:spLocks noEditPoints="1"/>
            </p:cNvSpPr>
            <p:nvPr userDrawn="1"/>
          </p:nvSpPr>
          <p:spPr bwMode="auto">
            <a:xfrm>
              <a:off x="3209307" y="-71245"/>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0" name="Freeform 331">
              <a:extLst>
                <a:ext uri="{FF2B5EF4-FFF2-40B4-BE49-F238E27FC236}">
                  <a16:creationId xmlns:a16="http://schemas.microsoft.com/office/drawing/2014/main" id="{2C86722C-162D-40BF-B733-35179F49F69A}"/>
                </a:ext>
              </a:extLst>
            </p:cNvPr>
            <p:cNvSpPr>
              <a:spLocks noEditPoints="1"/>
            </p:cNvSpPr>
            <p:nvPr userDrawn="1"/>
          </p:nvSpPr>
          <p:spPr bwMode="auto">
            <a:xfrm>
              <a:off x="4357261" y="74155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1" name="Freeform 332">
              <a:extLst>
                <a:ext uri="{FF2B5EF4-FFF2-40B4-BE49-F238E27FC236}">
                  <a16:creationId xmlns:a16="http://schemas.microsoft.com/office/drawing/2014/main" id="{CD80AEF4-FC4C-492D-BF7F-FDF735FEC3B9}"/>
                </a:ext>
              </a:extLst>
            </p:cNvPr>
            <p:cNvSpPr>
              <a:spLocks noEditPoints="1"/>
            </p:cNvSpPr>
            <p:nvPr userDrawn="1"/>
          </p:nvSpPr>
          <p:spPr bwMode="auto">
            <a:xfrm>
              <a:off x="3929788" y="76563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59 w 76"/>
                <a:gd name="T61" fmla="*/ 0 h 116"/>
                <a:gd name="T62" fmla="*/ 16 w 76"/>
                <a:gd name="T63" fmla="*/ 4 h 116"/>
                <a:gd name="T64" fmla="*/ 8 w 76"/>
                <a:gd name="T65" fmla="*/ 8 h 116"/>
                <a:gd name="T66" fmla="*/ 2 w 76"/>
                <a:gd name="T67" fmla="*/ 22 h 116"/>
                <a:gd name="T68" fmla="*/ 0 w 76"/>
                <a:gd name="T69" fmla="*/ 40 h 116"/>
                <a:gd name="T70" fmla="*/ 2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2" name="Freeform 333">
              <a:extLst>
                <a:ext uri="{FF2B5EF4-FFF2-40B4-BE49-F238E27FC236}">
                  <a16:creationId xmlns:a16="http://schemas.microsoft.com/office/drawing/2014/main" id="{99710D13-744C-4EA8-BCD9-90BA059777C2}"/>
                </a:ext>
              </a:extLst>
            </p:cNvPr>
            <p:cNvSpPr>
              <a:spLocks noEditPoints="1"/>
            </p:cNvSpPr>
            <p:nvPr userDrawn="1"/>
          </p:nvSpPr>
          <p:spPr bwMode="auto">
            <a:xfrm>
              <a:off x="3436087" y="960308"/>
              <a:ext cx="114395" cy="174602"/>
            </a:xfrm>
            <a:custGeom>
              <a:avLst/>
              <a:gdLst>
                <a:gd name="T0" fmla="*/ 17 w 76"/>
                <a:gd name="T1" fmla="*/ 4 h 116"/>
                <a:gd name="T2" fmla="*/ 16 w 76"/>
                <a:gd name="T3" fmla="*/ 4 h 116"/>
                <a:gd name="T4" fmla="*/ 17 w 76"/>
                <a:gd name="T5" fmla="*/ 4 h 116"/>
                <a:gd name="T6" fmla="*/ 17 w 76"/>
                <a:gd name="T7" fmla="*/ 4 h 116"/>
                <a:gd name="T8" fmla="*/ 17 w 76"/>
                <a:gd name="T9" fmla="*/ 4 h 116"/>
                <a:gd name="T10" fmla="*/ 17 w 76"/>
                <a:gd name="T11" fmla="*/ 4 h 116"/>
                <a:gd name="T12" fmla="*/ 17 w 76"/>
                <a:gd name="T13" fmla="*/ 4 h 116"/>
                <a:gd name="T14" fmla="*/ 19 w 76"/>
                <a:gd name="T15" fmla="*/ 83 h 116"/>
                <a:gd name="T16" fmla="*/ 19 w 76"/>
                <a:gd name="T17" fmla="*/ 83 h 116"/>
                <a:gd name="T18" fmla="*/ 19 w 76"/>
                <a:gd name="T19" fmla="*/ 83 h 116"/>
                <a:gd name="T20" fmla="*/ 19 w 76"/>
                <a:gd name="T21" fmla="*/ 83 h 116"/>
                <a:gd name="T22" fmla="*/ 17 w 76"/>
                <a:gd name="T23" fmla="*/ 10 h 116"/>
                <a:gd name="T24" fmla="*/ 60 w 76"/>
                <a:gd name="T25" fmla="*/ 6 h 116"/>
                <a:gd name="T26" fmla="*/ 62 w 76"/>
                <a:gd name="T27" fmla="*/ 7 h 116"/>
                <a:gd name="T28" fmla="*/ 67 w 76"/>
                <a:gd name="T29" fmla="*/ 11 h 116"/>
                <a:gd name="T30" fmla="*/ 70 w 76"/>
                <a:gd name="T31" fmla="*/ 28 h 116"/>
                <a:gd name="T32" fmla="*/ 70 w 76"/>
                <a:gd name="T33" fmla="*/ 76 h 116"/>
                <a:gd name="T34" fmla="*/ 70 w 76"/>
                <a:gd name="T35" fmla="*/ 77 h 116"/>
                <a:gd name="T36" fmla="*/ 70 w 76"/>
                <a:gd name="T37" fmla="*/ 77 h 116"/>
                <a:gd name="T38" fmla="*/ 70 w 76"/>
                <a:gd name="T39" fmla="*/ 77 h 116"/>
                <a:gd name="T40" fmla="*/ 70 w 76"/>
                <a:gd name="T41" fmla="*/ 79 h 116"/>
                <a:gd name="T42" fmla="*/ 67 w 76"/>
                <a:gd name="T43" fmla="*/ 82 h 116"/>
                <a:gd name="T44" fmla="*/ 55 w 76"/>
                <a:gd name="T45" fmla="*/ 84 h 116"/>
                <a:gd name="T46" fmla="*/ 55 w 76"/>
                <a:gd name="T47" fmla="*/ 84 h 116"/>
                <a:gd name="T48" fmla="*/ 54 w 76"/>
                <a:gd name="T49" fmla="*/ 84 h 116"/>
                <a:gd name="T50" fmla="*/ 43 w 76"/>
                <a:gd name="T51" fmla="*/ 94 h 116"/>
                <a:gd name="T52" fmla="*/ 47 w 76"/>
                <a:gd name="T53" fmla="*/ 84 h 116"/>
                <a:gd name="T54" fmla="*/ 18 w 76"/>
                <a:gd name="T55" fmla="*/ 83 h 116"/>
                <a:gd name="T56" fmla="*/ 14 w 76"/>
                <a:gd name="T57" fmla="*/ 78 h 116"/>
                <a:gd name="T58" fmla="*/ 8 w 76"/>
                <a:gd name="T59" fmla="*/ 60 h 116"/>
                <a:gd name="T60" fmla="*/ 8 w 76"/>
                <a:gd name="T61" fmla="*/ 60 h 116"/>
                <a:gd name="T62" fmla="*/ 8 w 76"/>
                <a:gd name="T63" fmla="*/ 60 h 116"/>
                <a:gd name="T64" fmla="*/ 8 w 76"/>
                <a:gd name="T65" fmla="*/ 58 h 116"/>
                <a:gd name="T66" fmla="*/ 6 w 76"/>
                <a:gd name="T67" fmla="*/ 39 h 116"/>
                <a:gd name="T68" fmla="*/ 9 w 76"/>
                <a:gd name="T69" fmla="*/ 19 h 116"/>
                <a:gd name="T70" fmla="*/ 12 w 76"/>
                <a:gd name="T71" fmla="*/ 12 h 116"/>
                <a:gd name="T72" fmla="*/ 17 w 76"/>
                <a:gd name="T73" fmla="*/ 10 h 116"/>
                <a:gd name="T74" fmla="*/ 17 w 76"/>
                <a:gd name="T75" fmla="*/ 10 h 116"/>
                <a:gd name="T76" fmla="*/ 60 w 76"/>
                <a:gd name="T77" fmla="*/ 0 h 116"/>
                <a:gd name="T78" fmla="*/ 60 w 76"/>
                <a:gd name="T79" fmla="*/ 0 h 116"/>
                <a:gd name="T80" fmla="*/ 60 w 76"/>
                <a:gd name="T81" fmla="*/ 0 h 116"/>
                <a:gd name="T82" fmla="*/ 17 w 76"/>
                <a:gd name="T83" fmla="*/ 4 h 116"/>
                <a:gd name="T84" fmla="*/ 17 w 76"/>
                <a:gd name="T85" fmla="*/ 4 h 116"/>
                <a:gd name="T86" fmla="*/ 17 w 76"/>
                <a:gd name="T87" fmla="*/ 4 h 116"/>
                <a:gd name="T88" fmla="*/ 8 w 76"/>
                <a:gd name="T89" fmla="*/ 8 h 116"/>
                <a:gd name="T90" fmla="*/ 2 w 76"/>
                <a:gd name="T91" fmla="*/ 22 h 116"/>
                <a:gd name="T92" fmla="*/ 0 w 76"/>
                <a:gd name="T93" fmla="*/ 39 h 116"/>
                <a:gd name="T94" fmla="*/ 2 w 76"/>
                <a:gd name="T95" fmla="*/ 61 h 116"/>
                <a:gd name="T96" fmla="*/ 9 w 76"/>
                <a:gd name="T97" fmla="*/ 81 h 116"/>
                <a:gd name="T98" fmla="*/ 15 w 76"/>
                <a:gd name="T99" fmla="*/ 88 h 116"/>
                <a:gd name="T100" fmla="*/ 16 w 76"/>
                <a:gd name="T101" fmla="*/ 89 h 116"/>
                <a:gd name="T102" fmla="*/ 38 w 76"/>
                <a:gd name="T103" fmla="*/ 90 h 116"/>
                <a:gd name="T104" fmla="*/ 26 w 76"/>
                <a:gd name="T105" fmla="*/ 116 h 116"/>
                <a:gd name="T106" fmla="*/ 56 w 76"/>
                <a:gd name="T107" fmla="*/ 90 h 116"/>
                <a:gd name="T108" fmla="*/ 73 w 76"/>
                <a:gd name="T109" fmla="*/ 85 h 116"/>
                <a:gd name="T110" fmla="*/ 76 w 76"/>
                <a:gd name="T111" fmla="*/ 81 h 116"/>
                <a:gd name="T112" fmla="*/ 76 w 76"/>
                <a:gd name="T113" fmla="*/ 77 h 116"/>
                <a:gd name="T114" fmla="*/ 76 w 76"/>
                <a:gd name="T115" fmla="*/ 76 h 116"/>
                <a:gd name="T116" fmla="*/ 76 w 76"/>
                <a:gd name="T117" fmla="*/ 28 h 116"/>
                <a:gd name="T118" fmla="*/ 69 w 76"/>
                <a:gd name="T119" fmla="*/ 4 h 116"/>
                <a:gd name="T120" fmla="*/ 64 w 76"/>
                <a:gd name="T121" fmla="*/ 1 h 116"/>
                <a:gd name="T122" fmla="*/ 60 w 76"/>
                <a:gd name="T1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116">
                  <a:moveTo>
                    <a:pt x="17" y="4"/>
                  </a:moveTo>
                  <a:cubicBezTo>
                    <a:pt x="16" y="4"/>
                    <a:pt x="16" y="4"/>
                    <a:pt x="16" y="4"/>
                  </a:cubicBezTo>
                  <a:cubicBezTo>
                    <a:pt x="17" y="4"/>
                    <a:pt x="17" y="4"/>
                    <a:pt x="17" y="4"/>
                  </a:cubicBezTo>
                  <a:cubicBezTo>
                    <a:pt x="17" y="4"/>
                    <a:pt x="17" y="4"/>
                    <a:pt x="17" y="4"/>
                  </a:cubicBezTo>
                  <a:moveTo>
                    <a:pt x="17" y="4"/>
                  </a:moveTo>
                  <a:cubicBezTo>
                    <a:pt x="17" y="4"/>
                    <a:pt x="17" y="4"/>
                    <a:pt x="17" y="4"/>
                  </a:cubicBezTo>
                  <a:cubicBezTo>
                    <a:pt x="17" y="4"/>
                    <a:pt x="17" y="4"/>
                    <a:pt x="17" y="4"/>
                  </a:cubicBezTo>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7" y="4"/>
                    <a:pt x="17" y="4"/>
                    <a:pt x="17" y="4"/>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3" name="Freeform 334">
              <a:extLst>
                <a:ext uri="{FF2B5EF4-FFF2-40B4-BE49-F238E27FC236}">
                  <a16:creationId xmlns:a16="http://schemas.microsoft.com/office/drawing/2014/main" id="{83BC034A-9246-432D-8B54-9E4C8FC0B7F0}"/>
                </a:ext>
              </a:extLst>
            </p:cNvPr>
            <p:cNvSpPr>
              <a:spLocks noEditPoints="1"/>
            </p:cNvSpPr>
            <p:nvPr userDrawn="1"/>
          </p:nvSpPr>
          <p:spPr bwMode="auto">
            <a:xfrm>
              <a:off x="3877608" y="121919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4" name="Freeform 335">
              <a:extLst>
                <a:ext uri="{FF2B5EF4-FFF2-40B4-BE49-F238E27FC236}">
                  <a16:creationId xmlns:a16="http://schemas.microsoft.com/office/drawing/2014/main" id="{6CF072F0-BA52-4632-B5B5-CB56DDA3F41C}"/>
                </a:ext>
              </a:extLst>
            </p:cNvPr>
            <p:cNvSpPr>
              <a:spLocks noEditPoints="1"/>
            </p:cNvSpPr>
            <p:nvPr userDrawn="1"/>
          </p:nvSpPr>
          <p:spPr bwMode="auto">
            <a:xfrm>
              <a:off x="3064809" y="1161000"/>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7 w 167"/>
                <a:gd name="T69" fmla="*/ 16 h 247"/>
                <a:gd name="T70" fmla="*/ 4 w 167"/>
                <a:gd name="T71" fmla="*/ 47 h 247"/>
                <a:gd name="T72" fmla="*/ 0 w 167"/>
                <a:gd name="T73" fmla="*/ 86 h 247"/>
                <a:gd name="T74" fmla="*/ 4 w 167"/>
                <a:gd name="T75" fmla="*/ 135 h 247"/>
                <a:gd name="T76" fmla="*/ 19 w 167"/>
                <a:gd name="T77" fmla="*/ 180 h 247"/>
                <a:gd name="T78" fmla="*/ 33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6 w 167"/>
                <a:gd name="T91" fmla="*/ 179 h 247"/>
                <a:gd name="T92" fmla="*/ 167 w 167"/>
                <a:gd name="T93" fmla="*/ 172 h 247"/>
                <a:gd name="T94" fmla="*/ 167 w 167"/>
                <a:gd name="T95" fmla="*/ 170 h 247"/>
                <a:gd name="T96" fmla="*/ 167 w 167"/>
                <a:gd name="T97" fmla="*/ 60 h 247"/>
                <a:gd name="T98" fmla="*/ 152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5" name="Freeform 336">
              <a:extLst>
                <a:ext uri="{FF2B5EF4-FFF2-40B4-BE49-F238E27FC236}">
                  <a16:creationId xmlns:a16="http://schemas.microsoft.com/office/drawing/2014/main" id="{642F5AAC-635A-4F16-AEEE-C85E75EB0D4A}"/>
                </a:ext>
              </a:extLst>
            </p:cNvPr>
            <p:cNvSpPr>
              <a:spLocks noEditPoints="1"/>
            </p:cNvSpPr>
            <p:nvPr userDrawn="1"/>
          </p:nvSpPr>
          <p:spPr bwMode="auto">
            <a:xfrm>
              <a:off x="3929788" y="1353663"/>
              <a:ext cx="367266" cy="148512"/>
            </a:xfrm>
            <a:custGeom>
              <a:avLst/>
              <a:gdLst>
                <a:gd name="T0" fmla="*/ 67 w 244"/>
                <a:gd name="T1" fmla="*/ 51 h 98"/>
                <a:gd name="T2" fmla="*/ 67 w 244"/>
                <a:gd name="T3" fmla="*/ 51 h 98"/>
                <a:gd name="T4" fmla="*/ 67 w 244"/>
                <a:gd name="T5" fmla="*/ 51 h 98"/>
                <a:gd name="T6" fmla="*/ 67 w 244"/>
                <a:gd name="T7" fmla="*/ 51 h 98"/>
                <a:gd name="T8" fmla="*/ 234 w 244"/>
                <a:gd name="T9" fmla="*/ 70 h 98"/>
                <a:gd name="T10" fmla="*/ 234 w 244"/>
                <a:gd name="T11" fmla="*/ 70 h 98"/>
                <a:gd name="T12" fmla="*/ 234 w 244"/>
                <a:gd name="T13" fmla="*/ 70 h 98"/>
                <a:gd name="T14" fmla="*/ 234 w 244"/>
                <a:gd name="T15" fmla="*/ 70 h 98"/>
                <a:gd name="T16" fmla="*/ 73 w 244"/>
                <a:gd name="T17" fmla="*/ 23 h 98"/>
                <a:gd name="T18" fmla="*/ 156 w 244"/>
                <a:gd name="T19" fmla="*/ 6 h 98"/>
                <a:gd name="T20" fmla="*/ 221 w 244"/>
                <a:gd name="T21" fmla="*/ 13 h 98"/>
                <a:gd name="T22" fmla="*/ 230 w 244"/>
                <a:gd name="T23" fmla="*/ 19 h 98"/>
                <a:gd name="T24" fmla="*/ 238 w 244"/>
                <a:gd name="T25" fmla="*/ 44 h 98"/>
                <a:gd name="T26" fmla="*/ 234 w 244"/>
                <a:gd name="T27" fmla="*/ 71 h 98"/>
                <a:gd name="T28" fmla="*/ 233 w 244"/>
                <a:gd name="T29" fmla="*/ 71 h 98"/>
                <a:gd name="T30" fmla="*/ 157 w 244"/>
                <a:gd name="T31" fmla="*/ 92 h 98"/>
                <a:gd name="T32" fmla="*/ 151 w 244"/>
                <a:gd name="T33" fmla="*/ 92 h 98"/>
                <a:gd name="T34" fmla="*/ 151 w 244"/>
                <a:gd name="T35" fmla="*/ 92 h 98"/>
                <a:gd name="T36" fmla="*/ 151 w 244"/>
                <a:gd name="T37" fmla="*/ 92 h 98"/>
                <a:gd name="T38" fmla="*/ 150 w 244"/>
                <a:gd name="T39" fmla="*/ 92 h 98"/>
                <a:gd name="T40" fmla="*/ 136 w 244"/>
                <a:gd name="T41" fmla="*/ 92 h 98"/>
                <a:gd name="T42" fmla="*/ 136 w 244"/>
                <a:gd name="T43" fmla="*/ 92 h 98"/>
                <a:gd name="T44" fmla="*/ 38 w 244"/>
                <a:gd name="T45" fmla="*/ 79 h 98"/>
                <a:gd name="T46" fmla="*/ 67 w 244"/>
                <a:gd name="T47" fmla="*/ 78 h 98"/>
                <a:gd name="T48" fmla="*/ 68 w 244"/>
                <a:gd name="T49" fmla="*/ 78 h 98"/>
                <a:gd name="T50" fmla="*/ 73 w 244"/>
                <a:gd name="T51" fmla="*/ 76 h 98"/>
                <a:gd name="T52" fmla="*/ 76 w 244"/>
                <a:gd name="T53" fmla="*/ 72 h 98"/>
                <a:gd name="T54" fmla="*/ 78 w 244"/>
                <a:gd name="T55" fmla="*/ 65 h 98"/>
                <a:gd name="T56" fmla="*/ 73 w 244"/>
                <a:gd name="T57" fmla="*/ 48 h 98"/>
                <a:gd name="T58" fmla="*/ 73 w 244"/>
                <a:gd name="T59" fmla="*/ 48 h 98"/>
                <a:gd name="T60" fmla="*/ 73 w 244"/>
                <a:gd name="T61" fmla="*/ 48 h 98"/>
                <a:gd name="T62" fmla="*/ 69 w 244"/>
                <a:gd name="T63" fmla="*/ 34 h 98"/>
                <a:gd name="T64" fmla="*/ 73 w 244"/>
                <a:gd name="T65" fmla="*/ 23 h 98"/>
                <a:gd name="T66" fmla="*/ 156 w 244"/>
                <a:gd name="T67" fmla="*/ 0 h 98"/>
                <a:gd name="T68" fmla="*/ 69 w 244"/>
                <a:gd name="T69" fmla="*/ 18 h 98"/>
                <a:gd name="T70" fmla="*/ 69 w 244"/>
                <a:gd name="T71" fmla="*/ 18 h 98"/>
                <a:gd name="T72" fmla="*/ 68 w 244"/>
                <a:gd name="T73" fmla="*/ 19 h 98"/>
                <a:gd name="T74" fmla="*/ 63 w 244"/>
                <a:gd name="T75" fmla="*/ 34 h 98"/>
                <a:gd name="T76" fmla="*/ 67 w 244"/>
                <a:gd name="T77" fmla="*/ 51 h 98"/>
                <a:gd name="T78" fmla="*/ 72 w 244"/>
                <a:gd name="T79" fmla="*/ 65 h 98"/>
                <a:gd name="T80" fmla="*/ 71 w 244"/>
                <a:gd name="T81" fmla="*/ 69 h 98"/>
                <a:gd name="T82" fmla="*/ 68 w 244"/>
                <a:gd name="T83" fmla="*/ 72 h 98"/>
                <a:gd name="T84" fmla="*/ 67 w 244"/>
                <a:gd name="T85" fmla="*/ 72 h 98"/>
                <a:gd name="T86" fmla="*/ 67 w 244"/>
                <a:gd name="T87" fmla="*/ 72 h 98"/>
                <a:gd name="T88" fmla="*/ 0 w 244"/>
                <a:gd name="T89" fmla="*/ 74 h 98"/>
                <a:gd name="T90" fmla="*/ 17 w 244"/>
                <a:gd name="T91" fmla="*/ 79 h 98"/>
                <a:gd name="T92" fmla="*/ 136 w 244"/>
                <a:gd name="T93" fmla="*/ 98 h 98"/>
                <a:gd name="T94" fmla="*/ 151 w 244"/>
                <a:gd name="T95" fmla="*/ 98 h 98"/>
                <a:gd name="T96" fmla="*/ 157 w 244"/>
                <a:gd name="T97" fmla="*/ 98 h 98"/>
                <a:gd name="T98" fmla="*/ 222 w 244"/>
                <a:gd name="T99" fmla="*/ 86 h 98"/>
                <a:gd name="T100" fmla="*/ 239 w 244"/>
                <a:gd name="T101" fmla="*/ 74 h 98"/>
                <a:gd name="T102" fmla="*/ 239 w 244"/>
                <a:gd name="T103" fmla="*/ 73 h 98"/>
                <a:gd name="T104" fmla="*/ 239 w 244"/>
                <a:gd name="T105" fmla="*/ 73 h 98"/>
                <a:gd name="T106" fmla="*/ 244 w 244"/>
                <a:gd name="T107" fmla="*/ 44 h 98"/>
                <a:gd name="T108" fmla="*/ 234 w 244"/>
                <a:gd name="T109" fmla="*/ 14 h 98"/>
                <a:gd name="T110" fmla="*/ 223 w 244"/>
                <a:gd name="T111" fmla="*/ 7 h 98"/>
                <a:gd name="T112" fmla="*/ 222 w 244"/>
                <a:gd name="T113" fmla="*/ 7 h 98"/>
                <a:gd name="T114" fmla="*/ 222 w 244"/>
                <a:gd name="T115" fmla="*/ 7 h 98"/>
                <a:gd name="T116" fmla="*/ 156 w 244"/>
                <a:gd name="T1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98">
                  <a:moveTo>
                    <a:pt x="67" y="51"/>
                  </a:moveTo>
                  <a:cubicBezTo>
                    <a:pt x="67" y="51"/>
                    <a:pt x="67" y="51"/>
                    <a:pt x="67" y="51"/>
                  </a:cubicBezTo>
                  <a:cubicBezTo>
                    <a:pt x="67" y="51"/>
                    <a:pt x="67" y="51"/>
                    <a:pt x="67" y="51"/>
                  </a:cubicBezTo>
                  <a:cubicBezTo>
                    <a:pt x="67" y="51"/>
                    <a:pt x="67" y="51"/>
                    <a:pt x="67" y="51"/>
                  </a:cubicBezTo>
                  <a:moveTo>
                    <a:pt x="234" y="70"/>
                  </a:moveTo>
                  <a:cubicBezTo>
                    <a:pt x="234" y="70"/>
                    <a:pt x="234" y="70"/>
                    <a:pt x="234" y="70"/>
                  </a:cubicBezTo>
                  <a:cubicBezTo>
                    <a:pt x="234" y="70"/>
                    <a:pt x="234" y="70"/>
                    <a:pt x="234" y="70"/>
                  </a:cubicBezTo>
                  <a:cubicBezTo>
                    <a:pt x="234" y="70"/>
                    <a:pt x="234" y="70"/>
                    <a:pt x="234" y="70"/>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6" name="Freeform 337">
              <a:extLst>
                <a:ext uri="{FF2B5EF4-FFF2-40B4-BE49-F238E27FC236}">
                  <a16:creationId xmlns:a16="http://schemas.microsoft.com/office/drawing/2014/main" id="{55C720FA-CC3D-4373-B36D-3726614FDB55}"/>
                </a:ext>
              </a:extLst>
            </p:cNvPr>
            <p:cNvSpPr>
              <a:spLocks noEditPoints="1"/>
            </p:cNvSpPr>
            <p:nvPr userDrawn="1"/>
          </p:nvSpPr>
          <p:spPr bwMode="auto">
            <a:xfrm>
              <a:off x="4939266" y="731520"/>
              <a:ext cx="297023" cy="118408"/>
            </a:xfrm>
            <a:custGeom>
              <a:avLst/>
              <a:gdLst>
                <a:gd name="T0" fmla="*/ 142 w 198"/>
                <a:gd name="T1" fmla="*/ 41 h 79"/>
                <a:gd name="T2" fmla="*/ 142 w 198"/>
                <a:gd name="T3" fmla="*/ 41 h 79"/>
                <a:gd name="T4" fmla="*/ 19 w 198"/>
                <a:gd name="T5" fmla="*/ 10 h 79"/>
                <a:gd name="T6" fmla="*/ 71 w 198"/>
                <a:gd name="T7" fmla="*/ 6 h 79"/>
                <a:gd name="T8" fmla="*/ 133 w 198"/>
                <a:gd name="T9" fmla="*/ 17 h 79"/>
                <a:gd name="T10" fmla="*/ 136 w 198"/>
                <a:gd name="T11" fmla="*/ 19 h 79"/>
                <a:gd name="T12" fmla="*/ 138 w 198"/>
                <a:gd name="T13" fmla="*/ 35 h 79"/>
                <a:gd name="T14" fmla="*/ 136 w 198"/>
                <a:gd name="T15" fmla="*/ 38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1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1 w 198"/>
                <a:gd name="T67" fmla="*/ 14 h 79"/>
                <a:gd name="T68" fmla="*/ 138 w 198"/>
                <a:gd name="T69" fmla="*/ 17 h 79"/>
                <a:gd name="T70" fmla="*/ 138 w 198"/>
                <a:gd name="T71" fmla="*/ 17 h 79"/>
                <a:gd name="T72" fmla="*/ 71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7" name="Freeform 338">
              <a:extLst>
                <a:ext uri="{FF2B5EF4-FFF2-40B4-BE49-F238E27FC236}">
                  <a16:creationId xmlns:a16="http://schemas.microsoft.com/office/drawing/2014/main" id="{492B5744-20A0-4DB1-9AE6-11EA417A312F}"/>
                </a:ext>
              </a:extLst>
            </p:cNvPr>
            <p:cNvSpPr>
              <a:spLocks noEditPoints="1"/>
            </p:cNvSpPr>
            <p:nvPr userDrawn="1"/>
          </p:nvSpPr>
          <p:spPr bwMode="auto">
            <a:xfrm>
              <a:off x="3369860" y="-2217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6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3"/>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8" name="Freeform 339">
              <a:extLst>
                <a:ext uri="{FF2B5EF4-FFF2-40B4-BE49-F238E27FC236}">
                  <a16:creationId xmlns:a16="http://schemas.microsoft.com/office/drawing/2014/main" id="{E717CD67-CAAE-415E-B4A3-992BADBAE7AE}"/>
                </a:ext>
              </a:extLst>
            </p:cNvPr>
            <p:cNvSpPr>
              <a:spLocks noEditPoints="1"/>
            </p:cNvSpPr>
            <p:nvPr userDrawn="1"/>
          </p:nvSpPr>
          <p:spPr bwMode="auto">
            <a:xfrm>
              <a:off x="3036712" y="958301"/>
              <a:ext cx="415432" cy="170588"/>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6 w 276"/>
                <a:gd name="T13" fmla="*/ 54 h 112"/>
                <a:gd name="T14" fmla="*/ 191 w 276"/>
                <a:gd name="T15" fmla="*/ 82 h 112"/>
                <a:gd name="T16" fmla="*/ 201 w 276"/>
                <a:gd name="T17" fmla="*/ 88 h 112"/>
                <a:gd name="T18" fmla="*/ 239 w 276"/>
                <a:gd name="T19" fmla="*/ 89 h 112"/>
                <a:gd name="T20" fmla="*/ 110 w 276"/>
                <a:gd name="T21" fmla="*/ 105 h 112"/>
                <a:gd name="T22" fmla="*/ 106 w 276"/>
                <a:gd name="T23" fmla="*/ 105 h 112"/>
                <a:gd name="T24" fmla="*/ 105 w 276"/>
                <a:gd name="T25" fmla="*/ 105 h 112"/>
                <a:gd name="T26" fmla="*/ 27 w 276"/>
                <a:gd name="T27" fmla="*/ 92 h 112"/>
                <a:gd name="T28" fmla="*/ 11 w 276"/>
                <a:gd name="T29" fmla="*/ 81 h 112"/>
                <a:gd name="T30" fmla="*/ 6 w 276"/>
                <a:gd name="T31" fmla="*/ 50 h 112"/>
                <a:gd name="T32" fmla="*/ 23 w 276"/>
                <a:gd name="T33" fmla="*/ 15 h 112"/>
                <a:gd name="T34" fmla="*/ 25 w 276"/>
                <a:gd name="T35" fmla="*/ 14 h 112"/>
                <a:gd name="T36" fmla="*/ 100 w 276"/>
                <a:gd name="T37" fmla="*/ 0 h 112"/>
                <a:gd name="T38" fmla="*/ 24 w 276"/>
                <a:gd name="T39" fmla="*/ 8 h 112"/>
                <a:gd name="T40" fmla="*/ 24 w 276"/>
                <a:gd name="T41" fmla="*/ 8 h 112"/>
                <a:gd name="T42" fmla="*/ 22 w 276"/>
                <a:gd name="T43" fmla="*/ 9 h 112"/>
                <a:gd name="T44" fmla="*/ 12 w 276"/>
                <a:gd name="T45" fmla="*/ 16 h 112"/>
                <a:gd name="T46" fmla="*/ 5 w 276"/>
                <a:gd name="T47" fmla="*/ 82 h 112"/>
                <a:gd name="T48" fmla="*/ 5 w 276"/>
                <a:gd name="T49" fmla="*/ 83 h 112"/>
                <a:gd name="T50" fmla="*/ 99 w 276"/>
                <a:gd name="T51" fmla="*/ 111 h 112"/>
                <a:gd name="T52" fmla="*/ 105 w 276"/>
                <a:gd name="T53" fmla="*/ 111 h 112"/>
                <a:gd name="T54" fmla="*/ 259 w 276"/>
                <a:gd name="T55" fmla="*/ 90 h 112"/>
                <a:gd name="T56" fmla="*/ 202 w 276"/>
                <a:gd name="T57" fmla="*/ 82 h 112"/>
                <a:gd name="T58" fmla="*/ 198 w 276"/>
                <a:gd name="T59" fmla="*/ 80 h 112"/>
                <a:gd name="T60" fmla="*/ 201 w 276"/>
                <a:gd name="T61" fmla="*/ 57 h 112"/>
                <a:gd name="T62" fmla="*/ 206 w 276"/>
                <a:gd name="T63" fmla="*/ 38 h 112"/>
                <a:gd name="T64" fmla="*/ 200 w 276"/>
                <a:gd name="T65" fmla="*/ 21 h 112"/>
                <a:gd name="T66" fmla="*/ 198 w 276"/>
                <a:gd name="T67" fmla="*/ 23 h 112"/>
                <a:gd name="T68" fmla="*/ 198 w 276"/>
                <a:gd name="T69" fmla="*/ 23 h 112"/>
                <a:gd name="T70" fmla="*/ 100 w 276"/>
                <a:gd name="T7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7"/>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9" name="Freeform 340">
              <a:extLst>
                <a:ext uri="{FF2B5EF4-FFF2-40B4-BE49-F238E27FC236}">
                  <a16:creationId xmlns:a16="http://schemas.microsoft.com/office/drawing/2014/main" id="{BFB40A0B-4514-4A46-9108-A7BCB9FA0FB5}"/>
                </a:ext>
              </a:extLst>
            </p:cNvPr>
            <p:cNvSpPr>
              <a:spLocks/>
            </p:cNvSpPr>
            <p:nvPr userDrawn="1"/>
          </p:nvSpPr>
          <p:spPr bwMode="auto">
            <a:xfrm>
              <a:off x="3068823" y="972350"/>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0" name="Freeform 341">
              <a:extLst>
                <a:ext uri="{FF2B5EF4-FFF2-40B4-BE49-F238E27FC236}">
                  <a16:creationId xmlns:a16="http://schemas.microsoft.com/office/drawing/2014/main" id="{D1613159-091C-4BEF-B7BC-C327527A6F1A}"/>
                </a:ext>
              </a:extLst>
            </p:cNvPr>
            <p:cNvSpPr>
              <a:spLocks noEditPoints="1"/>
            </p:cNvSpPr>
            <p:nvPr userDrawn="1"/>
          </p:nvSpPr>
          <p:spPr bwMode="auto">
            <a:xfrm>
              <a:off x="3833456" y="976364"/>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2 w 245"/>
                <a:gd name="T107" fmla="*/ 84 h 161"/>
                <a:gd name="T108" fmla="*/ 158 w 245"/>
                <a:gd name="T109" fmla="*/ 73 h 161"/>
                <a:gd name="T110" fmla="*/ 158 w 245"/>
                <a:gd name="T111" fmla="*/ 69 h 161"/>
                <a:gd name="T112" fmla="*/ 157 w 245"/>
                <a:gd name="T113" fmla="*/ 68 h 161"/>
                <a:gd name="T114" fmla="*/ 157 w 245"/>
                <a:gd name="T115" fmla="*/ 68 h 161"/>
                <a:gd name="T116" fmla="*/ 136 w 245"/>
                <a:gd name="T117" fmla="*/ 16 h 161"/>
                <a:gd name="T118" fmla="*/ 136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1" name="Freeform 342">
              <a:extLst>
                <a:ext uri="{FF2B5EF4-FFF2-40B4-BE49-F238E27FC236}">
                  <a16:creationId xmlns:a16="http://schemas.microsoft.com/office/drawing/2014/main" id="{A39B6752-8FEA-4F66-8A9A-FDD65897B2CD}"/>
                </a:ext>
              </a:extLst>
            </p:cNvPr>
            <p:cNvSpPr>
              <a:spLocks/>
            </p:cNvSpPr>
            <p:nvPr userDrawn="1"/>
          </p:nvSpPr>
          <p:spPr bwMode="auto">
            <a:xfrm>
              <a:off x="3857539" y="1018508"/>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2" name="Freeform 343">
              <a:extLst>
                <a:ext uri="{FF2B5EF4-FFF2-40B4-BE49-F238E27FC236}">
                  <a16:creationId xmlns:a16="http://schemas.microsoft.com/office/drawing/2014/main" id="{ADEC803F-69D3-4323-B44C-CCD8AC68A80F}"/>
                </a:ext>
              </a:extLst>
            </p:cNvPr>
            <p:cNvSpPr>
              <a:spLocks noEditPoints="1"/>
            </p:cNvSpPr>
            <p:nvPr userDrawn="1"/>
          </p:nvSpPr>
          <p:spPr bwMode="auto">
            <a:xfrm>
              <a:off x="4206742" y="1460029"/>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7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7"/>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3" name="Freeform 344">
              <a:extLst>
                <a:ext uri="{FF2B5EF4-FFF2-40B4-BE49-F238E27FC236}">
                  <a16:creationId xmlns:a16="http://schemas.microsoft.com/office/drawing/2014/main" id="{387095DC-DC01-4E6E-9186-932249963216}"/>
                </a:ext>
              </a:extLst>
            </p:cNvPr>
            <p:cNvSpPr>
              <a:spLocks noEditPoints="1"/>
            </p:cNvSpPr>
            <p:nvPr userDrawn="1"/>
          </p:nvSpPr>
          <p:spPr bwMode="auto">
            <a:xfrm>
              <a:off x="4549925" y="861969"/>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4" name="Freeform 345">
              <a:extLst>
                <a:ext uri="{FF2B5EF4-FFF2-40B4-BE49-F238E27FC236}">
                  <a16:creationId xmlns:a16="http://schemas.microsoft.com/office/drawing/2014/main" id="{C2FA2E88-B0DE-44FE-86B0-0938AB5461AC}"/>
                </a:ext>
              </a:extLst>
            </p:cNvPr>
            <p:cNvSpPr>
              <a:spLocks noEditPoints="1"/>
            </p:cNvSpPr>
            <p:nvPr userDrawn="1"/>
          </p:nvSpPr>
          <p:spPr bwMode="auto">
            <a:xfrm>
              <a:off x="5521270" y="1233248"/>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27 w 170"/>
                <a:gd name="T31" fmla="*/ 82 h 132"/>
                <a:gd name="T32" fmla="*/ 8 w 170"/>
                <a:gd name="T33" fmla="*/ 45 h 132"/>
                <a:gd name="T34" fmla="*/ 8 w 170"/>
                <a:gd name="T35" fmla="*/ 45 h 132"/>
                <a:gd name="T36" fmla="*/ 8 w 170"/>
                <a:gd name="T37" fmla="*/ 44 h 132"/>
                <a:gd name="T38" fmla="*/ 8 w 170"/>
                <a:gd name="T39" fmla="*/ 44 h 132"/>
                <a:gd name="T40" fmla="*/ 6 w 170"/>
                <a:gd name="T41" fmla="*/ 33 h 132"/>
                <a:gd name="T42" fmla="*/ 10 w 170"/>
                <a:gd name="T43" fmla="*/ 18 h 132"/>
                <a:gd name="T44" fmla="*/ 27 w 170"/>
                <a:gd name="T45" fmla="*/ 7 h 132"/>
                <a:gd name="T46" fmla="*/ 109 w 170"/>
                <a:gd name="T47" fmla="*/ 0 h 132"/>
                <a:gd name="T48" fmla="*/ 27 w 170"/>
                <a:gd name="T49" fmla="*/ 1 h 132"/>
                <a:gd name="T50" fmla="*/ 27 w 170"/>
                <a:gd name="T51" fmla="*/ 1 h 132"/>
                <a:gd name="T52" fmla="*/ 26 w 170"/>
                <a:gd name="T53" fmla="*/ 2 h 132"/>
                <a:gd name="T54" fmla="*/ 5 w 170"/>
                <a:gd name="T55" fmla="*/ 15 h 132"/>
                <a:gd name="T56" fmla="*/ 0 w 170"/>
                <a:gd name="T57" fmla="*/ 33 h 132"/>
                <a:gd name="T58" fmla="*/ 2 w 170"/>
                <a:gd name="T59" fmla="*/ 46 h 132"/>
                <a:gd name="T60" fmla="*/ 24 w 170"/>
                <a:gd name="T61" fmla="*/ 87 h 132"/>
                <a:gd name="T62" fmla="*/ 37 w 170"/>
                <a:gd name="T63" fmla="*/ 93 h 132"/>
                <a:gd name="T64" fmla="*/ 43 w 170"/>
                <a:gd name="T65" fmla="*/ 132 h 132"/>
                <a:gd name="T66" fmla="*/ 44 w 170"/>
                <a:gd name="T67" fmla="*/ 132 h 132"/>
                <a:gd name="T68" fmla="*/ 56 w 170"/>
                <a:gd name="T69" fmla="*/ 94 h 132"/>
                <a:gd name="T70" fmla="*/ 125 w 170"/>
                <a:gd name="T71" fmla="*/ 94 h 132"/>
                <a:gd name="T72" fmla="*/ 126 w 170"/>
                <a:gd name="T73" fmla="*/ 94 h 132"/>
                <a:gd name="T74" fmla="*/ 160 w 170"/>
                <a:gd name="T75" fmla="*/ 68 h 132"/>
                <a:gd name="T76" fmla="*/ 170 w 170"/>
                <a:gd name="T77" fmla="*/ 42 h 132"/>
                <a:gd name="T78" fmla="*/ 162 w 170"/>
                <a:gd name="T79" fmla="*/ 17 h 132"/>
                <a:gd name="T80" fmla="*/ 162 w 170"/>
                <a:gd name="T81" fmla="*/ 17 h 132"/>
                <a:gd name="T82" fmla="*/ 160 w 170"/>
                <a:gd name="T83" fmla="*/ 15 h 132"/>
                <a:gd name="T84" fmla="*/ 160 w 170"/>
                <a:gd name="T85" fmla="*/ 14 h 132"/>
                <a:gd name="T86" fmla="*/ 160 w 170"/>
                <a:gd name="T87" fmla="*/ 14 h 132"/>
                <a:gd name="T88" fmla="*/ 152 w 170"/>
                <a:gd name="T89" fmla="*/ 6 h 132"/>
                <a:gd name="T90" fmla="*/ 144 w 170"/>
                <a:gd name="T91" fmla="*/ 2 h 132"/>
                <a:gd name="T92" fmla="*/ 139 w 170"/>
                <a:gd name="T93" fmla="*/ 1 h 132"/>
                <a:gd name="T94" fmla="*/ 109 w 170"/>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5" name="Freeform 346">
              <a:extLst>
                <a:ext uri="{FF2B5EF4-FFF2-40B4-BE49-F238E27FC236}">
                  <a16:creationId xmlns:a16="http://schemas.microsoft.com/office/drawing/2014/main" id="{8695287D-6D8D-45AE-AFFD-ACCE79C14866}"/>
                </a:ext>
              </a:extLst>
            </p:cNvPr>
            <p:cNvSpPr>
              <a:spLocks/>
            </p:cNvSpPr>
            <p:nvPr userDrawn="1"/>
          </p:nvSpPr>
          <p:spPr bwMode="auto">
            <a:xfrm>
              <a:off x="5585492"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6" name="Freeform 347">
              <a:extLst>
                <a:ext uri="{FF2B5EF4-FFF2-40B4-BE49-F238E27FC236}">
                  <a16:creationId xmlns:a16="http://schemas.microsoft.com/office/drawing/2014/main" id="{C050BD60-7C93-4F91-8F44-9B829AFC650C}"/>
                </a:ext>
              </a:extLst>
            </p:cNvPr>
            <p:cNvSpPr>
              <a:spLocks noEditPoints="1"/>
            </p:cNvSpPr>
            <p:nvPr userDrawn="1"/>
          </p:nvSpPr>
          <p:spPr bwMode="auto">
            <a:xfrm>
              <a:off x="4272971" y="5018"/>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0 w 188"/>
                <a:gd name="T89" fmla="*/ 56 h 162"/>
                <a:gd name="T90" fmla="*/ 157 w 188"/>
                <a:gd name="T91" fmla="*/ 21 h 162"/>
                <a:gd name="T92" fmla="*/ 99 w 188"/>
                <a:gd name="T93" fmla="*/ 13 h 162"/>
                <a:gd name="T94" fmla="*/ 77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5"/>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8"/>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7" name="Freeform 348">
              <a:extLst>
                <a:ext uri="{FF2B5EF4-FFF2-40B4-BE49-F238E27FC236}">
                  <a16:creationId xmlns:a16="http://schemas.microsoft.com/office/drawing/2014/main" id="{A26B33CB-EFB6-4DF1-B5C3-F254853456A6}"/>
                </a:ext>
              </a:extLst>
            </p:cNvPr>
            <p:cNvSpPr>
              <a:spLocks noEditPoints="1"/>
            </p:cNvSpPr>
            <p:nvPr userDrawn="1"/>
          </p:nvSpPr>
          <p:spPr bwMode="auto">
            <a:xfrm>
              <a:off x="4983418" y="47162"/>
              <a:ext cx="282975" cy="242837"/>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5 h 162"/>
                <a:gd name="T84" fmla="*/ 44 w 188"/>
                <a:gd name="T85" fmla="*/ 137 h 162"/>
                <a:gd name="T86" fmla="*/ 65 w 188"/>
                <a:gd name="T87" fmla="*/ 146 h 162"/>
                <a:gd name="T88" fmla="*/ 78 w 188"/>
                <a:gd name="T89" fmla="*/ 140 h 162"/>
                <a:gd name="T90" fmla="*/ 78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8 w 188"/>
                <a:gd name="T105" fmla="*/ 115 h 162"/>
                <a:gd name="T106" fmla="*/ 186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6"/>
                    <a:pt x="169" y="56"/>
                    <a:pt x="169" y="56"/>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8" name="Freeform 349">
              <a:extLst>
                <a:ext uri="{FF2B5EF4-FFF2-40B4-BE49-F238E27FC236}">
                  <a16:creationId xmlns:a16="http://schemas.microsoft.com/office/drawing/2014/main" id="{ED708C1D-F203-4EB8-A4CF-0D45B3E6428A}"/>
                </a:ext>
              </a:extLst>
            </p:cNvPr>
            <p:cNvSpPr>
              <a:spLocks noEditPoints="1"/>
            </p:cNvSpPr>
            <p:nvPr userDrawn="1"/>
          </p:nvSpPr>
          <p:spPr bwMode="auto">
            <a:xfrm>
              <a:off x="4413455" y="1144944"/>
              <a:ext cx="282975" cy="242837"/>
            </a:xfrm>
            <a:custGeom>
              <a:avLst/>
              <a:gdLst>
                <a:gd name="T0" fmla="*/ 167 w 188"/>
                <a:gd name="T1" fmla="*/ 112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0 h 162"/>
                <a:gd name="T20" fmla="*/ 159 w 188"/>
                <a:gd name="T21" fmla="*/ 110 h 162"/>
                <a:gd name="T22" fmla="*/ 142 w 188"/>
                <a:gd name="T23" fmla="*/ 122 h 162"/>
                <a:gd name="T24" fmla="*/ 113 w 188"/>
                <a:gd name="T25" fmla="*/ 148 h 162"/>
                <a:gd name="T26" fmla="*/ 99 w 188"/>
                <a:gd name="T27" fmla="*/ 145 h 162"/>
                <a:gd name="T28" fmla="*/ 81 w 188"/>
                <a:gd name="T29" fmla="*/ 131 h 162"/>
                <a:gd name="T30" fmla="*/ 77 w 188"/>
                <a:gd name="T31" fmla="*/ 132 h 162"/>
                <a:gd name="T32" fmla="*/ 65 w 188"/>
                <a:gd name="T33" fmla="*/ 139 h 162"/>
                <a:gd name="T34" fmla="*/ 49 w 188"/>
                <a:gd name="T35" fmla="*/ 133 h 162"/>
                <a:gd name="T36" fmla="*/ 48 w 188"/>
                <a:gd name="T37" fmla="*/ 115 h 162"/>
                <a:gd name="T38" fmla="*/ 16 w 188"/>
                <a:gd name="T39" fmla="*/ 144 h 162"/>
                <a:gd name="T40" fmla="*/ 28 w 188"/>
                <a:gd name="T41" fmla="*/ 97 h 162"/>
                <a:gd name="T42" fmla="*/ 8 w 188"/>
                <a:gd name="T43" fmla="*/ 84 h 162"/>
                <a:gd name="T44" fmla="*/ 10 w 188"/>
                <a:gd name="T45" fmla="*/ 64 h 162"/>
                <a:gd name="T46" fmla="*/ 18 w 188"/>
                <a:gd name="T47" fmla="*/ 64 h 162"/>
                <a:gd name="T48" fmla="*/ 32 w 188"/>
                <a:gd name="T49" fmla="*/ 40 h 162"/>
                <a:gd name="T50" fmla="*/ 53 w 188"/>
                <a:gd name="T51" fmla="*/ 12 h 162"/>
                <a:gd name="T52" fmla="*/ 85 w 188"/>
                <a:gd name="T53" fmla="*/ 17 h 162"/>
                <a:gd name="T54" fmla="*/ 94 w 188"/>
                <a:gd name="T55" fmla="*/ 24 h 162"/>
                <a:gd name="T56" fmla="*/ 98 w 188"/>
                <a:gd name="T57" fmla="*/ 28 h 162"/>
                <a:gd name="T58" fmla="*/ 105 w 188"/>
                <a:gd name="T59" fmla="*/ 1 h 162"/>
                <a:gd name="T60" fmla="*/ 89 w 188"/>
                <a:gd name="T61" fmla="*/ 12 h 162"/>
                <a:gd name="T62" fmla="*/ 50 w 188"/>
                <a:gd name="T63" fmla="*/ 7 h 162"/>
                <a:gd name="T64" fmla="*/ 27 w 188"/>
                <a:gd name="T65" fmla="*/ 44 h 162"/>
                <a:gd name="T66" fmla="*/ 18 w 188"/>
                <a:gd name="T67" fmla="*/ 58 h 162"/>
                <a:gd name="T68" fmla="*/ 13 w 188"/>
                <a:gd name="T69" fmla="*/ 57 h 162"/>
                <a:gd name="T70" fmla="*/ 0 w 188"/>
                <a:gd name="T71" fmla="*/ 75 h 162"/>
                <a:gd name="T72" fmla="*/ 15 w 188"/>
                <a:gd name="T73" fmla="*/ 98 h 162"/>
                <a:gd name="T74" fmla="*/ 23 w 188"/>
                <a:gd name="T75" fmla="*/ 123 h 162"/>
                <a:gd name="T76" fmla="*/ 1 w 188"/>
                <a:gd name="T77" fmla="*/ 157 h 162"/>
                <a:gd name="T78" fmla="*/ 0 w 188"/>
                <a:gd name="T79" fmla="*/ 159 h 162"/>
                <a:gd name="T80" fmla="*/ 3 w 188"/>
                <a:gd name="T81" fmla="*/ 162 h 162"/>
                <a:gd name="T82" fmla="*/ 15 w 188"/>
                <a:gd name="T83" fmla="*/ 155 h 162"/>
                <a:gd name="T84" fmla="*/ 44 w 188"/>
                <a:gd name="T85" fmla="*/ 124 h 162"/>
                <a:gd name="T86" fmla="*/ 44 w 188"/>
                <a:gd name="T87" fmla="*/ 137 h 162"/>
                <a:gd name="T88" fmla="*/ 65 w 188"/>
                <a:gd name="T89" fmla="*/ 145 h 162"/>
                <a:gd name="T90" fmla="*/ 78 w 188"/>
                <a:gd name="T91" fmla="*/ 139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2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9" name="Freeform 350">
              <a:extLst>
                <a:ext uri="{FF2B5EF4-FFF2-40B4-BE49-F238E27FC236}">
                  <a16:creationId xmlns:a16="http://schemas.microsoft.com/office/drawing/2014/main" id="{E69083D5-97EC-4067-A4E8-280E2E04BF3B}"/>
                </a:ext>
              </a:extLst>
            </p:cNvPr>
            <p:cNvSpPr>
              <a:spLocks noEditPoints="1"/>
            </p:cNvSpPr>
            <p:nvPr userDrawn="1"/>
          </p:nvSpPr>
          <p:spPr bwMode="auto">
            <a:xfrm>
              <a:off x="5760092" y="946259"/>
              <a:ext cx="365258" cy="313078"/>
            </a:xfrm>
            <a:custGeom>
              <a:avLst/>
              <a:gdLst>
                <a:gd name="T0" fmla="*/ 100 w 243"/>
                <a:gd name="T1" fmla="*/ 180 h 208"/>
                <a:gd name="T2" fmla="*/ 143 w 243"/>
                <a:gd name="T3" fmla="*/ 6 h 208"/>
                <a:gd name="T4" fmla="*/ 158 w 243"/>
                <a:gd name="T5" fmla="*/ 18 h 208"/>
                <a:gd name="T6" fmla="*/ 166 w 243"/>
                <a:gd name="T7" fmla="*/ 35 h 208"/>
                <a:gd name="T8" fmla="*/ 217 w 243"/>
                <a:gd name="T9" fmla="*/ 44 h 208"/>
                <a:gd name="T10" fmla="*/ 220 w 243"/>
                <a:gd name="T11" fmla="*/ 72 h 208"/>
                <a:gd name="T12" fmla="*/ 235 w 243"/>
                <a:gd name="T13" fmla="*/ 113 h 208"/>
                <a:gd name="T14" fmla="*/ 219 w 243"/>
                <a:gd name="T15" fmla="*/ 145 h 208"/>
                <a:gd name="T16" fmla="*/ 194 w 243"/>
                <a:gd name="T17" fmla="*/ 146 h 208"/>
                <a:gd name="T18" fmla="*/ 147 w 243"/>
                <a:gd name="T19" fmla="*/ 192 h 208"/>
                <a:gd name="T20" fmla="*/ 127 w 243"/>
                <a:gd name="T21" fmla="*/ 188 h 208"/>
                <a:gd name="T22" fmla="*/ 105 w 243"/>
                <a:gd name="T23" fmla="*/ 170 h 208"/>
                <a:gd name="T24" fmla="*/ 84 w 243"/>
                <a:gd name="T25" fmla="*/ 181 h 208"/>
                <a:gd name="T26" fmla="*/ 62 w 243"/>
                <a:gd name="T27" fmla="*/ 172 h 208"/>
                <a:gd name="T28" fmla="*/ 56 w 243"/>
                <a:gd name="T29" fmla="*/ 144 h 208"/>
                <a:gd name="T30" fmla="*/ 43 w 243"/>
                <a:gd name="T31" fmla="*/ 142 h 208"/>
                <a:gd name="T32" fmla="*/ 9 w 243"/>
                <a:gd name="T33" fmla="*/ 109 h 208"/>
                <a:gd name="T34" fmla="*/ 17 w 243"/>
                <a:gd name="T35" fmla="*/ 80 h 208"/>
                <a:gd name="T36" fmla="*/ 45 w 243"/>
                <a:gd name="T37" fmla="*/ 65 h 208"/>
                <a:gd name="T38" fmla="*/ 68 w 243"/>
                <a:gd name="T39" fmla="*/ 14 h 208"/>
                <a:gd name="T40" fmla="*/ 120 w 243"/>
                <a:gd name="T41" fmla="*/ 27 h 208"/>
                <a:gd name="T42" fmla="*/ 123 w 243"/>
                <a:gd name="T43" fmla="*/ 30 h 208"/>
                <a:gd name="T44" fmla="*/ 137 w 243"/>
                <a:gd name="T45" fmla="*/ 1 h 208"/>
                <a:gd name="T46" fmla="*/ 83 w 243"/>
                <a:gd name="T47" fmla="*/ 5 h 208"/>
                <a:gd name="T48" fmla="*/ 36 w 243"/>
                <a:gd name="T49" fmla="*/ 56 h 208"/>
                <a:gd name="T50" fmla="*/ 19 w 243"/>
                <a:gd name="T51" fmla="*/ 75 h 208"/>
                <a:gd name="T52" fmla="*/ 2 w 243"/>
                <a:gd name="T53" fmla="*/ 85 h 208"/>
                <a:gd name="T54" fmla="*/ 19 w 243"/>
                <a:gd name="T55" fmla="*/ 126 h 208"/>
                <a:gd name="T56" fmla="*/ 30 w 243"/>
                <a:gd name="T57" fmla="*/ 160 h 208"/>
                <a:gd name="T58" fmla="*/ 1 w 243"/>
                <a:gd name="T59" fmla="*/ 204 h 208"/>
                <a:gd name="T60" fmla="*/ 4 w 243"/>
                <a:gd name="T61" fmla="*/ 208 h 208"/>
                <a:gd name="T62" fmla="*/ 19 w 243"/>
                <a:gd name="T63" fmla="*/ 199 h 208"/>
                <a:gd name="T64" fmla="*/ 56 w 243"/>
                <a:gd name="T65" fmla="*/ 175 h 208"/>
                <a:gd name="T66" fmla="*/ 84 w 243"/>
                <a:gd name="T67" fmla="*/ 187 h 208"/>
                <a:gd name="T68" fmla="*/ 100 w 243"/>
                <a:gd name="T69" fmla="*/ 180 h 208"/>
                <a:gd name="T70" fmla="*/ 122 w 243"/>
                <a:gd name="T71" fmla="*/ 192 h 208"/>
                <a:gd name="T72" fmla="*/ 147 w 243"/>
                <a:gd name="T73" fmla="*/ 198 h 208"/>
                <a:gd name="T74" fmla="*/ 190 w 243"/>
                <a:gd name="T75" fmla="*/ 178 h 208"/>
                <a:gd name="T76" fmla="*/ 206 w 243"/>
                <a:gd name="T77" fmla="*/ 149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4" y="202"/>
                  </a:moveTo>
                  <a:cubicBezTo>
                    <a:pt x="4" y="202"/>
                    <a:pt x="4" y="202"/>
                    <a:pt x="4" y="202"/>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7" y="192"/>
                    <a:pt x="14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0" name="Freeform 351">
              <a:extLst>
                <a:ext uri="{FF2B5EF4-FFF2-40B4-BE49-F238E27FC236}">
                  <a16:creationId xmlns:a16="http://schemas.microsoft.com/office/drawing/2014/main" id="{5FE953AE-2FD2-4AD0-B019-316C61FB526B}"/>
                </a:ext>
              </a:extLst>
            </p:cNvPr>
            <p:cNvSpPr>
              <a:spLocks/>
            </p:cNvSpPr>
            <p:nvPr userDrawn="1"/>
          </p:nvSpPr>
          <p:spPr bwMode="auto">
            <a:xfrm>
              <a:off x="5762100" y="1255324"/>
              <a:ext cx="2008"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1" name="Freeform 352">
              <a:extLst>
                <a:ext uri="{FF2B5EF4-FFF2-40B4-BE49-F238E27FC236}">
                  <a16:creationId xmlns:a16="http://schemas.microsoft.com/office/drawing/2014/main" id="{02D61A34-9F98-49B0-A847-8E87A4A66CE2}"/>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close/>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2" name="Freeform 353">
              <a:extLst>
                <a:ext uri="{FF2B5EF4-FFF2-40B4-BE49-F238E27FC236}">
                  <a16:creationId xmlns:a16="http://schemas.microsoft.com/office/drawing/2014/main" id="{A358DD41-6875-4E9D-93A0-A8D2906709CB}"/>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3" name="Freeform 354">
              <a:extLst>
                <a:ext uri="{FF2B5EF4-FFF2-40B4-BE49-F238E27FC236}">
                  <a16:creationId xmlns:a16="http://schemas.microsoft.com/office/drawing/2014/main" id="{379701C8-BAA4-4413-9AC9-EB485B7602FA}"/>
                </a:ext>
              </a:extLst>
            </p:cNvPr>
            <p:cNvSpPr>
              <a:spLocks noEditPoints="1"/>
            </p:cNvSpPr>
            <p:nvPr userDrawn="1"/>
          </p:nvSpPr>
          <p:spPr bwMode="auto">
            <a:xfrm>
              <a:off x="6181544"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4" name="Freeform 355">
              <a:extLst>
                <a:ext uri="{FF2B5EF4-FFF2-40B4-BE49-F238E27FC236}">
                  <a16:creationId xmlns:a16="http://schemas.microsoft.com/office/drawing/2014/main" id="{2223DA48-CB84-40E2-9EC7-38E838000ED6}"/>
                </a:ext>
              </a:extLst>
            </p:cNvPr>
            <p:cNvSpPr>
              <a:spLocks noEditPoints="1"/>
            </p:cNvSpPr>
            <p:nvPr userDrawn="1"/>
          </p:nvSpPr>
          <p:spPr bwMode="auto">
            <a:xfrm>
              <a:off x="5956770" y="-199687"/>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5" name="Freeform 356">
              <a:extLst>
                <a:ext uri="{FF2B5EF4-FFF2-40B4-BE49-F238E27FC236}">
                  <a16:creationId xmlns:a16="http://schemas.microsoft.com/office/drawing/2014/main" id="{368A8E75-F0E8-4863-84CC-3708FA8D673F}"/>
                </a:ext>
              </a:extLst>
            </p:cNvPr>
            <p:cNvSpPr>
              <a:spLocks noEditPoints="1"/>
            </p:cNvSpPr>
            <p:nvPr userDrawn="1"/>
          </p:nvSpPr>
          <p:spPr bwMode="auto">
            <a:xfrm>
              <a:off x="5952756" y="-103356"/>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8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5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6" name="Freeform 357">
              <a:extLst>
                <a:ext uri="{FF2B5EF4-FFF2-40B4-BE49-F238E27FC236}">
                  <a16:creationId xmlns:a16="http://schemas.microsoft.com/office/drawing/2014/main" id="{A9354AD2-F9D3-48BE-87B8-AD42F7B59329}"/>
                </a:ext>
              </a:extLst>
            </p:cNvPr>
            <p:cNvSpPr>
              <a:spLocks noEditPoints="1"/>
            </p:cNvSpPr>
            <p:nvPr userDrawn="1"/>
          </p:nvSpPr>
          <p:spPr bwMode="auto">
            <a:xfrm>
              <a:off x="5938708" y="-83286"/>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8 w 15"/>
                <a:gd name="T17" fmla="*/ 9 h 15"/>
                <a:gd name="T18" fmla="*/ 7 w 15"/>
                <a:gd name="T19" fmla="*/ 9 h 15"/>
                <a:gd name="T20" fmla="*/ 7 w 15"/>
                <a:gd name="T21" fmla="*/ 0 h 15"/>
                <a:gd name="T22" fmla="*/ 7 w 15"/>
                <a:gd name="T23" fmla="*/ 0 h 15"/>
                <a:gd name="T24" fmla="*/ 4 w 15"/>
                <a:gd name="T25" fmla="*/ 1 h 15"/>
                <a:gd name="T26" fmla="*/ 0 w 15"/>
                <a:gd name="T27" fmla="*/ 8 h 15"/>
                <a:gd name="T28" fmla="*/ 1 w 15"/>
                <a:gd name="T29" fmla="*/ 11 h 15"/>
                <a:gd name="T30" fmla="*/ 6 w 15"/>
                <a:gd name="T31" fmla="*/ 15 h 15"/>
                <a:gd name="T32" fmla="*/ 8 w 15"/>
                <a:gd name="T33" fmla="*/ 14 h 15"/>
                <a:gd name="T34" fmla="*/ 8 w 15"/>
                <a:gd name="T35" fmla="*/ 14 h 15"/>
                <a:gd name="T36" fmla="*/ 10 w 15"/>
                <a:gd name="T37" fmla="*/ 14 h 15"/>
                <a:gd name="T38" fmla="*/ 11 w 15"/>
                <a:gd name="T39" fmla="*/ 14 h 15"/>
                <a:gd name="T40" fmla="*/ 11 w 15"/>
                <a:gd name="T41" fmla="*/ 14 h 15"/>
                <a:gd name="T42" fmla="*/ 15 w 15"/>
                <a:gd name="T43" fmla="*/ 8 h 15"/>
                <a:gd name="T44" fmla="*/ 14 w 15"/>
                <a:gd name="T45" fmla="*/ 5 h 15"/>
                <a:gd name="T46" fmla="*/ 14 w 15"/>
                <a:gd name="T47" fmla="*/ 4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8" y="9"/>
                    <a:pt x="8" y="9"/>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3" y="2"/>
                    <a:pt x="11"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7" name="Freeform 358">
              <a:extLst>
                <a:ext uri="{FF2B5EF4-FFF2-40B4-BE49-F238E27FC236}">
                  <a16:creationId xmlns:a16="http://schemas.microsoft.com/office/drawing/2014/main" id="{5C416C03-68BF-4442-8070-A86685BFEAF6}"/>
                </a:ext>
              </a:extLst>
            </p:cNvPr>
            <p:cNvSpPr>
              <a:spLocks noEditPoints="1"/>
            </p:cNvSpPr>
            <p:nvPr userDrawn="1"/>
          </p:nvSpPr>
          <p:spPr bwMode="auto">
            <a:xfrm>
              <a:off x="5942722" y="-61211"/>
              <a:ext cx="20069" cy="18063"/>
            </a:xfrm>
            <a:custGeom>
              <a:avLst/>
              <a:gdLst>
                <a:gd name="T0" fmla="*/ 6 w 13"/>
                <a:gd name="T1" fmla="*/ 7 h 13"/>
                <a:gd name="T2" fmla="*/ 6 w 13"/>
                <a:gd name="T3" fmla="*/ 7 h 13"/>
                <a:gd name="T4" fmla="*/ 6 w 13"/>
                <a:gd name="T5" fmla="*/ 7 h 13"/>
                <a:gd name="T6" fmla="*/ 6 w 13"/>
                <a:gd name="T7" fmla="*/ 7 h 13"/>
                <a:gd name="T8" fmla="*/ 6 w 13"/>
                <a:gd name="T9" fmla="*/ 7 h 13"/>
                <a:gd name="T10" fmla="*/ 6 w 13"/>
                <a:gd name="T11" fmla="*/ 7 h 13"/>
                <a:gd name="T12" fmla="*/ 6 w 13"/>
                <a:gd name="T13" fmla="*/ 6 h 13"/>
                <a:gd name="T14" fmla="*/ 6 w 13"/>
                <a:gd name="T15" fmla="*/ 6 h 13"/>
                <a:gd name="T16" fmla="*/ 7 w 13"/>
                <a:gd name="T17" fmla="*/ 6 h 13"/>
                <a:gd name="T18" fmla="*/ 7 w 13"/>
                <a:gd name="T19" fmla="*/ 7 h 13"/>
                <a:gd name="T20" fmla="*/ 6 w 13"/>
                <a:gd name="T21" fmla="*/ 7 h 13"/>
                <a:gd name="T22" fmla="*/ 8 w 13"/>
                <a:gd name="T23" fmla="*/ 10 h 13"/>
                <a:gd name="T24" fmla="*/ 6 w 13"/>
                <a:gd name="T25" fmla="*/ 7 h 13"/>
                <a:gd name="T26" fmla="*/ 6 w 13"/>
                <a:gd name="T27" fmla="*/ 7 h 13"/>
                <a:gd name="T28" fmla="*/ 6 w 13"/>
                <a:gd name="T29" fmla="*/ 7 h 13"/>
                <a:gd name="T30" fmla="*/ 6 w 13"/>
                <a:gd name="T31" fmla="*/ 0 h 13"/>
                <a:gd name="T32" fmla="*/ 6 w 13"/>
                <a:gd name="T33" fmla="*/ 0 h 13"/>
                <a:gd name="T34" fmla="*/ 4 w 13"/>
                <a:gd name="T35" fmla="*/ 1 h 13"/>
                <a:gd name="T36" fmla="*/ 3 w 13"/>
                <a:gd name="T37" fmla="*/ 1 h 13"/>
                <a:gd name="T38" fmla="*/ 0 w 13"/>
                <a:gd name="T39" fmla="*/ 7 h 13"/>
                <a:gd name="T40" fmla="*/ 1 w 13"/>
                <a:gd name="T41" fmla="*/ 10 h 13"/>
                <a:gd name="T42" fmla="*/ 1 w 13"/>
                <a:gd name="T43" fmla="*/ 10 h 13"/>
                <a:gd name="T44" fmla="*/ 6 w 13"/>
                <a:gd name="T45" fmla="*/ 13 h 13"/>
                <a:gd name="T46" fmla="*/ 6 w 13"/>
                <a:gd name="T47" fmla="*/ 13 h 13"/>
                <a:gd name="T48" fmla="*/ 10 w 13"/>
                <a:gd name="T49" fmla="*/ 12 h 13"/>
                <a:gd name="T50" fmla="*/ 10 w 13"/>
                <a:gd name="T51" fmla="*/ 12 h 13"/>
                <a:gd name="T52" fmla="*/ 13 w 13"/>
                <a:gd name="T53" fmla="*/ 7 h 13"/>
                <a:gd name="T54" fmla="*/ 12 w 13"/>
                <a:gd name="T55" fmla="*/ 3 h 13"/>
                <a:gd name="T56" fmla="*/ 12 w 13"/>
                <a:gd name="T57" fmla="*/ 3 h 13"/>
                <a:gd name="T58" fmla="*/ 8 w 13"/>
                <a:gd name="T59" fmla="*/ 0 h 13"/>
                <a:gd name="T60" fmla="*/ 6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6" y="7"/>
                  </a:moveTo>
                  <a:cubicBezTo>
                    <a:pt x="6" y="7"/>
                    <a:pt x="6" y="7"/>
                    <a:pt x="6" y="7"/>
                  </a:cubicBezTo>
                  <a:cubicBezTo>
                    <a:pt x="6" y="7"/>
                    <a:pt x="6" y="7"/>
                    <a:pt x="6" y="7"/>
                  </a:cubicBezTo>
                  <a:cubicBezTo>
                    <a:pt x="6" y="7"/>
                    <a:pt x="6" y="7"/>
                    <a:pt x="6" y="7"/>
                  </a:cubicBezTo>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8" y="10"/>
                    <a:pt x="8" y="10"/>
                    <a:pt x="8" y="10"/>
                  </a:cubicBezTo>
                  <a:cubicBezTo>
                    <a:pt x="6" y="7"/>
                    <a:pt x="6" y="7"/>
                    <a:pt x="6" y="7"/>
                  </a:cubicBezTo>
                  <a:cubicBezTo>
                    <a:pt x="6" y="7"/>
                    <a:pt x="6" y="7"/>
                    <a:pt x="6" y="7"/>
                  </a:cubicBezTo>
                  <a:cubicBezTo>
                    <a:pt x="6" y="7"/>
                    <a:pt x="6" y="7"/>
                    <a:pt x="6" y="7"/>
                  </a:cubicBezTo>
                  <a:moveTo>
                    <a:pt x="6" y="0"/>
                  </a:moveTo>
                  <a:cubicBezTo>
                    <a:pt x="6" y="0"/>
                    <a:pt x="6" y="0"/>
                    <a:pt x="6" y="0"/>
                  </a:cubicBezTo>
                  <a:cubicBezTo>
                    <a:pt x="5" y="0"/>
                    <a:pt x="4"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8" name="Freeform 359">
              <a:extLst>
                <a:ext uri="{FF2B5EF4-FFF2-40B4-BE49-F238E27FC236}">
                  <a16:creationId xmlns:a16="http://schemas.microsoft.com/office/drawing/2014/main" id="{76DDEB92-CD25-401B-B939-BC8F19EFF4CF}"/>
                </a:ext>
              </a:extLst>
            </p:cNvPr>
            <p:cNvSpPr>
              <a:spLocks noEditPoints="1"/>
            </p:cNvSpPr>
            <p:nvPr userDrawn="1"/>
          </p:nvSpPr>
          <p:spPr bwMode="auto">
            <a:xfrm>
              <a:off x="6145420" y="1086743"/>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9" name="Freeform 360">
              <a:extLst>
                <a:ext uri="{FF2B5EF4-FFF2-40B4-BE49-F238E27FC236}">
                  <a16:creationId xmlns:a16="http://schemas.microsoft.com/office/drawing/2014/main" id="{ADEDD003-4EDC-472E-8341-27A6D5058C00}"/>
                </a:ext>
              </a:extLst>
            </p:cNvPr>
            <p:cNvSpPr>
              <a:spLocks noEditPoints="1"/>
            </p:cNvSpPr>
            <p:nvPr userDrawn="1"/>
          </p:nvSpPr>
          <p:spPr bwMode="auto">
            <a:xfrm>
              <a:off x="6141406"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0" name="Freeform 361">
              <a:extLst>
                <a:ext uri="{FF2B5EF4-FFF2-40B4-BE49-F238E27FC236}">
                  <a16:creationId xmlns:a16="http://schemas.microsoft.com/office/drawing/2014/main" id="{23C373E5-1ABB-411E-B633-1BF4A3C1C797}"/>
                </a:ext>
              </a:extLst>
            </p:cNvPr>
            <p:cNvSpPr>
              <a:spLocks noEditPoints="1"/>
            </p:cNvSpPr>
            <p:nvPr userDrawn="1"/>
          </p:nvSpPr>
          <p:spPr bwMode="auto">
            <a:xfrm>
              <a:off x="6125351" y="1237262"/>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8 w 17"/>
                <a:gd name="T35" fmla="*/ 18 h 18"/>
                <a:gd name="T36" fmla="*/ 16 w 17"/>
                <a:gd name="T37" fmla="*/ 13 h 18"/>
                <a:gd name="T38" fmla="*/ 17 w 17"/>
                <a:gd name="T39" fmla="*/ 9 h 18"/>
                <a:gd name="T40" fmla="*/ 12 w 17"/>
                <a:gd name="T41" fmla="*/ 1 h 18"/>
                <a:gd name="T42" fmla="*/ 8 w 1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1" name="Freeform 362">
              <a:extLst>
                <a:ext uri="{FF2B5EF4-FFF2-40B4-BE49-F238E27FC236}">
                  <a16:creationId xmlns:a16="http://schemas.microsoft.com/office/drawing/2014/main" id="{5A2827FD-8D0A-47C7-82B5-98EC7B1F46A5}"/>
                </a:ext>
              </a:extLst>
            </p:cNvPr>
            <p:cNvSpPr>
              <a:spLocks noEditPoints="1"/>
            </p:cNvSpPr>
            <p:nvPr userDrawn="1"/>
          </p:nvSpPr>
          <p:spPr bwMode="auto">
            <a:xfrm>
              <a:off x="6099261" y="1241276"/>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15 w 15"/>
                <a:gd name="T35" fmla="*/ 11 h 15"/>
                <a:gd name="T36" fmla="*/ 15 w 15"/>
                <a:gd name="T37" fmla="*/ 8 h 15"/>
                <a:gd name="T38" fmla="*/ 11 w 15"/>
                <a:gd name="T39" fmla="*/ 1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2" name="Freeform 363">
              <a:extLst>
                <a:ext uri="{FF2B5EF4-FFF2-40B4-BE49-F238E27FC236}">
                  <a16:creationId xmlns:a16="http://schemas.microsoft.com/office/drawing/2014/main" id="{8C6F3ABB-1459-4E34-972E-496A23633197}"/>
                </a:ext>
              </a:extLst>
            </p:cNvPr>
            <p:cNvSpPr>
              <a:spLocks noEditPoints="1"/>
            </p:cNvSpPr>
            <p:nvPr userDrawn="1"/>
          </p:nvSpPr>
          <p:spPr bwMode="auto">
            <a:xfrm>
              <a:off x="6059123" y="518787"/>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3 h 276"/>
                <a:gd name="T16" fmla="*/ 61 w 80"/>
                <a:gd name="T17" fmla="*/ 266 h 276"/>
                <a:gd name="T18" fmla="*/ 49 w 80"/>
                <a:gd name="T19" fmla="*/ 270 h 276"/>
                <a:gd name="T20" fmla="*/ 48 w 80"/>
                <a:gd name="T21" fmla="*/ 270 h 276"/>
                <a:gd name="T22" fmla="*/ 48 w 80"/>
                <a:gd name="T23" fmla="*/ 270 h 276"/>
                <a:gd name="T24" fmla="*/ 13 w 80"/>
                <a:gd name="T25" fmla="*/ 248 h 276"/>
                <a:gd name="T26" fmla="*/ 11 w 80"/>
                <a:gd name="T27" fmla="*/ 239 h 276"/>
                <a:gd name="T28" fmla="*/ 11 w 80"/>
                <a:gd name="T29" fmla="*/ 238 h 276"/>
                <a:gd name="T30" fmla="*/ 11 w 80"/>
                <a:gd name="T31" fmla="*/ 73 h 276"/>
                <a:gd name="T32" fmla="*/ 11 w 80"/>
                <a:gd name="T33" fmla="*/ 62 h 276"/>
                <a:gd name="T34" fmla="*/ 16 w 80"/>
                <a:gd name="T35" fmla="*/ 73 h 276"/>
                <a:gd name="T36" fmla="*/ 20 w 80"/>
                <a:gd name="T37" fmla="*/ 44 h 276"/>
                <a:gd name="T38" fmla="*/ 35 w 80"/>
                <a:gd name="T39" fmla="*/ 35 h 276"/>
                <a:gd name="T40" fmla="*/ 36 w 80"/>
                <a:gd name="T41" fmla="*/ 35 h 276"/>
                <a:gd name="T42" fmla="*/ 0 w 80"/>
                <a:gd name="T43" fmla="*/ 0 h 276"/>
                <a:gd name="T44" fmla="*/ 4 w 80"/>
                <a:gd name="T45" fmla="*/ 48 h 276"/>
                <a:gd name="T46" fmla="*/ 5 w 80"/>
                <a:gd name="T47" fmla="*/ 73 h 276"/>
                <a:gd name="T48" fmla="*/ 5 w 80"/>
                <a:gd name="T49" fmla="*/ 73 h 276"/>
                <a:gd name="T50" fmla="*/ 5 w 80"/>
                <a:gd name="T51" fmla="*/ 238 h 276"/>
                <a:gd name="T52" fmla="*/ 11 w 80"/>
                <a:gd name="T53" fmla="*/ 257 h 276"/>
                <a:gd name="T54" fmla="*/ 48 w 80"/>
                <a:gd name="T55" fmla="*/ 276 h 276"/>
                <a:gd name="T56" fmla="*/ 65 w 80"/>
                <a:gd name="T57" fmla="*/ 271 h 276"/>
                <a:gd name="T58" fmla="*/ 79 w 80"/>
                <a:gd name="T59" fmla="*/ 242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3" name="Freeform 364">
              <a:extLst>
                <a:ext uri="{FF2B5EF4-FFF2-40B4-BE49-F238E27FC236}">
                  <a16:creationId xmlns:a16="http://schemas.microsoft.com/office/drawing/2014/main" id="{619A1595-95F9-4EC6-A39B-EA2FC442931C}"/>
                </a:ext>
              </a:extLst>
            </p:cNvPr>
            <p:cNvSpPr>
              <a:spLocks noEditPoints="1"/>
            </p:cNvSpPr>
            <p:nvPr userDrawn="1"/>
          </p:nvSpPr>
          <p:spPr bwMode="auto">
            <a:xfrm>
              <a:off x="6107289" y="1385774"/>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16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2 w 120"/>
                <a:gd name="T65" fmla="*/ 54 h 166"/>
                <a:gd name="T66" fmla="*/ 0 w 120"/>
                <a:gd name="T67" fmla="*/ 62 h 166"/>
                <a:gd name="T68" fmla="*/ 0 w 120"/>
                <a:gd name="T69" fmla="*/ 62 h 166"/>
                <a:gd name="T70" fmla="*/ 1 w 120"/>
                <a:gd name="T71" fmla="*/ 131 h 166"/>
                <a:gd name="T72" fmla="*/ 1 w 120"/>
                <a:gd name="T73" fmla="*/ 131 h 166"/>
                <a:gd name="T74" fmla="*/ 12 w 120"/>
                <a:gd name="T75" fmla="*/ 160 h 166"/>
                <a:gd name="T76" fmla="*/ 26 w 120"/>
                <a:gd name="T77" fmla="*/ 166 h 166"/>
                <a:gd name="T78" fmla="*/ 26 w 120"/>
                <a:gd name="T79" fmla="*/ 166 h 166"/>
                <a:gd name="T80" fmla="*/ 29 w 120"/>
                <a:gd name="T81" fmla="*/ 166 h 166"/>
                <a:gd name="T82" fmla="*/ 88 w 120"/>
                <a:gd name="T83" fmla="*/ 165 h 166"/>
                <a:gd name="T84" fmla="*/ 88 w 120"/>
                <a:gd name="T85" fmla="*/ 165 h 166"/>
                <a:gd name="T86" fmla="*/ 115 w 120"/>
                <a:gd name="T87" fmla="*/ 147 h 166"/>
                <a:gd name="T88" fmla="*/ 120 w 120"/>
                <a:gd name="T89" fmla="*/ 133 h 166"/>
                <a:gd name="T90" fmla="*/ 120 w 120"/>
                <a:gd name="T91" fmla="*/ 133 h 166"/>
                <a:gd name="T92" fmla="*/ 119 w 120"/>
                <a:gd name="T93" fmla="*/ 70 h 166"/>
                <a:gd name="T94" fmla="*/ 119 w 120"/>
                <a:gd name="T95" fmla="*/ 70 h 166"/>
                <a:gd name="T96" fmla="*/ 113 w 120"/>
                <a:gd name="T97" fmla="*/ 51 h 166"/>
                <a:gd name="T98" fmla="*/ 97 w 120"/>
                <a:gd name="T99" fmla="*/ 38 h 166"/>
                <a:gd name="T100" fmla="*/ 87 w 120"/>
                <a:gd name="T101" fmla="*/ 35 h 166"/>
                <a:gd name="T102" fmla="*/ 87 w 120"/>
                <a:gd name="T103" fmla="*/ 35 h 166"/>
                <a:gd name="T104" fmla="*/ 61 w 120"/>
                <a:gd name="T105" fmla="*/ 36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4" name="Freeform 365">
              <a:extLst>
                <a:ext uri="{FF2B5EF4-FFF2-40B4-BE49-F238E27FC236}">
                  <a16:creationId xmlns:a16="http://schemas.microsoft.com/office/drawing/2014/main" id="{28001F73-90C9-4C6A-9E7E-877F10F3C21C}"/>
                </a:ext>
              </a:extLst>
            </p:cNvPr>
            <p:cNvSpPr>
              <a:spLocks noEditPoints="1"/>
            </p:cNvSpPr>
            <p:nvPr userDrawn="1"/>
          </p:nvSpPr>
          <p:spPr bwMode="auto">
            <a:xfrm>
              <a:off x="5890542" y="-406400"/>
              <a:ext cx="329134"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2 w 219"/>
                <a:gd name="T25" fmla="*/ 102 h 131"/>
                <a:gd name="T26" fmla="*/ 213 w 219"/>
                <a:gd name="T27" fmla="*/ 104 h 131"/>
                <a:gd name="T28" fmla="*/ 207 w 219"/>
                <a:gd name="T29" fmla="*/ 115 h 131"/>
                <a:gd name="T30" fmla="*/ 177 w 219"/>
                <a:gd name="T31" fmla="*/ 125 h 131"/>
                <a:gd name="T32" fmla="*/ 99 w 219"/>
                <a:gd name="T33" fmla="*/ 125 h 131"/>
                <a:gd name="T34" fmla="*/ 87 w 219"/>
                <a:gd name="T35" fmla="*/ 120 h 131"/>
                <a:gd name="T36" fmla="*/ 79 w 219"/>
                <a:gd name="T37" fmla="*/ 111 h 131"/>
                <a:gd name="T38" fmla="*/ 76 w 219"/>
                <a:gd name="T39" fmla="*/ 95 h 131"/>
                <a:gd name="T40" fmla="*/ 76 w 219"/>
                <a:gd name="T41" fmla="*/ 94 h 131"/>
                <a:gd name="T42" fmla="*/ 33 w 219"/>
                <a:gd name="T43" fmla="*/ 51 h 131"/>
                <a:gd name="T44" fmla="*/ 76 w 219"/>
                <a:gd name="T45" fmla="*/ 74 h 131"/>
                <a:gd name="T46" fmla="*/ 76 w 219"/>
                <a:gd name="T47" fmla="*/ 35 h 131"/>
                <a:gd name="T48" fmla="*/ 182 w 219"/>
                <a:gd name="T49" fmla="*/ 0 h 131"/>
                <a:gd name="T50" fmla="*/ 110 w 219"/>
                <a:gd name="T51" fmla="*/ 0 h 131"/>
                <a:gd name="T52" fmla="*/ 110 w 219"/>
                <a:gd name="T53" fmla="*/ 0 h 131"/>
                <a:gd name="T54" fmla="*/ 88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4 w 219"/>
                <a:gd name="T67" fmla="*/ 40 h 131"/>
                <a:gd name="T68" fmla="*/ 17 w 219"/>
                <a:gd name="T69" fmla="*/ 38 h 131"/>
                <a:gd name="T70" fmla="*/ 14 w 219"/>
                <a:gd name="T71" fmla="*/ 40 h 131"/>
                <a:gd name="T72" fmla="*/ 70 w 219"/>
                <a:gd name="T73" fmla="*/ 97 h 131"/>
                <a:gd name="T74" fmla="*/ 74 w 219"/>
                <a:gd name="T75" fmla="*/ 114 h 131"/>
                <a:gd name="T76" fmla="*/ 89 w 219"/>
                <a:gd name="T77" fmla="*/ 128 h 131"/>
                <a:gd name="T78" fmla="*/ 98 w 219"/>
                <a:gd name="T79" fmla="*/ 131 h 131"/>
                <a:gd name="T80" fmla="*/ 98 w 219"/>
                <a:gd name="T81" fmla="*/ 131 h 131"/>
                <a:gd name="T82" fmla="*/ 178 w 219"/>
                <a:gd name="T83" fmla="*/ 131 h 131"/>
                <a:gd name="T84" fmla="*/ 178 w 219"/>
                <a:gd name="T85" fmla="*/ 131 h 131"/>
                <a:gd name="T86" fmla="*/ 212 w 219"/>
                <a:gd name="T87" fmla="*/ 119 h 131"/>
                <a:gd name="T88" fmla="*/ 219 w 219"/>
                <a:gd name="T89" fmla="*/ 104 h 131"/>
                <a:gd name="T90" fmla="*/ 218 w 219"/>
                <a:gd name="T91" fmla="*/ 101 h 131"/>
                <a:gd name="T92" fmla="*/ 218 w 219"/>
                <a:gd name="T93" fmla="*/ 36 h 131"/>
                <a:gd name="T94" fmla="*/ 218 w 219"/>
                <a:gd name="T95" fmla="*/ 36 h 131"/>
                <a:gd name="T96" fmla="*/ 198 w 219"/>
                <a:gd name="T97" fmla="*/ 5 h 131"/>
                <a:gd name="T98" fmla="*/ 182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6"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2" y="102"/>
                    <a:pt x="212" y="102"/>
                    <a:pt x="212" y="102"/>
                  </a:cubicBezTo>
                  <a:cubicBezTo>
                    <a:pt x="212" y="102"/>
                    <a:pt x="213" y="103"/>
                    <a:pt x="213" y="104"/>
                  </a:cubicBezTo>
                  <a:cubicBezTo>
                    <a:pt x="213" y="106"/>
                    <a:pt x="212" y="111"/>
                    <a:pt x="207"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8" y="6"/>
                  </a:cubicBezTo>
                  <a:cubicBezTo>
                    <a:pt x="80" y="11"/>
                    <a:pt x="75"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5" y="130"/>
                    <a:pt x="206" y="125"/>
                    <a:pt x="212" y="119"/>
                  </a:cubicBezTo>
                  <a:cubicBezTo>
                    <a:pt x="218" y="114"/>
                    <a:pt x="219" y="107"/>
                    <a:pt x="219" y="104"/>
                  </a:cubicBezTo>
                  <a:cubicBezTo>
                    <a:pt x="219" y="102"/>
                    <a:pt x="218" y="101"/>
                    <a:pt x="218" y="101"/>
                  </a:cubicBezTo>
                  <a:cubicBezTo>
                    <a:pt x="218" y="36"/>
                    <a:pt x="218" y="36"/>
                    <a:pt x="218" y="36"/>
                  </a:cubicBezTo>
                  <a:cubicBezTo>
                    <a:pt x="218" y="36"/>
                    <a:pt x="218" y="36"/>
                    <a:pt x="218" y="36"/>
                  </a:cubicBezTo>
                  <a:cubicBezTo>
                    <a:pt x="215" y="19"/>
                    <a:pt x="206" y="10"/>
                    <a:pt x="198" y="5"/>
                  </a:cubicBezTo>
                  <a:cubicBezTo>
                    <a:pt x="190" y="1"/>
                    <a:pt x="182"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5" name="Freeform 366">
              <a:extLst>
                <a:ext uri="{FF2B5EF4-FFF2-40B4-BE49-F238E27FC236}">
                  <a16:creationId xmlns:a16="http://schemas.microsoft.com/office/drawing/2014/main" id="{B086810C-7BD9-4A7B-8ADD-C4059F3F0349}"/>
                </a:ext>
              </a:extLst>
            </p:cNvPr>
            <p:cNvSpPr>
              <a:spLocks noEditPoints="1"/>
            </p:cNvSpPr>
            <p:nvPr userDrawn="1"/>
          </p:nvSpPr>
          <p:spPr bwMode="auto">
            <a:xfrm>
              <a:off x="6095248"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6" name="Freeform 367">
              <a:extLst>
                <a:ext uri="{FF2B5EF4-FFF2-40B4-BE49-F238E27FC236}">
                  <a16:creationId xmlns:a16="http://schemas.microsoft.com/office/drawing/2014/main" id="{1B6E0CAC-3737-4880-9EC9-FC1AA73181AA}"/>
                </a:ext>
              </a:extLst>
            </p:cNvPr>
            <p:cNvSpPr>
              <a:spLocks noEditPoints="1"/>
            </p:cNvSpPr>
            <p:nvPr userDrawn="1"/>
          </p:nvSpPr>
          <p:spPr bwMode="auto">
            <a:xfrm>
              <a:off x="6008950" y="65225"/>
              <a:ext cx="248857" cy="96332"/>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7" name="Freeform 368">
              <a:extLst>
                <a:ext uri="{FF2B5EF4-FFF2-40B4-BE49-F238E27FC236}">
                  <a16:creationId xmlns:a16="http://schemas.microsoft.com/office/drawing/2014/main" id="{5584CCB6-F1D1-4104-AA4C-20CD0648432F}"/>
                </a:ext>
              </a:extLst>
            </p:cNvPr>
            <p:cNvSpPr>
              <a:spLocks noEditPoints="1"/>
            </p:cNvSpPr>
            <p:nvPr userDrawn="1"/>
          </p:nvSpPr>
          <p:spPr bwMode="auto">
            <a:xfrm>
              <a:off x="5902584" y="1269373"/>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8" name="Freeform 369">
              <a:extLst>
                <a:ext uri="{FF2B5EF4-FFF2-40B4-BE49-F238E27FC236}">
                  <a16:creationId xmlns:a16="http://schemas.microsoft.com/office/drawing/2014/main" id="{DEAB5DFD-CCC1-45EC-A1C0-AAE19DCDF365}"/>
                </a:ext>
              </a:extLst>
            </p:cNvPr>
            <p:cNvSpPr>
              <a:spLocks noEditPoints="1"/>
            </p:cNvSpPr>
            <p:nvPr userDrawn="1"/>
          </p:nvSpPr>
          <p:spPr bwMode="auto">
            <a:xfrm>
              <a:off x="6010957" y="292006"/>
              <a:ext cx="282975" cy="244843"/>
            </a:xfrm>
            <a:custGeom>
              <a:avLst/>
              <a:gdLst>
                <a:gd name="T0" fmla="*/ 77 w 188"/>
                <a:gd name="T1" fmla="*/ 139 h 162"/>
                <a:gd name="T2" fmla="*/ 106 w 188"/>
                <a:gd name="T3" fmla="*/ 9 h 162"/>
                <a:gd name="T4" fmla="*/ 114 w 188"/>
                <a:gd name="T5" fmla="*/ 7 h 162"/>
                <a:gd name="T6" fmla="*/ 122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9" name="Freeform 370">
              <a:extLst>
                <a:ext uri="{FF2B5EF4-FFF2-40B4-BE49-F238E27FC236}">
                  <a16:creationId xmlns:a16="http://schemas.microsoft.com/office/drawing/2014/main" id="{E363F250-A925-49C9-91C6-5FF036C3FA33}"/>
                </a:ext>
              </a:extLst>
            </p:cNvPr>
            <p:cNvSpPr>
              <a:spLocks noEditPoints="1"/>
            </p:cNvSpPr>
            <p:nvPr userDrawn="1"/>
          </p:nvSpPr>
          <p:spPr bwMode="auto">
            <a:xfrm>
              <a:off x="7046524" y="-13747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6"/>
                    <a:pt x="86" y="26"/>
                    <a:pt x="86" y="26"/>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0" name="Freeform 371">
              <a:extLst>
                <a:ext uri="{FF2B5EF4-FFF2-40B4-BE49-F238E27FC236}">
                  <a16:creationId xmlns:a16="http://schemas.microsoft.com/office/drawing/2014/main" id="{EFED85BD-EE10-4DAA-AA4E-4E10D1F42493}"/>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close/>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1" name="Freeform 372">
              <a:extLst>
                <a:ext uri="{FF2B5EF4-FFF2-40B4-BE49-F238E27FC236}">
                  <a16:creationId xmlns:a16="http://schemas.microsoft.com/office/drawing/2014/main" id="{C9B30D91-F9E9-4D5B-976C-2783E64CBE1E}"/>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2" name="Freeform 373">
              <a:extLst>
                <a:ext uri="{FF2B5EF4-FFF2-40B4-BE49-F238E27FC236}">
                  <a16:creationId xmlns:a16="http://schemas.microsoft.com/office/drawing/2014/main" id="{7A674515-2ECB-49C8-8E7E-DB31C5E08832}"/>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3" name="Freeform 374">
              <a:extLst>
                <a:ext uri="{FF2B5EF4-FFF2-40B4-BE49-F238E27FC236}">
                  <a16:creationId xmlns:a16="http://schemas.microsoft.com/office/drawing/2014/main" id="{F184423A-75A2-4574-8897-C16360B219DF}"/>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4" name="Freeform 375">
              <a:extLst>
                <a:ext uri="{FF2B5EF4-FFF2-40B4-BE49-F238E27FC236}">
                  <a16:creationId xmlns:a16="http://schemas.microsoft.com/office/drawing/2014/main" id="{AAB851C5-2021-4CD4-9BC0-E39EBE3D7C00}"/>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5" name="Freeform 376">
              <a:extLst>
                <a:ext uri="{FF2B5EF4-FFF2-40B4-BE49-F238E27FC236}">
                  <a16:creationId xmlns:a16="http://schemas.microsoft.com/office/drawing/2014/main" id="{56800DB3-0C32-4E96-89D9-F57BCC3A5323}"/>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6" name="Freeform 377">
              <a:extLst>
                <a:ext uri="{FF2B5EF4-FFF2-40B4-BE49-F238E27FC236}">
                  <a16:creationId xmlns:a16="http://schemas.microsoft.com/office/drawing/2014/main" id="{731D63BB-4614-442C-8023-0B4D1054906E}"/>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7" name="Freeform 378">
              <a:extLst>
                <a:ext uri="{FF2B5EF4-FFF2-40B4-BE49-F238E27FC236}">
                  <a16:creationId xmlns:a16="http://schemas.microsoft.com/office/drawing/2014/main" id="{0F3B4E8D-C03E-4413-AEE1-A550ED2BD805}"/>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8" name="Freeform 379">
              <a:extLst>
                <a:ext uri="{FF2B5EF4-FFF2-40B4-BE49-F238E27FC236}">
                  <a16:creationId xmlns:a16="http://schemas.microsoft.com/office/drawing/2014/main" id="{67643E1D-DF35-4C98-9193-49EE9955BC97}"/>
                </a:ext>
              </a:extLst>
            </p:cNvPr>
            <p:cNvSpPr>
              <a:spLocks noEditPoints="1"/>
            </p:cNvSpPr>
            <p:nvPr userDrawn="1"/>
          </p:nvSpPr>
          <p:spPr bwMode="auto">
            <a:xfrm>
              <a:off x="8967139"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9" name="Freeform 380">
              <a:extLst>
                <a:ext uri="{FF2B5EF4-FFF2-40B4-BE49-F238E27FC236}">
                  <a16:creationId xmlns:a16="http://schemas.microsoft.com/office/drawing/2014/main" id="{2AE04C83-C677-4602-B3CC-9F4F1659E5D7}"/>
                </a:ext>
              </a:extLst>
            </p:cNvPr>
            <p:cNvSpPr>
              <a:spLocks noEditPoints="1"/>
            </p:cNvSpPr>
            <p:nvPr userDrawn="1"/>
          </p:nvSpPr>
          <p:spPr bwMode="auto">
            <a:xfrm>
              <a:off x="7682715" y="546884"/>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0" name="Freeform 381">
              <a:extLst>
                <a:ext uri="{FF2B5EF4-FFF2-40B4-BE49-F238E27FC236}">
                  <a16:creationId xmlns:a16="http://schemas.microsoft.com/office/drawing/2014/main" id="{FD98F04C-4A1D-4078-8395-DB5A6E963D5C}"/>
                </a:ext>
              </a:extLst>
            </p:cNvPr>
            <p:cNvSpPr>
              <a:spLocks noEditPoints="1"/>
            </p:cNvSpPr>
            <p:nvPr userDrawn="1"/>
          </p:nvSpPr>
          <p:spPr bwMode="auto">
            <a:xfrm>
              <a:off x="8633992" y="574981"/>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1" name="Freeform 382">
              <a:extLst>
                <a:ext uri="{FF2B5EF4-FFF2-40B4-BE49-F238E27FC236}">
                  <a16:creationId xmlns:a16="http://schemas.microsoft.com/office/drawing/2014/main" id="{43163863-83BC-4225-AE59-3DE77FE6E7E0}"/>
                </a:ext>
              </a:extLst>
            </p:cNvPr>
            <p:cNvSpPr>
              <a:spLocks noEditPoints="1"/>
            </p:cNvSpPr>
            <p:nvPr userDrawn="1"/>
          </p:nvSpPr>
          <p:spPr bwMode="auto">
            <a:xfrm>
              <a:off x="8987208" y="-732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2" name="Freeform 383">
              <a:extLst>
                <a:ext uri="{FF2B5EF4-FFF2-40B4-BE49-F238E27FC236}">
                  <a16:creationId xmlns:a16="http://schemas.microsoft.com/office/drawing/2014/main" id="{4A40FA81-B31B-4AC9-911E-3619FD595B54}"/>
                </a:ext>
              </a:extLst>
            </p:cNvPr>
            <p:cNvSpPr>
              <a:spLocks noEditPoints="1"/>
            </p:cNvSpPr>
            <p:nvPr userDrawn="1"/>
          </p:nvSpPr>
          <p:spPr bwMode="auto">
            <a:xfrm>
              <a:off x="8545688" y="1421898"/>
              <a:ext cx="126436" cy="122422"/>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3" name="Freeform 384">
              <a:extLst>
                <a:ext uri="{FF2B5EF4-FFF2-40B4-BE49-F238E27FC236}">
                  <a16:creationId xmlns:a16="http://schemas.microsoft.com/office/drawing/2014/main" id="{6D416478-475B-4D59-82F5-8C24D4A5A8E5}"/>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4" name="Freeform 385">
              <a:extLst>
                <a:ext uri="{FF2B5EF4-FFF2-40B4-BE49-F238E27FC236}">
                  <a16:creationId xmlns:a16="http://schemas.microsoft.com/office/drawing/2014/main" id="{EBEADF90-5E89-4D98-840E-956C2FFF5904}"/>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5" name="Freeform 386">
              <a:extLst>
                <a:ext uri="{FF2B5EF4-FFF2-40B4-BE49-F238E27FC236}">
                  <a16:creationId xmlns:a16="http://schemas.microsoft.com/office/drawing/2014/main" id="{40EFA631-82B9-4B02-91B6-2F1DC0CBB25D}"/>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6" name="Freeform 387">
              <a:extLst>
                <a:ext uri="{FF2B5EF4-FFF2-40B4-BE49-F238E27FC236}">
                  <a16:creationId xmlns:a16="http://schemas.microsoft.com/office/drawing/2014/main" id="{54A3F0A1-0781-43A6-9020-7CA73B27FA86}"/>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7" name="Freeform 388">
              <a:extLst>
                <a:ext uri="{FF2B5EF4-FFF2-40B4-BE49-F238E27FC236}">
                  <a16:creationId xmlns:a16="http://schemas.microsoft.com/office/drawing/2014/main" id="{BBAD623E-77AE-48B2-A7EC-109E8AC61286}"/>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8" name="Freeform 389">
              <a:extLst>
                <a:ext uri="{FF2B5EF4-FFF2-40B4-BE49-F238E27FC236}">
                  <a16:creationId xmlns:a16="http://schemas.microsoft.com/office/drawing/2014/main" id="{F2C36A0F-2822-4233-858D-1EAA974E2634}"/>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9" name="Freeform 390">
              <a:extLst>
                <a:ext uri="{FF2B5EF4-FFF2-40B4-BE49-F238E27FC236}">
                  <a16:creationId xmlns:a16="http://schemas.microsoft.com/office/drawing/2014/main" id="{98153874-56C1-42BD-9095-BF74F7AE34EB}"/>
                </a:ext>
              </a:extLst>
            </p:cNvPr>
            <p:cNvSpPr>
              <a:spLocks noEditPoints="1"/>
            </p:cNvSpPr>
            <p:nvPr userDrawn="1"/>
          </p:nvSpPr>
          <p:spPr bwMode="auto">
            <a:xfrm>
              <a:off x="6695314" y="532835"/>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0" name="Freeform 391">
              <a:extLst>
                <a:ext uri="{FF2B5EF4-FFF2-40B4-BE49-F238E27FC236}">
                  <a16:creationId xmlns:a16="http://schemas.microsoft.com/office/drawing/2014/main" id="{F57C2882-AE98-4C39-8F78-C65297D9429D}"/>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1" name="Freeform 392">
              <a:extLst>
                <a:ext uri="{FF2B5EF4-FFF2-40B4-BE49-F238E27FC236}">
                  <a16:creationId xmlns:a16="http://schemas.microsoft.com/office/drawing/2014/main" id="{2219B65B-4A9B-4C1B-8AA7-DCF4B89F89E1}"/>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2" name="Freeform 393">
              <a:extLst>
                <a:ext uri="{FF2B5EF4-FFF2-40B4-BE49-F238E27FC236}">
                  <a16:creationId xmlns:a16="http://schemas.microsoft.com/office/drawing/2014/main" id="{5A3F10B2-BF8E-4841-88F1-EF4D183D79B4}"/>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3" name="Freeform 394">
              <a:extLst>
                <a:ext uri="{FF2B5EF4-FFF2-40B4-BE49-F238E27FC236}">
                  <a16:creationId xmlns:a16="http://schemas.microsoft.com/office/drawing/2014/main" id="{31459943-2D7A-45D8-9478-C7451CD3932E}"/>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4" name="Freeform 395">
              <a:extLst>
                <a:ext uri="{FF2B5EF4-FFF2-40B4-BE49-F238E27FC236}">
                  <a16:creationId xmlns:a16="http://schemas.microsoft.com/office/drawing/2014/main" id="{3E72C97E-F647-41A4-9A5A-A535FA3698B5}"/>
                </a:ext>
              </a:extLst>
            </p:cNvPr>
            <p:cNvSpPr>
              <a:spLocks noEditPoints="1"/>
            </p:cNvSpPr>
            <p:nvPr userDrawn="1"/>
          </p:nvSpPr>
          <p:spPr bwMode="auto">
            <a:xfrm>
              <a:off x="6910054"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5" name="Freeform 396">
              <a:extLst>
                <a:ext uri="{FF2B5EF4-FFF2-40B4-BE49-F238E27FC236}">
                  <a16:creationId xmlns:a16="http://schemas.microsoft.com/office/drawing/2014/main" id="{F79F71C4-84BF-48EC-9939-FBA2F28867CE}"/>
                </a:ext>
              </a:extLst>
            </p:cNvPr>
            <p:cNvSpPr>
              <a:spLocks noEditPoints="1"/>
            </p:cNvSpPr>
            <p:nvPr userDrawn="1"/>
          </p:nvSpPr>
          <p:spPr bwMode="auto">
            <a:xfrm>
              <a:off x="6974275" y="312075"/>
              <a:ext cx="30104" cy="28097"/>
            </a:xfrm>
            <a:custGeom>
              <a:avLst/>
              <a:gdLst>
                <a:gd name="T0" fmla="*/ 19 w 19"/>
                <a:gd name="T1" fmla="*/ 9 h 18"/>
                <a:gd name="T2" fmla="*/ 19 w 19"/>
                <a:gd name="T3" fmla="*/ 9 h 18"/>
                <a:gd name="T4" fmla="*/ 19 w 19"/>
                <a:gd name="T5" fmla="*/ 9 h 18"/>
                <a:gd name="T6" fmla="*/ 10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 name="T40" fmla="*/ 10 w 19"/>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8">
                  <a:moveTo>
                    <a:pt x="19" y="9"/>
                  </a:moveTo>
                  <a:cubicBezTo>
                    <a:pt x="19" y="9"/>
                    <a:pt x="19" y="9"/>
                    <a:pt x="19" y="9"/>
                  </a:cubicBezTo>
                  <a:cubicBezTo>
                    <a:pt x="19" y="9"/>
                    <a:pt x="19" y="9"/>
                    <a:pt x="19" y="9"/>
                  </a:cubicBezTo>
                  <a:moveTo>
                    <a:pt x="10" y="0"/>
                  </a:moveTo>
                  <a:cubicBezTo>
                    <a:pt x="7" y="0"/>
                    <a:pt x="5"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6" name="Freeform 397">
              <a:extLst>
                <a:ext uri="{FF2B5EF4-FFF2-40B4-BE49-F238E27FC236}">
                  <a16:creationId xmlns:a16="http://schemas.microsoft.com/office/drawing/2014/main" id="{1446DE22-6AC3-431D-9473-02F9B624E920}"/>
                </a:ext>
              </a:extLst>
            </p:cNvPr>
            <p:cNvSpPr>
              <a:spLocks noEditPoints="1"/>
            </p:cNvSpPr>
            <p:nvPr userDrawn="1"/>
          </p:nvSpPr>
          <p:spPr bwMode="auto">
            <a:xfrm>
              <a:off x="6986317" y="336158"/>
              <a:ext cx="20069"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3" y="1"/>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7" name="Freeform 398">
              <a:extLst>
                <a:ext uri="{FF2B5EF4-FFF2-40B4-BE49-F238E27FC236}">
                  <a16:creationId xmlns:a16="http://schemas.microsoft.com/office/drawing/2014/main" id="{AF6D3541-9DB1-4340-8000-CFF4EB0069C5}"/>
                </a:ext>
              </a:extLst>
            </p:cNvPr>
            <p:cNvSpPr>
              <a:spLocks noEditPoints="1"/>
            </p:cNvSpPr>
            <p:nvPr userDrawn="1"/>
          </p:nvSpPr>
          <p:spPr bwMode="auto">
            <a:xfrm>
              <a:off x="7004378" y="348199"/>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0"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8" name="Freeform 399">
              <a:extLst>
                <a:ext uri="{FF2B5EF4-FFF2-40B4-BE49-F238E27FC236}">
                  <a16:creationId xmlns:a16="http://schemas.microsoft.com/office/drawing/2014/main" id="{E1133A02-08A5-45A6-8DF5-ABAD62499258}"/>
                </a:ext>
              </a:extLst>
            </p:cNvPr>
            <p:cNvSpPr>
              <a:spLocks noEditPoints="1"/>
            </p:cNvSpPr>
            <p:nvPr userDrawn="1"/>
          </p:nvSpPr>
          <p:spPr bwMode="auto">
            <a:xfrm>
              <a:off x="8609909" y="1154978"/>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9" name="Freeform 400">
              <a:extLst>
                <a:ext uri="{FF2B5EF4-FFF2-40B4-BE49-F238E27FC236}">
                  <a16:creationId xmlns:a16="http://schemas.microsoft.com/office/drawing/2014/main" id="{44512072-F04D-4A38-8F25-E8723D789C98}"/>
                </a:ext>
              </a:extLst>
            </p:cNvPr>
            <p:cNvSpPr>
              <a:spLocks noEditPoints="1"/>
            </p:cNvSpPr>
            <p:nvPr userDrawn="1"/>
          </p:nvSpPr>
          <p:spPr bwMode="auto">
            <a:xfrm>
              <a:off x="8605895" y="1251310"/>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7 w 19"/>
                <a:gd name="T47" fmla="*/ 4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8" y="5"/>
                    <a:pt x="17" y="4"/>
                    <a:pt x="17" y="4"/>
                  </a:cubicBezTo>
                  <a:cubicBezTo>
                    <a:pt x="16" y="2"/>
                    <a:pt x="14"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0" name="Freeform 401">
              <a:extLst>
                <a:ext uri="{FF2B5EF4-FFF2-40B4-BE49-F238E27FC236}">
                  <a16:creationId xmlns:a16="http://schemas.microsoft.com/office/drawing/2014/main" id="{5A6C8A72-AC19-4DE3-9C3B-EA9BA98B74A1}"/>
                </a:ext>
              </a:extLst>
            </p:cNvPr>
            <p:cNvSpPr>
              <a:spLocks noEditPoints="1"/>
            </p:cNvSpPr>
            <p:nvPr userDrawn="1"/>
          </p:nvSpPr>
          <p:spPr bwMode="auto">
            <a:xfrm>
              <a:off x="8593854" y="1271379"/>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3 w 14"/>
                <a:gd name="T47" fmla="*/ 3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7"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1" name="Freeform 402">
              <a:extLst>
                <a:ext uri="{FF2B5EF4-FFF2-40B4-BE49-F238E27FC236}">
                  <a16:creationId xmlns:a16="http://schemas.microsoft.com/office/drawing/2014/main" id="{5DBA39E7-622A-44D4-9D6D-0584F3FDFD44}"/>
                </a:ext>
              </a:extLst>
            </p:cNvPr>
            <p:cNvSpPr>
              <a:spLocks noEditPoints="1"/>
            </p:cNvSpPr>
            <p:nvPr userDrawn="1"/>
          </p:nvSpPr>
          <p:spPr bwMode="auto">
            <a:xfrm>
              <a:off x="8595861" y="1291448"/>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2" name="Freeform 403">
              <a:extLst>
                <a:ext uri="{FF2B5EF4-FFF2-40B4-BE49-F238E27FC236}">
                  <a16:creationId xmlns:a16="http://schemas.microsoft.com/office/drawing/2014/main" id="{2C52DED8-A77E-4818-AE5C-CB27E4DAC86B}"/>
                </a:ext>
              </a:extLst>
            </p:cNvPr>
            <p:cNvSpPr>
              <a:spLocks noEditPoints="1"/>
            </p:cNvSpPr>
            <p:nvPr userDrawn="1"/>
          </p:nvSpPr>
          <p:spPr bwMode="auto">
            <a:xfrm>
              <a:off x="8804580"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3" name="Freeform 404">
              <a:extLst>
                <a:ext uri="{FF2B5EF4-FFF2-40B4-BE49-F238E27FC236}">
                  <a16:creationId xmlns:a16="http://schemas.microsoft.com/office/drawing/2014/main" id="{37A0C5EE-9F0A-4847-A1DC-405AEF0D97BF}"/>
                </a:ext>
              </a:extLst>
            </p:cNvPr>
            <p:cNvSpPr>
              <a:spLocks noEditPoints="1"/>
            </p:cNvSpPr>
            <p:nvPr userDrawn="1"/>
          </p:nvSpPr>
          <p:spPr bwMode="auto">
            <a:xfrm>
              <a:off x="8800566" y="1036571"/>
              <a:ext cx="42146" cy="42146"/>
            </a:xfrm>
            <a:custGeom>
              <a:avLst/>
              <a:gdLst>
                <a:gd name="T0" fmla="*/ 14 w 28"/>
                <a:gd name="T1" fmla="*/ 21 h 27"/>
                <a:gd name="T2" fmla="*/ 7 w 28"/>
                <a:gd name="T3" fmla="*/ 18 h 27"/>
                <a:gd name="T4" fmla="*/ 6 w 28"/>
                <a:gd name="T5" fmla="*/ 14 h 27"/>
                <a:gd name="T6" fmla="*/ 9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9"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4" name="Freeform 405">
              <a:extLst>
                <a:ext uri="{FF2B5EF4-FFF2-40B4-BE49-F238E27FC236}">
                  <a16:creationId xmlns:a16="http://schemas.microsoft.com/office/drawing/2014/main" id="{74D0D429-9542-49FB-9F6C-E0E1B89C67F1}"/>
                </a:ext>
              </a:extLst>
            </p:cNvPr>
            <p:cNvSpPr>
              <a:spLocks noEditPoints="1"/>
            </p:cNvSpPr>
            <p:nvPr userDrawn="1"/>
          </p:nvSpPr>
          <p:spPr bwMode="auto">
            <a:xfrm>
              <a:off x="8778490"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5" name="Freeform 407">
              <a:extLst>
                <a:ext uri="{FF2B5EF4-FFF2-40B4-BE49-F238E27FC236}">
                  <a16:creationId xmlns:a16="http://schemas.microsoft.com/office/drawing/2014/main" id="{68782584-C095-4712-8DFC-E56EB2B2F332}"/>
                </a:ext>
              </a:extLst>
            </p:cNvPr>
            <p:cNvSpPr>
              <a:spLocks noEditPoints="1"/>
            </p:cNvSpPr>
            <p:nvPr userDrawn="1"/>
          </p:nvSpPr>
          <p:spPr bwMode="auto">
            <a:xfrm>
              <a:off x="8780496" y="1108820"/>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3 w 19"/>
                <a:gd name="T17" fmla="*/ 15 h 19"/>
                <a:gd name="T18" fmla="*/ 11 w 19"/>
                <a:gd name="T19" fmla="*/ 12 h 19"/>
                <a:gd name="T20" fmla="*/ 9 w 19"/>
                <a:gd name="T21" fmla="*/ 13 h 19"/>
                <a:gd name="T22" fmla="*/ 9 w 19"/>
                <a:gd name="T23" fmla="*/ 0 h 19"/>
                <a:gd name="T24" fmla="*/ 9 w 19"/>
                <a:gd name="T25" fmla="*/ 0 h 19"/>
                <a:gd name="T26" fmla="*/ 5 w 19"/>
                <a:gd name="T27" fmla="*/ 2 h 19"/>
                <a:gd name="T28" fmla="*/ 0 w 19"/>
                <a:gd name="T29" fmla="*/ 10 h 19"/>
                <a:gd name="T30" fmla="*/ 2 w 19"/>
                <a:gd name="T31" fmla="*/ 14 h 19"/>
                <a:gd name="T32" fmla="*/ 9 w 19"/>
                <a:gd name="T33" fmla="*/ 19 h 19"/>
                <a:gd name="T34" fmla="*/ 9 w 19"/>
                <a:gd name="T35" fmla="*/ 19 h 19"/>
                <a:gd name="T36" fmla="*/ 14 w 19"/>
                <a:gd name="T37" fmla="*/ 17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3" y="15"/>
                    <a:pt x="13" y="15"/>
                    <a:pt x="13" y="15"/>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6" name="Freeform 408">
              <a:extLst>
                <a:ext uri="{FF2B5EF4-FFF2-40B4-BE49-F238E27FC236}">
                  <a16:creationId xmlns:a16="http://schemas.microsoft.com/office/drawing/2014/main" id="{E532B5C1-1732-4C68-96A4-8DEA4B68FA52}"/>
                </a:ext>
              </a:extLst>
            </p:cNvPr>
            <p:cNvSpPr>
              <a:spLocks noEditPoints="1"/>
            </p:cNvSpPr>
            <p:nvPr userDrawn="1"/>
          </p:nvSpPr>
          <p:spPr bwMode="auto">
            <a:xfrm>
              <a:off x="8407210" y="-283978"/>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9 h 77"/>
                <a:gd name="T30" fmla="*/ 11 w 79"/>
                <a:gd name="T31" fmla="*/ 64 h 77"/>
                <a:gd name="T32" fmla="*/ 15 w 79"/>
                <a:gd name="T33" fmla="*/ 68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5" y="68"/>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7" name="Freeform 409">
              <a:extLst>
                <a:ext uri="{FF2B5EF4-FFF2-40B4-BE49-F238E27FC236}">
                  <a16:creationId xmlns:a16="http://schemas.microsoft.com/office/drawing/2014/main" id="{B09C4BFC-807C-42E2-A302-30DCE5488F42}"/>
                </a:ext>
              </a:extLst>
            </p:cNvPr>
            <p:cNvSpPr>
              <a:spLocks noEditPoints="1"/>
            </p:cNvSpPr>
            <p:nvPr userDrawn="1"/>
          </p:nvSpPr>
          <p:spPr bwMode="auto">
            <a:xfrm>
              <a:off x="8405204" y="-187646"/>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2 w 19"/>
                <a:gd name="T13" fmla="*/ 7 h 18"/>
                <a:gd name="T14" fmla="*/ 13 w 19"/>
                <a:gd name="T15" fmla="*/ 9 h 18"/>
                <a:gd name="T16" fmla="*/ 11 w 19"/>
                <a:gd name="T17" fmla="*/ 12 h 18"/>
                <a:gd name="T18" fmla="*/ 13 w 19"/>
                <a:gd name="T19" fmla="*/ 14 h 18"/>
                <a:gd name="T20" fmla="*/ 11 w 19"/>
                <a:gd name="T21" fmla="*/ 12 h 18"/>
                <a:gd name="T22" fmla="*/ 9 w 19"/>
                <a:gd name="T23" fmla="*/ 12 h 18"/>
                <a:gd name="T24" fmla="*/ 9 w 19"/>
                <a:gd name="T25" fmla="*/ 0 h 18"/>
                <a:gd name="T26" fmla="*/ 9 w 19"/>
                <a:gd name="T27" fmla="*/ 0 h 18"/>
                <a:gd name="T28" fmla="*/ 5 w 19"/>
                <a:gd name="T29" fmla="*/ 1 h 18"/>
                <a:gd name="T30" fmla="*/ 0 w 19"/>
                <a:gd name="T31" fmla="*/ 9 h 18"/>
                <a:gd name="T32" fmla="*/ 1 w 19"/>
                <a:gd name="T33" fmla="*/ 13 h 18"/>
                <a:gd name="T34" fmla="*/ 5 w 19"/>
                <a:gd name="T35" fmla="*/ 16 h 18"/>
                <a:gd name="T36" fmla="*/ 6 w 19"/>
                <a:gd name="T37" fmla="*/ 17 h 18"/>
                <a:gd name="T38" fmla="*/ 9 w 19"/>
                <a:gd name="T39" fmla="*/ 18 h 18"/>
                <a:gd name="T40" fmla="*/ 9 w 19"/>
                <a:gd name="T41" fmla="*/ 18 h 18"/>
                <a:gd name="T42" fmla="*/ 14 w 19"/>
                <a:gd name="T43" fmla="*/ 17 h 18"/>
                <a:gd name="T44" fmla="*/ 14 w 19"/>
                <a:gd name="T45" fmla="*/ 17 h 18"/>
                <a:gd name="T46" fmla="*/ 19 w 19"/>
                <a:gd name="T47" fmla="*/ 9 h 18"/>
                <a:gd name="T48" fmla="*/ 18 w 19"/>
                <a:gd name="T49" fmla="*/ 5 h 18"/>
                <a:gd name="T50" fmla="*/ 17 w 19"/>
                <a:gd name="T51" fmla="*/ 4 h 18"/>
                <a:gd name="T52" fmla="*/ 17 w 19"/>
                <a:gd name="T53" fmla="*/ 4 h 18"/>
                <a:gd name="T54" fmla="*/ 13 w 19"/>
                <a:gd name="T55" fmla="*/ 0 h 18"/>
                <a:gd name="T56" fmla="*/ 9 w 19"/>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2" y="7"/>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8" y="5"/>
                    <a:pt x="17" y="4"/>
                    <a:pt x="17" y="4"/>
                  </a:cubicBezTo>
                  <a:cubicBezTo>
                    <a:pt x="17" y="4"/>
                    <a:pt x="17" y="4"/>
                    <a:pt x="17" y="4"/>
                  </a:cubicBezTo>
                  <a:cubicBezTo>
                    <a:pt x="16" y="2"/>
                    <a:pt x="15"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8" name="Freeform 410">
              <a:extLst>
                <a:ext uri="{FF2B5EF4-FFF2-40B4-BE49-F238E27FC236}">
                  <a16:creationId xmlns:a16="http://schemas.microsoft.com/office/drawing/2014/main" id="{311C220B-2EC9-4E3E-97A3-11346057FB21}"/>
                </a:ext>
              </a:extLst>
            </p:cNvPr>
            <p:cNvSpPr>
              <a:spLocks noEditPoints="1"/>
            </p:cNvSpPr>
            <p:nvPr userDrawn="1"/>
          </p:nvSpPr>
          <p:spPr bwMode="auto">
            <a:xfrm>
              <a:off x="8393162" y="-169584"/>
              <a:ext cx="20069" cy="22077"/>
            </a:xfrm>
            <a:custGeom>
              <a:avLst/>
              <a:gdLst>
                <a:gd name="T0" fmla="*/ 7 w 14"/>
                <a:gd name="T1" fmla="*/ 8 h 14"/>
                <a:gd name="T2" fmla="*/ 6 w 14"/>
                <a:gd name="T3" fmla="*/ 8 h 14"/>
                <a:gd name="T4" fmla="*/ 6 w 14"/>
                <a:gd name="T5" fmla="*/ 8 h 14"/>
                <a:gd name="T6" fmla="*/ 6 w 14"/>
                <a:gd name="T7" fmla="*/ 7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8 h 14"/>
                <a:gd name="T22" fmla="*/ 7 w 14"/>
                <a:gd name="T23" fmla="*/ 0 h 14"/>
                <a:gd name="T24" fmla="*/ 7 w 14"/>
                <a:gd name="T25" fmla="*/ 0 h 14"/>
                <a:gd name="T26" fmla="*/ 3 w 14"/>
                <a:gd name="T27" fmla="*/ 1 h 14"/>
                <a:gd name="T28" fmla="*/ 0 w 14"/>
                <a:gd name="T29" fmla="*/ 7 h 14"/>
                <a:gd name="T30" fmla="*/ 1 w 14"/>
                <a:gd name="T31" fmla="*/ 11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1" y="11"/>
                    <a:pt x="1" y="11"/>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9" name="Freeform 411">
              <a:extLst>
                <a:ext uri="{FF2B5EF4-FFF2-40B4-BE49-F238E27FC236}">
                  <a16:creationId xmlns:a16="http://schemas.microsoft.com/office/drawing/2014/main" id="{70626003-B3E8-40B0-91C0-017392E43CED}"/>
                </a:ext>
              </a:extLst>
            </p:cNvPr>
            <p:cNvSpPr>
              <a:spLocks noEditPoints="1"/>
            </p:cNvSpPr>
            <p:nvPr userDrawn="1"/>
          </p:nvSpPr>
          <p:spPr bwMode="auto">
            <a:xfrm>
              <a:off x="8395169" y="-147508"/>
              <a:ext cx="18063" cy="20069"/>
            </a:xfrm>
            <a:custGeom>
              <a:avLst/>
              <a:gdLst>
                <a:gd name="T0" fmla="*/ 6 w 13"/>
                <a:gd name="T1" fmla="*/ 6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6 w 13"/>
                <a:gd name="T19" fmla="*/ 6 h 13"/>
                <a:gd name="T20" fmla="*/ 7 w 13"/>
                <a:gd name="T21" fmla="*/ 0 h 13"/>
                <a:gd name="T22" fmla="*/ 7 w 13"/>
                <a:gd name="T23" fmla="*/ 0 h 13"/>
                <a:gd name="T24" fmla="*/ 4 w 13"/>
                <a:gd name="T25" fmla="*/ 0 h 13"/>
                <a:gd name="T26" fmla="*/ 3 w 13"/>
                <a:gd name="T27" fmla="*/ 1 h 13"/>
                <a:gd name="T28" fmla="*/ 3 w 13"/>
                <a:gd name="T29" fmla="*/ 1 h 13"/>
                <a:gd name="T30" fmla="*/ 0 w 13"/>
                <a:gd name="T31" fmla="*/ 6 h 13"/>
                <a:gd name="T32" fmla="*/ 1 w 13"/>
                <a:gd name="T33" fmla="*/ 10 h 13"/>
                <a:gd name="T34" fmla="*/ 1 w 13"/>
                <a:gd name="T35" fmla="*/ 10 h 13"/>
                <a:gd name="T36" fmla="*/ 1 w 13"/>
                <a:gd name="T37" fmla="*/ 10 h 13"/>
                <a:gd name="T38" fmla="*/ 7 w 13"/>
                <a:gd name="T39" fmla="*/ 13 h 13"/>
                <a:gd name="T40" fmla="*/ 7 w 13"/>
                <a:gd name="T41" fmla="*/ 13 h 13"/>
                <a:gd name="T42" fmla="*/ 10 w 13"/>
                <a:gd name="T43" fmla="*/ 12 h 13"/>
                <a:gd name="T44" fmla="*/ 9 w 13"/>
                <a:gd name="T45" fmla="*/ 9 h 13"/>
                <a:gd name="T46" fmla="*/ 10 w 13"/>
                <a:gd name="T47" fmla="*/ 12 h 13"/>
                <a:gd name="T48" fmla="*/ 13 w 13"/>
                <a:gd name="T49" fmla="*/ 6 h 13"/>
                <a:gd name="T50" fmla="*/ 12 w 13"/>
                <a:gd name="T51" fmla="*/ 3 h 13"/>
                <a:gd name="T52" fmla="*/ 12 w 13"/>
                <a:gd name="T53" fmla="*/ 3 h 13"/>
                <a:gd name="T54" fmla="*/ 9 w 13"/>
                <a:gd name="T55" fmla="*/ 0 h 13"/>
                <a:gd name="T56" fmla="*/ 7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6"/>
                    <a:pt x="6" y="6"/>
                    <a:pt x="6" y="6"/>
                  </a:cubicBezTo>
                  <a:moveTo>
                    <a:pt x="7" y="0"/>
                  </a:moveTo>
                  <a:cubicBezTo>
                    <a:pt x="7" y="0"/>
                    <a:pt x="7" y="0"/>
                    <a:pt x="7" y="0"/>
                  </a:cubicBezTo>
                  <a:cubicBezTo>
                    <a:pt x="6" y="0"/>
                    <a:pt x="5" y="0"/>
                    <a:pt x="4" y="0"/>
                  </a:cubicBezTo>
                  <a:cubicBezTo>
                    <a:pt x="4" y="0"/>
                    <a:pt x="4" y="1"/>
                    <a:pt x="3" y="1"/>
                  </a:cubicBezTo>
                  <a:cubicBezTo>
                    <a:pt x="3" y="1"/>
                    <a:pt x="3" y="1"/>
                    <a:pt x="3" y="1"/>
                  </a:cubicBezTo>
                  <a:cubicBezTo>
                    <a:pt x="1" y="2"/>
                    <a:pt x="0" y="4"/>
                    <a:pt x="0" y="6"/>
                  </a:cubicBezTo>
                  <a:cubicBezTo>
                    <a:pt x="0" y="7"/>
                    <a:pt x="1" y="9"/>
                    <a:pt x="1" y="10"/>
                  </a:cubicBezTo>
                  <a:cubicBezTo>
                    <a:pt x="1" y="10"/>
                    <a:pt x="1" y="10"/>
                    <a:pt x="1" y="10"/>
                  </a:cubicBezTo>
                  <a:cubicBezTo>
                    <a:pt x="1" y="10"/>
                    <a:pt x="1" y="10"/>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0" name="Freeform 412">
              <a:extLst>
                <a:ext uri="{FF2B5EF4-FFF2-40B4-BE49-F238E27FC236}">
                  <a16:creationId xmlns:a16="http://schemas.microsoft.com/office/drawing/2014/main" id="{D117F072-78D2-4A85-864B-21D75C9A3E12}"/>
                </a:ext>
              </a:extLst>
            </p:cNvPr>
            <p:cNvSpPr>
              <a:spLocks noEditPoints="1"/>
            </p:cNvSpPr>
            <p:nvPr userDrawn="1"/>
          </p:nvSpPr>
          <p:spPr bwMode="auto">
            <a:xfrm>
              <a:off x="7785067"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1" name="Freeform 413">
              <a:extLst>
                <a:ext uri="{FF2B5EF4-FFF2-40B4-BE49-F238E27FC236}">
                  <a16:creationId xmlns:a16="http://schemas.microsoft.com/office/drawing/2014/main" id="{AB0D2B9B-A325-4C96-B6AE-0FD29CD97DBE}"/>
                </a:ext>
              </a:extLst>
            </p:cNvPr>
            <p:cNvSpPr>
              <a:spLocks noEditPoints="1"/>
            </p:cNvSpPr>
            <p:nvPr userDrawn="1"/>
          </p:nvSpPr>
          <p:spPr bwMode="auto">
            <a:xfrm>
              <a:off x="7877385"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8 w 24"/>
                <a:gd name="T23" fmla="*/ 8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9" y="18"/>
                    <a:pt x="6" y="15"/>
                    <a:pt x="6" y="12"/>
                  </a:cubicBezTo>
                  <a:cubicBezTo>
                    <a:pt x="6" y="10"/>
                    <a:pt x="7" y="9"/>
                    <a:pt x="8" y="8"/>
                  </a:cubicBezTo>
                  <a:cubicBezTo>
                    <a:pt x="9" y="7"/>
                    <a:pt x="11"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2" name="Freeform 414">
              <a:extLst>
                <a:ext uri="{FF2B5EF4-FFF2-40B4-BE49-F238E27FC236}">
                  <a16:creationId xmlns:a16="http://schemas.microsoft.com/office/drawing/2014/main" id="{70DCCFE5-C4D1-4F53-BFEE-D9BAA1F76AA8}"/>
                </a:ext>
              </a:extLst>
            </p:cNvPr>
            <p:cNvSpPr>
              <a:spLocks/>
            </p:cNvSpPr>
            <p:nvPr userDrawn="1"/>
          </p:nvSpPr>
          <p:spPr bwMode="auto">
            <a:xfrm>
              <a:off x="7891434"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3" name="Freeform 415">
              <a:extLst>
                <a:ext uri="{FF2B5EF4-FFF2-40B4-BE49-F238E27FC236}">
                  <a16:creationId xmlns:a16="http://schemas.microsoft.com/office/drawing/2014/main" id="{A31EAC0B-71C5-4A1D-AB05-B6AC0D442F7B}"/>
                </a:ext>
              </a:extLst>
            </p:cNvPr>
            <p:cNvSpPr>
              <a:spLocks noEditPoints="1"/>
            </p:cNvSpPr>
            <p:nvPr userDrawn="1"/>
          </p:nvSpPr>
          <p:spPr bwMode="auto">
            <a:xfrm>
              <a:off x="7919531" y="30003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4" name="Freeform 416">
              <a:extLst>
                <a:ext uri="{FF2B5EF4-FFF2-40B4-BE49-F238E27FC236}">
                  <a16:creationId xmlns:a16="http://schemas.microsoft.com/office/drawing/2014/main" id="{C80D91CB-67A3-44CA-8F9D-8343135AC4FF}"/>
                </a:ext>
              </a:extLst>
            </p:cNvPr>
            <p:cNvSpPr>
              <a:spLocks noEditPoints="1"/>
            </p:cNvSpPr>
            <p:nvPr userDrawn="1"/>
          </p:nvSpPr>
          <p:spPr bwMode="auto">
            <a:xfrm>
              <a:off x="8003821" y="1514216"/>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5" name="Freeform 417">
              <a:extLst>
                <a:ext uri="{FF2B5EF4-FFF2-40B4-BE49-F238E27FC236}">
                  <a16:creationId xmlns:a16="http://schemas.microsoft.com/office/drawing/2014/main" id="{F36F39FE-DBC0-4618-B494-E08942AFEB91}"/>
                </a:ext>
              </a:extLst>
            </p:cNvPr>
            <p:cNvSpPr>
              <a:spLocks noEditPoints="1"/>
            </p:cNvSpPr>
            <p:nvPr userDrawn="1"/>
          </p:nvSpPr>
          <p:spPr bwMode="auto">
            <a:xfrm>
              <a:off x="8106173" y="1694838"/>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8 w 26"/>
                <a:gd name="T25" fmla="*/ 8 h 26"/>
                <a:gd name="T26" fmla="*/ 13 w 26"/>
                <a:gd name="T27" fmla="*/ 6 h 26"/>
                <a:gd name="T28" fmla="*/ 20 w 26"/>
                <a:gd name="T29" fmla="*/ 13 h 26"/>
                <a:gd name="T30" fmla="*/ 23 w 26"/>
                <a:gd name="T31" fmla="*/ 13 h 26"/>
                <a:gd name="T32" fmla="*/ 26 w 26"/>
                <a:gd name="T33" fmla="*/ 13 h 26"/>
                <a:gd name="T34" fmla="*/ 26 w 26"/>
                <a:gd name="T35" fmla="*/ 13 h 26"/>
                <a:gd name="T36" fmla="*/ 13 w 26"/>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11"/>
                    <a:pt x="7" y="10"/>
                    <a:pt x="8" y="8"/>
                  </a:cubicBezTo>
                  <a:cubicBezTo>
                    <a:pt x="10" y="7"/>
                    <a:pt x="11"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6" name="Freeform 418">
              <a:extLst>
                <a:ext uri="{FF2B5EF4-FFF2-40B4-BE49-F238E27FC236}">
                  <a16:creationId xmlns:a16="http://schemas.microsoft.com/office/drawing/2014/main" id="{96963C20-8457-4F81-834C-EB824C85CA4A}"/>
                </a:ext>
              </a:extLst>
            </p:cNvPr>
            <p:cNvSpPr>
              <a:spLocks/>
            </p:cNvSpPr>
            <p:nvPr userDrawn="1"/>
          </p:nvSpPr>
          <p:spPr bwMode="auto">
            <a:xfrm>
              <a:off x="8122228" y="1736983"/>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7" name="Freeform 419">
              <a:extLst>
                <a:ext uri="{FF2B5EF4-FFF2-40B4-BE49-F238E27FC236}">
                  <a16:creationId xmlns:a16="http://schemas.microsoft.com/office/drawing/2014/main" id="{97993557-06D6-4655-9956-930DEEB057C5}"/>
                </a:ext>
              </a:extLst>
            </p:cNvPr>
            <p:cNvSpPr>
              <a:spLocks noEditPoints="1"/>
            </p:cNvSpPr>
            <p:nvPr userDrawn="1"/>
          </p:nvSpPr>
          <p:spPr bwMode="auto">
            <a:xfrm>
              <a:off x="8154339" y="1753038"/>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8" name="Freeform 420">
              <a:extLst>
                <a:ext uri="{FF2B5EF4-FFF2-40B4-BE49-F238E27FC236}">
                  <a16:creationId xmlns:a16="http://schemas.microsoft.com/office/drawing/2014/main" id="{75DF536B-A486-43BF-A0AD-A554E56B2403}"/>
                </a:ext>
              </a:extLst>
            </p:cNvPr>
            <p:cNvSpPr>
              <a:spLocks noEditPoints="1"/>
            </p:cNvSpPr>
            <p:nvPr userDrawn="1"/>
          </p:nvSpPr>
          <p:spPr bwMode="auto">
            <a:xfrm>
              <a:off x="7961675" y="709444"/>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9" name="Freeform 421">
              <a:extLst>
                <a:ext uri="{FF2B5EF4-FFF2-40B4-BE49-F238E27FC236}">
                  <a16:creationId xmlns:a16="http://schemas.microsoft.com/office/drawing/2014/main" id="{1223943B-EAD0-4DD4-99A2-A7175A9C686F}"/>
                </a:ext>
              </a:extLst>
            </p:cNvPr>
            <p:cNvSpPr>
              <a:spLocks/>
            </p:cNvSpPr>
            <p:nvPr userDrawn="1"/>
          </p:nvSpPr>
          <p:spPr bwMode="auto">
            <a:xfrm>
              <a:off x="8058007"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8 w 24"/>
                <a:gd name="T19" fmla="*/ 8 h 24"/>
                <a:gd name="T20" fmla="*/ 12 w 24"/>
                <a:gd name="T21" fmla="*/ 6 h 24"/>
                <a:gd name="T22" fmla="*/ 18 w 24"/>
                <a:gd name="T23" fmla="*/ 12 h 24"/>
                <a:gd name="T24" fmla="*/ 21 w 24"/>
                <a:gd name="T25" fmla="*/ 12 h 24"/>
                <a:gd name="T26" fmla="*/ 24 w 24"/>
                <a:gd name="T27" fmla="*/ 12 h 24"/>
                <a:gd name="T28" fmla="*/ 24 w 24"/>
                <a:gd name="T29" fmla="*/ 12 h 24"/>
                <a:gd name="T30" fmla="*/ 12 w 2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11"/>
                    <a:pt x="7" y="9"/>
                    <a:pt x="8" y="8"/>
                  </a:cubicBezTo>
                  <a:cubicBezTo>
                    <a:pt x="9" y="7"/>
                    <a:pt x="10"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0" name="Freeform 422">
              <a:extLst>
                <a:ext uri="{FF2B5EF4-FFF2-40B4-BE49-F238E27FC236}">
                  <a16:creationId xmlns:a16="http://schemas.microsoft.com/office/drawing/2014/main" id="{C7AB8C27-A8A3-4ACA-9BF9-88446355946A}"/>
                </a:ext>
              </a:extLst>
            </p:cNvPr>
            <p:cNvSpPr>
              <a:spLocks/>
            </p:cNvSpPr>
            <p:nvPr userDrawn="1"/>
          </p:nvSpPr>
          <p:spPr bwMode="auto">
            <a:xfrm>
              <a:off x="8070049" y="906121"/>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1" name="Freeform 423">
              <a:extLst>
                <a:ext uri="{FF2B5EF4-FFF2-40B4-BE49-F238E27FC236}">
                  <a16:creationId xmlns:a16="http://schemas.microsoft.com/office/drawing/2014/main" id="{288DF657-0C96-472D-B11E-9B55C1B8E260}"/>
                </a:ext>
              </a:extLst>
            </p:cNvPr>
            <p:cNvSpPr>
              <a:spLocks noEditPoints="1"/>
            </p:cNvSpPr>
            <p:nvPr userDrawn="1"/>
          </p:nvSpPr>
          <p:spPr bwMode="auto">
            <a:xfrm>
              <a:off x="8098145"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2" name="Freeform 424">
              <a:extLst>
                <a:ext uri="{FF2B5EF4-FFF2-40B4-BE49-F238E27FC236}">
                  <a16:creationId xmlns:a16="http://schemas.microsoft.com/office/drawing/2014/main" id="{D7465A0B-D33D-43C3-AFFF-E8A231A91D47}"/>
                </a:ext>
              </a:extLst>
            </p:cNvPr>
            <p:cNvSpPr>
              <a:spLocks noEditPoints="1"/>
            </p:cNvSpPr>
            <p:nvPr userDrawn="1"/>
          </p:nvSpPr>
          <p:spPr bwMode="auto">
            <a:xfrm>
              <a:off x="7560293"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3" name="Freeform 425">
              <a:extLst>
                <a:ext uri="{FF2B5EF4-FFF2-40B4-BE49-F238E27FC236}">
                  <a16:creationId xmlns:a16="http://schemas.microsoft.com/office/drawing/2014/main" id="{A4F4E699-171B-4800-9583-C603859F6D37}"/>
                </a:ext>
              </a:extLst>
            </p:cNvPr>
            <p:cNvSpPr>
              <a:spLocks noEditPoints="1"/>
            </p:cNvSpPr>
            <p:nvPr userDrawn="1"/>
          </p:nvSpPr>
          <p:spPr bwMode="auto">
            <a:xfrm>
              <a:off x="7726867" y="1066674"/>
              <a:ext cx="38132"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8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0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4" name="Freeform 426">
              <a:extLst>
                <a:ext uri="{FF2B5EF4-FFF2-40B4-BE49-F238E27FC236}">
                  <a16:creationId xmlns:a16="http://schemas.microsoft.com/office/drawing/2014/main" id="{0E039876-D3C6-4BE1-AD43-F83D4A261832}"/>
                </a:ext>
              </a:extLst>
            </p:cNvPr>
            <p:cNvSpPr>
              <a:spLocks noEditPoints="1"/>
            </p:cNvSpPr>
            <p:nvPr userDrawn="1"/>
          </p:nvSpPr>
          <p:spPr bwMode="auto">
            <a:xfrm>
              <a:off x="7760984" y="1090757"/>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3" y="8"/>
                  </a:moveTo>
                  <a:cubicBezTo>
                    <a:pt x="15" y="6"/>
                    <a:pt x="15" y="6"/>
                    <a:pt x="15" y="6"/>
                  </a:cubicBezTo>
                  <a:cubicBezTo>
                    <a:pt x="13" y="8"/>
                    <a:pt x="13" y="8"/>
                    <a:pt x="13" y="8"/>
                  </a:cubicBezTo>
                  <a:cubicBezTo>
                    <a:pt x="14" y="8"/>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5" name="Freeform 427">
              <a:extLst>
                <a:ext uri="{FF2B5EF4-FFF2-40B4-BE49-F238E27FC236}">
                  <a16:creationId xmlns:a16="http://schemas.microsoft.com/office/drawing/2014/main" id="{E291B41B-DA1B-4367-BB8F-46634A83EE40}"/>
                </a:ext>
              </a:extLst>
            </p:cNvPr>
            <p:cNvSpPr>
              <a:spLocks noEditPoints="1"/>
            </p:cNvSpPr>
            <p:nvPr userDrawn="1"/>
          </p:nvSpPr>
          <p:spPr bwMode="auto">
            <a:xfrm>
              <a:off x="7793095" y="1088751"/>
              <a:ext cx="28097" cy="26090"/>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6 w 18"/>
                <a:gd name="T19" fmla="*/ 9 h 18"/>
                <a:gd name="T20" fmla="*/ 7 w 18"/>
                <a:gd name="T21" fmla="*/ 7 h 18"/>
                <a:gd name="T22" fmla="*/ 9 w 18"/>
                <a:gd name="T23" fmla="*/ 6 h 18"/>
                <a:gd name="T24" fmla="*/ 11 w 18"/>
                <a:gd name="T25" fmla="*/ 8 h 18"/>
                <a:gd name="T26" fmla="*/ 9 w 18"/>
                <a:gd name="T27" fmla="*/ 0 h 18"/>
                <a:gd name="T28" fmla="*/ 9 w 18"/>
                <a:gd name="T29" fmla="*/ 0 h 18"/>
                <a:gd name="T30" fmla="*/ 4 w 18"/>
                <a:gd name="T31" fmla="*/ 2 h 18"/>
                <a:gd name="T32" fmla="*/ 0 w 18"/>
                <a:gd name="T33" fmla="*/ 9 h 18"/>
                <a:gd name="T34" fmla="*/ 2 w 18"/>
                <a:gd name="T35" fmla="*/ 14 h 18"/>
                <a:gd name="T36" fmla="*/ 9 w 18"/>
                <a:gd name="T37" fmla="*/ 18 h 18"/>
                <a:gd name="T38" fmla="*/ 9 w 18"/>
                <a:gd name="T39" fmla="*/ 18 h 18"/>
                <a:gd name="T40" fmla="*/ 9 w 18"/>
                <a:gd name="T41" fmla="*/ 18 h 18"/>
                <a:gd name="T42" fmla="*/ 14 w 18"/>
                <a:gd name="T43" fmla="*/ 16 h 18"/>
                <a:gd name="T44" fmla="*/ 18 w 18"/>
                <a:gd name="T45" fmla="*/ 9 h 18"/>
                <a:gd name="T46" fmla="*/ 16 w 18"/>
                <a:gd name="T47" fmla="*/ 4 h 18"/>
                <a:gd name="T48" fmla="*/ 16 w 18"/>
                <a:gd name="T49" fmla="*/ 4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7" y="0"/>
                    <a:pt x="5" y="1"/>
                    <a:pt x="4" y="2"/>
                  </a:cubicBezTo>
                  <a:cubicBezTo>
                    <a:pt x="1"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6" name="Freeform 428">
              <a:extLst>
                <a:ext uri="{FF2B5EF4-FFF2-40B4-BE49-F238E27FC236}">
                  <a16:creationId xmlns:a16="http://schemas.microsoft.com/office/drawing/2014/main" id="{ECE83516-EFE7-42E0-9C2A-8D6F577661DB}"/>
                </a:ext>
              </a:extLst>
            </p:cNvPr>
            <p:cNvSpPr>
              <a:spLocks/>
            </p:cNvSpPr>
            <p:nvPr userDrawn="1"/>
          </p:nvSpPr>
          <p:spPr bwMode="auto">
            <a:xfrm>
              <a:off x="6233724"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7" name="Freeform 429">
              <a:extLst>
                <a:ext uri="{FF2B5EF4-FFF2-40B4-BE49-F238E27FC236}">
                  <a16:creationId xmlns:a16="http://schemas.microsoft.com/office/drawing/2014/main" id="{A5C2A760-AF98-4E14-A1EE-17C78B0E4B5D}"/>
                </a:ext>
              </a:extLst>
            </p:cNvPr>
            <p:cNvSpPr>
              <a:spLocks noEditPoints="1"/>
            </p:cNvSpPr>
            <p:nvPr userDrawn="1"/>
          </p:nvSpPr>
          <p:spPr bwMode="auto">
            <a:xfrm>
              <a:off x="6285904" y="835880"/>
              <a:ext cx="26091" cy="2006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8" name="Freeform 430">
              <a:extLst>
                <a:ext uri="{FF2B5EF4-FFF2-40B4-BE49-F238E27FC236}">
                  <a16:creationId xmlns:a16="http://schemas.microsoft.com/office/drawing/2014/main" id="{4967021E-7E17-49DC-939C-DDA374E960AF}"/>
                </a:ext>
              </a:extLst>
            </p:cNvPr>
            <p:cNvSpPr>
              <a:spLocks noEditPoints="1"/>
            </p:cNvSpPr>
            <p:nvPr userDrawn="1"/>
          </p:nvSpPr>
          <p:spPr bwMode="auto">
            <a:xfrm>
              <a:off x="6524726" y="811797"/>
              <a:ext cx="62215" cy="62215"/>
            </a:xfrm>
            <a:custGeom>
              <a:avLst/>
              <a:gdLst>
                <a:gd name="T0" fmla="*/ 35 w 41"/>
                <a:gd name="T1" fmla="*/ 10 h 41"/>
                <a:gd name="T2" fmla="*/ 35 w 41"/>
                <a:gd name="T3" fmla="*/ 10 h 41"/>
                <a:gd name="T4" fmla="*/ 37 w 41"/>
                <a:gd name="T5" fmla="*/ 9 h 41"/>
                <a:gd name="T6" fmla="*/ 35 w 41"/>
                <a:gd name="T7" fmla="*/ 10 h 41"/>
                <a:gd name="T8" fmla="*/ 20 w 41"/>
                <a:gd name="T9" fmla="*/ 35 h 41"/>
                <a:gd name="T10" fmla="*/ 9 w 41"/>
                <a:gd name="T11" fmla="*/ 29 h 41"/>
                <a:gd name="T12" fmla="*/ 6 w 41"/>
                <a:gd name="T13" fmla="*/ 21 h 41"/>
                <a:gd name="T14" fmla="*/ 12 w 41"/>
                <a:gd name="T15" fmla="*/ 9 h 41"/>
                <a:gd name="T16" fmla="*/ 20 w 41"/>
                <a:gd name="T17" fmla="*/ 6 h 41"/>
                <a:gd name="T18" fmla="*/ 32 w 41"/>
                <a:gd name="T19" fmla="*/ 12 h 41"/>
                <a:gd name="T20" fmla="*/ 32 w 41"/>
                <a:gd name="T21" fmla="*/ 12 h 41"/>
                <a:gd name="T22" fmla="*/ 35 w 41"/>
                <a:gd name="T23" fmla="*/ 21 h 41"/>
                <a:gd name="T24" fmla="*/ 29 w 41"/>
                <a:gd name="T25" fmla="*/ 32 h 41"/>
                <a:gd name="T26" fmla="*/ 20 w 41"/>
                <a:gd name="T27" fmla="*/ 35 h 41"/>
                <a:gd name="T28" fmla="*/ 20 w 41"/>
                <a:gd name="T29" fmla="*/ 0 h 41"/>
                <a:gd name="T30" fmla="*/ 20 w 41"/>
                <a:gd name="T31" fmla="*/ 0 h 41"/>
                <a:gd name="T32" fmla="*/ 8 w 41"/>
                <a:gd name="T33" fmla="*/ 4 h 41"/>
                <a:gd name="T34" fmla="*/ 0 w 41"/>
                <a:gd name="T35" fmla="*/ 21 h 41"/>
                <a:gd name="T36" fmla="*/ 4 w 41"/>
                <a:gd name="T37" fmla="*/ 33 h 41"/>
                <a:gd name="T38" fmla="*/ 20 w 41"/>
                <a:gd name="T39" fmla="*/ 41 h 41"/>
                <a:gd name="T40" fmla="*/ 20 w 41"/>
                <a:gd name="T41" fmla="*/ 41 h 41"/>
                <a:gd name="T42" fmla="*/ 33 w 41"/>
                <a:gd name="T43" fmla="*/ 37 h 41"/>
                <a:gd name="T44" fmla="*/ 41 w 41"/>
                <a:gd name="T45" fmla="*/ 21 h 41"/>
                <a:gd name="T46" fmla="*/ 37 w 41"/>
                <a:gd name="T47" fmla="*/ 9 h 41"/>
                <a:gd name="T48" fmla="*/ 37 w 41"/>
                <a:gd name="T49" fmla="*/ 9 h 41"/>
                <a:gd name="T50" fmla="*/ 20 w 4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1">
                  <a:moveTo>
                    <a:pt x="35" y="10"/>
                  </a:moveTo>
                  <a:cubicBezTo>
                    <a:pt x="35" y="10"/>
                    <a:pt x="35" y="10"/>
                    <a:pt x="35" y="10"/>
                  </a:cubicBezTo>
                  <a:cubicBezTo>
                    <a:pt x="37" y="9"/>
                    <a:pt x="37" y="9"/>
                    <a:pt x="37" y="9"/>
                  </a:cubicBezTo>
                  <a:cubicBezTo>
                    <a:pt x="35" y="10"/>
                    <a:pt x="35" y="10"/>
                    <a:pt x="35" y="10"/>
                  </a:cubicBezTo>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4"/>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9" name="Freeform 431">
              <a:extLst>
                <a:ext uri="{FF2B5EF4-FFF2-40B4-BE49-F238E27FC236}">
                  <a16:creationId xmlns:a16="http://schemas.microsoft.com/office/drawing/2014/main" id="{0C0C1F4B-BF0B-43DE-9085-C31058E23553}"/>
                </a:ext>
              </a:extLst>
            </p:cNvPr>
            <p:cNvSpPr>
              <a:spLocks noEditPoints="1"/>
            </p:cNvSpPr>
            <p:nvPr userDrawn="1"/>
          </p:nvSpPr>
          <p:spPr bwMode="auto">
            <a:xfrm>
              <a:off x="6584933" y="859963"/>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1"/>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0" name="Freeform 432">
              <a:extLst>
                <a:ext uri="{FF2B5EF4-FFF2-40B4-BE49-F238E27FC236}">
                  <a16:creationId xmlns:a16="http://schemas.microsoft.com/office/drawing/2014/main" id="{1D8759B3-849B-4280-A399-A772AB0FC946}"/>
                </a:ext>
              </a:extLst>
            </p:cNvPr>
            <p:cNvSpPr>
              <a:spLocks/>
            </p:cNvSpPr>
            <p:nvPr userDrawn="1"/>
          </p:nvSpPr>
          <p:spPr bwMode="auto">
            <a:xfrm>
              <a:off x="6645140" y="855949"/>
              <a:ext cx="40138" cy="36124"/>
            </a:xfrm>
            <a:custGeom>
              <a:avLst/>
              <a:gdLst>
                <a:gd name="T0" fmla="*/ 13 w 26"/>
                <a:gd name="T1" fmla="*/ 0 h 25"/>
                <a:gd name="T2" fmla="*/ 13 w 26"/>
                <a:gd name="T3" fmla="*/ 0 h 25"/>
                <a:gd name="T4" fmla="*/ 5 w 26"/>
                <a:gd name="T5" fmla="*/ 2 h 25"/>
                <a:gd name="T6" fmla="*/ 0 w 26"/>
                <a:gd name="T7" fmla="*/ 12 h 25"/>
                <a:gd name="T8" fmla="*/ 3 w 26"/>
                <a:gd name="T9" fmla="*/ 20 h 25"/>
                <a:gd name="T10" fmla="*/ 13 w 26"/>
                <a:gd name="T11" fmla="*/ 25 h 25"/>
                <a:gd name="T12" fmla="*/ 13 w 26"/>
                <a:gd name="T13" fmla="*/ 25 h 25"/>
                <a:gd name="T14" fmla="*/ 13 w 26"/>
                <a:gd name="T15" fmla="*/ 25 h 25"/>
                <a:gd name="T16" fmla="*/ 21 w 26"/>
                <a:gd name="T17" fmla="*/ 23 h 25"/>
                <a:gd name="T18" fmla="*/ 26 w 26"/>
                <a:gd name="T19" fmla="*/ 12 h 25"/>
                <a:gd name="T20" fmla="*/ 24 w 26"/>
                <a:gd name="T21" fmla="*/ 5 h 25"/>
                <a:gd name="T22" fmla="*/ 21 w 26"/>
                <a:gd name="T23" fmla="*/ 6 h 25"/>
                <a:gd name="T24" fmla="*/ 19 w 26"/>
                <a:gd name="T25" fmla="*/ 8 h 25"/>
                <a:gd name="T26" fmla="*/ 20 w 26"/>
                <a:gd name="T27" fmla="*/ 12 h 25"/>
                <a:gd name="T28" fmla="*/ 18 w 26"/>
                <a:gd name="T29" fmla="*/ 18 h 25"/>
                <a:gd name="T30" fmla="*/ 13 w 26"/>
                <a:gd name="T31" fmla="*/ 19 h 25"/>
                <a:gd name="T32" fmla="*/ 8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1" name="Freeform 433">
              <a:extLst>
                <a:ext uri="{FF2B5EF4-FFF2-40B4-BE49-F238E27FC236}">
                  <a16:creationId xmlns:a16="http://schemas.microsoft.com/office/drawing/2014/main" id="{90738E9A-A5C3-4978-B025-71FDED438EFC}"/>
                </a:ext>
              </a:extLst>
            </p:cNvPr>
            <p:cNvSpPr>
              <a:spLocks/>
            </p:cNvSpPr>
            <p:nvPr userDrawn="1"/>
          </p:nvSpPr>
          <p:spPr bwMode="auto">
            <a:xfrm>
              <a:off x="7443892" y="245847"/>
              <a:ext cx="166574" cy="156539"/>
            </a:xfrm>
            <a:custGeom>
              <a:avLst/>
              <a:gdLst>
                <a:gd name="T0" fmla="*/ 53 w 111"/>
                <a:gd name="T1" fmla="*/ 0 h 103"/>
                <a:gd name="T2" fmla="*/ 22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8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2" name="Freeform 434">
              <a:extLst>
                <a:ext uri="{FF2B5EF4-FFF2-40B4-BE49-F238E27FC236}">
                  <a16:creationId xmlns:a16="http://schemas.microsoft.com/office/drawing/2014/main" id="{F0B6B67E-53E7-44FA-A337-7B23021D28FD}"/>
                </a:ext>
              </a:extLst>
            </p:cNvPr>
            <p:cNvSpPr>
              <a:spLocks noEditPoints="1"/>
            </p:cNvSpPr>
            <p:nvPr userDrawn="1"/>
          </p:nvSpPr>
          <p:spPr bwMode="auto">
            <a:xfrm>
              <a:off x="7423823" y="247854"/>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3" name="Freeform 435">
              <a:extLst>
                <a:ext uri="{FF2B5EF4-FFF2-40B4-BE49-F238E27FC236}">
                  <a16:creationId xmlns:a16="http://schemas.microsoft.com/office/drawing/2014/main" id="{3DE5650B-515F-4C9D-9EF9-369D98EE46FD}"/>
                </a:ext>
              </a:extLst>
            </p:cNvPr>
            <p:cNvSpPr>
              <a:spLocks noEditPoints="1"/>
            </p:cNvSpPr>
            <p:nvPr userDrawn="1"/>
          </p:nvSpPr>
          <p:spPr bwMode="auto">
            <a:xfrm>
              <a:off x="7399740" y="233806"/>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3 w 19"/>
                <a:gd name="T11" fmla="*/ 10 h 18"/>
                <a:gd name="T12" fmla="*/ 13 w 19"/>
                <a:gd name="T13" fmla="*/ 10 h 18"/>
                <a:gd name="T14" fmla="*/ 12 w 19"/>
                <a:gd name="T15" fmla="*/ 11 h 18"/>
                <a:gd name="T16" fmla="*/ 10 w 19"/>
                <a:gd name="T17" fmla="*/ 12 h 18"/>
                <a:gd name="T18" fmla="*/ 10 w 19"/>
                <a:gd name="T19" fmla="*/ 12 h 18"/>
                <a:gd name="T20" fmla="*/ 8 w 19"/>
                <a:gd name="T21" fmla="*/ 12 h 18"/>
                <a:gd name="T22" fmla="*/ 6 w 19"/>
                <a:gd name="T23" fmla="*/ 9 h 18"/>
                <a:gd name="T24" fmla="*/ 6 w 19"/>
                <a:gd name="T25" fmla="*/ 8 h 18"/>
                <a:gd name="T26" fmla="*/ 6 w 19"/>
                <a:gd name="T27" fmla="*/ 8 h 18"/>
                <a:gd name="T28" fmla="*/ 7 w 19"/>
                <a:gd name="T29" fmla="*/ 7 h 18"/>
                <a:gd name="T30" fmla="*/ 9 w 19"/>
                <a:gd name="T31" fmla="*/ 6 h 18"/>
                <a:gd name="T32" fmla="*/ 9 w 19"/>
                <a:gd name="T33" fmla="*/ 6 h 18"/>
                <a:gd name="T34" fmla="*/ 10 w 19"/>
                <a:gd name="T35" fmla="*/ 6 h 18"/>
                <a:gd name="T36" fmla="*/ 9 w 19"/>
                <a:gd name="T37" fmla="*/ 0 h 18"/>
                <a:gd name="T38" fmla="*/ 4 w 19"/>
                <a:gd name="T39" fmla="*/ 2 h 18"/>
                <a:gd name="T40" fmla="*/ 1 w 19"/>
                <a:gd name="T41" fmla="*/ 6 h 18"/>
                <a:gd name="T42" fmla="*/ 1 w 19"/>
                <a:gd name="T43" fmla="*/ 6 h 18"/>
                <a:gd name="T44" fmla="*/ 0 w 19"/>
                <a:gd name="T45" fmla="*/ 9 h 18"/>
                <a:gd name="T46" fmla="*/ 6 w 19"/>
                <a:gd name="T47" fmla="*/ 17 h 18"/>
                <a:gd name="T48" fmla="*/ 10 w 19"/>
                <a:gd name="T49" fmla="*/ 18 h 18"/>
                <a:gd name="T50" fmla="*/ 15 w 19"/>
                <a:gd name="T51" fmla="*/ 16 h 18"/>
                <a:gd name="T52" fmla="*/ 18 w 19"/>
                <a:gd name="T53" fmla="*/ 12 h 18"/>
                <a:gd name="T54" fmla="*/ 18 w 19"/>
                <a:gd name="T55" fmla="*/ 12 h 18"/>
                <a:gd name="T56" fmla="*/ 19 w 19"/>
                <a:gd name="T57" fmla="*/ 9 h 18"/>
                <a:gd name="T58" fmla="*/ 13 w 19"/>
                <a:gd name="T59" fmla="*/ 1 h 18"/>
                <a:gd name="T60" fmla="*/ 13 w 19"/>
                <a:gd name="T61" fmla="*/ 1 h 18"/>
                <a:gd name="T62" fmla="*/ 9 w 19"/>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3" y="10"/>
                    <a:pt x="13" y="10"/>
                    <a:pt x="13" y="10"/>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4" name="Freeform 436">
              <a:extLst>
                <a:ext uri="{FF2B5EF4-FFF2-40B4-BE49-F238E27FC236}">
                  <a16:creationId xmlns:a16="http://schemas.microsoft.com/office/drawing/2014/main" id="{3174C0DA-688B-41ED-BE8B-2A0DD9A1BA2B}"/>
                </a:ext>
              </a:extLst>
            </p:cNvPr>
            <p:cNvSpPr>
              <a:spLocks noEditPoints="1"/>
            </p:cNvSpPr>
            <p:nvPr userDrawn="1"/>
          </p:nvSpPr>
          <p:spPr bwMode="auto">
            <a:xfrm>
              <a:off x="7395726" y="209723"/>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6 w 16"/>
                <a:gd name="T17" fmla="*/ 7 h 15"/>
                <a:gd name="T18" fmla="*/ 6 w 16"/>
                <a:gd name="T19" fmla="*/ 7 h 15"/>
                <a:gd name="T20" fmla="*/ 7 w 16"/>
                <a:gd name="T21" fmla="*/ 6 h 15"/>
                <a:gd name="T22" fmla="*/ 8 w 16"/>
                <a:gd name="T23" fmla="*/ 6 h 15"/>
                <a:gd name="T24" fmla="*/ 8 w 16"/>
                <a:gd name="T25" fmla="*/ 6 h 15"/>
                <a:gd name="T26" fmla="*/ 9 w 16"/>
                <a:gd name="T27" fmla="*/ 6 h 15"/>
                <a:gd name="T28" fmla="*/ 8 w 16"/>
                <a:gd name="T29" fmla="*/ 0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13 w 16"/>
                <a:gd name="T43" fmla="*/ 14 h 15"/>
                <a:gd name="T44" fmla="*/ 16 w 16"/>
                <a:gd name="T45" fmla="*/ 10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10" y="15"/>
                    <a:pt x="12" y="15"/>
                    <a:pt x="13" y="14"/>
                  </a:cubicBezTo>
                  <a:cubicBezTo>
                    <a:pt x="14" y="13"/>
                    <a:pt x="15" y="12"/>
                    <a:pt x="16" y="10"/>
                  </a:cubicBezTo>
                  <a:cubicBezTo>
                    <a:pt x="16" y="10"/>
                    <a:pt x="16" y="10"/>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5" name="Freeform 437">
              <a:extLst>
                <a:ext uri="{FF2B5EF4-FFF2-40B4-BE49-F238E27FC236}">
                  <a16:creationId xmlns:a16="http://schemas.microsoft.com/office/drawing/2014/main" id="{D4C1B9B8-7E1F-48F7-BB52-85C204A25DEC}"/>
                </a:ext>
              </a:extLst>
            </p:cNvPr>
            <p:cNvSpPr>
              <a:spLocks noEditPoints="1"/>
            </p:cNvSpPr>
            <p:nvPr userDrawn="1"/>
          </p:nvSpPr>
          <p:spPr bwMode="auto">
            <a:xfrm>
              <a:off x="7345554" y="-11038"/>
              <a:ext cx="152525"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0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6" name="Freeform 438">
              <a:extLst>
                <a:ext uri="{FF2B5EF4-FFF2-40B4-BE49-F238E27FC236}">
                  <a16:creationId xmlns:a16="http://schemas.microsoft.com/office/drawing/2014/main" id="{63B371B2-0484-4F31-9B6D-B7AFDDAF6996}"/>
                </a:ext>
              </a:extLst>
            </p:cNvPr>
            <p:cNvSpPr>
              <a:spLocks noEditPoints="1"/>
            </p:cNvSpPr>
            <p:nvPr userDrawn="1"/>
          </p:nvSpPr>
          <p:spPr bwMode="auto">
            <a:xfrm>
              <a:off x="7341540" y="115397"/>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7" name="Freeform 439">
              <a:extLst>
                <a:ext uri="{FF2B5EF4-FFF2-40B4-BE49-F238E27FC236}">
                  <a16:creationId xmlns:a16="http://schemas.microsoft.com/office/drawing/2014/main" id="{7B47B385-74FD-4221-BB94-BD6477F3C257}"/>
                </a:ext>
              </a:extLst>
            </p:cNvPr>
            <p:cNvSpPr>
              <a:spLocks noEditPoints="1"/>
            </p:cNvSpPr>
            <p:nvPr userDrawn="1"/>
          </p:nvSpPr>
          <p:spPr bwMode="auto">
            <a:xfrm>
              <a:off x="7323477" y="141488"/>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7 w 18"/>
                <a:gd name="T19" fmla="*/ 7 h 17"/>
                <a:gd name="T20" fmla="*/ 9 w 18"/>
                <a:gd name="T21" fmla="*/ 0 h 17"/>
                <a:gd name="T22" fmla="*/ 1 w 18"/>
                <a:gd name="T23" fmla="*/ 5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cubicBezTo>
                    <a:pt x="7" y="7"/>
                    <a:pt x="7" y="7"/>
                    <a:pt x="7" y="7"/>
                  </a:cubicBezTo>
                  <a:moveTo>
                    <a:pt x="9" y="0"/>
                  </a:moveTo>
                  <a:cubicBezTo>
                    <a:pt x="6" y="0"/>
                    <a:pt x="3" y="2"/>
                    <a:pt x="1" y="5"/>
                  </a:cubicBezTo>
                  <a:cubicBezTo>
                    <a:pt x="1" y="5"/>
                    <a:pt x="1" y="5"/>
                    <a:pt x="1" y="5"/>
                  </a:cubicBezTo>
                  <a:cubicBezTo>
                    <a:pt x="1" y="5"/>
                    <a:pt x="1" y="5"/>
                    <a:pt x="1" y="5"/>
                  </a:cubicBezTo>
                  <a:cubicBezTo>
                    <a:pt x="1" y="6"/>
                    <a:pt x="0" y="7"/>
                    <a:pt x="0" y="9"/>
                  </a:cubicBezTo>
                  <a:cubicBezTo>
                    <a:pt x="0" y="12"/>
                    <a:pt x="2" y="15"/>
                    <a:pt x="5" y="16"/>
                  </a:cubicBezTo>
                  <a:cubicBezTo>
                    <a:pt x="7" y="17"/>
                    <a:pt x="8" y="17"/>
                    <a:pt x="9" y="17"/>
                  </a:cubicBezTo>
                  <a:cubicBezTo>
                    <a:pt x="12" y="17"/>
                    <a:pt x="15" y="15"/>
                    <a:pt x="17" y="12"/>
                  </a:cubicBezTo>
                  <a:cubicBezTo>
                    <a:pt x="18" y="11"/>
                    <a:pt x="18" y="10"/>
                    <a:pt x="18" y="9"/>
                  </a:cubicBezTo>
                  <a:cubicBezTo>
                    <a:pt x="18" y="5"/>
                    <a:pt x="16" y="2"/>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8" name="Freeform 440">
              <a:extLst>
                <a:ext uri="{FF2B5EF4-FFF2-40B4-BE49-F238E27FC236}">
                  <a16:creationId xmlns:a16="http://schemas.microsoft.com/office/drawing/2014/main" id="{047A0167-91E4-4175-8DCE-1044C68E7A65}"/>
                </a:ext>
              </a:extLst>
            </p:cNvPr>
            <p:cNvSpPr>
              <a:spLocks noEditPoints="1"/>
            </p:cNvSpPr>
            <p:nvPr userDrawn="1"/>
          </p:nvSpPr>
          <p:spPr bwMode="auto">
            <a:xfrm>
              <a:off x="7299394" y="143494"/>
              <a:ext cx="22077" cy="24083"/>
            </a:xfrm>
            <a:custGeom>
              <a:avLst/>
              <a:gdLst>
                <a:gd name="T0" fmla="*/ 9 w 15"/>
                <a:gd name="T1" fmla="*/ 8 h 15"/>
                <a:gd name="T2" fmla="*/ 9 w 15"/>
                <a:gd name="T3" fmla="*/ 8 h 15"/>
                <a:gd name="T4" fmla="*/ 9 w 15"/>
                <a:gd name="T5" fmla="*/ 8 h 15"/>
                <a:gd name="T6" fmla="*/ 9 w 15"/>
                <a:gd name="T7" fmla="*/ 8 h 15"/>
                <a:gd name="T8" fmla="*/ 6 w 15"/>
                <a:gd name="T9" fmla="*/ 7 h 15"/>
                <a:gd name="T10" fmla="*/ 8 w 15"/>
                <a:gd name="T11" fmla="*/ 6 h 15"/>
                <a:gd name="T12" fmla="*/ 9 w 15"/>
                <a:gd name="T13" fmla="*/ 6 h 15"/>
                <a:gd name="T14" fmla="*/ 9 w 15"/>
                <a:gd name="T15" fmla="*/ 7 h 15"/>
                <a:gd name="T16" fmla="*/ 9 w 15"/>
                <a:gd name="T17" fmla="*/ 8 h 15"/>
                <a:gd name="T18" fmla="*/ 8 w 15"/>
                <a:gd name="T19" fmla="*/ 9 h 15"/>
                <a:gd name="T20" fmla="*/ 7 w 15"/>
                <a:gd name="T21" fmla="*/ 9 h 15"/>
                <a:gd name="T22" fmla="*/ 6 w 15"/>
                <a:gd name="T23" fmla="*/ 7 h 15"/>
                <a:gd name="T24" fmla="*/ 6 w 15"/>
                <a:gd name="T25" fmla="*/ 7 h 15"/>
                <a:gd name="T26" fmla="*/ 8 w 15"/>
                <a:gd name="T27" fmla="*/ 0 h 15"/>
                <a:gd name="T28" fmla="*/ 1 w 15"/>
                <a:gd name="T29" fmla="*/ 4 h 15"/>
                <a:gd name="T30" fmla="*/ 4 w 15"/>
                <a:gd name="T31" fmla="*/ 5 h 15"/>
                <a:gd name="T32" fmla="*/ 1 w 15"/>
                <a:gd name="T33" fmla="*/ 4 h 15"/>
                <a:gd name="T34" fmla="*/ 0 w 15"/>
                <a:gd name="T35" fmla="*/ 7 h 15"/>
                <a:gd name="T36" fmla="*/ 4 w 15"/>
                <a:gd name="T37" fmla="*/ 14 h 15"/>
                <a:gd name="T38" fmla="*/ 8 w 15"/>
                <a:gd name="T39" fmla="*/ 15 h 15"/>
                <a:gd name="T40" fmla="*/ 8 w 15"/>
                <a:gd name="T41" fmla="*/ 15 h 15"/>
                <a:gd name="T42" fmla="*/ 15 w 15"/>
                <a:gd name="T43" fmla="*/ 11 h 15"/>
                <a:gd name="T44" fmla="*/ 15 w 15"/>
                <a:gd name="T45" fmla="*/ 11 h 15"/>
                <a:gd name="T46" fmla="*/ 15 w 15"/>
                <a:gd name="T47" fmla="*/ 7 h 15"/>
                <a:gd name="T48" fmla="*/ 11 w 15"/>
                <a:gd name="T49" fmla="*/ 0 h 15"/>
                <a:gd name="T50" fmla="*/ 8 w 15"/>
                <a:gd name="T51" fmla="*/ 0 h 15"/>
                <a:gd name="T52" fmla="*/ 8 w 15"/>
                <a:gd name="T53" fmla="*/ 0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9" y="8"/>
                  </a:moveTo>
                  <a:cubicBezTo>
                    <a:pt x="9" y="8"/>
                    <a:pt x="9" y="8"/>
                    <a:pt x="9" y="8"/>
                  </a:cubicBezTo>
                  <a:cubicBezTo>
                    <a:pt x="9" y="8"/>
                    <a:pt x="9" y="8"/>
                    <a:pt x="9" y="8"/>
                  </a:cubicBezTo>
                  <a:cubicBezTo>
                    <a:pt x="9" y="8"/>
                    <a:pt x="9" y="8"/>
                    <a:pt x="9" y="8"/>
                  </a:cubicBezTo>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9" name="Freeform 441">
              <a:extLst>
                <a:ext uri="{FF2B5EF4-FFF2-40B4-BE49-F238E27FC236}">
                  <a16:creationId xmlns:a16="http://schemas.microsoft.com/office/drawing/2014/main" id="{23592663-0794-49E0-AE94-68D4B0E0889D}"/>
                </a:ext>
              </a:extLst>
            </p:cNvPr>
            <p:cNvSpPr>
              <a:spLocks noEditPoints="1"/>
            </p:cNvSpPr>
            <p:nvPr userDrawn="1"/>
          </p:nvSpPr>
          <p:spPr bwMode="auto">
            <a:xfrm>
              <a:off x="7835240" y="1357677"/>
              <a:ext cx="150519"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50" y="98"/>
                    <a:pt x="50" y="98"/>
                    <a:pt x="50" y="98"/>
                  </a:cubicBezTo>
                  <a:cubicBezTo>
                    <a:pt x="69" y="98"/>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0" name="Freeform 442">
              <a:extLst>
                <a:ext uri="{FF2B5EF4-FFF2-40B4-BE49-F238E27FC236}">
                  <a16:creationId xmlns:a16="http://schemas.microsoft.com/office/drawing/2014/main" id="{A26AF4E6-74B1-42FF-BA0A-8600A9E0EAE7}"/>
                </a:ext>
              </a:extLst>
            </p:cNvPr>
            <p:cNvSpPr>
              <a:spLocks noEditPoints="1"/>
            </p:cNvSpPr>
            <p:nvPr userDrawn="1"/>
          </p:nvSpPr>
          <p:spPr bwMode="auto">
            <a:xfrm>
              <a:off x="7829219"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4 w 22"/>
                <a:gd name="T27" fmla="*/ 7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1" name="Freeform 443">
              <a:extLst>
                <a:ext uri="{FF2B5EF4-FFF2-40B4-BE49-F238E27FC236}">
                  <a16:creationId xmlns:a16="http://schemas.microsoft.com/office/drawing/2014/main" id="{3535EC98-83C0-48C0-9E8A-480A27C00F20}"/>
                </a:ext>
              </a:extLst>
            </p:cNvPr>
            <p:cNvSpPr>
              <a:spLocks noEditPoints="1"/>
            </p:cNvSpPr>
            <p:nvPr userDrawn="1"/>
          </p:nvSpPr>
          <p:spPr bwMode="auto">
            <a:xfrm>
              <a:off x="7811158" y="1508195"/>
              <a:ext cx="28097"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2" name="Freeform 444">
              <a:extLst>
                <a:ext uri="{FF2B5EF4-FFF2-40B4-BE49-F238E27FC236}">
                  <a16:creationId xmlns:a16="http://schemas.microsoft.com/office/drawing/2014/main" id="{0A338F69-E666-4E91-B144-189B6109359E}"/>
                </a:ext>
              </a:extLst>
            </p:cNvPr>
            <p:cNvSpPr>
              <a:spLocks noEditPoints="1"/>
            </p:cNvSpPr>
            <p:nvPr userDrawn="1"/>
          </p:nvSpPr>
          <p:spPr bwMode="auto">
            <a:xfrm>
              <a:off x="7787075" y="1512209"/>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8"/>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3" name="Freeform 445">
              <a:extLst>
                <a:ext uri="{FF2B5EF4-FFF2-40B4-BE49-F238E27FC236}">
                  <a16:creationId xmlns:a16="http://schemas.microsoft.com/office/drawing/2014/main" id="{120711DC-B5B4-4017-A663-7D1A2311AB45}"/>
                </a:ext>
              </a:extLst>
            </p:cNvPr>
            <p:cNvSpPr>
              <a:spLocks noEditPoints="1"/>
            </p:cNvSpPr>
            <p:nvPr userDrawn="1"/>
          </p:nvSpPr>
          <p:spPr bwMode="auto">
            <a:xfrm>
              <a:off x="7251228" y="1526258"/>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4" name="Freeform 446">
              <a:extLst>
                <a:ext uri="{FF2B5EF4-FFF2-40B4-BE49-F238E27FC236}">
                  <a16:creationId xmlns:a16="http://schemas.microsoft.com/office/drawing/2014/main" id="{2565928E-6C19-4368-8E49-182C97090740}"/>
                </a:ext>
              </a:extLst>
            </p:cNvPr>
            <p:cNvSpPr>
              <a:spLocks noEditPoints="1"/>
            </p:cNvSpPr>
            <p:nvPr userDrawn="1"/>
          </p:nvSpPr>
          <p:spPr bwMode="auto">
            <a:xfrm>
              <a:off x="7245208" y="1652693"/>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5" name="Freeform 447">
              <a:extLst>
                <a:ext uri="{FF2B5EF4-FFF2-40B4-BE49-F238E27FC236}">
                  <a16:creationId xmlns:a16="http://schemas.microsoft.com/office/drawing/2014/main" id="{F8BA532D-843D-4B6E-9762-50BA83B2347A}"/>
                </a:ext>
              </a:extLst>
            </p:cNvPr>
            <p:cNvSpPr>
              <a:spLocks noEditPoints="1"/>
            </p:cNvSpPr>
            <p:nvPr userDrawn="1"/>
          </p:nvSpPr>
          <p:spPr bwMode="auto">
            <a:xfrm>
              <a:off x="7229153" y="1676776"/>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6" name="Freeform 448">
              <a:extLst>
                <a:ext uri="{FF2B5EF4-FFF2-40B4-BE49-F238E27FC236}">
                  <a16:creationId xmlns:a16="http://schemas.microsoft.com/office/drawing/2014/main" id="{B9A919F5-E2F1-4C54-AA11-6E07E24EEFC1}"/>
                </a:ext>
              </a:extLst>
            </p:cNvPr>
            <p:cNvSpPr>
              <a:spLocks noEditPoints="1"/>
            </p:cNvSpPr>
            <p:nvPr userDrawn="1"/>
          </p:nvSpPr>
          <p:spPr bwMode="auto">
            <a:xfrm>
              <a:off x="7203062" y="1680789"/>
              <a:ext cx="24083" cy="22077"/>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7 h 15"/>
                <a:gd name="T42" fmla="*/ 11 w 16"/>
                <a:gd name="T43" fmla="*/ 1 h 15"/>
                <a:gd name="T44" fmla="*/ 8 w 16"/>
                <a:gd name="T45" fmla="*/ 0 h 15"/>
                <a:gd name="T46" fmla="*/ 8 w 16"/>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7" name="Freeform 449">
              <a:extLst>
                <a:ext uri="{FF2B5EF4-FFF2-40B4-BE49-F238E27FC236}">
                  <a16:creationId xmlns:a16="http://schemas.microsoft.com/office/drawing/2014/main" id="{2A8DC54C-6A69-4FEB-B003-5C1DCA7443E8}"/>
                </a:ext>
              </a:extLst>
            </p:cNvPr>
            <p:cNvSpPr>
              <a:spLocks noEditPoints="1"/>
            </p:cNvSpPr>
            <p:nvPr userDrawn="1"/>
          </p:nvSpPr>
          <p:spPr bwMode="auto">
            <a:xfrm>
              <a:off x="8292817"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8" name="Freeform 450">
              <a:extLst>
                <a:ext uri="{FF2B5EF4-FFF2-40B4-BE49-F238E27FC236}">
                  <a16:creationId xmlns:a16="http://schemas.microsoft.com/office/drawing/2014/main" id="{00456F84-0DF0-4F3A-BC8C-B313D289A719}"/>
                </a:ext>
              </a:extLst>
            </p:cNvPr>
            <p:cNvSpPr>
              <a:spLocks noEditPoints="1"/>
            </p:cNvSpPr>
            <p:nvPr userDrawn="1"/>
          </p:nvSpPr>
          <p:spPr bwMode="auto">
            <a:xfrm>
              <a:off x="8278768" y="1213179"/>
              <a:ext cx="32111" cy="32111"/>
            </a:xfrm>
            <a:custGeom>
              <a:avLst/>
              <a:gdLst>
                <a:gd name="T0" fmla="*/ 10 w 21"/>
                <a:gd name="T1" fmla="*/ 16 h 22"/>
                <a:gd name="T2" fmla="*/ 8 w 21"/>
                <a:gd name="T3" fmla="*/ 15 h 22"/>
                <a:gd name="T4" fmla="*/ 6 w 21"/>
                <a:gd name="T5" fmla="*/ 11 h 22"/>
                <a:gd name="T6" fmla="*/ 7 w 21"/>
                <a:gd name="T7" fmla="*/ 8 h 22"/>
                <a:gd name="T8" fmla="*/ 4 w 21"/>
                <a:gd name="T9" fmla="*/ 6 h 22"/>
                <a:gd name="T10" fmla="*/ 7 w 21"/>
                <a:gd name="T11" fmla="*/ 8 h 22"/>
                <a:gd name="T12" fmla="*/ 10 w 21"/>
                <a:gd name="T13" fmla="*/ 6 h 22"/>
                <a:gd name="T14" fmla="*/ 13 w 21"/>
                <a:gd name="T15" fmla="*/ 7 h 22"/>
                <a:gd name="T16" fmla="*/ 15 w 21"/>
                <a:gd name="T17" fmla="*/ 11 h 22"/>
                <a:gd name="T18" fmla="*/ 14 w 21"/>
                <a:gd name="T19" fmla="*/ 14 h 22"/>
                <a:gd name="T20" fmla="*/ 10 w 21"/>
                <a:gd name="T21" fmla="*/ 16 h 22"/>
                <a:gd name="T22" fmla="*/ 10 w 21"/>
                <a:gd name="T23" fmla="*/ 0 h 22"/>
                <a:gd name="T24" fmla="*/ 10 w 21"/>
                <a:gd name="T25" fmla="*/ 0 h 22"/>
                <a:gd name="T26" fmla="*/ 10 w 21"/>
                <a:gd name="T27" fmla="*/ 0 h 22"/>
                <a:gd name="T28" fmla="*/ 2 w 21"/>
                <a:gd name="T29" fmla="*/ 5 h 22"/>
                <a:gd name="T30" fmla="*/ 2 w 21"/>
                <a:gd name="T31" fmla="*/ 5 h 22"/>
                <a:gd name="T32" fmla="*/ 0 w 21"/>
                <a:gd name="T33" fmla="*/ 11 h 22"/>
                <a:gd name="T34" fmla="*/ 4 w 21"/>
                <a:gd name="T35" fmla="*/ 19 h 22"/>
                <a:gd name="T36" fmla="*/ 10 w 21"/>
                <a:gd name="T37" fmla="*/ 22 h 22"/>
                <a:gd name="T38" fmla="*/ 10 w 21"/>
                <a:gd name="T39" fmla="*/ 22 h 22"/>
                <a:gd name="T40" fmla="*/ 10 w 21"/>
                <a:gd name="T41" fmla="*/ 22 h 22"/>
                <a:gd name="T42" fmla="*/ 19 w 21"/>
                <a:gd name="T43" fmla="*/ 17 h 22"/>
                <a:gd name="T44" fmla="*/ 21 w 21"/>
                <a:gd name="T45" fmla="*/ 11 h 22"/>
                <a:gd name="T46" fmla="*/ 17 w 21"/>
                <a:gd name="T47" fmla="*/ 3 h 22"/>
                <a:gd name="T48" fmla="*/ 10 w 21"/>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2">
                  <a:moveTo>
                    <a:pt x="10" y="16"/>
                  </a:moveTo>
                  <a:cubicBezTo>
                    <a:pt x="9" y="16"/>
                    <a:pt x="8" y="15"/>
                    <a:pt x="8" y="15"/>
                  </a:cubicBez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4" y="8"/>
                    <a:pt x="15" y="10"/>
                    <a:pt x="15" y="11"/>
                  </a:cubicBezTo>
                  <a:cubicBezTo>
                    <a:pt x="15" y="12"/>
                    <a:pt x="15" y="13"/>
                    <a:pt x="14" y="14"/>
                  </a:cubicBezTo>
                  <a:cubicBezTo>
                    <a:pt x="13" y="15"/>
                    <a:pt x="12" y="16"/>
                    <a:pt x="10" y="16"/>
                  </a:cubicBezTo>
                  <a:moveTo>
                    <a:pt x="10" y="0"/>
                  </a:moveTo>
                  <a:cubicBezTo>
                    <a:pt x="10" y="0"/>
                    <a:pt x="10" y="0"/>
                    <a:pt x="10" y="0"/>
                  </a:cubicBezTo>
                  <a:cubicBezTo>
                    <a:pt x="10" y="0"/>
                    <a:pt x="10" y="0"/>
                    <a:pt x="10" y="0"/>
                  </a:cubicBezTo>
                  <a:cubicBezTo>
                    <a:pt x="7" y="0"/>
                    <a:pt x="4" y="2"/>
                    <a:pt x="2" y="5"/>
                  </a:cubicBezTo>
                  <a:cubicBezTo>
                    <a:pt x="2" y="5"/>
                    <a:pt x="2" y="5"/>
                    <a:pt x="2" y="5"/>
                  </a:cubicBezTo>
                  <a:cubicBezTo>
                    <a:pt x="0" y="7"/>
                    <a:pt x="0" y="9"/>
                    <a:pt x="0" y="11"/>
                  </a:cubicBezTo>
                  <a:cubicBezTo>
                    <a:pt x="0" y="14"/>
                    <a:pt x="1" y="17"/>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9" name="Freeform 451">
              <a:extLst>
                <a:ext uri="{FF2B5EF4-FFF2-40B4-BE49-F238E27FC236}">
                  <a16:creationId xmlns:a16="http://schemas.microsoft.com/office/drawing/2014/main" id="{F2905B35-C507-4FAF-A209-245C9051CF92}"/>
                </a:ext>
              </a:extLst>
            </p:cNvPr>
            <p:cNvSpPr>
              <a:spLocks noEditPoints="1"/>
            </p:cNvSpPr>
            <p:nvPr userDrawn="1"/>
          </p:nvSpPr>
          <p:spPr bwMode="auto">
            <a:xfrm>
              <a:off x="8258698" y="1233248"/>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8 h 17"/>
                <a:gd name="T18" fmla="*/ 10 w 16"/>
                <a:gd name="T19" fmla="*/ 10 h 17"/>
                <a:gd name="T20" fmla="*/ 8 w 16"/>
                <a:gd name="T21" fmla="*/ 11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8 w 16"/>
                <a:gd name="T37" fmla="*/ 17 h 17"/>
                <a:gd name="T38" fmla="*/ 8 w 16"/>
                <a:gd name="T39" fmla="*/ 17 h 17"/>
                <a:gd name="T40" fmla="*/ 8 w 16"/>
                <a:gd name="T41" fmla="*/ 17 h 17"/>
                <a:gd name="T42" fmla="*/ 15 w 16"/>
                <a:gd name="T43" fmla="*/ 13 h 17"/>
                <a:gd name="T44" fmla="*/ 16 w 16"/>
                <a:gd name="T45" fmla="*/ 8 h 17"/>
                <a:gd name="T46" fmla="*/ 13 w 16"/>
                <a:gd name="T47" fmla="*/ 2 h 17"/>
                <a:gd name="T48" fmla="*/ 8 w 16"/>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0" name="Freeform 452">
              <a:extLst>
                <a:ext uri="{FF2B5EF4-FFF2-40B4-BE49-F238E27FC236}">
                  <a16:creationId xmlns:a16="http://schemas.microsoft.com/office/drawing/2014/main" id="{8E9601B3-FF56-4F23-8AD1-62B495A7B6FF}"/>
                </a:ext>
              </a:extLst>
            </p:cNvPr>
            <p:cNvSpPr>
              <a:spLocks noEditPoints="1"/>
            </p:cNvSpPr>
            <p:nvPr userDrawn="1"/>
          </p:nvSpPr>
          <p:spPr bwMode="auto">
            <a:xfrm>
              <a:off x="8234616"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1" name="Freeform 453">
              <a:extLst>
                <a:ext uri="{FF2B5EF4-FFF2-40B4-BE49-F238E27FC236}">
                  <a16:creationId xmlns:a16="http://schemas.microsoft.com/office/drawing/2014/main" id="{557C4203-F6A0-4E9F-AA7C-E50010973ACE}"/>
                </a:ext>
              </a:extLst>
            </p:cNvPr>
            <p:cNvSpPr>
              <a:spLocks noEditPoints="1"/>
            </p:cNvSpPr>
            <p:nvPr userDrawn="1"/>
          </p:nvSpPr>
          <p:spPr bwMode="auto">
            <a:xfrm>
              <a:off x="713081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7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2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2 w 240"/>
                <a:gd name="T95" fmla="*/ 202 h 203"/>
                <a:gd name="T96" fmla="*/ 214 w 240"/>
                <a:gd name="T97" fmla="*/ 191 h 203"/>
                <a:gd name="T98" fmla="*/ 204 w 240"/>
                <a:gd name="T99" fmla="*/ 124 h 203"/>
                <a:gd name="T100" fmla="*/ 204 w 240"/>
                <a:gd name="T101" fmla="*/ 124 h 203"/>
                <a:gd name="T102" fmla="*/ 222 w 240"/>
                <a:gd name="T103" fmla="*/ 104 h 203"/>
                <a:gd name="T104" fmla="*/ 236 w 240"/>
                <a:gd name="T105" fmla="*/ 65 h 203"/>
                <a:gd name="T106" fmla="*/ 218 w 240"/>
                <a:gd name="T107" fmla="*/ 54 h 203"/>
                <a:gd name="T108" fmla="*/ 206 w 240"/>
                <a:gd name="T109" fmla="*/ 53 h 203"/>
                <a:gd name="T110" fmla="*/ 206 w 240"/>
                <a:gd name="T111" fmla="*/ 39 h 203"/>
                <a:gd name="T112" fmla="*/ 199 w 240"/>
                <a:gd name="T113" fmla="*/ 7 h 203"/>
                <a:gd name="T114" fmla="*/ 195 w 240"/>
                <a:gd name="T115" fmla="*/ 5 h 203"/>
                <a:gd name="T116" fmla="*/ 173 w 240"/>
                <a:gd name="T117" fmla="*/ 2 h 203"/>
                <a:gd name="T118" fmla="*/ 122 w 240"/>
                <a:gd name="T119" fmla="*/ 5 h 203"/>
                <a:gd name="T120" fmla="*/ 119 w 240"/>
                <a:gd name="T121" fmla="*/ 7 h 203"/>
                <a:gd name="T122" fmla="*/ 116 w 240"/>
                <a:gd name="T123"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7"/>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7"/>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2" name="Freeform 454">
              <a:extLst>
                <a:ext uri="{FF2B5EF4-FFF2-40B4-BE49-F238E27FC236}">
                  <a16:creationId xmlns:a16="http://schemas.microsoft.com/office/drawing/2014/main" id="{7EA69EBA-B30C-457A-8C02-D03BB11529AD}"/>
                </a:ext>
              </a:extLst>
            </p:cNvPr>
            <p:cNvSpPr>
              <a:spLocks/>
            </p:cNvSpPr>
            <p:nvPr userDrawn="1"/>
          </p:nvSpPr>
          <p:spPr bwMode="auto">
            <a:xfrm>
              <a:off x="7158910" y="-119411"/>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3" name="Freeform 455">
              <a:extLst>
                <a:ext uri="{FF2B5EF4-FFF2-40B4-BE49-F238E27FC236}">
                  <a16:creationId xmlns:a16="http://schemas.microsoft.com/office/drawing/2014/main" id="{B8F22150-5C47-4C17-8865-5BF4ED1BA06A}"/>
                </a:ext>
              </a:extLst>
            </p:cNvPr>
            <p:cNvSpPr>
              <a:spLocks/>
            </p:cNvSpPr>
            <p:nvPr userDrawn="1"/>
          </p:nvSpPr>
          <p:spPr bwMode="auto">
            <a:xfrm>
              <a:off x="7449913" y="-3010"/>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4" name="Freeform 456">
              <a:extLst>
                <a:ext uri="{FF2B5EF4-FFF2-40B4-BE49-F238E27FC236}">
                  <a16:creationId xmlns:a16="http://schemas.microsoft.com/office/drawing/2014/main" id="{77570324-1DF0-44F7-9092-4F54E1FAFA34}"/>
                </a:ext>
              </a:extLst>
            </p:cNvPr>
            <p:cNvSpPr>
              <a:spLocks noEditPoints="1"/>
            </p:cNvSpPr>
            <p:nvPr userDrawn="1"/>
          </p:nvSpPr>
          <p:spPr bwMode="auto">
            <a:xfrm>
              <a:off x="6767563" y="1512209"/>
              <a:ext cx="361244" cy="315086"/>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2 w 240"/>
                <a:gd name="T81" fmla="*/ 143 h 209"/>
                <a:gd name="T82" fmla="*/ 53 w 240"/>
                <a:gd name="T83" fmla="*/ 166 h 209"/>
                <a:gd name="T84" fmla="*/ 114 w 240"/>
                <a:gd name="T85" fmla="*/ 168 h 209"/>
                <a:gd name="T86" fmla="*/ 134 w 240"/>
                <a:gd name="T87" fmla="*/ 151 h 209"/>
                <a:gd name="T88" fmla="*/ 151 w 240"/>
                <a:gd name="T89" fmla="*/ 160 h 209"/>
                <a:gd name="T90" fmla="*/ 174 w 240"/>
                <a:gd name="T91" fmla="*/ 157 h 209"/>
                <a:gd name="T92" fmla="*/ 216 w 240"/>
                <a:gd name="T93" fmla="*/ 209 h 209"/>
                <a:gd name="T94" fmla="*/ 204 w 240"/>
                <a:gd name="T95" fmla="*/ 123 h 209"/>
                <a:gd name="T96" fmla="*/ 221 w 240"/>
                <a:gd name="T97" fmla="*/ 103 h 209"/>
                <a:gd name="T98" fmla="*/ 236 w 240"/>
                <a:gd name="T99" fmla="*/ 64 h 209"/>
                <a:gd name="T100" fmla="*/ 217 w 240"/>
                <a:gd name="T101" fmla="*/ 53 h 209"/>
                <a:gd name="T102" fmla="*/ 206 w 240"/>
                <a:gd name="T103" fmla="*/ 52 h 209"/>
                <a:gd name="T104" fmla="*/ 206 w 240"/>
                <a:gd name="T105" fmla="*/ 38 h 209"/>
                <a:gd name="T106" fmla="*/ 199 w 240"/>
                <a:gd name="T107" fmla="*/ 7 h 209"/>
                <a:gd name="T108" fmla="*/ 194 w 240"/>
                <a:gd name="T109" fmla="*/ 4 h 209"/>
                <a:gd name="T110" fmla="*/ 173 w 240"/>
                <a:gd name="T111" fmla="*/ 1 h 209"/>
                <a:gd name="T112" fmla="*/ 121 w 240"/>
                <a:gd name="T113" fmla="*/ 4 h 209"/>
                <a:gd name="T114" fmla="*/ 119 w 240"/>
                <a:gd name="T115" fmla="*/ 6 h 209"/>
                <a:gd name="T116" fmla="*/ 116 w 240"/>
                <a:gd name="T11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5" name="Freeform 457">
              <a:extLst>
                <a:ext uri="{FF2B5EF4-FFF2-40B4-BE49-F238E27FC236}">
                  <a16:creationId xmlns:a16="http://schemas.microsoft.com/office/drawing/2014/main" id="{2AE54EFF-01E3-438E-894A-CAC661FFF6D4}"/>
                </a:ext>
              </a:extLst>
            </p:cNvPr>
            <p:cNvSpPr>
              <a:spLocks noEditPoints="1"/>
            </p:cNvSpPr>
            <p:nvPr userDrawn="1"/>
          </p:nvSpPr>
          <p:spPr bwMode="auto">
            <a:xfrm>
              <a:off x="7921537" y="-406400"/>
              <a:ext cx="361244" cy="315086"/>
            </a:xfrm>
            <a:custGeom>
              <a:avLst/>
              <a:gdLst>
                <a:gd name="T0" fmla="*/ 215 w 240"/>
                <a:gd name="T1" fmla="*/ 200 h 210"/>
                <a:gd name="T2" fmla="*/ 113 w 240"/>
                <a:gd name="T3" fmla="*/ 8 h 210"/>
                <a:gd name="T4" fmla="*/ 211 w 240"/>
                <a:gd name="T5" fmla="*/ 191 h 210"/>
                <a:gd name="T6" fmla="*/ 190 w 240"/>
                <a:gd name="T7" fmla="*/ 8 h 210"/>
                <a:gd name="T8" fmla="*/ 105 w 240"/>
                <a:gd name="T9" fmla="*/ 6 h 210"/>
                <a:gd name="T10" fmla="*/ 113 w 240"/>
                <a:gd name="T11" fmla="*/ 8 h 210"/>
                <a:gd name="T12" fmla="*/ 115 w 240"/>
                <a:gd name="T13" fmla="*/ 11 h 210"/>
                <a:gd name="T14" fmla="*/ 125 w 240"/>
                <a:gd name="T15" fmla="*/ 10 h 210"/>
                <a:gd name="T16" fmla="*/ 186 w 240"/>
                <a:gd name="T17" fmla="*/ 8 h 210"/>
                <a:gd name="T18" fmla="*/ 195 w 240"/>
                <a:gd name="T19" fmla="*/ 12 h 210"/>
                <a:gd name="T20" fmla="*/ 198 w 240"/>
                <a:gd name="T21" fmla="*/ 48 h 210"/>
                <a:gd name="T22" fmla="*/ 215 w 240"/>
                <a:gd name="T23" fmla="*/ 60 h 210"/>
                <a:gd name="T24" fmla="*/ 225 w 240"/>
                <a:gd name="T25" fmla="*/ 61 h 210"/>
                <a:gd name="T26" fmla="*/ 220 w 240"/>
                <a:gd name="T27" fmla="*/ 98 h 210"/>
                <a:gd name="T28" fmla="*/ 205 w 240"/>
                <a:gd name="T29" fmla="*/ 173 h 210"/>
                <a:gd name="T30" fmla="*/ 176 w 240"/>
                <a:gd name="T31" fmla="*/ 147 h 210"/>
                <a:gd name="T32" fmla="*/ 154 w 240"/>
                <a:gd name="T33" fmla="*/ 155 h 210"/>
                <a:gd name="T34" fmla="*/ 125 w 240"/>
                <a:gd name="T35" fmla="*/ 141 h 210"/>
                <a:gd name="T36" fmla="*/ 120 w 240"/>
                <a:gd name="T37" fmla="*/ 159 h 210"/>
                <a:gd name="T38" fmla="*/ 62 w 240"/>
                <a:gd name="T39" fmla="*/ 168 h 210"/>
                <a:gd name="T40" fmla="*/ 58 w 240"/>
                <a:gd name="T41" fmla="*/ 143 h 210"/>
                <a:gd name="T42" fmla="*/ 16 w 240"/>
                <a:gd name="T43" fmla="*/ 120 h 210"/>
                <a:gd name="T44" fmla="*/ 24 w 240"/>
                <a:gd name="T45" fmla="*/ 83 h 210"/>
                <a:gd name="T46" fmla="*/ 23 w 240"/>
                <a:gd name="T47" fmla="*/ 66 h 210"/>
                <a:gd name="T48" fmla="*/ 40 w 240"/>
                <a:gd name="T49" fmla="*/ 11 h 210"/>
                <a:gd name="T50" fmla="*/ 75 w 240"/>
                <a:gd name="T51" fmla="*/ 19 h 210"/>
                <a:gd name="T52" fmla="*/ 105 w 240"/>
                <a:gd name="T53" fmla="*/ 6 h 210"/>
                <a:gd name="T54" fmla="*/ 76 w 240"/>
                <a:gd name="T55" fmla="*/ 4 h 210"/>
                <a:gd name="T56" fmla="*/ 71 w 240"/>
                <a:gd name="T57" fmla="*/ 14 h 210"/>
                <a:gd name="T58" fmla="*/ 40 w 240"/>
                <a:gd name="T59" fmla="*/ 5 h 210"/>
                <a:gd name="T60" fmla="*/ 16 w 240"/>
                <a:gd name="T61" fmla="*/ 55 h 210"/>
                <a:gd name="T62" fmla="*/ 21 w 240"/>
                <a:gd name="T63" fmla="*/ 78 h 210"/>
                <a:gd name="T64" fmla="*/ 0 w 240"/>
                <a:gd name="T65" fmla="*/ 97 h 210"/>
                <a:gd name="T66" fmla="*/ 16 w 240"/>
                <a:gd name="T67" fmla="*/ 126 h 210"/>
                <a:gd name="T68" fmla="*/ 50 w 240"/>
                <a:gd name="T69" fmla="*/ 134 h 210"/>
                <a:gd name="T70" fmla="*/ 53 w 240"/>
                <a:gd name="T71" fmla="*/ 167 h 210"/>
                <a:gd name="T72" fmla="*/ 128 w 240"/>
                <a:gd name="T73" fmla="*/ 161 h 210"/>
                <a:gd name="T74" fmla="*/ 151 w 240"/>
                <a:gd name="T75" fmla="*/ 160 h 210"/>
                <a:gd name="T76" fmla="*/ 174 w 240"/>
                <a:gd name="T77" fmla="*/ 157 h 210"/>
                <a:gd name="T78" fmla="*/ 214 w 240"/>
                <a:gd name="T79" fmla="*/ 194 h 210"/>
                <a:gd name="T80" fmla="*/ 204 w 240"/>
                <a:gd name="T81" fmla="*/ 124 h 210"/>
                <a:gd name="T82" fmla="*/ 236 w 240"/>
                <a:gd name="T83" fmla="*/ 95 h 210"/>
                <a:gd name="T84" fmla="*/ 227 w 240"/>
                <a:gd name="T85" fmla="*/ 55 h 210"/>
                <a:gd name="T86" fmla="*/ 206 w 240"/>
                <a:gd name="T87" fmla="*/ 53 h 210"/>
                <a:gd name="T88" fmla="*/ 209 w 240"/>
                <a:gd name="T89" fmla="*/ 24 h 210"/>
                <a:gd name="T90" fmla="*/ 195 w 240"/>
                <a:gd name="T91" fmla="*/ 5 h 210"/>
                <a:gd name="T92" fmla="*/ 173 w 240"/>
                <a:gd name="T93" fmla="*/ 2 h 210"/>
                <a:gd name="T94" fmla="*/ 121 w 240"/>
                <a:gd name="T95" fmla="*/ 5 h 210"/>
                <a:gd name="T96" fmla="*/ 119 w 240"/>
                <a:gd name="T97" fmla="*/ 6 h 210"/>
                <a:gd name="T98" fmla="*/ 105 w 240"/>
                <a:gd name="T9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0" h="210">
                  <a:moveTo>
                    <a:pt x="215" y="200"/>
                  </a:moveTo>
                  <a:cubicBezTo>
                    <a:pt x="214" y="200"/>
                    <a:pt x="213" y="200"/>
                    <a:pt x="211" y="200"/>
                  </a:cubicBezTo>
                  <a:cubicBezTo>
                    <a:pt x="216" y="210"/>
                    <a:pt x="216" y="210"/>
                    <a:pt x="216" y="210"/>
                  </a:cubicBezTo>
                  <a:cubicBezTo>
                    <a:pt x="215" y="200"/>
                    <a:pt x="215" y="200"/>
                    <a:pt x="215" y="200"/>
                  </a:cubicBezTo>
                  <a:moveTo>
                    <a:pt x="113" y="8"/>
                  </a:moveTo>
                  <a:cubicBezTo>
                    <a:pt x="113" y="8"/>
                    <a:pt x="113" y="8"/>
                    <a:pt x="113" y="8"/>
                  </a:cubicBezTo>
                  <a:cubicBezTo>
                    <a:pt x="113" y="8"/>
                    <a:pt x="113" y="8"/>
                    <a:pt x="113" y="8"/>
                  </a:cubicBezTo>
                  <a:cubicBezTo>
                    <a:pt x="113" y="8"/>
                    <a:pt x="113" y="8"/>
                    <a:pt x="113" y="8"/>
                  </a:cubicBezTo>
                  <a:cubicBezTo>
                    <a:pt x="113" y="8"/>
                    <a:pt x="113" y="8"/>
                    <a:pt x="113" y="8"/>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90" y="8"/>
                  </a:moveTo>
                  <a:cubicBezTo>
                    <a:pt x="190" y="8"/>
                    <a:pt x="190" y="8"/>
                    <a:pt x="190" y="8"/>
                  </a:cubicBezTo>
                  <a:cubicBezTo>
                    <a:pt x="190" y="8"/>
                    <a:pt x="190" y="8"/>
                    <a:pt x="190" y="8"/>
                  </a:cubicBezTo>
                  <a:cubicBezTo>
                    <a:pt x="190" y="8"/>
                    <a:pt x="190" y="8"/>
                    <a:pt x="190" y="8"/>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1" y="12"/>
                    <a:pt x="122" y="12"/>
                  </a:cubicBezTo>
                  <a:cubicBezTo>
                    <a:pt x="124" y="11"/>
                    <a:pt x="125" y="10"/>
                    <a:pt x="125" y="10"/>
                  </a:cubicBezTo>
                  <a:cubicBezTo>
                    <a:pt x="126" y="10"/>
                    <a:pt x="127" y="9"/>
                    <a:pt x="129" y="9"/>
                  </a:cubicBezTo>
                  <a:cubicBezTo>
                    <a:pt x="138" y="9"/>
                    <a:pt x="158" y="8"/>
                    <a:pt x="173" y="8"/>
                  </a:cubicBezTo>
                  <a:cubicBezTo>
                    <a:pt x="173" y="8"/>
                    <a:pt x="173" y="8"/>
                    <a:pt x="173" y="8"/>
                  </a:cubicBezTo>
                  <a:cubicBezTo>
                    <a:pt x="178" y="8"/>
                    <a:pt x="183" y="8"/>
                    <a:pt x="186" y="8"/>
                  </a:cubicBezTo>
                  <a:cubicBezTo>
                    <a:pt x="187" y="8"/>
                    <a:pt x="189" y="9"/>
                    <a:pt x="190" y="9"/>
                  </a:cubicBezTo>
                  <a:cubicBezTo>
                    <a:pt x="190" y="9"/>
                    <a:pt x="190" y="9"/>
                    <a:pt x="190" y="9"/>
                  </a:cubicBezTo>
                  <a:cubicBezTo>
                    <a:pt x="190"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8" y="41"/>
                    <a:pt x="198" y="45"/>
                    <a:pt x="198" y="48"/>
                  </a:cubicBezTo>
                  <a:cubicBezTo>
                    <a:pt x="198" y="51"/>
                    <a:pt x="198" y="53"/>
                    <a:pt x="199" y="55"/>
                  </a:cubicBezTo>
                  <a:cubicBezTo>
                    <a:pt x="200" y="56"/>
                    <a:pt x="201" y="57"/>
                    <a:pt x="202" y="58"/>
                  </a:cubicBezTo>
                  <a:cubicBezTo>
                    <a:pt x="204" y="59"/>
                    <a:pt x="206" y="59"/>
                    <a:pt x="208" y="59"/>
                  </a:cubicBezTo>
                  <a:cubicBezTo>
                    <a:pt x="210" y="60"/>
                    <a:pt x="213" y="60"/>
                    <a:pt x="215" y="60"/>
                  </a:cubicBezTo>
                  <a:cubicBezTo>
                    <a:pt x="215" y="60"/>
                    <a:pt x="216" y="60"/>
                    <a:pt x="217" y="60"/>
                  </a:cubicBezTo>
                  <a:cubicBezTo>
                    <a:pt x="217" y="60"/>
                    <a:pt x="217" y="60"/>
                    <a:pt x="217"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5"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8" y="136"/>
                    <a:pt x="178" y="139"/>
                  </a:cubicBezTo>
                  <a:cubicBezTo>
                    <a:pt x="178"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49" y="152"/>
                    <a:pt x="144" y="149"/>
                    <a:pt x="140" y="147"/>
                  </a:cubicBezTo>
                  <a:cubicBezTo>
                    <a:pt x="135" y="145"/>
                    <a:pt x="132" y="144"/>
                    <a:pt x="131"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6" y="160"/>
                    <a:pt x="56" y="158"/>
                  </a:cubicBezTo>
                  <a:cubicBezTo>
                    <a:pt x="56"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7"/>
                  </a:cubicBezTo>
                  <a:cubicBezTo>
                    <a:pt x="6" y="95"/>
                    <a:pt x="7" y="93"/>
                    <a:pt x="8" y="91"/>
                  </a:cubicBezTo>
                  <a:cubicBezTo>
                    <a:pt x="10" y="89"/>
                    <a:pt x="15" y="87"/>
                    <a:pt x="18" y="86"/>
                  </a:cubicBezTo>
                  <a:cubicBezTo>
                    <a:pt x="20" y="85"/>
                    <a:pt x="22" y="84"/>
                    <a:pt x="24" y="83"/>
                  </a:cubicBezTo>
                  <a:cubicBezTo>
                    <a:pt x="25" y="83"/>
                    <a:pt x="25"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0" y="11"/>
                  </a:cubicBezTo>
                  <a:cubicBezTo>
                    <a:pt x="81" y="11"/>
                    <a:pt x="81" y="10"/>
                    <a:pt x="81" y="9"/>
                  </a:cubicBezTo>
                  <a:cubicBezTo>
                    <a:pt x="81" y="9"/>
                    <a:pt x="81"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2" y="14"/>
                    <a:pt x="71" y="14"/>
                  </a:cubicBezTo>
                  <a:cubicBezTo>
                    <a:pt x="70" y="15"/>
                    <a:pt x="69" y="16"/>
                    <a:pt x="67" y="16"/>
                  </a:cubicBezTo>
                  <a:cubicBezTo>
                    <a:pt x="67" y="16"/>
                    <a:pt x="67" y="16"/>
                    <a:pt x="67" y="16"/>
                  </a:cubicBezTo>
                  <a:cubicBezTo>
                    <a:pt x="64" y="16"/>
                    <a:pt x="58" y="14"/>
                    <a:pt x="51" y="9"/>
                  </a:cubicBezTo>
                  <a:cubicBezTo>
                    <a:pt x="47" y="6"/>
                    <a:pt x="44" y="5"/>
                    <a:pt x="40" y="5"/>
                  </a:cubicBezTo>
                  <a:cubicBezTo>
                    <a:pt x="40" y="5"/>
                    <a:pt x="40" y="5"/>
                    <a:pt x="40" y="5"/>
                  </a:cubicBezTo>
                  <a:cubicBezTo>
                    <a:pt x="36" y="5"/>
                    <a:pt x="32" y="7"/>
                    <a:pt x="29" y="11"/>
                  </a:cubicBezTo>
                  <a:cubicBezTo>
                    <a:pt x="24" y="15"/>
                    <a:pt x="21" y="23"/>
                    <a:pt x="19" y="30"/>
                  </a:cubicBezTo>
                  <a:cubicBezTo>
                    <a:pt x="17" y="38"/>
                    <a:pt x="16" y="47"/>
                    <a:pt x="16" y="55"/>
                  </a:cubicBezTo>
                  <a:cubicBezTo>
                    <a:pt x="16" y="59"/>
                    <a:pt x="17" y="63"/>
                    <a:pt x="17" y="67"/>
                  </a:cubicBezTo>
                  <a:cubicBezTo>
                    <a:pt x="18" y="70"/>
                    <a:pt x="19" y="74"/>
                    <a:pt x="20"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7"/>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1" y="136"/>
                    <a:pt x="52" y="139"/>
                    <a:pt x="52" y="143"/>
                  </a:cubicBezTo>
                  <a:cubicBezTo>
                    <a:pt x="52" y="146"/>
                    <a:pt x="52" y="149"/>
                    <a:pt x="51" y="152"/>
                  </a:cubicBezTo>
                  <a:cubicBezTo>
                    <a:pt x="51" y="154"/>
                    <a:pt x="50" y="156"/>
                    <a:pt x="50" y="158"/>
                  </a:cubicBezTo>
                  <a:cubicBezTo>
                    <a:pt x="50" y="161"/>
                    <a:pt x="51" y="164"/>
                    <a:pt x="53" y="167"/>
                  </a:cubicBezTo>
                  <a:cubicBezTo>
                    <a:pt x="55" y="171"/>
                    <a:pt x="59" y="173"/>
                    <a:pt x="63" y="175"/>
                  </a:cubicBezTo>
                  <a:cubicBezTo>
                    <a:pt x="67" y="176"/>
                    <a:pt x="72" y="177"/>
                    <a:pt x="78" y="177"/>
                  </a:cubicBezTo>
                  <a:cubicBezTo>
                    <a:pt x="90" y="177"/>
                    <a:pt x="103" y="174"/>
                    <a:pt x="114" y="169"/>
                  </a:cubicBezTo>
                  <a:cubicBezTo>
                    <a:pt x="119" y="166"/>
                    <a:pt x="124" y="164"/>
                    <a:pt x="128" y="161"/>
                  </a:cubicBezTo>
                  <a:cubicBezTo>
                    <a:pt x="130" y="159"/>
                    <a:pt x="131" y="157"/>
                    <a:pt x="132" y="155"/>
                  </a:cubicBezTo>
                  <a:cubicBezTo>
                    <a:pt x="133" y="154"/>
                    <a:pt x="133"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1" y="151"/>
                  </a:cubicBezTo>
                  <a:cubicBezTo>
                    <a:pt x="183" y="149"/>
                    <a:pt x="184" y="146"/>
                    <a:pt x="184" y="143"/>
                  </a:cubicBezTo>
                  <a:cubicBezTo>
                    <a:pt x="209" y="194"/>
                    <a:pt x="209" y="194"/>
                    <a:pt x="209" y="194"/>
                  </a:cubicBezTo>
                  <a:cubicBezTo>
                    <a:pt x="210"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1"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7" y="55"/>
                  </a:cubicBezTo>
                  <a:cubicBezTo>
                    <a:pt x="224" y="54"/>
                    <a:pt x="221" y="54"/>
                    <a:pt x="217"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1" y="5"/>
                    <a:pt x="121" y="5"/>
                    <a:pt x="121" y="5"/>
                  </a:cubicBezTo>
                  <a:cubicBezTo>
                    <a:pt x="121" y="5"/>
                    <a:pt x="121" y="5"/>
                    <a:pt x="121" y="5"/>
                  </a:cubicBezTo>
                  <a:cubicBezTo>
                    <a:pt x="121"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6" name="Freeform 458">
              <a:extLst>
                <a:ext uri="{FF2B5EF4-FFF2-40B4-BE49-F238E27FC236}">
                  <a16:creationId xmlns:a16="http://schemas.microsoft.com/office/drawing/2014/main" id="{0443877E-D2EE-4075-9F01-E85C9838949D}"/>
                </a:ext>
              </a:extLst>
            </p:cNvPr>
            <p:cNvSpPr>
              <a:spLocks noEditPoints="1"/>
            </p:cNvSpPr>
            <p:nvPr userDrawn="1"/>
          </p:nvSpPr>
          <p:spPr bwMode="auto">
            <a:xfrm>
              <a:off x="7516141"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7" name="Freeform 459">
              <a:extLst>
                <a:ext uri="{FF2B5EF4-FFF2-40B4-BE49-F238E27FC236}">
                  <a16:creationId xmlns:a16="http://schemas.microsoft.com/office/drawing/2014/main" id="{B85AC0A3-3084-47E2-9204-7EEF7E0F9ADD}"/>
                </a:ext>
              </a:extLst>
            </p:cNvPr>
            <p:cNvSpPr>
              <a:spLocks noEditPoints="1"/>
            </p:cNvSpPr>
            <p:nvPr userDrawn="1"/>
          </p:nvSpPr>
          <p:spPr bwMode="auto">
            <a:xfrm>
              <a:off x="8756413" y="-302041"/>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8" name="Freeform 460">
              <a:extLst>
                <a:ext uri="{FF2B5EF4-FFF2-40B4-BE49-F238E27FC236}">
                  <a16:creationId xmlns:a16="http://schemas.microsoft.com/office/drawing/2014/main" id="{9798B0B2-2E1A-416E-8180-0F635CDF5F6A}"/>
                </a:ext>
              </a:extLst>
            </p:cNvPr>
            <p:cNvSpPr>
              <a:spLocks noEditPoints="1"/>
            </p:cNvSpPr>
            <p:nvPr userDrawn="1"/>
          </p:nvSpPr>
          <p:spPr bwMode="auto">
            <a:xfrm>
              <a:off x="8802573" y="488683"/>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6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9" name="Freeform 461">
              <a:extLst>
                <a:ext uri="{FF2B5EF4-FFF2-40B4-BE49-F238E27FC236}">
                  <a16:creationId xmlns:a16="http://schemas.microsoft.com/office/drawing/2014/main" id="{2A985F8E-5F81-454E-AD83-903D4AFC1757}"/>
                </a:ext>
              </a:extLst>
            </p:cNvPr>
            <p:cNvSpPr>
              <a:spLocks noEditPoints="1"/>
            </p:cNvSpPr>
            <p:nvPr userDrawn="1"/>
          </p:nvSpPr>
          <p:spPr bwMode="auto">
            <a:xfrm>
              <a:off x="8802573"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0" name="Freeform 462">
              <a:extLst>
                <a:ext uri="{FF2B5EF4-FFF2-40B4-BE49-F238E27FC236}">
                  <a16:creationId xmlns:a16="http://schemas.microsoft.com/office/drawing/2014/main" id="{0AD09595-5594-4032-851D-A85E590C34EB}"/>
                </a:ext>
              </a:extLst>
            </p:cNvPr>
            <p:cNvSpPr>
              <a:spLocks noEditPoints="1"/>
            </p:cNvSpPr>
            <p:nvPr userDrawn="1"/>
          </p:nvSpPr>
          <p:spPr bwMode="auto">
            <a:xfrm>
              <a:off x="7734895"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1" name="Freeform 463">
              <a:extLst>
                <a:ext uri="{FF2B5EF4-FFF2-40B4-BE49-F238E27FC236}">
                  <a16:creationId xmlns:a16="http://schemas.microsoft.com/office/drawing/2014/main" id="{031F1E06-67C0-4C5A-A82D-D3D6809A9D5B}"/>
                </a:ext>
              </a:extLst>
            </p:cNvPr>
            <p:cNvSpPr>
              <a:spLocks noEditPoints="1"/>
            </p:cNvSpPr>
            <p:nvPr userDrawn="1"/>
          </p:nvSpPr>
          <p:spPr bwMode="auto">
            <a:xfrm>
              <a:off x="6486595" y="189654"/>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2" name="Freeform 464">
              <a:extLst>
                <a:ext uri="{FF2B5EF4-FFF2-40B4-BE49-F238E27FC236}">
                  <a16:creationId xmlns:a16="http://schemas.microsoft.com/office/drawing/2014/main" id="{886D77A1-B055-486F-B8B3-4BAE6D5CFAEF}"/>
                </a:ext>
              </a:extLst>
            </p:cNvPr>
            <p:cNvSpPr>
              <a:spLocks noEditPoints="1"/>
            </p:cNvSpPr>
            <p:nvPr userDrawn="1"/>
          </p:nvSpPr>
          <p:spPr bwMode="auto">
            <a:xfrm>
              <a:off x="8130256" y="900101"/>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8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3" name="Freeform 465">
              <a:extLst>
                <a:ext uri="{FF2B5EF4-FFF2-40B4-BE49-F238E27FC236}">
                  <a16:creationId xmlns:a16="http://schemas.microsoft.com/office/drawing/2014/main" id="{1CE58952-BA6F-4F27-AE79-0C22D6E0FE95}"/>
                </a:ext>
              </a:extLst>
            </p:cNvPr>
            <p:cNvSpPr>
              <a:spLocks noEditPoints="1"/>
            </p:cNvSpPr>
            <p:nvPr userDrawn="1"/>
          </p:nvSpPr>
          <p:spPr bwMode="auto">
            <a:xfrm>
              <a:off x="6912061" y="456573"/>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4" name="Freeform 466">
              <a:extLst>
                <a:ext uri="{FF2B5EF4-FFF2-40B4-BE49-F238E27FC236}">
                  <a16:creationId xmlns:a16="http://schemas.microsoft.com/office/drawing/2014/main" id="{7B96F75C-C36C-4A58-86A4-CF66F741864B}"/>
                </a:ext>
              </a:extLst>
            </p:cNvPr>
            <p:cNvSpPr>
              <a:spLocks/>
            </p:cNvSpPr>
            <p:nvPr userDrawn="1"/>
          </p:nvSpPr>
          <p:spPr bwMode="auto">
            <a:xfrm>
              <a:off x="7907489" y="-125432"/>
              <a:ext cx="642212" cy="192664"/>
            </a:xfrm>
            <a:custGeom>
              <a:avLst/>
              <a:gdLst>
                <a:gd name="T0" fmla="*/ 223 w 426"/>
                <a:gd name="T1" fmla="*/ 7 h 128"/>
                <a:gd name="T2" fmla="*/ 346 w 426"/>
                <a:gd name="T3" fmla="*/ 6 h 128"/>
                <a:gd name="T4" fmla="*/ 371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3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220 w 426"/>
                <a:gd name="T43" fmla="*/ 13 h 128"/>
                <a:gd name="T44" fmla="*/ 184 w 426"/>
                <a:gd name="T45" fmla="*/ 10 h 128"/>
                <a:gd name="T46" fmla="*/ 57 w 426"/>
                <a:gd name="T47" fmla="*/ 27 h 128"/>
                <a:gd name="T48" fmla="*/ 30 w 426"/>
                <a:gd name="T49" fmla="*/ 71 h 128"/>
                <a:gd name="T50" fmla="*/ 31 w 426"/>
                <a:gd name="T51" fmla="*/ 74 h 128"/>
                <a:gd name="T52" fmla="*/ 37 w 426"/>
                <a:gd name="T53" fmla="*/ 92 h 128"/>
                <a:gd name="T54" fmla="*/ 59 w 426"/>
                <a:gd name="T55" fmla="*/ 109 h 128"/>
                <a:gd name="T56" fmla="*/ 29 w 426"/>
                <a:gd name="T57" fmla="*/ 125 h 128"/>
                <a:gd name="T58" fmla="*/ 74 w 426"/>
                <a:gd name="T59" fmla="*/ 120 h 128"/>
                <a:gd name="T60" fmla="*/ 101 w 426"/>
                <a:gd name="T61" fmla="*/ 118 h 128"/>
                <a:gd name="T62" fmla="*/ 102 w 426"/>
                <a:gd name="T63" fmla="*/ 118 h 128"/>
                <a:gd name="T64" fmla="*/ 102 w 426"/>
                <a:gd name="T65" fmla="*/ 119 h 128"/>
                <a:gd name="T66" fmla="*/ 368 w 426"/>
                <a:gd name="T67" fmla="*/ 113 h 128"/>
                <a:gd name="T68" fmla="*/ 416 w 426"/>
                <a:gd name="T69" fmla="*/ 83 h 128"/>
                <a:gd name="T70" fmla="*/ 426 w 426"/>
                <a:gd name="T71" fmla="*/ 45 h 128"/>
                <a:gd name="T72" fmla="*/ 374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346" y="0"/>
                  </a:moveTo>
                  <a:cubicBezTo>
                    <a:pt x="314"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cubicBezTo>
                    <a:pt x="84" y="26"/>
                    <a:pt x="86" y="25"/>
                    <a:pt x="92" y="25"/>
                  </a:cubicBezTo>
                  <a:cubicBezTo>
                    <a:pt x="111" y="23"/>
                    <a:pt x="165" y="17"/>
                    <a:pt x="220" y="13"/>
                  </a:cubicBezTo>
                  <a:cubicBezTo>
                    <a:pt x="218" y="7"/>
                    <a:pt x="218" y="7"/>
                    <a:pt x="218" y="7"/>
                  </a:cubicBezTo>
                  <a:cubicBezTo>
                    <a:pt x="206" y="8"/>
                    <a:pt x="195" y="9"/>
                    <a:pt x="184" y="10"/>
                  </a:cubicBezTo>
                  <a:cubicBezTo>
                    <a:pt x="130" y="15"/>
                    <a:pt x="85" y="19"/>
                    <a:pt x="83" y="20"/>
                  </a:cubicBezTo>
                  <a:cubicBezTo>
                    <a:pt x="82" y="20"/>
                    <a:pt x="69" y="20"/>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5" name="Freeform 467">
              <a:extLst>
                <a:ext uri="{FF2B5EF4-FFF2-40B4-BE49-F238E27FC236}">
                  <a16:creationId xmlns:a16="http://schemas.microsoft.com/office/drawing/2014/main" id="{F026035A-B156-45BE-888C-BE5836B773F6}"/>
                </a:ext>
              </a:extLst>
            </p:cNvPr>
            <p:cNvSpPr>
              <a:spLocks/>
            </p:cNvSpPr>
            <p:nvPr userDrawn="1"/>
          </p:nvSpPr>
          <p:spPr bwMode="auto">
            <a:xfrm>
              <a:off x="8236623" y="-115397"/>
              <a:ext cx="8028" cy="10035"/>
            </a:xfrm>
            <a:custGeom>
              <a:avLst/>
              <a:gdLst>
                <a:gd name="T0" fmla="*/ 5 w 6"/>
                <a:gd name="T1" fmla="*/ 0 h 6"/>
                <a:gd name="T2" fmla="*/ 0 w 6"/>
                <a:gd name="T3" fmla="*/ 0 h 6"/>
                <a:gd name="T4" fmla="*/ 2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1" y="0"/>
                    <a:pt x="0" y="0"/>
                  </a:cubicBezTo>
                  <a:cubicBezTo>
                    <a:pt x="2" y="6"/>
                    <a:pt x="2" y="6"/>
                    <a:pt x="2"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6" name="Freeform 468">
              <a:extLst>
                <a:ext uri="{FF2B5EF4-FFF2-40B4-BE49-F238E27FC236}">
                  <a16:creationId xmlns:a16="http://schemas.microsoft.com/office/drawing/2014/main" id="{79A49783-931E-411C-A59D-5C661EC49C64}"/>
                </a:ext>
              </a:extLst>
            </p:cNvPr>
            <p:cNvSpPr>
              <a:spLocks/>
            </p:cNvSpPr>
            <p:nvPr userDrawn="1"/>
          </p:nvSpPr>
          <p:spPr bwMode="auto">
            <a:xfrm>
              <a:off x="649863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7" name="Freeform 469">
              <a:extLst>
                <a:ext uri="{FF2B5EF4-FFF2-40B4-BE49-F238E27FC236}">
                  <a16:creationId xmlns:a16="http://schemas.microsoft.com/office/drawing/2014/main" id="{C65E6032-C5B3-4558-AA7E-30086765F4EC}"/>
                </a:ext>
              </a:extLst>
            </p:cNvPr>
            <p:cNvSpPr>
              <a:spLocks noEditPoints="1"/>
            </p:cNvSpPr>
            <p:nvPr userDrawn="1"/>
          </p:nvSpPr>
          <p:spPr bwMode="auto">
            <a:xfrm>
              <a:off x="7064586" y="-27093"/>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8" name="Freeform 470">
              <a:extLst>
                <a:ext uri="{FF2B5EF4-FFF2-40B4-BE49-F238E27FC236}">
                  <a16:creationId xmlns:a16="http://schemas.microsoft.com/office/drawing/2014/main" id="{6EAD5D1F-BDE8-4A2D-9928-72361FE8E9D8}"/>
                </a:ext>
              </a:extLst>
            </p:cNvPr>
            <p:cNvSpPr>
              <a:spLocks noEditPoints="1"/>
            </p:cNvSpPr>
            <p:nvPr userDrawn="1"/>
          </p:nvSpPr>
          <p:spPr bwMode="auto">
            <a:xfrm>
              <a:off x="705254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10 w 426"/>
                <a:gd name="T77" fmla="*/ 15 h 128"/>
                <a:gd name="T78" fmla="*/ 410 w 426"/>
                <a:gd name="T79" fmla="*/ 14 h 128"/>
                <a:gd name="T80" fmla="*/ 372 w 426"/>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8">
                  <a:moveTo>
                    <a:pt x="211" y="7"/>
                  </a:moveTo>
                  <a:cubicBezTo>
                    <a:pt x="202" y="8"/>
                    <a:pt x="193" y="9"/>
                    <a:pt x="184" y="10"/>
                  </a:cubicBezTo>
                  <a:cubicBezTo>
                    <a:pt x="130" y="15"/>
                    <a:pt x="85" y="19"/>
                    <a:pt x="83" y="19"/>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9" name="Freeform 471">
              <a:extLst>
                <a:ext uri="{FF2B5EF4-FFF2-40B4-BE49-F238E27FC236}">
                  <a16:creationId xmlns:a16="http://schemas.microsoft.com/office/drawing/2014/main" id="{A5260CF0-0148-4BEC-B3B6-5C5FCF07DC3F}"/>
                </a:ext>
              </a:extLst>
            </p:cNvPr>
            <p:cNvSpPr>
              <a:spLocks noEditPoints="1"/>
            </p:cNvSpPr>
            <p:nvPr userDrawn="1"/>
          </p:nvSpPr>
          <p:spPr bwMode="auto">
            <a:xfrm>
              <a:off x="8627970"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8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0" y="266"/>
                    <a:pt x="76" y="258"/>
                    <a:pt x="78" y="243"/>
                  </a:cubicBezTo>
                  <a:cubicBezTo>
                    <a:pt x="78" y="243"/>
                    <a:pt x="78" y="243"/>
                    <a:pt x="78"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0" name="Freeform 472">
              <a:extLst>
                <a:ext uri="{FF2B5EF4-FFF2-40B4-BE49-F238E27FC236}">
                  <a16:creationId xmlns:a16="http://schemas.microsoft.com/office/drawing/2014/main" id="{B7AF2FAE-592F-45EE-8AAA-F95374993DEB}"/>
                </a:ext>
              </a:extLst>
            </p:cNvPr>
            <p:cNvSpPr>
              <a:spLocks noEditPoints="1"/>
            </p:cNvSpPr>
            <p:nvPr userDrawn="1"/>
          </p:nvSpPr>
          <p:spPr bwMode="auto">
            <a:xfrm>
              <a:off x="8684164" y="-31107"/>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3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3"/>
                    <a:pt x="79" y="243"/>
                    <a:pt x="79" y="243"/>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1" name="Freeform 473">
              <a:extLst>
                <a:ext uri="{FF2B5EF4-FFF2-40B4-BE49-F238E27FC236}">
                  <a16:creationId xmlns:a16="http://schemas.microsoft.com/office/drawing/2014/main" id="{0280446B-D654-46B5-99CD-56DEEAC9F6D6}"/>
                </a:ext>
              </a:extLst>
            </p:cNvPr>
            <p:cNvSpPr>
              <a:spLocks noEditPoints="1"/>
            </p:cNvSpPr>
            <p:nvPr userDrawn="1"/>
          </p:nvSpPr>
          <p:spPr bwMode="auto">
            <a:xfrm>
              <a:off x="7955655" y="1303490"/>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5 h 127"/>
                <a:gd name="T12" fmla="*/ 419 w 425"/>
                <a:gd name="T13" fmla="*/ 46 h 127"/>
                <a:gd name="T14" fmla="*/ 384 w 425"/>
                <a:gd name="T15" fmla="*/ 102 h 127"/>
                <a:gd name="T16" fmla="*/ 369 w 425"/>
                <a:gd name="T17" fmla="*/ 106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1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2 w 425"/>
                <a:gd name="T75"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4"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2" name="Freeform 474">
              <a:extLst>
                <a:ext uri="{FF2B5EF4-FFF2-40B4-BE49-F238E27FC236}">
                  <a16:creationId xmlns:a16="http://schemas.microsoft.com/office/drawing/2014/main" id="{D6359F9D-41D8-4979-A901-AE9F1E3A2939}"/>
                </a:ext>
              </a:extLst>
            </p:cNvPr>
            <p:cNvSpPr>
              <a:spLocks/>
            </p:cNvSpPr>
            <p:nvPr userDrawn="1"/>
          </p:nvSpPr>
          <p:spPr bwMode="auto">
            <a:xfrm>
              <a:off x="8563749" y="1439960"/>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3" name="Freeform 475">
              <a:extLst>
                <a:ext uri="{FF2B5EF4-FFF2-40B4-BE49-F238E27FC236}">
                  <a16:creationId xmlns:a16="http://schemas.microsoft.com/office/drawing/2014/main" id="{3637A3E0-E99F-4319-9E9E-12461D0DFD79}"/>
                </a:ext>
              </a:extLst>
            </p:cNvPr>
            <p:cNvSpPr>
              <a:spLocks noEditPoints="1"/>
            </p:cNvSpPr>
            <p:nvPr userDrawn="1"/>
          </p:nvSpPr>
          <p:spPr bwMode="auto">
            <a:xfrm>
              <a:off x="8501536" y="35121"/>
              <a:ext cx="148512"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6 w 99"/>
                <a:gd name="T17" fmla="*/ 31 h 313"/>
                <a:gd name="T18" fmla="*/ 79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5 w 99"/>
                <a:gd name="T71" fmla="*/ 278 h 313"/>
                <a:gd name="T72" fmla="*/ 92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4" name="Freeform 476">
              <a:extLst>
                <a:ext uri="{FF2B5EF4-FFF2-40B4-BE49-F238E27FC236}">
                  <a16:creationId xmlns:a16="http://schemas.microsoft.com/office/drawing/2014/main" id="{224CE522-E8A6-4076-8ED4-7784F7245704}"/>
                </a:ext>
              </a:extLst>
            </p:cNvPr>
            <p:cNvSpPr>
              <a:spLocks noEditPoints="1"/>
            </p:cNvSpPr>
            <p:nvPr userDrawn="1"/>
          </p:nvSpPr>
          <p:spPr bwMode="auto">
            <a:xfrm>
              <a:off x="6281890"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7 w 116"/>
                <a:gd name="T17" fmla="*/ 46 h 365"/>
                <a:gd name="T18" fmla="*/ 23 w 116"/>
                <a:gd name="T19" fmla="*/ 12 h 365"/>
                <a:gd name="T20" fmla="*/ 40 w 116"/>
                <a:gd name="T21" fmla="*/ 6 h 365"/>
                <a:gd name="T22" fmla="*/ 40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4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1 w 116"/>
                <a:gd name="T57" fmla="*/ 46 h 365"/>
                <a:gd name="T58" fmla="*/ 0 w 116"/>
                <a:gd name="T59" fmla="*/ 66 h 365"/>
                <a:gd name="T60" fmla="*/ 19 w 116"/>
                <a:gd name="T61" fmla="*/ 292 h 365"/>
                <a:gd name="T62" fmla="*/ 39 w 116"/>
                <a:gd name="T63" fmla="*/ 329 h 365"/>
                <a:gd name="T64" fmla="*/ 65 w 116"/>
                <a:gd name="T65" fmla="*/ 337 h 365"/>
                <a:gd name="T66" fmla="*/ 68 w 116"/>
                <a:gd name="T67" fmla="*/ 336 h 365"/>
                <a:gd name="T68" fmla="*/ 84 w 116"/>
                <a:gd name="T69" fmla="*/ 331 h 365"/>
                <a:gd name="T70" fmla="*/ 99 w 116"/>
                <a:gd name="T71" fmla="*/ 313 h 365"/>
                <a:gd name="T72" fmla="*/ 115 w 116"/>
                <a:gd name="T73" fmla="*/ 355 h 365"/>
                <a:gd name="T74" fmla="*/ 112 w 116"/>
                <a:gd name="T75" fmla="*/ 328 h 365"/>
                <a:gd name="T76" fmla="*/ 107 w 116"/>
                <a:gd name="T77" fmla="*/ 284 h 365"/>
                <a:gd name="T78" fmla="*/ 107 w 116"/>
                <a:gd name="T79" fmla="*/ 275 h 365"/>
                <a:gd name="T80" fmla="*/ 107 w 116"/>
                <a:gd name="T81" fmla="*/ 275 h 365"/>
                <a:gd name="T82" fmla="*/ 100 w 116"/>
                <a:gd name="T83" fmla="*/ 49 h 365"/>
                <a:gd name="T84" fmla="*/ 73 w 116"/>
                <a:gd name="T85" fmla="*/ 8 h 365"/>
                <a:gd name="T86" fmla="*/ 40 w 116"/>
                <a:gd name="T87"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6"/>
                    <a:pt x="7" y="46"/>
                  </a:cubicBezTo>
                  <a:cubicBezTo>
                    <a:pt x="7" y="46"/>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5"/>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5" name="Freeform 477">
              <a:extLst>
                <a:ext uri="{FF2B5EF4-FFF2-40B4-BE49-F238E27FC236}">
                  <a16:creationId xmlns:a16="http://schemas.microsoft.com/office/drawing/2014/main" id="{184DEE76-0364-423B-B6ED-71485D95044B}"/>
                </a:ext>
              </a:extLst>
            </p:cNvPr>
            <p:cNvSpPr>
              <a:spLocks/>
            </p:cNvSpPr>
            <p:nvPr userDrawn="1"/>
          </p:nvSpPr>
          <p:spPr bwMode="auto">
            <a:xfrm>
              <a:off x="6450471"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6" name="Freeform 478">
              <a:extLst>
                <a:ext uri="{FF2B5EF4-FFF2-40B4-BE49-F238E27FC236}">
                  <a16:creationId xmlns:a16="http://schemas.microsoft.com/office/drawing/2014/main" id="{E0240001-030F-4259-8158-76C6FEFE088A}"/>
                </a:ext>
              </a:extLst>
            </p:cNvPr>
            <p:cNvSpPr>
              <a:spLocks noEditPoints="1"/>
            </p:cNvSpPr>
            <p:nvPr userDrawn="1"/>
          </p:nvSpPr>
          <p:spPr bwMode="auto">
            <a:xfrm>
              <a:off x="7977731"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5 w 126"/>
                <a:gd name="T87" fmla="*/ 76 h 98"/>
                <a:gd name="T88" fmla="*/ 90 w 126"/>
                <a:gd name="T89" fmla="*/ 98 h 98"/>
                <a:gd name="T90" fmla="*/ 69 w 126"/>
                <a:gd name="T91" fmla="*/ 76 h 98"/>
                <a:gd name="T92" fmla="*/ 97 w 126"/>
                <a:gd name="T93" fmla="*/ 75 h 98"/>
                <a:gd name="T94" fmla="*/ 97 w 126"/>
                <a:gd name="T95" fmla="*/ 75 h 98"/>
                <a:gd name="T96" fmla="*/ 111 w 126"/>
                <a:gd name="T97" fmla="*/ 71 h 98"/>
                <a:gd name="T98" fmla="*/ 121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7" name="Freeform 479">
              <a:extLst>
                <a:ext uri="{FF2B5EF4-FFF2-40B4-BE49-F238E27FC236}">
                  <a16:creationId xmlns:a16="http://schemas.microsoft.com/office/drawing/2014/main" id="{A5F2E563-41F4-417A-AA84-7DE1DC7FD3C0}"/>
                </a:ext>
              </a:extLst>
            </p:cNvPr>
            <p:cNvSpPr>
              <a:spLocks noEditPoints="1"/>
            </p:cNvSpPr>
            <p:nvPr userDrawn="1"/>
          </p:nvSpPr>
          <p:spPr bwMode="auto">
            <a:xfrm>
              <a:off x="6251786" y="-275950"/>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8" name="Freeform 480">
              <a:extLst>
                <a:ext uri="{FF2B5EF4-FFF2-40B4-BE49-F238E27FC236}">
                  <a16:creationId xmlns:a16="http://schemas.microsoft.com/office/drawing/2014/main" id="{5E3C9DB4-EE19-4655-AC3E-4EADFEB5FB7F}"/>
                </a:ext>
              </a:extLst>
            </p:cNvPr>
            <p:cNvSpPr>
              <a:spLocks noEditPoints="1"/>
            </p:cNvSpPr>
            <p:nvPr userDrawn="1"/>
          </p:nvSpPr>
          <p:spPr bwMode="auto">
            <a:xfrm>
              <a:off x="8322920" y="892073"/>
              <a:ext cx="240830" cy="180622"/>
            </a:xfrm>
            <a:custGeom>
              <a:avLst/>
              <a:gdLst>
                <a:gd name="T0" fmla="*/ 6 w 160"/>
                <a:gd name="T1" fmla="*/ 45 h 121"/>
                <a:gd name="T2" fmla="*/ 6 w 160"/>
                <a:gd name="T3" fmla="*/ 45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3 h 121"/>
                <a:gd name="T42" fmla="*/ 6 w 160"/>
                <a:gd name="T43" fmla="*/ 45 h 121"/>
                <a:gd name="T44" fmla="*/ 12 w 160"/>
                <a:gd name="T45" fmla="*/ 38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5"/>
                  </a:moveTo>
                  <a:cubicBezTo>
                    <a:pt x="6" y="45"/>
                    <a:pt x="6" y="45"/>
                    <a:pt x="6" y="45"/>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9" name="Freeform 481">
              <a:extLst>
                <a:ext uri="{FF2B5EF4-FFF2-40B4-BE49-F238E27FC236}">
                  <a16:creationId xmlns:a16="http://schemas.microsoft.com/office/drawing/2014/main" id="{8B07A898-8749-4D6C-957A-65482770E85E}"/>
                </a:ext>
              </a:extLst>
            </p:cNvPr>
            <p:cNvSpPr>
              <a:spLocks noEditPoints="1"/>
            </p:cNvSpPr>
            <p:nvPr userDrawn="1"/>
          </p:nvSpPr>
          <p:spPr bwMode="auto">
            <a:xfrm>
              <a:off x="7963683" y="233806"/>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0" name="Freeform 482">
              <a:extLst>
                <a:ext uri="{FF2B5EF4-FFF2-40B4-BE49-F238E27FC236}">
                  <a16:creationId xmlns:a16="http://schemas.microsoft.com/office/drawing/2014/main" id="{E0AB4538-B9E7-4EC8-A3A5-D4737BE10630}"/>
                </a:ext>
              </a:extLst>
            </p:cNvPr>
            <p:cNvSpPr>
              <a:spLocks noEditPoints="1"/>
            </p:cNvSpPr>
            <p:nvPr userDrawn="1"/>
          </p:nvSpPr>
          <p:spPr bwMode="auto">
            <a:xfrm>
              <a:off x="8772468" y="1405843"/>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1" name="Freeform 483">
              <a:extLst>
                <a:ext uri="{FF2B5EF4-FFF2-40B4-BE49-F238E27FC236}">
                  <a16:creationId xmlns:a16="http://schemas.microsoft.com/office/drawing/2014/main" id="{E9126462-D268-42C0-B4D5-793607EF99B6}"/>
                </a:ext>
              </a:extLst>
            </p:cNvPr>
            <p:cNvSpPr>
              <a:spLocks/>
            </p:cNvSpPr>
            <p:nvPr userDrawn="1"/>
          </p:nvSpPr>
          <p:spPr bwMode="auto">
            <a:xfrm>
              <a:off x="8979181" y="1570410"/>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2" name="Freeform 484">
              <a:extLst>
                <a:ext uri="{FF2B5EF4-FFF2-40B4-BE49-F238E27FC236}">
                  <a16:creationId xmlns:a16="http://schemas.microsoft.com/office/drawing/2014/main" id="{8646BDD6-5C4F-4044-8724-F16200F66169}"/>
                </a:ext>
              </a:extLst>
            </p:cNvPr>
            <p:cNvSpPr>
              <a:spLocks noEditPoints="1"/>
            </p:cNvSpPr>
            <p:nvPr userDrawn="1"/>
          </p:nvSpPr>
          <p:spPr bwMode="auto">
            <a:xfrm>
              <a:off x="7949634" y="1010480"/>
              <a:ext cx="313078" cy="282975"/>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3" name="Freeform 485">
              <a:extLst>
                <a:ext uri="{FF2B5EF4-FFF2-40B4-BE49-F238E27FC236}">
                  <a16:creationId xmlns:a16="http://schemas.microsoft.com/office/drawing/2014/main" id="{6E3957E6-99A3-4585-80F7-92F630AA6363}"/>
                </a:ext>
              </a:extLst>
            </p:cNvPr>
            <p:cNvSpPr>
              <a:spLocks noEditPoints="1"/>
            </p:cNvSpPr>
            <p:nvPr userDrawn="1"/>
          </p:nvSpPr>
          <p:spPr bwMode="auto">
            <a:xfrm>
              <a:off x="8302851"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3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0 w 209"/>
                <a:gd name="T43" fmla="*/ 153 h 188"/>
                <a:gd name="T44" fmla="*/ 13 w 209"/>
                <a:gd name="T45" fmla="*/ 116 h 188"/>
                <a:gd name="T46" fmla="*/ 13 w 209"/>
                <a:gd name="T47" fmla="*/ 116 h 188"/>
                <a:gd name="T48" fmla="*/ 13 w 209"/>
                <a:gd name="T49" fmla="*/ 115 h 188"/>
                <a:gd name="T50" fmla="*/ 9 w 209"/>
                <a:gd name="T51" fmla="*/ 111 h 188"/>
                <a:gd name="T52" fmla="*/ 6 w 209"/>
                <a:gd name="T53" fmla="*/ 97 h 188"/>
                <a:gd name="T54" fmla="*/ 13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2 w 209"/>
                <a:gd name="T71" fmla="*/ 3 h 188"/>
                <a:gd name="T72" fmla="*/ 82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4 w 209"/>
                <a:gd name="T85" fmla="*/ 153 h 188"/>
                <a:gd name="T86" fmla="*/ 14 w 209"/>
                <a:gd name="T87" fmla="*/ 168 h 188"/>
                <a:gd name="T88" fmla="*/ 13 w 209"/>
                <a:gd name="T89" fmla="*/ 172 h 188"/>
                <a:gd name="T90" fmla="*/ 13 w 209"/>
                <a:gd name="T91" fmla="*/ 174 h 188"/>
                <a:gd name="T92" fmla="*/ 13 w 209"/>
                <a:gd name="T93" fmla="*/ 174 h 188"/>
                <a:gd name="T94" fmla="*/ 10 w 209"/>
                <a:gd name="T95" fmla="*/ 188 h 188"/>
                <a:gd name="T96" fmla="*/ 18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6 w 209"/>
                <a:gd name="T111" fmla="*/ 162 h 188"/>
                <a:gd name="T112" fmla="*/ 199 w 209"/>
                <a:gd name="T113" fmla="*/ 119 h 188"/>
                <a:gd name="T114" fmla="*/ 209 w 209"/>
                <a:gd name="T115" fmla="*/ 79 h 188"/>
                <a:gd name="T116" fmla="*/ 203 w 209"/>
                <a:gd name="T117" fmla="*/ 48 h 188"/>
                <a:gd name="T118" fmla="*/ 203 w 209"/>
                <a:gd name="T119" fmla="*/ 48 h 188"/>
                <a:gd name="T120" fmla="*/ 202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19"/>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4" name="Freeform 486">
              <a:extLst>
                <a:ext uri="{FF2B5EF4-FFF2-40B4-BE49-F238E27FC236}">
                  <a16:creationId xmlns:a16="http://schemas.microsoft.com/office/drawing/2014/main" id="{9131B677-0184-4004-8C77-90F929441AA7}"/>
                </a:ext>
              </a:extLst>
            </p:cNvPr>
            <p:cNvSpPr>
              <a:spLocks noEditPoints="1"/>
            </p:cNvSpPr>
            <p:nvPr userDrawn="1"/>
          </p:nvSpPr>
          <p:spPr bwMode="auto">
            <a:xfrm>
              <a:off x="6789638"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5" name="Freeform 487">
              <a:extLst>
                <a:ext uri="{FF2B5EF4-FFF2-40B4-BE49-F238E27FC236}">
                  <a16:creationId xmlns:a16="http://schemas.microsoft.com/office/drawing/2014/main" id="{3D962C6D-7077-480F-99A9-20C0ABBFE52E}"/>
                </a:ext>
              </a:extLst>
            </p:cNvPr>
            <p:cNvSpPr>
              <a:spLocks/>
            </p:cNvSpPr>
            <p:nvPr userDrawn="1"/>
          </p:nvSpPr>
          <p:spPr bwMode="auto">
            <a:xfrm>
              <a:off x="6920088"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6" name="Freeform 488">
              <a:extLst>
                <a:ext uri="{FF2B5EF4-FFF2-40B4-BE49-F238E27FC236}">
                  <a16:creationId xmlns:a16="http://schemas.microsoft.com/office/drawing/2014/main" id="{14DDDAA7-6488-451B-B269-3F6BABDE2E9F}"/>
                </a:ext>
              </a:extLst>
            </p:cNvPr>
            <p:cNvSpPr>
              <a:spLocks/>
            </p:cNvSpPr>
            <p:nvPr userDrawn="1"/>
          </p:nvSpPr>
          <p:spPr bwMode="auto">
            <a:xfrm>
              <a:off x="7648597" y="308061"/>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7" name="Freeform 489">
              <a:extLst>
                <a:ext uri="{FF2B5EF4-FFF2-40B4-BE49-F238E27FC236}">
                  <a16:creationId xmlns:a16="http://schemas.microsoft.com/office/drawing/2014/main" id="{0A20A181-B8BE-4AAE-A7D6-3F114B5453B7}"/>
                </a:ext>
              </a:extLst>
            </p:cNvPr>
            <p:cNvSpPr>
              <a:spLocks/>
            </p:cNvSpPr>
            <p:nvPr userDrawn="1"/>
          </p:nvSpPr>
          <p:spPr bwMode="auto">
            <a:xfrm>
              <a:off x="7825205" y="556918"/>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8" name="Freeform 490">
              <a:extLst>
                <a:ext uri="{FF2B5EF4-FFF2-40B4-BE49-F238E27FC236}">
                  <a16:creationId xmlns:a16="http://schemas.microsoft.com/office/drawing/2014/main" id="{716D0A48-D2E1-478C-82BF-8A3F10E5DDF3}"/>
                </a:ext>
              </a:extLst>
            </p:cNvPr>
            <p:cNvSpPr>
              <a:spLocks/>
            </p:cNvSpPr>
            <p:nvPr userDrawn="1"/>
          </p:nvSpPr>
          <p:spPr bwMode="auto">
            <a:xfrm>
              <a:off x="7666660"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9" name="Freeform 491">
              <a:extLst>
                <a:ext uri="{FF2B5EF4-FFF2-40B4-BE49-F238E27FC236}">
                  <a16:creationId xmlns:a16="http://schemas.microsoft.com/office/drawing/2014/main" id="{CB3D5253-AD47-489A-8143-1FDBF029C796}"/>
                </a:ext>
              </a:extLst>
            </p:cNvPr>
            <p:cNvSpPr>
              <a:spLocks/>
            </p:cNvSpPr>
            <p:nvPr userDrawn="1"/>
          </p:nvSpPr>
          <p:spPr bwMode="auto">
            <a:xfrm>
              <a:off x="7668666"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0" name="Freeform 492">
              <a:extLst>
                <a:ext uri="{FF2B5EF4-FFF2-40B4-BE49-F238E27FC236}">
                  <a16:creationId xmlns:a16="http://schemas.microsoft.com/office/drawing/2014/main" id="{49354FDD-E917-4036-86AB-B3C2E99F08B5}"/>
                </a:ext>
              </a:extLst>
            </p:cNvPr>
            <p:cNvSpPr>
              <a:spLocks noEditPoints="1"/>
            </p:cNvSpPr>
            <p:nvPr userDrawn="1"/>
          </p:nvSpPr>
          <p:spPr bwMode="auto">
            <a:xfrm>
              <a:off x="8804579" y="109377"/>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1 w 305"/>
                <a:gd name="T25" fmla="*/ 162 h 269"/>
                <a:gd name="T26" fmla="*/ 17 w 305"/>
                <a:gd name="T27" fmla="*/ 101 h 269"/>
                <a:gd name="T28" fmla="*/ 18 w 305"/>
                <a:gd name="T29" fmla="*/ 100 h 269"/>
                <a:gd name="T30" fmla="*/ 38 w 305"/>
                <a:gd name="T31" fmla="*/ 62 h 269"/>
                <a:gd name="T32" fmla="*/ 157 w 305"/>
                <a:gd name="T33" fmla="*/ 0 h 269"/>
                <a:gd name="T34" fmla="*/ 121 w 305"/>
                <a:gd name="T35" fmla="*/ 3 h 269"/>
                <a:gd name="T36" fmla="*/ 32 w 305"/>
                <a:gd name="T37" fmla="*/ 60 h 269"/>
                <a:gd name="T38" fmla="*/ 1 w 305"/>
                <a:gd name="T39" fmla="*/ 126 h 269"/>
                <a:gd name="T40" fmla="*/ 6 w 305"/>
                <a:gd name="T41" fmla="*/ 166 h 269"/>
                <a:gd name="T42" fmla="*/ 22 w 305"/>
                <a:gd name="T43" fmla="*/ 224 h 269"/>
                <a:gd name="T44" fmla="*/ 20 w 305"/>
                <a:gd name="T45" fmla="*/ 252 h 269"/>
                <a:gd name="T46" fmla="*/ 19 w 305"/>
                <a:gd name="T47" fmla="*/ 255 h 269"/>
                <a:gd name="T48" fmla="*/ 25 w 305"/>
                <a:gd name="T49" fmla="*/ 257 h 269"/>
                <a:gd name="T50" fmla="*/ 73 w 305"/>
                <a:gd name="T51" fmla="*/ 217 h 269"/>
                <a:gd name="T52" fmla="*/ 162 w 305"/>
                <a:gd name="T53" fmla="*/ 250 h 269"/>
                <a:gd name="T54" fmla="*/ 229 w 305"/>
                <a:gd name="T55" fmla="*/ 236 h 269"/>
                <a:gd name="T56" fmla="*/ 291 w 305"/>
                <a:gd name="T57" fmla="*/ 173 h 269"/>
                <a:gd name="T58" fmla="*/ 296 w 305"/>
                <a:gd name="T59" fmla="*/ 69 h 269"/>
                <a:gd name="T60" fmla="*/ 296 w 305"/>
                <a:gd name="T61" fmla="*/ 69 h 269"/>
                <a:gd name="T62" fmla="*/ 187 w 305"/>
                <a:gd name="T63" fmla="*/ 2 h 269"/>
                <a:gd name="T64" fmla="*/ 186 w 305"/>
                <a:gd name="T65" fmla="*/ 2 h 269"/>
                <a:gd name="T66" fmla="*/ 162 w 305"/>
                <a:gd name="T67" fmla="*/ 0 h 269"/>
                <a:gd name="T68" fmla="*/ 157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1" name="Freeform 493">
              <a:extLst>
                <a:ext uri="{FF2B5EF4-FFF2-40B4-BE49-F238E27FC236}">
                  <a16:creationId xmlns:a16="http://schemas.microsoft.com/office/drawing/2014/main" id="{801E179B-6B81-4F3C-800E-DD37C1F2BA7D}"/>
                </a:ext>
              </a:extLst>
            </p:cNvPr>
            <p:cNvSpPr>
              <a:spLocks noEditPoints="1"/>
            </p:cNvSpPr>
            <p:nvPr userDrawn="1"/>
          </p:nvSpPr>
          <p:spPr bwMode="auto">
            <a:xfrm>
              <a:off x="9047416" y="109377"/>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2" name="Freeform 494">
              <a:extLst>
                <a:ext uri="{FF2B5EF4-FFF2-40B4-BE49-F238E27FC236}">
                  <a16:creationId xmlns:a16="http://schemas.microsoft.com/office/drawing/2014/main" id="{0E391D42-F451-401F-88A3-CD6166698C3A}"/>
                </a:ext>
              </a:extLst>
            </p:cNvPr>
            <p:cNvSpPr>
              <a:spLocks/>
            </p:cNvSpPr>
            <p:nvPr userDrawn="1"/>
          </p:nvSpPr>
          <p:spPr bwMode="auto">
            <a:xfrm>
              <a:off x="8804579"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3" name="Freeform 495">
              <a:extLst>
                <a:ext uri="{FF2B5EF4-FFF2-40B4-BE49-F238E27FC236}">
                  <a16:creationId xmlns:a16="http://schemas.microsoft.com/office/drawing/2014/main" id="{2C07751F-B658-4CA0-9458-17C9AFD83A0C}"/>
                </a:ext>
              </a:extLst>
            </p:cNvPr>
            <p:cNvSpPr>
              <a:spLocks noEditPoints="1"/>
            </p:cNvSpPr>
            <p:nvPr userDrawn="1"/>
          </p:nvSpPr>
          <p:spPr bwMode="auto">
            <a:xfrm>
              <a:off x="6637113" y="1171034"/>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4 w 233"/>
                <a:gd name="T31" fmla="*/ 77 h 208"/>
                <a:gd name="T32" fmla="*/ 93 w 233"/>
                <a:gd name="T33" fmla="*/ 8 h 208"/>
                <a:gd name="T34" fmla="*/ 92 w 233"/>
                <a:gd name="T35" fmla="*/ 2 h 208"/>
                <a:gd name="T36" fmla="*/ 92 w 233"/>
                <a:gd name="T37" fmla="*/ 2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4" name="Freeform 496">
              <a:extLst>
                <a:ext uri="{FF2B5EF4-FFF2-40B4-BE49-F238E27FC236}">
                  <a16:creationId xmlns:a16="http://schemas.microsoft.com/office/drawing/2014/main" id="{0266EA53-E31E-4835-9546-6D127B95911D}"/>
                </a:ext>
              </a:extLst>
            </p:cNvPr>
            <p:cNvSpPr>
              <a:spLocks noEditPoints="1"/>
            </p:cNvSpPr>
            <p:nvPr userDrawn="1"/>
          </p:nvSpPr>
          <p:spPr bwMode="auto">
            <a:xfrm>
              <a:off x="8208526" y="338165"/>
              <a:ext cx="254879" cy="176608"/>
            </a:xfrm>
            <a:custGeom>
              <a:avLst/>
              <a:gdLst>
                <a:gd name="T0" fmla="*/ 63 w 169"/>
                <a:gd name="T1" fmla="*/ 111 h 117"/>
                <a:gd name="T2" fmla="*/ 63 w 169"/>
                <a:gd name="T3" fmla="*/ 111 h 117"/>
                <a:gd name="T4" fmla="*/ 63 w 169"/>
                <a:gd name="T5" fmla="*/ 111 h 117"/>
                <a:gd name="T6" fmla="*/ 63 w 169"/>
                <a:gd name="T7" fmla="*/ 111 h 117"/>
                <a:gd name="T8" fmla="*/ 10 w 169"/>
                <a:gd name="T9" fmla="*/ 49 h 117"/>
                <a:gd name="T10" fmla="*/ 11 w 169"/>
                <a:gd name="T11" fmla="*/ 47 h 117"/>
                <a:gd name="T12" fmla="*/ 10 w 169"/>
                <a:gd name="T13" fmla="*/ 49 h 117"/>
                <a:gd name="T14" fmla="*/ 73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3 w 169"/>
                <a:gd name="T35" fmla="*/ 106 h 117"/>
                <a:gd name="T36" fmla="*/ 46 w 169"/>
                <a:gd name="T37" fmla="*/ 99 h 117"/>
                <a:gd name="T38" fmla="*/ 43 w 169"/>
                <a:gd name="T39" fmla="*/ 85 h 117"/>
                <a:gd name="T40" fmla="*/ 43 w 169"/>
                <a:gd name="T41" fmla="*/ 84 h 117"/>
                <a:gd name="T42" fmla="*/ 21 w 169"/>
                <a:gd name="T43" fmla="*/ 55 h 117"/>
                <a:gd name="T44" fmla="*/ 43 w 169"/>
                <a:gd name="T45" fmla="*/ 67 h 117"/>
                <a:gd name="T46" fmla="*/ 43 w 169"/>
                <a:gd name="T47" fmla="*/ 32 h 117"/>
                <a:gd name="T48" fmla="*/ 48 w 169"/>
                <a:gd name="T49" fmla="*/ 19 h 117"/>
                <a:gd name="T50" fmla="*/ 57 w 169"/>
                <a:gd name="T51" fmla="*/ 10 h 117"/>
                <a:gd name="T52" fmla="*/ 73 w 169"/>
                <a:gd name="T53" fmla="*/ 6 h 117"/>
                <a:gd name="T54" fmla="*/ 73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5" name="Freeform 497">
              <a:extLst>
                <a:ext uri="{FF2B5EF4-FFF2-40B4-BE49-F238E27FC236}">
                  <a16:creationId xmlns:a16="http://schemas.microsoft.com/office/drawing/2014/main" id="{8C322F1F-849D-4BC8-9108-A93FF8A0A2C3}"/>
                </a:ext>
              </a:extLst>
            </p:cNvPr>
            <p:cNvSpPr>
              <a:spLocks noEditPoints="1"/>
            </p:cNvSpPr>
            <p:nvPr userDrawn="1"/>
          </p:nvSpPr>
          <p:spPr bwMode="auto">
            <a:xfrm>
              <a:off x="6972268" y="1395808"/>
              <a:ext cx="156539" cy="106367"/>
            </a:xfrm>
            <a:custGeom>
              <a:avLst/>
              <a:gdLst>
                <a:gd name="T0" fmla="*/ 9 w 104"/>
                <a:gd name="T1" fmla="*/ 31 h 70"/>
                <a:gd name="T2" fmla="*/ 11 w 104"/>
                <a:gd name="T3" fmla="*/ 28 h 70"/>
                <a:gd name="T4" fmla="*/ 9 w 104"/>
                <a:gd name="T5" fmla="*/ 31 h 70"/>
                <a:gd name="T6" fmla="*/ 30 w 104"/>
                <a:gd name="T7" fmla="*/ 19 h 70"/>
                <a:gd name="T8" fmla="*/ 30 w 104"/>
                <a:gd name="T9" fmla="*/ 19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0 h 70"/>
                <a:gd name="T54" fmla="*/ 47 w 104"/>
                <a:gd name="T55" fmla="*/ 0 h 70"/>
                <a:gd name="T56" fmla="*/ 47 w 104"/>
                <a:gd name="T57" fmla="*/ 0 h 70"/>
                <a:gd name="T58" fmla="*/ 35 w 104"/>
                <a:gd name="T59" fmla="*/ 3 h 70"/>
                <a:gd name="T60" fmla="*/ 26 w 104"/>
                <a:gd name="T61" fmla="*/ 13 h 70"/>
                <a:gd name="T62" fmla="*/ 25 w 104"/>
                <a:gd name="T63" fmla="*/ 19 h 70"/>
                <a:gd name="T64" fmla="*/ 25 w 104"/>
                <a:gd name="T65" fmla="*/ 19 h 70"/>
                <a:gd name="T66" fmla="*/ 25 w 104"/>
                <a:gd name="T67" fmla="*/ 32 h 70"/>
                <a:gd name="T68" fmla="*/ 0 w 104"/>
                <a:gd name="T69" fmla="*/ 19 h 70"/>
                <a:gd name="T70" fmla="*/ 8 w 104"/>
                <a:gd name="T71" fmla="*/ 30 h 70"/>
                <a:gd name="T72" fmla="*/ 11 w 104"/>
                <a:gd name="T73" fmla="*/ 28 h 70"/>
                <a:gd name="T74" fmla="*/ 8 w 104"/>
                <a:gd name="T75" fmla="*/ 30 h 70"/>
                <a:gd name="T76" fmla="*/ 25 w 104"/>
                <a:gd name="T77" fmla="*/ 51 h 70"/>
                <a:gd name="T78" fmla="*/ 27 w 104"/>
                <a:gd name="T79" fmla="*/ 61 h 70"/>
                <a:gd name="T80" fmla="*/ 35 w 104"/>
                <a:gd name="T81" fmla="*/ 69 h 70"/>
                <a:gd name="T82" fmla="*/ 41 w 104"/>
                <a:gd name="T83" fmla="*/ 70 h 70"/>
                <a:gd name="T84" fmla="*/ 41 w 104"/>
                <a:gd name="T85" fmla="*/ 70 h 70"/>
                <a:gd name="T86" fmla="*/ 82 w 104"/>
                <a:gd name="T87" fmla="*/ 70 h 70"/>
                <a:gd name="T88" fmla="*/ 82 w 104"/>
                <a:gd name="T89" fmla="*/ 70 h 70"/>
                <a:gd name="T90" fmla="*/ 100 w 104"/>
                <a:gd name="T91" fmla="*/ 64 h 70"/>
                <a:gd name="T92" fmla="*/ 104 w 104"/>
                <a:gd name="T93" fmla="*/ 55 h 70"/>
                <a:gd name="T94" fmla="*/ 104 w 104"/>
                <a:gd name="T95" fmla="*/ 53 h 70"/>
                <a:gd name="T96" fmla="*/ 104 w 104"/>
                <a:gd name="T97" fmla="*/ 20 h 70"/>
                <a:gd name="T98" fmla="*/ 104 w 104"/>
                <a:gd name="T99" fmla="*/ 19 h 70"/>
                <a:gd name="T100" fmla="*/ 93 w 104"/>
                <a:gd name="T101" fmla="*/ 3 h 70"/>
                <a:gd name="T102" fmla="*/ 84 w 104"/>
                <a:gd name="T103" fmla="*/ 0 h 70"/>
                <a:gd name="T104" fmla="*/ 84 w 104"/>
                <a:gd name="T10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70">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6" name="Freeform 498">
              <a:extLst>
                <a:ext uri="{FF2B5EF4-FFF2-40B4-BE49-F238E27FC236}">
                  <a16:creationId xmlns:a16="http://schemas.microsoft.com/office/drawing/2014/main" id="{B944FE80-FD53-47E2-A355-04C06A24920B}"/>
                </a:ext>
              </a:extLst>
            </p:cNvPr>
            <p:cNvSpPr>
              <a:spLocks noEditPoints="1"/>
            </p:cNvSpPr>
            <p:nvPr userDrawn="1"/>
          </p:nvSpPr>
          <p:spPr bwMode="auto">
            <a:xfrm>
              <a:off x="6416352" y="1526258"/>
              <a:ext cx="214740" cy="148512"/>
            </a:xfrm>
            <a:custGeom>
              <a:avLst/>
              <a:gdLst>
                <a:gd name="T0" fmla="*/ 62 w 142"/>
                <a:gd name="T1" fmla="*/ 0 h 98"/>
                <a:gd name="T2" fmla="*/ 62 w 142"/>
                <a:gd name="T3" fmla="*/ 0 h 98"/>
                <a:gd name="T4" fmla="*/ 10 w 142"/>
                <a:gd name="T5" fmla="*/ 39 h 98"/>
                <a:gd name="T6" fmla="*/ 37 w 142"/>
                <a:gd name="T7" fmla="*/ 27 h 98"/>
                <a:gd name="T8" fmla="*/ 37 w 142"/>
                <a:gd name="T9" fmla="*/ 27 h 98"/>
                <a:gd name="T10" fmla="*/ 37 w 142"/>
                <a:gd name="T11" fmla="*/ 27 h 98"/>
                <a:gd name="T12" fmla="*/ 36 w 142"/>
                <a:gd name="T13" fmla="*/ 27 h 98"/>
                <a:gd name="T14" fmla="*/ 62 w 142"/>
                <a:gd name="T15" fmla="*/ 6 h 98"/>
                <a:gd name="T16" fmla="*/ 124 w 142"/>
                <a:gd name="T17" fmla="*/ 10 h 98"/>
                <a:gd name="T18" fmla="*/ 136 w 142"/>
                <a:gd name="T19" fmla="*/ 76 h 98"/>
                <a:gd name="T20" fmla="*/ 136 w 142"/>
                <a:gd name="T21" fmla="*/ 76 h 98"/>
                <a:gd name="T22" fmla="*/ 136 w 142"/>
                <a:gd name="T23" fmla="*/ 76 h 98"/>
                <a:gd name="T24" fmla="*/ 133 w 142"/>
                <a:gd name="T25" fmla="*/ 85 h 98"/>
                <a:gd name="T26" fmla="*/ 53 w 142"/>
                <a:gd name="T27" fmla="*/ 92 h 98"/>
                <a:gd name="T28" fmla="*/ 40 w 142"/>
                <a:gd name="T29" fmla="*/ 82 h 98"/>
                <a:gd name="T30" fmla="*/ 37 w 142"/>
                <a:gd name="T31" fmla="*/ 70 h 98"/>
                <a:gd name="T32" fmla="*/ 37 w 142"/>
                <a:gd name="T33" fmla="*/ 57 h 98"/>
                <a:gd name="T34" fmla="*/ 41 w 142"/>
                <a:gd name="T35" fmla="*/ 17 h 98"/>
                <a:gd name="T36" fmla="*/ 62 w 142"/>
                <a:gd name="T37" fmla="*/ 6 h 98"/>
                <a:gd name="T38" fmla="*/ 115 w 142"/>
                <a:gd name="T39" fmla="*/ 0 h 98"/>
                <a:gd name="T40" fmla="*/ 45 w 142"/>
                <a:gd name="T41" fmla="*/ 5 h 98"/>
                <a:gd name="T42" fmla="*/ 31 w 142"/>
                <a:gd name="T43" fmla="*/ 26 h 98"/>
                <a:gd name="T44" fmla="*/ 31 w 142"/>
                <a:gd name="T45" fmla="*/ 47 h 98"/>
                <a:gd name="T46" fmla="*/ 8 w 142"/>
                <a:gd name="T47" fmla="*/ 41 h 98"/>
                <a:gd name="T48" fmla="*/ 8 w 142"/>
                <a:gd name="T49" fmla="*/ 41 h 98"/>
                <a:gd name="T50" fmla="*/ 35 w 142"/>
                <a:gd name="T51" fmla="*/ 85 h 98"/>
                <a:gd name="T52" fmla="*/ 53 w 142"/>
                <a:gd name="T53" fmla="*/ 98 h 98"/>
                <a:gd name="T54" fmla="*/ 111 w 142"/>
                <a:gd name="T55" fmla="*/ 98 h 98"/>
                <a:gd name="T56" fmla="*/ 137 w 142"/>
                <a:gd name="T57" fmla="*/ 89 h 98"/>
                <a:gd name="T58" fmla="*/ 142 w 142"/>
                <a:gd name="T59" fmla="*/ 75 h 98"/>
                <a:gd name="T60" fmla="*/ 142 w 142"/>
                <a:gd name="T61" fmla="*/ 27 h 98"/>
                <a:gd name="T62" fmla="*/ 115 w 142"/>
                <a:gd name="T6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37" y="27"/>
                  </a:moveTo>
                  <a:cubicBezTo>
                    <a:pt x="37" y="27"/>
                    <a:pt x="37" y="27"/>
                    <a:pt x="37" y="27"/>
                  </a:cubicBezTo>
                  <a:moveTo>
                    <a:pt x="37" y="27"/>
                  </a:moveTo>
                  <a:cubicBezTo>
                    <a:pt x="37" y="27"/>
                    <a:pt x="37" y="27"/>
                    <a:pt x="37" y="27"/>
                  </a:cubicBezTo>
                  <a:cubicBezTo>
                    <a:pt x="37" y="27"/>
                    <a:pt x="37" y="27"/>
                    <a:pt x="37" y="27"/>
                  </a:cubicBezTo>
                  <a:cubicBezTo>
                    <a:pt x="37" y="27"/>
                    <a:pt x="37" y="27"/>
                    <a:pt x="37" y="27"/>
                  </a:cubicBezTo>
                  <a:moveTo>
                    <a:pt x="36" y="27"/>
                  </a:moveTo>
                  <a:cubicBezTo>
                    <a:pt x="36" y="27"/>
                    <a:pt x="36" y="27"/>
                    <a:pt x="36" y="27"/>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7" name="Freeform 499">
              <a:extLst>
                <a:ext uri="{FF2B5EF4-FFF2-40B4-BE49-F238E27FC236}">
                  <a16:creationId xmlns:a16="http://schemas.microsoft.com/office/drawing/2014/main" id="{F461E87C-19FB-4A3E-9440-7787CFFE51A4}"/>
                </a:ext>
              </a:extLst>
            </p:cNvPr>
            <p:cNvSpPr>
              <a:spLocks noEditPoints="1"/>
            </p:cNvSpPr>
            <p:nvPr userDrawn="1"/>
          </p:nvSpPr>
          <p:spPr bwMode="auto">
            <a:xfrm>
              <a:off x="7303408" y="1016502"/>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32 w 112"/>
                <a:gd name="T15" fmla="*/ 21 h 76"/>
                <a:gd name="T16" fmla="*/ 35 w 112"/>
                <a:gd name="T17" fmla="*/ 13 h 76"/>
                <a:gd name="T18" fmla="*/ 40 w 112"/>
                <a:gd name="T19" fmla="*/ 8 h 76"/>
                <a:gd name="T20" fmla="*/ 50 w 112"/>
                <a:gd name="T21" fmla="*/ 6 h 76"/>
                <a:gd name="T22" fmla="*/ 50 w 112"/>
                <a:gd name="T23" fmla="*/ 6 h 76"/>
                <a:gd name="T24" fmla="*/ 90 w 112"/>
                <a:gd name="T25" fmla="*/ 6 h 76"/>
                <a:gd name="T26" fmla="*/ 97 w 112"/>
                <a:gd name="T27" fmla="*/ 9 h 76"/>
                <a:gd name="T28" fmla="*/ 106 w 112"/>
                <a:gd name="T29" fmla="*/ 22 h 76"/>
                <a:gd name="T30" fmla="*/ 106 w 112"/>
                <a:gd name="T31" fmla="*/ 58 h 76"/>
                <a:gd name="T32" fmla="*/ 106 w 112"/>
                <a:gd name="T33" fmla="*/ 58 h 76"/>
                <a:gd name="T34" fmla="*/ 106 w 112"/>
                <a:gd name="T35" fmla="*/ 59 h 76"/>
                <a:gd name="T36" fmla="*/ 103 w 112"/>
                <a:gd name="T37" fmla="*/ 65 h 76"/>
                <a:gd name="T38" fmla="*/ 87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0 h 76"/>
                <a:gd name="T58" fmla="*/ 50 w 112"/>
                <a:gd name="T59" fmla="*/ 0 h 76"/>
                <a:gd name="T60" fmla="*/ 50 w 112"/>
                <a:gd name="T61" fmla="*/ 0 h 76"/>
                <a:gd name="T62" fmla="*/ 37 w 112"/>
                <a:gd name="T63" fmla="*/ 3 h 76"/>
                <a:gd name="T64" fmla="*/ 28 w 112"/>
                <a:gd name="T65" fmla="*/ 14 h 76"/>
                <a:gd name="T66" fmla="*/ 26 w 112"/>
                <a:gd name="T67" fmla="*/ 20 h 76"/>
                <a:gd name="T68" fmla="*/ 26 w 112"/>
                <a:gd name="T69" fmla="*/ 21 h 76"/>
                <a:gd name="T70" fmla="*/ 26 w 112"/>
                <a:gd name="T71" fmla="*/ 35 h 76"/>
                <a:gd name="T72" fmla="*/ 0 w 112"/>
                <a:gd name="T73" fmla="*/ 21 h 76"/>
                <a:gd name="T74" fmla="*/ 8 w 112"/>
                <a:gd name="T75" fmla="*/ 32 h 76"/>
                <a:gd name="T76" fmla="*/ 11 w 112"/>
                <a:gd name="T77" fmla="*/ 30 h 76"/>
                <a:gd name="T78" fmla="*/ 8 w 112"/>
                <a:gd name="T79" fmla="*/ 32 h 76"/>
                <a:gd name="T80" fmla="*/ 26 w 112"/>
                <a:gd name="T81" fmla="*/ 55 h 76"/>
                <a:gd name="T82" fmla="*/ 29 w 112"/>
                <a:gd name="T83" fmla="*/ 66 h 76"/>
                <a:gd name="T84" fmla="*/ 38 w 112"/>
                <a:gd name="T85" fmla="*/ 74 h 76"/>
                <a:gd name="T86" fmla="*/ 43 w 112"/>
                <a:gd name="T87" fmla="*/ 76 h 76"/>
                <a:gd name="T88" fmla="*/ 43 w 112"/>
                <a:gd name="T89" fmla="*/ 76 h 76"/>
                <a:gd name="T90" fmla="*/ 88 w 112"/>
                <a:gd name="T91" fmla="*/ 76 h 76"/>
                <a:gd name="T92" fmla="*/ 88 w 112"/>
                <a:gd name="T93" fmla="*/ 76 h 76"/>
                <a:gd name="T94" fmla="*/ 108 w 112"/>
                <a:gd name="T95" fmla="*/ 69 h 76"/>
                <a:gd name="T96" fmla="*/ 112 w 112"/>
                <a:gd name="T97" fmla="*/ 59 h 76"/>
                <a:gd name="T98" fmla="*/ 112 w 112"/>
                <a:gd name="T99" fmla="*/ 58 h 76"/>
                <a:gd name="T100" fmla="*/ 112 w 112"/>
                <a:gd name="T101" fmla="*/ 21 h 76"/>
                <a:gd name="T102" fmla="*/ 112 w 112"/>
                <a:gd name="T103" fmla="*/ 21 h 76"/>
                <a:gd name="T104" fmla="*/ 100 w 112"/>
                <a:gd name="T105" fmla="*/ 3 h 76"/>
                <a:gd name="T106" fmla="*/ 90 w 112"/>
                <a:gd name="T107" fmla="*/ 0 h 76"/>
                <a:gd name="T108" fmla="*/ 90 w 112"/>
                <a:gd name="T10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8" name="Freeform 500">
              <a:extLst>
                <a:ext uri="{FF2B5EF4-FFF2-40B4-BE49-F238E27FC236}">
                  <a16:creationId xmlns:a16="http://schemas.microsoft.com/office/drawing/2014/main" id="{D24EAE15-6E90-4170-954D-053C43927386}"/>
                </a:ext>
              </a:extLst>
            </p:cNvPr>
            <p:cNvSpPr>
              <a:spLocks noEditPoints="1"/>
            </p:cNvSpPr>
            <p:nvPr userDrawn="1"/>
          </p:nvSpPr>
          <p:spPr bwMode="auto">
            <a:xfrm>
              <a:off x="7289360"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9" name="Freeform 501">
              <a:extLst>
                <a:ext uri="{FF2B5EF4-FFF2-40B4-BE49-F238E27FC236}">
                  <a16:creationId xmlns:a16="http://schemas.microsoft.com/office/drawing/2014/main" id="{E0D6B7BE-C985-4D9C-9FA4-68F8CF9F799D}"/>
                </a:ext>
              </a:extLst>
            </p:cNvPr>
            <p:cNvSpPr>
              <a:spLocks noEditPoints="1"/>
            </p:cNvSpPr>
            <p:nvPr userDrawn="1"/>
          </p:nvSpPr>
          <p:spPr bwMode="auto">
            <a:xfrm>
              <a:off x="6667217" y="279964"/>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0" name="Freeform 502">
              <a:extLst>
                <a:ext uri="{FF2B5EF4-FFF2-40B4-BE49-F238E27FC236}">
                  <a16:creationId xmlns:a16="http://schemas.microsoft.com/office/drawing/2014/main" id="{C5DA21CA-5404-4D93-8542-4FD4AE19D03B}"/>
                </a:ext>
              </a:extLst>
            </p:cNvPr>
            <p:cNvSpPr>
              <a:spLocks/>
            </p:cNvSpPr>
            <p:nvPr userDrawn="1"/>
          </p:nvSpPr>
          <p:spPr bwMode="auto">
            <a:xfrm>
              <a:off x="6908047"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1" name="Freeform 503">
              <a:extLst>
                <a:ext uri="{FF2B5EF4-FFF2-40B4-BE49-F238E27FC236}">
                  <a16:creationId xmlns:a16="http://schemas.microsoft.com/office/drawing/2014/main" id="{C7A80D08-460B-47E0-A8BF-B85EC6F87C66}"/>
                </a:ext>
              </a:extLst>
            </p:cNvPr>
            <p:cNvSpPr>
              <a:spLocks noEditPoints="1"/>
            </p:cNvSpPr>
            <p:nvPr userDrawn="1"/>
          </p:nvSpPr>
          <p:spPr bwMode="auto">
            <a:xfrm>
              <a:off x="7441886"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2" name="Freeform 504">
              <a:extLst>
                <a:ext uri="{FF2B5EF4-FFF2-40B4-BE49-F238E27FC236}">
                  <a16:creationId xmlns:a16="http://schemas.microsoft.com/office/drawing/2014/main" id="{0750790F-66A3-4770-93BF-55E542B2AD05}"/>
                </a:ext>
              </a:extLst>
            </p:cNvPr>
            <p:cNvSpPr>
              <a:spLocks noEditPoints="1"/>
            </p:cNvSpPr>
            <p:nvPr userDrawn="1"/>
          </p:nvSpPr>
          <p:spPr bwMode="auto">
            <a:xfrm>
              <a:off x="6536767"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8 w 119"/>
                <a:gd name="T61" fmla="*/ 8 h 167"/>
                <a:gd name="T62" fmla="*/ 31 w 119"/>
                <a:gd name="T63" fmla="*/ 37 h 167"/>
                <a:gd name="T64" fmla="*/ 14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7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6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3" name="Freeform 505">
              <a:extLst>
                <a:ext uri="{FF2B5EF4-FFF2-40B4-BE49-F238E27FC236}">
                  <a16:creationId xmlns:a16="http://schemas.microsoft.com/office/drawing/2014/main" id="{E27F46C2-FA89-4705-B139-2EA4B2345CB1}"/>
                </a:ext>
              </a:extLst>
            </p:cNvPr>
            <p:cNvSpPr>
              <a:spLocks/>
            </p:cNvSpPr>
            <p:nvPr userDrawn="1"/>
          </p:nvSpPr>
          <p:spPr bwMode="auto">
            <a:xfrm>
              <a:off x="6709362" y="633181"/>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4" name="Freeform 506">
              <a:extLst>
                <a:ext uri="{FF2B5EF4-FFF2-40B4-BE49-F238E27FC236}">
                  <a16:creationId xmlns:a16="http://schemas.microsoft.com/office/drawing/2014/main" id="{B609BEB5-D24B-484A-80E9-E425DE48C6EC}"/>
                </a:ext>
              </a:extLst>
            </p:cNvPr>
            <p:cNvSpPr>
              <a:spLocks noEditPoints="1"/>
            </p:cNvSpPr>
            <p:nvPr userDrawn="1"/>
          </p:nvSpPr>
          <p:spPr bwMode="auto">
            <a:xfrm>
              <a:off x="7947628"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4 h 131"/>
                <a:gd name="T36" fmla="*/ 208 w 219"/>
                <a:gd name="T37" fmla="*/ 115 h 131"/>
                <a:gd name="T38" fmla="*/ 178 w 219"/>
                <a:gd name="T39" fmla="*/ 125 h 131"/>
                <a:gd name="T40" fmla="*/ 99 w 219"/>
                <a:gd name="T41" fmla="*/ 125 h 131"/>
                <a:gd name="T42" fmla="*/ 87 w 219"/>
                <a:gd name="T43" fmla="*/ 120 h 131"/>
                <a:gd name="T44" fmla="*/ 80 w 219"/>
                <a:gd name="T45" fmla="*/ 111 h 131"/>
                <a:gd name="T46" fmla="*/ 76 w 219"/>
                <a:gd name="T47" fmla="*/ 95 h 131"/>
                <a:gd name="T48" fmla="*/ 76 w 219"/>
                <a:gd name="T49" fmla="*/ 94 h 131"/>
                <a:gd name="T50" fmla="*/ 34 w 219"/>
                <a:gd name="T51" fmla="*/ 51 h 131"/>
                <a:gd name="T52" fmla="*/ 76 w 219"/>
                <a:gd name="T53" fmla="*/ 74 h 131"/>
                <a:gd name="T54" fmla="*/ 76 w 219"/>
                <a:gd name="T55" fmla="*/ 35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5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5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5" name="Freeform 507">
              <a:extLst>
                <a:ext uri="{FF2B5EF4-FFF2-40B4-BE49-F238E27FC236}">
                  <a16:creationId xmlns:a16="http://schemas.microsoft.com/office/drawing/2014/main" id="{8B9E31EA-677D-48A8-B9EC-8FA6B3F9403A}"/>
                </a:ext>
              </a:extLst>
            </p:cNvPr>
            <p:cNvSpPr>
              <a:spLocks noEditPoints="1"/>
            </p:cNvSpPr>
            <p:nvPr userDrawn="1"/>
          </p:nvSpPr>
          <p:spPr bwMode="auto">
            <a:xfrm>
              <a:off x="8298837" y="542870"/>
              <a:ext cx="210726" cy="204705"/>
            </a:xfrm>
            <a:custGeom>
              <a:avLst/>
              <a:gdLst>
                <a:gd name="T0" fmla="*/ 6 w 140"/>
                <a:gd name="T1" fmla="*/ 27 h 137"/>
                <a:gd name="T2" fmla="*/ 10 w 140"/>
                <a:gd name="T3" fmla="*/ 17 h 137"/>
                <a:gd name="T4" fmla="*/ 16 w 140"/>
                <a:gd name="T5" fmla="*/ 11 h 137"/>
                <a:gd name="T6" fmla="*/ 25 w 140"/>
                <a:gd name="T7" fmla="*/ 8 h 137"/>
                <a:gd name="T8" fmla="*/ 24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0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1 w 140"/>
                <a:gd name="T37" fmla="*/ 105 h 137"/>
                <a:gd name="T38" fmla="*/ 37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4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7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4" y="5"/>
                    <a:pt x="24" y="5"/>
                    <a:pt x="24" y="5"/>
                  </a:cubicBezTo>
                  <a:cubicBezTo>
                    <a:pt x="25" y="8"/>
                    <a:pt x="25" y="8"/>
                    <a:pt x="25" y="8"/>
                  </a:cubicBez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6" name="Freeform 508">
              <a:extLst>
                <a:ext uri="{FF2B5EF4-FFF2-40B4-BE49-F238E27FC236}">
                  <a16:creationId xmlns:a16="http://schemas.microsoft.com/office/drawing/2014/main" id="{10F27CA9-A0FB-43A4-B7B5-BC267CAA7AB2}"/>
                </a:ext>
              </a:extLst>
            </p:cNvPr>
            <p:cNvSpPr>
              <a:spLocks noEditPoints="1"/>
            </p:cNvSpPr>
            <p:nvPr userDrawn="1"/>
          </p:nvSpPr>
          <p:spPr bwMode="auto">
            <a:xfrm>
              <a:off x="7251228" y="364255"/>
              <a:ext cx="210726" cy="20671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7" name="Freeform 509">
              <a:extLst>
                <a:ext uri="{FF2B5EF4-FFF2-40B4-BE49-F238E27FC236}">
                  <a16:creationId xmlns:a16="http://schemas.microsoft.com/office/drawing/2014/main" id="{E2B5A170-BCDF-44E3-A4AD-B2094A459A65}"/>
                </a:ext>
              </a:extLst>
            </p:cNvPr>
            <p:cNvSpPr>
              <a:spLocks/>
            </p:cNvSpPr>
            <p:nvPr userDrawn="1"/>
          </p:nvSpPr>
          <p:spPr bwMode="auto">
            <a:xfrm>
              <a:off x="7371643" y="558926"/>
              <a:ext cx="20069" cy="8028"/>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8" name="Freeform 510">
              <a:extLst>
                <a:ext uri="{FF2B5EF4-FFF2-40B4-BE49-F238E27FC236}">
                  <a16:creationId xmlns:a16="http://schemas.microsoft.com/office/drawing/2014/main" id="{0B33ED8E-A2C7-4F73-9DED-BEB0FA116001}"/>
                </a:ext>
              </a:extLst>
            </p:cNvPr>
            <p:cNvSpPr>
              <a:spLocks noEditPoints="1"/>
            </p:cNvSpPr>
            <p:nvPr userDrawn="1"/>
          </p:nvSpPr>
          <p:spPr bwMode="auto">
            <a:xfrm>
              <a:off x="7092683" y="143494"/>
              <a:ext cx="234809" cy="230796"/>
            </a:xfrm>
            <a:custGeom>
              <a:avLst/>
              <a:gdLst>
                <a:gd name="T0" fmla="*/ 0 w 156"/>
                <a:gd name="T1" fmla="*/ 31 h 153"/>
                <a:gd name="T2" fmla="*/ 0 w 156"/>
                <a:gd name="T3" fmla="*/ 31 h 153"/>
                <a:gd name="T4" fmla="*/ 3 w 156"/>
                <a:gd name="T5" fmla="*/ 30 h 153"/>
                <a:gd name="T6" fmla="*/ 6 w 156"/>
                <a:gd name="T7" fmla="*/ 30 h 153"/>
                <a:gd name="T8" fmla="*/ 3 w 156"/>
                <a:gd name="T9" fmla="*/ 30 h 153"/>
                <a:gd name="T10" fmla="*/ 0 w 156"/>
                <a:gd name="T11" fmla="*/ 31 h 153"/>
                <a:gd name="T12" fmla="*/ 26 w 156"/>
                <a:gd name="T13" fmla="*/ 9 h 153"/>
                <a:gd name="T14" fmla="*/ 102 w 156"/>
                <a:gd name="T15" fmla="*/ 6 h 153"/>
                <a:gd name="T16" fmla="*/ 110 w 156"/>
                <a:gd name="T17" fmla="*/ 13 h 153"/>
                <a:gd name="T18" fmla="*/ 116 w 156"/>
                <a:gd name="T19" fmla="*/ 29 h 153"/>
                <a:gd name="T20" fmla="*/ 117 w 156"/>
                <a:gd name="T21" fmla="*/ 40 h 153"/>
                <a:gd name="T22" fmla="*/ 117 w 156"/>
                <a:gd name="T23" fmla="*/ 40 h 153"/>
                <a:gd name="T24" fmla="*/ 117 w 156"/>
                <a:gd name="T25" fmla="*/ 41 h 153"/>
                <a:gd name="T26" fmla="*/ 139 w 156"/>
                <a:gd name="T27" fmla="*/ 77 h 153"/>
                <a:gd name="T28" fmla="*/ 117 w 156"/>
                <a:gd name="T29" fmla="*/ 65 h 153"/>
                <a:gd name="T30" fmla="*/ 119 w 156"/>
                <a:gd name="T31" fmla="*/ 111 h 153"/>
                <a:gd name="T32" fmla="*/ 108 w 156"/>
                <a:gd name="T33" fmla="*/ 137 h 153"/>
                <a:gd name="T34" fmla="*/ 101 w 156"/>
                <a:gd name="T35" fmla="*/ 141 h 153"/>
                <a:gd name="T36" fmla="*/ 99 w 156"/>
                <a:gd name="T37" fmla="*/ 142 h 153"/>
                <a:gd name="T38" fmla="*/ 98 w 156"/>
                <a:gd name="T39" fmla="*/ 142 h 153"/>
                <a:gd name="T40" fmla="*/ 98 w 156"/>
                <a:gd name="T41" fmla="*/ 142 h 153"/>
                <a:gd name="T42" fmla="*/ 37 w 156"/>
                <a:gd name="T43" fmla="*/ 147 h 153"/>
                <a:gd name="T44" fmla="*/ 23 w 156"/>
                <a:gd name="T45" fmla="*/ 139 h 153"/>
                <a:gd name="T46" fmla="*/ 13 w 156"/>
                <a:gd name="T47" fmla="*/ 121 h 153"/>
                <a:gd name="T48" fmla="*/ 11 w 156"/>
                <a:gd name="T49" fmla="*/ 114 h 153"/>
                <a:gd name="T50" fmla="*/ 10 w 156"/>
                <a:gd name="T51" fmla="*/ 112 h 153"/>
                <a:gd name="T52" fmla="*/ 10 w 156"/>
                <a:gd name="T53" fmla="*/ 111 h 153"/>
                <a:gd name="T54" fmla="*/ 10 w 156"/>
                <a:gd name="T55" fmla="*/ 111 h 153"/>
                <a:gd name="T56" fmla="*/ 6 w 156"/>
                <a:gd name="T57" fmla="*/ 30 h 153"/>
                <a:gd name="T58" fmla="*/ 6 w 156"/>
                <a:gd name="T59" fmla="*/ 30 h 153"/>
                <a:gd name="T60" fmla="*/ 6 w 156"/>
                <a:gd name="T61" fmla="*/ 29 h 153"/>
                <a:gd name="T62" fmla="*/ 9 w 156"/>
                <a:gd name="T63" fmla="*/ 20 h 153"/>
                <a:gd name="T64" fmla="*/ 20 w 156"/>
                <a:gd name="T65" fmla="*/ 11 h 153"/>
                <a:gd name="T66" fmla="*/ 24 w 156"/>
                <a:gd name="T67" fmla="*/ 9 h 153"/>
                <a:gd name="T68" fmla="*/ 26 w 156"/>
                <a:gd name="T69" fmla="*/ 9 h 153"/>
                <a:gd name="T70" fmla="*/ 26 w 156"/>
                <a:gd name="T71" fmla="*/ 9 h 153"/>
                <a:gd name="T72" fmla="*/ 103 w 156"/>
                <a:gd name="T73" fmla="*/ 0 h 153"/>
                <a:gd name="T74" fmla="*/ 25 w 156"/>
                <a:gd name="T75" fmla="*/ 3 h 153"/>
                <a:gd name="T76" fmla="*/ 24 w 156"/>
                <a:gd name="T77" fmla="*/ 3 h 153"/>
                <a:gd name="T78" fmla="*/ 12 w 156"/>
                <a:gd name="T79" fmla="*/ 8 h 153"/>
                <a:gd name="T80" fmla="*/ 4 w 156"/>
                <a:gd name="T81" fmla="*/ 17 h 153"/>
                <a:gd name="T82" fmla="*/ 0 w 156"/>
                <a:gd name="T83" fmla="*/ 29 h 153"/>
                <a:gd name="T84" fmla="*/ 0 w 156"/>
                <a:gd name="T85" fmla="*/ 31 h 153"/>
                <a:gd name="T86" fmla="*/ 0 w 156"/>
                <a:gd name="T87" fmla="*/ 31 h 153"/>
                <a:gd name="T88" fmla="*/ 4 w 156"/>
                <a:gd name="T89" fmla="*/ 112 h 153"/>
                <a:gd name="T90" fmla="*/ 4 w 156"/>
                <a:gd name="T91" fmla="*/ 112 h 153"/>
                <a:gd name="T92" fmla="*/ 10 w 156"/>
                <a:gd name="T93" fmla="*/ 130 h 153"/>
                <a:gd name="T94" fmla="*/ 19 w 156"/>
                <a:gd name="T95" fmla="*/ 144 h 153"/>
                <a:gd name="T96" fmla="*/ 36 w 156"/>
                <a:gd name="T97" fmla="*/ 153 h 153"/>
                <a:gd name="T98" fmla="*/ 36 w 156"/>
                <a:gd name="T99" fmla="*/ 153 h 153"/>
                <a:gd name="T100" fmla="*/ 99 w 156"/>
                <a:gd name="T101" fmla="*/ 148 h 153"/>
                <a:gd name="T102" fmla="*/ 99 w 156"/>
                <a:gd name="T103" fmla="*/ 148 h 153"/>
                <a:gd name="T104" fmla="*/ 112 w 156"/>
                <a:gd name="T105" fmla="*/ 142 h 153"/>
                <a:gd name="T106" fmla="*/ 125 w 156"/>
                <a:gd name="T107" fmla="*/ 111 h 153"/>
                <a:gd name="T108" fmla="*/ 125 w 156"/>
                <a:gd name="T109" fmla="*/ 111 h 153"/>
                <a:gd name="T110" fmla="*/ 123 w 156"/>
                <a:gd name="T111" fmla="*/ 75 h 153"/>
                <a:gd name="T112" fmla="*/ 156 w 156"/>
                <a:gd name="T113" fmla="*/ 94 h 153"/>
                <a:gd name="T114" fmla="*/ 123 w 156"/>
                <a:gd name="T115" fmla="*/ 40 h 153"/>
                <a:gd name="T116" fmla="*/ 120 w 156"/>
                <a:gd name="T117" fmla="*/ 22 h 153"/>
                <a:gd name="T118" fmla="*/ 115 w 156"/>
                <a:gd name="T119" fmla="*/ 9 h 153"/>
                <a:gd name="T120" fmla="*/ 103 w 156"/>
                <a:gd name="T121" fmla="*/ 0 h 153"/>
                <a:gd name="T122" fmla="*/ 103 w 156"/>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9" name="Freeform 511">
              <a:extLst>
                <a:ext uri="{FF2B5EF4-FFF2-40B4-BE49-F238E27FC236}">
                  <a16:creationId xmlns:a16="http://schemas.microsoft.com/office/drawing/2014/main" id="{F91D8EE4-C6E0-45DF-B407-CC42BAD4C2DF}"/>
                </a:ext>
              </a:extLst>
            </p:cNvPr>
            <p:cNvSpPr>
              <a:spLocks noEditPoints="1"/>
            </p:cNvSpPr>
            <p:nvPr userDrawn="1"/>
          </p:nvSpPr>
          <p:spPr bwMode="auto">
            <a:xfrm>
              <a:off x="8517591" y="500725"/>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0" name="Freeform 512">
              <a:extLst>
                <a:ext uri="{FF2B5EF4-FFF2-40B4-BE49-F238E27FC236}">
                  <a16:creationId xmlns:a16="http://schemas.microsoft.com/office/drawing/2014/main" id="{3DC19E28-0F81-448B-AFB9-C45A12BE41A4}"/>
                </a:ext>
              </a:extLst>
            </p:cNvPr>
            <p:cNvSpPr>
              <a:spLocks noEditPoints="1"/>
            </p:cNvSpPr>
            <p:nvPr userDrawn="1"/>
          </p:nvSpPr>
          <p:spPr bwMode="auto">
            <a:xfrm>
              <a:off x="8808593"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5 w 76"/>
                <a:gd name="T81" fmla="*/ 88 h 115"/>
                <a:gd name="T82" fmla="*/ 15 w 76"/>
                <a:gd name="T83" fmla="*/ 88 h 115"/>
                <a:gd name="T84" fmla="*/ 37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1" name="Freeform 513">
              <a:extLst>
                <a:ext uri="{FF2B5EF4-FFF2-40B4-BE49-F238E27FC236}">
                  <a16:creationId xmlns:a16="http://schemas.microsoft.com/office/drawing/2014/main" id="{11A62D56-A4AE-44CF-9688-0FE53358FC1A}"/>
                </a:ext>
              </a:extLst>
            </p:cNvPr>
            <p:cNvSpPr>
              <a:spLocks noEditPoints="1"/>
            </p:cNvSpPr>
            <p:nvPr userDrawn="1"/>
          </p:nvSpPr>
          <p:spPr bwMode="auto">
            <a:xfrm>
              <a:off x="7116766" y="408407"/>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17 w 76"/>
                <a:gd name="T71" fmla="*/ 6 h 115"/>
                <a:gd name="T72" fmla="*/ 16 w 76"/>
                <a:gd name="T73" fmla="*/ 3 h 115"/>
                <a:gd name="T74" fmla="*/ 8 w 76"/>
                <a:gd name="T75" fmla="*/ 7 h 115"/>
                <a:gd name="T76" fmla="*/ 1 w 76"/>
                <a:gd name="T77" fmla="*/ 22 h 115"/>
                <a:gd name="T78" fmla="*/ 0 w 76"/>
                <a:gd name="T79" fmla="*/ 39 h 115"/>
                <a:gd name="T80" fmla="*/ 1 w 76"/>
                <a:gd name="T81" fmla="*/ 60 h 115"/>
                <a:gd name="T82" fmla="*/ 9 w 76"/>
                <a:gd name="T83" fmla="*/ 81 h 115"/>
                <a:gd name="T84" fmla="*/ 15 w 76"/>
                <a:gd name="T85" fmla="*/ 88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2" name="Freeform 514">
              <a:extLst>
                <a:ext uri="{FF2B5EF4-FFF2-40B4-BE49-F238E27FC236}">
                  <a16:creationId xmlns:a16="http://schemas.microsoft.com/office/drawing/2014/main" id="{1E0C352C-0338-49D8-876C-66BB28ECF56C}"/>
                </a:ext>
              </a:extLst>
            </p:cNvPr>
            <p:cNvSpPr>
              <a:spLocks noEditPoints="1"/>
            </p:cNvSpPr>
            <p:nvPr userDrawn="1"/>
          </p:nvSpPr>
          <p:spPr bwMode="auto">
            <a:xfrm>
              <a:off x="642638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6 w 76"/>
                <a:gd name="T69" fmla="*/ 3 h 115"/>
                <a:gd name="T70" fmla="*/ 8 w 76"/>
                <a:gd name="T71" fmla="*/ 7 h 115"/>
                <a:gd name="T72" fmla="*/ 2 w 76"/>
                <a:gd name="T73" fmla="*/ 22 h 115"/>
                <a:gd name="T74" fmla="*/ 0 w 76"/>
                <a:gd name="T75" fmla="*/ 39 h 115"/>
                <a:gd name="T76" fmla="*/ 2 w 76"/>
                <a:gd name="T77" fmla="*/ 60 h 115"/>
                <a:gd name="T78" fmla="*/ 9 w 76"/>
                <a:gd name="T79" fmla="*/ 81 h 115"/>
                <a:gd name="T80" fmla="*/ 15 w 76"/>
                <a:gd name="T81" fmla="*/ 87 h 115"/>
                <a:gd name="T82" fmla="*/ 16 w 76"/>
                <a:gd name="T83" fmla="*/ 88 h 115"/>
                <a:gd name="T84" fmla="*/ 38 w 76"/>
                <a:gd name="T85" fmla="*/ 89 h 115"/>
                <a:gd name="T86" fmla="*/ 26 w 76"/>
                <a:gd name="T87" fmla="*/ 115 h 115"/>
                <a:gd name="T88" fmla="*/ 56 w 76"/>
                <a:gd name="T89" fmla="*/ 89 h 115"/>
                <a:gd name="T90" fmla="*/ 72 w 76"/>
                <a:gd name="T91" fmla="*/ 85 h 115"/>
                <a:gd name="T92" fmla="*/ 76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3" name="Freeform 515">
              <a:extLst>
                <a:ext uri="{FF2B5EF4-FFF2-40B4-BE49-F238E27FC236}">
                  <a16:creationId xmlns:a16="http://schemas.microsoft.com/office/drawing/2014/main" id="{561A81F2-3F11-40F0-AD5C-DA8547D2BB0C}"/>
                </a:ext>
              </a:extLst>
            </p:cNvPr>
            <p:cNvSpPr>
              <a:spLocks noEditPoints="1"/>
            </p:cNvSpPr>
            <p:nvPr userDrawn="1"/>
          </p:nvSpPr>
          <p:spPr bwMode="auto">
            <a:xfrm>
              <a:off x="7574342" y="741554"/>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4" name="Freeform 516">
              <a:extLst>
                <a:ext uri="{FF2B5EF4-FFF2-40B4-BE49-F238E27FC236}">
                  <a16:creationId xmlns:a16="http://schemas.microsoft.com/office/drawing/2014/main" id="{71D3D963-5AD9-4410-AE62-401F48201A5E}"/>
                </a:ext>
              </a:extLst>
            </p:cNvPr>
            <p:cNvSpPr>
              <a:spLocks noEditPoints="1"/>
            </p:cNvSpPr>
            <p:nvPr userDrawn="1"/>
          </p:nvSpPr>
          <p:spPr bwMode="auto">
            <a:xfrm>
              <a:off x="7148876" y="765637"/>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9 w 76"/>
                <a:gd name="T71" fmla="*/ 82 h 116"/>
                <a:gd name="T72" fmla="*/ 15 w 76"/>
                <a:gd name="T73" fmla="*/ 88 h 116"/>
                <a:gd name="T74" fmla="*/ 16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5" name="Freeform 517">
              <a:extLst>
                <a:ext uri="{FF2B5EF4-FFF2-40B4-BE49-F238E27FC236}">
                  <a16:creationId xmlns:a16="http://schemas.microsoft.com/office/drawing/2014/main" id="{759EE6B9-E8CB-4A35-8DA2-F4724367DE97}"/>
                </a:ext>
              </a:extLst>
            </p:cNvPr>
            <p:cNvSpPr>
              <a:spLocks noEditPoints="1"/>
            </p:cNvSpPr>
            <p:nvPr userDrawn="1"/>
          </p:nvSpPr>
          <p:spPr bwMode="auto">
            <a:xfrm>
              <a:off x="6655176" y="96030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6" name="Freeform 518">
              <a:extLst>
                <a:ext uri="{FF2B5EF4-FFF2-40B4-BE49-F238E27FC236}">
                  <a16:creationId xmlns:a16="http://schemas.microsoft.com/office/drawing/2014/main" id="{7EDDF527-71AE-437A-8295-F8ACF5D1983C}"/>
                </a:ext>
              </a:extLst>
            </p:cNvPr>
            <p:cNvSpPr>
              <a:spLocks noEditPoints="1"/>
            </p:cNvSpPr>
            <p:nvPr userDrawn="1"/>
          </p:nvSpPr>
          <p:spPr bwMode="auto">
            <a:xfrm>
              <a:off x="7094689" y="1219199"/>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8 w 76"/>
                <a:gd name="T69" fmla="*/ 8 h 116"/>
                <a:gd name="T70" fmla="*/ 1 w 76"/>
                <a:gd name="T71" fmla="*/ 22 h 116"/>
                <a:gd name="T72" fmla="*/ 0 w 76"/>
                <a:gd name="T73" fmla="*/ 40 h 116"/>
                <a:gd name="T74" fmla="*/ 1 w 76"/>
                <a:gd name="T75" fmla="*/ 61 h 116"/>
                <a:gd name="T76" fmla="*/ 9 w 76"/>
                <a:gd name="T77" fmla="*/ 82 h 116"/>
                <a:gd name="T78" fmla="*/ 15 w 76"/>
                <a:gd name="T79" fmla="*/ 88 h 116"/>
                <a:gd name="T80" fmla="*/ 16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7" name="Freeform 519">
              <a:extLst>
                <a:ext uri="{FF2B5EF4-FFF2-40B4-BE49-F238E27FC236}">
                  <a16:creationId xmlns:a16="http://schemas.microsoft.com/office/drawing/2014/main" id="{B1238323-C752-4C3C-B457-AA02FBA1BD62}"/>
                </a:ext>
              </a:extLst>
            </p:cNvPr>
            <p:cNvSpPr>
              <a:spLocks noEditPoints="1"/>
            </p:cNvSpPr>
            <p:nvPr userDrawn="1"/>
          </p:nvSpPr>
          <p:spPr bwMode="auto">
            <a:xfrm>
              <a:off x="6281890" y="1161000"/>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8" name="Freeform 520">
              <a:extLst>
                <a:ext uri="{FF2B5EF4-FFF2-40B4-BE49-F238E27FC236}">
                  <a16:creationId xmlns:a16="http://schemas.microsoft.com/office/drawing/2014/main" id="{CDC1FC27-7C9C-4DF3-8C5F-2DA1805BDAF4}"/>
                </a:ext>
              </a:extLst>
            </p:cNvPr>
            <p:cNvSpPr>
              <a:spLocks noEditPoints="1"/>
            </p:cNvSpPr>
            <p:nvPr userDrawn="1"/>
          </p:nvSpPr>
          <p:spPr bwMode="auto">
            <a:xfrm>
              <a:off x="7146869" y="1353663"/>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9" name="Freeform 521">
              <a:extLst>
                <a:ext uri="{FF2B5EF4-FFF2-40B4-BE49-F238E27FC236}">
                  <a16:creationId xmlns:a16="http://schemas.microsoft.com/office/drawing/2014/main" id="{37B401E9-A4B4-4D8C-BD93-974800384BFD}"/>
                </a:ext>
              </a:extLst>
            </p:cNvPr>
            <p:cNvSpPr>
              <a:spLocks noEditPoints="1"/>
            </p:cNvSpPr>
            <p:nvPr userDrawn="1"/>
          </p:nvSpPr>
          <p:spPr bwMode="auto">
            <a:xfrm>
              <a:off x="8156347" y="731520"/>
              <a:ext cx="299031" cy="118408"/>
            </a:xfrm>
            <a:custGeom>
              <a:avLst/>
              <a:gdLst>
                <a:gd name="T0" fmla="*/ 142 w 198"/>
                <a:gd name="T1" fmla="*/ 41 h 79"/>
                <a:gd name="T2" fmla="*/ 142 w 198"/>
                <a:gd name="T3" fmla="*/ 41 h 79"/>
                <a:gd name="T4" fmla="*/ 19 w 198"/>
                <a:gd name="T5" fmla="*/ 11 h 79"/>
                <a:gd name="T6" fmla="*/ 121 w 198"/>
                <a:gd name="T7" fmla="*/ 13 h 79"/>
                <a:gd name="T8" fmla="*/ 136 w 198"/>
                <a:gd name="T9" fmla="*/ 19 h 79"/>
                <a:gd name="T10" fmla="*/ 139 w 198"/>
                <a:gd name="T11" fmla="*/ 27 h 79"/>
                <a:gd name="T12" fmla="*/ 137 w 198"/>
                <a:gd name="T13" fmla="*/ 37 h 79"/>
                <a:gd name="T14" fmla="*/ 136 w 198"/>
                <a:gd name="T15" fmla="*/ 38 h 79"/>
                <a:gd name="T16" fmla="*/ 136 w 198"/>
                <a:gd name="T17" fmla="*/ 38 h 79"/>
                <a:gd name="T18" fmla="*/ 132 w 198"/>
                <a:gd name="T19" fmla="*/ 52 h 79"/>
                <a:gd name="T20" fmla="*/ 138 w 198"/>
                <a:gd name="T21" fmla="*/ 62 h 79"/>
                <a:gd name="T22" fmla="*/ 141 w 198"/>
                <a:gd name="T23" fmla="*/ 63 h 79"/>
                <a:gd name="T24" fmla="*/ 86 w 198"/>
                <a:gd name="T25" fmla="*/ 73 h 79"/>
                <a:gd name="T26" fmla="*/ 75 w 198"/>
                <a:gd name="T27" fmla="*/ 73 h 79"/>
                <a:gd name="T28" fmla="*/ 74 w 198"/>
                <a:gd name="T29" fmla="*/ 73 h 79"/>
                <a:gd name="T30" fmla="*/ 70 w 198"/>
                <a:gd name="T31" fmla="*/ 73 h 79"/>
                <a:gd name="T32" fmla="*/ 11 w 198"/>
                <a:gd name="T33" fmla="*/ 58 h 79"/>
                <a:gd name="T34" fmla="*/ 9 w 198"/>
                <a:gd name="T35" fmla="*/ 56 h 79"/>
                <a:gd name="T36" fmla="*/ 13 w 198"/>
                <a:gd name="T37" fmla="*/ 15 h 79"/>
                <a:gd name="T38" fmla="*/ 19 w 198"/>
                <a:gd name="T39" fmla="*/ 11 h 79"/>
                <a:gd name="T40" fmla="*/ 70 w 198"/>
                <a:gd name="T41" fmla="*/ 0 h 79"/>
                <a:gd name="T42" fmla="*/ 18 w 198"/>
                <a:gd name="T43" fmla="*/ 5 h 79"/>
                <a:gd name="T44" fmla="*/ 17 w 198"/>
                <a:gd name="T45" fmla="*/ 5 h 79"/>
                <a:gd name="T46" fmla="*/ 0 w 198"/>
                <a:gd name="T47" fmla="*/ 35 h 79"/>
                <a:gd name="T48" fmla="*/ 4 w 198"/>
                <a:gd name="T49" fmla="*/ 59 h 79"/>
                <a:gd name="T50" fmla="*/ 18 w 198"/>
                <a:gd name="T51" fmla="*/ 69 h 79"/>
                <a:gd name="T52" fmla="*/ 70 w 198"/>
                <a:gd name="T53" fmla="*/ 79 h 79"/>
                <a:gd name="T54" fmla="*/ 86 w 198"/>
                <a:gd name="T55" fmla="*/ 79 h 79"/>
                <a:gd name="T56" fmla="*/ 198 w 198"/>
                <a:gd name="T57" fmla="*/ 59 h 79"/>
                <a:gd name="T58" fmla="*/ 140 w 198"/>
                <a:gd name="T59" fmla="*/ 56 h 79"/>
                <a:gd name="T60" fmla="*/ 138 w 198"/>
                <a:gd name="T61" fmla="*/ 52 h 79"/>
                <a:gd name="T62" fmla="*/ 145 w 198"/>
                <a:gd name="T63" fmla="*/ 27 h 79"/>
                <a:gd name="T64" fmla="*/ 140 w 198"/>
                <a:gd name="T65" fmla="*/ 14 h 79"/>
                <a:gd name="T66" fmla="*/ 138 w 198"/>
                <a:gd name="T67" fmla="*/ 17 h 79"/>
                <a:gd name="T68" fmla="*/ 138 w 198"/>
                <a:gd name="T69" fmla="*/ 17 h 79"/>
                <a:gd name="T70" fmla="*/ 70 w 198"/>
                <a:gd name="T7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79">
                  <a:moveTo>
                    <a:pt x="142" y="41"/>
                  </a:moveTo>
                  <a:cubicBezTo>
                    <a:pt x="142" y="41"/>
                    <a:pt x="142" y="41"/>
                    <a:pt x="142" y="41"/>
                  </a:cubicBezTo>
                  <a:cubicBezTo>
                    <a:pt x="142" y="41"/>
                    <a:pt x="142" y="41"/>
                    <a:pt x="142" y="41"/>
                  </a:cubicBezTo>
                  <a:cubicBezTo>
                    <a:pt x="142" y="41"/>
                    <a:pt x="142" y="41"/>
                    <a:pt x="142" y="41"/>
                  </a:cubicBezTo>
                  <a:cubicBezTo>
                    <a:pt x="142" y="41"/>
                    <a:pt x="142" y="41"/>
                    <a:pt x="142" y="41"/>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0" name="Freeform 522">
              <a:extLst>
                <a:ext uri="{FF2B5EF4-FFF2-40B4-BE49-F238E27FC236}">
                  <a16:creationId xmlns:a16="http://schemas.microsoft.com/office/drawing/2014/main" id="{2240CFEB-8008-4225-AC74-3E0B19548F4B}"/>
                </a:ext>
              </a:extLst>
            </p:cNvPr>
            <p:cNvSpPr>
              <a:spLocks noEditPoints="1"/>
            </p:cNvSpPr>
            <p:nvPr userDrawn="1"/>
          </p:nvSpPr>
          <p:spPr bwMode="auto">
            <a:xfrm>
              <a:off x="6586941" y="-221764"/>
              <a:ext cx="387335" cy="156539"/>
            </a:xfrm>
            <a:custGeom>
              <a:avLst/>
              <a:gdLst>
                <a:gd name="T0" fmla="*/ 187 w 258"/>
                <a:gd name="T1" fmla="*/ 54 h 104"/>
                <a:gd name="T2" fmla="*/ 187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76 w 258"/>
                <a:gd name="T17" fmla="*/ 69 h 104"/>
                <a:gd name="T18" fmla="*/ 184 w 258"/>
                <a:gd name="T19" fmla="*/ 81 h 104"/>
                <a:gd name="T20" fmla="*/ 187 w 258"/>
                <a:gd name="T21" fmla="*/ 83 h 104"/>
                <a:gd name="T22" fmla="*/ 115 w 258"/>
                <a:gd name="T23" fmla="*/ 98 h 104"/>
                <a:gd name="T24" fmla="*/ 100 w 258"/>
                <a:gd name="T25" fmla="*/ 98 h 104"/>
                <a:gd name="T26" fmla="*/ 99 w 258"/>
                <a:gd name="T27" fmla="*/ 97 h 104"/>
                <a:gd name="T28" fmla="*/ 93 w 258"/>
                <a:gd name="T29" fmla="*/ 98 h 104"/>
                <a:gd name="T30" fmla="*/ 14 w 258"/>
                <a:gd name="T31" fmla="*/ 78 h 104"/>
                <a:gd name="T32" fmla="*/ 11 w 258"/>
                <a:gd name="T33" fmla="*/ 75 h 104"/>
                <a:gd name="T34" fmla="*/ 16 w 258"/>
                <a:gd name="T35" fmla="*/ 19 h 104"/>
                <a:gd name="T36" fmla="*/ 24 w 258"/>
                <a:gd name="T37" fmla="*/ 14 h 104"/>
                <a:gd name="T38" fmla="*/ 25 w 258"/>
                <a:gd name="T39" fmla="*/ 13 h 104"/>
                <a:gd name="T40" fmla="*/ 94 w 258"/>
                <a:gd name="T41" fmla="*/ 0 h 104"/>
                <a:gd name="T42" fmla="*/ 23 w 258"/>
                <a:gd name="T43" fmla="*/ 8 h 104"/>
                <a:gd name="T44" fmla="*/ 11 w 258"/>
                <a:gd name="T45" fmla="*/ 15 h 104"/>
                <a:gd name="T46" fmla="*/ 5 w 258"/>
                <a:gd name="T47" fmla="*/ 77 h 104"/>
                <a:gd name="T48" fmla="*/ 6 w 258"/>
                <a:gd name="T49" fmla="*/ 78 h 104"/>
                <a:gd name="T50" fmla="*/ 93 w 258"/>
                <a:gd name="T51" fmla="*/ 104 h 104"/>
                <a:gd name="T52" fmla="*/ 98 w 258"/>
                <a:gd name="T53" fmla="*/ 103 h 104"/>
                <a:gd name="T54" fmla="*/ 240 w 258"/>
                <a:gd name="T55" fmla="*/ 84 h 104"/>
                <a:gd name="T56" fmla="*/ 188 w 258"/>
                <a:gd name="T57" fmla="*/ 77 h 104"/>
                <a:gd name="T58" fmla="*/ 185 w 258"/>
                <a:gd name="T59" fmla="*/ 75 h 104"/>
                <a:gd name="T60" fmla="*/ 187 w 258"/>
                <a:gd name="T61" fmla="*/ 54 h 104"/>
                <a:gd name="T62" fmla="*/ 186 w 258"/>
                <a:gd name="T63" fmla="*/ 20 h 104"/>
                <a:gd name="T64" fmla="*/ 186 w 258"/>
                <a:gd name="T65" fmla="*/ 19 h 104"/>
                <a:gd name="T66" fmla="*/ 182 w 258"/>
                <a:gd name="T67" fmla="*/ 23 h 104"/>
                <a:gd name="T68" fmla="*/ 186 w 258"/>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3"/>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1" name="Freeform 523">
              <a:extLst>
                <a:ext uri="{FF2B5EF4-FFF2-40B4-BE49-F238E27FC236}">
                  <a16:creationId xmlns:a16="http://schemas.microsoft.com/office/drawing/2014/main" id="{53597B56-94F5-4FDB-8578-CD974472A140}"/>
                </a:ext>
              </a:extLst>
            </p:cNvPr>
            <p:cNvSpPr>
              <a:spLocks noEditPoints="1"/>
            </p:cNvSpPr>
            <p:nvPr userDrawn="1"/>
          </p:nvSpPr>
          <p:spPr bwMode="auto">
            <a:xfrm>
              <a:off x="6251786" y="958301"/>
              <a:ext cx="417438" cy="170588"/>
            </a:xfrm>
            <a:custGeom>
              <a:avLst/>
              <a:gdLst>
                <a:gd name="T0" fmla="*/ 101 w 277"/>
                <a:gd name="T1" fmla="*/ 6 h 112"/>
                <a:gd name="T2" fmla="*/ 191 w 277"/>
                <a:gd name="T3" fmla="*/ 22 h 112"/>
                <a:gd name="T4" fmla="*/ 197 w 277"/>
                <a:gd name="T5" fmla="*/ 25 h 112"/>
                <a:gd name="T6" fmla="*/ 199 w 277"/>
                <a:gd name="T7" fmla="*/ 50 h 112"/>
                <a:gd name="T8" fmla="*/ 197 w 277"/>
                <a:gd name="T9" fmla="*/ 54 h 112"/>
                <a:gd name="T10" fmla="*/ 197 w 277"/>
                <a:gd name="T11" fmla="*/ 54 h 112"/>
                <a:gd name="T12" fmla="*/ 191 w 277"/>
                <a:gd name="T13" fmla="*/ 74 h 112"/>
                <a:gd name="T14" fmla="*/ 198 w 277"/>
                <a:gd name="T15" fmla="*/ 87 h 112"/>
                <a:gd name="T16" fmla="*/ 202 w 277"/>
                <a:gd name="T17" fmla="*/ 88 h 112"/>
                <a:gd name="T18" fmla="*/ 124 w 277"/>
                <a:gd name="T19" fmla="*/ 106 h 112"/>
                <a:gd name="T20" fmla="*/ 108 w 277"/>
                <a:gd name="T21" fmla="*/ 105 h 112"/>
                <a:gd name="T22" fmla="*/ 107 w 277"/>
                <a:gd name="T23" fmla="*/ 105 h 112"/>
                <a:gd name="T24" fmla="*/ 100 w 277"/>
                <a:gd name="T25" fmla="*/ 105 h 112"/>
                <a:gd name="T26" fmla="*/ 15 w 277"/>
                <a:gd name="T27" fmla="*/ 83 h 112"/>
                <a:gd name="T28" fmla="*/ 12 w 277"/>
                <a:gd name="T29" fmla="*/ 80 h 112"/>
                <a:gd name="T30" fmla="*/ 17 w 277"/>
                <a:gd name="T31" fmla="*/ 20 h 112"/>
                <a:gd name="T32" fmla="*/ 26 w 277"/>
                <a:gd name="T33" fmla="*/ 14 h 112"/>
                <a:gd name="T34" fmla="*/ 26 w 277"/>
                <a:gd name="T35" fmla="*/ 14 h 112"/>
                <a:gd name="T36" fmla="*/ 101 w 277"/>
                <a:gd name="T37" fmla="*/ 0 h 112"/>
                <a:gd name="T38" fmla="*/ 25 w 277"/>
                <a:gd name="T39" fmla="*/ 8 h 112"/>
                <a:gd name="T40" fmla="*/ 23 w 277"/>
                <a:gd name="T41" fmla="*/ 9 h 112"/>
                <a:gd name="T42" fmla="*/ 22 w 277"/>
                <a:gd name="T43" fmla="*/ 9 h 112"/>
                <a:gd name="T44" fmla="*/ 0 w 277"/>
                <a:gd name="T45" fmla="*/ 50 h 112"/>
                <a:gd name="T46" fmla="*/ 6 w 277"/>
                <a:gd name="T47" fmla="*/ 83 h 112"/>
                <a:gd name="T48" fmla="*/ 25 w 277"/>
                <a:gd name="T49" fmla="*/ 97 h 112"/>
                <a:gd name="T50" fmla="*/ 100 w 277"/>
                <a:gd name="T51" fmla="*/ 111 h 112"/>
                <a:gd name="T52" fmla="*/ 124 w 277"/>
                <a:gd name="T53" fmla="*/ 112 h 112"/>
                <a:gd name="T54" fmla="*/ 277 w 277"/>
                <a:gd name="T55" fmla="*/ 84 h 112"/>
                <a:gd name="T56" fmla="*/ 202 w 277"/>
                <a:gd name="T57" fmla="*/ 82 h 112"/>
                <a:gd name="T58" fmla="*/ 197 w 277"/>
                <a:gd name="T59" fmla="*/ 74 h 112"/>
                <a:gd name="T60" fmla="*/ 202 w 277"/>
                <a:gd name="T61" fmla="*/ 57 h 112"/>
                <a:gd name="T62" fmla="*/ 201 w 277"/>
                <a:gd name="T63" fmla="*/ 21 h 112"/>
                <a:gd name="T64" fmla="*/ 200 w 277"/>
                <a:gd name="T65" fmla="*/ 20 h 112"/>
                <a:gd name="T66" fmla="*/ 196 w 277"/>
                <a:gd name="T67" fmla="*/ 25 h 112"/>
                <a:gd name="T68" fmla="*/ 200 w 277"/>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12">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7"/>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2" name="Freeform 524">
              <a:extLst>
                <a:ext uri="{FF2B5EF4-FFF2-40B4-BE49-F238E27FC236}">
                  <a16:creationId xmlns:a16="http://schemas.microsoft.com/office/drawing/2014/main" id="{0A443A42-8A81-479F-BC76-064874553637}"/>
                </a:ext>
              </a:extLst>
            </p:cNvPr>
            <p:cNvSpPr>
              <a:spLocks/>
            </p:cNvSpPr>
            <p:nvPr userDrawn="1"/>
          </p:nvSpPr>
          <p:spPr bwMode="auto">
            <a:xfrm>
              <a:off x="6285904" y="972350"/>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3" name="Freeform 525">
              <a:extLst>
                <a:ext uri="{FF2B5EF4-FFF2-40B4-BE49-F238E27FC236}">
                  <a16:creationId xmlns:a16="http://schemas.microsoft.com/office/drawing/2014/main" id="{3886693D-8DA0-4916-8F4D-A4AA3B8B1A29}"/>
                </a:ext>
              </a:extLst>
            </p:cNvPr>
            <p:cNvSpPr>
              <a:spLocks noEditPoints="1"/>
            </p:cNvSpPr>
            <p:nvPr userDrawn="1"/>
          </p:nvSpPr>
          <p:spPr bwMode="auto">
            <a:xfrm>
              <a:off x="7052544" y="976364"/>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4" name="Freeform 526">
              <a:extLst>
                <a:ext uri="{FF2B5EF4-FFF2-40B4-BE49-F238E27FC236}">
                  <a16:creationId xmlns:a16="http://schemas.microsoft.com/office/drawing/2014/main" id="{0D3F9DB0-69C6-4216-B3F1-DA5BFA26AB43}"/>
                </a:ext>
              </a:extLst>
            </p:cNvPr>
            <p:cNvSpPr>
              <a:spLocks/>
            </p:cNvSpPr>
            <p:nvPr userDrawn="1"/>
          </p:nvSpPr>
          <p:spPr bwMode="auto">
            <a:xfrm>
              <a:off x="7076627" y="1018508"/>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5" name="Freeform 527">
              <a:extLst>
                <a:ext uri="{FF2B5EF4-FFF2-40B4-BE49-F238E27FC236}">
                  <a16:creationId xmlns:a16="http://schemas.microsoft.com/office/drawing/2014/main" id="{FD1B804A-0F61-4C56-8DCD-E6CC8D8282FE}"/>
                </a:ext>
              </a:extLst>
            </p:cNvPr>
            <p:cNvSpPr>
              <a:spLocks noEditPoints="1"/>
            </p:cNvSpPr>
            <p:nvPr userDrawn="1"/>
          </p:nvSpPr>
          <p:spPr bwMode="auto">
            <a:xfrm>
              <a:off x="7423823" y="1460029"/>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7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6" name="Freeform 528">
              <a:extLst>
                <a:ext uri="{FF2B5EF4-FFF2-40B4-BE49-F238E27FC236}">
                  <a16:creationId xmlns:a16="http://schemas.microsoft.com/office/drawing/2014/main" id="{E268A7EB-2339-4A51-A4D1-94C2E445E33E}"/>
                </a:ext>
              </a:extLst>
            </p:cNvPr>
            <p:cNvSpPr>
              <a:spLocks noEditPoints="1"/>
            </p:cNvSpPr>
            <p:nvPr userDrawn="1"/>
          </p:nvSpPr>
          <p:spPr bwMode="auto">
            <a:xfrm>
              <a:off x="7769012" y="861969"/>
              <a:ext cx="254879"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7" name="Freeform 529">
              <a:extLst>
                <a:ext uri="{FF2B5EF4-FFF2-40B4-BE49-F238E27FC236}">
                  <a16:creationId xmlns:a16="http://schemas.microsoft.com/office/drawing/2014/main" id="{C48BB543-128A-4C67-8450-BA52DEE9963C}"/>
                </a:ext>
              </a:extLst>
            </p:cNvPr>
            <p:cNvSpPr>
              <a:spLocks noEditPoints="1"/>
            </p:cNvSpPr>
            <p:nvPr userDrawn="1"/>
          </p:nvSpPr>
          <p:spPr bwMode="auto">
            <a:xfrm>
              <a:off x="8738351" y="1233248"/>
              <a:ext cx="256885" cy="198685"/>
            </a:xfrm>
            <a:custGeom>
              <a:avLst/>
              <a:gdLst>
                <a:gd name="T0" fmla="*/ 40 w 170"/>
                <a:gd name="T1" fmla="*/ 87 h 132"/>
                <a:gd name="T2" fmla="*/ 40 w 170"/>
                <a:gd name="T3" fmla="*/ 87 h 132"/>
                <a:gd name="T4" fmla="*/ 27 w 170"/>
                <a:gd name="T5" fmla="*/ 7 h 132"/>
                <a:gd name="T6" fmla="*/ 35 w 170"/>
                <a:gd name="T7" fmla="*/ 7 h 132"/>
                <a:gd name="T8" fmla="*/ 108 w 170"/>
                <a:gd name="T9" fmla="*/ 6 h 132"/>
                <a:gd name="T10" fmla="*/ 131 w 170"/>
                <a:gd name="T11" fmla="*/ 7 h 132"/>
                <a:gd name="T12" fmla="*/ 139 w 170"/>
                <a:gd name="T13" fmla="*/ 7 h 132"/>
                <a:gd name="T14" fmla="*/ 143 w 170"/>
                <a:gd name="T15" fmla="*/ 7 h 132"/>
                <a:gd name="T16" fmla="*/ 148 w 170"/>
                <a:gd name="T17" fmla="*/ 10 h 132"/>
                <a:gd name="T18" fmla="*/ 158 w 170"/>
                <a:gd name="T19" fmla="*/ 23 h 132"/>
                <a:gd name="T20" fmla="*/ 164 w 170"/>
                <a:gd name="T21" fmla="*/ 42 h 132"/>
                <a:gd name="T22" fmla="*/ 155 w 170"/>
                <a:gd name="T23" fmla="*/ 65 h 132"/>
                <a:gd name="T24" fmla="*/ 124 w 170"/>
                <a:gd name="T25" fmla="*/ 88 h 132"/>
                <a:gd name="T26" fmla="*/ 51 w 170"/>
                <a:gd name="T27" fmla="*/ 88 h 132"/>
                <a:gd name="T28" fmla="*/ 45 w 170"/>
                <a:gd name="T29" fmla="*/ 107 h 132"/>
                <a:gd name="T30" fmla="*/ 43 w 170"/>
                <a:gd name="T31" fmla="*/ 88 h 132"/>
                <a:gd name="T32" fmla="*/ 40 w 170"/>
                <a:gd name="T33" fmla="*/ 87 h 132"/>
                <a:gd name="T34" fmla="*/ 27 w 170"/>
                <a:gd name="T35" fmla="*/ 82 h 132"/>
                <a:gd name="T36" fmla="*/ 8 w 170"/>
                <a:gd name="T37" fmla="*/ 45 h 132"/>
                <a:gd name="T38" fmla="*/ 8 w 170"/>
                <a:gd name="T39" fmla="*/ 45 h 132"/>
                <a:gd name="T40" fmla="*/ 8 w 170"/>
                <a:gd name="T41" fmla="*/ 44 h 132"/>
                <a:gd name="T42" fmla="*/ 8 w 170"/>
                <a:gd name="T43" fmla="*/ 44 h 132"/>
                <a:gd name="T44" fmla="*/ 6 w 170"/>
                <a:gd name="T45" fmla="*/ 33 h 132"/>
                <a:gd name="T46" fmla="*/ 10 w 170"/>
                <a:gd name="T47" fmla="*/ 18 h 132"/>
                <a:gd name="T48" fmla="*/ 27 w 170"/>
                <a:gd name="T49" fmla="*/ 7 h 132"/>
                <a:gd name="T50" fmla="*/ 108 w 170"/>
                <a:gd name="T51" fmla="*/ 0 h 132"/>
                <a:gd name="T52" fmla="*/ 27 w 170"/>
                <a:gd name="T53" fmla="*/ 1 h 132"/>
                <a:gd name="T54" fmla="*/ 27 w 170"/>
                <a:gd name="T55" fmla="*/ 1 h 132"/>
                <a:gd name="T56" fmla="*/ 26 w 170"/>
                <a:gd name="T57" fmla="*/ 2 h 132"/>
                <a:gd name="T58" fmla="*/ 5 w 170"/>
                <a:gd name="T59" fmla="*/ 15 h 132"/>
                <a:gd name="T60" fmla="*/ 0 w 170"/>
                <a:gd name="T61" fmla="*/ 33 h 132"/>
                <a:gd name="T62" fmla="*/ 2 w 170"/>
                <a:gd name="T63" fmla="*/ 46 h 132"/>
                <a:gd name="T64" fmla="*/ 24 w 170"/>
                <a:gd name="T65" fmla="*/ 87 h 132"/>
                <a:gd name="T66" fmla="*/ 37 w 170"/>
                <a:gd name="T67" fmla="*/ 93 h 132"/>
                <a:gd name="T68" fmla="*/ 43 w 170"/>
                <a:gd name="T69" fmla="*/ 132 h 132"/>
                <a:gd name="T70" fmla="*/ 44 w 170"/>
                <a:gd name="T71" fmla="*/ 132 h 132"/>
                <a:gd name="T72" fmla="*/ 56 w 170"/>
                <a:gd name="T73" fmla="*/ 94 h 132"/>
                <a:gd name="T74" fmla="*/ 125 w 170"/>
                <a:gd name="T75" fmla="*/ 94 h 132"/>
                <a:gd name="T76" fmla="*/ 126 w 170"/>
                <a:gd name="T77" fmla="*/ 94 h 132"/>
                <a:gd name="T78" fmla="*/ 160 w 170"/>
                <a:gd name="T79" fmla="*/ 68 h 132"/>
                <a:gd name="T80" fmla="*/ 170 w 170"/>
                <a:gd name="T81" fmla="*/ 42 h 132"/>
                <a:gd name="T82" fmla="*/ 162 w 170"/>
                <a:gd name="T83" fmla="*/ 17 h 132"/>
                <a:gd name="T84" fmla="*/ 162 w 170"/>
                <a:gd name="T85" fmla="*/ 17 h 132"/>
                <a:gd name="T86" fmla="*/ 160 w 170"/>
                <a:gd name="T87" fmla="*/ 15 h 132"/>
                <a:gd name="T88" fmla="*/ 160 w 170"/>
                <a:gd name="T89" fmla="*/ 14 h 132"/>
                <a:gd name="T90" fmla="*/ 160 w 170"/>
                <a:gd name="T91" fmla="*/ 14 h 132"/>
                <a:gd name="T92" fmla="*/ 152 w 170"/>
                <a:gd name="T93" fmla="*/ 6 h 132"/>
                <a:gd name="T94" fmla="*/ 144 w 170"/>
                <a:gd name="T95" fmla="*/ 2 h 132"/>
                <a:gd name="T96" fmla="*/ 139 w 170"/>
                <a:gd name="T97" fmla="*/ 1 h 132"/>
                <a:gd name="T98" fmla="*/ 108 w 170"/>
                <a:gd name="T9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32">
                  <a:moveTo>
                    <a:pt x="40" y="87"/>
                  </a:moveTo>
                  <a:cubicBezTo>
                    <a:pt x="40" y="87"/>
                    <a:pt x="40" y="87"/>
                    <a:pt x="40" y="87"/>
                  </a:cubicBezTo>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8" name="Freeform 530">
              <a:extLst>
                <a:ext uri="{FF2B5EF4-FFF2-40B4-BE49-F238E27FC236}">
                  <a16:creationId xmlns:a16="http://schemas.microsoft.com/office/drawing/2014/main" id="{E0B45653-FA97-4C7D-B8E0-CE249EDECE6A}"/>
                </a:ext>
              </a:extLst>
            </p:cNvPr>
            <p:cNvSpPr>
              <a:spLocks/>
            </p:cNvSpPr>
            <p:nvPr userDrawn="1"/>
          </p:nvSpPr>
          <p:spPr bwMode="auto">
            <a:xfrm>
              <a:off x="8804579" y="1431932"/>
              <a:ext cx="0"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9" name="Freeform 531">
              <a:extLst>
                <a:ext uri="{FF2B5EF4-FFF2-40B4-BE49-F238E27FC236}">
                  <a16:creationId xmlns:a16="http://schemas.microsoft.com/office/drawing/2014/main" id="{F480B300-1621-4CB1-A813-D467657B4DAB}"/>
                </a:ext>
              </a:extLst>
            </p:cNvPr>
            <p:cNvSpPr>
              <a:spLocks noEditPoints="1"/>
            </p:cNvSpPr>
            <p:nvPr userDrawn="1"/>
          </p:nvSpPr>
          <p:spPr bwMode="auto">
            <a:xfrm>
              <a:off x="7492058" y="5018"/>
              <a:ext cx="280968" cy="242837"/>
            </a:xfrm>
            <a:custGeom>
              <a:avLst/>
              <a:gdLst>
                <a:gd name="T0" fmla="*/ 91 w 187"/>
                <a:gd name="T1" fmla="*/ 23 h 162"/>
                <a:gd name="T2" fmla="*/ 94 w 187"/>
                <a:gd name="T3" fmla="*/ 22 h 162"/>
                <a:gd name="T4" fmla="*/ 73 w 187"/>
                <a:gd name="T5" fmla="*/ 8 h 162"/>
                <a:gd name="T6" fmla="*/ 84 w 187"/>
                <a:gd name="T7" fmla="*/ 12 h 162"/>
                <a:gd name="T8" fmla="*/ 93 w 187"/>
                <a:gd name="T9" fmla="*/ 25 h 162"/>
                <a:gd name="T10" fmla="*/ 135 w 187"/>
                <a:gd name="T11" fmla="*/ 13 h 162"/>
                <a:gd name="T12" fmla="*/ 151 w 187"/>
                <a:gd name="T13" fmla="*/ 51 h 162"/>
                <a:gd name="T14" fmla="*/ 174 w 187"/>
                <a:gd name="T15" fmla="*/ 64 h 162"/>
                <a:gd name="T16" fmla="*/ 178 w 187"/>
                <a:gd name="T17" fmla="*/ 87 h 162"/>
                <a:gd name="T18" fmla="*/ 153 w 187"/>
                <a:gd name="T19" fmla="*/ 110 h 162"/>
                <a:gd name="T20" fmla="*/ 142 w 187"/>
                <a:gd name="T21" fmla="*/ 112 h 162"/>
                <a:gd name="T22" fmla="*/ 134 w 187"/>
                <a:gd name="T23" fmla="*/ 137 h 162"/>
                <a:gd name="T24" fmla="*/ 113 w 187"/>
                <a:gd name="T25" fmla="*/ 134 h 162"/>
                <a:gd name="T26" fmla="*/ 98 w 187"/>
                <a:gd name="T27" fmla="*/ 135 h 162"/>
                <a:gd name="T28" fmla="*/ 46 w 187"/>
                <a:gd name="T29" fmla="*/ 137 h 162"/>
                <a:gd name="T30" fmla="*/ 28 w 187"/>
                <a:gd name="T31" fmla="*/ 111 h 162"/>
                <a:gd name="T32" fmla="*/ 8 w 187"/>
                <a:gd name="T33" fmla="*/ 105 h 162"/>
                <a:gd name="T34" fmla="*/ 20 w 187"/>
                <a:gd name="T35" fmla="*/ 81 h 162"/>
                <a:gd name="T36" fmla="*/ 21 w 187"/>
                <a:gd name="T37" fmla="*/ 36 h 162"/>
                <a:gd name="T38" fmla="*/ 62 w 187"/>
                <a:gd name="T39" fmla="*/ 28 h 162"/>
                <a:gd name="T40" fmla="*/ 77 w 187"/>
                <a:gd name="T41" fmla="*/ 0 h 162"/>
                <a:gd name="T42" fmla="*/ 60 w 187"/>
                <a:gd name="T43" fmla="*/ 13 h 162"/>
                <a:gd name="T44" fmla="*/ 60 w 187"/>
                <a:gd name="T45" fmla="*/ 21 h 162"/>
                <a:gd name="T46" fmla="*/ 53 w 187"/>
                <a:gd name="T47" fmla="*/ 24 h 162"/>
                <a:gd name="T48" fmla="*/ 36 w 187"/>
                <a:gd name="T49" fmla="*/ 20 h 162"/>
                <a:gd name="T50" fmla="*/ 11 w 187"/>
                <a:gd name="T51" fmla="*/ 48 h 162"/>
                <a:gd name="T52" fmla="*/ 18 w 187"/>
                <a:gd name="T53" fmla="*/ 71 h 162"/>
                <a:gd name="T54" fmla="*/ 4 w 187"/>
                <a:gd name="T55" fmla="*/ 83 h 162"/>
                <a:gd name="T56" fmla="*/ 2 w 187"/>
                <a:gd name="T57" fmla="*/ 85 h 162"/>
                <a:gd name="T58" fmla="*/ 19 w 187"/>
                <a:gd name="T59" fmla="*/ 118 h 162"/>
                <a:gd name="T60" fmla="*/ 35 w 187"/>
                <a:gd name="T61" fmla="*/ 118 h 162"/>
                <a:gd name="T62" fmla="*/ 40 w 187"/>
                <a:gd name="T63" fmla="*/ 138 h 162"/>
                <a:gd name="T64" fmla="*/ 41 w 187"/>
                <a:gd name="T65" fmla="*/ 141 h 162"/>
                <a:gd name="T66" fmla="*/ 93 w 187"/>
                <a:gd name="T67" fmla="*/ 150 h 162"/>
                <a:gd name="T68" fmla="*/ 107 w 187"/>
                <a:gd name="T69" fmla="*/ 137 h 162"/>
                <a:gd name="T70" fmla="*/ 110 w 187"/>
                <a:gd name="T71" fmla="*/ 140 h 162"/>
                <a:gd name="T72" fmla="*/ 123 w 187"/>
                <a:gd name="T73" fmla="*/ 146 h 162"/>
                <a:gd name="T74" fmla="*/ 144 w 187"/>
                <a:gd name="T75" fmla="*/ 134 h 162"/>
                <a:gd name="T76" fmla="*/ 172 w 187"/>
                <a:gd name="T77" fmla="*/ 155 h 162"/>
                <a:gd name="T78" fmla="*/ 184 w 187"/>
                <a:gd name="T79" fmla="*/ 162 h 162"/>
                <a:gd name="T80" fmla="*/ 187 w 187"/>
                <a:gd name="T81" fmla="*/ 158 h 162"/>
                <a:gd name="T82" fmla="*/ 159 w 187"/>
                <a:gd name="T83" fmla="*/ 110 h 162"/>
                <a:gd name="T84" fmla="*/ 185 w 187"/>
                <a:gd name="T85" fmla="*/ 87 h 162"/>
                <a:gd name="T86" fmla="*/ 174 w 187"/>
                <a:gd name="T87" fmla="*/ 58 h 162"/>
                <a:gd name="T88" fmla="*/ 160 w 187"/>
                <a:gd name="T89" fmla="*/ 56 h 162"/>
                <a:gd name="T90" fmla="*/ 157 w 187"/>
                <a:gd name="T91" fmla="*/ 21 h 162"/>
                <a:gd name="T92" fmla="*/ 99 w 187"/>
                <a:gd name="T93" fmla="*/ 13 h 162"/>
                <a:gd name="T94" fmla="*/ 77 w 187"/>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0" name="Freeform 532">
              <a:extLst>
                <a:ext uri="{FF2B5EF4-FFF2-40B4-BE49-F238E27FC236}">
                  <a16:creationId xmlns:a16="http://schemas.microsoft.com/office/drawing/2014/main" id="{DF323B0A-5182-4AF4-8AAC-B6A3A9AC79E0}"/>
                </a:ext>
              </a:extLst>
            </p:cNvPr>
            <p:cNvSpPr>
              <a:spLocks noEditPoints="1"/>
            </p:cNvSpPr>
            <p:nvPr userDrawn="1"/>
          </p:nvSpPr>
          <p:spPr bwMode="auto">
            <a:xfrm>
              <a:off x="8202505" y="47162"/>
              <a:ext cx="282975" cy="242837"/>
            </a:xfrm>
            <a:custGeom>
              <a:avLst/>
              <a:gdLst>
                <a:gd name="T0" fmla="*/ 77 w 188"/>
                <a:gd name="T1" fmla="*/ 139 h 162"/>
                <a:gd name="T2" fmla="*/ 105 w 188"/>
                <a:gd name="T3" fmla="*/ 9 h 162"/>
                <a:gd name="T4" fmla="*/ 110 w 188"/>
                <a:gd name="T5" fmla="*/ 6 h 162"/>
                <a:gd name="T6" fmla="*/ 121 w 188"/>
                <a:gd name="T7" fmla="*/ 15 h 162"/>
                <a:gd name="T8" fmla="*/ 127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2"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1" name="Freeform 533">
              <a:extLst>
                <a:ext uri="{FF2B5EF4-FFF2-40B4-BE49-F238E27FC236}">
                  <a16:creationId xmlns:a16="http://schemas.microsoft.com/office/drawing/2014/main" id="{029A45D3-B742-4F11-B764-B6EEE84995F2}"/>
                </a:ext>
              </a:extLst>
            </p:cNvPr>
            <p:cNvSpPr>
              <a:spLocks noEditPoints="1"/>
            </p:cNvSpPr>
            <p:nvPr userDrawn="1"/>
          </p:nvSpPr>
          <p:spPr bwMode="auto">
            <a:xfrm>
              <a:off x="7630535" y="1144944"/>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7 h 162"/>
                <a:gd name="T10" fmla="*/ 169 w 188"/>
                <a:gd name="T11" fmla="*/ 54 h 162"/>
                <a:gd name="T12" fmla="*/ 167 w 188"/>
                <a:gd name="T13" fmla="*/ 80 h 162"/>
                <a:gd name="T14" fmla="*/ 179 w 188"/>
                <a:gd name="T15" fmla="*/ 105 h 162"/>
                <a:gd name="T16" fmla="*/ 159 w 188"/>
                <a:gd name="T17" fmla="*/ 110 h 162"/>
                <a:gd name="T18" fmla="*/ 141 w 188"/>
                <a:gd name="T19" fmla="*/ 132 h 162"/>
                <a:gd name="T20" fmla="*/ 102 w 188"/>
                <a:gd name="T21" fmla="*/ 146 h 162"/>
                <a:gd name="T22" fmla="*/ 81 w 188"/>
                <a:gd name="T23" fmla="*/ 131 h 162"/>
                <a:gd name="T24" fmla="*/ 73 w 188"/>
                <a:gd name="T25" fmla="*/ 135 h 162"/>
                <a:gd name="T26" fmla="*/ 53 w 188"/>
                <a:gd name="T27" fmla="*/ 136 h 162"/>
                <a:gd name="T28" fmla="*/ 48 w 188"/>
                <a:gd name="T29" fmla="*/ 115 h 162"/>
                <a:gd name="T30" fmla="*/ 27 w 188"/>
                <a:gd name="T31" fmla="*/ 126 h 162"/>
                <a:gd name="T32" fmla="*/ 12 w 188"/>
                <a:gd name="T33" fmla="*/ 91 h 162"/>
                <a:gd name="T34" fmla="*/ 10 w 188"/>
                <a:gd name="T35" fmla="*/ 64 h 162"/>
                <a:gd name="T36" fmla="*/ 31 w 188"/>
                <a:gd name="T37" fmla="*/ 60 h 162"/>
                <a:gd name="T38" fmla="*/ 35 w 188"/>
                <a:gd name="T39" fmla="*/ 24 h 162"/>
                <a:gd name="T40" fmla="*/ 85 w 188"/>
                <a:gd name="T41" fmla="*/ 17 h 162"/>
                <a:gd name="T42" fmla="*/ 94 w 188"/>
                <a:gd name="T43" fmla="*/ 24 h 162"/>
                <a:gd name="T44" fmla="*/ 110 w 188"/>
                <a:gd name="T45" fmla="*/ 0 h 162"/>
                <a:gd name="T46" fmla="*/ 88 w 188"/>
                <a:gd name="T47" fmla="*/ 12 h 162"/>
                <a:gd name="T48" fmla="*/ 30 w 188"/>
                <a:gd name="T49" fmla="*/ 20 h 162"/>
                <a:gd name="T50" fmla="*/ 28 w 188"/>
                <a:gd name="T51" fmla="*/ 55 h 162"/>
                <a:gd name="T52" fmla="*/ 13 w 188"/>
                <a:gd name="T53" fmla="*/ 57 h 162"/>
                <a:gd name="T54" fmla="*/ 3 w 188"/>
                <a:gd name="T55" fmla="*/ 90 h 162"/>
                <a:gd name="T56" fmla="*/ 28 w 188"/>
                <a:gd name="T57" fmla="*/ 110 h 162"/>
                <a:gd name="T58" fmla="*/ 1 w 188"/>
                <a:gd name="T59" fmla="*/ 157 h 162"/>
                <a:gd name="T60" fmla="*/ 0 w 188"/>
                <a:gd name="T61" fmla="*/ 160 h 162"/>
                <a:gd name="T62" fmla="*/ 8 w 188"/>
                <a:gd name="T63" fmla="*/ 160 h 162"/>
                <a:gd name="T64" fmla="*/ 44 w 188"/>
                <a:gd name="T65" fmla="*/ 124 h 162"/>
                <a:gd name="T66" fmla="*/ 50 w 188"/>
                <a:gd name="T67" fmla="*/ 141 h 162"/>
                <a:gd name="T68" fmla="*/ 77 w 188"/>
                <a:gd name="T69" fmla="*/ 140 h 162"/>
                <a:gd name="T70" fmla="*/ 79 w 188"/>
                <a:gd name="T71" fmla="*/ 138 h 162"/>
                <a:gd name="T72" fmla="*/ 94 w 188"/>
                <a:gd name="T73" fmla="*/ 150 h 162"/>
                <a:gd name="T74" fmla="*/ 146 w 188"/>
                <a:gd name="T75" fmla="*/ 140 h 162"/>
                <a:gd name="T76" fmla="*/ 147 w 188"/>
                <a:gd name="T77" fmla="*/ 132 h 162"/>
                <a:gd name="T78" fmla="*/ 167 w 188"/>
                <a:gd name="T79" fmla="*/ 117 h 162"/>
                <a:gd name="T80" fmla="*/ 184 w 188"/>
                <a:gd name="T81" fmla="*/ 108 h 162"/>
                <a:gd name="T82" fmla="*/ 183 w 188"/>
                <a:gd name="T83" fmla="*/ 83 h 162"/>
                <a:gd name="T84" fmla="*/ 170 w 188"/>
                <a:gd name="T85" fmla="*/ 71 h 162"/>
                <a:gd name="T86" fmla="*/ 176 w 188"/>
                <a:gd name="T87" fmla="*/ 47 h 162"/>
                <a:gd name="T88" fmla="*/ 151 w 188"/>
                <a:gd name="T89" fmla="*/ 20 h 162"/>
                <a:gd name="T90" fmla="*/ 134 w 188"/>
                <a:gd name="T91" fmla="*/ 23 h 162"/>
                <a:gd name="T92" fmla="*/ 128 w 188"/>
                <a:gd name="T93" fmla="*/ 15 h 162"/>
                <a:gd name="T94" fmla="*/ 117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2" name="Freeform 534">
              <a:extLst>
                <a:ext uri="{FF2B5EF4-FFF2-40B4-BE49-F238E27FC236}">
                  <a16:creationId xmlns:a16="http://schemas.microsoft.com/office/drawing/2014/main" id="{1D598550-2F98-4ADE-A5B7-9A41724691F5}"/>
                </a:ext>
              </a:extLst>
            </p:cNvPr>
            <p:cNvSpPr>
              <a:spLocks noEditPoints="1"/>
            </p:cNvSpPr>
            <p:nvPr userDrawn="1"/>
          </p:nvSpPr>
          <p:spPr bwMode="auto">
            <a:xfrm>
              <a:off x="8979181" y="946259"/>
              <a:ext cx="365258" cy="313078"/>
            </a:xfrm>
            <a:custGeom>
              <a:avLst/>
              <a:gdLst>
                <a:gd name="T0" fmla="*/ 3 w 243"/>
                <a:gd name="T1" fmla="*/ 202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32 w 243"/>
                <a:gd name="T21" fmla="*/ 190 h 208"/>
                <a:gd name="T22" fmla="*/ 105 w 243"/>
                <a:gd name="T23" fmla="*/ 170 h 208"/>
                <a:gd name="T24" fmla="*/ 96 w 243"/>
                <a:gd name="T25" fmla="*/ 175 h 208"/>
                <a:gd name="T26" fmla="*/ 68 w 243"/>
                <a:gd name="T27" fmla="*/ 176 h 208"/>
                <a:gd name="T28" fmla="*/ 61 w 243"/>
                <a:gd name="T29" fmla="*/ 149 h 208"/>
                <a:gd name="T30" fmla="*/ 14 w 243"/>
                <a:gd name="T31" fmla="*/ 196 h 208"/>
                <a:gd name="T32" fmla="*/ 19 w 243"/>
                <a:gd name="T33" fmla="*/ 120 h 208"/>
                <a:gd name="T34" fmla="*/ 9 w 243"/>
                <a:gd name="T35" fmla="*/ 85 h 208"/>
                <a:gd name="T36" fmla="*/ 24 w 243"/>
                <a:gd name="T37" fmla="*/ 81 h 208"/>
                <a:gd name="T38" fmla="*/ 37 w 243"/>
                <a:gd name="T39" fmla="*/ 45 h 208"/>
                <a:gd name="T40" fmla="*/ 83 w 243"/>
                <a:gd name="T41" fmla="*/ 11 h 208"/>
                <a:gd name="T42" fmla="*/ 123 w 243"/>
                <a:gd name="T43" fmla="*/ 30 h 208"/>
                <a:gd name="T44" fmla="*/ 128 w 243"/>
                <a:gd name="T45" fmla="*/ 28 h 208"/>
                <a:gd name="T46" fmla="*/ 123 w 243"/>
                <a:gd name="T47" fmla="*/ 22 h 208"/>
                <a:gd name="T48" fmla="*/ 40 w 243"/>
                <a:gd name="T49" fmla="*/ 26 h 208"/>
                <a:gd name="T50" fmla="*/ 36 w 243"/>
                <a:gd name="T51" fmla="*/ 71 h 208"/>
                <a:gd name="T52" fmla="*/ 17 w 243"/>
                <a:gd name="T53" fmla="*/ 74 h 208"/>
                <a:gd name="T54" fmla="*/ 5 w 243"/>
                <a:gd name="T55" fmla="*/ 115 h 208"/>
                <a:gd name="T56" fmla="*/ 37 w 243"/>
                <a:gd name="T57" fmla="*/ 142 h 208"/>
                <a:gd name="T58" fmla="*/ 2 w 243"/>
                <a:gd name="T59" fmla="*/ 203 h 208"/>
                <a:gd name="T60" fmla="*/ 1 w 243"/>
                <a:gd name="T61" fmla="*/ 205 h 208"/>
                <a:gd name="T62" fmla="*/ 9 w 243"/>
                <a:gd name="T63" fmla="*/ 206 h 208"/>
                <a:gd name="T64" fmla="*/ 57 w 243"/>
                <a:gd name="T65" fmla="*/ 160 h 208"/>
                <a:gd name="T66" fmla="*/ 65 w 243"/>
                <a:gd name="T67" fmla="*/ 181 h 208"/>
                <a:gd name="T68" fmla="*/ 99 w 243"/>
                <a:gd name="T69" fmla="*/ 180 h 208"/>
                <a:gd name="T70" fmla="*/ 105 w 243"/>
                <a:gd name="T71" fmla="*/ 176 h 208"/>
                <a:gd name="T72" fmla="*/ 124 w 243"/>
                <a:gd name="T73" fmla="*/ 194 h 208"/>
                <a:gd name="T74" fmla="*/ 190 w 243"/>
                <a:gd name="T75" fmla="*/ 180 h 208"/>
                <a:gd name="T76" fmla="*/ 192 w 243"/>
                <a:gd name="T77" fmla="*/ 157 h 208"/>
                <a:gd name="T78" fmla="*/ 217 w 243"/>
                <a:gd name="T79" fmla="*/ 151 h 208"/>
                <a:gd name="T80" fmla="*/ 239 w 243"/>
                <a:gd name="T81" fmla="*/ 139 h 208"/>
                <a:gd name="T82" fmla="*/ 238 w 243"/>
                <a:gd name="T83" fmla="*/ 108 h 208"/>
                <a:gd name="T84" fmla="*/ 219 w 243"/>
                <a:gd name="T85" fmla="*/ 91 h 208"/>
                <a:gd name="T86" fmla="*/ 228 w 243"/>
                <a:gd name="T87" fmla="*/ 61 h 208"/>
                <a:gd name="T88" fmla="*/ 196 w 243"/>
                <a:gd name="T89" fmla="*/ 26 h 208"/>
                <a:gd name="T90" fmla="*/ 174 w 243"/>
                <a:gd name="T91" fmla="*/ 30 h 208"/>
                <a:gd name="T92" fmla="*/ 165 w 243"/>
                <a:gd name="T93" fmla="*/ 18 h 208"/>
                <a:gd name="T94" fmla="*/ 151 w 243"/>
                <a:gd name="T9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3" y="202"/>
                  </a:moveTo>
                  <a:cubicBezTo>
                    <a:pt x="3" y="202"/>
                    <a:pt x="3" y="202"/>
                    <a:pt x="3" y="202"/>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6" y="192"/>
                    <a:pt x="146"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3" name="Freeform 535">
              <a:extLst>
                <a:ext uri="{FF2B5EF4-FFF2-40B4-BE49-F238E27FC236}">
                  <a16:creationId xmlns:a16="http://schemas.microsoft.com/office/drawing/2014/main" id="{368CFC7D-CE1E-4784-9018-DB3812DFE454}"/>
                </a:ext>
              </a:extLst>
            </p:cNvPr>
            <p:cNvSpPr>
              <a:spLocks/>
            </p:cNvSpPr>
            <p:nvPr userDrawn="1"/>
          </p:nvSpPr>
          <p:spPr bwMode="auto">
            <a:xfrm>
              <a:off x="8979181" y="1255324"/>
              <a:ext cx="4014"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4" name="Freeform 536">
              <a:extLst>
                <a:ext uri="{FF2B5EF4-FFF2-40B4-BE49-F238E27FC236}">
                  <a16:creationId xmlns:a16="http://schemas.microsoft.com/office/drawing/2014/main" id="{684137B9-1880-4345-A04E-7E1A058C665F}"/>
                </a:ext>
              </a:extLst>
            </p:cNvPr>
            <p:cNvSpPr>
              <a:spLocks noEditPoints="1"/>
            </p:cNvSpPr>
            <p:nvPr userDrawn="1"/>
          </p:nvSpPr>
          <p:spPr bwMode="auto">
            <a:xfrm>
              <a:off x="610354" y="198985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6"/>
                    <a:pt x="4" y="26"/>
                    <a:pt x="4" y="26"/>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5" name="Freeform 537">
              <a:extLst>
                <a:ext uri="{FF2B5EF4-FFF2-40B4-BE49-F238E27FC236}">
                  <a16:creationId xmlns:a16="http://schemas.microsoft.com/office/drawing/2014/main" id="{71435F9A-FCA5-4C50-8231-D3CF07393055}"/>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close/>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6" name="Freeform 538">
              <a:extLst>
                <a:ext uri="{FF2B5EF4-FFF2-40B4-BE49-F238E27FC236}">
                  <a16:creationId xmlns:a16="http://schemas.microsoft.com/office/drawing/2014/main" id="{9C6DF593-F3C4-42F1-80FA-4F610BED1076}"/>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7" name="Freeform 539">
              <a:extLst>
                <a:ext uri="{FF2B5EF4-FFF2-40B4-BE49-F238E27FC236}">
                  <a16:creationId xmlns:a16="http://schemas.microsoft.com/office/drawing/2014/main" id="{D61FDC2A-6162-42EA-93A7-DFDD3AA7BD29}"/>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close/>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close/>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8" name="Freeform 540">
              <a:extLst>
                <a:ext uri="{FF2B5EF4-FFF2-40B4-BE49-F238E27FC236}">
                  <a16:creationId xmlns:a16="http://schemas.microsoft.com/office/drawing/2014/main" id="{1ADBDAE5-7834-4653-A964-368382F848A2}"/>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9" name="Freeform 541">
              <a:extLst>
                <a:ext uri="{FF2B5EF4-FFF2-40B4-BE49-F238E27FC236}">
                  <a16:creationId xmlns:a16="http://schemas.microsoft.com/office/drawing/2014/main" id="{B40ADDF8-F8E4-4292-9ED8-A958CEFEED7C}"/>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close/>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close/>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0" name="Freeform 542">
              <a:extLst>
                <a:ext uri="{FF2B5EF4-FFF2-40B4-BE49-F238E27FC236}">
                  <a16:creationId xmlns:a16="http://schemas.microsoft.com/office/drawing/2014/main" id="{4C0BD6C1-DFD4-4E9E-B782-D275B35060FB}"/>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1" name="Freeform 543">
              <a:extLst>
                <a:ext uri="{FF2B5EF4-FFF2-40B4-BE49-F238E27FC236}">
                  <a16:creationId xmlns:a16="http://schemas.microsoft.com/office/drawing/2014/main" id="{00114A20-1AC6-42D3-888A-3201757A32F2}"/>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2" name="Freeform 544">
              <a:extLst>
                <a:ext uri="{FF2B5EF4-FFF2-40B4-BE49-F238E27FC236}">
                  <a16:creationId xmlns:a16="http://schemas.microsoft.com/office/drawing/2014/main" id="{68797CB3-ED66-4EB4-975D-A9674D55D694}"/>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3" name="Freeform 545">
              <a:extLst>
                <a:ext uri="{FF2B5EF4-FFF2-40B4-BE49-F238E27FC236}">
                  <a16:creationId xmlns:a16="http://schemas.microsoft.com/office/drawing/2014/main" id="{F13A89DD-ECF9-42CD-8931-2A39442D52F8}"/>
                </a:ext>
              </a:extLst>
            </p:cNvPr>
            <p:cNvSpPr>
              <a:spLocks noEditPoints="1"/>
            </p:cNvSpPr>
            <p:nvPr userDrawn="1"/>
          </p:nvSpPr>
          <p:spPr bwMode="auto">
            <a:xfrm>
              <a:off x="2530969" y="3597392"/>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4" name="Freeform 546">
              <a:extLst>
                <a:ext uri="{FF2B5EF4-FFF2-40B4-BE49-F238E27FC236}">
                  <a16:creationId xmlns:a16="http://schemas.microsoft.com/office/drawing/2014/main" id="{5AB93749-9B12-46A9-9AE1-203008ADDF1E}"/>
                </a:ext>
              </a:extLst>
            </p:cNvPr>
            <p:cNvSpPr>
              <a:spLocks noEditPoints="1"/>
            </p:cNvSpPr>
            <p:nvPr userDrawn="1"/>
          </p:nvSpPr>
          <p:spPr bwMode="auto">
            <a:xfrm>
              <a:off x="1248552" y="2674212"/>
              <a:ext cx="295017" cy="28899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5" name="Freeform 547">
              <a:extLst>
                <a:ext uri="{FF2B5EF4-FFF2-40B4-BE49-F238E27FC236}">
                  <a16:creationId xmlns:a16="http://schemas.microsoft.com/office/drawing/2014/main" id="{BE37EEE0-B55A-41B1-A34B-48B9D2B460EF}"/>
                </a:ext>
              </a:extLst>
            </p:cNvPr>
            <p:cNvSpPr>
              <a:spLocks noEditPoints="1"/>
            </p:cNvSpPr>
            <p:nvPr userDrawn="1"/>
          </p:nvSpPr>
          <p:spPr bwMode="auto">
            <a:xfrm>
              <a:off x="2199829" y="2702309"/>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6" name="Freeform 548">
              <a:extLst>
                <a:ext uri="{FF2B5EF4-FFF2-40B4-BE49-F238E27FC236}">
                  <a16:creationId xmlns:a16="http://schemas.microsoft.com/office/drawing/2014/main" id="{A334AB72-44EE-4F89-B8AB-D3B1045D826F}"/>
                </a:ext>
              </a:extLst>
            </p:cNvPr>
            <p:cNvSpPr>
              <a:spLocks noEditPoints="1"/>
            </p:cNvSpPr>
            <p:nvPr userDrawn="1"/>
          </p:nvSpPr>
          <p:spPr bwMode="auto">
            <a:xfrm>
              <a:off x="2553046" y="2054075"/>
              <a:ext cx="194671" cy="184636"/>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7" name="Freeform 549">
              <a:extLst>
                <a:ext uri="{FF2B5EF4-FFF2-40B4-BE49-F238E27FC236}">
                  <a16:creationId xmlns:a16="http://schemas.microsoft.com/office/drawing/2014/main" id="{696D4590-AEFF-451C-AF88-EE920C4E0B9E}"/>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close/>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close/>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8" name="Freeform 550">
              <a:extLst>
                <a:ext uri="{FF2B5EF4-FFF2-40B4-BE49-F238E27FC236}">
                  <a16:creationId xmlns:a16="http://schemas.microsoft.com/office/drawing/2014/main" id="{C4902572-2837-455F-97C3-B394C61511E7}"/>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9" name="Freeform 551">
              <a:extLst>
                <a:ext uri="{FF2B5EF4-FFF2-40B4-BE49-F238E27FC236}">
                  <a16:creationId xmlns:a16="http://schemas.microsoft.com/office/drawing/2014/main" id="{A3D7197A-862B-43E0-A1C8-E5967763AA0D}"/>
                </a:ext>
              </a:extLst>
            </p:cNvPr>
            <p:cNvSpPr>
              <a:spLocks noEditPoints="1"/>
            </p:cNvSpPr>
            <p:nvPr userDrawn="1"/>
          </p:nvSpPr>
          <p:spPr bwMode="auto">
            <a:xfrm>
              <a:off x="2111525" y="3549226"/>
              <a:ext cx="124429" cy="120415"/>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0" name="Freeform 552">
              <a:extLst>
                <a:ext uri="{FF2B5EF4-FFF2-40B4-BE49-F238E27FC236}">
                  <a16:creationId xmlns:a16="http://schemas.microsoft.com/office/drawing/2014/main" id="{9ECC4184-D85A-4801-8DC2-B69B152EC2AC}"/>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close/>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1" name="Freeform 553">
              <a:extLst>
                <a:ext uri="{FF2B5EF4-FFF2-40B4-BE49-F238E27FC236}">
                  <a16:creationId xmlns:a16="http://schemas.microsoft.com/office/drawing/2014/main" id="{F228350C-ECB1-49BA-99D5-D514A265B99D}"/>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2" name="Freeform 554">
              <a:extLst>
                <a:ext uri="{FF2B5EF4-FFF2-40B4-BE49-F238E27FC236}">
                  <a16:creationId xmlns:a16="http://schemas.microsoft.com/office/drawing/2014/main" id="{144C58EE-79FD-4866-9C02-E4E79FBE39B3}"/>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3" name="Freeform 555">
              <a:extLst>
                <a:ext uri="{FF2B5EF4-FFF2-40B4-BE49-F238E27FC236}">
                  <a16:creationId xmlns:a16="http://schemas.microsoft.com/office/drawing/2014/main" id="{FBDF0A81-585B-4B72-86CA-99A99A529885}"/>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4" name="Freeform 556">
              <a:extLst>
                <a:ext uri="{FF2B5EF4-FFF2-40B4-BE49-F238E27FC236}">
                  <a16:creationId xmlns:a16="http://schemas.microsoft.com/office/drawing/2014/main" id="{3D96F5B0-800E-4ADF-BA28-E64ABFB115BE}"/>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close/>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5" name="Freeform 557">
              <a:extLst>
                <a:ext uri="{FF2B5EF4-FFF2-40B4-BE49-F238E27FC236}">
                  <a16:creationId xmlns:a16="http://schemas.microsoft.com/office/drawing/2014/main" id="{C4B1F5D8-0D6A-4BB2-AC35-82F080BCE3E6}"/>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6" name="Freeform 558">
              <a:extLst>
                <a:ext uri="{FF2B5EF4-FFF2-40B4-BE49-F238E27FC236}">
                  <a16:creationId xmlns:a16="http://schemas.microsoft.com/office/drawing/2014/main" id="{54A81AA1-88DF-4561-9473-51C0DF239A4E}"/>
                </a:ext>
              </a:extLst>
            </p:cNvPr>
            <p:cNvSpPr>
              <a:spLocks noEditPoints="1"/>
            </p:cNvSpPr>
            <p:nvPr userDrawn="1"/>
          </p:nvSpPr>
          <p:spPr bwMode="auto">
            <a:xfrm>
              <a:off x="261151" y="2660163"/>
              <a:ext cx="329134" cy="321106"/>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7" name="Freeform 559">
              <a:extLst>
                <a:ext uri="{FF2B5EF4-FFF2-40B4-BE49-F238E27FC236}">
                  <a16:creationId xmlns:a16="http://schemas.microsoft.com/office/drawing/2014/main" id="{4CD7729C-2B7A-4E50-A086-3630FE3D68DD}"/>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8" name="Freeform 560">
              <a:extLst>
                <a:ext uri="{FF2B5EF4-FFF2-40B4-BE49-F238E27FC236}">
                  <a16:creationId xmlns:a16="http://schemas.microsoft.com/office/drawing/2014/main" id="{6596F9FC-06A2-4B5F-B544-CAB17B9797E2}"/>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9" name="Freeform 561">
              <a:extLst>
                <a:ext uri="{FF2B5EF4-FFF2-40B4-BE49-F238E27FC236}">
                  <a16:creationId xmlns:a16="http://schemas.microsoft.com/office/drawing/2014/main" id="{365B8D88-9BD9-403F-897F-86D174961BEA}"/>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close/>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0" name="Freeform 562">
              <a:extLst>
                <a:ext uri="{FF2B5EF4-FFF2-40B4-BE49-F238E27FC236}">
                  <a16:creationId xmlns:a16="http://schemas.microsoft.com/office/drawing/2014/main" id="{302A52E5-3A6E-4F5E-A4DD-FE93B4AF94A2}"/>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1" name="Freeform 563">
              <a:extLst>
                <a:ext uri="{FF2B5EF4-FFF2-40B4-BE49-F238E27FC236}">
                  <a16:creationId xmlns:a16="http://schemas.microsoft.com/office/drawing/2014/main" id="{B32DB1FD-BA19-4905-BA03-7458F904F20E}"/>
                </a:ext>
              </a:extLst>
            </p:cNvPr>
            <p:cNvSpPr>
              <a:spLocks noEditPoints="1"/>
            </p:cNvSpPr>
            <p:nvPr userDrawn="1"/>
          </p:nvSpPr>
          <p:spPr bwMode="auto">
            <a:xfrm>
              <a:off x="475890" y="2327015"/>
              <a:ext cx="118408" cy="116401"/>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2" name="Freeform 564">
              <a:extLst>
                <a:ext uri="{FF2B5EF4-FFF2-40B4-BE49-F238E27FC236}">
                  <a16:creationId xmlns:a16="http://schemas.microsoft.com/office/drawing/2014/main" id="{33903203-CCA6-4C13-A9EF-142688F90AE0}"/>
                </a:ext>
              </a:extLst>
            </p:cNvPr>
            <p:cNvSpPr>
              <a:spLocks noEditPoints="1"/>
            </p:cNvSpPr>
            <p:nvPr userDrawn="1"/>
          </p:nvSpPr>
          <p:spPr bwMode="auto">
            <a:xfrm>
              <a:off x="542119" y="2439402"/>
              <a:ext cx="26091" cy="28097"/>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3" name="Freeform 565">
              <a:extLst>
                <a:ext uri="{FF2B5EF4-FFF2-40B4-BE49-F238E27FC236}">
                  <a16:creationId xmlns:a16="http://schemas.microsoft.com/office/drawing/2014/main" id="{DAC318C6-E0A9-4596-B7D6-9829A2B71BCB}"/>
                </a:ext>
              </a:extLst>
            </p:cNvPr>
            <p:cNvSpPr>
              <a:spLocks/>
            </p:cNvSpPr>
            <p:nvPr userDrawn="1"/>
          </p:nvSpPr>
          <p:spPr bwMode="auto">
            <a:xfrm>
              <a:off x="548139" y="2439402"/>
              <a:ext cx="8028" cy="4014"/>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4" name="Freeform 566">
              <a:extLst>
                <a:ext uri="{FF2B5EF4-FFF2-40B4-BE49-F238E27FC236}">
                  <a16:creationId xmlns:a16="http://schemas.microsoft.com/office/drawing/2014/main" id="{72EDD7F0-4FFC-47F7-BE06-D4C2C2C6DE9C}"/>
                </a:ext>
              </a:extLst>
            </p:cNvPr>
            <p:cNvSpPr>
              <a:spLocks/>
            </p:cNvSpPr>
            <p:nvPr userDrawn="1"/>
          </p:nvSpPr>
          <p:spPr bwMode="auto">
            <a:xfrm>
              <a:off x="550146" y="2463485"/>
              <a:ext cx="22077" cy="22077"/>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5" name="Freeform 567">
              <a:extLst>
                <a:ext uri="{FF2B5EF4-FFF2-40B4-BE49-F238E27FC236}">
                  <a16:creationId xmlns:a16="http://schemas.microsoft.com/office/drawing/2014/main" id="{B0E4C9B7-744F-4AF5-BCCF-7488BF31DA63}"/>
                </a:ext>
              </a:extLst>
            </p:cNvPr>
            <p:cNvSpPr>
              <a:spLocks/>
            </p:cNvSpPr>
            <p:nvPr userDrawn="1"/>
          </p:nvSpPr>
          <p:spPr bwMode="auto">
            <a:xfrm>
              <a:off x="554160" y="2463485"/>
              <a:ext cx="10035" cy="4014"/>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6" name="Freeform 568">
              <a:extLst>
                <a:ext uri="{FF2B5EF4-FFF2-40B4-BE49-F238E27FC236}">
                  <a16:creationId xmlns:a16="http://schemas.microsoft.com/office/drawing/2014/main" id="{120282C6-A687-4F4E-A15D-2BEFE87B282E}"/>
                </a:ext>
              </a:extLst>
            </p:cNvPr>
            <p:cNvSpPr>
              <a:spLocks noEditPoints="1"/>
            </p:cNvSpPr>
            <p:nvPr userDrawn="1"/>
          </p:nvSpPr>
          <p:spPr bwMode="auto">
            <a:xfrm>
              <a:off x="570216" y="2473521"/>
              <a:ext cx="20069" cy="2006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3"/>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7" name="Freeform 569">
              <a:extLst>
                <a:ext uri="{FF2B5EF4-FFF2-40B4-BE49-F238E27FC236}">
                  <a16:creationId xmlns:a16="http://schemas.microsoft.com/office/drawing/2014/main" id="{89013328-C597-4BDB-BFB3-313A9C906999}"/>
                </a:ext>
              </a:extLst>
            </p:cNvPr>
            <p:cNvSpPr>
              <a:spLocks/>
            </p:cNvSpPr>
            <p:nvPr userDrawn="1"/>
          </p:nvSpPr>
          <p:spPr bwMode="auto">
            <a:xfrm>
              <a:off x="570216" y="2477534"/>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8" name="Freeform 570">
              <a:extLst>
                <a:ext uri="{FF2B5EF4-FFF2-40B4-BE49-F238E27FC236}">
                  <a16:creationId xmlns:a16="http://schemas.microsoft.com/office/drawing/2014/main" id="{4AA2CDCC-F396-4856-A4A2-E6CD861B7F09}"/>
                </a:ext>
              </a:extLst>
            </p:cNvPr>
            <p:cNvSpPr>
              <a:spLocks noEditPoints="1"/>
            </p:cNvSpPr>
            <p:nvPr userDrawn="1"/>
          </p:nvSpPr>
          <p:spPr bwMode="auto">
            <a:xfrm>
              <a:off x="2175746" y="3282306"/>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8 w 79"/>
                <a:gd name="T17" fmla="*/ 69 h 77"/>
                <a:gd name="T18" fmla="*/ 57 w 79"/>
                <a:gd name="T19" fmla="*/ 66 h 77"/>
                <a:gd name="T20" fmla="*/ 39 w 79"/>
                <a:gd name="T21" fmla="*/ 71 h 77"/>
                <a:gd name="T22" fmla="*/ 39 w 79"/>
                <a:gd name="T23" fmla="*/ 0 h 77"/>
                <a:gd name="T24" fmla="*/ 39 w 79"/>
                <a:gd name="T25" fmla="*/ 0 h 77"/>
                <a:gd name="T26" fmla="*/ 19 w 79"/>
                <a:gd name="T27" fmla="*/ 5 h 77"/>
                <a:gd name="T28" fmla="*/ 0 w 79"/>
                <a:gd name="T29" fmla="*/ 38 h 77"/>
                <a:gd name="T30" fmla="*/ 6 w 79"/>
                <a:gd name="T31" fmla="*/ 58 h 77"/>
                <a:gd name="T32" fmla="*/ 10 w 79"/>
                <a:gd name="T33" fmla="*/ 64 h 77"/>
                <a:gd name="T34" fmla="*/ 15 w 79"/>
                <a:gd name="T35" fmla="*/ 68 h 77"/>
                <a:gd name="T36" fmla="*/ 15 w 79"/>
                <a:gd name="T37" fmla="*/ 69 h 77"/>
                <a:gd name="T38" fmla="*/ 39 w 79"/>
                <a:gd name="T39" fmla="*/ 77 h 77"/>
                <a:gd name="T40" fmla="*/ 39 w 79"/>
                <a:gd name="T41" fmla="*/ 77 h 77"/>
                <a:gd name="T42" fmla="*/ 60 w 79"/>
                <a:gd name="T43" fmla="*/ 71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8" y="69"/>
                    <a:pt x="58" y="69"/>
                    <a:pt x="58" y="69"/>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9" name="Freeform 571">
              <a:extLst>
                <a:ext uri="{FF2B5EF4-FFF2-40B4-BE49-F238E27FC236}">
                  <a16:creationId xmlns:a16="http://schemas.microsoft.com/office/drawing/2014/main" id="{08CF68B2-307F-42B2-83E2-F4E97576C60C}"/>
                </a:ext>
              </a:extLst>
            </p:cNvPr>
            <p:cNvSpPr>
              <a:spLocks noEditPoints="1"/>
            </p:cNvSpPr>
            <p:nvPr userDrawn="1"/>
          </p:nvSpPr>
          <p:spPr bwMode="auto">
            <a:xfrm>
              <a:off x="2171732" y="3378638"/>
              <a:ext cx="28097" cy="26090"/>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0" name="Freeform 572">
              <a:extLst>
                <a:ext uri="{FF2B5EF4-FFF2-40B4-BE49-F238E27FC236}">
                  <a16:creationId xmlns:a16="http://schemas.microsoft.com/office/drawing/2014/main" id="{4C9B5C87-E610-4EDF-B31F-8DC4A52812D5}"/>
                </a:ext>
              </a:extLst>
            </p:cNvPr>
            <p:cNvSpPr>
              <a:spLocks/>
            </p:cNvSpPr>
            <p:nvPr userDrawn="1"/>
          </p:nvSpPr>
          <p:spPr bwMode="auto">
            <a:xfrm>
              <a:off x="2189794" y="3378638"/>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1" name="Freeform 573">
              <a:extLst>
                <a:ext uri="{FF2B5EF4-FFF2-40B4-BE49-F238E27FC236}">
                  <a16:creationId xmlns:a16="http://schemas.microsoft.com/office/drawing/2014/main" id="{FB84ED63-94D0-4A34-8CB9-37E7718A3931}"/>
                </a:ext>
              </a:extLst>
            </p:cNvPr>
            <p:cNvSpPr>
              <a:spLocks noEditPoints="1"/>
            </p:cNvSpPr>
            <p:nvPr userDrawn="1"/>
          </p:nvSpPr>
          <p:spPr bwMode="auto">
            <a:xfrm>
              <a:off x="2159691" y="3398707"/>
              <a:ext cx="22077" cy="20069"/>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8 w 15"/>
                <a:gd name="T27" fmla="*/ 0 h 14"/>
                <a:gd name="T28" fmla="*/ 8 w 15"/>
                <a:gd name="T29" fmla="*/ 0 h 14"/>
                <a:gd name="T30" fmla="*/ 4 w 15"/>
                <a:gd name="T31" fmla="*/ 1 h 14"/>
                <a:gd name="T32" fmla="*/ 0 w 15"/>
                <a:gd name="T33" fmla="*/ 7 h 14"/>
                <a:gd name="T34" fmla="*/ 1 w 15"/>
                <a:gd name="T35" fmla="*/ 11 h 14"/>
                <a:gd name="T36" fmla="*/ 6 w 15"/>
                <a:gd name="T37" fmla="*/ 14 h 14"/>
                <a:gd name="T38" fmla="*/ 8 w 15"/>
                <a:gd name="T39" fmla="*/ 14 h 14"/>
                <a:gd name="T40" fmla="*/ 8 w 15"/>
                <a:gd name="T41" fmla="*/ 14 h 14"/>
                <a:gd name="T42" fmla="*/ 10 w 15"/>
                <a:gd name="T43" fmla="*/ 14 h 14"/>
                <a:gd name="T44" fmla="*/ 12 w 15"/>
                <a:gd name="T45" fmla="*/ 13 h 14"/>
                <a:gd name="T46" fmla="*/ 12 w 15"/>
                <a:gd name="T47" fmla="*/ 13 h 14"/>
                <a:gd name="T48" fmla="*/ 15 w 15"/>
                <a:gd name="T49" fmla="*/ 7 h 14"/>
                <a:gd name="T50" fmla="*/ 14 w 15"/>
                <a:gd name="T51" fmla="*/ 4 h 14"/>
                <a:gd name="T52" fmla="*/ 10 w 15"/>
                <a:gd name="T53" fmla="*/ 1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2" name="Freeform 574">
              <a:extLst>
                <a:ext uri="{FF2B5EF4-FFF2-40B4-BE49-F238E27FC236}">
                  <a16:creationId xmlns:a16="http://schemas.microsoft.com/office/drawing/2014/main" id="{F7750123-7AAD-4323-AE2E-DC72BF6B254A}"/>
                </a:ext>
              </a:extLst>
            </p:cNvPr>
            <p:cNvSpPr>
              <a:spLocks/>
            </p:cNvSpPr>
            <p:nvPr userDrawn="1"/>
          </p:nvSpPr>
          <p:spPr bwMode="auto">
            <a:xfrm>
              <a:off x="2173738" y="3398707"/>
              <a:ext cx="6021" cy="6021"/>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3" name="Freeform 575">
              <a:extLst>
                <a:ext uri="{FF2B5EF4-FFF2-40B4-BE49-F238E27FC236}">
                  <a16:creationId xmlns:a16="http://schemas.microsoft.com/office/drawing/2014/main" id="{17534A38-EFF0-4B93-B345-05097B550B59}"/>
                </a:ext>
              </a:extLst>
            </p:cNvPr>
            <p:cNvSpPr>
              <a:spLocks noEditPoints="1"/>
            </p:cNvSpPr>
            <p:nvPr userDrawn="1"/>
          </p:nvSpPr>
          <p:spPr bwMode="auto">
            <a:xfrm>
              <a:off x="2161697" y="3418776"/>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8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6 w 13"/>
                <a:gd name="T33" fmla="*/ 13 h 13"/>
                <a:gd name="T34" fmla="*/ 6 w 13"/>
                <a:gd name="T35" fmla="*/ 13 h 13"/>
                <a:gd name="T36" fmla="*/ 6 w 13"/>
                <a:gd name="T37" fmla="*/ 13 h 13"/>
                <a:gd name="T38" fmla="*/ 10 w 13"/>
                <a:gd name="T39" fmla="*/ 12 h 13"/>
                <a:gd name="T40" fmla="*/ 10 w 13"/>
                <a:gd name="T41" fmla="*/ 12 h 13"/>
                <a:gd name="T42" fmla="*/ 13 w 13"/>
                <a:gd name="T43" fmla="*/ 6 h 13"/>
                <a:gd name="T44" fmla="*/ 12 w 13"/>
                <a:gd name="T45" fmla="*/ 3 h 13"/>
                <a:gd name="T46" fmla="*/ 8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8" y="0"/>
                  </a:moveTo>
                  <a:cubicBezTo>
                    <a:pt x="7" y="0"/>
                    <a:pt x="7" y="0"/>
                    <a:pt x="6" y="0"/>
                  </a:cubicBezTo>
                  <a:cubicBezTo>
                    <a:pt x="6" y="0"/>
                    <a:pt x="6" y="0"/>
                    <a:pt x="6" y="0"/>
                  </a:cubicBezTo>
                  <a:cubicBezTo>
                    <a:pt x="5" y="0"/>
                    <a:pt x="4"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4" name="Freeform 576">
              <a:extLst>
                <a:ext uri="{FF2B5EF4-FFF2-40B4-BE49-F238E27FC236}">
                  <a16:creationId xmlns:a16="http://schemas.microsoft.com/office/drawing/2014/main" id="{19AAB5C3-0EE5-4836-B3A4-2AB77D02D6C1}"/>
                </a:ext>
              </a:extLst>
            </p:cNvPr>
            <p:cNvSpPr>
              <a:spLocks/>
            </p:cNvSpPr>
            <p:nvPr userDrawn="1"/>
          </p:nvSpPr>
          <p:spPr bwMode="auto">
            <a:xfrm>
              <a:off x="2167718" y="3418776"/>
              <a:ext cx="6021"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5" name="Freeform 577">
              <a:extLst>
                <a:ext uri="{FF2B5EF4-FFF2-40B4-BE49-F238E27FC236}">
                  <a16:creationId xmlns:a16="http://schemas.microsoft.com/office/drawing/2014/main" id="{AA8E29F0-6356-4AC4-80D1-1D574D8BC6DE}"/>
                </a:ext>
              </a:extLst>
            </p:cNvPr>
            <p:cNvSpPr>
              <a:spLocks noEditPoints="1"/>
            </p:cNvSpPr>
            <p:nvPr userDrawn="1"/>
          </p:nvSpPr>
          <p:spPr bwMode="auto">
            <a:xfrm>
              <a:off x="2370416"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6" name="Freeform 578">
              <a:extLst>
                <a:ext uri="{FF2B5EF4-FFF2-40B4-BE49-F238E27FC236}">
                  <a16:creationId xmlns:a16="http://schemas.microsoft.com/office/drawing/2014/main" id="{E256B630-54A6-4CE4-B006-64308495E2D8}"/>
                </a:ext>
              </a:extLst>
            </p:cNvPr>
            <p:cNvSpPr>
              <a:spLocks noEditPoints="1"/>
            </p:cNvSpPr>
            <p:nvPr userDrawn="1"/>
          </p:nvSpPr>
          <p:spPr bwMode="auto">
            <a:xfrm>
              <a:off x="2364396" y="3163899"/>
              <a:ext cx="42146" cy="40138"/>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7" name="Freeform 579">
              <a:extLst>
                <a:ext uri="{FF2B5EF4-FFF2-40B4-BE49-F238E27FC236}">
                  <a16:creationId xmlns:a16="http://schemas.microsoft.com/office/drawing/2014/main" id="{37BFCDDA-4C8C-45BC-821C-69F26B712862}"/>
                </a:ext>
              </a:extLst>
            </p:cNvPr>
            <p:cNvSpPr>
              <a:spLocks noEditPoints="1"/>
            </p:cNvSpPr>
            <p:nvPr userDrawn="1"/>
          </p:nvSpPr>
          <p:spPr bwMode="auto">
            <a:xfrm>
              <a:off x="2342319" y="3198016"/>
              <a:ext cx="34118" cy="32111"/>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1 w 22"/>
                <a:gd name="T37" fmla="*/ 21 h 21"/>
                <a:gd name="T38" fmla="*/ 17 w 22"/>
                <a:gd name="T39" fmla="*/ 20 h 21"/>
                <a:gd name="T40" fmla="*/ 17 w 22"/>
                <a:gd name="T41" fmla="*/ 20 h 21"/>
                <a:gd name="T42" fmla="*/ 22 w 22"/>
                <a:gd name="T43" fmla="*/ 11 h 21"/>
                <a:gd name="T44" fmla="*/ 20 w 22"/>
                <a:gd name="T45" fmla="*/ 5 h 21"/>
                <a:gd name="T46" fmla="*/ 11 w 22"/>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8" name="Freeform 580">
              <a:extLst>
                <a:ext uri="{FF2B5EF4-FFF2-40B4-BE49-F238E27FC236}">
                  <a16:creationId xmlns:a16="http://schemas.microsoft.com/office/drawing/2014/main" id="{28845B4B-9FEC-4D39-95C3-67FDBB001586}"/>
                </a:ext>
              </a:extLst>
            </p:cNvPr>
            <p:cNvSpPr>
              <a:spLocks noEditPoints="1"/>
            </p:cNvSpPr>
            <p:nvPr userDrawn="1"/>
          </p:nvSpPr>
          <p:spPr bwMode="auto">
            <a:xfrm>
              <a:off x="2346333" y="3234140"/>
              <a:ext cx="28097" cy="3010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14 w 18"/>
                <a:gd name="T35" fmla="*/ 17 h 19"/>
                <a:gd name="T36" fmla="*/ 12 w 18"/>
                <a:gd name="T37" fmla="*/ 15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2" y="15"/>
                    <a:pt x="12" y="15"/>
                    <a:pt x="12" y="15"/>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9" name="Freeform 581">
              <a:extLst>
                <a:ext uri="{FF2B5EF4-FFF2-40B4-BE49-F238E27FC236}">
                  <a16:creationId xmlns:a16="http://schemas.microsoft.com/office/drawing/2014/main" id="{54D019EC-E585-40F2-811D-1ADC17CEC2EA}"/>
                </a:ext>
              </a:extLst>
            </p:cNvPr>
            <p:cNvSpPr>
              <a:spLocks noEditPoints="1"/>
            </p:cNvSpPr>
            <p:nvPr userDrawn="1"/>
          </p:nvSpPr>
          <p:spPr bwMode="auto">
            <a:xfrm>
              <a:off x="1979068" y="1797190"/>
              <a:ext cx="120415" cy="11840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7 w 79"/>
                <a:gd name="T17" fmla="*/ 67 h 78"/>
                <a:gd name="T18" fmla="*/ 39 w 79"/>
                <a:gd name="T19" fmla="*/ 72 h 78"/>
                <a:gd name="T20" fmla="*/ 39 w 79"/>
                <a:gd name="T21" fmla="*/ 0 h 78"/>
                <a:gd name="T22" fmla="*/ 39 w 79"/>
                <a:gd name="T23" fmla="*/ 0 h 78"/>
                <a:gd name="T24" fmla="*/ 19 w 79"/>
                <a:gd name="T25" fmla="*/ 6 h 78"/>
                <a:gd name="T26" fmla="*/ 0 w 79"/>
                <a:gd name="T27" fmla="*/ 39 h 78"/>
                <a:gd name="T28" fmla="*/ 6 w 79"/>
                <a:gd name="T29" fmla="*/ 59 h 78"/>
                <a:gd name="T30" fmla="*/ 10 w 79"/>
                <a:gd name="T31" fmla="*/ 65 h 78"/>
                <a:gd name="T32" fmla="*/ 15 w 79"/>
                <a:gd name="T33" fmla="*/ 69 h 78"/>
                <a:gd name="T34" fmla="*/ 15 w 79"/>
                <a:gd name="T35" fmla="*/ 70 h 78"/>
                <a:gd name="T36" fmla="*/ 39 w 79"/>
                <a:gd name="T37" fmla="*/ 78 h 78"/>
                <a:gd name="T38" fmla="*/ 39 w 79"/>
                <a:gd name="T39" fmla="*/ 78 h 78"/>
                <a:gd name="T40" fmla="*/ 60 w 79"/>
                <a:gd name="T41" fmla="*/ 72 h 78"/>
                <a:gd name="T42" fmla="*/ 60 w 79"/>
                <a:gd name="T43" fmla="*/ 72 h 78"/>
                <a:gd name="T44" fmla="*/ 79 w 79"/>
                <a:gd name="T45" fmla="*/ 39 h 78"/>
                <a:gd name="T46" fmla="*/ 73 w 79"/>
                <a:gd name="T47" fmla="*/ 19 h 78"/>
                <a:gd name="T48" fmla="*/ 39 w 7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0" name="Freeform 582">
              <a:extLst>
                <a:ext uri="{FF2B5EF4-FFF2-40B4-BE49-F238E27FC236}">
                  <a16:creationId xmlns:a16="http://schemas.microsoft.com/office/drawing/2014/main" id="{E7F939F5-3B0B-4417-AAA7-2CA87834C100}"/>
                </a:ext>
              </a:extLst>
            </p:cNvPr>
            <p:cNvSpPr>
              <a:spLocks noEditPoints="1"/>
            </p:cNvSpPr>
            <p:nvPr userDrawn="1"/>
          </p:nvSpPr>
          <p:spPr bwMode="auto">
            <a:xfrm>
              <a:off x="1977061" y="1895530"/>
              <a:ext cx="26091"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5 w 18"/>
                <a:gd name="T31" fmla="*/ 17 h 19"/>
                <a:gd name="T32" fmla="*/ 5 w 18"/>
                <a:gd name="T33" fmla="*/ 18 h 19"/>
                <a:gd name="T34" fmla="*/ 9 w 18"/>
                <a:gd name="T35" fmla="*/ 19 h 19"/>
                <a:gd name="T36" fmla="*/ 9 w 18"/>
                <a:gd name="T37" fmla="*/ 19 h 19"/>
                <a:gd name="T38" fmla="*/ 9 w 18"/>
                <a:gd name="T39" fmla="*/ 19 h 19"/>
                <a:gd name="T40" fmla="*/ 14 w 18"/>
                <a:gd name="T41" fmla="*/ 17 h 19"/>
                <a:gd name="T42" fmla="*/ 14 w 18"/>
                <a:gd name="T43" fmla="*/ 17 h 19"/>
                <a:gd name="T44" fmla="*/ 18 w 18"/>
                <a:gd name="T45" fmla="*/ 10 h 19"/>
                <a:gd name="T46" fmla="*/ 17 w 18"/>
                <a:gd name="T47" fmla="*/ 6 h 19"/>
                <a:gd name="T48" fmla="*/ 12 w 18"/>
                <a:gd name="T49" fmla="*/ 1 h 19"/>
                <a:gd name="T50" fmla="*/ 9 w 18"/>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8" y="0"/>
                    <a:pt x="6" y="1"/>
                    <a:pt x="4" y="2"/>
                  </a:cubicBezTo>
                  <a:cubicBezTo>
                    <a:pt x="2" y="4"/>
                    <a:pt x="0" y="7"/>
                    <a:pt x="0" y="10"/>
                  </a:cubicBezTo>
                  <a:cubicBezTo>
                    <a:pt x="0" y="11"/>
                    <a:pt x="0" y="13"/>
                    <a:pt x="1" y="14"/>
                  </a:cubicBezTo>
                  <a:cubicBezTo>
                    <a:pt x="3" y="14"/>
                    <a:pt x="4" y="16"/>
                    <a:pt x="5" y="17"/>
                  </a:cubicBezTo>
                  <a:cubicBezTo>
                    <a:pt x="5" y="17"/>
                    <a:pt x="5" y="18"/>
                    <a:pt x="5" y="18"/>
                  </a:cubicBezTo>
                  <a:cubicBezTo>
                    <a:pt x="7" y="18"/>
                    <a:pt x="8"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7"/>
                    <a:pt x="17" y="6"/>
                  </a:cubicBezTo>
                  <a:cubicBezTo>
                    <a:pt x="16" y="4"/>
                    <a:pt x="14" y="3"/>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1" name="Freeform 583">
              <a:extLst>
                <a:ext uri="{FF2B5EF4-FFF2-40B4-BE49-F238E27FC236}">
                  <a16:creationId xmlns:a16="http://schemas.microsoft.com/office/drawing/2014/main" id="{5CA6FBCA-49B2-4510-B95D-1F8B69140EBA}"/>
                </a:ext>
              </a:extLst>
            </p:cNvPr>
            <p:cNvSpPr>
              <a:spLocks/>
            </p:cNvSpPr>
            <p:nvPr userDrawn="1"/>
          </p:nvSpPr>
          <p:spPr bwMode="auto">
            <a:xfrm>
              <a:off x="1995124" y="1895530"/>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2" name="Freeform 584">
              <a:extLst>
                <a:ext uri="{FF2B5EF4-FFF2-40B4-BE49-F238E27FC236}">
                  <a16:creationId xmlns:a16="http://schemas.microsoft.com/office/drawing/2014/main" id="{2E9DF3F3-C652-42A5-995F-29DA3197B802}"/>
                </a:ext>
              </a:extLst>
            </p:cNvPr>
            <p:cNvSpPr>
              <a:spLocks noEditPoints="1"/>
            </p:cNvSpPr>
            <p:nvPr userDrawn="1"/>
          </p:nvSpPr>
          <p:spPr bwMode="auto">
            <a:xfrm>
              <a:off x="1963013" y="1915599"/>
              <a:ext cx="22077" cy="22077"/>
            </a:xfrm>
            <a:custGeom>
              <a:avLst/>
              <a:gdLst>
                <a:gd name="T0" fmla="*/ 8 w 15"/>
                <a:gd name="T1" fmla="*/ 8 h 14"/>
                <a:gd name="T2" fmla="*/ 7 w 15"/>
                <a:gd name="T3" fmla="*/ 7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6 w 15"/>
                <a:gd name="T33" fmla="*/ 14 h 14"/>
                <a:gd name="T34" fmla="*/ 8 w 15"/>
                <a:gd name="T35" fmla="*/ 13 h 14"/>
                <a:gd name="T36" fmla="*/ 8 w 15"/>
                <a:gd name="T37" fmla="*/ 13 h 14"/>
                <a:gd name="T38" fmla="*/ 10 w 15"/>
                <a:gd name="T39" fmla="*/ 14 h 14"/>
                <a:gd name="T40" fmla="*/ 12 w 15"/>
                <a:gd name="T41" fmla="*/ 13 h 14"/>
                <a:gd name="T42" fmla="*/ 10 w 15"/>
                <a:gd name="T43" fmla="*/ 10 h 14"/>
                <a:gd name="T44" fmla="*/ 12 w 15"/>
                <a:gd name="T45" fmla="*/ 13 h 14"/>
                <a:gd name="T46" fmla="*/ 15 w 15"/>
                <a:gd name="T47" fmla="*/ 7 h 14"/>
                <a:gd name="T48" fmla="*/ 14 w 15"/>
                <a:gd name="T49" fmla="*/ 4 h 14"/>
                <a:gd name="T50" fmla="*/ 10 w 15"/>
                <a:gd name="T51" fmla="*/ 0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7" y="8"/>
                    <a:pt x="7" y="8"/>
                    <a:pt x="7" y="7"/>
                  </a:cubicBezTo>
                  <a:cubicBezTo>
                    <a:pt x="6" y="7"/>
                    <a:pt x="6" y="7"/>
                    <a:pt x="6" y="7"/>
                  </a:cubicBezTo>
                  <a:cubicBezTo>
                    <a:pt x="6" y="6"/>
                    <a:pt x="7" y="6"/>
                    <a:pt x="7" y="6"/>
                  </a:cubicBezTo>
                  <a:cubicBezTo>
                    <a:pt x="7"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9"/>
                    <a:pt x="1" y="11"/>
                  </a:cubicBezTo>
                  <a:cubicBezTo>
                    <a:pt x="3" y="12"/>
                    <a:pt x="4" y="13"/>
                    <a:pt x="6" y="14"/>
                  </a:cubicBezTo>
                  <a:cubicBezTo>
                    <a:pt x="7" y="14"/>
                    <a:pt x="8" y="13"/>
                    <a:pt x="8" y="13"/>
                  </a:cubicBezTo>
                  <a:cubicBezTo>
                    <a:pt x="8" y="13"/>
                    <a:pt x="8" y="13"/>
                    <a:pt x="8" y="13"/>
                  </a:cubicBezTo>
                  <a:cubicBezTo>
                    <a:pt x="9" y="13"/>
                    <a:pt x="10" y="13"/>
                    <a:pt x="10" y="14"/>
                  </a:cubicBezTo>
                  <a:cubicBezTo>
                    <a:pt x="11" y="14"/>
                    <a:pt x="11" y="13"/>
                    <a:pt x="12" y="13"/>
                  </a:cubicBezTo>
                  <a:cubicBezTo>
                    <a:pt x="10" y="10"/>
                    <a:pt x="10" y="10"/>
                    <a:pt x="10" y="10"/>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3" name="Freeform 585">
              <a:extLst>
                <a:ext uri="{FF2B5EF4-FFF2-40B4-BE49-F238E27FC236}">
                  <a16:creationId xmlns:a16="http://schemas.microsoft.com/office/drawing/2014/main" id="{7689C417-EFEC-45CF-BAC4-274D4E1E4B68}"/>
                </a:ext>
              </a:extLst>
            </p:cNvPr>
            <p:cNvSpPr>
              <a:spLocks/>
            </p:cNvSpPr>
            <p:nvPr userDrawn="1"/>
          </p:nvSpPr>
          <p:spPr bwMode="auto">
            <a:xfrm>
              <a:off x="1979068" y="1915599"/>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4" name="Freeform 586">
              <a:extLst>
                <a:ext uri="{FF2B5EF4-FFF2-40B4-BE49-F238E27FC236}">
                  <a16:creationId xmlns:a16="http://schemas.microsoft.com/office/drawing/2014/main" id="{312D375A-6AE6-4F31-A3FB-BABD1570B4DD}"/>
                </a:ext>
              </a:extLst>
            </p:cNvPr>
            <p:cNvSpPr>
              <a:spLocks/>
            </p:cNvSpPr>
            <p:nvPr userDrawn="1"/>
          </p:nvSpPr>
          <p:spPr bwMode="auto">
            <a:xfrm>
              <a:off x="1969033" y="19176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5" name="Freeform 587">
              <a:extLst>
                <a:ext uri="{FF2B5EF4-FFF2-40B4-BE49-F238E27FC236}">
                  <a16:creationId xmlns:a16="http://schemas.microsoft.com/office/drawing/2014/main" id="{3684C5B3-6DB5-4B68-81E5-ABBAB17F97AD}"/>
                </a:ext>
              </a:extLst>
            </p:cNvPr>
            <p:cNvSpPr>
              <a:spLocks noEditPoints="1"/>
            </p:cNvSpPr>
            <p:nvPr userDrawn="1"/>
          </p:nvSpPr>
          <p:spPr bwMode="auto">
            <a:xfrm>
              <a:off x="1967027" y="1937674"/>
              <a:ext cx="18063" cy="18063"/>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5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5"/>
                    <a:pt x="6" y="5"/>
                    <a:pt x="6" y="5"/>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6" name="Freeform 588">
              <a:extLst>
                <a:ext uri="{FF2B5EF4-FFF2-40B4-BE49-F238E27FC236}">
                  <a16:creationId xmlns:a16="http://schemas.microsoft.com/office/drawing/2014/main" id="{6D2F341F-17F8-4256-9116-69E2A82DA38E}"/>
                </a:ext>
              </a:extLst>
            </p:cNvPr>
            <p:cNvSpPr>
              <a:spLocks/>
            </p:cNvSpPr>
            <p:nvPr userDrawn="1"/>
          </p:nvSpPr>
          <p:spPr bwMode="auto">
            <a:xfrm>
              <a:off x="1973047" y="1935668"/>
              <a:ext cx="6021" cy="2008"/>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7" name="Freeform 589">
              <a:extLst>
                <a:ext uri="{FF2B5EF4-FFF2-40B4-BE49-F238E27FC236}">
                  <a16:creationId xmlns:a16="http://schemas.microsoft.com/office/drawing/2014/main" id="{C5E47E72-9F1D-44A0-8932-09BF02A3CC2F}"/>
                </a:ext>
              </a:extLst>
            </p:cNvPr>
            <p:cNvSpPr>
              <a:spLocks noEditPoints="1"/>
            </p:cNvSpPr>
            <p:nvPr userDrawn="1"/>
          </p:nvSpPr>
          <p:spPr bwMode="auto">
            <a:xfrm>
              <a:off x="1350904" y="2214628"/>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8" name="Freeform 590">
              <a:extLst>
                <a:ext uri="{FF2B5EF4-FFF2-40B4-BE49-F238E27FC236}">
                  <a16:creationId xmlns:a16="http://schemas.microsoft.com/office/drawing/2014/main" id="{AD1EC9AA-6899-4501-93F6-616BB039DB77}"/>
                </a:ext>
              </a:extLst>
            </p:cNvPr>
            <p:cNvSpPr>
              <a:spLocks noEditPoints="1"/>
            </p:cNvSpPr>
            <p:nvPr userDrawn="1"/>
          </p:nvSpPr>
          <p:spPr bwMode="auto">
            <a:xfrm>
              <a:off x="1445230"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9" name="Freeform 591">
              <a:extLst>
                <a:ext uri="{FF2B5EF4-FFF2-40B4-BE49-F238E27FC236}">
                  <a16:creationId xmlns:a16="http://schemas.microsoft.com/office/drawing/2014/main" id="{EEB47E95-4346-4725-9A0A-B148C3352798}"/>
                </a:ext>
              </a:extLst>
            </p:cNvPr>
            <p:cNvSpPr>
              <a:spLocks/>
            </p:cNvSpPr>
            <p:nvPr userDrawn="1"/>
          </p:nvSpPr>
          <p:spPr bwMode="auto">
            <a:xfrm>
              <a:off x="1457271" y="2411306"/>
              <a:ext cx="28097" cy="26090"/>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0" name="Freeform 592">
              <a:extLst>
                <a:ext uri="{FF2B5EF4-FFF2-40B4-BE49-F238E27FC236}">
                  <a16:creationId xmlns:a16="http://schemas.microsoft.com/office/drawing/2014/main" id="{96D7420E-CD6B-4CF6-94E1-4DBC7E73E1A4}"/>
                </a:ext>
              </a:extLst>
            </p:cNvPr>
            <p:cNvSpPr>
              <a:spLocks noEditPoints="1"/>
            </p:cNvSpPr>
            <p:nvPr userDrawn="1"/>
          </p:nvSpPr>
          <p:spPr bwMode="auto">
            <a:xfrm>
              <a:off x="1485368" y="2425355"/>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1" name="Freeform 593">
              <a:extLst>
                <a:ext uri="{FF2B5EF4-FFF2-40B4-BE49-F238E27FC236}">
                  <a16:creationId xmlns:a16="http://schemas.microsoft.com/office/drawing/2014/main" id="{2BF2CFCE-BD9E-4565-8FFC-22D1084DFB40}"/>
                </a:ext>
              </a:extLst>
            </p:cNvPr>
            <p:cNvSpPr>
              <a:spLocks noEditPoints="1"/>
            </p:cNvSpPr>
            <p:nvPr userDrawn="1"/>
          </p:nvSpPr>
          <p:spPr bwMode="auto">
            <a:xfrm>
              <a:off x="1567651" y="3641544"/>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2" name="Freeform 594">
              <a:extLst>
                <a:ext uri="{FF2B5EF4-FFF2-40B4-BE49-F238E27FC236}">
                  <a16:creationId xmlns:a16="http://schemas.microsoft.com/office/drawing/2014/main" id="{419B609E-8D2D-4B99-9830-D4F17863E9B7}"/>
                </a:ext>
              </a:extLst>
            </p:cNvPr>
            <p:cNvSpPr>
              <a:spLocks noEditPoints="1"/>
            </p:cNvSpPr>
            <p:nvPr userDrawn="1"/>
          </p:nvSpPr>
          <p:spPr bwMode="auto">
            <a:xfrm>
              <a:off x="1676024" y="3826180"/>
              <a:ext cx="38132"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3" name="Freeform 595">
              <a:extLst>
                <a:ext uri="{FF2B5EF4-FFF2-40B4-BE49-F238E27FC236}">
                  <a16:creationId xmlns:a16="http://schemas.microsoft.com/office/drawing/2014/main" id="{97FA7702-37FE-405E-8C97-318F65843BFB}"/>
                </a:ext>
              </a:extLst>
            </p:cNvPr>
            <p:cNvSpPr>
              <a:spLocks/>
            </p:cNvSpPr>
            <p:nvPr userDrawn="1"/>
          </p:nvSpPr>
          <p:spPr bwMode="auto">
            <a:xfrm>
              <a:off x="1690073" y="3868324"/>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4" name="Freeform 596">
              <a:extLst>
                <a:ext uri="{FF2B5EF4-FFF2-40B4-BE49-F238E27FC236}">
                  <a16:creationId xmlns:a16="http://schemas.microsoft.com/office/drawing/2014/main" id="{D8C8BB26-3D08-4040-8D45-8C1289EC3FBE}"/>
                </a:ext>
              </a:extLst>
            </p:cNvPr>
            <p:cNvSpPr>
              <a:spLocks noEditPoints="1"/>
            </p:cNvSpPr>
            <p:nvPr userDrawn="1"/>
          </p:nvSpPr>
          <p:spPr bwMode="auto">
            <a:xfrm>
              <a:off x="1722184" y="3886387"/>
              <a:ext cx="26091" cy="2408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5" name="Freeform 597">
              <a:extLst>
                <a:ext uri="{FF2B5EF4-FFF2-40B4-BE49-F238E27FC236}">
                  <a16:creationId xmlns:a16="http://schemas.microsoft.com/office/drawing/2014/main" id="{00F4C34D-E8EF-457E-9DCF-F2D1EEBF2D89}"/>
                </a:ext>
              </a:extLst>
            </p:cNvPr>
            <p:cNvSpPr>
              <a:spLocks noEditPoints="1"/>
            </p:cNvSpPr>
            <p:nvPr userDrawn="1"/>
          </p:nvSpPr>
          <p:spPr bwMode="auto">
            <a:xfrm>
              <a:off x="1527512" y="2836771"/>
              <a:ext cx="168581" cy="162561"/>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6" name="Freeform 598">
              <a:extLst>
                <a:ext uri="{FF2B5EF4-FFF2-40B4-BE49-F238E27FC236}">
                  <a16:creationId xmlns:a16="http://schemas.microsoft.com/office/drawing/2014/main" id="{D4FB0A49-F719-4DC3-AE23-1E6BB8B23165}"/>
                </a:ext>
              </a:extLst>
            </p:cNvPr>
            <p:cNvSpPr>
              <a:spLocks/>
            </p:cNvSpPr>
            <p:nvPr userDrawn="1"/>
          </p:nvSpPr>
          <p:spPr bwMode="auto">
            <a:xfrm>
              <a:off x="1623844" y="2997324"/>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7" name="Freeform 599">
              <a:extLst>
                <a:ext uri="{FF2B5EF4-FFF2-40B4-BE49-F238E27FC236}">
                  <a16:creationId xmlns:a16="http://schemas.microsoft.com/office/drawing/2014/main" id="{677A419A-915E-4E9C-A53A-A420B8B4F6D2}"/>
                </a:ext>
              </a:extLst>
            </p:cNvPr>
            <p:cNvSpPr>
              <a:spLocks/>
            </p:cNvSpPr>
            <p:nvPr userDrawn="1"/>
          </p:nvSpPr>
          <p:spPr bwMode="auto">
            <a:xfrm>
              <a:off x="1635886" y="3033449"/>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8" name="Freeform 600">
              <a:extLst>
                <a:ext uri="{FF2B5EF4-FFF2-40B4-BE49-F238E27FC236}">
                  <a16:creationId xmlns:a16="http://schemas.microsoft.com/office/drawing/2014/main" id="{936ED9CA-7AC1-4DA2-BA52-699506ADDC33}"/>
                </a:ext>
              </a:extLst>
            </p:cNvPr>
            <p:cNvSpPr>
              <a:spLocks noEditPoints="1"/>
            </p:cNvSpPr>
            <p:nvPr userDrawn="1"/>
          </p:nvSpPr>
          <p:spPr bwMode="auto">
            <a:xfrm>
              <a:off x="1661976" y="3047498"/>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9" name="Freeform 601">
              <a:extLst>
                <a:ext uri="{FF2B5EF4-FFF2-40B4-BE49-F238E27FC236}">
                  <a16:creationId xmlns:a16="http://schemas.microsoft.com/office/drawing/2014/main" id="{64FD96BA-5035-4F4D-AF01-1FB6E4B497C1}"/>
                </a:ext>
              </a:extLst>
            </p:cNvPr>
            <p:cNvSpPr>
              <a:spLocks noEditPoints="1"/>
            </p:cNvSpPr>
            <p:nvPr userDrawn="1"/>
          </p:nvSpPr>
          <p:spPr bwMode="auto">
            <a:xfrm>
              <a:off x="1126130" y="3053518"/>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0" name="Freeform 602">
              <a:extLst>
                <a:ext uri="{FF2B5EF4-FFF2-40B4-BE49-F238E27FC236}">
                  <a16:creationId xmlns:a16="http://schemas.microsoft.com/office/drawing/2014/main" id="{31B7D567-9386-4F17-9BEA-55DE9EB2F7EA}"/>
                </a:ext>
              </a:extLst>
            </p:cNvPr>
            <p:cNvSpPr>
              <a:spLocks noEditPoints="1"/>
            </p:cNvSpPr>
            <p:nvPr userDrawn="1"/>
          </p:nvSpPr>
          <p:spPr bwMode="auto">
            <a:xfrm>
              <a:off x="1290697" y="3191995"/>
              <a:ext cx="40138" cy="38132"/>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6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4 w 26"/>
                <a:gd name="T43" fmla="*/ 5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1" name="Freeform 603">
              <a:extLst>
                <a:ext uri="{FF2B5EF4-FFF2-40B4-BE49-F238E27FC236}">
                  <a16:creationId xmlns:a16="http://schemas.microsoft.com/office/drawing/2014/main" id="{EFD8003C-CF7C-42F2-8357-F1763A88DEEA}"/>
                </a:ext>
              </a:extLst>
            </p:cNvPr>
            <p:cNvSpPr>
              <a:spLocks noEditPoints="1"/>
            </p:cNvSpPr>
            <p:nvPr userDrawn="1"/>
          </p:nvSpPr>
          <p:spPr bwMode="auto">
            <a:xfrm>
              <a:off x="1324815" y="3218085"/>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2" name="Freeform 604">
              <a:extLst>
                <a:ext uri="{FF2B5EF4-FFF2-40B4-BE49-F238E27FC236}">
                  <a16:creationId xmlns:a16="http://schemas.microsoft.com/office/drawing/2014/main" id="{9763D249-1F81-4D01-8766-A562C481DF38}"/>
                </a:ext>
              </a:extLst>
            </p:cNvPr>
            <p:cNvSpPr>
              <a:spLocks noEditPoints="1"/>
            </p:cNvSpPr>
            <p:nvPr userDrawn="1"/>
          </p:nvSpPr>
          <p:spPr bwMode="auto">
            <a:xfrm>
              <a:off x="1360939" y="3216078"/>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10 w 17"/>
                <a:gd name="T19" fmla="*/ 11 h 18"/>
                <a:gd name="T20" fmla="*/ 9 w 17"/>
                <a:gd name="T21" fmla="*/ 12 h 18"/>
                <a:gd name="T22" fmla="*/ 9 w 17"/>
                <a:gd name="T23" fmla="*/ 0 h 18"/>
                <a:gd name="T24" fmla="*/ 9 w 17"/>
                <a:gd name="T25" fmla="*/ 0 h 18"/>
                <a:gd name="T26" fmla="*/ 9 w 17"/>
                <a:gd name="T27" fmla="*/ 0 h 18"/>
                <a:gd name="T28" fmla="*/ 3 w 17"/>
                <a:gd name="T29" fmla="*/ 2 h 18"/>
                <a:gd name="T30" fmla="*/ 0 w 17"/>
                <a:gd name="T31" fmla="*/ 9 h 18"/>
                <a:gd name="T32" fmla="*/ 2 w 17"/>
                <a:gd name="T33" fmla="*/ 14 h 18"/>
                <a:gd name="T34" fmla="*/ 9 w 17"/>
                <a:gd name="T35" fmla="*/ 18 h 18"/>
                <a:gd name="T36" fmla="*/ 9 w 17"/>
                <a:gd name="T37" fmla="*/ 18 h 18"/>
                <a:gd name="T38" fmla="*/ 14 w 17"/>
                <a:gd name="T39" fmla="*/ 16 h 18"/>
                <a:gd name="T40" fmla="*/ 14 w 17"/>
                <a:gd name="T41" fmla="*/ 16 h 18"/>
                <a:gd name="T42" fmla="*/ 17 w 17"/>
                <a:gd name="T43" fmla="*/ 9 h 18"/>
                <a:gd name="T44" fmla="*/ 16 w 17"/>
                <a:gd name="T45" fmla="*/ 4 h 18"/>
                <a:gd name="T46" fmla="*/ 13 w 17"/>
                <a:gd name="T47" fmla="*/ 6 h 18"/>
                <a:gd name="T48" fmla="*/ 16 w 17"/>
                <a:gd name="T49" fmla="*/ 4 h 18"/>
                <a:gd name="T50" fmla="*/ 9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1"/>
                    <a:pt x="10" y="11"/>
                    <a:pt x="10" y="11"/>
                  </a:cubicBezTo>
                  <a:cubicBezTo>
                    <a:pt x="10" y="12"/>
                    <a:pt x="9" y="12"/>
                    <a:pt x="9" y="12"/>
                  </a:cubicBezTo>
                  <a:moveTo>
                    <a:pt x="9" y="0"/>
                  </a:moveTo>
                  <a:cubicBezTo>
                    <a:pt x="9" y="0"/>
                    <a:pt x="9" y="0"/>
                    <a:pt x="9" y="0"/>
                  </a:cubicBez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10" y="18"/>
                    <a:pt x="12" y="17"/>
                    <a:pt x="14" y="16"/>
                  </a:cubicBezTo>
                  <a:cubicBezTo>
                    <a:pt x="14" y="16"/>
                    <a:pt x="14" y="16"/>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3" name="Freeform 605">
              <a:extLst>
                <a:ext uri="{FF2B5EF4-FFF2-40B4-BE49-F238E27FC236}">
                  <a16:creationId xmlns:a16="http://schemas.microsoft.com/office/drawing/2014/main" id="{0771C669-BE56-4462-9CBC-4FC2AD62EA8C}"/>
                </a:ext>
              </a:extLst>
            </p:cNvPr>
            <p:cNvSpPr>
              <a:spLocks noEditPoints="1"/>
            </p:cNvSpPr>
            <p:nvPr userDrawn="1"/>
          </p:nvSpPr>
          <p:spPr bwMode="auto">
            <a:xfrm>
              <a:off x="-200439" y="2692273"/>
              <a:ext cx="319100" cy="313078"/>
            </a:xfrm>
            <a:custGeom>
              <a:avLst/>
              <a:gdLst>
                <a:gd name="T0" fmla="*/ 147 w 212"/>
                <a:gd name="T1" fmla="*/ 8 h 208"/>
                <a:gd name="T2" fmla="*/ 148 w 212"/>
                <a:gd name="T3" fmla="*/ 15 h 208"/>
                <a:gd name="T4" fmla="*/ 186 w 212"/>
                <a:gd name="T5" fmla="*/ 45 h 208"/>
                <a:gd name="T6" fmla="*/ 188 w 212"/>
                <a:gd name="T7" fmla="*/ 43 h 208"/>
                <a:gd name="T8" fmla="*/ 191 w 212"/>
                <a:gd name="T9" fmla="*/ 41 h 208"/>
                <a:gd name="T10" fmla="*/ 147 w 212"/>
                <a:gd name="T11" fmla="*/ 8 h 208"/>
                <a:gd name="T12" fmla="*/ 106 w 212"/>
                <a:gd name="T13" fmla="*/ 0 h 208"/>
                <a:gd name="T14" fmla="*/ 106 w 212"/>
                <a:gd name="T15" fmla="*/ 0 h 208"/>
                <a:gd name="T16" fmla="*/ 42 w 212"/>
                <a:gd name="T17" fmla="*/ 20 h 208"/>
                <a:gd name="T18" fmla="*/ 0 w 212"/>
                <a:gd name="T19" fmla="*/ 104 h 208"/>
                <a:gd name="T20" fmla="*/ 21 w 212"/>
                <a:gd name="T21" fmla="*/ 166 h 208"/>
                <a:gd name="T22" fmla="*/ 106 w 212"/>
                <a:gd name="T23" fmla="*/ 208 h 208"/>
                <a:gd name="T24" fmla="*/ 106 w 212"/>
                <a:gd name="T25" fmla="*/ 208 h 208"/>
                <a:gd name="T26" fmla="*/ 169 w 212"/>
                <a:gd name="T27" fmla="*/ 187 h 208"/>
                <a:gd name="T28" fmla="*/ 212 w 212"/>
                <a:gd name="T29" fmla="*/ 104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47" y="8"/>
                  </a:moveTo>
                  <a:cubicBezTo>
                    <a:pt x="148" y="15"/>
                    <a:pt x="148" y="15"/>
                    <a:pt x="148" y="15"/>
                  </a:cubicBezTo>
                  <a:cubicBezTo>
                    <a:pt x="163" y="21"/>
                    <a:pt x="176" y="32"/>
                    <a:pt x="186" y="45"/>
                  </a:cubicBezTo>
                  <a:cubicBezTo>
                    <a:pt x="188" y="43"/>
                    <a:pt x="188" y="43"/>
                    <a:pt x="188" y="43"/>
                  </a:cubicBezTo>
                  <a:cubicBezTo>
                    <a:pt x="191" y="41"/>
                    <a:pt x="191" y="41"/>
                    <a:pt x="191" y="41"/>
                  </a:cubicBezTo>
                  <a:cubicBezTo>
                    <a:pt x="179" y="26"/>
                    <a:pt x="164" y="15"/>
                    <a:pt x="147" y="8"/>
                  </a:cubicBezTo>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4" name="Freeform 606">
              <a:extLst>
                <a:ext uri="{FF2B5EF4-FFF2-40B4-BE49-F238E27FC236}">
                  <a16:creationId xmlns:a16="http://schemas.microsoft.com/office/drawing/2014/main" id="{74669776-6EB6-4A09-A2CA-5F1781ACEA36}"/>
                </a:ext>
              </a:extLst>
            </p:cNvPr>
            <p:cNvSpPr>
              <a:spLocks noEditPoints="1"/>
            </p:cNvSpPr>
            <p:nvPr userDrawn="1"/>
          </p:nvSpPr>
          <p:spPr bwMode="auto">
            <a:xfrm>
              <a:off x="90563" y="2939124"/>
              <a:ext cx="62215" cy="60207"/>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0" name="Group 808">
              <a:extLst>
                <a:ext uri="{FF2B5EF4-FFF2-40B4-BE49-F238E27FC236}">
                  <a16:creationId xmlns:a16="http://schemas.microsoft.com/office/drawing/2014/main" id="{70C05799-F866-4A2C-82F0-FF39DCDDBA8A}"/>
                </a:ext>
              </a:extLst>
            </p:cNvPr>
            <p:cNvGrpSpPr>
              <a:grpSpLocks/>
            </p:cNvGrpSpPr>
            <p:nvPr userDrawn="1"/>
          </p:nvGrpSpPr>
          <p:grpSpPr bwMode="auto">
            <a:xfrm>
              <a:off x="-180370" y="1616568"/>
              <a:ext cx="6263576" cy="2338054"/>
              <a:chOff x="-4935" y="1009"/>
              <a:chExt cx="3121" cy="1165"/>
            </a:xfrm>
            <a:grpFill/>
          </p:grpSpPr>
          <p:sp>
            <p:nvSpPr>
              <p:cNvPr id="945" name="Freeform 608">
                <a:extLst>
                  <a:ext uri="{FF2B5EF4-FFF2-40B4-BE49-F238E27FC236}">
                    <a16:creationId xmlns:a16="http://schemas.microsoft.com/office/drawing/2014/main" id="{9FF482A4-7467-42AE-9C8D-71E10673BD01}"/>
                  </a:ext>
                </a:extLst>
              </p:cNvPr>
              <p:cNvSpPr>
                <a:spLocks noEditPoints="1"/>
              </p:cNvSpPr>
              <p:nvPr userDrawn="1"/>
            </p:nvSpPr>
            <p:spPr bwMode="auto">
              <a:xfrm>
                <a:off x="-4770" y="1692"/>
                <a:ext cx="24" cy="2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3 w 31"/>
                  <a:gd name="T15" fmla="*/ 9 h 30"/>
                  <a:gd name="T16" fmla="*/ 25 w 31"/>
                  <a:gd name="T17" fmla="*/ 15 h 30"/>
                  <a:gd name="T18" fmla="*/ 21 w 31"/>
                  <a:gd name="T19" fmla="*/ 22 h 30"/>
                  <a:gd name="T20" fmla="*/ 16 w 31"/>
                  <a:gd name="T21" fmla="*/ 24 h 30"/>
                  <a:gd name="T22" fmla="*/ 15 w 31"/>
                  <a:gd name="T23" fmla="*/ 0 h 30"/>
                  <a:gd name="T24" fmla="*/ 15 w 31"/>
                  <a:gd name="T25" fmla="*/ 0 h 30"/>
                  <a:gd name="T26" fmla="*/ 6 w 31"/>
                  <a:gd name="T27" fmla="*/ 3 h 30"/>
                  <a:gd name="T28" fmla="*/ 0 w 31"/>
                  <a:gd name="T29" fmla="*/ 15 h 30"/>
                  <a:gd name="T30" fmla="*/ 3 w 31"/>
                  <a:gd name="T31" fmla="*/ 24 h 30"/>
                  <a:gd name="T32" fmla="*/ 15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6" name="Freeform 609">
                <a:extLst>
                  <a:ext uri="{FF2B5EF4-FFF2-40B4-BE49-F238E27FC236}">
                    <a16:creationId xmlns:a16="http://schemas.microsoft.com/office/drawing/2014/main" id="{451133A9-1486-4DE1-8220-49C51903FC4D}"/>
                  </a:ext>
                </a:extLst>
              </p:cNvPr>
              <p:cNvSpPr>
                <a:spLocks/>
              </p:cNvSpPr>
              <p:nvPr userDrawn="1"/>
            </p:nvSpPr>
            <p:spPr bwMode="auto">
              <a:xfrm>
                <a:off x="-4740" y="1689"/>
                <a:ext cx="20" cy="19"/>
              </a:xfrm>
              <a:custGeom>
                <a:avLst/>
                <a:gdLst>
                  <a:gd name="T0" fmla="*/ 13 w 26"/>
                  <a:gd name="T1" fmla="*/ 0 h 25"/>
                  <a:gd name="T2" fmla="*/ 13 w 26"/>
                  <a:gd name="T3" fmla="*/ 0 h 25"/>
                  <a:gd name="T4" fmla="*/ 13 w 26"/>
                  <a:gd name="T5" fmla="*/ 0 h 25"/>
                  <a:gd name="T6" fmla="*/ 5 w 26"/>
                  <a:gd name="T7" fmla="*/ 2 h 25"/>
                  <a:gd name="T8" fmla="*/ 0 w 26"/>
                  <a:gd name="T9" fmla="*/ 12 h 25"/>
                  <a:gd name="T10" fmla="*/ 2 w 26"/>
                  <a:gd name="T11" fmla="*/ 20 h 25"/>
                  <a:gd name="T12" fmla="*/ 13 w 26"/>
                  <a:gd name="T13" fmla="*/ 25 h 25"/>
                  <a:gd name="T14" fmla="*/ 13 w 26"/>
                  <a:gd name="T15" fmla="*/ 25 h 25"/>
                  <a:gd name="T16" fmla="*/ 21 w 26"/>
                  <a:gd name="T17" fmla="*/ 23 h 25"/>
                  <a:gd name="T18" fmla="*/ 26 w 26"/>
                  <a:gd name="T19" fmla="*/ 12 h 25"/>
                  <a:gd name="T20" fmla="*/ 23 w 26"/>
                  <a:gd name="T21" fmla="*/ 5 h 25"/>
                  <a:gd name="T22" fmla="*/ 21 w 26"/>
                  <a:gd name="T23" fmla="*/ 6 h 25"/>
                  <a:gd name="T24" fmla="*/ 19 w 26"/>
                  <a:gd name="T25" fmla="*/ 8 h 25"/>
                  <a:gd name="T26" fmla="*/ 20 w 26"/>
                  <a:gd name="T27" fmla="*/ 12 h 25"/>
                  <a:gd name="T28" fmla="*/ 17 w 26"/>
                  <a:gd name="T29" fmla="*/ 18 h 25"/>
                  <a:gd name="T30" fmla="*/ 13 w 26"/>
                  <a:gd name="T31" fmla="*/ 19 h 25"/>
                  <a:gd name="T32" fmla="*/ 7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7" name="Freeform 610">
                <a:extLst>
                  <a:ext uri="{FF2B5EF4-FFF2-40B4-BE49-F238E27FC236}">
                    <a16:creationId xmlns:a16="http://schemas.microsoft.com/office/drawing/2014/main" id="{F8B9A89B-4344-47F7-934B-AAFFE3DA7A74}"/>
                  </a:ext>
                </a:extLst>
              </p:cNvPr>
              <p:cNvSpPr>
                <a:spLocks/>
              </p:cNvSpPr>
              <p:nvPr userDrawn="1"/>
            </p:nvSpPr>
            <p:spPr bwMode="auto">
              <a:xfrm>
                <a:off x="-4342" y="1386"/>
                <a:ext cx="82" cy="77"/>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8" name="Freeform 611">
                <a:extLst>
                  <a:ext uri="{FF2B5EF4-FFF2-40B4-BE49-F238E27FC236}">
                    <a16:creationId xmlns:a16="http://schemas.microsoft.com/office/drawing/2014/main" id="{1BA3DABF-001B-4D59-8B74-F40462BA6C82}"/>
                  </a:ext>
                </a:extLst>
              </p:cNvPr>
              <p:cNvSpPr>
                <a:spLocks noEditPoints="1"/>
              </p:cNvSpPr>
              <p:nvPr userDrawn="1"/>
            </p:nvSpPr>
            <p:spPr bwMode="auto">
              <a:xfrm>
                <a:off x="-4352" y="1387"/>
                <a:ext cx="17" cy="17"/>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9" name="Freeform 612">
                <a:extLst>
                  <a:ext uri="{FF2B5EF4-FFF2-40B4-BE49-F238E27FC236}">
                    <a16:creationId xmlns:a16="http://schemas.microsoft.com/office/drawing/2014/main" id="{0DFC4327-4705-402D-A766-2A8BB7F31415}"/>
                  </a:ext>
                </a:extLst>
              </p:cNvPr>
              <p:cNvSpPr>
                <a:spLocks/>
              </p:cNvSpPr>
              <p:nvPr userDrawn="1"/>
            </p:nvSpPr>
            <p:spPr bwMode="auto">
              <a:xfrm>
                <a:off x="-4364" y="1379"/>
                <a:ext cx="14" cy="14"/>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0" name="Freeform 613">
                <a:extLst>
                  <a:ext uri="{FF2B5EF4-FFF2-40B4-BE49-F238E27FC236}">
                    <a16:creationId xmlns:a16="http://schemas.microsoft.com/office/drawing/2014/main" id="{0C176C37-9CD5-45C8-801C-524B58996C42}"/>
                  </a:ext>
                </a:extLst>
              </p:cNvPr>
              <p:cNvSpPr>
                <a:spLocks noEditPoints="1"/>
              </p:cNvSpPr>
              <p:nvPr userDrawn="1"/>
            </p:nvSpPr>
            <p:spPr bwMode="auto">
              <a:xfrm>
                <a:off x="-4365" y="1367"/>
                <a:ext cx="12" cy="12"/>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8 w 16"/>
                  <a:gd name="T33" fmla="*/ 0 h 15"/>
                  <a:gd name="T34" fmla="*/ 3 w 16"/>
                  <a:gd name="T35" fmla="*/ 1 h 15"/>
                  <a:gd name="T36" fmla="*/ 0 w 16"/>
                  <a:gd name="T37" fmla="*/ 5 h 15"/>
                  <a:gd name="T38" fmla="*/ 0 w 16"/>
                  <a:gd name="T39" fmla="*/ 7 h 15"/>
                  <a:gd name="T40" fmla="*/ 5 w 16"/>
                  <a:gd name="T41" fmla="*/ 15 h 15"/>
                  <a:gd name="T42" fmla="*/ 8 w 16"/>
                  <a:gd name="T43" fmla="*/ 15 h 15"/>
                  <a:gd name="T44" fmla="*/ 8 w 16"/>
                  <a:gd name="T45" fmla="*/ 15 h 15"/>
                  <a:gd name="T46" fmla="*/ 13 w 16"/>
                  <a:gd name="T47" fmla="*/ 14 h 15"/>
                  <a:gd name="T48" fmla="*/ 15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8" y="0"/>
                      <a:pt x="8" y="0"/>
                      <a:pt x="8" y="0"/>
                    </a:cubicBez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1" name="Freeform 614">
                <a:extLst>
                  <a:ext uri="{FF2B5EF4-FFF2-40B4-BE49-F238E27FC236}">
                    <a16:creationId xmlns:a16="http://schemas.microsoft.com/office/drawing/2014/main" id="{47C20239-9BC9-4853-89EE-A177E5C59F1C}"/>
                  </a:ext>
                </a:extLst>
              </p:cNvPr>
              <p:cNvSpPr>
                <a:spLocks/>
              </p:cNvSpPr>
              <p:nvPr userDrawn="1"/>
            </p:nvSpPr>
            <p:spPr bwMode="auto">
              <a:xfrm>
                <a:off x="-4744" y="1074"/>
                <a:ext cx="59" cy="55"/>
              </a:xfrm>
              <a:custGeom>
                <a:avLst/>
                <a:gdLst>
                  <a:gd name="T0" fmla="*/ 38 w 79"/>
                  <a:gd name="T1" fmla="*/ 0 h 73"/>
                  <a:gd name="T2" fmla="*/ 16 w 79"/>
                  <a:gd name="T3" fmla="*/ 6 h 73"/>
                  <a:gd name="T4" fmla="*/ 10 w 79"/>
                  <a:gd name="T5" fmla="*/ 12 h 73"/>
                  <a:gd name="T6" fmla="*/ 9 w 79"/>
                  <a:gd name="T7" fmla="*/ 13 h 73"/>
                  <a:gd name="T8" fmla="*/ 6 w 79"/>
                  <a:gd name="T9" fmla="*/ 17 h 73"/>
                  <a:gd name="T10" fmla="*/ 6 w 79"/>
                  <a:gd name="T11" fmla="*/ 17 h 73"/>
                  <a:gd name="T12" fmla="*/ 3 w 79"/>
                  <a:gd name="T13" fmla="*/ 23 h 73"/>
                  <a:gd name="T14" fmla="*/ 0 w 79"/>
                  <a:gd name="T15" fmla="*/ 35 h 73"/>
                  <a:gd name="T16" fmla="*/ 27 w 79"/>
                  <a:gd name="T17" fmla="*/ 70 h 73"/>
                  <a:gd name="T18" fmla="*/ 41 w 79"/>
                  <a:gd name="T19" fmla="*/ 73 h 73"/>
                  <a:gd name="T20" fmla="*/ 63 w 79"/>
                  <a:gd name="T21" fmla="*/ 67 h 73"/>
                  <a:gd name="T22" fmla="*/ 76 w 79"/>
                  <a:gd name="T23" fmla="*/ 50 h 73"/>
                  <a:gd name="T24" fmla="*/ 79 w 79"/>
                  <a:gd name="T25" fmla="*/ 38 h 73"/>
                  <a:gd name="T26" fmla="*/ 52 w 79"/>
                  <a:gd name="T27" fmla="*/ 3 h 73"/>
                  <a:gd name="T28" fmla="*/ 51 w 79"/>
                  <a:gd name="T29" fmla="*/ 5 h 73"/>
                  <a:gd name="T30" fmla="*/ 50 w 79"/>
                  <a:gd name="T31" fmla="*/ 8 h 73"/>
                  <a:gd name="T32" fmla="*/ 73 w 79"/>
                  <a:gd name="T33" fmla="*/ 38 h 73"/>
                  <a:gd name="T34" fmla="*/ 71 w 79"/>
                  <a:gd name="T35" fmla="*/ 48 h 73"/>
                  <a:gd name="T36" fmla="*/ 59 w 79"/>
                  <a:gd name="T37" fmla="*/ 62 h 73"/>
                  <a:gd name="T38" fmla="*/ 41 w 79"/>
                  <a:gd name="T39" fmla="*/ 67 h 73"/>
                  <a:gd name="T40" fmla="*/ 29 w 79"/>
                  <a:gd name="T41" fmla="*/ 65 h 73"/>
                  <a:gd name="T42" fmla="*/ 6 w 79"/>
                  <a:gd name="T43" fmla="*/ 35 h 73"/>
                  <a:gd name="T44" fmla="*/ 8 w 79"/>
                  <a:gd name="T45" fmla="*/ 25 h 73"/>
                  <a:gd name="T46" fmla="*/ 20 w 79"/>
                  <a:gd name="T47" fmla="*/ 11 h 73"/>
                  <a:gd name="T48" fmla="*/ 38 w 79"/>
                  <a:gd name="T49" fmla="*/ 6 h 73"/>
                  <a:gd name="T50" fmla="*/ 50 w 79"/>
                  <a:gd name="T51" fmla="*/ 8 h 73"/>
                  <a:gd name="T52" fmla="*/ 51 w 79"/>
                  <a:gd name="T53" fmla="*/ 5 h 73"/>
                  <a:gd name="T54" fmla="*/ 52 w 79"/>
                  <a:gd name="T55" fmla="*/ 3 h 73"/>
                  <a:gd name="T56" fmla="*/ 38 w 79"/>
                  <a:gd name="T5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3">
                    <a:moveTo>
                      <a:pt x="38" y="0"/>
                    </a:move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3"/>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4"/>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2" name="Freeform 615">
                <a:extLst>
                  <a:ext uri="{FF2B5EF4-FFF2-40B4-BE49-F238E27FC236}">
                    <a16:creationId xmlns:a16="http://schemas.microsoft.com/office/drawing/2014/main" id="{A982BD3F-33DC-4F67-8701-AC6D9BB33BC0}"/>
                  </a:ext>
                </a:extLst>
              </p:cNvPr>
              <p:cNvSpPr>
                <a:spLocks/>
              </p:cNvSpPr>
              <p:nvPr userDrawn="1"/>
            </p:nvSpPr>
            <p:spPr bwMode="auto">
              <a:xfrm>
                <a:off x="-4751" y="1075"/>
                <a:ext cx="14" cy="12"/>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5 w 19"/>
                  <a:gd name="T19" fmla="*/ 16 h 17"/>
                  <a:gd name="T20" fmla="*/ 19 w 19"/>
                  <a:gd name="T21" fmla="*/ 11 h 17"/>
                  <a:gd name="T22" fmla="*/ 19 w 19"/>
                  <a:gd name="T23" fmla="*/ 9 h 17"/>
                  <a:gd name="T24" fmla="*/ 13 w 19"/>
                  <a:gd name="T25" fmla="*/ 0 h 17"/>
                  <a:gd name="T26" fmla="*/ 12 w 19"/>
                  <a:gd name="T27" fmla="*/ 3 h 17"/>
                  <a:gd name="T28" fmla="*/ 11 w 19"/>
                  <a:gd name="T29" fmla="*/ 6 h 17"/>
                  <a:gd name="T30" fmla="*/ 13 w 19"/>
                  <a:gd name="T31" fmla="*/ 9 h 17"/>
                  <a:gd name="T32" fmla="*/ 13 w 19"/>
                  <a:gd name="T33" fmla="*/ 10 h 17"/>
                  <a:gd name="T34" fmla="*/ 12 w 19"/>
                  <a:gd name="T35" fmla="*/ 11 h 17"/>
                  <a:gd name="T36" fmla="*/ 10 w 19"/>
                  <a:gd name="T37" fmla="*/ 11 h 17"/>
                  <a:gd name="T38" fmla="*/ 10 w 19"/>
                  <a:gd name="T39" fmla="*/ 11 h 17"/>
                  <a:gd name="T40" fmla="*/ 9 w 19"/>
                  <a:gd name="T41" fmla="*/ 11 h 17"/>
                  <a:gd name="T42" fmla="*/ 6 w 19"/>
                  <a:gd name="T43" fmla="*/ 8 h 17"/>
                  <a:gd name="T44" fmla="*/ 7 w 19"/>
                  <a:gd name="T45" fmla="*/ 7 h 17"/>
                  <a:gd name="T46" fmla="*/ 8 w 19"/>
                  <a:gd name="T47" fmla="*/ 6 h 17"/>
                  <a:gd name="T48" fmla="*/ 9 w 19"/>
                  <a:gd name="T49" fmla="*/ 6 h 17"/>
                  <a:gd name="T50" fmla="*/ 9 w 19"/>
                  <a:gd name="T51" fmla="*/ 6 h 17"/>
                  <a:gd name="T52" fmla="*/ 11 w 19"/>
                  <a:gd name="T53" fmla="*/ 6 h 17"/>
                  <a:gd name="T54" fmla="*/ 12 w 19"/>
                  <a:gd name="T55" fmla="*/ 3 h 17"/>
                  <a:gd name="T56" fmla="*/ 13 w 19"/>
                  <a:gd name="T57" fmla="*/ 0 h 17"/>
                  <a:gd name="T58" fmla="*/ 9 w 19"/>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2" y="17"/>
                      <a:pt x="13" y="17"/>
                      <a:pt x="15" y="16"/>
                    </a:cubicBezTo>
                    <a:cubicBezTo>
                      <a:pt x="16" y="14"/>
                      <a:pt x="17" y="12"/>
                      <a:pt x="19" y="11"/>
                    </a:cubicBezTo>
                    <a:cubicBezTo>
                      <a:pt x="19" y="10"/>
                      <a:pt x="19" y="9"/>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0"/>
                      <a:pt x="6" y="9"/>
                      <a:pt x="6" y="8"/>
                    </a:cubicBezTo>
                    <a:cubicBezTo>
                      <a:pt x="7" y="7"/>
                      <a:pt x="7" y="7"/>
                      <a:pt x="7" y="7"/>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3" name="Freeform 616">
                <a:extLst>
                  <a:ext uri="{FF2B5EF4-FFF2-40B4-BE49-F238E27FC236}">
                    <a16:creationId xmlns:a16="http://schemas.microsoft.com/office/drawing/2014/main" id="{459F8097-1B7C-4925-92E0-9CE03F38CA97}"/>
                  </a:ext>
                </a:extLst>
              </p:cNvPr>
              <p:cNvSpPr>
                <a:spLocks/>
              </p:cNvSpPr>
              <p:nvPr userDrawn="1"/>
            </p:nvSpPr>
            <p:spPr bwMode="auto">
              <a:xfrm>
                <a:off x="-4740" y="1083"/>
                <a:ext cx="3" cy="4"/>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4" name="Freeform 617">
                <a:extLst>
                  <a:ext uri="{FF2B5EF4-FFF2-40B4-BE49-F238E27FC236}">
                    <a16:creationId xmlns:a16="http://schemas.microsoft.com/office/drawing/2014/main" id="{72C32431-2E61-49BC-9214-8E6647920AA4}"/>
                  </a:ext>
                </a:extLst>
              </p:cNvPr>
              <p:cNvSpPr>
                <a:spLocks/>
              </p:cNvSpPr>
              <p:nvPr userDrawn="1"/>
            </p:nvSpPr>
            <p:spPr bwMode="auto">
              <a:xfrm>
                <a:off x="-4758" y="1069"/>
                <a:ext cx="10" cy="11"/>
              </a:xfrm>
              <a:custGeom>
                <a:avLst/>
                <a:gdLst>
                  <a:gd name="T0" fmla="*/ 8 w 14"/>
                  <a:gd name="T1" fmla="*/ 0 h 14"/>
                  <a:gd name="T2" fmla="*/ 5 w 14"/>
                  <a:gd name="T3" fmla="*/ 1 h 14"/>
                  <a:gd name="T4" fmla="*/ 5 w 14"/>
                  <a:gd name="T5" fmla="*/ 1 h 14"/>
                  <a:gd name="T6" fmla="*/ 3 w 14"/>
                  <a:gd name="T7" fmla="*/ 1 h 14"/>
                  <a:gd name="T8" fmla="*/ 3 w 14"/>
                  <a:gd name="T9" fmla="*/ 1 h 14"/>
                  <a:gd name="T10" fmla="*/ 0 w 14"/>
                  <a:gd name="T11" fmla="*/ 4 h 14"/>
                  <a:gd name="T12" fmla="*/ 0 w 14"/>
                  <a:gd name="T13" fmla="*/ 7 h 14"/>
                  <a:gd name="T14" fmla="*/ 5 w 14"/>
                  <a:gd name="T15" fmla="*/ 13 h 14"/>
                  <a:gd name="T16" fmla="*/ 5 w 14"/>
                  <a:gd name="T17" fmla="*/ 13 h 14"/>
                  <a:gd name="T18" fmla="*/ 7 w 14"/>
                  <a:gd name="T19" fmla="*/ 14 h 14"/>
                  <a:gd name="T20" fmla="*/ 11 w 14"/>
                  <a:gd name="T21" fmla="*/ 13 h 14"/>
                  <a:gd name="T22" fmla="*/ 11 w 14"/>
                  <a:gd name="T23" fmla="*/ 12 h 14"/>
                  <a:gd name="T24" fmla="*/ 14 w 14"/>
                  <a:gd name="T25" fmla="*/ 8 h 14"/>
                  <a:gd name="T26" fmla="*/ 14 w 14"/>
                  <a:gd name="T27" fmla="*/ 7 h 14"/>
                  <a:gd name="T28" fmla="*/ 9 w 14"/>
                  <a:gd name="T29" fmla="*/ 0 h 14"/>
                  <a:gd name="T30" fmla="*/ 8 w 14"/>
                  <a:gd name="T31" fmla="*/ 3 h 14"/>
                  <a:gd name="T32" fmla="*/ 7 w 14"/>
                  <a:gd name="T33" fmla="*/ 6 h 14"/>
                  <a:gd name="T34" fmla="*/ 8 w 14"/>
                  <a:gd name="T35" fmla="*/ 7 h 14"/>
                  <a:gd name="T36" fmla="*/ 8 w 14"/>
                  <a:gd name="T37" fmla="*/ 7 h 14"/>
                  <a:gd name="T38" fmla="*/ 8 w 14"/>
                  <a:gd name="T39" fmla="*/ 8 h 14"/>
                  <a:gd name="T40" fmla="*/ 7 w 14"/>
                  <a:gd name="T41" fmla="*/ 8 h 14"/>
                  <a:gd name="T42" fmla="*/ 7 w 14"/>
                  <a:gd name="T43" fmla="*/ 8 h 14"/>
                  <a:gd name="T44" fmla="*/ 7 w 14"/>
                  <a:gd name="T45" fmla="*/ 8 h 14"/>
                  <a:gd name="T46" fmla="*/ 6 w 14"/>
                  <a:gd name="T47" fmla="*/ 7 h 14"/>
                  <a:gd name="T48" fmla="*/ 6 w 14"/>
                  <a:gd name="T49" fmla="*/ 6 h 14"/>
                  <a:gd name="T50" fmla="*/ 6 w 14"/>
                  <a:gd name="T51" fmla="*/ 6 h 14"/>
                  <a:gd name="T52" fmla="*/ 7 w 14"/>
                  <a:gd name="T53" fmla="*/ 6 h 14"/>
                  <a:gd name="T54" fmla="*/ 7 w 14"/>
                  <a:gd name="T55" fmla="*/ 6 h 14"/>
                  <a:gd name="T56" fmla="*/ 8 w 14"/>
                  <a:gd name="T57" fmla="*/ 3 h 14"/>
                  <a:gd name="T58" fmla="*/ 9 w 14"/>
                  <a:gd name="T59" fmla="*/ 0 h 14"/>
                  <a:gd name="T60" fmla="*/ 8 w 14"/>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4">
                    <a:moveTo>
                      <a:pt x="8" y="0"/>
                    </a:moveTo>
                    <a:cubicBezTo>
                      <a:pt x="7" y="1"/>
                      <a:pt x="6" y="1"/>
                      <a:pt x="5" y="1"/>
                    </a:cubicBezTo>
                    <a:cubicBezTo>
                      <a:pt x="5" y="1"/>
                      <a:pt x="5"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3"/>
                      <a:pt x="5" y="13"/>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5" name="Freeform 618">
                <a:extLst>
                  <a:ext uri="{FF2B5EF4-FFF2-40B4-BE49-F238E27FC236}">
                    <a16:creationId xmlns:a16="http://schemas.microsoft.com/office/drawing/2014/main" id="{8256174E-4CE1-4936-BDAC-80265ACE208B}"/>
                  </a:ext>
                </a:extLst>
              </p:cNvPr>
              <p:cNvSpPr>
                <a:spLocks/>
              </p:cNvSpPr>
              <p:nvPr userDrawn="1"/>
            </p:nvSpPr>
            <p:spPr bwMode="auto">
              <a:xfrm>
                <a:off x="-4750" y="1075"/>
                <a:ext cx="2" cy="4"/>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6" name="Freeform 619">
                <a:extLst>
                  <a:ext uri="{FF2B5EF4-FFF2-40B4-BE49-F238E27FC236}">
                    <a16:creationId xmlns:a16="http://schemas.microsoft.com/office/drawing/2014/main" id="{67093A3E-F5BF-49E7-990B-B7283F9E76E7}"/>
                  </a:ext>
                </a:extLst>
              </p:cNvPr>
              <p:cNvSpPr>
                <a:spLocks noEditPoints="1"/>
              </p:cNvSpPr>
              <p:nvPr userDrawn="1"/>
            </p:nvSpPr>
            <p:spPr bwMode="auto">
              <a:xfrm>
                <a:off x="-4760" y="1060"/>
                <a:ext cx="10" cy="10"/>
              </a:xfrm>
              <a:custGeom>
                <a:avLst/>
                <a:gdLst>
                  <a:gd name="T0" fmla="*/ 6 w 13"/>
                  <a:gd name="T1" fmla="*/ 6 h 13"/>
                  <a:gd name="T2" fmla="*/ 6 w 13"/>
                  <a:gd name="T3" fmla="*/ 6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6 h 13"/>
                  <a:gd name="T20" fmla="*/ 7 w 13"/>
                  <a:gd name="T21" fmla="*/ 0 h 13"/>
                  <a:gd name="T22" fmla="*/ 3 w 13"/>
                  <a:gd name="T23" fmla="*/ 1 h 13"/>
                  <a:gd name="T24" fmla="*/ 1 w 13"/>
                  <a:gd name="T25" fmla="*/ 4 h 13"/>
                  <a:gd name="T26" fmla="*/ 0 w 13"/>
                  <a:gd name="T27" fmla="*/ 6 h 13"/>
                  <a:gd name="T28" fmla="*/ 5 w 13"/>
                  <a:gd name="T29" fmla="*/ 12 h 13"/>
                  <a:gd name="T30" fmla="*/ 5 w 13"/>
                  <a:gd name="T31" fmla="*/ 13 h 13"/>
                  <a:gd name="T32" fmla="*/ 9 w 13"/>
                  <a:gd name="T33" fmla="*/ 12 h 13"/>
                  <a:gd name="T34" fmla="*/ 10 w 13"/>
                  <a:gd name="T35" fmla="*/ 12 h 13"/>
                  <a:gd name="T36" fmla="*/ 10 w 13"/>
                  <a:gd name="T37" fmla="*/ 12 h 13"/>
                  <a:gd name="T38" fmla="*/ 13 w 13"/>
                  <a:gd name="T39" fmla="*/ 9 h 13"/>
                  <a:gd name="T40" fmla="*/ 13 w 13"/>
                  <a:gd name="T41" fmla="*/ 7 h 13"/>
                  <a:gd name="T42" fmla="*/ 9 w 13"/>
                  <a:gd name="T43" fmla="*/ 1 h 13"/>
                  <a:gd name="T44" fmla="*/ 8 w 13"/>
                  <a:gd name="T45" fmla="*/ 4 h 13"/>
                  <a:gd name="T46" fmla="*/ 9 w 13"/>
                  <a:gd name="T47" fmla="*/ 1 h 13"/>
                  <a:gd name="T48" fmla="*/ 7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6"/>
                    </a:move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6"/>
                      <a:pt x="6" y="6"/>
                      <a:pt x="6" y="6"/>
                    </a:cubicBezTo>
                    <a:moveTo>
                      <a:pt x="7" y="0"/>
                    </a:moveTo>
                    <a:cubicBezTo>
                      <a:pt x="5" y="0"/>
                      <a:pt x="4" y="1"/>
                      <a:pt x="3" y="1"/>
                    </a:cubicBezTo>
                    <a:cubicBezTo>
                      <a:pt x="2" y="2"/>
                      <a:pt x="1" y="3"/>
                      <a:pt x="1" y="4"/>
                    </a:cubicBezTo>
                    <a:cubicBezTo>
                      <a:pt x="0" y="5"/>
                      <a:pt x="0" y="6"/>
                      <a:pt x="0" y="6"/>
                    </a:cubicBezTo>
                    <a:cubicBezTo>
                      <a:pt x="0" y="9"/>
                      <a:pt x="2" y="12"/>
                      <a:pt x="5" y="12"/>
                    </a:cubicBezTo>
                    <a:cubicBezTo>
                      <a:pt x="5" y="13"/>
                      <a:pt x="5" y="13"/>
                      <a:pt x="5" y="13"/>
                    </a:cubicBezTo>
                    <a:cubicBezTo>
                      <a:pt x="6" y="12"/>
                      <a:pt x="8" y="12"/>
                      <a:pt x="9" y="12"/>
                    </a:cubicBezTo>
                    <a:cubicBezTo>
                      <a:pt x="9" y="12"/>
                      <a:pt x="10" y="12"/>
                      <a:pt x="10" y="12"/>
                    </a:cubicBezTo>
                    <a:cubicBezTo>
                      <a:pt x="10" y="12"/>
                      <a:pt x="10" y="12"/>
                      <a:pt x="10" y="12"/>
                    </a:cubicBezTo>
                    <a:cubicBezTo>
                      <a:pt x="11" y="11"/>
                      <a:pt x="12" y="10"/>
                      <a:pt x="13" y="9"/>
                    </a:cubicBezTo>
                    <a:cubicBezTo>
                      <a:pt x="13" y="8"/>
                      <a:pt x="13" y="7"/>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7" name="Freeform 620">
                <a:extLst>
                  <a:ext uri="{FF2B5EF4-FFF2-40B4-BE49-F238E27FC236}">
                    <a16:creationId xmlns:a16="http://schemas.microsoft.com/office/drawing/2014/main" id="{1A343533-970E-4AF0-A5B0-4D6934345D8F}"/>
                  </a:ext>
                </a:extLst>
              </p:cNvPr>
              <p:cNvSpPr>
                <a:spLocks/>
              </p:cNvSpPr>
              <p:nvPr userDrawn="1"/>
            </p:nvSpPr>
            <p:spPr bwMode="auto">
              <a:xfrm>
                <a:off x="-4756" y="1069"/>
                <a:ext cx="4" cy="1"/>
              </a:xfrm>
              <a:custGeom>
                <a:avLst/>
                <a:gdLst>
                  <a:gd name="T0" fmla="*/ 4 w 5"/>
                  <a:gd name="T1" fmla="*/ 0 h 1"/>
                  <a:gd name="T2" fmla="*/ 0 w 5"/>
                  <a:gd name="T3" fmla="*/ 1 h 1"/>
                  <a:gd name="T4" fmla="*/ 2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3" y="0"/>
                      <a:pt x="1" y="0"/>
                      <a:pt x="0" y="1"/>
                    </a:cubicBezTo>
                    <a:cubicBezTo>
                      <a:pt x="1" y="1"/>
                      <a:pt x="1" y="1"/>
                      <a:pt x="2" y="1"/>
                    </a:cubicBezTo>
                    <a:cubicBezTo>
                      <a:pt x="2" y="1"/>
                      <a:pt x="2"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8" name="Freeform 621">
                <a:extLst>
                  <a:ext uri="{FF2B5EF4-FFF2-40B4-BE49-F238E27FC236}">
                    <a16:creationId xmlns:a16="http://schemas.microsoft.com/office/drawing/2014/main" id="{29895068-B994-4CC4-9302-4573B47A6354}"/>
                  </a:ext>
                </a:extLst>
              </p:cNvPr>
              <p:cNvSpPr>
                <a:spLocks noEditPoints="1"/>
              </p:cNvSpPr>
              <p:nvPr userDrawn="1"/>
            </p:nvSpPr>
            <p:spPr bwMode="auto">
              <a:xfrm>
                <a:off x="-4392" y="1258"/>
                <a:ext cx="76" cy="74"/>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51 w 101"/>
                  <a:gd name="T23" fmla="*/ 0 h 99"/>
                  <a:gd name="T24" fmla="*/ 6 w 101"/>
                  <a:gd name="T25" fmla="*/ 28 h 99"/>
                  <a:gd name="T26" fmla="*/ 6 w 101"/>
                  <a:gd name="T27" fmla="*/ 28 h 99"/>
                  <a:gd name="T28" fmla="*/ 0 w 101"/>
                  <a:gd name="T29" fmla="*/ 50 h 99"/>
                  <a:gd name="T30" fmla="*/ 28 w 101"/>
                  <a:gd name="T31" fmla="*/ 94 h 99"/>
                  <a:gd name="T32" fmla="*/ 51 w 101"/>
                  <a:gd name="T33" fmla="*/ 99 h 99"/>
                  <a:gd name="T34" fmla="*/ 51 w 101"/>
                  <a:gd name="T35" fmla="*/ 99 h 99"/>
                  <a:gd name="T36" fmla="*/ 96 w 101"/>
                  <a:gd name="T37" fmla="*/ 72 h 99"/>
                  <a:gd name="T38" fmla="*/ 101 w 101"/>
                  <a:gd name="T39" fmla="*/ 50 h 99"/>
                  <a:gd name="T40" fmla="*/ 74 w 101"/>
                  <a:gd name="T41" fmla="*/ 6 h 99"/>
                  <a:gd name="T42" fmla="*/ 75 w 101"/>
                  <a:gd name="T43" fmla="*/ 13 h 99"/>
                  <a:gd name="T44" fmla="*/ 71 w 101"/>
                  <a:gd name="T45" fmla="*/ 5 h 99"/>
                  <a:gd name="T46" fmla="*/ 51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1" y="31"/>
                    </a:moveTo>
                    <a:cubicBezTo>
                      <a:pt x="19" y="15"/>
                      <a:pt x="34" y="7"/>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51" y="0"/>
                      <a:pt x="51" y="0"/>
                      <a:pt x="51" y="0"/>
                    </a:cubicBez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51" y="99"/>
                      <a:pt x="51"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9" name="Freeform 622">
                <a:extLst>
                  <a:ext uri="{FF2B5EF4-FFF2-40B4-BE49-F238E27FC236}">
                    <a16:creationId xmlns:a16="http://schemas.microsoft.com/office/drawing/2014/main" id="{9D7BA792-72F7-45C3-8707-A5678F966CAE}"/>
                  </a:ext>
                </a:extLst>
              </p:cNvPr>
              <p:cNvSpPr>
                <a:spLocks noEditPoints="1"/>
              </p:cNvSpPr>
              <p:nvPr userDrawn="1"/>
            </p:nvSpPr>
            <p:spPr bwMode="auto">
              <a:xfrm>
                <a:off x="-4394" y="1321"/>
                <a:ext cx="17" cy="16"/>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0" name="Freeform 623">
                <a:extLst>
                  <a:ext uri="{FF2B5EF4-FFF2-40B4-BE49-F238E27FC236}">
                    <a16:creationId xmlns:a16="http://schemas.microsoft.com/office/drawing/2014/main" id="{DACB6448-7240-4151-8E3C-5D0293B68E3A}"/>
                  </a:ext>
                </a:extLst>
              </p:cNvPr>
              <p:cNvSpPr>
                <a:spLocks noEditPoints="1"/>
              </p:cNvSpPr>
              <p:nvPr userDrawn="1"/>
            </p:nvSpPr>
            <p:spPr bwMode="auto">
              <a:xfrm>
                <a:off x="-4402" y="1334"/>
                <a:ext cx="13" cy="12"/>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1" name="Freeform 624">
                <a:extLst>
                  <a:ext uri="{FF2B5EF4-FFF2-40B4-BE49-F238E27FC236}">
                    <a16:creationId xmlns:a16="http://schemas.microsoft.com/office/drawing/2014/main" id="{34DB6E9A-FF38-4A07-A119-17BDC05158AF}"/>
                  </a:ext>
                </a:extLst>
              </p:cNvPr>
              <p:cNvSpPr>
                <a:spLocks noEditPoints="1"/>
              </p:cNvSpPr>
              <p:nvPr userDrawn="1"/>
            </p:nvSpPr>
            <p:spPr bwMode="auto">
              <a:xfrm>
                <a:off x="-4414" y="1335"/>
                <a:ext cx="11" cy="11"/>
              </a:xfrm>
              <a:custGeom>
                <a:avLst/>
                <a:gdLst>
                  <a:gd name="T0" fmla="*/ 7 w 15"/>
                  <a:gd name="T1" fmla="*/ 9 h 15"/>
                  <a:gd name="T2" fmla="*/ 6 w 15"/>
                  <a:gd name="T3" fmla="*/ 7 h 15"/>
                  <a:gd name="T4" fmla="*/ 6 w 15"/>
                  <a:gd name="T5" fmla="*/ 7 h 15"/>
                  <a:gd name="T6" fmla="*/ 3 w 15"/>
                  <a:gd name="T7" fmla="*/ 5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4 w 15"/>
                  <a:gd name="T33" fmla="*/ 14 h 15"/>
                  <a:gd name="T34" fmla="*/ 7 w 15"/>
                  <a:gd name="T35" fmla="*/ 15 h 15"/>
                  <a:gd name="T36" fmla="*/ 7 w 15"/>
                  <a:gd name="T37" fmla="*/ 15 h 15"/>
                  <a:gd name="T38" fmla="*/ 14 w 15"/>
                  <a:gd name="T39" fmla="*/ 11 h 15"/>
                  <a:gd name="T40" fmla="*/ 15 w 15"/>
                  <a:gd name="T41" fmla="*/ 7 h 15"/>
                  <a:gd name="T42" fmla="*/ 11 w 15"/>
                  <a:gd name="T43" fmla="*/ 0 h 15"/>
                  <a:gd name="T44" fmla="*/ 7 w 15"/>
                  <a:gd name="T45" fmla="*/ 0 h 15"/>
                  <a:gd name="T46" fmla="*/ 7 w 15"/>
                  <a:gd name="T47" fmla="*/ 0 h 15"/>
                  <a:gd name="T48" fmla="*/ 7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7" y="9"/>
                    </a:move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2" name="Freeform 625">
                <a:extLst>
                  <a:ext uri="{FF2B5EF4-FFF2-40B4-BE49-F238E27FC236}">
                    <a16:creationId xmlns:a16="http://schemas.microsoft.com/office/drawing/2014/main" id="{3EED0DE0-F7FD-4A8A-A413-88AC2B4D00E8}"/>
                  </a:ext>
                </a:extLst>
              </p:cNvPr>
              <p:cNvSpPr>
                <a:spLocks noEditPoints="1"/>
              </p:cNvSpPr>
              <p:nvPr userDrawn="1"/>
            </p:nvSpPr>
            <p:spPr bwMode="auto">
              <a:xfrm>
                <a:off x="-4148" y="1940"/>
                <a:ext cx="76" cy="74"/>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2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8 h 99"/>
                  <a:gd name="T34" fmla="*/ 96 w 101"/>
                  <a:gd name="T35" fmla="*/ 71 h 99"/>
                  <a:gd name="T36" fmla="*/ 101 w 101"/>
                  <a:gd name="T37" fmla="*/ 49 h 99"/>
                  <a:gd name="T38" fmla="*/ 73 w 101"/>
                  <a:gd name="T39" fmla="*/ 5 h 99"/>
                  <a:gd name="T40" fmla="*/ 51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9"/>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3" name="Freeform 626">
                <a:extLst>
                  <a:ext uri="{FF2B5EF4-FFF2-40B4-BE49-F238E27FC236}">
                    <a16:creationId xmlns:a16="http://schemas.microsoft.com/office/drawing/2014/main" id="{22FEAF18-7EA7-4122-94C8-144F6ED210F9}"/>
                  </a:ext>
                </a:extLst>
              </p:cNvPr>
              <p:cNvSpPr>
                <a:spLocks noEditPoints="1"/>
              </p:cNvSpPr>
              <p:nvPr userDrawn="1"/>
            </p:nvSpPr>
            <p:spPr bwMode="auto">
              <a:xfrm>
                <a:off x="-4150" y="2002"/>
                <a:ext cx="17" cy="17"/>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4" name="Freeform 627">
                <a:extLst>
                  <a:ext uri="{FF2B5EF4-FFF2-40B4-BE49-F238E27FC236}">
                    <a16:creationId xmlns:a16="http://schemas.microsoft.com/office/drawing/2014/main" id="{8CAA756F-C913-4D2E-B3CB-479D39B1FD3A}"/>
                  </a:ext>
                </a:extLst>
              </p:cNvPr>
              <p:cNvSpPr>
                <a:spLocks noEditPoints="1"/>
              </p:cNvSpPr>
              <p:nvPr userDrawn="1"/>
            </p:nvSpPr>
            <p:spPr bwMode="auto">
              <a:xfrm>
                <a:off x="-4158" y="2015"/>
                <a:ext cx="13" cy="13"/>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5" name="Freeform 628">
                <a:extLst>
                  <a:ext uri="{FF2B5EF4-FFF2-40B4-BE49-F238E27FC236}">
                    <a16:creationId xmlns:a16="http://schemas.microsoft.com/office/drawing/2014/main" id="{44089D8F-27D1-454E-93B7-97C9F11E64A8}"/>
                  </a:ext>
                </a:extLst>
              </p:cNvPr>
              <p:cNvSpPr>
                <a:spLocks noEditPoints="1"/>
              </p:cNvSpPr>
              <p:nvPr userDrawn="1"/>
            </p:nvSpPr>
            <p:spPr bwMode="auto">
              <a:xfrm>
                <a:off x="-4170" y="2017"/>
                <a:ext cx="11" cy="11"/>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6" name="Freeform 629">
                <a:extLst>
                  <a:ext uri="{FF2B5EF4-FFF2-40B4-BE49-F238E27FC236}">
                    <a16:creationId xmlns:a16="http://schemas.microsoft.com/office/drawing/2014/main" id="{2774A769-7484-4195-84F8-9ECFF2DFF3F6}"/>
                  </a:ext>
                </a:extLst>
              </p:cNvPr>
              <p:cNvSpPr>
                <a:spLocks noEditPoints="1"/>
              </p:cNvSpPr>
              <p:nvPr userDrawn="1"/>
            </p:nvSpPr>
            <p:spPr bwMode="auto">
              <a:xfrm>
                <a:off x="-4438" y="2024"/>
                <a:ext cx="76" cy="74"/>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7" name="Freeform 630">
                <a:extLst>
                  <a:ext uri="{FF2B5EF4-FFF2-40B4-BE49-F238E27FC236}">
                    <a16:creationId xmlns:a16="http://schemas.microsoft.com/office/drawing/2014/main" id="{BC8D1B87-7301-434D-B58C-69820A26C1D5}"/>
                  </a:ext>
                </a:extLst>
              </p:cNvPr>
              <p:cNvSpPr>
                <a:spLocks noEditPoints="1"/>
              </p:cNvSpPr>
              <p:nvPr userDrawn="1"/>
            </p:nvSpPr>
            <p:spPr bwMode="auto">
              <a:xfrm>
                <a:off x="-4440" y="2086"/>
                <a:ext cx="16" cy="17"/>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4" y="8"/>
                      <a:pt x="4" y="8"/>
                      <a:pt x="4" y="8"/>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8" name="Freeform 631">
                <a:extLst>
                  <a:ext uri="{FF2B5EF4-FFF2-40B4-BE49-F238E27FC236}">
                    <a16:creationId xmlns:a16="http://schemas.microsoft.com/office/drawing/2014/main" id="{D54BC091-8D40-412C-892B-4A719BEE9050}"/>
                  </a:ext>
                </a:extLst>
              </p:cNvPr>
              <p:cNvSpPr>
                <a:spLocks noEditPoints="1"/>
              </p:cNvSpPr>
              <p:nvPr userDrawn="1"/>
            </p:nvSpPr>
            <p:spPr bwMode="auto">
              <a:xfrm>
                <a:off x="-4449" y="2099"/>
                <a:ext cx="13" cy="13"/>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17 w 18"/>
                  <a:gd name="T35" fmla="*/ 13 h 17"/>
                  <a:gd name="T36" fmla="*/ 18 w 18"/>
                  <a:gd name="T37" fmla="*/ 9 h 17"/>
                  <a:gd name="T38" fmla="*/ 13 w 18"/>
                  <a:gd name="T39" fmla="*/ 1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9" name="Freeform 632">
                <a:extLst>
                  <a:ext uri="{FF2B5EF4-FFF2-40B4-BE49-F238E27FC236}">
                    <a16:creationId xmlns:a16="http://schemas.microsoft.com/office/drawing/2014/main" id="{3397B799-6D73-44A5-9F82-2CEBAB896A6A}"/>
                  </a:ext>
                </a:extLst>
              </p:cNvPr>
              <p:cNvSpPr>
                <a:spLocks noEditPoints="1"/>
              </p:cNvSpPr>
              <p:nvPr userDrawn="1"/>
            </p:nvSpPr>
            <p:spPr bwMode="auto">
              <a:xfrm>
                <a:off x="-4461" y="2101"/>
                <a:ext cx="11" cy="11"/>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0" name="Freeform 633">
                <a:extLst>
                  <a:ext uri="{FF2B5EF4-FFF2-40B4-BE49-F238E27FC236}">
                    <a16:creationId xmlns:a16="http://schemas.microsoft.com/office/drawing/2014/main" id="{7DE6261D-537A-4BD3-B867-C43F484E0C07}"/>
                  </a:ext>
                </a:extLst>
              </p:cNvPr>
              <p:cNvSpPr>
                <a:spLocks noEditPoints="1"/>
              </p:cNvSpPr>
              <p:nvPr userDrawn="1"/>
            </p:nvSpPr>
            <p:spPr bwMode="auto">
              <a:xfrm>
                <a:off x="-3919" y="1814"/>
                <a:ext cx="72" cy="7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1" name="Freeform 634">
                <a:extLst>
                  <a:ext uri="{FF2B5EF4-FFF2-40B4-BE49-F238E27FC236}">
                    <a16:creationId xmlns:a16="http://schemas.microsoft.com/office/drawing/2014/main" id="{33440052-8D86-40D5-9755-0F889093B76B}"/>
                  </a:ext>
                </a:extLst>
              </p:cNvPr>
              <p:cNvSpPr>
                <a:spLocks noEditPoints="1"/>
              </p:cNvSpPr>
              <p:nvPr userDrawn="1"/>
            </p:nvSpPr>
            <p:spPr bwMode="auto">
              <a:xfrm>
                <a:off x="-3927" y="1868"/>
                <a:ext cx="17" cy="16"/>
              </a:xfrm>
              <a:custGeom>
                <a:avLst/>
                <a:gdLst>
                  <a:gd name="T0" fmla="*/ 11 w 22"/>
                  <a:gd name="T1" fmla="*/ 15 h 21"/>
                  <a:gd name="T2" fmla="*/ 8 w 22"/>
                  <a:gd name="T3" fmla="*/ 14 h 21"/>
                  <a:gd name="T4" fmla="*/ 6 w 22"/>
                  <a:gd name="T5" fmla="*/ 10 h 21"/>
                  <a:gd name="T6" fmla="*/ 7 w 22"/>
                  <a:gd name="T7" fmla="*/ 7 h 21"/>
                  <a:gd name="T8" fmla="*/ 5 w 22"/>
                  <a:gd name="T9" fmla="*/ 5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5"/>
                      <a:pt x="5" y="5"/>
                      <a:pt x="5" y="5"/>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2" name="Freeform 635">
                <a:extLst>
                  <a:ext uri="{FF2B5EF4-FFF2-40B4-BE49-F238E27FC236}">
                    <a16:creationId xmlns:a16="http://schemas.microsoft.com/office/drawing/2014/main" id="{489E8934-61AA-4E97-BABF-86A9C1F7A329}"/>
                  </a:ext>
                </a:extLst>
              </p:cNvPr>
              <p:cNvSpPr>
                <a:spLocks noEditPoints="1"/>
              </p:cNvSpPr>
              <p:nvPr userDrawn="1"/>
            </p:nvSpPr>
            <p:spPr bwMode="auto">
              <a:xfrm>
                <a:off x="-3937" y="1878"/>
                <a:ext cx="13" cy="13"/>
              </a:xfrm>
              <a:custGeom>
                <a:avLst/>
                <a:gdLst>
                  <a:gd name="T0" fmla="*/ 7 w 17"/>
                  <a:gd name="T1" fmla="*/ 7 h 17"/>
                  <a:gd name="T2" fmla="*/ 9 w 17"/>
                  <a:gd name="T3" fmla="*/ 6 h 17"/>
                  <a:gd name="T4" fmla="*/ 10 w 17"/>
                  <a:gd name="T5" fmla="*/ 6 h 17"/>
                  <a:gd name="T6" fmla="*/ 10 w 17"/>
                  <a:gd name="T7" fmla="*/ 6 h 17"/>
                  <a:gd name="T8" fmla="*/ 11 w 17"/>
                  <a:gd name="T9" fmla="*/ 8 h 17"/>
                  <a:gd name="T10" fmla="*/ 11 w 17"/>
                  <a:gd name="T11" fmla="*/ 10 h 17"/>
                  <a:gd name="T12" fmla="*/ 9 w 17"/>
                  <a:gd name="T13" fmla="*/ 11 h 17"/>
                  <a:gd name="T14" fmla="*/ 7 w 17"/>
                  <a:gd name="T15" fmla="*/ 10 h 17"/>
                  <a:gd name="T16" fmla="*/ 6 w 17"/>
                  <a:gd name="T17" fmla="*/ 8 h 17"/>
                  <a:gd name="T18" fmla="*/ 7 w 17"/>
                  <a:gd name="T19" fmla="*/ 7 h 17"/>
                  <a:gd name="T20" fmla="*/ 7 w 17"/>
                  <a:gd name="T21" fmla="*/ 7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15 w 17"/>
                  <a:gd name="T41" fmla="*/ 13 h 17"/>
                  <a:gd name="T42" fmla="*/ 17 w 17"/>
                  <a:gd name="T43" fmla="*/ 8 h 17"/>
                  <a:gd name="T44" fmla="*/ 14 w 17"/>
                  <a:gd name="T45" fmla="*/ 2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7" y="7"/>
                    </a:moveTo>
                    <a:cubicBezTo>
                      <a:pt x="7" y="6"/>
                      <a:pt x="8" y="6"/>
                      <a:pt x="9" y="6"/>
                    </a:cubicBezTo>
                    <a:cubicBezTo>
                      <a:pt x="9" y="6"/>
                      <a:pt x="10" y="6"/>
                      <a:pt x="10" y="6"/>
                    </a:cubicBezTo>
                    <a:cubicBezTo>
                      <a:pt x="10" y="6"/>
                      <a:pt x="10" y="6"/>
                      <a:pt x="10" y="6"/>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3" name="Freeform 636">
                <a:extLst>
                  <a:ext uri="{FF2B5EF4-FFF2-40B4-BE49-F238E27FC236}">
                    <a16:creationId xmlns:a16="http://schemas.microsoft.com/office/drawing/2014/main" id="{4D228908-D3C9-4CE7-B83D-5F2CACAE82FB}"/>
                  </a:ext>
                </a:extLst>
              </p:cNvPr>
              <p:cNvSpPr>
                <a:spLocks noEditPoints="1"/>
              </p:cNvSpPr>
              <p:nvPr userDrawn="1"/>
            </p:nvSpPr>
            <p:spPr bwMode="auto">
              <a:xfrm>
                <a:off x="-3948" y="1877"/>
                <a:ext cx="11" cy="11"/>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13 w 15"/>
                  <a:gd name="T37" fmla="*/ 11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4" name="Freeform 637">
                <a:extLst>
                  <a:ext uri="{FF2B5EF4-FFF2-40B4-BE49-F238E27FC236}">
                    <a16:creationId xmlns:a16="http://schemas.microsoft.com/office/drawing/2014/main" id="{35F35BCF-CC94-4413-B74F-FB1859DD38EE}"/>
                  </a:ext>
                </a:extLst>
              </p:cNvPr>
              <p:cNvSpPr>
                <a:spLocks noEditPoints="1"/>
              </p:cNvSpPr>
              <p:nvPr userDrawn="1"/>
            </p:nvSpPr>
            <p:spPr bwMode="auto">
              <a:xfrm>
                <a:off x="-4498" y="1110"/>
                <a:ext cx="181" cy="152"/>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8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1 w 241"/>
                  <a:gd name="T83" fmla="*/ 134 h 203"/>
                  <a:gd name="T84" fmla="*/ 51 w 241"/>
                  <a:gd name="T85" fmla="*/ 158 h 203"/>
                  <a:gd name="T86" fmla="*/ 78 w 241"/>
                  <a:gd name="T87" fmla="*/ 177 h 203"/>
                  <a:gd name="T88" fmla="*/ 133 w 241"/>
                  <a:gd name="T89" fmla="*/ 155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8"/>
                    </a:cubicBezTo>
                    <a:cubicBezTo>
                      <a:pt x="175" y="151"/>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5" name="Freeform 638">
                <a:extLst>
                  <a:ext uri="{FF2B5EF4-FFF2-40B4-BE49-F238E27FC236}">
                    <a16:creationId xmlns:a16="http://schemas.microsoft.com/office/drawing/2014/main" id="{68E70613-C926-4F13-A2C3-6EC8E9BB260A}"/>
                  </a:ext>
                </a:extLst>
              </p:cNvPr>
              <p:cNvSpPr>
                <a:spLocks/>
              </p:cNvSpPr>
              <p:nvPr userDrawn="1"/>
            </p:nvSpPr>
            <p:spPr bwMode="auto">
              <a:xfrm>
                <a:off x="-4484" y="120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6" name="Freeform 639">
                <a:extLst>
                  <a:ext uri="{FF2B5EF4-FFF2-40B4-BE49-F238E27FC236}">
                    <a16:creationId xmlns:a16="http://schemas.microsoft.com/office/drawing/2014/main" id="{BB79E294-57B9-4D35-8E77-6790606A3D1F}"/>
                  </a:ext>
                </a:extLst>
              </p:cNvPr>
              <p:cNvSpPr>
                <a:spLocks/>
              </p:cNvSpPr>
              <p:nvPr userDrawn="1"/>
            </p:nvSpPr>
            <p:spPr bwMode="auto">
              <a:xfrm>
                <a:off x="-4338" y="1262"/>
                <a:ext cx="3" cy="6"/>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7" name="Freeform 640">
                <a:extLst>
                  <a:ext uri="{FF2B5EF4-FFF2-40B4-BE49-F238E27FC236}">
                    <a16:creationId xmlns:a16="http://schemas.microsoft.com/office/drawing/2014/main" id="{7408CB7F-6D76-417B-A133-35E93BFC5DE8}"/>
                  </a:ext>
                </a:extLst>
              </p:cNvPr>
              <p:cNvSpPr>
                <a:spLocks noEditPoints="1"/>
              </p:cNvSpPr>
              <p:nvPr userDrawn="1"/>
            </p:nvSpPr>
            <p:spPr bwMode="auto">
              <a:xfrm>
                <a:off x="-4680" y="2017"/>
                <a:ext cx="180" cy="157"/>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9 w 240"/>
                  <a:gd name="T69" fmla="*/ 10 h 209"/>
                  <a:gd name="T70" fmla="*/ 18 w 240"/>
                  <a:gd name="T71" fmla="*/ 66 h 209"/>
                  <a:gd name="T72" fmla="*/ 21 w 240"/>
                  <a:gd name="T73" fmla="*/ 77 h 209"/>
                  <a:gd name="T74" fmla="*/ 2 w 240"/>
                  <a:gd name="T75" fmla="*/ 89 h 209"/>
                  <a:gd name="T76" fmla="*/ 14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7 w 240"/>
                  <a:gd name="T97" fmla="*/ 111 h 209"/>
                  <a:gd name="T98" fmla="*/ 240 w 240"/>
                  <a:gd name="T99" fmla="*/ 80 h 209"/>
                  <a:gd name="T100" fmla="*/ 228 w 240"/>
                  <a:gd name="T101" fmla="*/ 55 h 209"/>
                  <a:gd name="T102" fmla="*/ 215 w 240"/>
                  <a:gd name="T103" fmla="*/ 53 h 209"/>
                  <a:gd name="T104" fmla="*/ 204 w 240"/>
                  <a:gd name="T105" fmla="*/ 48 h 209"/>
                  <a:gd name="T106" fmla="*/ 207 w 240"/>
                  <a:gd name="T107" fmla="*/ 14 h 209"/>
                  <a:gd name="T108" fmla="*/ 195 w 240"/>
                  <a:gd name="T109" fmla="*/ 4 h 209"/>
                  <a:gd name="T110" fmla="*/ 190 w 240"/>
                  <a:gd name="T111" fmla="*/ 2 h 209"/>
                  <a:gd name="T112" fmla="*/ 123 w 240"/>
                  <a:gd name="T113" fmla="*/ 3 h 209"/>
                  <a:gd name="T114" fmla="*/ 121 w 240"/>
                  <a:gd name="T115" fmla="*/ 5 h 209"/>
                  <a:gd name="T116" fmla="*/ 119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8" name="Freeform 641">
                <a:extLst>
                  <a:ext uri="{FF2B5EF4-FFF2-40B4-BE49-F238E27FC236}">
                    <a16:creationId xmlns:a16="http://schemas.microsoft.com/office/drawing/2014/main" id="{EE25F41A-B689-4602-9940-5B0B5F2CD6AD}"/>
                  </a:ext>
                </a:extLst>
              </p:cNvPr>
              <p:cNvSpPr>
                <a:spLocks noEditPoints="1"/>
              </p:cNvSpPr>
              <p:nvPr userDrawn="1"/>
            </p:nvSpPr>
            <p:spPr bwMode="auto">
              <a:xfrm>
                <a:off x="-4306" y="1131"/>
                <a:ext cx="179" cy="124"/>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9" name="Freeform 642">
                <a:extLst>
                  <a:ext uri="{FF2B5EF4-FFF2-40B4-BE49-F238E27FC236}">
                    <a16:creationId xmlns:a16="http://schemas.microsoft.com/office/drawing/2014/main" id="{FD65989F-7779-4515-96FE-45740C77C90E}"/>
                  </a:ext>
                </a:extLst>
              </p:cNvPr>
              <p:cNvSpPr>
                <a:spLocks noEditPoints="1"/>
              </p:cNvSpPr>
              <p:nvPr userDrawn="1"/>
            </p:nvSpPr>
            <p:spPr bwMode="auto">
              <a:xfrm>
                <a:off x="-3688" y="1113"/>
                <a:ext cx="180" cy="124"/>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6 w 239"/>
                  <a:gd name="T59" fmla="*/ 132 h 165"/>
                  <a:gd name="T60" fmla="*/ 104 w 239"/>
                  <a:gd name="T61" fmla="*/ 147 h 165"/>
                  <a:gd name="T62" fmla="*/ 113 w 239"/>
                  <a:gd name="T63" fmla="*/ 129 h 165"/>
                  <a:gd name="T64" fmla="*/ 30 w 239"/>
                  <a:gd name="T65" fmla="*/ 128 h 165"/>
                  <a:gd name="T66" fmla="*/ 30 w 239"/>
                  <a:gd name="T67" fmla="*/ 0 h 165"/>
                  <a:gd name="T68" fmla="*/ 29 w 239"/>
                  <a:gd name="T69" fmla="*/ 0 h 165"/>
                  <a:gd name="T70" fmla="*/ 14 w 239"/>
                  <a:gd name="T71" fmla="*/ 9 h 165"/>
                  <a:gd name="T72" fmla="*/ 0 w 239"/>
                  <a:gd name="T73" fmla="*/ 66 h 165"/>
                  <a:gd name="T74" fmla="*/ 0 w 239"/>
                  <a:gd name="T75" fmla="*/ 68 h 165"/>
                  <a:gd name="T76" fmla="*/ 0 w 239"/>
                  <a:gd name="T77" fmla="*/ 73 h 165"/>
                  <a:gd name="T78" fmla="*/ 4 w 239"/>
                  <a:gd name="T79" fmla="*/ 100 h 165"/>
                  <a:gd name="T80" fmla="*/ 27 w 239"/>
                  <a:gd name="T81" fmla="*/ 133 h 165"/>
                  <a:gd name="T82" fmla="*/ 28 w 239"/>
                  <a:gd name="T83" fmla="*/ 134 h 165"/>
                  <a:gd name="T84" fmla="*/ 103 w 239"/>
                  <a:gd name="T85" fmla="*/ 135 h 165"/>
                  <a:gd name="T86" fmla="*/ 86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8 w 239"/>
                  <a:gd name="T101" fmla="*/ 75 h 165"/>
                  <a:gd name="T102" fmla="*/ 239 w 239"/>
                  <a:gd name="T103" fmla="*/ 64 h 165"/>
                  <a:gd name="T104" fmla="*/ 234 w 239"/>
                  <a:gd name="T105" fmla="*/ 29 h 165"/>
                  <a:gd name="T106" fmla="*/ 225 w 239"/>
                  <a:gd name="T107" fmla="*/ 13 h 165"/>
                  <a:gd name="T108" fmla="*/ 209 w 239"/>
                  <a:gd name="T109" fmla="*/ 3 h 165"/>
                  <a:gd name="T110" fmla="*/ 209 w 239"/>
                  <a:gd name="T111" fmla="*/ 3 h 165"/>
                  <a:gd name="T112" fmla="*/ 208 w 239"/>
                  <a:gd name="T113" fmla="*/ 3 h 165"/>
                  <a:gd name="T114" fmla="*/ 208 w 239"/>
                  <a:gd name="T115" fmla="*/ 6 h 165"/>
                  <a:gd name="T116" fmla="*/ 208 w 239"/>
                  <a:gd name="T117" fmla="*/ 9 h 165"/>
                  <a:gd name="T118" fmla="*/ 208 w 239"/>
                  <a:gd name="T119" fmla="*/ 6 h 165"/>
                  <a:gd name="T120" fmla="*/ 208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0" name="Freeform 643">
                <a:extLst>
                  <a:ext uri="{FF2B5EF4-FFF2-40B4-BE49-F238E27FC236}">
                    <a16:creationId xmlns:a16="http://schemas.microsoft.com/office/drawing/2014/main" id="{1C888065-3880-435C-AB61-A23BCBA40CFD}"/>
                  </a:ext>
                </a:extLst>
              </p:cNvPr>
              <p:cNvSpPr>
                <a:spLocks noEditPoints="1"/>
              </p:cNvSpPr>
              <p:nvPr userDrawn="1"/>
            </p:nvSpPr>
            <p:spPr bwMode="auto">
              <a:xfrm>
                <a:off x="-3665" y="1506"/>
                <a:ext cx="223" cy="201"/>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1" name="Freeform 644">
                <a:extLst>
                  <a:ext uri="{FF2B5EF4-FFF2-40B4-BE49-F238E27FC236}">
                    <a16:creationId xmlns:a16="http://schemas.microsoft.com/office/drawing/2014/main" id="{D47664D9-3448-4BA3-9064-7CE1366A9D46}"/>
                  </a:ext>
                </a:extLst>
              </p:cNvPr>
              <p:cNvSpPr>
                <a:spLocks noEditPoints="1"/>
              </p:cNvSpPr>
              <p:nvPr userDrawn="1"/>
            </p:nvSpPr>
            <p:spPr bwMode="auto">
              <a:xfrm>
                <a:off x="-3665" y="1580"/>
                <a:ext cx="9" cy="36"/>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2" name="Freeform 645">
                <a:extLst>
                  <a:ext uri="{FF2B5EF4-FFF2-40B4-BE49-F238E27FC236}">
                    <a16:creationId xmlns:a16="http://schemas.microsoft.com/office/drawing/2014/main" id="{B6B14251-DCE9-4535-BC71-BEABCBF6864F}"/>
                  </a:ext>
                </a:extLst>
              </p:cNvPr>
              <p:cNvSpPr>
                <a:spLocks noEditPoints="1"/>
              </p:cNvSpPr>
              <p:nvPr userDrawn="1"/>
            </p:nvSpPr>
            <p:spPr bwMode="auto">
              <a:xfrm>
                <a:off x="-4197" y="1241"/>
                <a:ext cx="90" cy="55"/>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3" name="Freeform 646">
                <a:extLst>
                  <a:ext uri="{FF2B5EF4-FFF2-40B4-BE49-F238E27FC236}">
                    <a16:creationId xmlns:a16="http://schemas.microsoft.com/office/drawing/2014/main" id="{22278146-03BC-411A-B3EE-D688C3BEFD3A}"/>
                  </a:ext>
                </a:extLst>
              </p:cNvPr>
              <p:cNvSpPr>
                <a:spLocks noEditPoints="1"/>
              </p:cNvSpPr>
              <p:nvPr userDrawn="1"/>
            </p:nvSpPr>
            <p:spPr bwMode="auto">
              <a:xfrm>
                <a:off x="-4819" y="1358"/>
                <a:ext cx="112" cy="68"/>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4" name="Freeform 647">
                <a:extLst>
                  <a:ext uri="{FF2B5EF4-FFF2-40B4-BE49-F238E27FC236}">
                    <a16:creationId xmlns:a16="http://schemas.microsoft.com/office/drawing/2014/main" id="{95FEB3FC-446F-4BB1-B070-6BBA31C0C83C}"/>
                  </a:ext>
                </a:extLst>
              </p:cNvPr>
              <p:cNvSpPr>
                <a:spLocks noEditPoints="1"/>
              </p:cNvSpPr>
              <p:nvPr userDrawn="1"/>
            </p:nvSpPr>
            <p:spPr bwMode="auto">
              <a:xfrm>
                <a:off x="-4000" y="1712"/>
                <a:ext cx="89" cy="55"/>
              </a:xfrm>
              <a:custGeom>
                <a:avLst/>
                <a:gdLst>
                  <a:gd name="T0" fmla="*/ 33 w 119"/>
                  <a:gd name="T1" fmla="*/ 19 h 73"/>
                  <a:gd name="T2" fmla="*/ 33 w 119"/>
                  <a:gd name="T3" fmla="*/ 19 h 73"/>
                  <a:gd name="T4" fmla="*/ 49 w 119"/>
                  <a:gd name="T5" fmla="*/ 6 h 73"/>
                  <a:gd name="T6" fmla="*/ 101 w 119"/>
                  <a:gd name="T7" fmla="*/ 6 h 73"/>
                  <a:gd name="T8" fmla="*/ 107 w 119"/>
                  <a:gd name="T9" fmla="*/ 9 h 73"/>
                  <a:gd name="T10" fmla="*/ 111 w 119"/>
                  <a:gd name="T11" fmla="*/ 14 h 73"/>
                  <a:gd name="T12" fmla="*/ 113 w 119"/>
                  <a:gd name="T13" fmla="*/ 20 h 73"/>
                  <a:gd name="T14" fmla="*/ 113 w 119"/>
                  <a:gd name="T15" fmla="*/ 57 h 73"/>
                  <a:gd name="T16" fmla="*/ 110 w 119"/>
                  <a:gd name="T17" fmla="*/ 62 h 73"/>
                  <a:gd name="T18" fmla="*/ 106 w 119"/>
                  <a:gd name="T19" fmla="*/ 65 h 73"/>
                  <a:gd name="T20" fmla="*/ 102 w 119"/>
                  <a:gd name="T21" fmla="*/ 67 h 73"/>
                  <a:gd name="T22" fmla="*/ 42 w 119"/>
                  <a:gd name="T23" fmla="*/ 67 h 73"/>
                  <a:gd name="T24" fmla="*/ 37 w 119"/>
                  <a:gd name="T25" fmla="*/ 65 h 73"/>
                  <a:gd name="T26" fmla="*/ 34 w 119"/>
                  <a:gd name="T27" fmla="*/ 62 h 73"/>
                  <a:gd name="T28" fmla="*/ 33 w 119"/>
                  <a:gd name="T29" fmla="*/ 55 h 73"/>
                  <a:gd name="T30" fmla="*/ 33 w 119"/>
                  <a:gd name="T31" fmla="*/ 53 h 73"/>
                  <a:gd name="T32" fmla="*/ 33 w 119"/>
                  <a:gd name="T33" fmla="*/ 51 h 73"/>
                  <a:gd name="T34" fmla="*/ 21 w 119"/>
                  <a:gd name="T35" fmla="*/ 37 h 73"/>
                  <a:gd name="T36" fmla="*/ 33 w 119"/>
                  <a:gd name="T37" fmla="*/ 43 h 73"/>
                  <a:gd name="T38" fmla="*/ 34 w 119"/>
                  <a:gd name="T39" fmla="*/ 19 h 73"/>
                  <a:gd name="T40" fmla="*/ 37 w 119"/>
                  <a:gd name="T41" fmla="*/ 13 h 73"/>
                  <a:gd name="T42" fmla="*/ 49 w 119"/>
                  <a:gd name="T43" fmla="*/ 6 h 73"/>
                  <a:gd name="T44" fmla="*/ 102 w 119"/>
                  <a:gd name="T45" fmla="*/ 0 h 73"/>
                  <a:gd name="T46" fmla="*/ 49 w 119"/>
                  <a:gd name="T47" fmla="*/ 0 h 73"/>
                  <a:gd name="T48" fmla="*/ 48 w 119"/>
                  <a:gd name="T49" fmla="*/ 0 h 73"/>
                  <a:gd name="T50" fmla="*/ 31 w 119"/>
                  <a:gd name="T51" fmla="*/ 10 h 73"/>
                  <a:gd name="T52" fmla="*/ 28 w 119"/>
                  <a:gd name="T53" fmla="*/ 18 h 73"/>
                  <a:gd name="T54" fmla="*/ 28 w 119"/>
                  <a:gd name="T55" fmla="*/ 19 h 73"/>
                  <a:gd name="T56" fmla="*/ 28 w 119"/>
                  <a:gd name="T57" fmla="*/ 33 h 73"/>
                  <a:gd name="T58" fmla="*/ 0 w 119"/>
                  <a:gd name="T59" fmla="*/ 20 h 73"/>
                  <a:gd name="T60" fmla="*/ 27 w 119"/>
                  <a:gd name="T61" fmla="*/ 53 h 73"/>
                  <a:gd name="T62" fmla="*/ 27 w 119"/>
                  <a:gd name="T63" fmla="*/ 55 h 73"/>
                  <a:gd name="T64" fmla="*/ 29 w 119"/>
                  <a:gd name="T65" fmla="*/ 65 h 73"/>
                  <a:gd name="T66" fmla="*/ 37 w 119"/>
                  <a:gd name="T67" fmla="*/ 72 h 73"/>
                  <a:gd name="T68" fmla="*/ 41 w 119"/>
                  <a:gd name="T69" fmla="*/ 73 h 73"/>
                  <a:gd name="T70" fmla="*/ 42 w 119"/>
                  <a:gd name="T71" fmla="*/ 73 h 73"/>
                  <a:gd name="T72" fmla="*/ 102 w 119"/>
                  <a:gd name="T73" fmla="*/ 73 h 73"/>
                  <a:gd name="T74" fmla="*/ 102 w 119"/>
                  <a:gd name="T75" fmla="*/ 73 h 73"/>
                  <a:gd name="T76" fmla="*/ 110 w 119"/>
                  <a:gd name="T77" fmla="*/ 70 h 73"/>
                  <a:gd name="T78" fmla="*/ 117 w 119"/>
                  <a:gd name="T79" fmla="*/ 63 h 73"/>
                  <a:gd name="T80" fmla="*/ 119 w 119"/>
                  <a:gd name="T81" fmla="*/ 59 h 73"/>
                  <a:gd name="T82" fmla="*/ 119 w 119"/>
                  <a:gd name="T83" fmla="*/ 58 h 73"/>
                  <a:gd name="T84" fmla="*/ 119 w 119"/>
                  <a:gd name="T85" fmla="*/ 20 h 73"/>
                  <a:gd name="T86" fmla="*/ 119 w 119"/>
                  <a:gd name="T87" fmla="*/ 20 h 73"/>
                  <a:gd name="T88" fmla="*/ 116 w 119"/>
                  <a:gd name="T89" fmla="*/ 10 h 73"/>
                  <a:gd name="T90" fmla="*/ 107 w 119"/>
                  <a:gd name="T91" fmla="*/ 2 h 73"/>
                  <a:gd name="T92" fmla="*/ 102 w 119"/>
                  <a:gd name="T93" fmla="*/ 0 h 73"/>
                  <a:gd name="T94" fmla="*/ 102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5" name="Freeform 648">
                <a:extLst>
                  <a:ext uri="{FF2B5EF4-FFF2-40B4-BE49-F238E27FC236}">
                    <a16:creationId xmlns:a16="http://schemas.microsoft.com/office/drawing/2014/main" id="{2A72D17F-634E-414C-A41F-C817BC2A6C9E}"/>
                  </a:ext>
                </a:extLst>
              </p:cNvPr>
              <p:cNvSpPr>
                <a:spLocks noEditPoints="1"/>
              </p:cNvSpPr>
              <p:nvPr userDrawn="1"/>
            </p:nvSpPr>
            <p:spPr bwMode="auto">
              <a:xfrm>
                <a:off x="-4607" y="1491"/>
                <a:ext cx="87" cy="54"/>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6" name="Freeform 649">
                <a:extLst>
                  <a:ext uri="{FF2B5EF4-FFF2-40B4-BE49-F238E27FC236}">
                    <a16:creationId xmlns:a16="http://schemas.microsoft.com/office/drawing/2014/main" id="{A21156A4-C824-4998-BDD7-39BA52CF4DCA}"/>
                  </a:ext>
                </a:extLst>
              </p:cNvPr>
              <p:cNvSpPr>
                <a:spLocks noEditPoints="1"/>
              </p:cNvSpPr>
              <p:nvPr userDrawn="1"/>
            </p:nvSpPr>
            <p:spPr bwMode="auto">
              <a:xfrm>
                <a:off x="-4030" y="1108"/>
                <a:ext cx="133" cy="83"/>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1 w 177"/>
                  <a:gd name="T17" fmla="*/ 104 h 110"/>
                  <a:gd name="T18" fmla="*/ 58 w 177"/>
                  <a:gd name="T19" fmla="*/ 104 h 110"/>
                  <a:gd name="T20" fmla="*/ 58 w 177"/>
                  <a:gd name="T21" fmla="*/ 104 h 110"/>
                  <a:gd name="T22" fmla="*/ 58 w 177"/>
                  <a:gd name="T23" fmla="*/ 104 h 110"/>
                  <a:gd name="T24" fmla="*/ 58 w 177"/>
                  <a:gd name="T25" fmla="*/ 104 h 110"/>
                  <a:gd name="T26" fmla="*/ 50 w 177"/>
                  <a:gd name="T27" fmla="*/ 101 h 110"/>
                  <a:gd name="T28" fmla="*/ 45 w 177"/>
                  <a:gd name="T29" fmla="*/ 95 h 110"/>
                  <a:gd name="T30" fmla="*/ 43 w 177"/>
                  <a:gd name="T31" fmla="*/ 84 h 110"/>
                  <a:gd name="T32" fmla="*/ 43 w 177"/>
                  <a:gd name="T33" fmla="*/ 80 h 110"/>
                  <a:gd name="T34" fmla="*/ 43 w 177"/>
                  <a:gd name="T35" fmla="*/ 79 h 110"/>
                  <a:gd name="T36" fmla="*/ 21 w 177"/>
                  <a:gd name="T37" fmla="*/ 51 h 110"/>
                  <a:gd name="T38" fmla="*/ 44 w 177"/>
                  <a:gd name="T39" fmla="*/ 62 h 110"/>
                  <a:gd name="T40" fmla="*/ 45 w 177"/>
                  <a:gd name="T41" fmla="*/ 28 h 110"/>
                  <a:gd name="T42" fmla="*/ 49 w 177"/>
                  <a:gd name="T43" fmla="*/ 18 h 110"/>
                  <a:gd name="T44" fmla="*/ 70 w 177"/>
                  <a:gd name="T45" fmla="*/ 6 h 110"/>
                  <a:gd name="T46" fmla="*/ 151 w 177"/>
                  <a:gd name="T47" fmla="*/ 0 h 110"/>
                  <a:gd name="T48" fmla="*/ 70 w 177"/>
                  <a:gd name="T49" fmla="*/ 0 h 110"/>
                  <a:gd name="T50" fmla="*/ 69 w 177"/>
                  <a:gd name="T51" fmla="*/ 0 h 110"/>
                  <a:gd name="T52" fmla="*/ 44 w 177"/>
                  <a:gd name="T53" fmla="*/ 15 h 110"/>
                  <a:gd name="T54" fmla="*/ 39 w 177"/>
                  <a:gd name="T55" fmla="*/ 27 h 110"/>
                  <a:gd name="T56" fmla="*/ 39 w 177"/>
                  <a:gd name="T57" fmla="*/ 28 h 110"/>
                  <a:gd name="T58" fmla="*/ 38 w 177"/>
                  <a:gd name="T59" fmla="*/ 52 h 110"/>
                  <a:gd name="T60" fmla="*/ 0 w 177"/>
                  <a:gd name="T61" fmla="*/ 34 h 110"/>
                  <a:gd name="T62" fmla="*/ 37 w 177"/>
                  <a:gd name="T63" fmla="*/ 81 h 110"/>
                  <a:gd name="T64" fmla="*/ 37 w 177"/>
                  <a:gd name="T65" fmla="*/ 84 h 110"/>
                  <a:gd name="T66" fmla="*/ 40 w 177"/>
                  <a:gd name="T67" fmla="*/ 98 h 110"/>
                  <a:gd name="T68" fmla="*/ 51 w 177"/>
                  <a:gd name="T69" fmla="*/ 108 h 110"/>
                  <a:gd name="T70" fmla="*/ 58 w 177"/>
                  <a:gd name="T71" fmla="*/ 110 h 110"/>
                  <a:gd name="T72" fmla="*/ 58 w 177"/>
                  <a:gd name="T73" fmla="*/ 110 h 110"/>
                  <a:gd name="T74" fmla="*/ 152 w 177"/>
                  <a:gd name="T75" fmla="*/ 110 h 110"/>
                  <a:gd name="T76" fmla="*/ 152 w 177"/>
                  <a:gd name="T77" fmla="*/ 110 h 110"/>
                  <a:gd name="T78" fmla="*/ 163 w 177"/>
                  <a:gd name="T79" fmla="*/ 106 h 110"/>
                  <a:gd name="T80" fmla="*/ 173 w 177"/>
                  <a:gd name="T81" fmla="*/ 95 h 110"/>
                  <a:gd name="T82" fmla="*/ 176 w 177"/>
                  <a:gd name="T83" fmla="*/ 89 h 110"/>
                  <a:gd name="T84" fmla="*/ 177 w 177"/>
                  <a:gd name="T85" fmla="*/ 88 h 110"/>
                  <a:gd name="T86" fmla="*/ 177 w 177"/>
                  <a:gd name="T87" fmla="*/ 29 h 110"/>
                  <a:gd name="T88" fmla="*/ 177 w 177"/>
                  <a:gd name="T89" fmla="*/ 29 h 110"/>
                  <a:gd name="T90" fmla="*/ 173 w 177"/>
                  <a:gd name="T91" fmla="*/ 16 h 110"/>
                  <a:gd name="T92" fmla="*/ 159 w 177"/>
                  <a:gd name="T93" fmla="*/ 4 h 110"/>
                  <a:gd name="T94" fmla="*/ 152 w 177"/>
                  <a:gd name="T95" fmla="*/ 0 h 110"/>
                  <a:gd name="T96" fmla="*/ 151 w 177"/>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0">
                    <a:moveTo>
                      <a:pt x="70" y="6"/>
                    </a:moveTo>
                    <a:cubicBezTo>
                      <a:pt x="150" y="6"/>
                      <a:pt x="150" y="6"/>
                      <a:pt x="150" y="6"/>
                    </a:cubicBezTo>
                    <a:cubicBezTo>
                      <a:pt x="152" y="6"/>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2"/>
                      <a:pt x="155" y="103"/>
                      <a:pt x="151" y="104"/>
                    </a:cubicBezTo>
                    <a:cubicBezTo>
                      <a:pt x="58" y="104"/>
                      <a:pt x="58" y="104"/>
                      <a:pt x="58" y="104"/>
                    </a:cubicBezTo>
                    <a:cubicBezTo>
                      <a:pt x="58" y="104"/>
                      <a:pt x="58" y="104"/>
                      <a:pt x="58" y="104"/>
                    </a:cubicBezTo>
                    <a:cubicBezTo>
                      <a:pt x="58" y="104"/>
                      <a:pt x="58" y="104"/>
                      <a:pt x="58"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8"/>
                      <a:pt x="177" y="88"/>
                      <a:pt x="177" y="88"/>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7" name="Freeform 650">
                <a:extLst>
                  <a:ext uri="{FF2B5EF4-FFF2-40B4-BE49-F238E27FC236}">
                    <a16:creationId xmlns:a16="http://schemas.microsoft.com/office/drawing/2014/main" id="{B0D9777C-1032-4899-B70E-C2FF93D67BB6}"/>
                  </a:ext>
                </a:extLst>
              </p:cNvPr>
              <p:cNvSpPr>
                <a:spLocks noEditPoints="1"/>
              </p:cNvSpPr>
              <p:nvPr userDrawn="1"/>
            </p:nvSpPr>
            <p:spPr bwMode="auto">
              <a:xfrm>
                <a:off x="-4110" y="1201"/>
                <a:ext cx="318" cy="96"/>
              </a:xfrm>
              <a:custGeom>
                <a:avLst/>
                <a:gdLst>
                  <a:gd name="T0" fmla="*/ 91 w 425"/>
                  <a:gd name="T1" fmla="*/ 25 h 128"/>
                  <a:gd name="T2" fmla="*/ 345 w 425"/>
                  <a:gd name="T3" fmla="*/ 6 h 128"/>
                  <a:gd name="T4" fmla="*/ 371 w 425"/>
                  <a:gd name="T5" fmla="*/ 7 h 128"/>
                  <a:gd name="T6" fmla="*/ 373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345 w 425"/>
                  <a:gd name="T43" fmla="*/ 0 h 128"/>
                  <a:gd name="T44" fmla="*/ 83 w 425"/>
                  <a:gd name="T45" fmla="*/ 20 h 128"/>
                  <a:gd name="T46" fmla="*/ 38 w 425"/>
                  <a:gd name="T47" fmla="*/ 42 h 128"/>
                  <a:gd name="T48" fmla="*/ 30 w 425"/>
                  <a:gd name="T49" fmla="*/ 74 h 128"/>
                  <a:gd name="T50" fmla="*/ 30 w 425"/>
                  <a:gd name="T51" fmla="*/ 74 h 128"/>
                  <a:gd name="T52" fmla="*/ 49 w 425"/>
                  <a:gd name="T53" fmla="*/ 105 h 128"/>
                  <a:gd name="T54" fmla="*/ 0 w 425"/>
                  <a:gd name="T55" fmla="*/ 128 h 128"/>
                  <a:gd name="T56" fmla="*/ 39 w 425"/>
                  <a:gd name="T57" fmla="*/ 124 h 128"/>
                  <a:gd name="T58" fmla="*/ 91 w 425"/>
                  <a:gd name="T59" fmla="*/ 119 h 128"/>
                  <a:gd name="T60" fmla="*/ 101 w 425"/>
                  <a:gd name="T61" fmla="*/ 118 h 128"/>
                  <a:gd name="T62" fmla="*/ 101 w 425"/>
                  <a:gd name="T63" fmla="*/ 118 h 128"/>
                  <a:gd name="T64" fmla="*/ 368 w 425"/>
                  <a:gd name="T65" fmla="*/ 113 h 128"/>
                  <a:gd name="T66" fmla="*/ 396 w 425"/>
                  <a:gd name="T67" fmla="*/ 103 h 128"/>
                  <a:gd name="T68" fmla="*/ 425 w 425"/>
                  <a:gd name="T69" fmla="*/ 46 h 128"/>
                  <a:gd name="T70" fmla="*/ 417 w 425"/>
                  <a:gd name="T71" fmla="*/ 22 h 128"/>
                  <a:gd name="T72" fmla="*/ 373 w 425"/>
                  <a:gd name="T73" fmla="*/ 1 h 128"/>
                  <a:gd name="T74" fmla="*/ 372 w 425"/>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3" y="7"/>
                      <a:pt x="373" y="7"/>
                      <a:pt x="373"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4" y="19"/>
                      <a:pt x="83" y="20"/>
                    </a:cubicBezTo>
                    <a:cubicBezTo>
                      <a:pt x="81" y="20"/>
                      <a:pt x="69" y="21"/>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8" name="Freeform 651">
                <a:extLst>
                  <a:ext uri="{FF2B5EF4-FFF2-40B4-BE49-F238E27FC236}">
                    <a16:creationId xmlns:a16="http://schemas.microsoft.com/office/drawing/2014/main" id="{A355BE71-E4DE-44B8-A4F4-A1A91B8E25E5}"/>
                  </a:ext>
                </a:extLst>
              </p:cNvPr>
              <p:cNvSpPr>
                <a:spLocks/>
              </p:cNvSpPr>
              <p:nvPr userDrawn="1"/>
            </p:nvSpPr>
            <p:spPr bwMode="auto">
              <a:xfrm>
                <a:off x="-4812" y="1249"/>
                <a:ext cx="318" cy="95"/>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9" name="Freeform 652">
                <a:extLst>
                  <a:ext uri="{FF2B5EF4-FFF2-40B4-BE49-F238E27FC236}">
                    <a16:creationId xmlns:a16="http://schemas.microsoft.com/office/drawing/2014/main" id="{D2717D79-E5D7-4527-B42D-98B8C76BED87}"/>
                  </a:ext>
                </a:extLst>
              </p:cNvPr>
              <p:cNvSpPr>
                <a:spLocks noEditPoints="1"/>
              </p:cNvSpPr>
              <p:nvPr userDrawn="1"/>
            </p:nvSpPr>
            <p:spPr bwMode="auto">
              <a:xfrm>
                <a:off x="-4531" y="1250"/>
                <a:ext cx="25" cy="10"/>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0" name="Freeform 653">
                <a:extLst>
                  <a:ext uri="{FF2B5EF4-FFF2-40B4-BE49-F238E27FC236}">
                    <a16:creationId xmlns:a16="http://schemas.microsoft.com/office/drawing/2014/main" id="{4061217A-DCA8-4926-9A4E-83C130141DDA}"/>
                  </a:ext>
                </a:extLst>
              </p:cNvPr>
              <p:cNvSpPr>
                <a:spLocks noEditPoints="1"/>
              </p:cNvSpPr>
              <p:nvPr userDrawn="1"/>
            </p:nvSpPr>
            <p:spPr bwMode="auto">
              <a:xfrm>
                <a:off x="-4536" y="1536"/>
                <a:ext cx="318" cy="96"/>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1 w 425"/>
                  <a:gd name="T45" fmla="*/ 112 h 128"/>
                  <a:gd name="T46" fmla="*/ 57 w 425"/>
                  <a:gd name="T47" fmla="*/ 116 h 128"/>
                  <a:gd name="T48" fmla="*/ 72 w 425"/>
                  <a:gd name="T49" fmla="*/ 105 h 128"/>
                  <a:gd name="T50" fmla="*/ 39 w 425"/>
                  <a:gd name="T51" fmla="*/ 83 h 128"/>
                  <a:gd name="T52" fmla="*/ 36 w 425"/>
                  <a:gd name="T53" fmla="*/ 74 h 128"/>
                  <a:gd name="T54" fmla="*/ 36 w 425"/>
                  <a:gd name="T55" fmla="*/ 74 h 128"/>
                  <a:gd name="T56" fmla="*/ 43 w 425"/>
                  <a:gd name="T57" fmla="*/ 45 h 128"/>
                  <a:gd name="T58" fmla="*/ 79 w 425"/>
                  <a:gd name="T59" fmla="*/ 26 h 128"/>
                  <a:gd name="T60" fmla="*/ 83 w 425"/>
                  <a:gd name="T61" fmla="*/ 25 h 128"/>
                  <a:gd name="T62" fmla="*/ 83 w 425"/>
                  <a:gd name="T63" fmla="*/ 25 h 128"/>
                  <a:gd name="T64" fmla="*/ 91 w 425"/>
                  <a:gd name="T65" fmla="*/ 25 h 128"/>
                  <a:gd name="T66" fmla="*/ 210 w 425"/>
                  <a:gd name="T67" fmla="*/ 7 h 128"/>
                  <a:gd name="T68" fmla="*/ 220 w 425"/>
                  <a:gd name="T69" fmla="*/ 7 h 128"/>
                  <a:gd name="T70" fmla="*/ 345 w 425"/>
                  <a:gd name="T71" fmla="*/ 6 h 128"/>
                  <a:gd name="T72" fmla="*/ 371 w 425"/>
                  <a:gd name="T73" fmla="*/ 7 h 128"/>
                  <a:gd name="T74" fmla="*/ 373 w 425"/>
                  <a:gd name="T75" fmla="*/ 7 h 128"/>
                  <a:gd name="T76" fmla="*/ 409 w 425"/>
                  <a:gd name="T77" fmla="*/ 15 h 128"/>
                  <a:gd name="T78" fmla="*/ 409 w 425"/>
                  <a:gd name="T79" fmla="*/ 14 h 128"/>
                  <a:gd name="T80" fmla="*/ 373 w 425"/>
                  <a:gd name="T81" fmla="*/ 1 h 128"/>
                  <a:gd name="T82" fmla="*/ 345 w 425"/>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5" h="128">
                    <a:moveTo>
                      <a:pt x="210" y="7"/>
                    </a:moveTo>
                    <a:cubicBezTo>
                      <a:pt x="201" y="8"/>
                      <a:pt x="192" y="9"/>
                      <a:pt x="184" y="10"/>
                    </a:cubicBezTo>
                    <a:cubicBezTo>
                      <a:pt x="130" y="14"/>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1" name="Freeform 654">
                <a:extLst>
                  <a:ext uri="{FF2B5EF4-FFF2-40B4-BE49-F238E27FC236}">
                    <a16:creationId xmlns:a16="http://schemas.microsoft.com/office/drawing/2014/main" id="{2ECAE6D6-4974-410E-9472-089F2F5CC28A}"/>
                  </a:ext>
                </a:extLst>
              </p:cNvPr>
              <p:cNvSpPr>
                <a:spLocks noEditPoints="1"/>
              </p:cNvSpPr>
              <p:nvPr userDrawn="1"/>
            </p:nvSpPr>
            <p:spPr bwMode="auto">
              <a:xfrm>
                <a:off x="-3752" y="1620"/>
                <a:ext cx="60" cy="207"/>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2" name="Freeform 655">
                <a:extLst>
                  <a:ext uri="{FF2B5EF4-FFF2-40B4-BE49-F238E27FC236}">
                    <a16:creationId xmlns:a16="http://schemas.microsoft.com/office/drawing/2014/main" id="{931965A4-F821-456B-A0E0-350C016C9501}"/>
                  </a:ext>
                </a:extLst>
              </p:cNvPr>
              <p:cNvSpPr>
                <a:spLocks noEditPoints="1"/>
              </p:cNvSpPr>
              <p:nvPr userDrawn="1"/>
            </p:nvSpPr>
            <p:spPr bwMode="auto">
              <a:xfrm>
                <a:off x="-3724" y="1247"/>
                <a:ext cx="60" cy="207"/>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5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3" name="Freeform 656">
                <a:extLst>
                  <a:ext uri="{FF2B5EF4-FFF2-40B4-BE49-F238E27FC236}">
                    <a16:creationId xmlns:a16="http://schemas.microsoft.com/office/drawing/2014/main" id="{27C22257-9878-4497-8B72-746DA9765302}"/>
                  </a:ext>
                </a:extLst>
              </p:cNvPr>
              <p:cNvSpPr>
                <a:spLocks noEditPoints="1"/>
              </p:cNvSpPr>
              <p:nvPr userDrawn="1"/>
            </p:nvSpPr>
            <p:spPr bwMode="auto">
              <a:xfrm>
                <a:off x="-4088" y="1912"/>
                <a:ext cx="319" cy="96"/>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4" name="Freeform 657">
                <a:extLst>
                  <a:ext uri="{FF2B5EF4-FFF2-40B4-BE49-F238E27FC236}">
                    <a16:creationId xmlns:a16="http://schemas.microsoft.com/office/drawing/2014/main" id="{AE2754FE-CE44-4A9D-8ED5-24210BC6273E}"/>
                  </a:ext>
                </a:extLst>
              </p:cNvPr>
              <p:cNvSpPr>
                <a:spLocks/>
              </p:cNvSpPr>
              <p:nvPr userDrawn="1"/>
            </p:nvSpPr>
            <p:spPr bwMode="auto">
              <a:xfrm>
                <a:off x="-3784" y="1981"/>
                <a:ext cx="2"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5" name="Freeform 658">
                <a:extLst>
                  <a:ext uri="{FF2B5EF4-FFF2-40B4-BE49-F238E27FC236}">
                    <a16:creationId xmlns:a16="http://schemas.microsoft.com/office/drawing/2014/main" id="{4AB917FE-EC63-4684-9ADC-F317FFB68BF2}"/>
                  </a:ext>
                </a:extLst>
              </p:cNvPr>
              <p:cNvSpPr>
                <a:spLocks noEditPoints="1"/>
              </p:cNvSpPr>
              <p:nvPr userDrawn="1"/>
            </p:nvSpPr>
            <p:spPr bwMode="auto">
              <a:xfrm>
                <a:off x="-3815" y="1280"/>
                <a:ext cx="74" cy="23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5 w 99"/>
                  <a:gd name="T13" fmla="*/ 6 h 313"/>
                  <a:gd name="T14" fmla="*/ 59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2 w 99"/>
                  <a:gd name="T43" fmla="*/ 157 h 313"/>
                  <a:gd name="T44" fmla="*/ 7 w 99"/>
                  <a:gd name="T45" fmla="*/ 40 h 313"/>
                  <a:gd name="T46" fmla="*/ 7 w 99"/>
                  <a:gd name="T47" fmla="*/ 39 h 313"/>
                  <a:gd name="T48" fmla="*/ 17 w 99"/>
                  <a:gd name="T49" fmla="*/ 6 h 313"/>
                  <a:gd name="T50" fmla="*/ 1 w 99"/>
                  <a:gd name="T51" fmla="*/ 39 h 313"/>
                  <a:gd name="T52" fmla="*/ 1 w 99"/>
                  <a:gd name="T53" fmla="*/ 40 h 313"/>
                  <a:gd name="T54" fmla="*/ 8 w 99"/>
                  <a:gd name="T55" fmla="*/ 173 h 313"/>
                  <a:gd name="T56" fmla="*/ 21 w 99"/>
                  <a:gd name="T57" fmla="*/ 266 h 313"/>
                  <a:gd name="T58" fmla="*/ 55 w 99"/>
                  <a:gd name="T59" fmla="*/ 285 h 313"/>
                  <a:gd name="T60" fmla="*/ 57 w 99"/>
                  <a:gd name="T61" fmla="*/ 285 h 313"/>
                  <a:gd name="T62" fmla="*/ 57 w 99"/>
                  <a:gd name="T63" fmla="*/ 285 h 313"/>
                  <a:gd name="T64" fmla="*/ 81 w 99"/>
                  <a:gd name="T65" fmla="*/ 271 h 313"/>
                  <a:gd name="T66" fmla="*/ 99 w 99"/>
                  <a:gd name="T67" fmla="*/ 313 h 313"/>
                  <a:gd name="T68" fmla="*/ 95 w 99"/>
                  <a:gd name="T69" fmla="*/ 278 h 313"/>
                  <a:gd name="T70" fmla="*/ 91 w 99"/>
                  <a:gd name="T71" fmla="*/ 240 h 313"/>
                  <a:gd name="T72" fmla="*/ 91 w 99"/>
                  <a:gd name="T73" fmla="*/ 233 h 313"/>
                  <a:gd name="T74" fmla="*/ 85 w 99"/>
                  <a:gd name="T75" fmla="*/ 42 h 313"/>
                  <a:gd name="T76" fmla="*/ 78 w 99"/>
                  <a:gd name="T77" fmla="*/ 21 h 313"/>
                  <a:gd name="T78" fmla="*/ 35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2"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6" name="Freeform 659">
                <a:extLst>
                  <a:ext uri="{FF2B5EF4-FFF2-40B4-BE49-F238E27FC236}">
                    <a16:creationId xmlns:a16="http://schemas.microsoft.com/office/drawing/2014/main" id="{F0D559D8-C3C9-4A35-8CA1-13C2DFA3888F}"/>
                  </a:ext>
                </a:extLst>
              </p:cNvPr>
              <p:cNvSpPr>
                <a:spLocks noEditPoints="1"/>
              </p:cNvSpPr>
              <p:nvPr userDrawn="1"/>
            </p:nvSpPr>
            <p:spPr bwMode="auto">
              <a:xfrm>
                <a:off x="-4920" y="1285"/>
                <a:ext cx="87" cy="27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40 w 116"/>
                  <a:gd name="T19" fmla="*/ 6 h 365"/>
                  <a:gd name="T20" fmla="*/ 40 w 116"/>
                  <a:gd name="T21" fmla="*/ 6 h 365"/>
                  <a:gd name="T22" fmla="*/ 40 w 116"/>
                  <a:gd name="T23" fmla="*/ 6 h 365"/>
                  <a:gd name="T24" fmla="*/ 90 w 116"/>
                  <a:gd name="T25" fmla="*/ 36 h 365"/>
                  <a:gd name="T26" fmla="*/ 94 w 116"/>
                  <a:gd name="T27" fmla="*/ 48 h 365"/>
                  <a:gd name="T28" fmla="*/ 94 w 116"/>
                  <a:gd name="T29" fmla="*/ 49 h 365"/>
                  <a:gd name="T30" fmla="*/ 100 w 116"/>
                  <a:gd name="T31" fmla="*/ 276 h 365"/>
                  <a:gd name="T32" fmla="*/ 104 w 116"/>
                  <a:gd name="T33" fmla="*/ 310 h 365"/>
                  <a:gd name="T34" fmla="*/ 94 w 116"/>
                  <a:gd name="T35" fmla="*/ 301 h 365"/>
                  <a:gd name="T36" fmla="*/ 75 w 116"/>
                  <a:gd name="T37" fmla="*/ 328 h 365"/>
                  <a:gd name="T38" fmla="*/ 67 w 116"/>
                  <a:gd name="T39" fmla="*/ 330 h 365"/>
                  <a:gd name="T40" fmla="*/ 67 w 116"/>
                  <a:gd name="T41" fmla="*/ 331 h 365"/>
                  <a:gd name="T42" fmla="*/ 42 w 116"/>
                  <a:gd name="T43" fmla="*/ 324 h 365"/>
                  <a:gd name="T44" fmla="*/ 25 w 116"/>
                  <a:gd name="T45" fmla="*/ 295 h 365"/>
                  <a:gd name="T46" fmla="*/ 24 w 116"/>
                  <a:gd name="T47" fmla="*/ 292 h 365"/>
                  <a:gd name="T48" fmla="*/ 24 w 116"/>
                  <a:gd name="T49" fmla="*/ 291 h 365"/>
                  <a:gd name="T50" fmla="*/ 39 w 116"/>
                  <a:gd name="T51" fmla="*/ 0 h 365"/>
                  <a:gd name="T52" fmla="*/ 1 w 116"/>
                  <a:gd name="T53" fmla="*/ 45 h 365"/>
                  <a:gd name="T54" fmla="*/ 0 w 116"/>
                  <a:gd name="T55" fmla="*/ 66 h 365"/>
                  <a:gd name="T56" fmla="*/ 18 w 116"/>
                  <a:gd name="T57" fmla="*/ 292 h 365"/>
                  <a:gd name="T58" fmla="*/ 39 w 116"/>
                  <a:gd name="T59" fmla="*/ 329 h 365"/>
                  <a:gd name="T60" fmla="*/ 64 w 116"/>
                  <a:gd name="T61" fmla="*/ 337 h 365"/>
                  <a:gd name="T62" fmla="*/ 67 w 116"/>
                  <a:gd name="T63" fmla="*/ 336 h 365"/>
                  <a:gd name="T64" fmla="*/ 84 w 116"/>
                  <a:gd name="T65" fmla="*/ 331 h 365"/>
                  <a:gd name="T66" fmla="*/ 98 w 116"/>
                  <a:gd name="T67" fmla="*/ 313 h 365"/>
                  <a:gd name="T68" fmla="*/ 114 w 116"/>
                  <a:gd name="T69" fmla="*/ 355 h 365"/>
                  <a:gd name="T70" fmla="*/ 112 w 116"/>
                  <a:gd name="T71" fmla="*/ 328 h 365"/>
                  <a:gd name="T72" fmla="*/ 107 w 116"/>
                  <a:gd name="T73" fmla="*/ 284 h 365"/>
                  <a:gd name="T74" fmla="*/ 106 w 116"/>
                  <a:gd name="T75" fmla="*/ 275 h 365"/>
                  <a:gd name="T76" fmla="*/ 100 w 116"/>
                  <a:gd name="T77" fmla="*/ 49 h 365"/>
                  <a:gd name="T78" fmla="*/ 91 w 116"/>
                  <a:gd name="T79" fmla="*/ 25 h 365"/>
                  <a:gd name="T80" fmla="*/ 41 w 116"/>
                  <a:gd name="T8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7" name="Freeform 660">
                <a:extLst>
                  <a:ext uri="{FF2B5EF4-FFF2-40B4-BE49-F238E27FC236}">
                    <a16:creationId xmlns:a16="http://schemas.microsoft.com/office/drawing/2014/main" id="{F18496C6-4420-4D64-9259-D80A666DB46F}"/>
                  </a:ext>
                </a:extLst>
              </p:cNvPr>
              <p:cNvSpPr>
                <a:spLocks/>
              </p:cNvSpPr>
              <p:nvPr userDrawn="1"/>
            </p:nvSpPr>
            <p:spPr bwMode="auto">
              <a:xfrm>
                <a:off x="-4836" y="1551"/>
                <a:ext cx="2" cy="6"/>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8" name="Freeform 661">
                <a:extLst>
                  <a:ext uri="{FF2B5EF4-FFF2-40B4-BE49-F238E27FC236}">
                    <a16:creationId xmlns:a16="http://schemas.microsoft.com/office/drawing/2014/main" id="{F4B84629-E62E-488C-972A-E5F8986EA40A}"/>
                  </a:ext>
                </a:extLst>
              </p:cNvPr>
              <p:cNvSpPr>
                <a:spLocks noEditPoints="1"/>
              </p:cNvSpPr>
              <p:nvPr userDrawn="1"/>
            </p:nvSpPr>
            <p:spPr bwMode="auto">
              <a:xfrm>
                <a:off x="-4076" y="1304"/>
                <a:ext cx="94" cy="74"/>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9" name="Freeform 662">
                <a:extLst>
                  <a:ext uri="{FF2B5EF4-FFF2-40B4-BE49-F238E27FC236}">
                    <a16:creationId xmlns:a16="http://schemas.microsoft.com/office/drawing/2014/main" id="{0C8A56E0-2A24-47EB-AEC1-6B07F8FEEEF6}"/>
                  </a:ext>
                </a:extLst>
              </p:cNvPr>
              <p:cNvSpPr>
                <a:spLocks noEditPoints="1"/>
              </p:cNvSpPr>
              <p:nvPr userDrawn="1"/>
            </p:nvSpPr>
            <p:spPr bwMode="auto">
              <a:xfrm>
                <a:off x="-4935" y="1126"/>
                <a:ext cx="137" cy="10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0" name="Freeform 663">
                <a:extLst>
                  <a:ext uri="{FF2B5EF4-FFF2-40B4-BE49-F238E27FC236}">
                    <a16:creationId xmlns:a16="http://schemas.microsoft.com/office/drawing/2014/main" id="{792F2852-B3A4-4582-A0D6-BF6F28DFC216}"/>
                  </a:ext>
                </a:extLst>
              </p:cNvPr>
              <p:cNvSpPr>
                <a:spLocks noEditPoints="1"/>
              </p:cNvSpPr>
              <p:nvPr userDrawn="1"/>
            </p:nvSpPr>
            <p:spPr bwMode="auto">
              <a:xfrm>
                <a:off x="-3904" y="1707"/>
                <a:ext cx="119" cy="91"/>
              </a:xfrm>
              <a:custGeom>
                <a:avLst/>
                <a:gdLst>
                  <a:gd name="T0" fmla="*/ 46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3 h 121"/>
                  <a:gd name="T38" fmla="*/ 6 w 159"/>
                  <a:gd name="T39" fmla="*/ 45 h 121"/>
                  <a:gd name="T40" fmla="*/ 12 w 159"/>
                  <a:gd name="T41" fmla="*/ 38 h 121"/>
                  <a:gd name="T42" fmla="*/ 36 w 159"/>
                  <a:gd name="T43" fmla="*/ 31 h 121"/>
                  <a:gd name="T44" fmla="*/ 45 w 159"/>
                  <a:gd name="T45" fmla="*/ 32 h 121"/>
                  <a:gd name="T46" fmla="*/ 46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6"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1" name="Freeform 664">
                <a:extLst>
                  <a:ext uri="{FF2B5EF4-FFF2-40B4-BE49-F238E27FC236}">
                    <a16:creationId xmlns:a16="http://schemas.microsoft.com/office/drawing/2014/main" id="{C595DF0C-04AB-45BE-BB7F-31B9B501C867}"/>
                  </a:ext>
                </a:extLst>
              </p:cNvPr>
              <p:cNvSpPr>
                <a:spLocks noEditPoints="1"/>
              </p:cNvSpPr>
              <p:nvPr userDrawn="1"/>
            </p:nvSpPr>
            <p:spPr bwMode="auto">
              <a:xfrm>
                <a:off x="-4084" y="1380"/>
                <a:ext cx="125" cy="114"/>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2" name="Freeform 665">
                <a:extLst>
                  <a:ext uri="{FF2B5EF4-FFF2-40B4-BE49-F238E27FC236}">
                    <a16:creationId xmlns:a16="http://schemas.microsoft.com/office/drawing/2014/main" id="{BE637A5C-ADE1-4A61-B0F0-B86F97800052}"/>
                  </a:ext>
                </a:extLst>
              </p:cNvPr>
              <p:cNvSpPr>
                <a:spLocks noEditPoints="1"/>
              </p:cNvSpPr>
              <p:nvPr userDrawn="1"/>
            </p:nvSpPr>
            <p:spPr bwMode="auto">
              <a:xfrm>
                <a:off x="-3681" y="1964"/>
                <a:ext cx="115" cy="106"/>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36 w 153"/>
                  <a:gd name="T27" fmla="*/ 112 h 141"/>
                  <a:gd name="T28" fmla="*/ 125 w 153"/>
                  <a:gd name="T29" fmla="*/ 98 h 141"/>
                  <a:gd name="T30" fmla="*/ 113 w 153"/>
                  <a:gd name="T31" fmla="*/ 104 h 141"/>
                  <a:gd name="T32" fmla="*/ 91 w 153"/>
                  <a:gd name="T33" fmla="*/ 115 h 141"/>
                  <a:gd name="T34" fmla="*/ 88 w 153"/>
                  <a:gd name="T35" fmla="*/ 116 h 141"/>
                  <a:gd name="T36" fmla="*/ 72 w 153"/>
                  <a:gd name="T37" fmla="*/ 120 h 141"/>
                  <a:gd name="T38" fmla="*/ 72 w 153"/>
                  <a:gd name="T39" fmla="*/ 120 h 141"/>
                  <a:gd name="T40" fmla="*/ 44 w 153"/>
                  <a:gd name="T41" fmla="*/ 114 h 141"/>
                  <a:gd name="T42" fmla="*/ 42 w 153"/>
                  <a:gd name="T43" fmla="*/ 114 h 141"/>
                  <a:gd name="T44" fmla="*/ 6 w 153"/>
                  <a:gd name="T45" fmla="*/ 58 h 141"/>
                  <a:gd name="T46" fmla="*/ 10 w 153"/>
                  <a:gd name="T47" fmla="*/ 39 h 141"/>
                  <a:gd name="T48" fmla="*/ 10 w 153"/>
                  <a:gd name="T49" fmla="*/ 38 h 141"/>
                  <a:gd name="T50" fmla="*/ 40 w 153"/>
                  <a:gd name="T51" fmla="*/ 7 h 141"/>
                  <a:gd name="T52" fmla="*/ 21 w 153"/>
                  <a:gd name="T53" fmla="*/ 19 h 141"/>
                  <a:gd name="T54" fmla="*/ 5 w 153"/>
                  <a:gd name="T55" fmla="*/ 35 h 141"/>
                  <a:gd name="T56" fmla="*/ 5 w 153"/>
                  <a:gd name="T57" fmla="*/ 35 h 141"/>
                  <a:gd name="T58" fmla="*/ 8 w 153"/>
                  <a:gd name="T59" fmla="*/ 88 h 141"/>
                  <a:gd name="T60" fmla="*/ 39 w 153"/>
                  <a:gd name="T61" fmla="*/ 119 h 141"/>
                  <a:gd name="T62" fmla="*/ 72 w 153"/>
                  <a:gd name="T63" fmla="*/ 126 h 141"/>
                  <a:gd name="T64" fmla="*/ 105 w 153"/>
                  <a:gd name="T65" fmla="*/ 115 h 141"/>
                  <a:gd name="T66" fmla="*/ 123 w 153"/>
                  <a:gd name="T67" fmla="*/ 106 h 141"/>
                  <a:gd name="T68" fmla="*/ 143 w 153"/>
                  <a:gd name="T69" fmla="*/ 127 h 141"/>
                  <a:gd name="T70" fmla="*/ 142 w 153"/>
                  <a:gd name="T71" fmla="*/ 112 h 141"/>
                  <a:gd name="T72" fmla="*/ 142 w 153"/>
                  <a:gd name="T73" fmla="*/ 110 h 141"/>
                  <a:gd name="T74" fmla="*/ 150 w 153"/>
                  <a:gd name="T75" fmla="*/ 84 h 141"/>
                  <a:gd name="T76" fmla="*/ 147 w 153"/>
                  <a:gd name="T77" fmla="*/ 50 h 141"/>
                  <a:gd name="T78" fmla="*/ 93 w 153"/>
                  <a:gd name="T79" fmla="*/ 2 h 141"/>
                  <a:gd name="T80" fmla="*/ 93 w 153"/>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3" name="Freeform 666">
                <a:extLst>
                  <a:ext uri="{FF2B5EF4-FFF2-40B4-BE49-F238E27FC236}">
                    <a16:creationId xmlns:a16="http://schemas.microsoft.com/office/drawing/2014/main" id="{B47E79CF-EFCE-417E-9586-47E650694D48}"/>
                  </a:ext>
                </a:extLst>
              </p:cNvPr>
              <p:cNvSpPr>
                <a:spLocks/>
              </p:cNvSpPr>
              <p:nvPr userDrawn="1"/>
            </p:nvSpPr>
            <p:spPr bwMode="auto">
              <a:xfrm>
                <a:off x="-3577" y="2046"/>
                <a:ext cx="3" cy="2"/>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4" name="Freeform 667">
                <a:extLst>
                  <a:ext uri="{FF2B5EF4-FFF2-40B4-BE49-F238E27FC236}">
                    <a16:creationId xmlns:a16="http://schemas.microsoft.com/office/drawing/2014/main" id="{B680447D-BF8D-4A93-8E2F-27544FDC5368}"/>
                  </a:ext>
                </a:extLst>
              </p:cNvPr>
              <p:cNvSpPr>
                <a:spLocks noEditPoints="1"/>
              </p:cNvSpPr>
              <p:nvPr userDrawn="1"/>
            </p:nvSpPr>
            <p:spPr bwMode="auto">
              <a:xfrm>
                <a:off x="-4090" y="1767"/>
                <a:ext cx="156" cy="141"/>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2"/>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8"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5" name="Freeform 668">
                <a:extLst>
                  <a:ext uri="{FF2B5EF4-FFF2-40B4-BE49-F238E27FC236}">
                    <a16:creationId xmlns:a16="http://schemas.microsoft.com/office/drawing/2014/main" id="{224A0C2F-8A7F-4C89-B4F1-522BB5C99587}"/>
                  </a:ext>
                </a:extLst>
              </p:cNvPr>
              <p:cNvSpPr>
                <a:spLocks noEditPoints="1"/>
              </p:cNvSpPr>
              <p:nvPr userDrawn="1"/>
            </p:nvSpPr>
            <p:spPr bwMode="auto">
              <a:xfrm>
                <a:off x="-3915" y="2011"/>
                <a:ext cx="157" cy="141"/>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6" name="Freeform 669">
                <a:extLst>
                  <a:ext uri="{FF2B5EF4-FFF2-40B4-BE49-F238E27FC236}">
                    <a16:creationId xmlns:a16="http://schemas.microsoft.com/office/drawing/2014/main" id="{72208A31-960A-4A9F-ABA9-144881AE9EFF}"/>
                  </a:ext>
                </a:extLst>
              </p:cNvPr>
              <p:cNvSpPr>
                <a:spLocks noEditPoints="1"/>
              </p:cNvSpPr>
              <p:nvPr userDrawn="1"/>
            </p:nvSpPr>
            <p:spPr bwMode="auto">
              <a:xfrm>
                <a:off x="-4668" y="1681"/>
                <a:ext cx="157" cy="141"/>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7" name="Freeform 670">
                <a:extLst>
                  <a:ext uri="{FF2B5EF4-FFF2-40B4-BE49-F238E27FC236}">
                    <a16:creationId xmlns:a16="http://schemas.microsoft.com/office/drawing/2014/main" id="{00BD0902-74A4-4132-A94E-0F42E8F2ABCC}"/>
                  </a:ext>
                </a:extLst>
              </p:cNvPr>
              <p:cNvSpPr>
                <a:spLocks/>
              </p:cNvSpPr>
              <p:nvPr userDrawn="1"/>
            </p:nvSpPr>
            <p:spPr bwMode="auto">
              <a:xfrm>
                <a:off x="-4602" y="1682"/>
                <a:ext cx="0" cy="1"/>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8" name="Freeform 671">
                <a:extLst>
                  <a:ext uri="{FF2B5EF4-FFF2-40B4-BE49-F238E27FC236}">
                    <a16:creationId xmlns:a16="http://schemas.microsoft.com/office/drawing/2014/main" id="{6B4EE173-0653-4A6A-8D3F-7F6EE4FB3711}"/>
                  </a:ext>
                </a:extLst>
              </p:cNvPr>
              <p:cNvSpPr>
                <a:spLocks/>
              </p:cNvSpPr>
              <p:nvPr userDrawn="1"/>
            </p:nvSpPr>
            <p:spPr bwMode="auto">
              <a:xfrm>
                <a:off x="-4239" y="1417"/>
                <a:ext cx="156" cy="133"/>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9" name="Freeform 672">
                <a:extLst>
                  <a:ext uri="{FF2B5EF4-FFF2-40B4-BE49-F238E27FC236}">
                    <a16:creationId xmlns:a16="http://schemas.microsoft.com/office/drawing/2014/main" id="{E9B9C27B-21C0-4ED9-A5B4-3CDA4722D39F}"/>
                  </a:ext>
                </a:extLst>
              </p:cNvPr>
              <p:cNvSpPr>
                <a:spLocks/>
              </p:cNvSpPr>
              <p:nvPr userDrawn="1"/>
            </p:nvSpPr>
            <p:spPr bwMode="auto">
              <a:xfrm>
                <a:off x="-4152" y="1541"/>
                <a:ext cx="5" cy="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0" name="Freeform 673">
                <a:extLst>
                  <a:ext uri="{FF2B5EF4-FFF2-40B4-BE49-F238E27FC236}">
                    <a16:creationId xmlns:a16="http://schemas.microsoft.com/office/drawing/2014/main" id="{C1998157-54EA-4465-9F37-F49F60876E4C}"/>
                  </a:ext>
                </a:extLst>
              </p:cNvPr>
              <p:cNvSpPr>
                <a:spLocks/>
              </p:cNvSpPr>
              <p:nvPr userDrawn="1"/>
            </p:nvSpPr>
            <p:spPr bwMode="auto">
              <a:xfrm>
                <a:off x="-4231" y="1552"/>
                <a:ext cx="3" cy="6"/>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1" name="Freeform 674">
                <a:extLst>
                  <a:ext uri="{FF2B5EF4-FFF2-40B4-BE49-F238E27FC236}">
                    <a16:creationId xmlns:a16="http://schemas.microsoft.com/office/drawing/2014/main" id="{3441AB70-5C34-4C74-85C4-A6AA73D17F5F}"/>
                  </a:ext>
                </a:extLst>
              </p:cNvPr>
              <p:cNvSpPr>
                <a:spLocks/>
              </p:cNvSpPr>
              <p:nvPr userDrawn="1"/>
            </p:nvSpPr>
            <p:spPr bwMode="auto">
              <a:xfrm>
                <a:off x="-4230" y="1547"/>
                <a:ext cx="4" cy="7"/>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2" name="Freeform 675">
                <a:extLst>
                  <a:ext uri="{FF2B5EF4-FFF2-40B4-BE49-F238E27FC236}">
                    <a16:creationId xmlns:a16="http://schemas.microsoft.com/office/drawing/2014/main" id="{C6EA29EA-C889-4579-8455-CA2A29236AAB}"/>
                  </a:ext>
                </a:extLst>
              </p:cNvPr>
              <p:cNvSpPr>
                <a:spLocks noEditPoints="1"/>
              </p:cNvSpPr>
              <p:nvPr userDrawn="1"/>
            </p:nvSpPr>
            <p:spPr bwMode="auto">
              <a:xfrm>
                <a:off x="-3664" y="1318"/>
                <a:ext cx="228" cy="202"/>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3" name="Freeform 676">
                <a:extLst>
                  <a:ext uri="{FF2B5EF4-FFF2-40B4-BE49-F238E27FC236}">
                    <a16:creationId xmlns:a16="http://schemas.microsoft.com/office/drawing/2014/main" id="{8BDAF2F1-08F9-4537-858D-71565BEF48CD}"/>
                  </a:ext>
                </a:extLst>
              </p:cNvPr>
              <p:cNvSpPr>
                <a:spLocks noEditPoints="1"/>
              </p:cNvSpPr>
              <p:nvPr userDrawn="1"/>
            </p:nvSpPr>
            <p:spPr bwMode="auto">
              <a:xfrm>
                <a:off x="-3543" y="1318"/>
                <a:ext cx="19" cy="4"/>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4" name="Freeform 677">
                <a:extLst>
                  <a:ext uri="{FF2B5EF4-FFF2-40B4-BE49-F238E27FC236}">
                    <a16:creationId xmlns:a16="http://schemas.microsoft.com/office/drawing/2014/main" id="{835F99D4-666A-4A24-A6AD-F11C646EAA57}"/>
                  </a:ext>
                </a:extLst>
              </p:cNvPr>
              <p:cNvSpPr>
                <a:spLocks/>
              </p:cNvSpPr>
              <p:nvPr userDrawn="1"/>
            </p:nvSpPr>
            <p:spPr bwMode="auto">
              <a:xfrm>
                <a:off x="-3664"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5" name="Freeform 678">
                <a:extLst>
                  <a:ext uri="{FF2B5EF4-FFF2-40B4-BE49-F238E27FC236}">
                    <a16:creationId xmlns:a16="http://schemas.microsoft.com/office/drawing/2014/main" id="{CF3596FA-A951-4A7E-A38C-FB26F582C943}"/>
                  </a:ext>
                </a:extLst>
              </p:cNvPr>
              <p:cNvSpPr>
                <a:spLocks noEditPoints="1"/>
              </p:cNvSpPr>
              <p:nvPr userDrawn="1"/>
            </p:nvSpPr>
            <p:spPr bwMode="auto">
              <a:xfrm>
                <a:off x="-4744" y="1847"/>
                <a:ext cx="175" cy="156"/>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7 h 208"/>
                  <a:gd name="T54" fmla="*/ 15 w 233"/>
                  <a:gd name="T55" fmla="*/ 77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2 h 208"/>
                  <a:gd name="T74" fmla="*/ 25 w 233"/>
                  <a:gd name="T75" fmla="*/ 46 h 208"/>
                  <a:gd name="T76" fmla="*/ 9 w 233"/>
                  <a:gd name="T77" fmla="*/ 75 h 208"/>
                  <a:gd name="T78" fmla="*/ 0 w 233"/>
                  <a:gd name="T79" fmla="*/ 107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2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6" name="Freeform 679">
                <a:extLst>
                  <a:ext uri="{FF2B5EF4-FFF2-40B4-BE49-F238E27FC236}">
                    <a16:creationId xmlns:a16="http://schemas.microsoft.com/office/drawing/2014/main" id="{7042062E-ED37-4544-A714-887ACF9AE8CC}"/>
                  </a:ext>
                </a:extLst>
              </p:cNvPr>
              <p:cNvSpPr>
                <a:spLocks noEditPoints="1"/>
              </p:cNvSpPr>
              <p:nvPr userDrawn="1"/>
            </p:nvSpPr>
            <p:spPr bwMode="auto">
              <a:xfrm>
                <a:off x="-3961" y="1432"/>
                <a:ext cx="127" cy="88"/>
              </a:xfrm>
              <a:custGeom>
                <a:avLst/>
                <a:gdLst>
                  <a:gd name="T0" fmla="*/ 63 w 169"/>
                  <a:gd name="T1" fmla="*/ 111 h 117"/>
                  <a:gd name="T2" fmla="*/ 63 w 169"/>
                  <a:gd name="T3" fmla="*/ 111 h 117"/>
                  <a:gd name="T4" fmla="*/ 63 w 169"/>
                  <a:gd name="T5" fmla="*/ 111 h 117"/>
                  <a:gd name="T6" fmla="*/ 63 w 169"/>
                  <a:gd name="T7" fmla="*/ 111 h 117"/>
                  <a:gd name="T8" fmla="*/ 9 w 169"/>
                  <a:gd name="T9" fmla="*/ 49 h 117"/>
                  <a:gd name="T10" fmla="*/ 11 w 169"/>
                  <a:gd name="T11" fmla="*/ 47 h 117"/>
                  <a:gd name="T12" fmla="*/ 9 w 169"/>
                  <a:gd name="T13" fmla="*/ 49 h 117"/>
                  <a:gd name="T14" fmla="*/ 72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2 w 169"/>
                  <a:gd name="T35" fmla="*/ 106 h 117"/>
                  <a:gd name="T36" fmla="*/ 46 w 169"/>
                  <a:gd name="T37" fmla="*/ 99 h 117"/>
                  <a:gd name="T38" fmla="*/ 42 w 169"/>
                  <a:gd name="T39" fmla="*/ 85 h 117"/>
                  <a:gd name="T40" fmla="*/ 42 w 169"/>
                  <a:gd name="T41" fmla="*/ 84 h 117"/>
                  <a:gd name="T42" fmla="*/ 21 w 169"/>
                  <a:gd name="T43" fmla="*/ 55 h 117"/>
                  <a:gd name="T44" fmla="*/ 42 w 169"/>
                  <a:gd name="T45" fmla="*/ 67 h 117"/>
                  <a:gd name="T46" fmla="*/ 42 w 169"/>
                  <a:gd name="T47" fmla="*/ 32 h 117"/>
                  <a:gd name="T48" fmla="*/ 48 w 169"/>
                  <a:gd name="T49" fmla="*/ 19 h 117"/>
                  <a:gd name="T50" fmla="*/ 57 w 169"/>
                  <a:gd name="T51" fmla="*/ 10 h 117"/>
                  <a:gd name="T52" fmla="*/ 72 w 169"/>
                  <a:gd name="T53" fmla="*/ 6 h 117"/>
                  <a:gd name="T54" fmla="*/ 72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7" name="Freeform 680">
                <a:extLst>
                  <a:ext uri="{FF2B5EF4-FFF2-40B4-BE49-F238E27FC236}">
                    <a16:creationId xmlns:a16="http://schemas.microsoft.com/office/drawing/2014/main" id="{690BEE34-CA25-439F-97DE-2FB8146E64BD}"/>
                  </a:ext>
                </a:extLst>
              </p:cNvPr>
              <p:cNvSpPr>
                <a:spLocks noEditPoints="1"/>
              </p:cNvSpPr>
              <p:nvPr userDrawn="1"/>
            </p:nvSpPr>
            <p:spPr bwMode="auto">
              <a:xfrm>
                <a:off x="-4577" y="1959"/>
                <a:ext cx="78" cy="52"/>
              </a:xfrm>
              <a:custGeom>
                <a:avLst/>
                <a:gdLst>
                  <a:gd name="T0" fmla="*/ 9 w 104"/>
                  <a:gd name="T1" fmla="*/ 31 h 70"/>
                  <a:gd name="T2" fmla="*/ 10 w 104"/>
                  <a:gd name="T3" fmla="*/ 28 h 70"/>
                  <a:gd name="T4" fmla="*/ 9 w 104"/>
                  <a:gd name="T5" fmla="*/ 31 h 70"/>
                  <a:gd name="T6" fmla="*/ 46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1 w 104"/>
                  <a:gd name="T23" fmla="*/ 64 h 70"/>
                  <a:gd name="T24" fmla="*/ 41 w 104"/>
                  <a:gd name="T25" fmla="*/ 64 h 70"/>
                  <a:gd name="T26" fmla="*/ 35 w 104"/>
                  <a:gd name="T27" fmla="*/ 62 h 70"/>
                  <a:gd name="T28" fmla="*/ 32 w 104"/>
                  <a:gd name="T29" fmla="*/ 58 h 70"/>
                  <a:gd name="T30" fmla="*/ 30 w 104"/>
                  <a:gd name="T31" fmla="*/ 50 h 70"/>
                  <a:gd name="T32" fmla="*/ 30 w 104"/>
                  <a:gd name="T33" fmla="*/ 49 h 70"/>
                  <a:gd name="T34" fmla="*/ 21 w 104"/>
                  <a:gd name="T35" fmla="*/ 37 h 70"/>
                  <a:gd name="T36" fmla="*/ 30 w 104"/>
                  <a:gd name="T37" fmla="*/ 42 h 70"/>
                  <a:gd name="T38" fmla="*/ 30 w 104"/>
                  <a:gd name="T39" fmla="*/ 19 h 70"/>
                  <a:gd name="T40" fmla="*/ 33 w 104"/>
                  <a:gd name="T41" fmla="*/ 12 h 70"/>
                  <a:gd name="T42" fmla="*/ 38 w 104"/>
                  <a:gd name="T43" fmla="*/ 8 h 70"/>
                  <a:gd name="T44" fmla="*/ 46 w 104"/>
                  <a:gd name="T45" fmla="*/ 6 h 70"/>
                  <a:gd name="T46" fmla="*/ 46 w 104"/>
                  <a:gd name="T47" fmla="*/ 6 h 70"/>
                  <a:gd name="T48" fmla="*/ 84 w 104"/>
                  <a:gd name="T49" fmla="*/ 0 h 70"/>
                  <a:gd name="T50" fmla="*/ 46 w 104"/>
                  <a:gd name="T51" fmla="*/ 0 h 70"/>
                  <a:gd name="T52" fmla="*/ 46 w 104"/>
                  <a:gd name="T53" fmla="*/ 0 h 70"/>
                  <a:gd name="T54" fmla="*/ 35 w 104"/>
                  <a:gd name="T55" fmla="*/ 3 h 70"/>
                  <a:gd name="T56" fmla="*/ 26 w 104"/>
                  <a:gd name="T57" fmla="*/ 13 h 70"/>
                  <a:gd name="T58" fmla="*/ 24 w 104"/>
                  <a:gd name="T59" fmla="*/ 19 h 70"/>
                  <a:gd name="T60" fmla="*/ 24 w 104"/>
                  <a:gd name="T61" fmla="*/ 19 h 70"/>
                  <a:gd name="T62" fmla="*/ 24 w 104"/>
                  <a:gd name="T63" fmla="*/ 32 h 70"/>
                  <a:gd name="T64" fmla="*/ 0 w 104"/>
                  <a:gd name="T65" fmla="*/ 19 h 70"/>
                  <a:gd name="T66" fmla="*/ 8 w 104"/>
                  <a:gd name="T67" fmla="*/ 30 h 70"/>
                  <a:gd name="T68" fmla="*/ 10 w 104"/>
                  <a:gd name="T69" fmla="*/ 28 h 70"/>
                  <a:gd name="T70" fmla="*/ 8 w 104"/>
                  <a:gd name="T71" fmla="*/ 30 h 70"/>
                  <a:gd name="T72" fmla="*/ 24 w 104"/>
                  <a:gd name="T73" fmla="*/ 51 h 70"/>
                  <a:gd name="T74" fmla="*/ 27 w 104"/>
                  <a:gd name="T75" fmla="*/ 61 h 70"/>
                  <a:gd name="T76" fmla="*/ 35 w 104"/>
                  <a:gd name="T77" fmla="*/ 69 h 70"/>
                  <a:gd name="T78" fmla="*/ 40 w 104"/>
                  <a:gd name="T79" fmla="*/ 70 h 70"/>
                  <a:gd name="T80" fmla="*/ 40 w 104"/>
                  <a:gd name="T81" fmla="*/ 70 h 70"/>
                  <a:gd name="T82" fmla="*/ 81 w 104"/>
                  <a:gd name="T83" fmla="*/ 70 h 70"/>
                  <a:gd name="T84" fmla="*/ 81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0" y="28"/>
                      <a:pt x="10" y="28"/>
                      <a:pt x="10" y="28"/>
                    </a:cubicBezTo>
                    <a:cubicBezTo>
                      <a:pt x="9" y="31"/>
                      <a:pt x="9" y="31"/>
                      <a:pt x="9" y="31"/>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8" name="Freeform 681">
                <a:extLst>
                  <a:ext uri="{FF2B5EF4-FFF2-40B4-BE49-F238E27FC236}">
                    <a16:creationId xmlns:a16="http://schemas.microsoft.com/office/drawing/2014/main" id="{F75BEBAB-3343-46E9-B909-9E5380057269}"/>
                  </a:ext>
                </a:extLst>
              </p:cNvPr>
              <p:cNvSpPr>
                <a:spLocks noEditPoints="1"/>
              </p:cNvSpPr>
              <p:nvPr userDrawn="1"/>
            </p:nvSpPr>
            <p:spPr bwMode="auto">
              <a:xfrm>
                <a:off x="-4854" y="2024"/>
                <a:ext cx="107" cy="74"/>
              </a:xfrm>
              <a:custGeom>
                <a:avLst/>
                <a:gdLst>
                  <a:gd name="T0" fmla="*/ 9 w 143"/>
                  <a:gd name="T1" fmla="*/ 42 h 98"/>
                  <a:gd name="T2" fmla="*/ 11 w 143"/>
                  <a:gd name="T3" fmla="*/ 39 h 98"/>
                  <a:gd name="T4" fmla="*/ 9 w 143"/>
                  <a:gd name="T5" fmla="*/ 42 h 98"/>
                  <a:gd name="T6" fmla="*/ 37 w 143"/>
                  <a:gd name="T7" fmla="*/ 27 h 98"/>
                  <a:gd name="T8" fmla="*/ 37 w 143"/>
                  <a:gd name="T9" fmla="*/ 27 h 98"/>
                  <a:gd name="T10" fmla="*/ 62 w 143"/>
                  <a:gd name="T11" fmla="*/ 6 h 98"/>
                  <a:gd name="T12" fmla="*/ 115 w 143"/>
                  <a:gd name="T13" fmla="*/ 6 h 98"/>
                  <a:gd name="T14" fmla="*/ 125 w 143"/>
                  <a:gd name="T15" fmla="*/ 10 h 98"/>
                  <a:gd name="T16" fmla="*/ 137 w 143"/>
                  <a:gd name="T17" fmla="*/ 28 h 98"/>
                  <a:gd name="T18" fmla="*/ 137 w 143"/>
                  <a:gd name="T19" fmla="*/ 76 h 98"/>
                  <a:gd name="T20" fmla="*/ 137 w 143"/>
                  <a:gd name="T21" fmla="*/ 76 h 98"/>
                  <a:gd name="T22" fmla="*/ 137 w 143"/>
                  <a:gd name="T23" fmla="*/ 76 h 98"/>
                  <a:gd name="T24" fmla="*/ 137 w 143"/>
                  <a:gd name="T25" fmla="*/ 76 h 98"/>
                  <a:gd name="T26" fmla="*/ 137 w 143"/>
                  <a:gd name="T27" fmla="*/ 76 h 98"/>
                  <a:gd name="T28" fmla="*/ 137 w 143"/>
                  <a:gd name="T29" fmla="*/ 77 h 98"/>
                  <a:gd name="T30" fmla="*/ 134 w 143"/>
                  <a:gd name="T31" fmla="*/ 85 h 98"/>
                  <a:gd name="T32" fmla="*/ 112 w 143"/>
                  <a:gd name="T33" fmla="*/ 92 h 98"/>
                  <a:gd name="T34" fmla="*/ 54 w 143"/>
                  <a:gd name="T35" fmla="*/ 92 h 98"/>
                  <a:gd name="T36" fmla="*/ 46 w 143"/>
                  <a:gd name="T37" fmla="*/ 89 h 98"/>
                  <a:gd name="T38" fmla="*/ 40 w 143"/>
                  <a:gd name="T39" fmla="*/ 82 h 98"/>
                  <a:gd name="T40" fmla="*/ 38 w 143"/>
                  <a:gd name="T41" fmla="*/ 71 h 98"/>
                  <a:gd name="T42" fmla="*/ 38 w 143"/>
                  <a:gd name="T43" fmla="*/ 70 h 98"/>
                  <a:gd name="T44" fmla="*/ 21 w 143"/>
                  <a:gd name="T45" fmla="*/ 48 h 98"/>
                  <a:gd name="T46" fmla="*/ 38 w 143"/>
                  <a:gd name="T47" fmla="*/ 57 h 98"/>
                  <a:gd name="T48" fmla="*/ 38 w 143"/>
                  <a:gd name="T49" fmla="*/ 27 h 98"/>
                  <a:gd name="T50" fmla="*/ 42 w 143"/>
                  <a:gd name="T51" fmla="*/ 17 h 98"/>
                  <a:gd name="T52" fmla="*/ 49 w 143"/>
                  <a:gd name="T53" fmla="*/ 10 h 98"/>
                  <a:gd name="T54" fmla="*/ 62 w 143"/>
                  <a:gd name="T55" fmla="*/ 6 h 98"/>
                  <a:gd name="T56" fmla="*/ 62 w 143"/>
                  <a:gd name="T57" fmla="*/ 6 h 98"/>
                  <a:gd name="T58" fmla="*/ 115 w 143"/>
                  <a:gd name="T59" fmla="*/ 0 h 98"/>
                  <a:gd name="T60" fmla="*/ 62 w 143"/>
                  <a:gd name="T61" fmla="*/ 0 h 98"/>
                  <a:gd name="T62" fmla="*/ 62 w 143"/>
                  <a:gd name="T63" fmla="*/ 0 h 98"/>
                  <a:gd name="T64" fmla="*/ 46 w 143"/>
                  <a:gd name="T65" fmla="*/ 5 h 98"/>
                  <a:gd name="T66" fmla="*/ 34 w 143"/>
                  <a:gd name="T67" fmla="*/ 18 h 98"/>
                  <a:gd name="T68" fmla="*/ 32 w 143"/>
                  <a:gd name="T69" fmla="*/ 26 h 98"/>
                  <a:gd name="T70" fmla="*/ 32 w 143"/>
                  <a:gd name="T71" fmla="*/ 26 h 98"/>
                  <a:gd name="T72" fmla="*/ 32 w 143"/>
                  <a:gd name="T73" fmla="*/ 47 h 98"/>
                  <a:gd name="T74" fmla="*/ 0 w 143"/>
                  <a:gd name="T75" fmla="*/ 30 h 98"/>
                  <a:gd name="T76" fmla="*/ 8 w 143"/>
                  <a:gd name="T77" fmla="*/ 41 h 98"/>
                  <a:gd name="T78" fmla="*/ 11 w 143"/>
                  <a:gd name="T79" fmla="*/ 39 h 98"/>
                  <a:gd name="T80" fmla="*/ 8 w 143"/>
                  <a:gd name="T81" fmla="*/ 41 h 98"/>
                  <a:gd name="T82" fmla="*/ 32 w 143"/>
                  <a:gd name="T83" fmla="*/ 72 h 98"/>
                  <a:gd name="T84" fmla="*/ 35 w 143"/>
                  <a:gd name="T85" fmla="*/ 85 h 98"/>
                  <a:gd name="T86" fmla="*/ 47 w 143"/>
                  <a:gd name="T87" fmla="*/ 96 h 98"/>
                  <a:gd name="T88" fmla="*/ 54 w 143"/>
                  <a:gd name="T89" fmla="*/ 98 h 98"/>
                  <a:gd name="T90" fmla="*/ 54 w 143"/>
                  <a:gd name="T91" fmla="*/ 98 h 98"/>
                  <a:gd name="T92" fmla="*/ 112 w 143"/>
                  <a:gd name="T93" fmla="*/ 98 h 98"/>
                  <a:gd name="T94" fmla="*/ 112 w 143"/>
                  <a:gd name="T95" fmla="*/ 98 h 98"/>
                  <a:gd name="T96" fmla="*/ 138 w 143"/>
                  <a:gd name="T97" fmla="*/ 89 h 98"/>
                  <a:gd name="T98" fmla="*/ 143 w 143"/>
                  <a:gd name="T99" fmla="*/ 77 h 98"/>
                  <a:gd name="T100" fmla="*/ 143 w 143"/>
                  <a:gd name="T101" fmla="*/ 75 h 98"/>
                  <a:gd name="T102" fmla="*/ 143 w 143"/>
                  <a:gd name="T103" fmla="*/ 27 h 98"/>
                  <a:gd name="T104" fmla="*/ 143 w 143"/>
                  <a:gd name="T105" fmla="*/ 27 h 98"/>
                  <a:gd name="T106" fmla="*/ 127 w 143"/>
                  <a:gd name="T107" fmla="*/ 4 h 98"/>
                  <a:gd name="T108" fmla="*/ 116 w 143"/>
                  <a:gd name="T109" fmla="*/ 0 h 98"/>
                  <a:gd name="T110" fmla="*/ 115 w 143"/>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 h="98">
                    <a:moveTo>
                      <a:pt x="9" y="42"/>
                    </a:moveTo>
                    <a:cubicBezTo>
                      <a:pt x="11" y="39"/>
                      <a:pt x="11" y="39"/>
                      <a:pt x="11" y="39"/>
                    </a:cubicBezTo>
                    <a:cubicBezTo>
                      <a:pt x="9" y="42"/>
                      <a:pt x="9" y="42"/>
                      <a:pt x="9" y="42"/>
                    </a:cubicBezTo>
                    <a:moveTo>
                      <a:pt x="37" y="27"/>
                    </a:moveTo>
                    <a:cubicBezTo>
                      <a:pt x="37" y="27"/>
                      <a:pt x="37" y="27"/>
                      <a:pt x="37" y="27"/>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9" name="Freeform 682">
                <a:extLst>
                  <a:ext uri="{FF2B5EF4-FFF2-40B4-BE49-F238E27FC236}">
                    <a16:creationId xmlns:a16="http://schemas.microsoft.com/office/drawing/2014/main" id="{D1D74B83-9ECD-4554-B279-BFA4006399B5}"/>
                  </a:ext>
                </a:extLst>
              </p:cNvPr>
              <p:cNvSpPr>
                <a:spLocks noEditPoints="1"/>
              </p:cNvSpPr>
              <p:nvPr userDrawn="1"/>
            </p:nvSpPr>
            <p:spPr bwMode="auto">
              <a:xfrm>
                <a:off x="-4412" y="1770"/>
                <a:ext cx="84" cy="57"/>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2 w 112"/>
                  <a:gd name="T13" fmla="*/ 21 h 76"/>
                  <a:gd name="T14" fmla="*/ 32 w 112"/>
                  <a:gd name="T15" fmla="*/ 21 h 76"/>
                  <a:gd name="T16" fmla="*/ 32 w 112"/>
                  <a:gd name="T17" fmla="*/ 21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35 w 112"/>
                  <a:gd name="T53" fmla="*/ 13 h 76"/>
                  <a:gd name="T54" fmla="*/ 40 w 112"/>
                  <a:gd name="T55" fmla="*/ 8 h 76"/>
                  <a:gd name="T56" fmla="*/ 49 w 112"/>
                  <a:gd name="T57" fmla="*/ 6 h 76"/>
                  <a:gd name="T58" fmla="*/ 49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2" y="7"/>
                      <a:pt x="45" y="6"/>
                      <a:pt x="49" y="6"/>
                    </a:cubicBezTo>
                    <a:cubicBezTo>
                      <a:pt x="49" y="6"/>
                      <a:pt x="49" y="6"/>
                      <a:pt x="49"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0" name="Freeform 683">
                <a:extLst>
                  <a:ext uri="{FF2B5EF4-FFF2-40B4-BE49-F238E27FC236}">
                    <a16:creationId xmlns:a16="http://schemas.microsoft.com/office/drawing/2014/main" id="{675DA2D1-CE18-43A9-BB14-41525DE66BB5}"/>
                  </a:ext>
                </a:extLst>
              </p:cNvPr>
              <p:cNvSpPr>
                <a:spLocks noEditPoints="1"/>
              </p:cNvSpPr>
              <p:nvPr userDrawn="1"/>
            </p:nvSpPr>
            <p:spPr bwMode="auto">
              <a:xfrm>
                <a:off x="-4419" y="1633"/>
                <a:ext cx="126" cy="116"/>
              </a:xfrm>
              <a:custGeom>
                <a:avLst/>
                <a:gdLst>
                  <a:gd name="T0" fmla="*/ 7 w 167"/>
                  <a:gd name="T1" fmla="*/ 64 h 155"/>
                  <a:gd name="T2" fmla="*/ 9 w 167"/>
                  <a:gd name="T3" fmla="*/ 61 h 155"/>
                  <a:gd name="T4" fmla="*/ 7 w 167"/>
                  <a:gd name="T5" fmla="*/ 64 h 155"/>
                  <a:gd name="T6" fmla="*/ 41 w 167"/>
                  <a:gd name="T7" fmla="*/ 41 h 155"/>
                  <a:gd name="T8" fmla="*/ 46 w 167"/>
                  <a:gd name="T9" fmla="*/ 22 h 155"/>
                  <a:gd name="T10" fmla="*/ 56 w 167"/>
                  <a:gd name="T11" fmla="*/ 11 h 155"/>
                  <a:gd name="T12" fmla="*/ 71 w 167"/>
                  <a:gd name="T13" fmla="*/ 6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7 h 155"/>
                  <a:gd name="T46" fmla="*/ 41 w 167"/>
                  <a:gd name="T47" fmla="*/ 41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41" y="41"/>
                    </a:moveTo>
                    <a:cubicBezTo>
                      <a:pt x="41" y="40"/>
                      <a:pt x="42" y="31"/>
                      <a:pt x="46" y="22"/>
                    </a:cubicBezTo>
                    <a:cubicBezTo>
                      <a:pt x="49" y="18"/>
                      <a:pt x="52" y="14"/>
                      <a:pt x="56" y="11"/>
                    </a:cubicBezTo>
                    <a:cubicBezTo>
                      <a:pt x="59" y="8"/>
                      <a:pt x="64" y="6"/>
                      <a:pt x="71" y="6"/>
                    </a:cubicBezTo>
                    <a:cubicBezTo>
                      <a:pt x="71" y="6"/>
                      <a:pt x="71" y="6"/>
                      <a:pt x="71" y="6"/>
                    </a:cubicBez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1" name="Freeform 684">
                <a:extLst>
                  <a:ext uri="{FF2B5EF4-FFF2-40B4-BE49-F238E27FC236}">
                    <a16:creationId xmlns:a16="http://schemas.microsoft.com/office/drawing/2014/main" id="{CE65FEAF-497B-4C24-878D-2CBF128E745A}"/>
                  </a:ext>
                </a:extLst>
              </p:cNvPr>
              <p:cNvSpPr>
                <a:spLocks noEditPoints="1"/>
              </p:cNvSpPr>
              <p:nvPr userDrawn="1"/>
            </p:nvSpPr>
            <p:spPr bwMode="auto">
              <a:xfrm>
                <a:off x="-4729" y="1403"/>
                <a:ext cx="125" cy="117"/>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2" name="Freeform 685">
                <a:extLst>
                  <a:ext uri="{FF2B5EF4-FFF2-40B4-BE49-F238E27FC236}">
                    <a16:creationId xmlns:a16="http://schemas.microsoft.com/office/drawing/2014/main" id="{70623A1C-C03F-4510-A87B-8665AF8942F6}"/>
                  </a:ext>
                </a:extLst>
              </p:cNvPr>
              <p:cNvSpPr>
                <a:spLocks/>
              </p:cNvSpPr>
              <p:nvPr userDrawn="1"/>
            </p:nvSpPr>
            <p:spPr bwMode="auto">
              <a:xfrm>
                <a:off x="-4609"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3" name="Freeform 686">
                <a:extLst>
                  <a:ext uri="{FF2B5EF4-FFF2-40B4-BE49-F238E27FC236}">
                    <a16:creationId xmlns:a16="http://schemas.microsoft.com/office/drawing/2014/main" id="{CBF46849-1833-4C32-B971-BF0576B7CAB1}"/>
                  </a:ext>
                </a:extLst>
              </p:cNvPr>
              <p:cNvSpPr>
                <a:spLocks noEditPoints="1"/>
              </p:cNvSpPr>
              <p:nvPr userDrawn="1"/>
            </p:nvSpPr>
            <p:spPr bwMode="auto">
              <a:xfrm>
                <a:off x="-4344" y="1802"/>
                <a:ext cx="90" cy="12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1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4" name="Freeform 687">
                <a:extLst>
                  <a:ext uri="{FF2B5EF4-FFF2-40B4-BE49-F238E27FC236}">
                    <a16:creationId xmlns:a16="http://schemas.microsoft.com/office/drawing/2014/main" id="{5FEE33C0-62C5-4DF6-ABCB-A507E0F4FE1F}"/>
                  </a:ext>
                </a:extLst>
              </p:cNvPr>
              <p:cNvSpPr>
                <a:spLocks noEditPoints="1"/>
              </p:cNvSpPr>
              <p:nvPr userDrawn="1"/>
            </p:nvSpPr>
            <p:spPr bwMode="auto">
              <a:xfrm>
                <a:off x="-4794" y="1476"/>
                <a:ext cx="90" cy="126"/>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5" name="Freeform 688">
                <a:extLst>
                  <a:ext uri="{FF2B5EF4-FFF2-40B4-BE49-F238E27FC236}">
                    <a16:creationId xmlns:a16="http://schemas.microsoft.com/office/drawing/2014/main" id="{25333176-393A-43F8-BBDA-C420F06B2052}"/>
                  </a:ext>
                </a:extLst>
              </p:cNvPr>
              <p:cNvSpPr>
                <a:spLocks/>
              </p:cNvSpPr>
              <p:nvPr userDrawn="1"/>
            </p:nvSpPr>
            <p:spPr bwMode="auto">
              <a:xfrm>
                <a:off x="-4709" y="1578"/>
                <a:ext cx="4" cy="3"/>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6" name="Freeform 689">
                <a:extLst>
                  <a:ext uri="{FF2B5EF4-FFF2-40B4-BE49-F238E27FC236}">
                    <a16:creationId xmlns:a16="http://schemas.microsoft.com/office/drawing/2014/main" id="{CE867D51-4FE7-4D33-BB48-9B95DB4AB109}"/>
                  </a:ext>
                </a:extLst>
              </p:cNvPr>
              <p:cNvSpPr>
                <a:spLocks noEditPoints="1"/>
              </p:cNvSpPr>
              <p:nvPr userDrawn="1"/>
            </p:nvSpPr>
            <p:spPr bwMode="auto">
              <a:xfrm>
                <a:off x="-4091" y="1504"/>
                <a:ext cx="164" cy="98"/>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7" name="Freeform 690">
                <a:extLst>
                  <a:ext uri="{FF2B5EF4-FFF2-40B4-BE49-F238E27FC236}">
                    <a16:creationId xmlns:a16="http://schemas.microsoft.com/office/drawing/2014/main" id="{F69FF07C-9FAC-4FF1-BE86-F884DCCE7DB0}"/>
                  </a:ext>
                </a:extLst>
              </p:cNvPr>
              <p:cNvSpPr>
                <a:spLocks noEditPoints="1"/>
              </p:cNvSpPr>
              <p:nvPr userDrawn="1"/>
            </p:nvSpPr>
            <p:spPr bwMode="auto">
              <a:xfrm>
                <a:off x="-3916" y="1533"/>
                <a:ext cx="105" cy="103"/>
              </a:xfrm>
              <a:custGeom>
                <a:avLst/>
                <a:gdLst>
                  <a:gd name="T0" fmla="*/ 24 w 140"/>
                  <a:gd name="T1" fmla="*/ 8 h 137"/>
                  <a:gd name="T2" fmla="*/ 99 w 140"/>
                  <a:gd name="T3" fmla="*/ 6 h 137"/>
                  <a:gd name="T4" fmla="*/ 100 w 140"/>
                  <a:gd name="T5" fmla="*/ 6 h 137"/>
                  <a:gd name="T6" fmla="*/ 116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3 w 140"/>
                  <a:gd name="T19" fmla="*/ 104 h 137"/>
                  <a:gd name="T20" fmla="*/ 76 w 140"/>
                  <a:gd name="T21" fmla="*/ 122 h 137"/>
                  <a:gd name="T22" fmla="*/ 42 w 140"/>
                  <a:gd name="T23" fmla="*/ 105 h 137"/>
                  <a:gd name="T24" fmla="*/ 41 w 140"/>
                  <a:gd name="T25" fmla="*/ 105 h 137"/>
                  <a:gd name="T26" fmla="*/ 41 w 140"/>
                  <a:gd name="T27" fmla="*/ 105 h 137"/>
                  <a:gd name="T28" fmla="*/ 37 w 140"/>
                  <a:gd name="T29" fmla="*/ 106 h 137"/>
                  <a:gd name="T30" fmla="*/ 37 w 140"/>
                  <a:gd name="T31" fmla="*/ 106 h 137"/>
                  <a:gd name="T32" fmla="*/ 21 w 140"/>
                  <a:gd name="T33" fmla="*/ 104 h 137"/>
                  <a:gd name="T34" fmla="*/ 13 w 140"/>
                  <a:gd name="T35" fmla="*/ 100 h 137"/>
                  <a:gd name="T36" fmla="*/ 8 w 140"/>
                  <a:gd name="T37" fmla="*/ 94 h 137"/>
                  <a:gd name="T38" fmla="*/ 6 w 140"/>
                  <a:gd name="T39" fmla="*/ 27 h 137"/>
                  <a:gd name="T40" fmla="*/ 10 w 140"/>
                  <a:gd name="T41" fmla="*/ 17 h 137"/>
                  <a:gd name="T42" fmla="*/ 16 w 140"/>
                  <a:gd name="T43" fmla="*/ 11 h 137"/>
                  <a:gd name="T44" fmla="*/ 24 w 140"/>
                  <a:gd name="T45" fmla="*/ 8 h 137"/>
                  <a:gd name="T46" fmla="*/ 24 w 140"/>
                  <a:gd name="T47" fmla="*/ 8 h 137"/>
                  <a:gd name="T48" fmla="*/ 99 w 140"/>
                  <a:gd name="T49" fmla="*/ 0 h 137"/>
                  <a:gd name="T50" fmla="*/ 24 w 140"/>
                  <a:gd name="T51" fmla="*/ 2 h 137"/>
                  <a:gd name="T52" fmla="*/ 12 w 140"/>
                  <a:gd name="T53" fmla="*/ 6 h 137"/>
                  <a:gd name="T54" fmla="*/ 2 w 140"/>
                  <a:gd name="T55" fmla="*/ 19 h 137"/>
                  <a:gd name="T56" fmla="*/ 0 w 140"/>
                  <a:gd name="T57" fmla="*/ 26 h 137"/>
                  <a:gd name="T58" fmla="*/ 0 w 140"/>
                  <a:gd name="T59" fmla="*/ 26 h 137"/>
                  <a:gd name="T60" fmla="*/ 2 w 140"/>
                  <a:gd name="T61" fmla="*/ 96 h 137"/>
                  <a:gd name="T62" fmla="*/ 3 w 140"/>
                  <a:gd name="T63" fmla="*/ 97 h 137"/>
                  <a:gd name="T64" fmla="*/ 10 w 140"/>
                  <a:gd name="T65" fmla="*/ 105 h 137"/>
                  <a:gd name="T66" fmla="*/ 24 w 140"/>
                  <a:gd name="T67" fmla="*/ 110 h 137"/>
                  <a:gd name="T68" fmla="*/ 37 w 140"/>
                  <a:gd name="T69" fmla="*/ 112 h 137"/>
                  <a:gd name="T70" fmla="*/ 41 w 140"/>
                  <a:gd name="T71" fmla="*/ 111 h 137"/>
                  <a:gd name="T72" fmla="*/ 94 w 140"/>
                  <a:gd name="T73" fmla="*/ 137 h 137"/>
                  <a:gd name="T74" fmla="*/ 75 w 140"/>
                  <a:gd name="T75" fmla="*/ 109 h 137"/>
                  <a:gd name="T76" fmla="*/ 107 w 140"/>
                  <a:gd name="T77" fmla="*/ 109 h 137"/>
                  <a:gd name="T78" fmla="*/ 107 w 140"/>
                  <a:gd name="T79" fmla="*/ 109 h 137"/>
                  <a:gd name="T80" fmla="*/ 135 w 140"/>
                  <a:gd name="T81" fmla="*/ 94 h 137"/>
                  <a:gd name="T82" fmla="*/ 140 w 140"/>
                  <a:gd name="T83" fmla="*/ 82 h 137"/>
                  <a:gd name="T84" fmla="*/ 140 w 140"/>
                  <a:gd name="T85" fmla="*/ 82 h 137"/>
                  <a:gd name="T86" fmla="*/ 140 w 140"/>
                  <a:gd name="T87" fmla="*/ 26 h 137"/>
                  <a:gd name="T88" fmla="*/ 140 w 140"/>
                  <a:gd name="T89" fmla="*/ 26 h 137"/>
                  <a:gd name="T90" fmla="*/ 130 w 140"/>
                  <a:gd name="T91" fmla="*/ 11 h 137"/>
                  <a:gd name="T92" fmla="*/ 110 w 140"/>
                  <a:gd name="T93" fmla="*/ 2 h 137"/>
                  <a:gd name="T94" fmla="*/ 100 w 140"/>
                  <a:gd name="T95" fmla="*/ 0 h 137"/>
                  <a:gd name="T96" fmla="*/ 99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8" name="Freeform 691">
                <a:extLst>
                  <a:ext uri="{FF2B5EF4-FFF2-40B4-BE49-F238E27FC236}">
                    <a16:creationId xmlns:a16="http://schemas.microsoft.com/office/drawing/2014/main" id="{FC2AB33E-9CFA-4BA3-A950-2DFCEE23F62D}"/>
                  </a:ext>
                </a:extLst>
              </p:cNvPr>
              <p:cNvSpPr>
                <a:spLocks noEditPoints="1"/>
              </p:cNvSpPr>
              <p:nvPr userDrawn="1"/>
            </p:nvSpPr>
            <p:spPr bwMode="auto">
              <a:xfrm>
                <a:off x="-4438" y="1445"/>
                <a:ext cx="106" cy="10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5 h 137"/>
                  <a:gd name="T46" fmla="*/ 38 w 141"/>
                  <a:gd name="T47" fmla="*/ 105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1 h 137"/>
                  <a:gd name="T86" fmla="*/ 42 w 141"/>
                  <a:gd name="T87" fmla="*/ 111 h 137"/>
                  <a:gd name="T88" fmla="*/ 79 w 141"/>
                  <a:gd name="T89" fmla="*/ 129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9" name="Freeform 692">
                <a:extLst>
                  <a:ext uri="{FF2B5EF4-FFF2-40B4-BE49-F238E27FC236}">
                    <a16:creationId xmlns:a16="http://schemas.microsoft.com/office/drawing/2014/main" id="{E1E5A085-3BDE-4BAE-8799-75C5EB6D8C17}"/>
                  </a:ext>
                </a:extLst>
              </p:cNvPr>
              <p:cNvSpPr>
                <a:spLocks/>
              </p:cNvSpPr>
              <p:nvPr userDrawn="1"/>
            </p:nvSpPr>
            <p:spPr bwMode="auto">
              <a:xfrm>
                <a:off x="-4379" y="1542"/>
                <a:ext cx="11" cy="4"/>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0" name="Freeform 693">
                <a:extLst>
                  <a:ext uri="{FF2B5EF4-FFF2-40B4-BE49-F238E27FC236}">
                    <a16:creationId xmlns:a16="http://schemas.microsoft.com/office/drawing/2014/main" id="{E9008E7A-BC88-4073-8A66-A5969AE00F83}"/>
                  </a:ext>
                </a:extLst>
              </p:cNvPr>
              <p:cNvSpPr>
                <a:spLocks noEditPoints="1"/>
              </p:cNvSpPr>
              <p:nvPr userDrawn="1"/>
            </p:nvSpPr>
            <p:spPr bwMode="auto">
              <a:xfrm>
                <a:off x="-4517" y="1335"/>
                <a:ext cx="116" cy="115"/>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8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5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1" name="Freeform 694">
                <a:extLst>
                  <a:ext uri="{FF2B5EF4-FFF2-40B4-BE49-F238E27FC236}">
                    <a16:creationId xmlns:a16="http://schemas.microsoft.com/office/drawing/2014/main" id="{156BD42B-75CB-42EE-9CCE-E07DDA2638A9}"/>
                  </a:ext>
                </a:extLst>
              </p:cNvPr>
              <p:cNvSpPr>
                <a:spLocks noEditPoints="1"/>
              </p:cNvSpPr>
              <p:nvPr userDrawn="1"/>
            </p:nvSpPr>
            <p:spPr bwMode="auto">
              <a:xfrm>
                <a:off x="-3807" y="1512"/>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2" name="Freeform 695">
                <a:extLst>
                  <a:ext uri="{FF2B5EF4-FFF2-40B4-BE49-F238E27FC236}">
                    <a16:creationId xmlns:a16="http://schemas.microsoft.com/office/drawing/2014/main" id="{1207DD9E-33D1-4B53-9519-54B547E2B08F}"/>
                  </a:ext>
                </a:extLst>
              </p:cNvPr>
              <p:cNvSpPr>
                <a:spLocks noEditPoints="1"/>
              </p:cNvSpPr>
              <p:nvPr userDrawn="1"/>
            </p:nvSpPr>
            <p:spPr bwMode="auto">
              <a:xfrm>
                <a:off x="-3662" y="1246"/>
                <a:ext cx="57" cy="86"/>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8 h 115"/>
                  <a:gd name="T68" fmla="*/ 1 w 76"/>
                  <a:gd name="T69" fmla="*/ 22 h 115"/>
                  <a:gd name="T70" fmla="*/ 0 w 76"/>
                  <a:gd name="T71" fmla="*/ 39 h 115"/>
                  <a:gd name="T72" fmla="*/ 1 w 76"/>
                  <a:gd name="T73" fmla="*/ 61 h 115"/>
                  <a:gd name="T74" fmla="*/ 8 w 76"/>
                  <a:gd name="T75" fmla="*/ 81 h 115"/>
                  <a:gd name="T76" fmla="*/ 14 w 76"/>
                  <a:gd name="T77" fmla="*/ 88 h 115"/>
                  <a:gd name="T78" fmla="*/ 15 w 76"/>
                  <a:gd name="T79" fmla="*/ 88 h 115"/>
                  <a:gd name="T80" fmla="*/ 37 w 76"/>
                  <a:gd name="T81" fmla="*/ 89 h 115"/>
                  <a:gd name="T82" fmla="*/ 25 w 76"/>
                  <a:gd name="T83" fmla="*/ 115 h 115"/>
                  <a:gd name="T84" fmla="*/ 56 w 76"/>
                  <a:gd name="T85" fmla="*/ 90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1 h 115"/>
                  <a:gd name="T100" fmla="*/ 59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3" name="Freeform 696">
                <a:extLst>
                  <a:ext uri="{FF2B5EF4-FFF2-40B4-BE49-F238E27FC236}">
                    <a16:creationId xmlns:a16="http://schemas.microsoft.com/office/drawing/2014/main" id="{0CEF16D5-F2B8-4957-8DFE-4EE45F1B861A}"/>
                  </a:ext>
                </a:extLst>
              </p:cNvPr>
              <p:cNvSpPr>
                <a:spLocks noEditPoints="1"/>
              </p:cNvSpPr>
              <p:nvPr userDrawn="1"/>
            </p:nvSpPr>
            <p:spPr bwMode="auto">
              <a:xfrm>
                <a:off x="-4505" y="1466"/>
                <a:ext cx="57" cy="87"/>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4" name="Freeform 697">
                <a:extLst>
                  <a:ext uri="{FF2B5EF4-FFF2-40B4-BE49-F238E27FC236}">
                    <a16:creationId xmlns:a16="http://schemas.microsoft.com/office/drawing/2014/main" id="{80E1A45A-30C7-489D-8583-19691A78F99B}"/>
                  </a:ext>
                </a:extLst>
              </p:cNvPr>
              <p:cNvSpPr>
                <a:spLocks noEditPoints="1"/>
              </p:cNvSpPr>
              <p:nvPr userDrawn="1"/>
            </p:nvSpPr>
            <p:spPr bwMode="auto">
              <a:xfrm>
                <a:off x="-4848" y="1228"/>
                <a:ext cx="57" cy="86"/>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5" name="Freeform 698">
                <a:extLst>
                  <a:ext uri="{FF2B5EF4-FFF2-40B4-BE49-F238E27FC236}">
                    <a16:creationId xmlns:a16="http://schemas.microsoft.com/office/drawing/2014/main" id="{6648B817-EE4C-4E07-8FC9-74A2F331497F}"/>
                  </a:ext>
                </a:extLst>
              </p:cNvPr>
              <p:cNvSpPr>
                <a:spLocks noEditPoints="1"/>
              </p:cNvSpPr>
              <p:nvPr userDrawn="1"/>
            </p:nvSpPr>
            <p:spPr bwMode="auto">
              <a:xfrm>
                <a:off x="-4102" y="1105"/>
                <a:ext cx="57" cy="88"/>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8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9 h 116"/>
                  <a:gd name="T54" fmla="*/ 59 w 76"/>
                  <a:gd name="T55" fmla="*/ 0 h 116"/>
                  <a:gd name="T56" fmla="*/ 59 w 76"/>
                  <a:gd name="T57" fmla="*/ 0 h 116"/>
                  <a:gd name="T58" fmla="*/ 59 w 76"/>
                  <a:gd name="T59" fmla="*/ 0 h 116"/>
                  <a:gd name="T60" fmla="*/ 16 w 76"/>
                  <a:gd name="T61" fmla="*/ 3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8"/>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5"/>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6" name="Freeform 699">
                <a:extLst>
                  <a:ext uri="{FF2B5EF4-FFF2-40B4-BE49-F238E27FC236}">
                    <a16:creationId xmlns:a16="http://schemas.microsoft.com/office/drawing/2014/main" id="{515248F9-03E0-4164-8476-2B34798B16BE}"/>
                  </a:ext>
                </a:extLst>
              </p:cNvPr>
              <p:cNvSpPr>
                <a:spLocks noEditPoints="1"/>
              </p:cNvSpPr>
              <p:nvPr userDrawn="1"/>
            </p:nvSpPr>
            <p:spPr bwMode="auto">
              <a:xfrm>
                <a:off x="-4277" y="1632"/>
                <a:ext cx="57" cy="87"/>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8 h 116"/>
                  <a:gd name="T50" fmla="*/ 6 w 76"/>
                  <a:gd name="T51" fmla="*/ 39 h 116"/>
                  <a:gd name="T52" fmla="*/ 9 w 76"/>
                  <a:gd name="T53" fmla="*/ 19 h 116"/>
                  <a:gd name="T54" fmla="*/ 12 w 76"/>
                  <a:gd name="T55" fmla="*/ 12 h 116"/>
                  <a:gd name="T56" fmla="*/ 17 w 76"/>
                  <a:gd name="T57" fmla="*/ 10 h 116"/>
                  <a:gd name="T58" fmla="*/ 17 w 76"/>
                  <a:gd name="T59" fmla="*/ 10 h 116"/>
                  <a:gd name="T60" fmla="*/ 60 w 76"/>
                  <a:gd name="T61" fmla="*/ 6 h 116"/>
                  <a:gd name="T62" fmla="*/ 60 w 76"/>
                  <a:gd name="T63" fmla="*/ 6 h 116"/>
                  <a:gd name="T64" fmla="*/ 60 w 76"/>
                  <a:gd name="T65" fmla="*/ 6 h 116"/>
                  <a:gd name="T66" fmla="*/ 60 w 76"/>
                  <a:gd name="T67" fmla="*/ 6 h 116"/>
                  <a:gd name="T68" fmla="*/ 60 w 76"/>
                  <a:gd name="T69" fmla="*/ 5 h 116"/>
                  <a:gd name="T70" fmla="*/ 60 w 76"/>
                  <a:gd name="T71" fmla="*/ 5 h 116"/>
                  <a:gd name="T72" fmla="*/ 60 w 76"/>
                  <a:gd name="T73" fmla="*/ 0 h 116"/>
                  <a:gd name="T74" fmla="*/ 60 w 76"/>
                  <a:gd name="T75" fmla="*/ 0 h 116"/>
                  <a:gd name="T76" fmla="*/ 60 w 76"/>
                  <a:gd name="T77" fmla="*/ 0 h 116"/>
                  <a:gd name="T78" fmla="*/ 16 w 76"/>
                  <a:gd name="T79" fmla="*/ 4 h 116"/>
                  <a:gd name="T80" fmla="*/ 8 w 76"/>
                  <a:gd name="T81" fmla="*/ 8 h 116"/>
                  <a:gd name="T82" fmla="*/ 2 w 76"/>
                  <a:gd name="T83" fmla="*/ 22 h 116"/>
                  <a:gd name="T84" fmla="*/ 0 w 76"/>
                  <a:gd name="T85" fmla="*/ 39 h 116"/>
                  <a:gd name="T86" fmla="*/ 2 w 76"/>
                  <a:gd name="T87" fmla="*/ 61 h 116"/>
                  <a:gd name="T88" fmla="*/ 9 w 76"/>
                  <a:gd name="T89" fmla="*/ 81 h 116"/>
                  <a:gd name="T90" fmla="*/ 15 w 76"/>
                  <a:gd name="T91" fmla="*/ 88 h 116"/>
                  <a:gd name="T92" fmla="*/ 16 w 76"/>
                  <a:gd name="T93" fmla="*/ 88 h 116"/>
                  <a:gd name="T94" fmla="*/ 38 w 76"/>
                  <a:gd name="T95" fmla="*/ 90 h 116"/>
                  <a:gd name="T96" fmla="*/ 26 w 76"/>
                  <a:gd name="T97" fmla="*/ 116 h 116"/>
                  <a:gd name="T98" fmla="*/ 56 w 76"/>
                  <a:gd name="T99" fmla="*/ 90 h 116"/>
                  <a:gd name="T100" fmla="*/ 72 w 76"/>
                  <a:gd name="T101" fmla="*/ 85 h 116"/>
                  <a:gd name="T102" fmla="*/ 75 w 76"/>
                  <a:gd name="T103" fmla="*/ 81 h 116"/>
                  <a:gd name="T104" fmla="*/ 76 w 76"/>
                  <a:gd name="T105" fmla="*/ 77 h 116"/>
                  <a:gd name="T106" fmla="*/ 76 w 76"/>
                  <a:gd name="T107" fmla="*/ 76 h 116"/>
                  <a:gd name="T108" fmla="*/ 76 w 76"/>
                  <a:gd name="T109" fmla="*/ 28 h 116"/>
                  <a:gd name="T110" fmla="*/ 69 w 76"/>
                  <a:gd name="T111" fmla="*/ 4 h 116"/>
                  <a:gd name="T112" fmla="*/ 63 w 76"/>
                  <a:gd name="T113" fmla="*/ 1 h 116"/>
                  <a:gd name="T114" fmla="*/ 60 w 76"/>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7" name="Freeform 700">
                <a:extLst>
                  <a:ext uri="{FF2B5EF4-FFF2-40B4-BE49-F238E27FC236}">
                    <a16:creationId xmlns:a16="http://schemas.microsoft.com/office/drawing/2014/main" id="{ECCFE9BE-05EB-48D8-962F-539490ED8C4C}"/>
                  </a:ext>
                </a:extLst>
              </p:cNvPr>
              <p:cNvSpPr>
                <a:spLocks noEditPoints="1"/>
              </p:cNvSpPr>
              <p:nvPr userDrawn="1"/>
            </p:nvSpPr>
            <p:spPr bwMode="auto">
              <a:xfrm>
                <a:off x="-4489" y="1644"/>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5 h 116"/>
                  <a:gd name="T64" fmla="*/ 59 w 76"/>
                  <a:gd name="T65" fmla="*/ 5 h 116"/>
                  <a:gd name="T66" fmla="*/ 59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8 w 76"/>
                  <a:gd name="T83" fmla="*/ 82 h 116"/>
                  <a:gd name="T84" fmla="*/ 15 w 76"/>
                  <a:gd name="T85" fmla="*/ 88 h 116"/>
                  <a:gd name="T86" fmla="*/ 15 w 76"/>
                  <a:gd name="T87" fmla="*/ 89 h 116"/>
                  <a:gd name="T88" fmla="*/ 37 w 76"/>
                  <a:gd name="T89" fmla="*/ 90 h 116"/>
                  <a:gd name="T90" fmla="*/ 25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59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8" name="Freeform 701">
                <a:extLst>
                  <a:ext uri="{FF2B5EF4-FFF2-40B4-BE49-F238E27FC236}">
                    <a16:creationId xmlns:a16="http://schemas.microsoft.com/office/drawing/2014/main" id="{530E0E19-F998-4D18-AF9B-719A6AC4C930}"/>
                  </a:ext>
                </a:extLst>
              </p:cNvPr>
              <p:cNvSpPr>
                <a:spLocks noEditPoints="1"/>
              </p:cNvSpPr>
              <p:nvPr userDrawn="1"/>
            </p:nvSpPr>
            <p:spPr bwMode="auto">
              <a:xfrm>
                <a:off x="-4735" y="1742"/>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5 w 76"/>
                  <a:gd name="T73" fmla="*/ 88 h 116"/>
                  <a:gd name="T74" fmla="*/ 15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9" name="Freeform 702">
                <a:extLst>
                  <a:ext uri="{FF2B5EF4-FFF2-40B4-BE49-F238E27FC236}">
                    <a16:creationId xmlns:a16="http://schemas.microsoft.com/office/drawing/2014/main" id="{94FEF575-1905-414C-B5F6-EF4DA1EEB661}"/>
                  </a:ext>
                </a:extLst>
              </p:cNvPr>
              <p:cNvSpPr>
                <a:spLocks noEditPoints="1"/>
              </p:cNvSpPr>
              <p:nvPr userDrawn="1"/>
            </p:nvSpPr>
            <p:spPr bwMode="auto">
              <a:xfrm>
                <a:off x="-4515" y="1871"/>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0" name="Freeform 703">
                <a:extLst>
                  <a:ext uri="{FF2B5EF4-FFF2-40B4-BE49-F238E27FC236}">
                    <a16:creationId xmlns:a16="http://schemas.microsoft.com/office/drawing/2014/main" id="{46DD04C5-D508-449B-B030-76DEDFD0D8CD}"/>
                  </a:ext>
                </a:extLst>
              </p:cNvPr>
              <p:cNvSpPr>
                <a:spLocks noEditPoints="1"/>
              </p:cNvSpPr>
              <p:nvPr userDrawn="1"/>
            </p:nvSpPr>
            <p:spPr bwMode="auto">
              <a:xfrm>
                <a:off x="-4920" y="1842"/>
                <a:ext cx="125" cy="185"/>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1" name="Freeform 704">
                <a:extLst>
                  <a:ext uri="{FF2B5EF4-FFF2-40B4-BE49-F238E27FC236}">
                    <a16:creationId xmlns:a16="http://schemas.microsoft.com/office/drawing/2014/main" id="{6936E763-20EB-493E-B2A1-2EF3AFA3FED0}"/>
                  </a:ext>
                </a:extLst>
              </p:cNvPr>
              <p:cNvSpPr>
                <a:spLocks noEditPoints="1"/>
              </p:cNvSpPr>
              <p:nvPr userDrawn="1"/>
            </p:nvSpPr>
            <p:spPr bwMode="auto">
              <a:xfrm>
                <a:off x="-4490" y="1938"/>
                <a:ext cx="183" cy="73"/>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3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2" name="Freeform 705">
                <a:extLst>
                  <a:ext uri="{FF2B5EF4-FFF2-40B4-BE49-F238E27FC236}">
                    <a16:creationId xmlns:a16="http://schemas.microsoft.com/office/drawing/2014/main" id="{FC1FCAAE-B00E-4036-A501-F8A9003A386A}"/>
                  </a:ext>
                </a:extLst>
              </p:cNvPr>
              <p:cNvSpPr>
                <a:spLocks noEditPoints="1"/>
              </p:cNvSpPr>
              <p:nvPr userDrawn="1"/>
            </p:nvSpPr>
            <p:spPr bwMode="auto">
              <a:xfrm>
                <a:off x="-3988" y="1628"/>
                <a:ext cx="150" cy="59"/>
              </a:xfrm>
              <a:custGeom>
                <a:avLst/>
                <a:gdLst>
                  <a:gd name="T0" fmla="*/ 142 w 199"/>
                  <a:gd name="T1" fmla="*/ 57 h 79"/>
                  <a:gd name="T2" fmla="*/ 142 w 199"/>
                  <a:gd name="T3" fmla="*/ 57 h 79"/>
                  <a:gd name="T4" fmla="*/ 19 w 199"/>
                  <a:gd name="T5" fmla="*/ 10 h 79"/>
                  <a:gd name="T6" fmla="*/ 71 w 199"/>
                  <a:gd name="T7" fmla="*/ 6 h 79"/>
                  <a:gd name="T8" fmla="*/ 134 w 199"/>
                  <a:gd name="T9" fmla="*/ 17 h 79"/>
                  <a:gd name="T10" fmla="*/ 137 w 199"/>
                  <a:gd name="T11" fmla="*/ 19 h 79"/>
                  <a:gd name="T12" fmla="*/ 138 w 199"/>
                  <a:gd name="T13" fmla="*/ 35 h 79"/>
                  <a:gd name="T14" fmla="*/ 137 w 199"/>
                  <a:gd name="T15" fmla="*/ 38 h 79"/>
                  <a:gd name="T16" fmla="*/ 137 w 199"/>
                  <a:gd name="T17" fmla="*/ 38 h 79"/>
                  <a:gd name="T18" fmla="*/ 137 w 199"/>
                  <a:gd name="T19" fmla="*/ 38 h 79"/>
                  <a:gd name="T20" fmla="*/ 134 w 199"/>
                  <a:gd name="T21" fmla="*/ 58 h 79"/>
                  <a:gd name="T22" fmla="*/ 141 w 199"/>
                  <a:gd name="T23" fmla="*/ 63 h 79"/>
                  <a:gd name="T24" fmla="*/ 161 w 199"/>
                  <a:gd name="T25" fmla="*/ 64 h 79"/>
                  <a:gd name="T26" fmla="*/ 78 w 199"/>
                  <a:gd name="T27" fmla="*/ 73 h 79"/>
                  <a:gd name="T28" fmla="*/ 75 w 199"/>
                  <a:gd name="T29" fmla="*/ 73 h 79"/>
                  <a:gd name="T30" fmla="*/ 75 w 199"/>
                  <a:gd name="T31" fmla="*/ 73 h 79"/>
                  <a:gd name="T32" fmla="*/ 21 w 199"/>
                  <a:gd name="T33" fmla="*/ 64 h 79"/>
                  <a:gd name="T34" fmla="*/ 10 w 199"/>
                  <a:gd name="T35" fmla="*/ 56 h 79"/>
                  <a:gd name="T36" fmla="*/ 6 w 199"/>
                  <a:gd name="T37" fmla="*/ 35 h 79"/>
                  <a:gd name="T38" fmla="*/ 18 w 199"/>
                  <a:gd name="T39" fmla="*/ 12 h 79"/>
                  <a:gd name="T40" fmla="*/ 20 w 199"/>
                  <a:gd name="T41" fmla="*/ 11 h 79"/>
                  <a:gd name="T42" fmla="*/ 71 w 199"/>
                  <a:gd name="T43" fmla="*/ 0 h 79"/>
                  <a:gd name="T44" fmla="*/ 18 w 199"/>
                  <a:gd name="T45" fmla="*/ 5 h 79"/>
                  <a:gd name="T46" fmla="*/ 9 w 199"/>
                  <a:gd name="T47" fmla="*/ 11 h 79"/>
                  <a:gd name="T48" fmla="*/ 4 w 199"/>
                  <a:gd name="T49" fmla="*/ 58 h 79"/>
                  <a:gd name="T50" fmla="*/ 5 w 199"/>
                  <a:gd name="T51" fmla="*/ 59 h 79"/>
                  <a:gd name="T52" fmla="*/ 71 w 199"/>
                  <a:gd name="T53" fmla="*/ 79 h 79"/>
                  <a:gd name="T54" fmla="*/ 75 w 199"/>
                  <a:gd name="T55" fmla="*/ 79 h 79"/>
                  <a:gd name="T56" fmla="*/ 182 w 199"/>
                  <a:gd name="T57" fmla="*/ 64 h 79"/>
                  <a:gd name="T58" fmla="*/ 142 w 199"/>
                  <a:gd name="T59" fmla="*/ 57 h 79"/>
                  <a:gd name="T60" fmla="*/ 139 w 199"/>
                  <a:gd name="T61" fmla="*/ 55 h 79"/>
                  <a:gd name="T62" fmla="*/ 142 w 199"/>
                  <a:gd name="T63" fmla="*/ 41 h 79"/>
                  <a:gd name="T64" fmla="*/ 146 w 199"/>
                  <a:gd name="T65" fmla="*/ 27 h 79"/>
                  <a:gd name="T66" fmla="*/ 141 w 199"/>
                  <a:gd name="T67" fmla="*/ 14 h 79"/>
                  <a:gd name="T68" fmla="*/ 139 w 199"/>
                  <a:gd name="T69" fmla="*/ 17 h 79"/>
                  <a:gd name="T70" fmla="*/ 139 w 199"/>
                  <a:gd name="T71" fmla="*/ 17 h 79"/>
                  <a:gd name="T72" fmla="*/ 71 w 199"/>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79">
                    <a:moveTo>
                      <a:pt x="142" y="57"/>
                    </a:moveTo>
                    <a:cubicBezTo>
                      <a:pt x="142" y="57"/>
                      <a:pt x="142" y="57"/>
                      <a:pt x="142" y="57"/>
                    </a:cubicBezTo>
                    <a:cubicBezTo>
                      <a:pt x="142" y="57"/>
                      <a:pt x="142" y="57"/>
                      <a:pt x="142" y="57"/>
                    </a:cubicBezTo>
                    <a:cubicBezTo>
                      <a:pt x="142" y="57"/>
                      <a:pt x="142" y="57"/>
                      <a:pt x="142" y="57"/>
                    </a:cubicBezTo>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3" name="Freeform 706">
                <a:extLst>
                  <a:ext uri="{FF2B5EF4-FFF2-40B4-BE49-F238E27FC236}">
                    <a16:creationId xmlns:a16="http://schemas.microsoft.com/office/drawing/2014/main" id="{80F56DFE-F971-4C56-85B3-D6A6C005D8FD}"/>
                  </a:ext>
                </a:extLst>
              </p:cNvPr>
              <p:cNvSpPr>
                <a:spLocks noEditPoints="1"/>
              </p:cNvSpPr>
              <p:nvPr userDrawn="1"/>
            </p:nvSpPr>
            <p:spPr bwMode="auto">
              <a:xfrm>
                <a:off x="-4769" y="1153"/>
                <a:ext cx="193" cy="78"/>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82 w 257"/>
                  <a:gd name="T17" fmla="*/ 51 h 104"/>
                  <a:gd name="T18" fmla="*/ 178 w 257"/>
                  <a:gd name="T19" fmla="*/ 76 h 104"/>
                  <a:gd name="T20" fmla="*/ 187 w 257"/>
                  <a:gd name="T21" fmla="*/ 83 h 104"/>
                  <a:gd name="T22" fmla="*/ 220 w 257"/>
                  <a:gd name="T23" fmla="*/ 83 h 104"/>
                  <a:gd name="T24" fmla="*/ 103 w 257"/>
                  <a:gd name="T25" fmla="*/ 98 h 104"/>
                  <a:gd name="T26" fmla="*/ 99 w 257"/>
                  <a:gd name="T27" fmla="*/ 97 h 104"/>
                  <a:gd name="T28" fmla="*/ 98 w 257"/>
                  <a:gd name="T29" fmla="*/ 97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7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8"/>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4" name="Freeform 707">
                <a:extLst>
                  <a:ext uri="{FF2B5EF4-FFF2-40B4-BE49-F238E27FC236}">
                    <a16:creationId xmlns:a16="http://schemas.microsoft.com/office/drawing/2014/main" id="{1D677ACA-377B-44AB-A6DD-FAA64D8E59C7}"/>
                  </a:ext>
                </a:extLst>
              </p:cNvPr>
              <p:cNvSpPr>
                <a:spLocks noEditPoints="1"/>
              </p:cNvSpPr>
              <p:nvPr userDrawn="1"/>
            </p:nvSpPr>
            <p:spPr bwMode="auto">
              <a:xfrm>
                <a:off x="-4935" y="1741"/>
                <a:ext cx="207" cy="84"/>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5" name="Freeform 708">
                <a:extLst>
                  <a:ext uri="{FF2B5EF4-FFF2-40B4-BE49-F238E27FC236}">
                    <a16:creationId xmlns:a16="http://schemas.microsoft.com/office/drawing/2014/main" id="{E2F3232A-4397-4992-A84B-B6F9250FDA2C}"/>
                  </a:ext>
                </a:extLst>
              </p:cNvPr>
              <p:cNvSpPr>
                <a:spLocks noEditPoints="1"/>
              </p:cNvSpPr>
              <p:nvPr userDrawn="1"/>
            </p:nvSpPr>
            <p:spPr bwMode="auto">
              <a:xfrm>
                <a:off x="-4537" y="1750"/>
                <a:ext cx="184" cy="121"/>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7 w 245"/>
                  <a:gd name="T29" fmla="*/ 126 h 161"/>
                  <a:gd name="T30" fmla="*/ 238 w 245"/>
                  <a:gd name="T31" fmla="*/ 126 h 161"/>
                  <a:gd name="T32" fmla="*/ 237 w 245"/>
                  <a:gd name="T33" fmla="*/ 127 h 161"/>
                  <a:gd name="T34" fmla="*/ 226 w 245"/>
                  <a:gd name="T35" fmla="*/ 133 h 161"/>
                  <a:gd name="T36" fmla="*/ 202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5 w 245"/>
                  <a:gd name="T53" fmla="*/ 141 h 161"/>
                  <a:gd name="T54" fmla="*/ 35 w 245"/>
                  <a:gd name="T55" fmla="*/ 141 h 161"/>
                  <a:gd name="T56" fmla="*/ 35 w 245"/>
                  <a:gd name="T57" fmla="*/ 141 h 161"/>
                  <a:gd name="T58" fmla="*/ 20 w 245"/>
                  <a:gd name="T59" fmla="*/ 131 h 161"/>
                  <a:gd name="T60" fmla="*/ 6 w 245"/>
                  <a:gd name="T61" fmla="*/ 95 h 161"/>
                  <a:gd name="T62" fmla="*/ 24 w 245"/>
                  <a:gd name="T63" fmla="*/ 37 h 161"/>
                  <a:gd name="T64" fmla="*/ 83 w 245"/>
                  <a:gd name="T65" fmla="*/ 0 h 161"/>
                  <a:gd name="T66" fmla="*/ 83 w 245"/>
                  <a:gd name="T67" fmla="*/ 0 h 161"/>
                  <a:gd name="T68" fmla="*/ 35 w 245"/>
                  <a:gd name="T69" fmla="*/ 17 h 161"/>
                  <a:gd name="T70" fmla="*/ 24 w 245"/>
                  <a:gd name="T71" fmla="*/ 27 h 161"/>
                  <a:gd name="T72" fmla="*/ 16 w 245"/>
                  <a:gd name="T73" fmla="*/ 40 h 161"/>
                  <a:gd name="T74" fmla="*/ 0 w 245"/>
                  <a:gd name="T75" fmla="*/ 95 h 161"/>
                  <a:gd name="T76" fmla="*/ 16 w 245"/>
                  <a:gd name="T77" fmla="*/ 136 h 161"/>
                  <a:gd name="T78" fmla="*/ 33 w 245"/>
                  <a:gd name="T79" fmla="*/ 147 h 161"/>
                  <a:gd name="T80" fmla="*/ 110 w 245"/>
                  <a:gd name="T81" fmla="*/ 161 h 161"/>
                  <a:gd name="T82" fmla="*/ 204 w 245"/>
                  <a:gd name="T83" fmla="*/ 147 h 161"/>
                  <a:gd name="T84" fmla="*/ 204 w 245"/>
                  <a:gd name="T85" fmla="*/ 147 h 161"/>
                  <a:gd name="T86" fmla="*/ 236 w 245"/>
                  <a:gd name="T87" fmla="*/ 135 h 161"/>
                  <a:gd name="T88" fmla="*/ 242 w 245"/>
                  <a:gd name="T89" fmla="*/ 130 h 161"/>
                  <a:gd name="T90" fmla="*/ 245 w 245"/>
                  <a:gd name="T91" fmla="*/ 125 h 161"/>
                  <a:gd name="T92" fmla="*/ 244 w 245"/>
                  <a:gd name="T93" fmla="*/ 123 h 161"/>
                  <a:gd name="T94" fmla="*/ 242 w 245"/>
                  <a:gd name="T95" fmla="*/ 121 h 161"/>
                  <a:gd name="T96" fmla="*/ 240 w 245"/>
                  <a:gd name="T97" fmla="*/ 121 h 161"/>
                  <a:gd name="T98" fmla="*/ 230 w 245"/>
                  <a:gd name="T99" fmla="*/ 120 h 161"/>
                  <a:gd name="T100" fmla="*/ 198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5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6" name="Freeform 709">
                <a:extLst>
                  <a:ext uri="{FF2B5EF4-FFF2-40B4-BE49-F238E27FC236}">
                    <a16:creationId xmlns:a16="http://schemas.microsoft.com/office/drawing/2014/main" id="{D4D1FB91-C763-449C-A2E7-D1064EF35387}"/>
                  </a:ext>
                </a:extLst>
              </p:cNvPr>
              <p:cNvSpPr>
                <a:spLocks/>
              </p:cNvSpPr>
              <p:nvPr userDrawn="1"/>
            </p:nvSpPr>
            <p:spPr bwMode="auto">
              <a:xfrm>
                <a:off x="-4525" y="1770"/>
                <a:ext cx="6" cy="10"/>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7" name="Freeform 710">
                <a:extLst>
                  <a:ext uri="{FF2B5EF4-FFF2-40B4-BE49-F238E27FC236}">
                    <a16:creationId xmlns:a16="http://schemas.microsoft.com/office/drawing/2014/main" id="{F645A193-9440-4863-B814-DD76E75DFF74}"/>
                  </a:ext>
                </a:extLst>
              </p:cNvPr>
              <p:cNvSpPr>
                <a:spLocks noEditPoints="1"/>
              </p:cNvSpPr>
              <p:nvPr userDrawn="1"/>
            </p:nvSpPr>
            <p:spPr bwMode="auto">
              <a:xfrm>
                <a:off x="-4352" y="1990"/>
                <a:ext cx="265" cy="174"/>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4"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8" name="Freeform 711">
                <a:extLst>
                  <a:ext uri="{FF2B5EF4-FFF2-40B4-BE49-F238E27FC236}">
                    <a16:creationId xmlns:a16="http://schemas.microsoft.com/office/drawing/2014/main" id="{41C86E36-847B-481E-8D4B-9BACDA55FF20}"/>
                  </a:ext>
                </a:extLst>
              </p:cNvPr>
              <p:cNvSpPr>
                <a:spLocks noEditPoints="1"/>
              </p:cNvSpPr>
              <p:nvPr userDrawn="1"/>
            </p:nvSpPr>
            <p:spPr bwMode="auto">
              <a:xfrm>
                <a:off x="-4181" y="1693"/>
                <a:ext cx="127" cy="100"/>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27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8 w 170"/>
                  <a:gd name="T45" fmla="*/ 7 h 133"/>
                  <a:gd name="T46" fmla="*/ 109 w 170"/>
                  <a:gd name="T47" fmla="*/ 0 h 133"/>
                  <a:gd name="T48" fmla="*/ 27 w 170"/>
                  <a:gd name="T49" fmla="*/ 1 h 133"/>
                  <a:gd name="T50" fmla="*/ 27 w 170"/>
                  <a:gd name="T51" fmla="*/ 1 h 133"/>
                  <a:gd name="T52" fmla="*/ 27 w 170"/>
                  <a:gd name="T53" fmla="*/ 1 h 133"/>
                  <a:gd name="T54" fmla="*/ 5 w 170"/>
                  <a:gd name="T55" fmla="*/ 14 h 133"/>
                  <a:gd name="T56" fmla="*/ 0 w 170"/>
                  <a:gd name="T57" fmla="*/ 32 h 133"/>
                  <a:gd name="T58" fmla="*/ 2 w 170"/>
                  <a:gd name="T59" fmla="*/ 45 h 133"/>
                  <a:gd name="T60" fmla="*/ 24 w 170"/>
                  <a:gd name="T61" fmla="*/ 86 h 133"/>
                  <a:gd name="T62" fmla="*/ 38 w 170"/>
                  <a:gd name="T63" fmla="*/ 92 h 133"/>
                  <a:gd name="T64" fmla="*/ 43 w 170"/>
                  <a:gd name="T65" fmla="*/ 133 h 133"/>
                  <a:gd name="T66" fmla="*/ 56 w 170"/>
                  <a:gd name="T67" fmla="*/ 93 h 133"/>
                  <a:gd name="T68" fmla="*/ 126 w 170"/>
                  <a:gd name="T69" fmla="*/ 93 h 133"/>
                  <a:gd name="T70" fmla="*/ 127 w 170"/>
                  <a:gd name="T71" fmla="*/ 93 h 133"/>
                  <a:gd name="T72" fmla="*/ 161 w 170"/>
                  <a:gd name="T73" fmla="*/ 67 h 133"/>
                  <a:gd name="T74" fmla="*/ 170 w 170"/>
                  <a:gd name="T75" fmla="*/ 41 h 133"/>
                  <a:gd name="T76" fmla="*/ 160 w 170"/>
                  <a:gd name="T77" fmla="*/ 14 h 133"/>
                  <a:gd name="T78" fmla="*/ 152 w 170"/>
                  <a:gd name="T79" fmla="*/ 5 h 133"/>
                  <a:gd name="T80" fmla="*/ 145 w 170"/>
                  <a:gd name="T81" fmla="*/ 1 h 133"/>
                  <a:gd name="T82" fmla="*/ 140 w 170"/>
                  <a:gd name="T83" fmla="*/ 0 h 133"/>
                  <a:gd name="T84" fmla="*/ 109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9" name="Freeform 712">
                <a:extLst>
                  <a:ext uri="{FF2B5EF4-FFF2-40B4-BE49-F238E27FC236}">
                    <a16:creationId xmlns:a16="http://schemas.microsoft.com/office/drawing/2014/main" id="{0513F49F-697C-4705-8E2C-5753761134FE}"/>
                  </a:ext>
                </a:extLst>
              </p:cNvPr>
              <p:cNvSpPr>
                <a:spLocks noEditPoints="1"/>
              </p:cNvSpPr>
              <p:nvPr userDrawn="1"/>
            </p:nvSpPr>
            <p:spPr bwMode="auto">
              <a:xfrm>
                <a:off x="-3697" y="1878"/>
                <a:ext cx="127" cy="99"/>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40 w 169"/>
                  <a:gd name="T31" fmla="*/ 87 h 132"/>
                  <a:gd name="T32" fmla="*/ 26 w 169"/>
                  <a:gd name="T33" fmla="*/ 82 h 132"/>
                  <a:gd name="T34" fmla="*/ 8 w 169"/>
                  <a:gd name="T35" fmla="*/ 45 h 132"/>
                  <a:gd name="T36" fmla="*/ 7 w 169"/>
                  <a:gd name="T37" fmla="*/ 45 h 132"/>
                  <a:gd name="T38" fmla="*/ 7 w 169"/>
                  <a:gd name="T39" fmla="*/ 44 h 132"/>
                  <a:gd name="T40" fmla="*/ 7 w 169"/>
                  <a:gd name="T41" fmla="*/ 44 h 132"/>
                  <a:gd name="T42" fmla="*/ 6 w 169"/>
                  <a:gd name="T43" fmla="*/ 33 h 132"/>
                  <a:gd name="T44" fmla="*/ 10 w 169"/>
                  <a:gd name="T45" fmla="*/ 18 h 132"/>
                  <a:gd name="T46" fmla="*/ 27 w 169"/>
                  <a:gd name="T47" fmla="*/ 7 h 132"/>
                  <a:gd name="T48" fmla="*/ 108 w 169"/>
                  <a:gd name="T49" fmla="*/ 0 h 132"/>
                  <a:gd name="T50" fmla="*/ 27 w 169"/>
                  <a:gd name="T51" fmla="*/ 1 h 132"/>
                  <a:gd name="T52" fmla="*/ 26 w 169"/>
                  <a:gd name="T53" fmla="*/ 1 h 132"/>
                  <a:gd name="T54" fmla="*/ 26 w 169"/>
                  <a:gd name="T55" fmla="*/ 2 h 132"/>
                  <a:gd name="T56" fmla="*/ 5 w 169"/>
                  <a:gd name="T57" fmla="*/ 15 h 132"/>
                  <a:gd name="T58" fmla="*/ 0 w 169"/>
                  <a:gd name="T59" fmla="*/ 33 h 132"/>
                  <a:gd name="T60" fmla="*/ 2 w 169"/>
                  <a:gd name="T61" fmla="*/ 46 h 132"/>
                  <a:gd name="T62" fmla="*/ 23 w 169"/>
                  <a:gd name="T63" fmla="*/ 87 h 132"/>
                  <a:gd name="T64" fmla="*/ 37 w 169"/>
                  <a:gd name="T65" fmla="*/ 93 h 132"/>
                  <a:gd name="T66" fmla="*/ 42 w 169"/>
                  <a:gd name="T67" fmla="*/ 132 h 132"/>
                  <a:gd name="T68" fmla="*/ 43 w 169"/>
                  <a:gd name="T69" fmla="*/ 132 h 132"/>
                  <a:gd name="T70" fmla="*/ 55 w 169"/>
                  <a:gd name="T71" fmla="*/ 94 h 132"/>
                  <a:gd name="T72" fmla="*/ 125 w 169"/>
                  <a:gd name="T73" fmla="*/ 94 h 132"/>
                  <a:gd name="T74" fmla="*/ 126 w 169"/>
                  <a:gd name="T75" fmla="*/ 94 h 132"/>
                  <a:gd name="T76" fmla="*/ 160 w 169"/>
                  <a:gd name="T77" fmla="*/ 68 h 132"/>
                  <a:gd name="T78" fmla="*/ 169 w 169"/>
                  <a:gd name="T79" fmla="*/ 42 h 132"/>
                  <a:gd name="T80" fmla="*/ 161 w 169"/>
                  <a:gd name="T81" fmla="*/ 17 h 132"/>
                  <a:gd name="T82" fmla="*/ 161 w 169"/>
                  <a:gd name="T83" fmla="*/ 17 h 132"/>
                  <a:gd name="T84" fmla="*/ 160 w 169"/>
                  <a:gd name="T85" fmla="*/ 15 h 132"/>
                  <a:gd name="T86" fmla="*/ 160 w 169"/>
                  <a:gd name="T87" fmla="*/ 14 h 132"/>
                  <a:gd name="T88" fmla="*/ 159 w 169"/>
                  <a:gd name="T89" fmla="*/ 14 h 132"/>
                  <a:gd name="T90" fmla="*/ 151 w 169"/>
                  <a:gd name="T91" fmla="*/ 6 h 132"/>
                  <a:gd name="T92" fmla="*/ 144 w 169"/>
                  <a:gd name="T93" fmla="*/ 2 h 132"/>
                  <a:gd name="T94" fmla="*/ 139 w 169"/>
                  <a:gd name="T95" fmla="*/ 1 h 132"/>
                  <a:gd name="T96" fmla="*/ 108 w 169"/>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0" name="Freeform 713">
                <a:extLst>
                  <a:ext uri="{FF2B5EF4-FFF2-40B4-BE49-F238E27FC236}">
                    <a16:creationId xmlns:a16="http://schemas.microsoft.com/office/drawing/2014/main" id="{D0F7743D-AEB4-47FB-BD86-8E2F36908EC6}"/>
                  </a:ext>
                </a:extLst>
              </p:cNvPr>
              <p:cNvSpPr>
                <a:spLocks/>
              </p:cNvSpPr>
              <p:nvPr userDrawn="1"/>
            </p:nvSpPr>
            <p:spPr bwMode="auto">
              <a:xfrm>
                <a:off x="-3665" y="1977"/>
                <a:ext cx="1"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1" name="Freeform 714">
                <a:extLst>
                  <a:ext uri="{FF2B5EF4-FFF2-40B4-BE49-F238E27FC236}">
                    <a16:creationId xmlns:a16="http://schemas.microsoft.com/office/drawing/2014/main" id="{92851F26-96E3-4DA2-A7E1-FB315BF6E76E}"/>
                  </a:ext>
                </a:extLst>
              </p:cNvPr>
              <p:cNvSpPr>
                <a:spLocks noEditPoints="1"/>
              </p:cNvSpPr>
              <p:nvPr userDrawn="1"/>
            </p:nvSpPr>
            <p:spPr bwMode="auto">
              <a:xfrm>
                <a:off x="-4319" y="1265"/>
                <a:ext cx="141" cy="122"/>
              </a:xfrm>
              <a:custGeom>
                <a:avLst/>
                <a:gdLst>
                  <a:gd name="T0" fmla="*/ 94 w 188"/>
                  <a:gd name="T1" fmla="*/ 22 h 162"/>
                  <a:gd name="T2" fmla="*/ 94 w 188"/>
                  <a:gd name="T3" fmla="*/ 22 h 162"/>
                  <a:gd name="T4" fmla="*/ 70 w 188"/>
                  <a:gd name="T5" fmla="*/ 11 h 162"/>
                  <a:gd name="T6" fmla="*/ 78 w 188"/>
                  <a:gd name="T7" fmla="*/ 6 h 162"/>
                  <a:gd name="T8" fmla="*/ 89 w 188"/>
                  <a:gd name="T9" fmla="*/ 23 h 162"/>
                  <a:gd name="T10" fmla="*/ 94 w 188"/>
                  <a:gd name="T11" fmla="*/ 25 h 162"/>
                  <a:gd name="T12" fmla="*/ 124 w 188"/>
                  <a:gd name="T13" fmla="*/ 11 h 162"/>
                  <a:gd name="T14" fmla="*/ 158 w 188"/>
                  <a:gd name="T15" fmla="*/ 36 h 162"/>
                  <a:gd name="T16" fmla="*/ 157 w 188"/>
                  <a:gd name="T17" fmla="*/ 60 h 162"/>
                  <a:gd name="T18" fmla="*/ 174 w 188"/>
                  <a:gd name="T19" fmla="*/ 64 h 162"/>
                  <a:gd name="T20" fmla="*/ 182 w 188"/>
                  <a:gd name="T21" fmla="*/ 75 h 162"/>
                  <a:gd name="T22" fmla="*/ 173 w 188"/>
                  <a:gd name="T23" fmla="*/ 93 h 162"/>
                  <a:gd name="T24" fmla="*/ 160 w 188"/>
                  <a:gd name="T25" fmla="*/ 127 h 162"/>
                  <a:gd name="T26" fmla="*/ 142 w 188"/>
                  <a:gd name="T27" fmla="*/ 112 h 162"/>
                  <a:gd name="T28" fmla="*/ 139 w 188"/>
                  <a:gd name="T29" fmla="*/ 133 h 162"/>
                  <a:gd name="T30" fmla="*/ 123 w 188"/>
                  <a:gd name="T31" fmla="*/ 140 h 162"/>
                  <a:gd name="T32" fmla="*/ 111 w 188"/>
                  <a:gd name="T33" fmla="*/ 132 h 162"/>
                  <a:gd name="T34" fmla="*/ 98 w 188"/>
                  <a:gd name="T35" fmla="*/ 135 h 162"/>
                  <a:gd name="T36" fmla="*/ 75 w 188"/>
                  <a:gd name="T37" fmla="*/ 148 h 162"/>
                  <a:gd name="T38" fmla="*/ 44 w 188"/>
                  <a:gd name="T39" fmla="*/ 119 h 162"/>
                  <a:gd name="T40" fmla="*/ 29 w 188"/>
                  <a:gd name="T41" fmla="*/ 111 h 162"/>
                  <a:gd name="T42" fmla="*/ 8 w 188"/>
                  <a:gd name="T43" fmla="*/ 105 h 162"/>
                  <a:gd name="T44" fmla="*/ 15 w 188"/>
                  <a:gd name="T45" fmla="*/ 86 h 162"/>
                  <a:gd name="T46" fmla="*/ 19 w 188"/>
                  <a:gd name="T47" fmla="*/ 57 h 162"/>
                  <a:gd name="T48" fmla="*/ 36 w 188"/>
                  <a:gd name="T49" fmla="*/ 26 h 162"/>
                  <a:gd name="T50" fmla="*/ 62 w 188"/>
                  <a:gd name="T51" fmla="*/ 28 h 162"/>
                  <a:gd name="T52" fmla="*/ 67 w 188"/>
                  <a:gd name="T53" fmla="*/ 15 h 162"/>
                  <a:gd name="T54" fmla="*/ 71 w 188"/>
                  <a:gd name="T55" fmla="*/ 3 h 162"/>
                  <a:gd name="T56" fmla="*/ 60 w 188"/>
                  <a:gd name="T57" fmla="*/ 14 h 162"/>
                  <a:gd name="T58" fmla="*/ 61 w 188"/>
                  <a:gd name="T59" fmla="*/ 21 h 162"/>
                  <a:gd name="T60" fmla="*/ 54 w 188"/>
                  <a:gd name="T61" fmla="*/ 24 h 162"/>
                  <a:gd name="T62" fmla="*/ 38 w 188"/>
                  <a:gd name="T63" fmla="*/ 21 h 162"/>
                  <a:gd name="T64" fmla="*/ 36 w 188"/>
                  <a:gd name="T65" fmla="*/ 20 h 162"/>
                  <a:gd name="T66" fmla="*/ 12 w 188"/>
                  <a:gd name="T67" fmla="*/ 48 h 162"/>
                  <a:gd name="T68" fmla="*/ 14 w 188"/>
                  <a:gd name="T69" fmla="*/ 60 h 162"/>
                  <a:gd name="T70" fmla="*/ 9 w 188"/>
                  <a:gd name="T71" fmla="*/ 82 h 162"/>
                  <a:gd name="T72" fmla="*/ 5 w 188"/>
                  <a:gd name="T73" fmla="*/ 83 h 162"/>
                  <a:gd name="T74" fmla="*/ 2 w 188"/>
                  <a:gd name="T75" fmla="*/ 85 h 162"/>
                  <a:gd name="T76" fmla="*/ 14 w 188"/>
                  <a:gd name="T77" fmla="*/ 117 h 162"/>
                  <a:gd name="T78" fmla="*/ 21 w 188"/>
                  <a:gd name="T79" fmla="*/ 118 h 162"/>
                  <a:gd name="T80" fmla="*/ 40 w 188"/>
                  <a:gd name="T81" fmla="*/ 125 h 162"/>
                  <a:gd name="T82" fmla="*/ 41 w 188"/>
                  <a:gd name="T83" fmla="*/ 138 h 162"/>
                  <a:gd name="T84" fmla="*/ 41 w 188"/>
                  <a:gd name="T85" fmla="*/ 140 h 162"/>
                  <a:gd name="T86" fmla="*/ 75 w 188"/>
                  <a:gd name="T87" fmla="*/ 154 h 162"/>
                  <a:gd name="T88" fmla="*/ 94 w 188"/>
                  <a:gd name="T89" fmla="*/ 150 h 162"/>
                  <a:gd name="T90" fmla="*/ 108 w 188"/>
                  <a:gd name="T91" fmla="*/ 137 h 162"/>
                  <a:gd name="T92" fmla="*/ 110 w 188"/>
                  <a:gd name="T93" fmla="*/ 140 h 162"/>
                  <a:gd name="T94" fmla="*/ 111 w 188"/>
                  <a:gd name="T95" fmla="*/ 141 h 162"/>
                  <a:gd name="T96" fmla="*/ 138 w 188"/>
                  <a:gd name="T97" fmla="*/ 141 h 162"/>
                  <a:gd name="T98" fmla="*/ 145 w 188"/>
                  <a:gd name="T99" fmla="*/ 134 h 162"/>
                  <a:gd name="T100" fmla="*/ 173 w 188"/>
                  <a:gd name="T101" fmla="*/ 155 h 162"/>
                  <a:gd name="T102" fmla="*/ 182 w 188"/>
                  <a:gd name="T103" fmla="*/ 162 h 162"/>
                  <a:gd name="T104" fmla="*/ 187 w 188"/>
                  <a:gd name="T105" fmla="*/ 162 h 162"/>
                  <a:gd name="T106" fmla="*/ 187 w 188"/>
                  <a:gd name="T107" fmla="*/ 158 h 162"/>
                  <a:gd name="T108" fmla="*/ 165 w 188"/>
                  <a:gd name="T109" fmla="*/ 124 h 162"/>
                  <a:gd name="T110" fmla="*/ 173 w 188"/>
                  <a:gd name="T111" fmla="*/ 99 h 162"/>
                  <a:gd name="T112" fmla="*/ 188 w 188"/>
                  <a:gd name="T113" fmla="*/ 75 h 162"/>
                  <a:gd name="T114" fmla="*/ 175 w 188"/>
                  <a:gd name="T115" fmla="*/ 58 h 162"/>
                  <a:gd name="T116" fmla="*/ 170 w 188"/>
                  <a:gd name="T117" fmla="*/ 58 h 162"/>
                  <a:gd name="T118" fmla="*/ 161 w 188"/>
                  <a:gd name="T119" fmla="*/ 45 h 162"/>
                  <a:gd name="T120" fmla="*/ 138 w 188"/>
                  <a:gd name="T121" fmla="*/ 7 h 162"/>
                  <a:gd name="T122" fmla="*/ 99 w 188"/>
                  <a:gd name="T123" fmla="*/ 13 h 162"/>
                  <a:gd name="T124" fmla="*/ 83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9"/>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4"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2" name="Freeform 715">
                <a:extLst>
                  <a:ext uri="{FF2B5EF4-FFF2-40B4-BE49-F238E27FC236}">
                    <a16:creationId xmlns:a16="http://schemas.microsoft.com/office/drawing/2014/main" id="{C3C67F5F-4612-40DE-877A-A11861794BC8}"/>
                  </a:ext>
                </a:extLst>
              </p:cNvPr>
              <p:cNvSpPr>
                <a:spLocks noEditPoints="1"/>
              </p:cNvSpPr>
              <p:nvPr userDrawn="1"/>
            </p:nvSpPr>
            <p:spPr bwMode="auto">
              <a:xfrm>
                <a:off x="-3965" y="1286"/>
                <a:ext cx="141" cy="122"/>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6 w 188"/>
                  <a:gd name="T93" fmla="*/ 139 h 162"/>
                  <a:gd name="T94" fmla="*/ 96 w 188"/>
                  <a:gd name="T95" fmla="*/ 151 h 162"/>
                  <a:gd name="T96" fmla="*/ 147 w 188"/>
                  <a:gd name="T97" fmla="*/ 141 h 162"/>
                  <a:gd name="T98" fmla="*/ 147 w 188"/>
                  <a:gd name="T99" fmla="*/ 138 h 162"/>
                  <a:gd name="T100" fmla="*/ 153 w 188"/>
                  <a:gd name="T101" fmla="*/ 118 h 162"/>
                  <a:gd name="T102" fmla="*/ 168 w 188"/>
                  <a:gd name="T103" fmla="*/ 118 h 162"/>
                  <a:gd name="T104" fmla="*/ 185 w 188"/>
                  <a:gd name="T105" fmla="*/ 108 h 162"/>
                  <a:gd name="T106" fmla="*/ 186 w 188"/>
                  <a:gd name="T107" fmla="*/ 84 h 162"/>
                  <a:gd name="T108" fmla="*/ 176 w 188"/>
                  <a:gd name="T109" fmla="*/ 80 h 162"/>
                  <a:gd name="T110" fmla="*/ 175 w 188"/>
                  <a:gd name="T111" fmla="*/ 59 h 162"/>
                  <a:gd name="T112" fmla="*/ 177 w 188"/>
                  <a:gd name="T113" fmla="*/ 48 h 162"/>
                  <a:gd name="T114" fmla="*/ 153 w 188"/>
                  <a:gd name="T115" fmla="*/ 20 h 162"/>
                  <a:gd name="T116" fmla="*/ 135 w 188"/>
                  <a:gd name="T117" fmla="*/ 23 h 162"/>
                  <a:gd name="T118" fmla="*/ 129 w 188"/>
                  <a:gd name="T119" fmla="*/ 22 h 162"/>
                  <a:gd name="T120" fmla="*/ 128 w 188"/>
                  <a:gd name="T121" fmla="*/ 15 h 162"/>
                  <a:gd name="T122" fmla="*/ 123 w 188"/>
                  <a:gd name="T123" fmla="*/ 7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3" name="Freeform 716">
                <a:extLst>
                  <a:ext uri="{FF2B5EF4-FFF2-40B4-BE49-F238E27FC236}">
                    <a16:creationId xmlns:a16="http://schemas.microsoft.com/office/drawing/2014/main" id="{427F6F8E-32FA-4529-949A-290C48AFBDCF}"/>
                  </a:ext>
                </a:extLst>
              </p:cNvPr>
              <p:cNvSpPr>
                <a:spLocks noEditPoints="1"/>
              </p:cNvSpPr>
              <p:nvPr userDrawn="1"/>
            </p:nvSpPr>
            <p:spPr bwMode="auto">
              <a:xfrm>
                <a:off x="-4249" y="1834"/>
                <a:ext cx="141" cy="121"/>
              </a:xfrm>
              <a:custGeom>
                <a:avLst/>
                <a:gdLst>
                  <a:gd name="T0" fmla="*/ 168 w 188"/>
                  <a:gd name="T1" fmla="*/ 112 h 162"/>
                  <a:gd name="T2" fmla="*/ 109 w 188"/>
                  <a:gd name="T3" fmla="*/ 6 h 162"/>
                  <a:gd name="T4" fmla="*/ 120 w 188"/>
                  <a:gd name="T5" fmla="*/ 12 h 162"/>
                  <a:gd name="T6" fmla="*/ 128 w 188"/>
                  <a:gd name="T7" fmla="*/ 28 h 162"/>
                  <a:gd name="T8" fmla="*/ 167 w 188"/>
                  <a:gd name="T9" fmla="*/ 35 h 162"/>
                  <a:gd name="T10" fmla="*/ 169 w 188"/>
                  <a:gd name="T11" fmla="*/ 56 h 162"/>
                  <a:gd name="T12" fmla="*/ 181 w 188"/>
                  <a:gd name="T13" fmla="*/ 88 h 162"/>
                  <a:gd name="T14" fmla="*/ 169 w 188"/>
                  <a:gd name="T15" fmla="*/ 111 h 162"/>
                  <a:gd name="T16" fmla="*/ 150 w 188"/>
                  <a:gd name="T17" fmla="*/ 113 h 162"/>
                  <a:gd name="T18" fmla="*/ 114 w 188"/>
                  <a:gd name="T19" fmla="*/ 148 h 162"/>
                  <a:gd name="T20" fmla="*/ 90 w 188"/>
                  <a:gd name="T21" fmla="*/ 134 h 162"/>
                  <a:gd name="T22" fmla="*/ 78 w 188"/>
                  <a:gd name="T23" fmla="*/ 132 h 162"/>
                  <a:gd name="T24" fmla="*/ 65 w 188"/>
                  <a:gd name="T25" fmla="*/ 139 h 162"/>
                  <a:gd name="T26" fmla="*/ 50 w 188"/>
                  <a:gd name="T27" fmla="*/ 124 h 162"/>
                  <a:gd name="T28" fmla="*/ 17 w 188"/>
                  <a:gd name="T29" fmla="*/ 144 h 162"/>
                  <a:gd name="T30" fmla="*/ 15 w 188"/>
                  <a:gd name="T31" fmla="*/ 92 h 162"/>
                  <a:gd name="T32" fmla="*/ 8 w 188"/>
                  <a:gd name="T33" fmla="*/ 66 h 162"/>
                  <a:gd name="T34" fmla="*/ 19 w 188"/>
                  <a:gd name="T35" fmla="*/ 64 h 162"/>
                  <a:gd name="T36" fmla="*/ 30 w 188"/>
                  <a:gd name="T37" fmla="*/ 35 h 162"/>
                  <a:gd name="T38" fmla="*/ 65 w 188"/>
                  <a:gd name="T39" fmla="*/ 10 h 162"/>
                  <a:gd name="T40" fmla="*/ 95 w 188"/>
                  <a:gd name="T41" fmla="*/ 24 h 162"/>
                  <a:gd name="T42" fmla="*/ 100 w 188"/>
                  <a:gd name="T43" fmla="*/ 23 h 162"/>
                  <a:gd name="T44" fmla="*/ 96 w 188"/>
                  <a:gd name="T45" fmla="*/ 17 h 162"/>
                  <a:gd name="T46" fmla="*/ 51 w 188"/>
                  <a:gd name="T47" fmla="*/ 7 h 162"/>
                  <a:gd name="T48" fmla="*/ 30 w 188"/>
                  <a:gd name="T49" fmla="*/ 50 h 162"/>
                  <a:gd name="T50" fmla="*/ 14 w 188"/>
                  <a:gd name="T51" fmla="*/ 57 h 162"/>
                  <a:gd name="T52" fmla="*/ 0 w 188"/>
                  <a:gd name="T53" fmla="*/ 75 h 162"/>
                  <a:gd name="T54" fmla="*/ 25 w 188"/>
                  <a:gd name="T55" fmla="*/ 102 h 162"/>
                  <a:gd name="T56" fmla="*/ 2 w 188"/>
                  <a:gd name="T57" fmla="*/ 157 h 162"/>
                  <a:gd name="T58" fmla="*/ 1 w 188"/>
                  <a:gd name="T59" fmla="*/ 159 h 162"/>
                  <a:gd name="T60" fmla="*/ 5 w 188"/>
                  <a:gd name="T61" fmla="*/ 162 h 162"/>
                  <a:gd name="T62" fmla="*/ 44 w 188"/>
                  <a:gd name="T63" fmla="*/ 120 h 162"/>
                  <a:gd name="T64" fmla="*/ 45 w 188"/>
                  <a:gd name="T65" fmla="*/ 137 h 162"/>
                  <a:gd name="T66" fmla="*/ 78 w 188"/>
                  <a:gd name="T67" fmla="*/ 140 h 162"/>
                  <a:gd name="T68" fmla="*/ 78 w 188"/>
                  <a:gd name="T69" fmla="*/ 139 h 162"/>
                  <a:gd name="T70" fmla="*/ 95 w 188"/>
                  <a:gd name="T71" fmla="*/ 149 h 162"/>
                  <a:gd name="T72" fmla="*/ 114 w 188"/>
                  <a:gd name="T73" fmla="*/ 154 h 162"/>
                  <a:gd name="T74" fmla="*/ 148 w 188"/>
                  <a:gd name="T75" fmla="*/ 138 h 162"/>
                  <a:gd name="T76" fmla="*/ 160 w 188"/>
                  <a:gd name="T77" fmla="*/ 116 h 162"/>
                  <a:gd name="T78" fmla="*/ 168 w 188"/>
                  <a:gd name="T79" fmla="*/ 118 h 162"/>
                  <a:gd name="T80" fmla="*/ 186 w 188"/>
                  <a:gd name="T81" fmla="*/ 85 h 162"/>
                  <a:gd name="T82" fmla="*/ 176 w 188"/>
                  <a:gd name="T83" fmla="*/ 80 h 162"/>
                  <a:gd name="T84" fmla="*/ 175 w 188"/>
                  <a:gd name="T85" fmla="*/ 59 h 162"/>
                  <a:gd name="T86" fmla="*/ 154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8" y="139"/>
                    </a:moveTo>
                    <a:cubicBezTo>
                      <a:pt x="78" y="139"/>
                      <a:pt x="78" y="139"/>
                      <a:pt x="78" y="139"/>
                    </a:cubicBezTo>
                    <a:moveTo>
                      <a:pt x="168" y="112"/>
                    </a:moveTo>
                    <a:cubicBezTo>
                      <a:pt x="168" y="112"/>
                      <a:pt x="168" y="112"/>
                      <a:pt x="168" y="112"/>
                    </a:cubicBez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0" y="116"/>
                      <a:pt x="160"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4" name="Freeform 717">
                <a:extLst>
                  <a:ext uri="{FF2B5EF4-FFF2-40B4-BE49-F238E27FC236}">
                    <a16:creationId xmlns:a16="http://schemas.microsoft.com/office/drawing/2014/main" id="{62968100-C660-4C79-8FD9-8913F8530FBD}"/>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close/>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5" name="Freeform 718">
                <a:extLst>
                  <a:ext uri="{FF2B5EF4-FFF2-40B4-BE49-F238E27FC236}">
                    <a16:creationId xmlns:a16="http://schemas.microsoft.com/office/drawing/2014/main" id="{6B1368E3-5EC9-4BBA-9B5C-CA73053055A8}"/>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6" name="Freeform 719">
                <a:extLst>
                  <a:ext uri="{FF2B5EF4-FFF2-40B4-BE49-F238E27FC236}">
                    <a16:creationId xmlns:a16="http://schemas.microsoft.com/office/drawing/2014/main" id="{96ED197C-952E-44B5-BEA2-FBCAC3003D5D}"/>
                  </a:ext>
                </a:extLst>
              </p:cNvPr>
              <p:cNvSpPr>
                <a:spLocks noEditPoints="1"/>
              </p:cNvSpPr>
              <p:nvPr userDrawn="1"/>
            </p:nvSpPr>
            <p:spPr bwMode="auto">
              <a:xfrm>
                <a:off x="-3368" y="1677"/>
                <a:ext cx="76" cy="74"/>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7" name="Freeform 720">
                <a:extLst>
                  <a:ext uri="{FF2B5EF4-FFF2-40B4-BE49-F238E27FC236}">
                    <a16:creationId xmlns:a16="http://schemas.microsoft.com/office/drawing/2014/main" id="{8AD3BA2C-7299-47A1-A749-4288F83952CE}"/>
                  </a:ext>
                </a:extLst>
              </p:cNvPr>
              <p:cNvSpPr>
                <a:spLocks noEditPoints="1"/>
              </p:cNvSpPr>
              <p:nvPr userDrawn="1"/>
            </p:nvSpPr>
            <p:spPr bwMode="auto">
              <a:xfrm>
                <a:off x="-3481" y="1164"/>
                <a:ext cx="59" cy="58"/>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8" name="Freeform 721">
                <a:extLst>
                  <a:ext uri="{FF2B5EF4-FFF2-40B4-BE49-F238E27FC236}">
                    <a16:creationId xmlns:a16="http://schemas.microsoft.com/office/drawing/2014/main" id="{2F09BFD6-192C-4B92-8558-8CE3D1C9877F}"/>
                  </a:ext>
                </a:extLst>
              </p:cNvPr>
              <p:cNvSpPr>
                <a:spLocks noEditPoints="1"/>
              </p:cNvSpPr>
              <p:nvPr userDrawn="1"/>
            </p:nvSpPr>
            <p:spPr bwMode="auto">
              <a:xfrm>
                <a:off x="-3482" y="1212"/>
                <a:ext cx="13" cy="14"/>
              </a:xfrm>
              <a:custGeom>
                <a:avLst/>
                <a:gdLst>
                  <a:gd name="T0" fmla="*/ 14 w 18"/>
                  <a:gd name="T1" fmla="*/ 17 h 18"/>
                  <a:gd name="T2" fmla="*/ 14 w 18"/>
                  <a:gd name="T3" fmla="*/ 17 h 18"/>
                  <a:gd name="T4" fmla="*/ 14 w 18"/>
                  <a:gd name="T5" fmla="*/ 17 h 18"/>
                  <a:gd name="T6" fmla="*/ 14 w 18"/>
                  <a:gd name="T7" fmla="*/ 17 h 18"/>
                  <a:gd name="T8" fmla="*/ 9 w 18"/>
                  <a:gd name="T9" fmla="*/ 12 h 18"/>
                  <a:gd name="T10" fmla="*/ 6 w 18"/>
                  <a:gd name="T11" fmla="*/ 11 h 18"/>
                  <a:gd name="T12" fmla="*/ 6 w 18"/>
                  <a:gd name="T13" fmla="*/ 9 h 18"/>
                  <a:gd name="T14" fmla="*/ 7 w 18"/>
                  <a:gd name="T15" fmla="*/ 7 h 18"/>
                  <a:gd name="T16" fmla="*/ 7 w 18"/>
                  <a:gd name="T17" fmla="*/ 7 h 18"/>
                  <a:gd name="T18" fmla="*/ 9 w 18"/>
                  <a:gd name="T19" fmla="*/ 6 h 18"/>
                  <a:gd name="T20" fmla="*/ 12 w 18"/>
                  <a:gd name="T21" fmla="*/ 8 h 18"/>
                  <a:gd name="T22" fmla="*/ 12 w 18"/>
                  <a:gd name="T23" fmla="*/ 9 h 18"/>
                  <a:gd name="T24" fmla="*/ 11 w 18"/>
                  <a:gd name="T25" fmla="*/ 12 h 18"/>
                  <a:gd name="T26" fmla="*/ 11 w 18"/>
                  <a:gd name="T27" fmla="*/ 12 h 18"/>
                  <a:gd name="T28" fmla="*/ 9 w 18"/>
                  <a:gd name="T29" fmla="*/ 12 h 18"/>
                  <a:gd name="T30" fmla="*/ 9 w 18"/>
                  <a:gd name="T31" fmla="*/ 0 h 18"/>
                  <a:gd name="T32" fmla="*/ 9 w 18"/>
                  <a:gd name="T33" fmla="*/ 0 h 18"/>
                  <a:gd name="T34" fmla="*/ 4 w 18"/>
                  <a:gd name="T35" fmla="*/ 2 h 18"/>
                  <a:gd name="T36" fmla="*/ 4 w 18"/>
                  <a:gd name="T37" fmla="*/ 2 h 18"/>
                  <a:gd name="T38" fmla="*/ 0 w 18"/>
                  <a:gd name="T39" fmla="*/ 9 h 18"/>
                  <a:gd name="T40" fmla="*/ 1 w 18"/>
                  <a:gd name="T41" fmla="*/ 14 h 18"/>
                  <a:gd name="T42" fmla="*/ 5 w 18"/>
                  <a:gd name="T43" fmla="*/ 17 h 18"/>
                  <a:gd name="T44" fmla="*/ 5 w 18"/>
                  <a:gd name="T45" fmla="*/ 17 h 18"/>
                  <a:gd name="T46" fmla="*/ 5 w 18"/>
                  <a:gd name="T47" fmla="*/ 18 h 18"/>
                  <a:gd name="T48" fmla="*/ 9 w 18"/>
                  <a:gd name="T49" fmla="*/ 18 h 18"/>
                  <a:gd name="T50" fmla="*/ 9 w 18"/>
                  <a:gd name="T51" fmla="*/ 18 h 18"/>
                  <a:gd name="T52" fmla="*/ 14 w 18"/>
                  <a:gd name="T53" fmla="*/ 17 h 18"/>
                  <a:gd name="T54" fmla="*/ 14 w 18"/>
                  <a:gd name="T55" fmla="*/ 17 h 18"/>
                  <a:gd name="T56" fmla="*/ 18 w 18"/>
                  <a:gd name="T57" fmla="*/ 9 h 18"/>
                  <a:gd name="T58" fmla="*/ 17 w 18"/>
                  <a:gd name="T59" fmla="*/ 5 h 18"/>
                  <a:gd name="T60" fmla="*/ 12 w 18"/>
                  <a:gd name="T61" fmla="*/ 1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14" y="17"/>
                    </a:moveTo>
                    <a:cubicBezTo>
                      <a:pt x="14" y="17"/>
                      <a:pt x="14" y="17"/>
                      <a:pt x="14" y="17"/>
                    </a:cubicBezTo>
                    <a:cubicBezTo>
                      <a:pt x="14" y="17"/>
                      <a:pt x="14" y="17"/>
                      <a:pt x="14" y="17"/>
                    </a:cubicBezTo>
                    <a:cubicBezTo>
                      <a:pt x="14" y="17"/>
                      <a:pt x="14" y="17"/>
                      <a:pt x="14" y="17"/>
                    </a:cubicBezTo>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9" name="Freeform 722">
                <a:extLst>
                  <a:ext uri="{FF2B5EF4-FFF2-40B4-BE49-F238E27FC236}">
                    <a16:creationId xmlns:a16="http://schemas.microsoft.com/office/drawing/2014/main" id="{8DCFC7F7-91BE-4E78-8287-E24521CB83AD}"/>
                  </a:ext>
                </a:extLst>
              </p:cNvPr>
              <p:cNvSpPr>
                <a:spLocks/>
              </p:cNvSpPr>
              <p:nvPr userDrawn="1"/>
            </p:nvSpPr>
            <p:spPr bwMode="auto">
              <a:xfrm>
                <a:off x="-3473" y="1213"/>
                <a:ext cx="4" cy="3"/>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0" name="Freeform 723">
                <a:extLst>
                  <a:ext uri="{FF2B5EF4-FFF2-40B4-BE49-F238E27FC236}">
                    <a16:creationId xmlns:a16="http://schemas.microsoft.com/office/drawing/2014/main" id="{CA77A218-DFE6-4A42-AA2A-8FFE61ED7925}"/>
                  </a:ext>
                </a:extLst>
              </p:cNvPr>
              <p:cNvSpPr>
                <a:spLocks noEditPoints="1"/>
              </p:cNvSpPr>
              <p:nvPr userDrawn="1"/>
            </p:nvSpPr>
            <p:spPr bwMode="auto">
              <a:xfrm>
                <a:off x="-3489" y="1222"/>
                <a:ext cx="11" cy="11"/>
              </a:xfrm>
              <a:custGeom>
                <a:avLst/>
                <a:gdLst>
                  <a:gd name="T0" fmla="*/ 8 w 15"/>
                  <a:gd name="T1" fmla="*/ 9 h 15"/>
                  <a:gd name="T2" fmla="*/ 6 w 15"/>
                  <a:gd name="T3" fmla="*/ 8 h 15"/>
                  <a:gd name="T4" fmla="*/ 6 w 15"/>
                  <a:gd name="T5" fmla="*/ 8 h 15"/>
                  <a:gd name="T6" fmla="*/ 7 w 15"/>
                  <a:gd name="T7" fmla="*/ 7 h 15"/>
                  <a:gd name="T8" fmla="*/ 8 w 15"/>
                  <a:gd name="T9" fmla="*/ 6 h 15"/>
                  <a:gd name="T10" fmla="*/ 9 w 15"/>
                  <a:gd name="T11" fmla="*/ 7 h 15"/>
                  <a:gd name="T12" fmla="*/ 9 w 15"/>
                  <a:gd name="T13" fmla="*/ 7 h 15"/>
                  <a:gd name="T14" fmla="*/ 9 w 15"/>
                  <a:gd name="T15" fmla="*/ 8 h 15"/>
                  <a:gd name="T16" fmla="*/ 8 w 15"/>
                  <a:gd name="T17" fmla="*/ 9 h 15"/>
                  <a:gd name="T18" fmla="*/ 8 w 15"/>
                  <a:gd name="T19" fmla="*/ 9 h 15"/>
                  <a:gd name="T20" fmla="*/ 8 w 15"/>
                  <a:gd name="T21" fmla="*/ 9 h 15"/>
                  <a:gd name="T22" fmla="*/ 8 w 15"/>
                  <a:gd name="T23" fmla="*/ 9 h 15"/>
                  <a:gd name="T24" fmla="*/ 8 w 15"/>
                  <a:gd name="T25" fmla="*/ 9 h 15"/>
                  <a:gd name="T26" fmla="*/ 8 w 15"/>
                  <a:gd name="T27" fmla="*/ 9 h 15"/>
                  <a:gd name="T28" fmla="*/ 8 w 15"/>
                  <a:gd name="T29" fmla="*/ 0 h 15"/>
                  <a:gd name="T30" fmla="*/ 8 w 15"/>
                  <a:gd name="T31" fmla="*/ 0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0 w 15"/>
                  <a:gd name="T55" fmla="*/ 1 h 15"/>
                  <a:gd name="T56" fmla="*/ 10 w 15"/>
                  <a:gd name="T57" fmla="*/ 1 h 15"/>
                  <a:gd name="T58" fmla="*/ 8 w 15"/>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5">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1" name="Freeform 724">
                <a:extLst>
                  <a:ext uri="{FF2B5EF4-FFF2-40B4-BE49-F238E27FC236}">
                    <a16:creationId xmlns:a16="http://schemas.microsoft.com/office/drawing/2014/main" id="{75CE149B-C727-41E8-A7B5-567A3C5539F1}"/>
                  </a:ext>
                </a:extLst>
              </p:cNvPr>
              <p:cNvSpPr>
                <a:spLocks/>
              </p:cNvSpPr>
              <p:nvPr userDrawn="1"/>
            </p:nvSpPr>
            <p:spPr bwMode="auto">
              <a:xfrm>
                <a:off x="-3481" y="1223"/>
                <a:ext cx="3" cy="3"/>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2" name="Freeform 725">
                <a:extLst>
                  <a:ext uri="{FF2B5EF4-FFF2-40B4-BE49-F238E27FC236}">
                    <a16:creationId xmlns:a16="http://schemas.microsoft.com/office/drawing/2014/main" id="{0D5A6E06-EEBD-4294-84F3-380400B205CB}"/>
                  </a:ext>
                </a:extLst>
              </p:cNvPr>
              <p:cNvSpPr>
                <a:spLocks noEditPoints="1"/>
              </p:cNvSpPr>
              <p:nvPr userDrawn="1"/>
            </p:nvSpPr>
            <p:spPr bwMode="auto">
              <a:xfrm>
                <a:off x="-3487" y="1232"/>
                <a:ext cx="9" cy="10"/>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7 w 13"/>
                  <a:gd name="T23" fmla="*/ 7 h 13"/>
                  <a:gd name="T24" fmla="*/ 7 w 13"/>
                  <a:gd name="T25" fmla="*/ 7 h 13"/>
                  <a:gd name="T26" fmla="*/ 6 w 13"/>
                  <a:gd name="T27" fmla="*/ 7 h 13"/>
                  <a:gd name="T28" fmla="*/ 8 w 13"/>
                  <a:gd name="T29" fmla="*/ 0 h 13"/>
                  <a:gd name="T30" fmla="*/ 6 w 13"/>
                  <a:gd name="T31" fmla="*/ 1 h 13"/>
                  <a:gd name="T32" fmla="*/ 6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0 w 13"/>
                  <a:gd name="T51" fmla="*/ 12 h 13"/>
                  <a:gd name="T52" fmla="*/ 10 w 13"/>
                  <a:gd name="T53" fmla="*/ 12 h 13"/>
                  <a:gd name="T54" fmla="*/ 13 w 13"/>
                  <a:gd name="T55" fmla="*/ 7 h 13"/>
                  <a:gd name="T56" fmla="*/ 12 w 13"/>
                  <a:gd name="T57" fmla="*/ 3 h 13"/>
                  <a:gd name="T58" fmla="*/ 12 w 13"/>
                  <a:gd name="T59" fmla="*/ 3 h 13"/>
                  <a:gd name="T60" fmla="*/ 8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3" name="Freeform 726">
                <a:extLst>
                  <a:ext uri="{FF2B5EF4-FFF2-40B4-BE49-F238E27FC236}">
                    <a16:creationId xmlns:a16="http://schemas.microsoft.com/office/drawing/2014/main" id="{23541D6D-67DD-4864-BADE-B48179BE8E0B}"/>
                  </a:ext>
                </a:extLst>
              </p:cNvPr>
              <p:cNvSpPr>
                <a:spLocks/>
              </p:cNvSpPr>
              <p:nvPr userDrawn="1"/>
            </p:nvSpPr>
            <p:spPr bwMode="auto">
              <a:xfrm>
                <a:off x="-3484" y="1232"/>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4" name="Freeform 727">
                <a:extLst>
                  <a:ext uri="{FF2B5EF4-FFF2-40B4-BE49-F238E27FC236}">
                    <a16:creationId xmlns:a16="http://schemas.microsoft.com/office/drawing/2014/main" id="{3E1257E8-09EE-4E55-A78C-43FC9EF6513B}"/>
                  </a:ext>
                </a:extLst>
              </p:cNvPr>
              <p:cNvSpPr>
                <a:spLocks noEditPoints="1"/>
              </p:cNvSpPr>
              <p:nvPr userDrawn="1"/>
            </p:nvSpPr>
            <p:spPr bwMode="auto">
              <a:xfrm>
                <a:off x="-3673" y="101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6 h 77"/>
                  <a:gd name="T26" fmla="*/ 0 w 79"/>
                  <a:gd name="T27" fmla="*/ 38 h 77"/>
                  <a:gd name="T28" fmla="*/ 6 w 79"/>
                  <a:gd name="T29" fmla="*/ 59 h 77"/>
                  <a:gd name="T30" fmla="*/ 11 w 79"/>
                  <a:gd name="T31" fmla="*/ 65 h 77"/>
                  <a:gd name="T32" fmla="*/ 15 w 79"/>
                  <a:gd name="T33" fmla="*/ 68 h 77"/>
                  <a:gd name="T34" fmla="*/ 16 w 79"/>
                  <a:gd name="T35" fmla="*/ 69 h 77"/>
                  <a:gd name="T36" fmla="*/ 40 w 79"/>
                  <a:gd name="T37" fmla="*/ 77 h 77"/>
                  <a:gd name="T38" fmla="*/ 40 w 79"/>
                  <a:gd name="T39" fmla="*/ 77 h 77"/>
                  <a:gd name="T40" fmla="*/ 60 w 79"/>
                  <a:gd name="T41" fmla="*/ 71 h 77"/>
                  <a:gd name="T42" fmla="*/ 60 w 79"/>
                  <a:gd name="T43" fmla="*/ 71 h 77"/>
                  <a:gd name="T44" fmla="*/ 79 w 79"/>
                  <a:gd name="T45" fmla="*/ 38 h 77"/>
                  <a:gd name="T46" fmla="*/ 73 w 79"/>
                  <a:gd name="T47" fmla="*/ 18 h 77"/>
                  <a:gd name="T48" fmla="*/ 40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40" y="71"/>
                    </a:moveTo>
                    <a:cubicBezTo>
                      <a:pt x="28" y="71"/>
                      <a:pt x="17"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8"/>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5" name="Freeform 728">
                <a:extLst>
                  <a:ext uri="{FF2B5EF4-FFF2-40B4-BE49-F238E27FC236}">
                    <a16:creationId xmlns:a16="http://schemas.microsoft.com/office/drawing/2014/main" id="{940A7F0E-44D3-4019-8A90-595F7B017493}"/>
                  </a:ext>
                </a:extLst>
              </p:cNvPr>
              <p:cNvSpPr>
                <a:spLocks noEditPoints="1"/>
              </p:cNvSpPr>
              <p:nvPr userDrawn="1"/>
            </p:nvSpPr>
            <p:spPr bwMode="auto">
              <a:xfrm>
                <a:off x="-3675" y="1065"/>
                <a:ext cx="14" cy="13"/>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1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1"/>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6" name="Freeform 729">
                <a:extLst>
                  <a:ext uri="{FF2B5EF4-FFF2-40B4-BE49-F238E27FC236}">
                    <a16:creationId xmlns:a16="http://schemas.microsoft.com/office/drawing/2014/main" id="{13CB8162-D905-4E74-B262-379C12E37E88}"/>
                  </a:ext>
                </a:extLst>
              </p:cNvPr>
              <p:cNvSpPr>
                <a:spLocks/>
              </p:cNvSpPr>
              <p:nvPr userDrawn="1"/>
            </p:nvSpPr>
            <p:spPr bwMode="auto">
              <a:xfrm>
                <a:off x="-3665" y="106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7" name="Freeform 730">
                <a:extLst>
                  <a:ext uri="{FF2B5EF4-FFF2-40B4-BE49-F238E27FC236}">
                    <a16:creationId xmlns:a16="http://schemas.microsoft.com/office/drawing/2014/main" id="{35FD92AE-C498-471B-89E5-9547CE488226}"/>
                  </a:ext>
                </a:extLst>
              </p:cNvPr>
              <p:cNvSpPr>
                <a:spLocks noEditPoints="1"/>
              </p:cNvSpPr>
              <p:nvPr userDrawn="1"/>
            </p:nvSpPr>
            <p:spPr bwMode="auto">
              <a:xfrm>
                <a:off x="-3681" y="1075"/>
                <a:ext cx="11" cy="10"/>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9 h 14"/>
                  <a:gd name="T22" fmla="*/ 7 w 14"/>
                  <a:gd name="T23" fmla="*/ 0 h 14"/>
                  <a:gd name="T24" fmla="*/ 7 w 14"/>
                  <a:gd name="T25" fmla="*/ 0 h 14"/>
                  <a:gd name="T26" fmla="*/ 3 w 14"/>
                  <a:gd name="T27" fmla="*/ 1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4 h 14"/>
                  <a:gd name="T44" fmla="*/ 9 w 14"/>
                  <a:gd name="T45" fmla="*/ 11 h 14"/>
                  <a:gd name="T46" fmla="*/ 11 w 14"/>
                  <a:gd name="T47" fmla="*/ 14 h 14"/>
                  <a:gd name="T48" fmla="*/ 14 w 14"/>
                  <a:gd name="T49" fmla="*/ 7 h 14"/>
                  <a:gd name="T50" fmla="*/ 14 w 14"/>
                  <a:gd name="T51" fmla="*/ 4 h 14"/>
                  <a:gd name="T52" fmla="*/ 10 w 14"/>
                  <a:gd name="T53" fmla="*/ 1 h 14"/>
                  <a:gd name="T54" fmla="*/ 9 w 14"/>
                  <a:gd name="T55" fmla="*/ 0 h 14"/>
                  <a:gd name="T56" fmla="*/ 7 w 14"/>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9" y="11"/>
                      <a:pt x="9" y="11"/>
                      <a:pt x="9" y="11"/>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8" name="Freeform 731">
                <a:extLst>
                  <a:ext uri="{FF2B5EF4-FFF2-40B4-BE49-F238E27FC236}">
                    <a16:creationId xmlns:a16="http://schemas.microsoft.com/office/drawing/2014/main" id="{8ED64E24-60E3-4789-870B-78C7CF1143D9}"/>
                  </a:ext>
                </a:extLst>
              </p:cNvPr>
              <p:cNvSpPr>
                <a:spLocks/>
              </p:cNvSpPr>
              <p:nvPr userDrawn="1"/>
            </p:nvSpPr>
            <p:spPr bwMode="auto">
              <a:xfrm>
                <a:off x="-3674" y="1075"/>
                <a:ext cx="4"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9" name="Freeform 732">
                <a:extLst>
                  <a:ext uri="{FF2B5EF4-FFF2-40B4-BE49-F238E27FC236}">
                    <a16:creationId xmlns:a16="http://schemas.microsoft.com/office/drawing/2014/main" id="{6BE5955B-9E59-4605-9366-33A8D9498023}"/>
                  </a:ext>
                </a:extLst>
              </p:cNvPr>
              <p:cNvSpPr>
                <a:spLocks noEditPoints="1"/>
              </p:cNvSpPr>
              <p:nvPr userDrawn="1"/>
            </p:nvSpPr>
            <p:spPr bwMode="auto">
              <a:xfrm>
                <a:off x="-3680" y="1085"/>
                <a:ext cx="10" cy="10"/>
              </a:xfrm>
              <a:custGeom>
                <a:avLst/>
                <a:gdLst>
                  <a:gd name="T0" fmla="*/ 7 w 13"/>
                  <a:gd name="T1" fmla="*/ 7 h 13"/>
                  <a:gd name="T2" fmla="*/ 6 w 13"/>
                  <a:gd name="T3" fmla="*/ 7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9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7" y="7"/>
                    </a:moveTo>
                    <a:cubicBezTo>
                      <a:pt x="6" y="7"/>
                      <a:pt x="6" y="7"/>
                      <a:pt x="6" y="7"/>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moveTo>
                      <a:pt x="9" y="0"/>
                    </a:moveTo>
                    <a:cubicBezTo>
                      <a:pt x="8" y="0"/>
                      <a:pt x="7" y="1"/>
                      <a:pt x="6" y="1"/>
                    </a:cubicBezTo>
                    <a:cubicBezTo>
                      <a:pt x="6" y="1"/>
                      <a:pt x="6" y="1"/>
                      <a:pt x="6" y="1"/>
                    </a:cubicBezTo>
                    <a:cubicBezTo>
                      <a:pt x="5" y="1"/>
                      <a:pt x="5" y="1"/>
                      <a:pt x="4" y="0"/>
                    </a:cubicBezTo>
                    <a:cubicBezTo>
                      <a:pt x="4" y="0"/>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0" name="Freeform 733">
                <a:extLst>
                  <a:ext uri="{FF2B5EF4-FFF2-40B4-BE49-F238E27FC236}">
                    <a16:creationId xmlns:a16="http://schemas.microsoft.com/office/drawing/2014/main" id="{77F2A16A-3B20-4821-915C-970C82D8FC25}"/>
                  </a:ext>
                </a:extLst>
              </p:cNvPr>
              <p:cNvSpPr>
                <a:spLocks/>
              </p:cNvSpPr>
              <p:nvPr userDrawn="1"/>
            </p:nvSpPr>
            <p:spPr bwMode="auto">
              <a:xfrm>
                <a:off x="-3677" y="108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1" name="Freeform 734">
                <a:extLst>
                  <a:ext uri="{FF2B5EF4-FFF2-40B4-BE49-F238E27FC236}">
                    <a16:creationId xmlns:a16="http://schemas.microsoft.com/office/drawing/2014/main" id="{09FA77A9-6446-412A-A1CB-219517466F4C}"/>
                  </a:ext>
                </a:extLst>
              </p:cNvPr>
              <p:cNvSpPr>
                <a:spLocks noEditPoints="1"/>
              </p:cNvSpPr>
              <p:nvPr userDrawn="1"/>
            </p:nvSpPr>
            <p:spPr bwMode="auto">
              <a:xfrm>
                <a:off x="-3386" y="1805"/>
                <a:ext cx="76" cy="74"/>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2" name="Freeform 735">
                <a:extLst>
                  <a:ext uri="{FF2B5EF4-FFF2-40B4-BE49-F238E27FC236}">
                    <a16:creationId xmlns:a16="http://schemas.microsoft.com/office/drawing/2014/main" id="{740C538C-9E54-411B-8F88-9181915289BC}"/>
                  </a:ext>
                </a:extLst>
              </p:cNvPr>
              <p:cNvSpPr>
                <a:spLocks noEditPoints="1"/>
              </p:cNvSpPr>
              <p:nvPr userDrawn="1"/>
            </p:nvSpPr>
            <p:spPr bwMode="auto">
              <a:xfrm>
                <a:off x="-3388" y="1868"/>
                <a:ext cx="16" cy="16"/>
              </a:xfrm>
              <a:custGeom>
                <a:avLst/>
                <a:gdLst>
                  <a:gd name="T0" fmla="*/ 6 w 22"/>
                  <a:gd name="T1" fmla="*/ 8 h 21"/>
                  <a:gd name="T2" fmla="*/ 11 w 22"/>
                  <a:gd name="T3" fmla="*/ 6 h 21"/>
                  <a:gd name="T4" fmla="*/ 13 w 22"/>
                  <a:gd name="T5" fmla="*/ 6 h 21"/>
                  <a:gd name="T6" fmla="*/ 13 w 22"/>
                  <a:gd name="T7" fmla="*/ 6 h 21"/>
                  <a:gd name="T8" fmla="*/ 16 w 22"/>
                  <a:gd name="T9" fmla="*/ 10 h 21"/>
                  <a:gd name="T10" fmla="*/ 16 w 22"/>
                  <a:gd name="T11" fmla="*/ 13 h 21"/>
                  <a:gd name="T12" fmla="*/ 11 w 22"/>
                  <a:gd name="T13" fmla="*/ 15 h 21"/>
                  <a:gd name="T14" fmla="*/ 9 w 22"/>
                  <a:gd name="T15" fmla="*/ 15 h 21"/>
                  <a:gd name="T16" fmla="*/ 9 w 22"/>
                  <a:gd name="T17" fmla="*/ 15 h 21"/>
                  <a:gd name="T18" fmla="*/ 6 w 22"/>
                  <a:gd name="T19" fmla="*/ 10 h 21"/>
                  <a:gd name="T20" fmla="*/ 6 w 22"/>
                  <a:gd name="T21" fmla="*/ 8 h 21"/>
                  <a:gd name="T22" fmla="*/ 4 w 22"/>
                  <a:gd name="T23" fmla="*/ 7 h 21"/>
                  <a:gd name="T24" fmla="*/ 6 w 22"/>
                  <a:gd name="T25" fmla="*/ 8 h 21"/>
                  <a:gd name="T26" fmla="*/ 11 w 22"/>
                  <a:gd name="T27" fmla="*/ 0 h 21"/>
                  <a:gd name="T28" fmla="*/ 11 w 22"/>
                  <a:gd name="T29" fmla="*/ 0 h 21"/>
                  <a:gd name="T30" fmla="*/ 1 w 22"/>
                  <a:gd name="T31" fmla="*/ 6 h 21"/>
                  <a:gd name="T32" fmla="*/ 1 w 22"/>
                  <a:gd name="T33" fmla="*/ 6 h 21"/>
                  <a:gd name="T34" fmla="*/ 0 w 22"/>
                  <a:gd name="T35" fmla="*/ 10 h 21"/>
                  <a:gd name="T36" fmla="*/ 6 w 22"/>
                  <a:gd name="T37" fmla="*/ 20 h 21"/>
                  <a:gd name="T38" fmla="*/ 6 w 22"/>
                  <a:gd name="T39" fmla="*/ 20 h 21"/>
                  <a:gd name="T40" fmla="*/ 11 w 22"/>
                  <a:gd name="T41" fmla="*/ 21 h 21"/>
                  <a:gd name="T42" fmla="*/ 21 w 22"/>
                  <a:gd name="T43" fmla="*/ 15 h 21"/>
                  <a:gd name="T44" fmla="*/ 22 w 22"/>
                  <a:gd name="T45" fmla="*/ 10 h 21"/>
                  <a:gd name="T46" fmla="*/ 16 w 22"/>
                  <a:gd name="T47" fmla="*/ 1 h 21"/>
                  <a:gd name="T48" fmla="*/ 16 w 22"/>
                  <a:gd name="T49" fmla="*/ 1 h 21"/>
                  <a:gd name="T50" fmla="*/ 11 w 2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1">
                    <a:moveTo>
                      <a:pt x="6" y="8"/>
                    </a:moveTo>
                    <a:cubicBezTo>
                      <a:pt x="7" y="7"/>
                      <a:pt x="9" y="6"/>
                      <a:pt x="11" y="6"/>
                    </a:cubicBezTo>
                    <a:cubicBezTo>
                      <a:pt x="12" y="6"/>
                      <a:pt x="13" y="6"/>
                      <a:pt x="13" y="6"/>
                    </a:cubicBezTo>
                    <a:cubicBezTo>
                      <a:pt x="13"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6" y="20"/>
                      <a:pt x="6" y="20"/>
                      <a:pt x="6" y="20"/>
                    </a:cubicBezTo>
                    <a:cubicBezTo>
                      <a:pt x="8" y="21"/>
                      <a:pt x="9" y="21"/>
                      <a:pt x="11" y="21"/>
                    </a:cubicBezTo>
                    <a:cubicBezTo>
                      <a:pt x="15" y="21"/>
                      <a:pt x="19" y="19"/>
                      <a:pt x="21" y="15"/>
                    </a:cubicBezTo>
                    <a:cubicBezTo>
                      <a:pt x="22" y="14"/>
                      <a:pt x="22" y="12"/>
                      <a:pt x="22" y="10"/>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3" name="Freeform 736">
                <a:extLst>
                  <a:ext uri="{FF2B5EF4-FFF2-40B4-BE49-F238E27FC236}">
                    <a16:creationId xmlns:a16="http://schemas.microsoft.com/office/drawing/2014/main" id="{B9CAD4C5-DE4B-4CD7-B305-E60B75B9850E}"/>
                  </a:ext>
                </a:extLst>
              </p:cNvPr>
              <p:cNvSpPr>
                <a:spLocks noEditPoints="1"/>
              </p:cNvSpPr>
              <p:nvPr userDrawn="1"/>
            </p:nvSpPr>
            <p:spPr bwMode="auto">
              <a:xfrm>
                <a:off x="-3397" y="1880"/>
                <a:ext cx="13" cy="14"/>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7 w 17"/>
                  <a:gd name="T15" fmla="*/ 11 h 18"/>
                  <a:gd name="T16" fmla="*/ 6 w 17"/>
                  <a:gd name="T17" fmla="*/ 9 h 18"/>
                  <a:gd name="T18" fmla="*/ 6 w 17"/>
                  <a:gd name="T19" fmla="*/ 8 h 18"/>
                  <a:gd name="T20" fmla="*/ 6 w 17"/>
                  <a:gd name="T21" fmla="*/ 8 h 18"/>
                  <a:gd name="T22" fmla="*/ 8 w 17"/>
                  <a:gd name="T23" fmla="*/ 0 h 18"/>
                  <a:gd name="T24" fmla="*/ 1 w 17"/>
                  <a:gd name="T25" fmla="*/ 5 h 18"/>
                  <a:gd name="T26" fmla="*/ 3 w 17"/>
                  <a:gd name="T27" fmla="*/ 7 h 18"/>
                  <a:gd name="T28" fmla="*/ 1 w 17"/>
                  <a:gd name="T29" fmla="*/ 5 h 18"/>
                  <a:gd name="T30" fmla="*/ 0 w 17"/>
                  <a:gd name="T31" fmla="*/ 9 h 18"/>
                  <a:gd name="T32" fmla="*/ 4 w 17"/>
                  <a:gd name="T33" fmla="*/ 17 h 18"/>
                  <a:gd name="T34" fmla="*/ 4 w 17"/>
                  <a:gd name="T35" fmla="*/ 17 h 18"/>
                  <a:gd name="T36" fmla="*/ 8 w 17"/>
                  <a:gd name="T37" fmla="*/ 18 h 18"/>
                  <a:gd name="T38" fmla="*/ 8 w 17"/>
                  <a:gd name="T39" fmla="*/ 18 h 18"/>
                  <a:gd name="T40" fmla="*/ 16 w 17"/>
                  <a:gd name="T41" fmla="*/ 13 h 18"/>
                  <a:gd name="T42" fmla="*/ 17 w 17"/>
                  <a:gd name="T43" fmla="*/ 9 h 18"/>
                  <a:gd name="T44" fmla="*/ 12 w 17"/>
                  <a:gd name="T45" fmla="*/ 1 h 18"/>
                  <a:gd name="T46" fmla="*/ 8 w 17"/>
                  <a:gd name="T47" fmla="*/ 0 h 18"/>
                  <a:gd name="T48" fmla="*/ 8 w 17"/>
                  <a:gd name="T49" fmla="*/ 0 h 18"/>
                  <a:gd name="T50" fmla="*/ 8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7" y="11"/>
                      <a:pt x="7" y="11"/>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4" y="17"/>
                      <a:pt x="4" y="17"/>
                      <a:pt x="4" y="17"/>
                    </a:cubicBezTo>
                    <a:cubicBezTo>
                      <a:pt x="6" y="17"/>
                      <a:pt x="7"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4" name="Freeform 737">
                <a:extLst>
                  <a:ext uri="{FF2B5EF4-FFF2-40B4-BE49-F238E27FC236}">
                    <a16:creationId xmlns:a16="http://schemas.microsoft.com/office/drawing/2014/main" id="{C5728DB8-E367-4778-9F0A-B9F2CB47035A}"/>
                  </a:ext>
                </a:extLst>
              </p:cNvPr>
              <p:cNvSpPr>
                <a:spLocks noEditPoints="1"/>
              </p:cNvSpPr>
              <p:nvPr userDrawn="1"/>
            </p:nvSpPr>
            <p:spPr bwMode="auto">
              <a:xfrm>
                <a:off x="-3409" y="1882"/>
                <a:ext cx="12" cy="11"/>
              </a:xfrm>
              <a:custGeom>
                <a:avLst/>
                <a:gdLst>
                  <a:gd name="T0" fmla="*/ 8 w 16"/>
                  <a:gd name="T1" fmla="*/ 9 h 15"/>
                  <a:gd name="T2" fmla="*/ 7 w 16"/>
                  <a:gd name="T3" fmla="*/ 9 h 15"/>
                  <a:gd name="T4" fmla="*/ 7 w 16"/>
                  <a:gd name="T5" fmla="*/ 9 h 15"/>
                  <a:gd name="T6" fmla="*/ 6 w 16"/>
                  <a:gd name="T7" fmla="*/ 8 h 15"/>
                  <a:gd name="T8" fmla="*/ 6 w 16"/>
                  <a:gd name="T9" fmla="*/ 7 h 15"/>
                  <a:gd name="T10" fmla="*/ 4 w 16"/>
                  <a:gd name="T11" fmla="*/ 6 h 15"/>
                  <a:gd name="T12" fmla="*/ 6 w 16"/>
                  <a:gd name="T13" fmla="*/ 7 h 15"/>
                  <a:gd name="T14" fmla="*/ 8 w 16"/>
                  <a:gd name="T15" fmla="*/ 6 h 15"/>
                  <a:gd name="T16" fmla="*/ 9 w 16"/>
                  <a:gd name="T17" fmla="*/ 6 h 15"/>
                  <a:gd name="T18" fmla="*/ 10 w 16"/>
                  <a:gd name="T19" fmla="*/ 8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8 h 15"/>
                  <a:gd name="T32" fmla="*/ 5 w 16"/>
                  <a:gd name="T33" fmla="*/ 14 h 15"/>
                  <a:gd name="T34" fmla="*/ 5 w 16"/>
                  <a:gd name="T35" fmla="*/ 14 h 15"/>
                  <a:gd name="T36" fmla="*/ 8 w 16"/>
                  <a:gd name="T37" fmla="*/ 15 h 15"/>
                  <a:gd name="T38" fmla="*/ 8 w 16"/>
                  <a:gd name="T39" fmla="*/ 15 h 15"/>
                  <a:gd name="T40" fmla="*/ 15 w 16"/>
                  <a:gd name="T41" fmla="*/ 11 h 15"/>
                  <a:gd name="T42" fmla="*/ 15 w 16"/>
                  <a:gd name="T43" fmla="*/ 11 h 15"/>
                  <a:gd name="T44" fmla="*/ 16 w 16"/>
                  <a:gd name="T45" fmla="*/ 8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8" y="9"/>
                    </a:moveTo>
                    <a:cubicBezTo>
                      <a:pt x="7" y="9"/>
                      <a:pt x="7" y="9"/>
                      <a:pt x="7" y="9"/>
                    </a:cubicBez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4"/>
                    </a:cubicBezTo>
                    <a:cubicBezTo>
                      <a:pt x="5" y="14"/>
                      <a:pt x="5" y="14"/>
                      <a:pt x="5" y="14"/>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5" name="Freeform 738">
                <a:extLst>
                  <a:ext uri="{FF2B5EF4-FFF2-40B4-BE49-F238E27FC236}">
                    <a16:creationId xmlns:a16="http://schemas.microsoft.com/office/drawing/2014/main" id="{D8A04D67-7A63-4DED-8171-7C5A995A5187}"/>
                  </a:ext>
                </a:extLst>
              </p:cNvPr>
              <p:cNvSpPr>
                <a:spLocks noEditPoints="1"/>
              </p:cNvSpPr>
              <p:nvPr userDrawn="1"/>
            </p:nvSpPr>
            <p:spPr bwMode="auto">
              <a:xfrm>
                <a:off x="-3429" y="1522"/>
                <a:ext cx="60" cy="207"/>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6" name="Freeform 739">
                <a:extLst>
                  <a:ext uri="{FF2B5EF4-FFF2-40B4-BE49-F238E27FC236}">
                    <a16:creationId xmlns:a16="http://schemas.microsoft.com/office/drawing/2014/main" id="{98EA694A-95FE-48C7-BB6E-55D2EBE9AD53}"/>
                  </a:ext>
                </a:extLst>
              </p:cNvPr>
              <p:cNvSpPr>
                <a:spLocks noEditPoints="1"/>
              </p:cNvSpPr>
              <p:nvPr userDrawn="1"/>
            </p:nvSpPr>
            <p:spPr bwMode="auto">
              <a:xfrm>
                <a:off x="-3405" y="1954"/>
                <a:ext cx="90" cy="124"/>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7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7" y="160"/>
                      <a:pt x="27"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7" name="Freeform 740">
                <a:extLst>
                  <a:ext uri="{FF2B5EF4-FFF2-40B4-BE49-F238E27FC236}">
                    <a16:creationId xmlns:a16="http://schemas.microsoft.com/office/drawing/2014/main" id="{274A739C-55A6-4EE5-B9E1-7E53FA967408}"/>
                  </a:ext>
                </a:extLst>
              </p:cNvPr>
              <p:cNvSpPr>
                <a:spLocks noEditPoints="1"/>
              </p:cNvSpPr>
              <p:nvPr userDrawn="1"/>
            </p:nvSpPr>
            <p:spPr bwMode="auto">
              <a:xfrm>
                <a:off x="-3411" y="1190"/>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8" name="Freeform 741">
                <a:extLst>
                  <a:ext uri="{FF2B5EF4-FFF2-40B4-BE49-F238E27FC236}">
                    <a16:creationId xmlns:a16="http://schemas.microsoft.com/office/drawing/2014/main" id="{A199A657-A855-44B2-9B17-461DB70CB348}"/>
                  </a:ext>
                </a:extLst>
              </p:cNvPr>
              <p:cNvSpPr>
                <a:spLocks noEditPoints="1"/>
              </p:cNvSpPr>
              <p:nvPr userDrawn="1"/>
            </p:nvSpPr>
            <p:spPr bwMode="auto">
              <a:xfrm>
                <a:off x="-3454" y="1295"/>
                <a:ext cx="123" cy="49"/>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9" name="Freeform 742">
                <a:extLst>
                  <a:ext uri="{FF2B5EF4-FFF2-40B4-BE49-F238E27FC236}">
                    <a16:creationId xmlns:a16="http://schemas.microsoft.com/office/drawing/2014/main" id="{5E49475F-213B-43BA-BD50-51E4076920C5}"/>
                  </a:ext>
                </a:extLst>
              </p:cNvPr>
              <p:cNvSpPr>
                <a:spLocks noEditPoints="1"/>
              </p:cNvSpPr>
              <p:nvPr userDrawn="1"/>
            </p:nvSpPr>
            <p:spPr bwMode="auto">
              <a:xfrm>
                <a:off x="-3291" y="1053"/>
                <a:ext cx="124" cy="49"/>
              </a:xfrm>
              <a:custGeom>
                <a:avLst/>
                <a:gdLst>
                  <a:gd name="T0" fmla="*/ 116 w 165"/>
                  <a:gd name="T1" fmla="*/ 34 h 65"/>
                  <a:gd name="T2" fmla="*/ 116 w 165"/>
                  <a:gd name="T3" fmla="*/ 34 h 65"/>
                  <a:gd name="T4" fmla="*/ 16 w 165"/>
                  <a:gd name="T5" fmla="*/ 9 h 65"/>
                  <a:gd name="T6" fmla="*/ 58 w 165"/>
                  <a:gd name="T7" fmla="*/ 6 h 65"/>
                  <a:gd name="T8" fmla="*/ 109 w 165"/>
                  <a:gd name="T9" fmla="*/ 15 h 65"/>
                  <a:gd name="T10" fmla="*/ 111 w 165"/>
                  <a:gd name="T11" fmla="*/ 16 h 65"/>
                  <a:gd name="T12" fmla="*/ 112 w 165"/>
                  <a:gd name="T13" fmla="*/ 29 h 65"/>
                  <a:gd name="T14" fmla="*/ 111 w 165"/>
                  <a:gd name="T15" fmla="*/ 31 h 65"/>
                  <a:gd name="T16" fmla="*/ 111 w 165"/>
                  <a:gd name="T17" fmla="*/ 31 h 65"/>
                  <a:gd name="T18" fmla="*/ 111 w 165"/>
                  <a:gd name="T19" fmla="*/ 31 h 65"/>
                  <a:gd name="T20" fmla="*/ 109 w 165"/>
                  <a:gd name="T21" fmla="*/ 48 h 65"/>
                  <a:gd name="T22" fmla="*/ 115 w 165"/>
                  <a:gd name="T23" fmla="*/ 52 h 65"/>
                  <a:gd name="T24" fmla="*/ 127 w 165"/>
                  <a:gd name="T25" fmla="*/ 53 h 65"/>
                  <a:gd name="T26" fmla="*/ 64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3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2 h 65"/>
                  <a:gd name="T68" fmla="*/ 111 w 165"/>
                  <a:gd name="T69" fmla="*/ 16 h 65"/>
                  <a:gd name="T70" fmla="*/ 115 w 165"/>
                  <a:gd name="T71"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3"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0" name="Freeform 743">
                <a:extLst>
                  <a:ext uri="{FF2B5EF4-FFF2-40B4-BE49-F238E27FC236}">
                    <a16:creationId xmlns:a16="http://schemas.microsoft.com/office/drawing/2014/main" id="{C8A7D7C3-39BB-4E51-8121-B59B6C745EF1}"/>
                  </a:ext>
                </a:extLst>
              </p:cNvPr>
              <p:cNvSpPr>
                <a:spLocks noEditPoints="1"/>
              </p:cNvSpPr>
              <p:nvPr userDrawn="1"/>
            </p:nvSpPr>
            <p:spPr bwMode="auto">
              <a:xfrm>
                <a:off x="-3508" y="1896"/>
                <a:ext cx="128" cy="100"/>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1" name="Freeform 744">
                <a:extLst>
                  <a:ext uri="{FF2B5EF4-FFF2-40B4-BE49-F238E27FC236}">
                    <a16:creationId xmlns:a16="http://schemas.microsoft.com/office/drawing/2014/main" id="{74194D25-2D44-4C05-B97B-283D42E9498E}"/>
                  </a:ext>
                </a:extLst>
              </p:cNvPr>
              <p:cNvSpPr>
                <a:spLocks noEditPoints="1"/>
              </p:cNvSpPr>
              <p:nvPr userDrawn="1"/>
            </p:nvSpPr>
            <p:spPr bwMode="auto">
              <a:xfrm>
                <a:off x="-3453" y="1409"/>
                <a:ext cx="141" cy="121"/>
              </a:xfrm>
              <a:custGeom>
                <a:avLst/>
                <a:gdLst>
                  <a:gd name="T0" fmla="*/ 168 w 188"/>
                  <a:gd name="T1" fmla="*/ 112 h 162"/>
                  <a:gd name="T2" fmla="*/ 111 w 188"/>
                  <a:gd name="T3" fmla="*/ 6 h 162"/>
                  <a:gd name="T4" fmla="*/ 122 w 188"/>
                  <a:gd name="T5" fmla="*/ 15 h 162"/>
                  <a:gd name="T6" fmla="*/ 135 w 188"/>
                  <a:gd name="T7" fmla="*/ 29 h 162"/>
                  <a:gd name="T8" fmla="*/ 171 w 188"/>
                  <a:gd name="T9" fmla="*/ 47 h 162"/>
                  <a:gd name="T10" fmla="*/ 164 w 188"/>
                  <a:gd name="T11" fmla="*/ 71 h 162"/>
                  <a:gd name="T12" fmla="*/ 182 w 188"/>
                  <a:gd name="T13" fmla="*/ 97 h 162"/>
                  <a:gd name="T14" fmla="*/ 168 w 188"/>
                  <a:gd name="T15" fmla="*/ 112 h 162"/>
                  <a:gd name="T16" fmla="*/ 143 w 188"/>
                  <a:gd name="T17" fmla="*/ 122 h 162"/>
                  <a:gd name="T18" fmla="*/ 102 w 188"/>
                  <a:gd name="T19" fmla="*/ 146 h 162"/>
                  <a:gd name="T20" fmla="*/ 82 w 188"/>
                  <a:gd name="T21" fmla="*/ 131 h 162"/>
                  <a:gd name="T22" fmla="*/ 74 w 188"/>
                  <a:gd name="T23" fmla="*/ 135 h 162"/>
                  <a:gd name="T24" fmla="*/ 54 w 188"/>
                  <a:gd name="T25" fmla="*/ 136 h 162"/>
                  <a:gd name="T26" fmla="*/ 49 w 188"/>
                  <a:gd name="T27" fmla="*/ 115 h 162"/>
                  <a:gd name="T28" fmla="*/ 28 w 188"/>
                  <a:gd name="T29" fmla="*/ 127 h 162"/>
                  <a:gd name="T30" fmla="*/ 12 w 188"/>
                  <a:gd name="T31" fmla="*/ 91 h 162"/>
                  <a:gd name="T32" fmla="*/ 10 w 188"/>
                  <a:gd name="T33" fmla="*/ 64 h 162"/>
                  <a:gd name="T34" fmla="*/ 19 w 188"/>
                  <a:gd name="T35" fmla="*/ 64 h 162"/>
                  <a:gd name="T36" fmla="*/ 30 w 188"/>
                  <a:gd name="T37" fmla="*/ 35 h 162"/>
                  <a:gd name="T38" fmla="*/ 64 w 188"/>
                  <a:gd name="T39" fmla="*/ 10 h 162"/>
                  <a:gd name="T40" fmla="*/ 95 w 188"/>
                  <a:gd name="T41" fmla="*/ 24 h 162"/>
                  <a:gd name="T42" fmla="*/ 100 w 188"/>
                  <a:gd name="T43" fmla="*/ 23 h 162"/>
                  <a:gd name="T44" fmla="*/ 95 w 188"/>
                  <a:gd name="T45" fmla="*/ 17 h 162"/>
                  <a:gd name="T46" fmla="*/ 51 w 188"/>
                  <a:gd name="T47" fmla="*/ 7 h 162"/>
                  <a:gd name="T48" fmla="*/ 30 w 188"/>
                  <a:gd name="T49" fmla="*/ 50 h 162"/>
                  <a:gd name="T50" fmla="*/ 16 w 188"/>
                  <a:gd name="T51" fmla="*/ 57 h 162"/>
                  <a:gd name="T52" fmla="*/ 2 w 188"/>
                  <a:gd name="T53" fmla="*/ 66 h 162"/>
                  <a:gd name="T54" fmla="*/ 15 w 188"/>
                  <a:gd name="T55" fmla="*/ 98 h 162"/>
                  <a:gd name="T56" fmla="*/ 23 w 188"/>
                  <a:gd name="T57" fmla="*/ 123 h 162"/>
                  <a:gd name="T58" fmla="*/ 1 w 188"/>
                  <a:gd name="T59" fmla="*/ 157 h 162"/>
                  <a:gd name="T60" fmla="*/ 4 w 188"/>
                  <a:gd name="T61" fmla="*/ 162 h 162"/>
                  <a:gd name="T62" fmla="*/ 16 w 188"/>
                  <a:gd name="T63" fmla="*/ 155 h 162"/>
                  <a:gd name="T64" fmla="*/ 43 w 188"/>
                  <a:gd name="T65" fmla="*/ 136 h 162"/>
                  <a:gd name="T66" fmla="*/ 65 w 188"/>
                  <a:gd name="T67" fmla="*/ 145 h 162"/>
                  <a:gd name="T68" fmla="*/ 78 w 188"/>
                  <a:gd name="T69" fmla="*/ 139 h 162"/>
                  <a:gd name="T70" fmla="*/ 94 w 188"/>
                  <a:gd name="T71" fmla="*/ 149 h 162"/>
                  <a:gd name="T72" fmla="*/ 114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2" name="Freeform 745">
                <a:extLst>
                  <a:ext uri="{FF2B5EF4-FFF2-40B4-BE49-F238E27FC236}">
                    <a16:creationId xmlns:a16="http://schemas.microsoft.com/office/drawing/2014/main" id="{D439DBC2-8D1E-4BE9-9DA5-75B59864FD64}"/>
                  </a:ext>
                </a:extLst>
              </p:cNvPr>
              <p:cNvSpPr>
                <a:spLocks noEditPoints="1"/>
              </p:cNvSpPr>
              <p:nvPr userDrawn="1"/>
            </p:nvSpPr>
            <p:spPr bwMode="auto">
              <a:xfrm>
                <a:off x="-3577" y="1734"/>
                <a:ext cx="181" cy="157"/>
              </a:xfrm>
              <a:custGeom>
                <a:avLst/>
                <a:gdLst>
                  <a:gd name="T0" fmla="*/ 99 w 242"/>
                  <a:gd name="T1" fmla="*/ 180 h 208"/>
                  <a:gd name="T2" fmla="*/ 135 w 242"/>
                  <a:gd name="T3" fmla="*/ 10 h 208"/>
                  <a:gd name="T4" fmla="*/ 142 w 242"/>
                  <a:gd name="T5" fmla="*/ 6 h 208"/>
                  <a:gd name="T6" fmla="*/ 158 w 242"/>
                  <a:gd name="T7" fmla="*/ 18 h 208"/>
                  <a:gd name="T8" fmla="*/ 159 w 242"/>
                  <a:gd name="T9" fmla="*/ 30 h 208"/>
                  <a:gd name="T10" fmla="*/ 190 w 242"/>
                  <a:gd name="T11" fmla="*/ 34 h 208"/>
                  <a:gd name="T12" fmla="*/ 221 w 242"/>
                  <a:gd name="T13" fmla="*/ 61 h 208"/>
                  <a:gd name="T14" fmla="*/ 220 w 242"/>
                  <a:gd name="T15" fmla="*/ 72 h 208"/>
                  <a:gd name="T16" fmla="*/ 229 w 242"/>
                  <a:gd name="T17" fmla="*/ 111 h 208"/>
                  <a:gd name="T18" fmla="*/ 233 w 242"/>
                  <a:gd name="T19" fmla="*/ 136 h 208"/>
                  <a:gd name="T20" fmla="*/ 217 w 242"/>
                  <a:gd name="T21" fmla="*/ 145 h 208"/>
                  <a:gd name="T22" fmla="*/ 194 w 242"/>
                  <a:gd name="T23" fmla="*/ 146 h 208"/>
                  <a:gd name="T24" fmla="*/ 183 w 242"/>
                  <a:gd name="T25" fmla="*/ 177 h 208"/>
                  <a:gd name="T26" fmla="*/ 127 w 242"/>
                  <a:gd name="T27" fmla="*/ 189 h 208"/>
                  <a:gd name="T28" fmla="*/ 105 w 242"/>
                  <a:gd name="T29" fmla="*/ 170 h 208"/>
                  <a:gd name="T30" fmla="*/ 100 w 242"/>
                  <a:gd name="T31" fmla="*/ 171 h 208"/>
                  <a:gd name="T32" fmla="*/ 83 w 242"/>
                  <a:gd name="T33" fmla="*/ 181 h 208"/>
                  <a:gd name="T34" fmla="*/ 63 w 242"/>
                  <a:gd name="T35" fmla="*/ 173 h 208"/>
                  <a:gd name="T36" fmla="*/ 61 w 242"/>
                  <a:gd name="T37" fmla="*/ 149 h 208"/>
                  <a:gd name="T38" fmla="*/ 14 w 242"/>
                  <a:gd name="T39" fmla="*/ 195 h 208"/>
                  <a:gd name="T40" fmla="*/ 42 w 242"/>
                  <a:gd name="T41" fmla="*/ 142 h 208"/>
                  <a:gd name="T42" fmla="*/ 14 w 242"/>
                  <a:gd name="T43" fmla="*/ 118 h 208"/>
                  <a:gd name="T44" fmla="*/ 9 w 242"/>
                  <a:gd name="T45" fmla="*/ 85 h 208"/>
                  <a:gd name="T46" fmla="*/ 18 w 242"/>
                  <a:gd name="T47" fmla="*/ 80 h 208"/>
                  <a:gd name="T48" fmla="*/ 45 w 242"/>
                  <a:gd name="T49" fmla="*/ 65 h 208"/>
                  <a:gd name="T50" fmla="*/ 44 w 242"/>
                  <a:gd name="T51" fmla="*/ 30 h 208"/>
                  <a:gd name="T52" fmla="*/ 82 w 242"/>
                  <a:gd name="T53" fmla="*/ 11 h 208"/>
                  <a:gd name="T54" fmla="*/ 122 w 242"/>
                  <a:gd name="T55" fmla="*/ 29 h 208"/>
                  <a:gd name="T56" fmla="*/ 122 w 242"/>
                  <a:gd name="T57" fmla="*/ 30 h 208"/>
                  <a:gd name="T58" fmla="*/ 142 w 242"/>
                  <a:gd name="T59" fmla="*/ 0 h 208"/>
                  <a:gd name="T60" fmla="*/ 123 w 242"/>
                  <a:gd name="T61" fmla="*/ 22 h 208"/>
                  <a:gd name="T62" fmla="*/ 65 w 242"/>
                  <a:gd name="T63" fmla="*/ 9 h 208"/>
                  <a:gd name="T64" fmla="*/ 35 w 242"/>
                  <a:gd name="T65" fmla="*/ 56 h 208"/>
                  <a:gd name="T66" fmla="*/ 23 w 242"/>
                  <a:gd name="T67" fmla="*/ 75 h 208"/>
                  <a:gd name="T68" fmla="*/ 17 w 242"/>
                  <a:gd name="T69" fmla="*/ 74 h 208"/>
                  <a:gd name="T70" fmla="*/ 0 w 242"/>
                  <a:gd name="T71" fmla="*/ 96 h 208"/>
                  <a:gd name="T72" fmla="*/ 18 w 242"/>
                  <a:gd name="T73" fmla="*/ 126 h 208"/>
                  <a:gd name="T74" fmla="*/ 29 w 242"/>
                  <a:gd name="T75" fmla="*/ 160 h 208"/>
                  <a:gd name="T76" fmla="*/ 1 w 242"/>
                  <a:gd name="T77" fmla="*/ 203 h 208"/>
                  <a:gd name="T78" fmla="*/ 1 w 242"/>
                  <a:gd name="T79" fmla="*/ 205 h 208"/>
                  <a:gd name="T80" fmla="*/ 4 w 242"/>
                  <a:gd name="T81" fmla="*/ 208 h 208"/>
                  <a:gd name="T82" fmla="*/ 18 w 242"/>
                  <a:gd name="T83" fmla="*/ 200 h 208"/>
                  <a:gd name="T84" fmla="*/ 57 w 242"/>
                  <a:gd name="T85" fmla="*/ 160 h 208"/>
                  <a:gd name="T86" fmla="*/ 57 w 242"/>
                  <a:gd name="T87" fmla="*/ 176 h 208"/>
                  <a:gd name="T88" fmla="*/ 83 w 242"/>
                  <a:gd name="T89" fmla="*/ 187 h 208"/>
                  <a:gd name="T90" fmla="*/ 99 w 242"/>
                  <a:gd name="T91" fmla="*/ 180 h 208"/>
                  <a:gd name="T92" fmla="*/ 105 w 242"/>
                  <a:gd name="T93" fmla="*/ 176 h 208"/>
                  <a:gd name="T94" fmla="*/ 123 w 242"/>
                  <a:gd name="T95" fmla="*/ 193 h 208"/>
                  <a:gd name="T96" fmla="*/ 146 w 242"/>
                  <a:gd name="T97" fmla="*/ 198 h 208"/>
                  <a:gd name="T98" fmla="*/ 189 w 242"/>
                  <a:gd name="T99" fmla="*/ 178 h 208"/>
                  <a:gd name="T100" fmla="*/ 192 w 242"/>
                  <a:gd name="T101" fmla="*/ 157 h 208"/>
                  <a:gd name="T102" fmla="*/ 216 w 242"/>
                  <a:gd name="T103" fmla="*/ 151 h 208"/>
                  <a:gd name="T104" fmla="*/ 230 w 242"/>
                  <a:gd name="T105" fmla="*/ 147 h 208"/>
                  <a:gd name="T106" fmla="*/ 240 w 242"/>
                  <a:gd name="T107" fmla="*/ 110 h 208"/>
                  <a:gd name="T108" fmla="*/ 237 w 242"/>
                  <a:gd name="T109" fmla="*/ 108 h 208"/>
                  <a:gd name="T110" fmla="*/ 219 w 242"/>
                  <a:gd name="T111" fmla="*/ 91 h 208"/>
                  <a:gd name="T112" fmla="*/ 225 w 242"/>
                  <a:gd name="T113" fmla="*/ 75 h 208"/>
                  <a:gd name="T114" fmla="*/ 198 w 242"/>
                  <a:gd name="T115" fmla="*/ 26 h 208"/>
                  <a:gd name="T116" fmla="*/ 196 w 242"/>
                  <a:gd name="T117" fmla="*/ 26 h 208"/>
                  <a:gd name="T118" fmla="*/ 174 w 242"/>
                  <a:gd name="T119" fmla="*/ 30 h 208"/>
                  <a:gd name="T120" fmla="*/ 163 w 242"/>
                  <a:gd name="T121" fmla="*/ 23 h 208"/>
                  <a:gd name="T122" fmla="*/ 164 w 242"/>
                  <a:gd name="T123" fmla="*/ 16 h 208"/>
                  <a:gd name="T124" fmla="*/ 142 w 242"/>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08">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3" name="Freeform 746">
                <a:extLst>
                  <a:ext uri="{FF2B5EF4-FFF2-40B4-BE49-F238E27FC236}">
                    <a16:creationId xmlns:a16="http://schemas.microsoft.com/office/drawing/2014/main" id="{ECB5D80D-D4C2-41C9-81E9-D5C4B7E17CA8}"/>
                  </a:ext>
                </a:extLst>
              </p:cNvPr>
              <p:cNvSpPr>
                <a:spLocks/>
              </p:cNvSpPr>
              <p:nvPr userDrawn="1"/>
            </p:nvSpPr>
            <p:spPr bwMode="auto">
              <a:xfrm>
                <a:off x="-3577" y="1888"/>
                <a:ext cx="1" cy="3"/>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4" name="Freeform 747">
                <a:extLst>
                  <a:ext uri="{FF2B5EF4-FFF2-40B4-BE49-F238E27FC236}">
                    <a16:creationId xmlns:a16="http://schemas.microsoft.com/office/drawing/2014/main" id="{CE3224EE-A129-44BF-BE31-4B70B4C00227}"/>
                  </a:ext>
                </a:extLst>
              </p:cNvPr>
              <p:cNvSpPr>
                <a:spLocks noEditPoints="1"/>
              </p:cNvSpPr>
              <p:nvPr userDrawn="1"/>
            </p:nvSpPr>
            <p:spPr bwMode="auto">
              <a:xfrm>
                <a:off x="-2938" y="1195"/>
                <a:ext cx="67" cy="64"/>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5" name="Freeform 748">
                <a:extLst>
                  <a:ext uri="{FF2B5EF4-FFF2-40B4-BE49-F238E27FC236}">
                    <a16:creationId xmlns:a16="http://schemas.microsoft.com/office/drawing/2014/main" id="{E9F26A21-3714-49B4-AB15-9746091462D6}"/>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close/>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close/>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6" name="Freeform 749">
                <a:extLst>
                  <a:ext uri="{FF2B5EF4-FFF2-40B4-BE49-F238E27FC236}">
                    <a16:creationId xmlns:a16="http://schemas.microsoft.com/office/drawing/2014/main" id="{293014EC-52DC-448E-9E49-2D867C1AB64C}"/>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7" name="Freeform 750">
                <a:extLst>
                  <a:ext uri="{FF2B5EF4-FFF2-40B4-BE49-F238E27FC236}">
                    <a16:creationId xmlns:a16="http://schemas.microsoft.com/office/drawing/2014/main" id="{733836E1-1151-404F-B658-F40C845B9657}"/>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close/>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8" name="Freeform 751">
                <a:extLst>
                  <a:ext uri="{FF2B5EF4-FFF2-40B4-BE49-F238E27FC236}">
                    <a16:creationId xmlns:a16="http://schemas.microsoft.com/office/drawing/2014/main" id="{503396CB-A49C-4152-9F86-C74B4DD34308}"/>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9" name="Freeform 752">
                <a:extLst>
                  <a:ext uri="{FF2B5EF4-FFF2-40B4-BE49-F238E27FC236}">
                    <a16:creationId xmlns:a16="http://schemas.microsoft.com/office/drawing/2014/main" id="{B3D6718C-B549-4E77-B6C0-24AF54AC0EA2}"/>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close/>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0" name="Freeform 753">
                <a:extLst>
                  <a:ext uri="{FF2B5EF4-FFF2-40B4-BE49-F238E27FC236}">
                    <a16:creationId xmlns:a16="http://schemas.microsoft.com/office/drawing/2014/main" id="{B6C98248-2A7A-4DE7-A09B-DC1F5224945E}"/>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1" name="Freeform 754">
                <a:extLst>
                  <a:ext uri="{FF2B5EF4-FFF2-40B4-BE49-F238E27FC236}">
                    <a16:creationId xmlns:a16="http://schemas.microsoft.com/office/drawing/2014/main" id="{50836C00-C8DC-45EC-A46E-8B2121A0374E}"/>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close/>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close/>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2" name="Freeform 755">
                <a:extLst>
                  <a:ext uri="{FF2B5EF4-FFF2-40B4-BE49-F238E27FC236}">
                    <a16:creationId xmlns:a16="http://schemas.microsoft.com/office/drawing/2014/main" id="{B719C2EB-B13A-4615-8041-50C2850FB11A}"/>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3" name="Freeform 756">
                <a:extLst>
                  <a:ext uri="{FF2B5EF4-FFF2-40B4-BE49-F238E27FC236}">
                    <a16:creationId xmlns:a16="http://schemas.microsoft.com/office/drawing/2014/main" id="{3EE30807-3469-4CA0-81DB-56BEC8C1708C}"/>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close/>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4" name="Freeform 757">
                <a:extLst>
                  <a:ext uri="{FF2B5EF4-FFF2-40B4-BE49-F238E27FC236}">
                    <a16:creationId xmlns:a16="http://schemas.microsoft.com/office/drawing/2014/main" id="{8FA0DBDA-4039-4964-B366-34257C41B556}"/>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5" name="Freeform 758">
                <a:extLst>
                  <a:ext uri="{FF2B5EF4-FFF2-40B4-BE49-F238E27FC236}">
                    <a16:creationId xmlns:a16="http://schemas.microsoft.com/office/drawing/2014/main" id="{E153C605-4890-443A-9C9E-888B8408026A}"/>
                  </a:ext>
                </a:extLst>
              </p:cNvPr>
              <p:cNvSpPr>
                <a:spLocks noEditPoints="1"/>
              </p:cNvSpPr>
              <p:nvPr userDrawn="1"/>
            </p:nvSpPr>
            <p:spPr bwMode="auto">
              <a:xfrm>
                <a:off x="-1981" y="1996"/>
                <a:ext cx="167" cy="163"/>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6" name="Freeform 759">
                <a:extLst>
                  <a:ext uri="{FF2B5EF4-FFF2-40B4-BE49-F238E27FC236}">
                    <a16:creationId xmlns:a16="http://schemas.microsoft.com/office/drawing/2014/main" id="{14F26953-592F-4AE3-8E7D-FED33D25ACF9}"/>
                  </a:ext>
                </a:extLst>
              </p:cNvPr>
              <p:cNvSpPr>
                <a:spLocks noEditPoints="1"/>
              </p:cNvSpPr>
              <p:nvPr userDrawn="1"/>
            </p:nvSpPr>
            <p:spPr bwMode="auto">
              <a:xfrm>
                <a:off x="-2620" y="1536"/>
                <a:ext cx="147" cy="144"/>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7" name="Freeform 760">
                <a:extLst>
                  <a:ext uri="{FF2B5EF4-FFF2-40B4-BE49-F238E27FC236}">
                    <a16:creationId xmlns:a16="http://schemas.microsoft.com/office/drawing/2014/main" id="{7A0B561A-9EA8-4EE4-9880-441A36FA29B7}"/>
                  </a:ext>
                </a:extLst>
              </p:cNvPr>
              <p:cNvSpPr>
                <a:spLocks noEditPoints="1"/>
              </p:cNvSpPr>
              <p:nvPr userDrawn="1"/>
            </p:nvSpPr>
            <p:spPr bwMode="auto">
              <a:xfrm>
                <a:off x="-2147" y="1550"/>
                <a:ext cx="98" cy="95"/>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8" name="Freeform 761">
                <a:extLst>
                  <a:ext uri="{FF2B5EF4-FFF2-40B4-BE49-F238E27FC236}">
                    <a16:creationId xmlns:a16="http://schemas.microsoft.com/office/drawing/2014/main" id="{89A14C0D-6AD6-4E3B-8539-EE4D95C0994A}"/>
                  </a:ext>
                </a:extLst>
              </p:cNvPr>
              <p:cNvSpPr>
                <a:spLocks noEditPoints="1"/>
              </p:cNvSpPr>
              <p:nvPr userDrawn="1"/>
            </p:nvSpPr>
            <p:spPr bwMode="auto">
              <a:xfrm>
                <a:off x="-1970" y="1227"/>
                <a:ext cx="96" cy="92"/>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9" name="Freeform 762">
                <a:extLst>
                  <a:ext uri="{FF2B5EF4-FFF2-40B4-BE49-F238E27FC236}">
                    <a16:creationId xmlns:a16="http://schemas.microsoft.com/office/drawing/2014/main" id="{30E45C22-66E4-48FB-9257-5A09248B9C88}"/>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close/>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0" name="Freeform 763">
                <a:extLst>
                  <a:ext uri="{FF2B5EF4-FFF2-40B4-BE49-F238E27FC236}">
                    <a16:creationId xmlns:a16="http://schemas.microsoft.com/office/drawing/2014/main" id="{61C2F5A3-586C-4350-8CF9-43D9CB2551F6}"/>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1" name="Freeform 764">
                <a:extLst>
                  <a:ext uri="{FF2B5EF4-FFF2-40B4-BE49-F238E27FC236}">
                    <a16:creationId xmlns:a16="http://schemas.microsoft.com/office/drawing/2014/main" id="{810150E3-7A0D-4787-98D5-F789F1E2BECE}"/>
                  </a:ext>
                </a:extLst>
              </p:cNvPr>
              <p:cNvSpPr>
                <a:spLocks noEditPoints="1"/>
              </p:cNvSpPr>
              <p:nvPr userDrawn="1"/>
            </p:nvSpPr>
            <p:spPr bwMode="auto">
              <a:xfrm>
                <a:off x="-2191" y="1972"/>
                <a:ext cx="63" cy="60"/>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2" name="Freeform 765">
                <a:extLst>
                  <a:ext uri="{FF2B5EF4-FFF2-40B4-BE49-F238E27FC236}">
                    <a16:creationId xmlns:a16="http://schemas.microsoft.com/office/drawing/2014/main" id="{A8BE2041-DD9A-4D7A-811A-B1DB47DEB31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close/>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3" name="Freeform 766">
                <a:extLst>
                  <a:ext uri="{FF2B5EF4-FFF2-40B4-BE49-F238E27FC236}">
                    <a16:creationId xmlns:a16="http://schemas.microsoft.com/office/drawing/2014/main" id="{873F2551-7D99-4600-BD8D-724B8E12330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4" name="Freeform 767">
                <a:extLst>
                  <a:ext uri="{FF2B5EF4-FFF2-40B4-BE49-F238E27FC236}">
                    <a16:creationId xmlns:a16="http://schemas.microsoft.com/office/drawing/2014/main" id="{BA70778B-28D5-4D93-9086-208F63FD43C8}"/>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5" name="Freeform 768">
                <a:extLst>
                  <a:ext uri="{FF2B5EF4-FFF2-40B4-BE49-F238E27FC236}">
                    <a16:creationId xmlns:a16="http://schemas.microsoft.com/office/drawing/2014/main" id="{305244B0-722C-451A-B60A-6F714C2AF5B7}"/>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6" name="Freeform 769">
                <a:extLst>
                  <a:ext uri="{FF2B5EF4-FFF2-40B4-BE49-F238E27FC236}">
                    <a16:creationId xmlns:a16="http://schemas.microsoft.com/office/drawing/2014/main" id="{DA0129E9-94ED-405F-B698-FDBAF7889D29}"/>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close/>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close/>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7" name="Freeform 770">
                <a:extLst>
                  <a:ext uri="{FF2B5EF4-FFF2-40B4-BE49-F238E27FC236}">
                    <a16:creationId xmlns:a16="http://schemas.microsoft.com/office/drawing/2014/main" id="{BEB51248-0506-4C6A-8C75-579CB4E34F8B}"/>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8" name="Freeform 771">
                <a:extLst>
                  <a:ext uri="{FF2B5EF4-FFF2-40B4-BE49-F238E27FC236}">
                    <a16:creationId xmlns:a16="http://schemas.microsoft.com/office/drawing/2014/main" id="{BFE8E9AB-EEC4-4806-8BF6-3DD1974617C0}"/>
                  </a:ext>
                </a:extLst>
              </p:cNvPr>
              <p:cNvSpPr>
                <a:spLocks noEditPoints="1"/>
              </p:cNvSpPr>
              <p:nvPr userDrawn="1"/>
            </p:nvSpPr>
            <p:spPr bwMode="auto">
              <a:xfrm>
                <a:off x="-3112" y="1529"/>
                <a:ext cx="164" cy="160"/>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9" name="Freeform 772">
                <a:extLst>
                  <a:ext uri="{FF2B5EF4-FFF2-40B4-BE49-F238E27FC236}">
                    <a16:creationId xmlns:a16="http://schemas.microsoft.com/office/drawing/2014/main" id="{10830F6D-FF9A-478C-94D9-895453D99026}"/>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close/>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close/>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0" name="Freeform 773">
                <a:extLst>
                  <a:ext uri="{FF2B5EF4-FFF2-40B4-BE49-F238E27FC236}">
                    <a16:creationId xmlns:a16="http://schemas.microsoft.com/office/drawing/2014/main" id="{AA6ABF53-2E53-4862-AAE3-206AED35BA39}"/>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1" name="Freeform 774">
                <a:extLst>
                  <a:ext uri="{FF2B5EF4-FFF2-40B4-BE49-F238E27FC236}">
                    <a16:creationId xmlns:a16="http://schemas.microsoft.com/office/drawing/2014/main" id="{024CD5AB-1B25-4BE0-B8C8-CF59F9E36C19}"/>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2" name="Freeform 775">
                <a:extLst>
                  <a:ext uri="{FF2B5EF4-FFF2-40B4-BE49-F238E27FC236}">
                    <a16:creationId xmlns:a16="http://schemas.microsoft.com/office/drawing/2014/main" id="{70C5452A-E6B8-4523-8167-3D52DAE9DDCD}"/>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3" name="Freeform 776">
                <a:extLst>
                  <a:ext uri="{FF2B5EF4-FFF2-40B4-BE49-F238E27FC236}">
                    <a16:creationId xmlns:a16="http://schemas.microsoft.com/office/drawing/2014/main" id="{BD37B1CA-54A6-4505-9068-1AEDE0B85E57}"/>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close/>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4" name="Freeform 777">
                <a:extLst>
                  <a:ext uri="{FF2B5EF4-FFF2-40B4-BE49-F238E27FC236}">
                    <a16:creationId xmlns:a16="http://schemas.microsoft.com/office/drawing/2014/main" id="{5B29705B-3CE6-4D6E-8A15-F29B9E3341CD}"/>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5" name="Freeform 778">
                <a:extLst>
                  <a:ext uri="{FF2B5EF4-FFF2-40B4-BE49-F238E27FC236}">
                    <a16:creationId xmlns:a16="http://schemas.microsoft.com/office/drawing/2014/main" id="{AAEF7403-E292-4DC2-9818-07A7B98FC228}"/>
                  </a:ext>
                </a:extLst>
              </p:cNvPr>
              <p:cNvSpPr>
                <a:spLocks noEditPoints="1"/>
              </p:cNvSpPr>
              <p:nvPr userDrawn="1"/>
            </p:nvSpPr>
            <p:spPr bwMode="auto">
              <a:xfrm>
                <a:off x="-3005" y="1363"/>
                <a:ext cx="59" cy="5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6" name="Freeform 779">
                <a:extLst>
                  <a:ext uri="{FF2B5EF4-FFF2-40B4-BE49-F238E27FC236}">
                    <a16:creationId xmlns:a16="http://schemas.microsoft.com/office/drawing/2014/main" id="{2FB01709-DA74-46B9-BB29-9F8C27A8C1F9}"/>
                  </a:ext>
                </a:extLst>
              </p:cNvPr>
              <p:cNvSpPr>
                <a:spLocks noEditPoints="1"/>
              </p:cNvSpPr>
              <p:nvPr userDrawn="1"/>
            </p:nvSpPr>
            <p:spPr bwMode="auto">
              <a:xfrm>
                <a:off x="-2972" y="1419"/>
                <a:ext cx="13" cy="14"/>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7" name="Freeform 780">
                <a:extLst>
                  <a:ext uri="{FF2B5EF4-FFF2-40B4-BE49-F238E27FC236}">
                    <a16:creationId xmlns:a16="http://schemas.microsoft.com/office/drawing/2014/main" id="{A8154CE6-CCEB-4DD0-9DAD-939320843DB0}"/>
                  </a:ext>
                </a:extLst>
              </p:cNvPr>
              <p:cNvSpPr>
                <a:spLocks/>
              </p:cNvSpPr>
              <p:nvPr userDrawn="1"/>
            </p:nvSpPr>
            <p:spPr bwMode="auto">
              <a:xfrm>
                <a:off x="-2970" y="1419"/>
                <a:ext cx="5" cy="2"/>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8" name="Freeform 781">
                <a:extLst>
                  <a:ext uri="{FF2B5EF4-FFF2-40B4-BE49-F238E27FC236}">
                    <a16:creationId xmlns:a16="http://schemas.microsoft.com/office/drawing/2014/main" id="{486BE295-B7A6-4384-833E-9DFD046B087E}"/>
                  </a:ext>
                </a:extLst>
              </p:cNvPr>
              <p:cNvSpPr>
                <a:spLocks/>
              </p:cNvSpPr>
              <p:nvPr userDrawn="1"/>
            </p:nvSpPr>
            <p:spPr bwMode="auto">
              <a:xfrm>
                <a:off x="-2968" y="1431"/>
                <a:ext cx="11" cy="11"/>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9" name="Freeform 782">
                <a:extLst>
                  <a:ext uri="{FF2B5EF4-FFF2-40B4-BE49-F238E27FC236}">
                    <a16:creationId xmlns:a16="http://schemas.microsoft.com/office/drawing/2014/main" id="{505DE1F8-1750-4BDD-B3AC-02E392DD5622}"/>
                  </a:ext>
                </a:extLst>
              </p:cNvPr>
              <p:cNvSpPr>
                <a:spLocks/>
              </p:cNvSpPr>
              <p:nvPr userDrawn="1"/>
            </p:nvSpPr>
            <p:spPr bwMode="auto">
              <a:xfrm>
                <a:off x="-2966" y="1431"/>
                <a:ext cx="4" cy="2"/>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0" name="Freeform 783">
                <a:extLst>
                  <a:ext uri="{FF2B5EF4-FFF2-40B4-BE49-F238E27FC236}">
                    <a16:creationId xmlns:a16="http://schemas.microsoft.com/office/drawing/2014/main" id="{65CEBAAD-B1E2-4BD0-815D-CDEEE4209819}"/>
                  </a:ext>
                </a:extLst>
              </p:cNvPr>
              <p:cNvSpPr>
                <a:spLocks noEditPoints="1"/>
              </p:cNvSpPr>
              <p:nvPr userDrawn="1"/>
            </p:nvSpPr>
            <p:spPr bwMode="auto">
              <a:xfrm>
                <a:off x="-2959" y="1436"/>
                <a:ext cx="10" cy="10"/>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1" name="Freeform 784">
                <a:extLst>
                  <a:ext uri="{FF2B5EF4-FFF2-40B4-BE49-F238E27FC236}">
                    <a16:creationId xmlns:a16="http://schemas.microsoft.com/office/drawing/2014/main" id="{6A1752CB-F670-4C97-BE7C-7250875DD88D}"/>
                  </a:ext>
                </a:extLst>
              </p:cNvPr>
              <p:cNvSpPr>
                <a:spLocks/>
              </p:cNvSpPr>
              <p:nvPr userDrawn="1"/>
            </p:nvSpPr>
            <p:spPr bwMode="auto">
              <a:xfrm>
                <a:off x="-2959" y="1438"/>
                <a:ext cx="2"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2" name="Freeform 785">
                <a:extLst>
                  <a:ext uri="{FF2B5EF4-FFF2-40B4-BE49-F238E27FC236}">
                    <a16:creationId xmlns:a16="http://schemas.microsoft.com/office/drawing/2014/main" id="{1EC56B21-28BF-4E72-A24B-7448BE280491}"/>
                  </a:ext>
                </a:extLst>
              </p:cNvPr>
              <p:cNvSpPr>
                <a:spLocks noEditPoints="1"/>
              </p:cNvSpPr>
              <p:nvPr userDrawn="1"/>
            </p:nvSpPr>
            <p:spPr bwMode="auto">
              <a:xfrm>
                <a:off x="-2159" y="1839"/>
                <a:ext cx="60"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3" name="Freeform 786">
                <a:extLst>
                  <a:ext uri="{FF2B5EF4-FFF2-40B4-BE49-F238E27FC236}">
                    <a16:creationId xmlns:a16="http://schemas.microsoft.com/office/drawing/2014/main" id="{46C3BC02-83B9-466E-BAF4-E9F8A62A9150}"/>
                  </a:ext>
                </a:extLst>
              </p:cNvPr>
              <p:cNvSpPr>
                <a:spLocks noEditPoints="1"/>
              </p:cNvSpPr>
              <p:nvPr userDrawn="1"/>
            </p:nvSpPr>
            <p:spPr bwMode="auto">
              <a:xfrm>
                <a:off x="-2160" y="1887"/>
                <a:ext cx="14" cy="13"/>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4" name="Freeform 787">
                <a:extLst>
                  <a:ext uri="{FF2B5EF4-FFF2-40B4-BE49-F238E27FC236}">
                    <a16:creationId xmlns:a16="http://schemas.microsoft.com/office/drawing/2014/main" id="{1CE7E908-9753-4461-AF4F-8E7994547E53}"/>
                  </a:ext>
                </a:extLst>
              </p:cNvPr>
              <p:cNvSpPr>
                <a:spLocks/>
              </p:cNvSpPr>
              <p:nvPr userDrawn="1"/>
            </p:nvSpPr>
            <p:spPr bwMode="auto">
              <a:xfrm>
                <a:off x="-2150" y="1887"/>
                <a:ext cx="3" cy="4"/>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5" name="Freeform 788">
                <a:extLst>
                  <a:ext uri="{FF2B5EF4-FFF2-40B4-BE49-F238E27FC236}">
                    <a16:creationId xmlns:a16="http://schemas.microsoft.com/office/drawing/2014/main" id="{D29A2CBD-C55D-4C80-842F-ED8B31DEF1A8}"/>
                  </a:ext>
                </a:extLst>
              </p:cNvPr>
              <p:cNvSpPr>
                <a:spLocks noEditPoints="1"/>
              </p:cNvSpPr>
              <p:nvPr userDrawn="1"/>
            </p:nvSpPr>
            <p:spPr bwMode="auto">
              <a:xfrm>
                <a:off x="-2166" y="1897"/>
                <a:ext cx="10" cy="10"/>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6" name="Freeform 789">
                <a:extLst>
                  <a:ext uri="{FF2B5EF4-FFF2-40B4-BE49-F238E27FC236}">
                    <a16:creationId xmlns:a16="http://schemas.microsoft.com/office/drawing/2014/main" id="{1E130F2D-7DAA-41CC-A872-C68DEE6A5227}"/>
                  </a:ext>
                </a:extLst>
              </p:cNvPr>
              <p:cNvSpPr>
                <a:spLocks/>
              </p:cNvSpPr>
              <p:nvPr userDrawn="1"/>
            </p:nvSpPr>
            <p:spPr bwMode="auto">
              <a:xfrm>
                <a:off x="-2159" y="1897"/>
                <a:ext cx="3"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0"/>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7" name="Freeform 790">
                <a:extLst>
                  <a:ext uri="{FF2B5EF4-FFF2-40B4-BE49-F238E27FC236}">
                    <a16:creationId xmlns:a16="http://schemas.microsoft.com/office/drawing/2014/main" id="{C25F83FE-789E-452B-A74F-139F27B69C0A}"/>
                  </a:ext>
                </a:extLst>
              </p:cNvPr>
              <p:cNvSpPr>
                <a:spLocks noEditPoints="1"/>
              </p:cNvSpPr>
              <p:nvPr userDrawn="1"/>
            </p:nvSpPr>
            <p:spPr bwMode="auto">
              <a:xfrm>
                <a:off x="-2165" y="1907"/>
                <a:ext cx="9" cy="10"/>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8" name="Freeform 791">
                <a:extLst>
                  <a:ext uri="{FF2B5EF4-FFF2-40B4-BE49-F238E27FC236}">
                    <a16:creationId xmlns:a16="http://schemas.microsoft.com/office/drawing/2014/main" id="{768C0A21-3E05-41DE-8227-BEA3370B3787}"/>
                  </a:ext>
                </a:extLst>
              </p:cNvPr>
              <p:cNvSpPr>
                <a:spLocks/>
              </p:cNvSpPr>
              <p:nvPr userDrawn="1"/>
            </p:nvSpPr>
            <p:spPr bwMode="auto">
              <a:xfrm>
                <a:off x="-2162" y="1907"/>
                <a:ext cx="3"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9" name="Freeform 792">
                <a:extLst>
                  <a:ext uri="{FF2B5EF4-FFF2-40B4-BE49-F238E27FC236}">
                    <a16:creationId xmlns:a16="http://schemas.microsoft.com/office/drawing/2014/main" id="{A593A12C-D9A7-46B9-9C83-A88C9113DD81}"/>
                  </a:ext>
                </a:extLst>
              </p:cNvPr>
              <p:cNvSpPr>
                <a:spLocks noEditPoints="1"/>
              </p:cNvSpPr>
              <p:nvPr userDrawn="1"/>
            </p:nvSpPr>
            <p:spPr bwMode="auto">
              <a:xfrm>
                <a:off x="-2061" y="1695"/>
                <a:ext cx="100" cy="99"/>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0" name="Freeform 793">
                <a:extLst>
                  <a:ext uri="{FF2B5EF4-FFF2-40B4-BE49-F238E27FC236}">
                    <a16:creationId xmlns:a16="http://schemas.microsoft.com/office/drawing/2014/main" id="{23984F2B-77CC-4677-B6C9-4E36CE56885F}"/>
                  </a:ext>
                </a:extLst>
              </p:cNvPr>
              <p:cNvSpPr>
                <a:spLocks noEditPoints="1"/>
              </p:cNvSpPr>
              <p:nvPr userDrawn="1"/>
            </p:nvSpPr>
            <p:spPr bwMode="auto">
              <a:xfrm>
                <a:off x="-2063" y="1780"/>
                <a:ext cx="21" cy="20"/>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6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1" name="Freeform 794">
                <a:extLst>
                  <a:ext uri="{FF2B5EF4-FFF2-40B4-BE49-F238E27FC236}">
                    <a16:creationId xmlns:a16="http://schemas.microsoft.com/office/drawing/2014/main" id="{8A6F426A-D44D-40C1-BE4A-973E7A521DF6}"/>
                  </a:ext>
                </a:extLst>
              </p:cNvPr>
              <p:cNvSpPr>
                <a:spLocks noEditPoints="1"/>
              </p:cNvSpPr>
              <p:nvPr userDrawn="1"/>
            </p:nvSpPr>
            <p:spPr bwMode="auto">
              <a:xfrm>
                <a:off x="-2075" y="1797"/>
                <a:ext cx="16" cy="16"/>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2" name="Freeform 795">
                <a:extLst>
                  <a:ext uri="{FF2B5EF4-FFF2-40B4-BE49-F238E27FC236}">
                    <a16:creationId xmlns:a16="http://schemas.microsoft.com/office/drawing/2014/main" id="{A8776D23-A6B5-4C63-AD5C-1B6B512A6CC1}"/>
                  </a:ext>
                </a:extLst>
              </p:cNvPr>
              <p:cNvSpPr>
                <a:spLocks noEditPoints="1"/>
              </p:cNvSpPr>
              <p:nvPr userDrawn="1"/>
            </p:nvSpPr>
            <p:spPr bwMode="auto">
              <a:xfrm>
                <a:off x="-2073" y="1815"/>
                <a:ext cx="14" cy="15"/>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10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3" name="Freeform 796">
                <a:extLst>
                  <a:ext uri="{FF2B5EF4-FFF2-40B4-BE49-F238E27FC236}">
                    <a16:creationId xmlns:a16="http://schemas.microsoft.com/office/drawing/2014/main" id="{10C89B1B-9E1C-49F1-AF9D-5AA7624B11F3}"/>
                  </a:ext>
                </a:extLst>
              </p:cNvPr>
              <p:cNvSpPr>
                <a:spLocks noEditPoints="1"/>
              </p:cNvSpPr>
              <p:nvPr userDrawn="1"/>
            </p:nvSpPr>
            <p:spPr bwMode="auto">
              <a:xfrm>
                <a:off x="-2259" y="110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8"/>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4" name="Freeform 797">
                <a:extLst>
                  <a:ext uri="{FF2B5EF4-FFF2-40B4-BE49-F238E27FC236}">
                    <a16:creationId xmlns:a16="http://schemas.microsoft.com/office/drawing/2014/main" id="{44DCE771-67BD-48DE-8BF4-25A2AA3C6E04}"/>
                  </a:ext>
                </a:extLst>
              </p:cNvPr>
              <p:cNvSpPr>
                <a:spLocks noEditPoints="1"/>
              </p:cNvSpPr>
              <p:nvPr userDrawn="1"/>
            </p:nvSpPr>
            <p:spPr bwMode="auto">
              <a:xfrm>
                <a:off x="-2261" y="1155"/>
                <a:ext cx="15" cy="14"/>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6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5" name="Freeform 798">
                <a:extLst>
                  <a:ext uri="{FF2B5EF4-FFF2-40B4-BE49-F238E27FC236}">
                    <a16:creationId xmlns:a16="http://schemas.microsoft.com/office/drawing/2014/main" id="{47906DDA-3CC7-4BC3-84FF-A48ED705DC6C}"/>
                  </a:ext>
                </a:extLst>
              </p:cNvPr>
              <p:cNvSpPr>
                <a:spLocks/>
              </p:cNvSpPr>
              <p:nvPr userDrawn="1"/>
            </p:nvSpPr>
            <p:spPr bwMode="auto">
              <a:xfrm>
                <a:off x="-2251" y="115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6" name="Freeform 799">
                <a:extLst>
                  <a:ext uri="{FF2B5EF4-FFF2-40B4-BE49-F238E27FC236}">
                    <a16:creationId xmlns:a16="http://schemas.microsoft.com/office/drawing/2014/main" id="{2A88AA41-8277-4F4B-874A-B436D800A272}"/>
                  </a:ext>
                </a:extLst>
              </p:cNvPr>
              <p:cNvSpPr>
                <a:spLocks noEditPoints="1"/>
              </p:cNvSpPr>
              <p:nvPr userDrawn="1"/>
            </p:nvSpPr>
            <p:spPr bwMode="auto">
              <a:xfrm>
                <a:off x="-2267" y="1165"/>
                <a:ext cx="12" cy="10"/>
              </a:xfrm>
              <a:custGeom>
                <a:avLst/>
                <a:gdLst>
                  <a:gd name="T0" fmla="*/ 7 w 15"/>
                  <a:gd name="T1" fmla="*/ 9 h 14"/>
                  <a:gd name="T2" fmla="*/ 6 w 15"/>
                  <a:gd name="T3" fmla="*/ 8 h 14"/>
                  <a:gd name="T4" fmla="*/ 6 w 15"/>
                  <a:gd name="T5" fmla="*/ 7 h 14"/>
                  <a:gd name="T6" fmla="*/ 6 w 15"/>
                  <a:gd name="T7" fmla="*/ 6 h 14"/>
                  <a:gd name="T8" fmla="*/ 7 w 15"/>
                  <a:gd name="T9" fmla="*/ 6 h 14"/>
                  <a:gd name="T10" fmla="*/ 8 w 15"/>
                  <a:gd name="T11" fmla="*/ 7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7 w 15"/>
                  <a:gd name="T27" fmla="*/ 9 h 14"/>
                  <a:gd name="T28" fmla="*/ 7 w 15"/>
                  <a:gd name="T29" fmla="*/ 0 h 14"/>
                  <a:gd name="T30" fmla="*/ 7 w 15"/>
                  <a:gd name="T31" fmla="*/ 0 h 14"/>
                  <a:gd name="T32" fmla="*/ 3 w 15"/>
                  <a:gd name="T33" fmla="*/ 1 h 14"/>
                  <a:gd name="T34" fmla="*/ 0 w 15"/>
                  <a:gd name="T35" fmla="*/ 7 h 14"/>
                  <a:gd name="T36" fmla="*/ 1 w 15"/>
                  <a:gd name="T37" fmla="*/ 11 h 14"/>
                  <a:gd name="T38" fmla="*/ 5 w 15"/>
                  <a:gd name="T39" fmla="*/ 14 h 14"/>
                  <a:gd name="T40" fmla="*/ 8 w 15"/>
                  <a:gd name="T41" fmla="*/ 14 h 14"/>
                  <a:gd name="T42" fmla="*/ 8 w 15"/>
                  <a:gd name="T43" fmla="*/ 14 h 14"/>
                  <a:gd name="T44" fmla="*/ 10 w 15"/>
                  <a:gd name="T45" fmla="*/ 14 h 14"/>
                  <a:gd name="T46" fmla="*/ 11 w 15"/>
                  <a:gd name="T47" fmla="*/ 14 h 14"/>
                  <a:gd name="T48" fmla="*/ 11 w 15"/>
                  <a:gd name="T49" fmla="*/ 14 h 14"/>
                  <a:gd name="T50" fmla="*/ 15 w 15"/>
                  <a:gd name="T51" fmla="*/ 7 h 14"/>
                  <a:gd name="T52" fmla="*/ 14 w 15"/>
                  <a:gd name="T53" fmla="*/ 4 h 14"/>
                  <a:gd name="T54" fmla="*/ 10 w 15"/>
                  <a:gd name="T55" fmla="*/ 1 h 14"/>
                  <a:gd name="T56" fmla="*/ 10 w 15"/>
                  <a:gd name="T57" fmla="*/ 0 h 14"/>
                  <a:gd name="T58" fmla="*/ 7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7" name="Freeform 800">
                <a:extLst>
                  <a:ext uri="{FF2B5EF4-FFF2-40B4-BE49-F238E27FC236}">
                    <a16:creationId xmlns:a16="http://schemas.microsoft.com/office/drawing/2014/main" id="{F381AB6A-8D00-48EC-98B8-BCB31B522337}"/>
                  </a:ext>
                </a:extLst>
              </p:cNvPr>
              <p:cNvSpPr>
                <a:spLocks/>
              </p:cNvSpPr>
              <p:nvPr userDrawn="1"/>
            </p:nvSpPr>
            <p:spPr bwMode="auto">
              <a:xfrm>
                <a:off x="-2259" y="1165"/>
                <a:ext cx="3" cy="3"/>
              </a:xfrm>
              <a:custGeom>
                <a:avLst/>
                <a:gdLst>
                  <a:gd name="T0" fmla="*/ 0 w 4"/>
                  <a:gd name="T1" fmla="*/ 0 h 4"/>
                  <a:gd name="T2" fmla="*/ 0 w 4"/>
                  <a:gd name="T3" fmla="*/ 1 h 4"/>
                  <a:gd name="T4" fmla="*/ 4 w 4"/>
                  <a:gd name="T5" fmla="*/ 4 h 4"/>
                  <a:gd name="T6" fmla="*/ 3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3"/>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8" name="Freeform 801">
                <a:extLst>
                  <a:ext uri="{FF2B5EF4-FFF2-40B4-BE49-F238E27FC236}">
                    <a16:creationId xmlns:a16="http://schemas.microsoft.com/office/drawing/2014/main" id="{5B2B800E-505A-4D45-91BC-D4A1D3F80A32}"/>
                  </a:ext>
                </a:extLst>
              </p:cNvPr>
              <p:cNvSpPr>
                <a:spLocks noEditPoints="1"/>
              </p:cNvSpPr>
              <p:nvPr userDrawn="1"/>
            </p:nvSpPr>
            <p:spPr bwMode="auto">
              <a:xfrm>
                <a:off x="-2266" y="1175"/>
                <a:ext cx="10" cy="10"/>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0"/>
                      <a:pt x="4"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9" name="Freeform 802">
                <a:extLst>
                  <a:ext uri="{FF2B5EF4-FFF2-40B4-BE49-F238E27FC236}">
                    <a16:creationId xmlns:a16="http://schemas.microsoft.com/office/drawing/2014/main" id="{D2F22CC9-4638-4F6C-9552-86F930A50D91}"/>
                  </a:ext>
                </a:extLst>
              </p:cNvPr>
              <p:cNvSpPr>
                <a:spLocks/>
              </p:cNvSpPr>
              <p:nvPr userDrawn="1"/>
            </p:nvSpPr>
            <p:spPr bwMode="auto">
              <a:xfrm>
                <a:off x="-2263" y="117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0" name="Freeform 803">
                <a:extLst>
                  <a:ext uri="{FF2B5EF4-FFF2-40B4-BE49-F238E27FC236}">
                    <a16:creationId xmlns:a16="http://schemas.microsoft.com/office/drawing/2014/main" id="{D0C44434-D5EB-41ED-ACC3-79A32F4DB111}"/>
                  </a:ext>
                </a:extLst>
              </p:cNvPr>
              <p:cNvSpPr>
                <a:spLocks noEditPoints="1"/>
              </p:cNvSpPr>
              <p:nvPr userDrawn="1"/>
            </p:nvSpPr>
            <p:spPr bwMode="auto">
              <a:xfrm>
                <a:off x="-2569" y="1307"/>
                <a:ext cx="83" cy="8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1" name="Freeform 804">
                <a:extLst>
                  <a:ext uri="{FF2B5EF4-FFF2-40B4-BE49-F238E27FC236}">
                    <a16:creationId xmlns:a16="http://schemas.microsoft.com/office/drawing/2014/main" id="{5088470E-1E56-4C52-91D1-7DC9C7673761}"/>
                  </a:ext>
                </a:extLst>
              </p:cNvPr>
              <p:cNvSpPr>
                <a:spLocks noEditPoints="1"/>
              </p:cNvSpPr>
              <p:nvPr userDrawn="1"/>
            </p:nvSpPr>
            <p:spPr bwMode="auto">
              <a:xfrm>
                <a:off x="-2522" y="1387"/>
                <a:ext cx="17" cy="18"/>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2" name="Freeform 805">
                <a:extLst>
                  <a:ext uri="{FF2B5EF4-FFF2-40B4-BE49-F238E27FC236}">
                    <a16:creationId xmlns:a16="http://schemas.microsoft.com/office/drawing/2014/main" id="{91D6DC72-0B82-46CA-BF8E-C3F7F678EB93}"/>
                  </a:ext>
                </a:extLst>
              </p:cNvPr>
              <p:cNvSpPr>
                <a:spLocks/>
              </p:cNvSpPr>
              <p:nvPr userDrawn="1"/>
            </p:nvSpPr>
            <p:spPr bwMode="auto">
              <a:xfrm>
                <a:off x="-2516" y="1405"/>
                <a:ext cx="14" cy="13"/>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3" name="Freeform 806">
                <a:extLst>
                  <a:ext uri="{FF2B5EF4-FFF2-40B4-BE49-F238E27FC236}">
                    <a16:creationId xmlns:a16="http://schemas.microsoft.com/office/drawing/2014/main" id="{A0559E40-7150-46F1-9378-1B72D76CCBEF}"/>
                  </a:ext>
                </a:extLst>
              </p:cNvPr>
              <p:cNvSpPr>
                <a:spLocks noEditPoints="1"/>
              </p:cNvSpPr>
              <p:nvPr userDrawn="1"/>
            </p:nvSpPr>
            <p:spPr bwMode="auto">
              <a:xfrm>
                <a:off x="-2503" y="1412"/>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4" name="Freeform 807">
                <a:extLst>
                  <a:ext uri="{FF2B5EF4-FFF2-40B4-BE49-F238E27FC236}">
                    <a16:creationId xmlns:a16="http://schemas.microsoft.com/office/drawing/2014/main" id="{43C08241-F76A-43C2-BACE-0FA12DE27866}"/>
                  </a:ext>
                </a:extLst>
              </p:cNvPr>
              <p:cNvSpPr>
                <a:spLocks noEditPoints="1"/>
              </p:cNvSpPr>
              <p:nvPr userDrawn="1"/>
            </p:nvSpPr>
            <p:spPr bwMode="auto">
              <a:xfrm>
                <a:off x="-2461" y="2018"/>
                <a:ext cx="97" cy="95"/>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745" name="Freeform 809">
              <a:extLst>
                <a:ext uri="{FF2B5EF4-FFF2-40B4-BE49-F238E27FC236}">
                  <a16:creationId xmlns:a16="http://schemas.microsoft.com/office/drawing/2014/main" id="{55AFEAE8-ED6A-4F66-BAA2-E3C6E88D9640}"/>
                </a:ext>
              </a:extLst>
            </p:cNvPr>
            <p:cNvSpPr>
              <a:spLocks noEditPoints="1"/>
            </p:cNvSpPr>
            <p:nvPr userDrawn="1"/>
          </p:nvSpPr>
          <p:spPr bwMode="auto">
            <a:xfrm>
              <a:off x="4895114" y="3832200"/>
              <a:ext cx="40138" cy="42146"/>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6" name="Freeform 810">
              <a:extLst>
                <a:ext uri="{FF2B5EF4-FFF2-40B4-BE49-F238E27FC236}">
                  <a16:creationId xmlns:a16="http://schemas.microsoft.com/office/drawing/2014/main" id="{12CC4DB3-0AA7-4197-AEBA-5FA1D75619AE}"/>
                </a:ext>
              </a:extLst>
            </p:cNvPr>
            <p:cNvSpPr>
              <a:spLocks/>
            </p:cNvSpPr>
            <p:nvPr userDrawn="1"/>
          </p:nvSpPr>
          <p:spPr bwMode="auto">
            <a:xfrm>
              <a:off x="4911169" y="3874345"/>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7" name="Freeform 811">
              <a:extLst>
                <a:ext uri="{FF2B5EF4-FFF2-40B4-BE49-F238E27FC236}">
                  <a16:creationId xmlns:a16="http://schemas.microsoft.com/office/drawing/2014/main" id="{65C24C49-62E4-4513-AC8F-2EEFEF0AA331}"/>
                </a:ext>
              </a:extLst>
            </p:cNvPr>
            <p:cNvSpPr>
              <a:spLocks noEditPoints="1"/>
            </p:cNvSpPr>
            <p:nvPr userDrawn="1"/>
          </p:nvSpPr>
          <p:spPr bwMode="auto">
            <a:xfrm>
              <a:off x="4943280" y="3892407"/>
              <a:ext cx="26091" cy="28097"/>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8" name="Freeform 812">
              <a:extLst>
                <a:ext uri="{FF2B5EF4-FFF2-40B4-BE49-F238E27FC236}">
                  <a16:creationId xmlns:a16="http://schemas.microsoft.com/office/drawing/2014/main" id="{21E414B8-6E71-40B6-AA10-CA29FCB6843E}"/>
                </a:ext>
              </a:extLst>
            </p:cNvPr>
            <p:cNvSpPr>
              <a:spLocks noEditPoints="1"/>
            </p:cNvSpPr>
            <p:nvPr userDrawn="1"/>
          </p:nvSpPr>
          <p:spPr bwMode="auto">
            <a:xfrm>
              <a:off x="4746602" y="2836771"/>
              <a:ext cx="164567" cy="162561"/>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9" name="Freeform 813">
              <a:extLst>
                <a:ext uri="{FF2B5EF4-FFF2-40B4-BE49-F238E27FC236}">
                  <a16:creationId xmlns:a16="http://schemas.microsoft.com/office/drawing/2014/main" id="{2A543E69-D479-4E73-9B73-C26CAFF0C399}"/>
                </a:ext>
              </a:extLst>
            </p:cNvPr>
            <p:cNvSpPr>
              <a:spLocks/>
            </p:cNvSpPr>
            <p:nvPr userDrawn="1"/>
          </p:nvSpPr>
          <p:spPr bwMode="auto">
            <a:xfrm>
              <a:off x="4838920" y="2997324"/>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0" name="Freeform 814">
              <a:extLst>
                <a:ext uri="{FF2B5EF4-FFF2-40B4-BE49-F238E27FC236}">
                  <a16:creationId xmlns:a16="http://schemas.microsoft.com/office/drawing/2014/main" id="{92E79D7F-2D7F-4113-91B8-6310D5A700BD}"/>
                </a:ext>
              </a:extLst>
            </p:cNvPr>
            <p:cNvSpPr>
              <a:spLocks/>
            </p:cNvSpPr>
            <p:nvPr userDrawn="1"/>
          </p:nvSpPr>
          <p:spPr bwMode="auto">
            <a:xfrm>
              <a:off x="4852968" y="3033449"/>
              <a:ext cx="26091" cy="26090"/>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1" name="Freeform 815">
              <a:extLst>
                <a:ext uri="{FF2B5EF4-FFF2-40B4-BE49-F238E27FC236}">
                  <a16:creationId xmlns:a16="http://schemas.microsoft.com/office/drawing/2014/main" id="{254B6641-569A-441B-9F12-8621A4B9D342}"/>
                </a:ext>
              </a:extLst>
            </p:cNvPr>
            <p:cNvSpPr>
              <a:spLocks noEditPoints="1"/>
            </p:cNvSpPr>
            <p:nvPr userDrawn="1"/>
          </p:nvSpPr>
          <p:spPr bwMode="auto">
            <a:xfrm>
              <a:off x="4879058" y="304749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2" name="Freeform 816">
              <a:extLst>
                <a:ext uri="{FF2B5EF4-FFF2-40B4-BE49-F238E27FC236}">
                  <a16:creationId xmlns:a16="http://schemas.microsoft.com/office/drawing/2014/main" id="{142B4A4B-EFC1-4154-80FC-73725D3FA69F}"/>
                </a:ext>
              </a:extLst>
            </p:cNvPr>
            <p:cNvSpPr>
              <a:spLocks noEditPoints="1"/>
            </p:cNvSpPr>
            <p:nvPr userDrawn="1"/>
          </p:nvSpPr>
          <p:spPr bwMode="auto">
            <a:xfrm>
              <a:off x="4343212" y="3053518"/>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3" name="Freeform 817">
              <a:extLst>
                <a:ext uri="{FF2B5EF4-FFF2-40B4-BE49-F238E27FC236}">
                  <a16:creationId xmlns:a16="http://schemas.microsoft.com/office/drawing/2014/main" id="{1B3FCF33-1A62-4BF9-A292-5392B0E89B04}"/>
                </a:ext>
              </a:extLst>
            </p:cNvPr>
            <p:cNvSpPr>
              <a:spLocks noEditPoints="1"/>
            </p:cNvSpPr>
            <p:nvPr userDrawn="1"/>
          </p:nvSpPr>
          <p:spPr bwMode="auto">
            <a:xfrm>
              <a:off x="4507779" y="3191994"/>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4" name="Freeform 818">
              <a:extLst>
                <a:ext uri="{FF2B5EF4-FFF2-40B4-BE49-F238E27FC236}">
                  <a16:creationId xmlns:a16="http://schemas.microsoft.com/office/drawing/2014/main" id="{BE69A2FC-CAC1-4561-993E-6307C0C4A1E1}"/>
                </a:ext>
              </a:extLst>
            </p:cNvPr>
            <p:cNvSpPr>
              <a:spLocks noEditPoints="1"/>
            </p:cNvSpPr>
            <p:nvPr userDrawn="1"/>
          </p:nvSpPr>
          <p:spPr bwMode="auto">
            <a:xfrm>
              <a:off x="4543903" y="3218085"/>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6 w 20"/>
                <a:gd name="T43" fmla="*/ 18 h 20"/>
                <a:gd name="T44" fmla="*/ 20 w 20"/>
                <a:gd name="T45" fmla="*/ 10 h 20"/>
                <a:gd name="T46" fmla="*/ 18 w 20"/>
                <a:gd name="T47" fmla="*/ 4 h 20"/>
                <a:gd name="T48" fmla="*/ 18 w 20"/>
                <a:gd name="T49" fmla="*/ 4 h 20"/>
                <a:gd name="T50" fmla="*/ 10 w 20"/>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5" name="Freeform 819">
              <a:extLst>
                <a:ext uri="{FF2B5EF4-FFF2-40B4-BE49-F238E27FC236}">
                  <a16:creationId xmlns:a16="http://schemas.microsoft.com/office/drawing/2014/main" id="{133969FE-2F89-4EBF-898F-E98DEBA55F6A}"/>
                </a:ext>
              </a:extLst>
            </p:cNvPr>
            <p:cNvSpPr>
              <a:spLocks noEditPoints="1"/>
            </p:cNvSpPr>
            <p:nvPr userDrawn="1"/>
          </p:nvSpPr>
          <p:spPr bwMode="auto">
            <a:xfrm>
              <a:off x="4576014" y="3216077"/>
              <a:ext cx="28097" cy="26090"/>
            </a:xfrm>
            <a:custGeom>
              <a:avLst/>
              <a:gdLst>
                <a:gd name="T0" fmla="*/ 7 w 18"/>
                <a:gd name="T1" fmla="*/ 11 h 18"/>
                <a:gd name="T2" fmla="*/ 6 w 18"/>
                <a:gd name="T3" fmla="*/ 9 h 18"/>
                <a:gd name="T4" fmla="*/ 7 w 18"/>
                <a:gd name="T5" fmla="*/ 7 h 18"/>
                <a:gd name="T6" fmla="*/ 9 w 18"/>
                <a:gd name="T7" fmla="*/ 6 h 18"/>
                <a:gd name="T8" fmla="*/ 11 w 18"/>
                <a:gd name="T9" fmla="*/ 8 h 18"/>
                <a:gd name="T10" fmla="*/ 11 w 18"/>
                <a:gd name="T11" fmla="*/ 8 h 18"/>
                <a:gd name="T12" fmla="*/ 12 w 18"/>
                <a:gd name="T13" fmla="*/ 9 h 18"/>
                <a:gd name="T14" fmla="*/ 11 w 18"/>
                <a:gd name="T15" fmla="*/ 11 h 18"/>
                <a:gd name="T16" fmla="*/ 9 w 18"/>
                <a:gd name="T17" fmla="*/ 12 h 18"/>
                <a:gd name="T18" fmla="*/ 7 w 18"/>
                <a:gd name="T19" fmla="*/ 11 h 18"/>
                <a:gd name="T20" fmla="*/ 7 w 18"/>
                <a:gd name="T21" fmla="*/ 11 h 18"/>
                <a:gd name="T22" fmla="*/ 9 w 18"/>
                <a:gd name="T23" fmla="*/ 0 h 18"/>
                <a:gd name="T24" fmla="*/ 9 w 18"/>
                <a:gd name="T25" fmla="*/ 0 h 18"/>
                <a:gd name="T26" fmla="*/ 9 w 18"/>
                <a:gd name="T27" fmla="*/ 0 h 18"/>
                <a:gd name="T28" fmla="*/ 4 w 18"/>
                <a:gd name="T29" fmla="*/ 2 h 18"/>
                <a:gd name="T30" fmla="*/ 0 w 18"/>
                <a:gd name="T31" fmla="*/ 9 h 18"/>
                <a:gd name="T32" fmla="*/ 2 w 18"/>
                <a:gd name="T33" fmla="*/ 14 h 18"/>
                <a:gd name="T34" fmla="*/ 2 w 18"/>
                <a:gd name="T35" fmla="*/ 14 h 18"/>
                <a:gd name="T36" fmla="*/ 9 w 18"/>
                <a:gd name="T37" fmla="*/ 18 h 18"/>
                <a:gd name="T38" fmla="*/ 9 w 18"/>
                <a:gd name="T39" fmla="*/ 18 h 18"/>
                <a:gd name="T40" fmla="*/ 14 w 18"/>
                <a:gd name="T41" fmla="*/ 16 h 18"/>
                <a:gd name="T42" fmla="*/ 14 w 18"/>
                <a:gd name="T43" fmla="*/ 16 h 18"/>
                <a:gd name="T44" fmla="*/ 18 w 18"/>
                <a:gd name="T45" fmla="*/ 9 h 18"/>
                <a:gd name="T46" fmla="*/ 16 w 18"/>
                <a:gd name="T47" fmla="*/ 4 h 18"/>
                <a:gd name="T48" fmla="*/ 14 w 18"/>
                <a:gd name="T49" fmla="*/ 6 h 18"/>
                <a:gd name="T50" fmla="*/ 16 w 18"/>
                <a:gd name="T51" fmla="*/ 4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7" y="11"/>
                  </a:move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moveTo>
                    <a:pt x="9" y="0"/>
                  </a:moveTo>
                  <a:cubicBezTo>
                    <a:pt x="9" y="0"/>
                    <a:pt x="9" y="0"/>
                    <a:pt x="9" y="0"/>
                  </a:cubicBezTo>
                  <a:cubicBezTo>
                    <a:pt x="9" y="0"/>
                    <a:pt x="9" y="0"/>
                    <a:pt x="9" y="0"/>
                  </a:cubicBezTo>
                  <a:cubicBezTo>
                    <a:pt x="7" y="0"/>
                    <a:pt x="5" y="1"/>
                    <a:pt x="4" y="2"/>
                  </a:cubicBezTo>
                  <a:cubicBezTo>
                    <a:pt x="2"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4" y="16"/>
                    <a:pt x="14" y="16"/>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6" name="Freeform 820">
              <a:extLst>
                <a:ext uri="{FF2B5EF4-FFF2-40B4-BE49-F238E27FC236}">
                  <a16:creationId xmlns:a16="http://schemas.microsoft.com/office/drawing/2014/main" id="{3F39F06C-5FB5-403C-A03A-D4BB85D0F3FD}"/>
                </a:ext>
              </a:extLst>
            </p:cNvPr>
            <p:cNvSpPr>
              <a:spLocks/>
            </p:cNvSpPr>
            <p:nvPr userDrawn="1"/>
          </p:nvSpPr>
          <p:spPr bwMode="auto">
            <a:xfrm>
              <a:off x="3014636" y="269227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7" name="Freeform 821">
              <a:extLst>
                <a:ext uri="{FF2B5EF4-FFF2-40B4-BE49-F238E27FC236}">
                  <a16:creationId xmlns:a16="http://schemas.microsoft.com/office/drawing/2014/main" id="{A34F6B0C-CD95-4572-85E5-F627335478DD}"/>
                </a:ext>
              </a:extLst>
            </p:cNvPr>
            <p:cNvSpPr>
              <a:spLocks noEditPoints="1"/>
            </p:cNvSpPr>
            <p:nvPr userDrawn="1"/>
          </p:nvSpPr>
          <p:spPr bwMode="auto">
            <a:xfrm>
              <a:off x="3068823" y="2963206"/>
              <a:ext cx="24083" cy="18063"/>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8" name="Freeform 822">
              <a:extLst>
                <a:ext uri="{FF2B5EF4-FFF2-40B4-BE49-F238E27FC236}">
                  <a16:creationId xmlns:a16="http://schemas.microsoft.com/office/drawing/2014/main" id="{5812FA7F-C127-4F7F-988B-386FF2D838E2}"/>
                </a:ext>
              </a:extLst>
            </p:cNvPr>
            <p:cNvSpPr>
              <a:spLocks noEditPoints="1"/>
            </p:cNvSpPr>
            <p:nvPr userDrawn="1"/>
          </p:nvSpPr>
          <p:spPr bwMode="auto">
            <a:xfrm>
              <a:off x="3307645" y="2939123"/>
              <a:ext cx="62215" cy="60207"/>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5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9" name="Freeform 823">
              <a:extLst>
                <a:ext uri="{FF2B5EF4-FFF2-40B4-BE49-F238E27FC236}">
                  <a16:creationId xmlns:a16="http://schemas.microsoft.com/office/drawing/2014/main" id="{C85B4319-AC6F-4228-9BB3-D00283E7727D}"/>
                </a:ext>
              </a:extLst>
            </p:cNvPr>
            <p:cNvSpPr>
              <a:spLocks noEditPoints="1"/>
            </p:cNvSpPr>
            <p:nvPr userDrawn="1"/>
          </p:nvSpPr>
          <p:spPr bwMode="auto">
            <a:xfrm>
              <a:off x="3369860" y="2987289"/>
              <a:ext cx="44152" cy="44152"/>
            </a:xfrm>
            <a:custGeom>
              <a:avLst/>
              <a:gdLst>
                <a:gd name="T0" fmla="*/ 27 w 30"/>
                <a:gd name="T1" fmla="*/ 6 h 30"/>
                <a:gd name="T2" fmla="*/ 27 w 30"/>
                <a:gd name="T3" fmla="*/ 6 h 30"/>
                <a:gd name="T4" fmla="*/ 27 w 30"/>
                <a:gd name="T5" fmla="*/ 6 h 30"/>
                <a:gd name="T6" fmla="*/ 27 w 30"/>
                <a:gd name="T7" fmla="*/ 6 h 30"/>
                <a:gd name="T8" fmla="*/ 15 w 30"/>
                <a:gd name="T9" fmla="*/ 0 h 30"/>
                <a:gd name="T10" fmla="*/ 15 w 30"/>
                <a:gd name="T11" fmla="*/ 0 h 30"/>
                <a:gd name="T12" fmla="*/ 6 w 30"/>
                <a:gd name="T13" fmla="*/ 3 h 30"/>
                <a:gd name="T14" fmla="*/ 6 w 30"/>
                <a:gd name="T15" fmla="*/ 3 h 30"/>
                <a:gd name="T16" fmla="*/ 0 w 30"/>
                <a:gd name="T17" fmla="*/ 15 h 30"/>
                <a:gd name="T18" fmla="*/ 3 w 30"/>
                <a:gd name="T19" fmla="*/ 24 h 30"/>
                <a:gd name="T20" fmla="*/ 3 w 30"/>
                <a:gd name="T21" fmla="*/ 24 h 30"/>
                <a:gd name="T22" fmla="*/ 15 w 30"/>
                <a:gd name="T23" fmla="*/ 30 h 30"/>
                <a:gd name="T24" fmla="*/ 15 w 30"/>
                <a:gd name="T25" fmla="*/ 30 h 30"/>
                <a:gd name="T26" fmla="*/ 24 w 30"/>
                <a:gd name="T27" fmla="*/ 27 h 30"/>
                <a:gd name="T28" fmla="*/ 24 w 30"/>
                <a:gd name="T29" fmla="*/ 27 h 30"/>
                <a:gd name="T30" fmla="*/ 24 w 30"/>
                <a:gd name="T31" fmla="*/ 27 h 30"/>
                <a:gd name="T32" fmla="*/ 30 w 30"/>
                <a:gd name="T33" fmla="*/ 15 h 30"/>
                <a:gd name="T34" fmla="*/ 27 w 30"/>
                <a:gd name="T35" fmla="*/ 6 h 30"/>
                <a:gd name="T36" fmla="*/ 25 w 30"/>
                <a:gd name="T37" fmla="*/ 7 h 30"/>
                <a:gd name="T38" fmla="*/ 22 w 30"/>
                <a:gd name="T39" fmla="*/ 9 h 30"/>
                <a:gd name="T40" fmla="*/ 24 w 30"/>
                <a:gd name="T41" fmla="*/ 15 h 30"/>
                <a:gd name="T42" fmla="*/ 21 w 30"/>
                <a:gd name="T43" fmla="*/ 22 h 30"/>
                <a:gd name="T44" fmla="*/ 21 w 30"/>
                <a:gd name="T45" fmla="*/ 22 h 30"/>
                <a:gd name="T46" fmla="*/ 15 w 30"/>
                <a:gd name="T47" fmla="*/ 24 h 30"/>
                <a:gd name="T48" fmla="*/ 7 w 30"/>
                <a:gd name="T49" fmla="*/ 20 h 30"/>
                <a:gd name="T50" fmla="*/ 7 w 30"/>
                <a:gd name="T51" fmla="*/ 20 h 30"/>
                <a:gd name="T52" fmla="*/ 6 w 30"/>
                <a:gd name="T53" fmla="*/ 15 h 30"/>
                <a:gd name="T54" fmla="*/ 9 w 30"/>
                <a:gd name="T55" fmla="*/ 7 h 30"/>
                <a:gd name="T56" fmla="*/ 9 w 30"/>
                <a:gd name="T57" fmla="*/ 7 h 30"/>
                <a:gd name="T58" fmla="*/ 15 w 30"/>
                <a:gd name="T59" fmla="*/ 6 h 30"/>
                <a:gd name="T60" fmla="*/ 22 w 30"/>
                <a:gd name="T61" fmla="*/ 9 h 30"/>
                <a:gd name="T62" fmla="*/ 22 w 30"/>
                <a:gd name="T63" fmla="*/ 9 h 30"/>
                <a:gd name="T64" fmla="*/ 25 w 30"/>
                <a:gd name="T65" fmla="*/ 7 h 30"/>
                <a:gd name="T66" fmla="*/ 27 w 30"/>
                <a:gd name="T67" fmla="*/ 6 h 30"/>
                <a:gd name="T68" fmla="*/ 27 w 30"/>
                <a:gd name="T69" fmla="*/ 6 h 30"/>
                <a:gd name="T70" fmla="*/ 27 w 30"/>
                <a:gd name="T71" fmla="*/ 6 h 30"/>
                <a:gd name="T72" fmla="*/ 15 w 30"/>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27" y="6"/>
                  </a:moveTo>
                  <a:cubicBezTo>
                    <a:pt x="27" y="6"/>
                    <a:pt x="27" y="6"/>
                    <a:pt x="27" y="6"/>
                  </a:cubicBezTo>
                  <a:cubicBezTo>
                    <a:pt x="27" y="6"/>
                    <a:pt x="27" y="6"/>
                    <a:pt x="27" y="6"/>
                  </a:cubicBezTo>
                  <a:cubicBezTo>
                    <a:pt x="27" y="6"/>
                    <a:pt x="27" y="6"/>
                    <a:pt x="27" y="6"/>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8"/>
                    <a:pt x="6" y="17"/>
                    <a:pt x="6" y="15"/>
                  </a:cubicBezTo>
                  <a:cubicBezTo>
                    <a:pt x="6" y="12"/>
                    <a:pt x="7" y="9"/>
                    <a:pt x="9" y="7"/>
                  </a:cubicBezTo>
                  <a:cubicBezTo>
                    <a:pt x="9" y="7"/>
                    <a:pt x="9" y="7"/>
                    <a:pt x="9" y="7"/>
                  </a:cubicBezTo>
                  <a:cubicBezTo>
                    <a:pt x="11" y="6"/>
                    <a:pt x="13" y="6"/>
                    <a:pt x="15" y="6"/>
                  </a:cubicBezTo>
                  <a:cubicBezTo>
                    <a:pt x="18" y="6"/>
                    <a:pt x="21" y="7"/>
                    <a:pt x="22" y="9"/>
                  </a:cubicBezTo>
                  <a:cubicBezTo>
                    <a:pt x="22" y="9"/>
                    <a:pt x="22" y="9"/>
                    <a:pt x="22" y="9"/>
                  </a:cubicBezTo>
                  <a:cubicBezTo>
                    <a:pt x="25" y="7"/>
                    <a:pt x="25" y="7"/>
                    <a:pt x="25" y="7"/>
                  </a:cubicBezTo>
                  <a:cubicBezTo>
                    <a:pt x="27" y="6"/>
                    <a:pt x="27" y="6"/>
                    <a:pt x="27" y="6"/>
                  </a:cubicBezTo>
                  <a:cubicBezTo>
                    <a:pt x="27" y="6"/>
                    <a:pt x="27" y="6"/>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0" name="Freeform 824">
              <a:extLst>
                <a:ext uri="{FF2B5EF4-FFF2-40B4-BE49-F238E27FC236}">
                  <a16:creationId xmlns:a16="http://schemas.microsoft.com/office/drawing/2014/main" id="{B65C2D36-E9D0-4229-92A2-544E1306967E}"/>
                </a:ext>
              </a:extLst>
            </p:cNvPr>
            <p:cNvSpPr>
              <a:spLocks noEditPoints="1"/>
            </p:cNvSpPr>
            <p:nvPr userDrawn="1"/>
          </p:nvSpPr>
          <p:spPr bwMode="auto">
            <a:xfrm>
              <a:off x="3428060" y="2981269"/>
              <a:ext cx="38132" cy="38132"/>
            </a:xfrm>
            <a:custGeom>
              <a:avLst/>
              <a:gdLst>
                <a:gd name="T0" fmla="*/ 3 w 26"/>
                <a:gd name="T1" fmla="*/ 20 h 25"/>
                <a:gd name="T2" fmla="*/ 3 w 26"/>
                <a:gd name="T3" fmla="*/ 20 h 25"/>
                <a:gd name="T4" fmla="*/ 3 w 26"/>
                <a:gd name="T5" fmla="*/ 20 h 25"/>
                <a:gd name="T6" fmla="*/ 3 w 26"/>
                <a:gd name="T7" fmla="*/ 20 h 25"/>
                <a:gd name="T8" fmla="*/ 19 w 26"/>
                <a:gd name="T9" fmla="*/ 8 h 25"/>
                <a:gd name="T10" fmla="*/ 21 w 26"/>
                <a:gd name="T11" fmla="*/ 6 h 25"/>
                <a:gd name="T12" fmla="*/ 24 w 26"/>
                <a:gd name="T13" fmla="*/ 5 h 25"/>
                <a:gd name="T14" fmla="*/ 21 w 26"/>
                <a:gd name="T15" fmla="*/ 6 h 25"/>
                <a:gd name="T16" fmla="*/ 19 w 26"/>
                <a:gd name="T17" fmla="*/ 8 h 25"/>
                <a:gd name="T18" fmla="*/ 20 w 26"/>
                <a:gd name="T19" fmla="*/ 12 h 25"/>
                <a:gd name="T20" fmla="*/ 18 w 26"/>
                <a:gd name="T21" fmla="*/ 18 h 25"/>
                <a:gd name="T22" fmla="*/ 18 w 26"/>
                <a:gd name="T23" fmla="*/ 18 h 25"/>
                <a:gd name="T24" fmla="*/ 13 w 26"/>
                <a:gd name="T25" fmla="*/ 19 h 25"/>
                <a:gd name="T26" fmla="*/ 8 w 26"/>
                <a:gd name="T27" fmla="*/ 16 h 25"/>
                <a:gd name="T28" fmla="*/ 8 w 26"/>
                <a:gd name="T29" fmla="*/ 16 h 25"/>
                <a:gd name="T30" fmla="*/ 6 w 26"/>
                <a:gd name="T31" fmla="*/ 12 h 25"/>
                <a:gd name="T32" fmla="*/ 9 w 26"/>
                <a:gd name="T33" fmla="*/ 7 h 25"/>
                <a:gd name="T34" fmla="*/ 9 w 26"/>
                <a:gd name="T35" fmla="*/ 7 h 25"/>
                <a:gd name="T36" fmla="*/ 9 w 26"/>
                <a:gd name="T37" fmla="*/ 7 h 25"/>
                <a:gd name="T38" fmla="*/ 13 w 26"/>
                <a:gd name="T39" fmla="*/ 6 h 25"/>
                <a:gd name="T40" fmla="*/ 19 w 26"/>
                <a:gd name="T41" fmla="*/ 8 h 25"/>
                <a:gd name="T42" fmla="*/ 13 w 26"/>
                <a:gd name="T43" fmla="*/ 0 h 25"/>
                <a:gd name="T44" fmla="*/ 13 w 26"/>
                <a:gd name="T45" fmla="*/ 0 h 25"/>
                <a:gd name="T46" fmla="*/ 13 w 26"/>
                <a:gd name="T47" fmla="*/ 0 h 25"/>
                <a:gd name="T48" fmla="*/ 6 w 26"/>
                <a:gd name="T49" fmla="*/ 2 h 25"/>
                <a:gd name="T50" fmla="*/ 6 w 26"/>
                <a:gd name="T51" fmla="*/ 2 h 25"/>
                <a:gd name="T52" fmla="*/ 0 w 26"/>
                <a:gd name="T53" fmla="*/ 12 h 25"/>
                <a:gd name="T54" fmla="*/ 3 w 26"/>
                <a:gd name="T55" fmla="*/ 20 h 25"/>
                <a:gd name="T56" fmla="*/ 3 w 26"/>
                <a:gd name="T57" fmla="*/ 20 h 25"/>
                <a:gd name="T58" fmla="*/ 13 w 26"/>
                <a:gd name="T59" fmla="*/ 25 h 25"/>
                <a:gd name="T60" fmla="*/ 13 w 26"/>
                <a:gd name="T61" fmla="*/ 25 h 25"/>
                <a:gd name="T62" fmla="*/ 21 w 26"/>
                <a:gd name="T63" fmla="*/ 23 h 25"/>
                <a:gd name="T64" fmla="*/ 21 w 26"/>
                <a:gd name="T65" fmla="*/ 23 h 25"/>
                <a:gd name="T66" fmla="*/ 26 w 26"/>
                <a:gd name="T67" fmla="*/ 12 h 25"/>
                <a:gd name="T68" fmla="*/ 24 w 26"/>
                <a:gd name="T69" fmla="*/ 5 h 25"/>
                <a:gd name="T70" fmla="*/ 24 w 26"/>
                <a:gd name="T71" fmla="*/ 5 h 25"/>
                <a:gd name="T72" fmla="*/ 13 w 26"/>
                <a:gd name="T7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25">
                  <a:moveTo>
                    <a:pt x="3" y="20"/>
                  </a:moveTo>
                  <a:cubicBezTo>
                    <a:pt x="3" y="20"/>
                    <a:pt x="3" y="20"/>
                    <a:pt x="3" y="20"/>
                  </a:cubicBezTo>
                  <a:cubicBezTo>
                    <a:pt x="3" y="20"/>
                    <a:pt x="3" y="20"/>
                    <a:pt x="3" y="20"/>
                  </a:cubicBezTo>
                  <a:cubicBezTo>
                    <a:pt x="3" y="20"/>
                    <a:pt x="3" y="20"/>
                    <a:pt x="3" y="20"/>
                  </a:cubicBezTo>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1" name="Freeform 825">
              <a:extLst>
                <a:ext uri="{FF2B5EF4-FFF2-40B4-BE49-F238E27FC236}">
                  <a16:creationId xmlns:a16="http://schemas.microsoft.com/office/drawing/2014/main" id="{A96E5D8C-3DDA-4EBA-A0BF-DDA1275C94AF}"/>
                </a:ext>
              </a:extLst>
            </p:cNvPr>
            <p:cNvSpPr>
              <a:spLocks/>
            </p:cNvSpPr>
            <p:nvPr userDrawn="1"/>
          </p:nvSpPr>
          <p:spPr bwMode="auto">
            <a:xfrm>
              <a:off x="4224805" y="2373174"/>
              <a:ext cx="168581" cy="154533"/>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2" name="Freeform 826">
              <a:extLst>
                <a:ext uri="{FF2B5EF4-FFF2-40B4-BE49-F238E27FC236}">
                  <a16:creationId xmlns:a16="http://schemas.microsoft.com/office/drawing/2014/main" id="{A35785DE-1346-4F09-8CA8-5251B4FD95CE}"/>
                </a:ext>
              </a:extLst>
            </p:cNvPr>
            <p:cNvSpPr>
              <a:spLocks noEditPoints="1"/>
            </p:cNvSpPr>
            <p:nvPr userDrawn="1"/>
          </p:nvSpPr>
          <p:spPr bwMode="auto">
            <a:xfrm>
              <a:off x="4206742" y="2375181"/>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3" name="Freeform 827">
              <a:extLst>
                <a:ext uri="{FF2B5EF4-FFF2-40B4-BE49-F238E27FC236}">
                  <a16:creationId xmlns:a16="http://schemas.microsoft.com/office/drawing/2014/main" id="{8574A5CD-09B1-4F32-B6DF-498DD950BF1B}"/>
                </a:ext>
              </a:extLst>
            </p:cNvPr>
            <p:cNvSpPr>
              <a:spLocks noEditPoints="1"/>
            </p:cNvSpPr>
            <p:nvPr userDrawn="1"/>
          </p:nvSpPr>
          <p:spPr bwMode="auto">
            <a:xfrm>
              <a:off x="4182659" y="2359126"/>
              <a:ext cx="28097" cy="28097"/>
            </a:xfrm>
            <a:custGeom>
              <a:avLst/>
              <a:gdLst>
                <a:gd name="T0" fmla="*/ 9 w 19"/>
                <a:gd name="T1" fmla="*/ 12 h 18"/>
                <a:gd name="T2" fmla="*/ 8 w 19"/>
                <a:gd name="T3" fmla="*/ 12 h 18"/>
                <a:gd name="T4" fmla="*/ 9 w 19"/>
                <a:gd name="T5" fmla="*/ 12 h 18"/>
                <a:gd name="T6" fmla="*/ 9 w 19"/>
                <a:gd name="T7" fmla="*/ 0 h 18"/>
                <a:gd name="T8" fmla="*/ 4 w 19"/>
                <a:gd name="T9" fmla="*/ 2 h 18"/>
                <a:gd name="T10" fmla="*/ 1 w 19"/>
                <a:gd name="T11" fmla="*/ 6 h 18"/>
                <a:gd name="T12" fmla="*/ 1 w 19"/>
                <a:gd name="T13" fmla="*/ 6 h 18"/>
                <a:gd name="T14" fmla="*/ 0 w 19"/>
                <a:gd name="T15" fmla="*/ 9 h 18"/>
                <a:gd name="T16" fmla="*/ 7 w 19"/>
                <a:gd name="T17" fmla="*/ 17 h 18"/>
                <a:gd name="T18" fmla="*/ 7 w 19"/>
                <a:gd name="T19" fmla="*/ 17 h 18"/>
                <a:gd name="T20" fmla="*/ 10 w 19"/>
                <a:gd name="T21" fmla="*/ 18 h 18"/>
                <a:gd name="T22" fmla="*/ 15 w 19"/>
                <a:gd name="T23" fmla="*/ 16 h 18"/>
                <a:gd name="T24" fmla="*/ 18 w 19"/>
                <a:gd name="T25" fmla="*/ 12 h 18"/>
                <a:gd name="T26" fmla="*/ 19 w 19"/>
                <a:gd name="T27" fmla="*/ 9 h 18"/>
                <a:gd name="T28" fmla="*/ 13 w 19"/>
                <a:gd name="T29" fmla="*/ 1 h 18"/>
                <a:gd name="T30" fmla="*/ 12 w 19"/>
                <a:gd name="T31" fmla="*/ 4 h 18"/>
                <a:gd name="T32" fmla="*/ 11 w 19"/>
                <a:gd name="T33" fmla="*/ 6 h 18"/>
                <a:gd name="T34" fmla="*/ 13 w 19"/>
                <a:gd name="T35" fmla="*/ 9 h 18"/>
                <a:gd name="T36" fmla="*/ 13 w 19"/>
                <a:gd name="T37" fmla="*/ 10 h 18"/>
                <a:gd name="T38" fmla="*/ 12 w 19"/>
                <a:gd name="T39" fmla="*/ 11 h 18"/>
                <a:gd name="T40" fmla="*/ 10 w 19"/>
                <a:gd name="T41" fmla="*/ 12 h 18"/>
                <a:gd name="T42" fmla="*/ 10 w 19"/>
                <a:gd name="T43" fmla="*/ 12 h 18"/>
                <a:gd name="T44" fmla="*/ 9 w 19"/>
                <a:gd name="T45" fmla="*/ 12 h 18"/>
                <a:gd name="T46" fmla="*/ 8 w 19"/>
                <a:gd name="T47" fmla="*/ 12 h 18"/>
                <a:gd name="T48" fmla="*/ 6 w 19"/>
                <a:gd name="T49" fmla="*/ 9 h 18"/>
                <a:gd name="T50" fmla="*/ 6 w 19"/>
                <a:gd name="T51" fmla="*/ 8 h 18"/>
                <a:gd name="T52" fmla="*/ 6 w 19"/>
                <a:gd name="T53" fmla="*/ 8 h 18"/>
                <a:gd name="T54" fmla="*/ 7 w 19"/>
                <a:gd name="T55" fmla="*/ 7 h 18"/>
                <a:gd name="T56" fmla="*/ 9 w 19"/>
                <a:gd name="T57" fmla="*/ 6 h 18"/>
                <a:gd name="T58" fmla="*/ 9 w 19"/>
                <a:gd name="T59" fmla="*/ 6 h 18"/>
                <a:gd name="T60" fmla="*/ 11 w 19"/>
                <a:gd name="T61" fmla="*/ 6 h 18"/>
                <a:gd name="T62" fmla="*/ 12 w 19"/>
                <a:gd name="T63" fmla="*/ 4 h 18"/>
                <a:gd name="T64" fmla="*/ 13 w 19"/>
                <a:gd name="T65" fmla="*/ 1 h 18"/>
                <a:gd name="T66" fmla="*/ 9 w 19"/>
                <a:gd name="T6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8">
                  <a:moveTo>
                    <a:pt x="9" y="12"/>
                  </a:moveTo>
                  <a:cubicBezTo>
                    <a:pt x="9" y="12"/>
                    <a:pt x="9" y="12"/>
                    <a:pt x="8" y="12"/>
                  </a:cubicBezTo>
                  <a:cubicBezTo>
                    <a:pt x="9" y="12"/>
                    <a:pt x="9" y="12"/>
                    <a:pt x="9" y="12"/>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8" y="12"/>
                    <a:pt x="8" y="12"/>
                    <a:pt x="8"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4" name="Freeform 828">
              <a:extLst>
                <a:ext uri="{FF2B5EF4-FFF2-40B4-BE49-F238E27FC236}">
                  <a16:creationId xmlns:a16="http://schemas.microsoft.com/office/drawing/2014/main" id="{A8E9D63B-11DF-482C-B981-DCBD82AE1AD8}"/>
                </a:ext>
              </a:extLst>
            </p:cNvPr>
            <p:cNvSpPr>
              <a:spLocks noEditPoints="1"/>
            </p:cNvSpPr>
            <p:nvPr userDrawn="1"/>
          </p:nvSpPr>
          <p:spPr bwMode="auto">
            <a:xfrm>
              <a:off x="4178645" y="2335043"/>
              <a:ext cx="24083" cy="24083"/>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8 w 16"/>
                <a:gd name="T35" fmla="*/ 0 h 15"/>
                <a:gd name="T36" fmla="*/ 4 w 16"/>
                <a:gd name="T37" fmla="*/ 1 h 15"/>
                <a:gd name="T38" fmla="*/ 1 w 16"/>
                <a:gd name="T39" fmla="*/ 5 h 15"/>
                <a:gd name="T40" fmla="*/ 0 w 16"/>
                <a:gd name="T41" fmla="*/ 7 h 15"/>
                <a:gd name="T42" fmla="*/ 6 w 16"/>
                <a:gd name="T43" fmla="*/ 15 h 15"/>
                <a:gd name="T44" fmla="*/ 6 w 16"/>
                <a:gd name="T45" fmla="*/ 15 h 15"/>
                <a:gd name="T46" fmla="*/ 9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5" name="Freeform 829">
              <a:extLst>
                <a:ext uri="{FF2B5EF4-FFF2-40B4-BE49-F238E27FC236}">
                  <a16:creationId xmlns:a16="http://schemas.microsoft.com/office/drawing/2014/main" id="{1D4CCE66-F9B6-4777-9DF2-72BCD4B3E5F1}"/>
                </a:ext>
              </a:extLst>
            </p:cNvPr>
            <p:cNvSpPr>
              <a:spLocks noEditPoints="1"/>
            </p:cNvSpPr>
            <p:nvPr userDrawn="1"/>
          </p:nvSpPr>
          <p:spPr bwMode="auto">
            <a:xfrm>
              <a:off x="4128473" y="2116289"/>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1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6" name="Freeform 830">
              <a:extLst>
                <a:ext uri="{FF2B5EF4-FFF2-40B4-BE49-F238E27FC236}">
                  <a16:creationId xmlns:a16="http://schemas.microsoft.com/office/drawing/2014/main" id="{60E33BD6-1251-4576-91AB-A95C0F8B4B8A}"/>
                </a:ext>
              </a:extLst>
            </p:cNvPr>
            <p:cNvSpPr>
              <a:spLocks noEditPoints="1"/>
            </p:cNvSpPr>
            <p:nvPr userDrawn="1"/>
          </p:nvSpPr>
          <p:spPr bwMode="auto">
            <a:xfrm>
              <a:off x="4122451" y="2242725"/>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9 w 22"/>
                <a:gd name="T19" fmla="*/ 15 h 22"/>
                <a:gd name="T20" fmla="*/ 6 w 22"/>
                <a:gd name="T21" fmla="*/ 11 h 22"/>
                <a:gd name="T22" fmla="*/ 6 w 22"/>
                <a:gd name="T23" fmla="*/ 9 h 22"/>
                <a:gd name="T24" fmla="*/ 6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9" y="15"/>
                    <a:pt x="9" y="15"/>
                    <a:pt x="9" y="15"/>
                  </a:cubicBezTo>
                  <a:cubicBezTo>
                    <a:pt x="7" y="14"/>
                    <a:pt x="6" y="13"/>
                    <a:pt x="6" y="11"/>
                  </a:cubicBezTo>
                  <a:cubicBezTo>
                    <a:pt x="6" y="10"/>
                    <a:pt x="6" y="9"/>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7" name="Freeform 831">
              <a:extLst>
                <a:ext uri="{FF2B5EF4-FFF2-40B4-BE49-F238E27FC236}">
                  <a16:creationId xmlns:a16="http://schemas.microsoft.com/office/drawing/2014/main" id="{01B65ACF-086A-40F2-9DFD-9A232CD03F9D}"/>
                </a:ext>
              </a:extLst>
            </p:cNvPr>
            <p:cNvSpPr>
              <a:spLocks noEditPoints="1"/>
            </p:cNvSpPr>
            <p:nvPr userDrawn="1"/>
          </p:nvSpPr>
          <p:spPr bwMode="auto">
            <a:xfrm>
              <a:off x="4106396" y="2268814"/>
              <a:ext cx="26091" cy="24083"/>
            </a:xfrm>
            <a:custGeom>
              <a:avLst/>
              <a:gdLst>
                <a:gd name="T0" fmla="*/ 6 w 17"/>
                <a:gd name="T1" fmla="*/ 7 h 17"/>
                <a:gd name="T2" fmla="*/ 8 w 17"/>
                <a:gd name="T3" fmla="*/ 6 h 17"/>
                <a:gd name="T4" fmla="*/ 9 w 17"/>
                <a:gd name="T5" fmla="*/ 6 h 17"/>
                <a:gd name="T6" fmla="*/ 10 w 17"/>
                <a:gd name="T7" fmla="*/ 6 h 17"/>
                <a:gd name="T8" fmla="*/ 11 w 17"/>
                <a:gd name="T9" fmla="*/ 9 h 17"/>
                <a:gd name="T10" fmla="*/ 11 w 17"/>
                <a:gd name="T11" fmla="*/ 10 h 17"/>
                <a:gd name="T12" fmla="*/ 8 w 17"/>
                <a:gd name="T13" fmla="*/ 11 h 17"/>
                <a:gd name="T14" fmla="*/ 7 w 17"/>
                <a:gd name="T15" fmla="*/ 11 h 17"/>
                <a:gd name="T16" fmla="*/ 7 w 17"/>
                <a:gd name="T17" fmla="*/ 11 h 17"/>
                <a:gd name="T18" fmla="*/ 6 w 17"/>
                <a:gd name="T19" fmla="*/ 9 h 17"/>
                <a:gd name="T20" fmla="*/ 6 w 17"/>
                <a:gd name="T21" fmla="*/ 7 h 17"/>
                <a:gd name="T22" fmla="*/ 6 w 17"/>
                <a:gd name="T23" fmla="*/ 7 h 17"/>
                <a:gd name="T24" fmla="*/ 8 w 17"/>
                <a:gd name="T25" fmla="*/ 0 h 17"/>
                <a:gd name="T26" fmla="*/ 0 w 17"/>
                <a:gd name="T27" fmla="*/ 5 h 17"/>
                <a:gd name="T28" fmla="*/ 3 w 17"/>
                <a:gd name="T29" fmla="*/ 6 h 17"/>
                <a:gd name="T30" fmla="*/ 0 w 17"/>
                <a:gd name="T31" fmla="*/ 5 h 17"/>
                <a:gd name="T32" fmla="*/ 0 w 17"/>
                <a:gd name="T33" fmla="*/ 9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9 h 17"/>
                <a:gd name="T48" fmla="*/ 12 w 17"/>
                <a:gd name="T49" fmla="*/ 1 h 17"/>
                <a:gd name="T50" fmla="*/ 12 w 17"/>
                <a:gd name="T51" fmla="*/ 1 h 17"/>
                <a:gd name="T52" fmla="*/ 8 w 17"/>
                <a:gd name="T53" fmla="*/ 0 h 17"/>
                <a:gd name="T54" fmla="*/ 8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7"/>
                    <a:pt x="7" y="6"/>
                    <a:pt x="8" y="6"/>
                  </a:cubicBezTo>
                  <a:cubicBezTo>
                    <a:pt x="9" y="6"/>
                    <a:pt x="9" y="6"/>
                    <a:pt x="9" y="6"/>
                  </a:cubicBezTo>
                  <a:cubicBezTo>
                    <a:pt x="10" y="6"/>
                    <a:pt x="10" y="6"/>
                    <a:pt x="10"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9"/>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8" name="Freeform 832">
              <a:extLst>
                <a:ext uri="{FF2B5EF4-FFF2-40B4-BE49-F238E27FC236}">
                  <a16:creationId xmlns:a16="http://schemas.microsoft.com/office/drawing/2014/main" id="{D4497AE0-74A8-43A7-9536-90DAB2FCB300}"/>
                </a:ext>
              </a:extLst>
            </p:cNvPr>
            <p:cNvSpPr>
              <a:spLocks noEditPoints="1"/>
            </p:cNvSpPr>
            <p:nvPr userDrawn="1"/>
          </p:nvSpPr>
          <p:spPr bwMode="auto">
            <a:xfrm>
              <a:off x="4080307" y="2270822"/>
              <a:ext cx="24083" cy="22077"/>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4 w 15"/>
                <a:gd name="T33" fmla="*/ 14 h 15"/>
                <a:gd name="T34" fmla="*/ 8 w 15"/>
                <a:gd name="T35" fmla="*/ 15 h 15"/>
                <a:gd name="T36" fmla="*/ 8 w 15"/>
                <a:gd name="T37" fmla="*/ 15 h 15"/>
                <a:gd name="T38" fmla="*/ 15 w 15"/>
                <a:gd name="T39" fmla="*/ 11 h 15"/>
                <a:gd name="T40" fmla="*/ 15 w 15"/>
                <a:gd name="T41" fmla="*/ 11 h 15"/>
                <a:gd name="T42" fmla="*/ 15 w 15"/>
                <a:gd name="T43" fmla="*/ 7 h 15"/>
                <a:gd name="T44" fmla="*/ 11 w 15"/>
                <a:gd name="T45" fmla="*/ 0 h 15"/>
                <a:gd name="T46" fmla="*/ 8 w 15"/>
                <a:gd name="T47" fmla="*/ 0 h 15"/>
                <a:gd name="T48" fmla="*/ 8 w 15"/>
                <a:gd name="T49" fmla="*/ 0 h 15"/>
                <a:gd name="T50" fmla="*/ 8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4" y="14"/>
                    <a:pt x="4" y="14"/>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9" name="Freeform 833">
              <a:extLst>
                <a:ext uri="{FF2B5EF4-FFF2-40B4-BE49-F238E27FC236}">
                  <a16:creationId xmlns:a16="http://schemas.microsoft.com/office/drawing/2014/main" id="{D6EFF8E4-5669-477E-BA28-1BEA235EFBF5}"/>
                </a:ext>
              </a:extLst>
            </p:cNvPr>
            <p:cNvSpPr>
              <a:spLocks noEditPoints="1"/>
            </p:cNvSpPr>
            <p:nvPr userDrawn="1"/>
          </p:nvSpPr>
          <p:spPr bwMode="auto">
            <a:xfrm>
              <a:off x="3381901" y="168480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49 h 99"/>
                <a:gd name="T16" fmla="*/ 11 w 101"/>
                <a:gd name="T17" fmla="*/ 30 h 99"/>
                <a:gd name="T18" fmla="*/ 8 w 101"/>
                <a:gd name="T19" fmla="*/ 29 h 99"/>
                <a:gd name="T20" fmla="*/ 11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49"/>
                  </a:cubicBezTo>
                  <a:cubicBezTo>
                    <a:pt x="6" y="43"/>
                    <a:pt x="7" y="36"/>
                    <a:pt x="11" y="30"/>
                  </a:cubicBezTo>
                  <a:cubicBezTo>
                    <a:pt x="8" y="29"/>
                    <a:pt x="8" y="29"/>
                    <a:pt x="8" y="29"/>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0" name="Freeform 834">
              <a:extLst>
                <a:ext uri="{FF2B5EF4-FFF2-40B4-BE49-F238E27FC236}">
                  <a16:creationId xmlns:a16="http://schemas.microsoft.com/office/drawing/2014/main" id="{38946117-CA4B-473E-BC48-A4AEF0EAC28B}"/>
                </a:ext>
              </a:extLst>
            </p:cNvPr>
            <p:cNvSpPr>
              <a:spLocks noEditPoints="1"/>
            </p:cNvSpPr>
            <p:nvPr userDrawn="1"/>
          </p:nvSpPr>
          <p:spPr bwMode="auto">
            <a:xfrm>
              <a:off x="3377887" y="1811238"/>
              <a:ext cx="34118" cy="32111"/>
            </a:xfrm>
            <a:custGeom>
              <a:avLst/>
              <a:gdLst>
                <a:gd name="T0" fmla="*/ 7 w 22"/>
                <a:gd name="T1" fmla="*/ 8 h 21"/>
                <a:gd name="T2" fmla="*/ 11 w 22"/>
                <a:gd name="T3" fmla="*/ 6 h 21"/>
                <a:gd name="T4" fmla="*/ 13 w 22"/>
                <a:gd name="T5" fmla="*/ 6 h 21"/>
                <a:gd name="T6" fmla="*/ 13 w 22"/>
                <a:gd name="T7" fmla="*/ 6 h 21"/>
                <a:gd name="T8" fmla="*/ 16 w 22"/>
                <a:gd name="T9" fmla="*/ 11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2 w 22"/>
                <a:gd name="T43" fmla="*/ 11 h 21"/>
                <a:gd name="T44" fmla="*/ 16 w 22"/>
                <a:gd name="T45" fmla="*/ 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1" name="Freeform 835">
              <a:extLst>
                <a:ext uri="{FF2B5EF4-FFF2-40B4-BE49-F238E27FC236}">
                  <a16:creationId xmlns:a16="http://schemas.microsoft.com/office/drawing/2014/main" id="{845CD28E-DA7C-4A67-8148-2119CBF85A59}"/>
                </a:ext>
              </a:extLst>
            </p:cNvPr>
            <p:cNvSpPr>
              <a:spLocks noEditPoints="1"/>
            </p:cNvSpPr>
            <p:nvPr userDrawn="1"/>
          </p:nvSpPr>
          <p:spPr bwMode="auto">
            <a:xfrm>
              <a:off x="3361832" y="1837329"/>
              <a:ext cx="26091" cy="26090"/>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11 w 17"/>
                <a:gd name="T11" fmla="*/ 9 h 17"/>
                <a:gd name="T12" fmla="*/ 8 w 17"/>
                <a:gd name="T13" fmla="*/ 11 h 17"/>
                <a:gd name="T14" fmla="*/ 7 w 17"/>
                <a:gd name="T15" fmla="*/ 10 h 17"/>
                <a:gd name="T16" fmla="*/ 7 w 17"/>
                <a:gd name="T17" fmla="*/ 10 h 17"/>
                <a:gd name="T18" fmla="*/ 6 w 17"/>
                <a:gd name="T19" fmla="*/ 8 h 17"/>
                <a:gd name="T20" fmla="*/ 6 w 17"/>
                <a:gd name="T21" fmla="*/ 7 h 17"/>
                <a:gd name="T22" fmla="*/ 6 w 17"/>
                <a:gd name="T23" fmla="*/ 7 h 17"/>
                <a:gd name="T24" fmla="*/ 1 w 17"/>
                <a:gd name="T25" fmla="*/ 4 h 17"/>
                <a:gd name="T26" fmla="*/ 1 w 17"/>
                <a:gd name="T27" fmla="*/ 4 h 17"/>
                <a:gd name="T28" fmla="*/ 1 w 17"/>
                <a:gd name="T29" fmla="*/ 4 h 17"/>
                <a:gd name="T30" fmla="*/ 1 w 17"/>
                <a:gd name="T31" fmla="*/ 4 h 17"/>
                <a:gd name="T32" fmla="*/ 8 w 17"/>
                <a:gd name="T33" fmla="*/ 0 h 17"/>
                <a:gd name="T34" fmla="*/ 1 w 17"/>
                <a:gd name="T35" fmla="*/ 4 h 17"/>
                <a:gd name="T36" fmla="*/ 1 w 17"/>
                <a:gd name="T37" fmla="*/ 4 h 17"/>
                <a:gd name="T38" fmla="*/ 0 w 17"/>
                <a:gd name="T39" fmla="*/ 8 h 17"/>
                <a:gd name="T40" fmla="*/ 5 w 17"/>
                <a:gd name="T41" fmla="*/ 16 h 17"/>
                <a:gd name="T42" fmla="*/ 5 w 17"/>
                <a:gd name="T43" fmla="*/ 16 h 17"/>
                <a:gd name="T44" fmla="*/ 8 w 17"/>
                <a:gd name="T45" fmla="*/ 17 h 17"/>
                <a:gd name="T46" fmla="*/ 8 w 17"/>
                <a:gd name="T47" fmla="*/ 17 h 17"/>
                <a:gd name="T48" fmla="*/ 16 w 17"/>
                <a:gd name="T49" fmla="*/ 12 h 17"/>
                <a:gd name="T50" fmla="*/ 16 w 17"/>
                <a:gd name="T51" fmla="*/ 12 h 17"/>
                <a:gd name="T52" fmla="*/ 17 w 17"/>
                <a:gd name="T53" fmla="*/ 8 h 17"/>
                <a:gd name="T54" fmla="*/ 12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6"/>
                    <a:pt x="7" y="6"/>
                    <a:pt x="8" y="6"/>
                  </a:cubicBezTo>
                  <a:cubicBezTo>
                    <a:pt x="9" y="6"/>
                    <a:pt x="9" y="6"/>
                    <a:pt x="10" y="6"/>
                  </a:cubicBezTo>
                  <a:cubicBezTo>
                    <a:pt x="11" y="6"/>
                    <a:pt x="11" y="7"/>
                    <a:pt x="11" y="8"/>
                  </a:cubicBezTo>
                  <a:cubicBezTo>
                    <a:pt x="11" y="8"/>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5"/>
                    <a:pt x="0" y="7"/>
                    <a:pt x="0" y="8"/>
                  </a:cubicBezTo>
                  <a:cubicBezTo>
                    <a:pt x="0" y="11"/>
                    <a:pt x="2" y="14"/>
                    <a:pt x="5" y="16"/>
                  </a:cubicBezTo>
                  <a:cubicBezTo>
                    <a:pt x="5" y="16"/>
                    <a:pt x="5" y="16"/>
                    <a:pt x="5" y="16"/>
                  </a:cubicBezTo>
                  <a:cubicBezTo>
                    <a:pt x="6" y="16"/>
                    <a:pt x="7"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2" name="Freeform 836">
              <a:extLst>
                <a:ext uri="{FF2B5EF4-FFF2-40B4-BE49-F238E27FC236}">
                  <a16:creationId xmlns:a16="http://schemas.microsoft.com/office/drawing/2014/main" id="{7638C2B2-50C8-4C25-A58A-CBEB9B7D93D5}"/>
                </a:ext>
              </a:extLst>
            </p:cNvPr>
            <p:cNvSpPr>
              <a:spLocks noEditPoints="1"/>
            </p:cNvSpPr>
            <p:nvPr userDrawn="1"/>
          </p:nvSpPr>
          <p:spPr bwMode="auto">
            <a:xfrm>
              <a:off x="3335742" y="1839335"/>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8 w 16"/>
                <a:gd name="T23" fmla="*/ 0 h 15"/>
                <a:gd name="T24" fmla="*/ 1 w 16"/>
                <a:gd name="T25" fmla="*/ 4 h 15"/>
                <a:gd name="T26" fmla="*/ 1 w 16"/>
                <a:gd name="T27" fmla="*/ 4 h 15"/>
                <a:gd name="T28" fmla="*/ 1 w 16"/>
                <a:gd name="T29" fmla="*/ 4 h 15"/>
                <a:gd name="T30" fmla="*/ 1 w 16"/>
                <a:gd name="T31" fmla="*/ 4 h 15"/>
                <a:gd name="T32" fmla="*/ 1 w 16"/>
                <a:gd name="T33" fmla="*/ 4 h 15"/>
                <a:gd name="T34" fmla="*/ 0 w 16"/>
                <a:gd name="T35" fmla="*/ 8 h 15"/>
                <a:gd name="T36" fmla="*/ 5 w 16"/>
                <a:gd name="T37" fmla="*/ 15 h 15"/>
                <a:gd name="T38" fmla="*/ 8 w 16"/>
                <a:gd name="T39" fmla="*/ 15 h 15"/>
                <a:gd name="T40" fmla="*/ 8 w 16"/>
                <a:gd name="T41" fmla="*/ 15 h 15"/>
                <a:gd name="T42" fmla="*/ 15 w 16"/>
                <a:gd name="T43" fmla="*/ 11 h 15"/>
                <a:gd name="T44" fmla="*/ 16 w 16"/>
                <a:gd name="T45" fmla="*/ 8 h 15"/>
                <a:gd name="T46" fmla="*/ 11 w 16"/>
                <a:gd name="T47" fmla="*/ 1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8" y="0"/>
                    <a:pt x="8" y="0"/>
                    <a:pt x="8" y="0"/>
                  </a:cubicBez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3" name="Freeform 837">
              <a:extLst>
                <a:ext uri="{FF2B5EF4-FFF2-40B4-BE49-F238E27FC236}">
                  <a16:creationId xmlns:a16="http://schemas.microsoft.com/office/drawing/2014/main" id="{BA7AA727-C415-4CD9-9907-D1F15B59A280}"/>
                </a:ext>
              </a:extLst>
            </p:cNvPr>
            <p:cNvSpPr>
              <a:spLocks noEditPoints="1"/>
            </p:cNvSpPr>
            <p:nvPr userDrawn="1"/>
          </p:nvSpPr>
          <p:spPr bwMode="auto">
            <a:xfrm>
              <a:off x="4616152" y="3485003"/>
              <a:ext cx="152525" cy="148512"/>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69" y="99"/>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4" name="Freeform 838">
              <a:extLst>
                <a:ext uri="{FF2B5EF4-FFF2-40B4-BE49-F238E27FC236}">
                  <a16:creationId xmlns:a16="http://schemas.microsoft.com/office/drawing/2014/main" id="{3DBF106C-E441-4D88-82AF-0DDBEE87C681}"/>
                </a:ext>
              </a:extLst>
            </p:cNvPr>
            <p:cNvSpPr>
              <a:spLocks noEditPoints="1"/>
            </p:cNvSpPr>
            <p:nvPr userDrawn="1"/>
          </p:nvSpPr>
          <p:spPr bwMode="auto">
            <a:xfrm>
              <a:off x="4612138" y="3609432"/>
              <a:ext cx="34118" cy="34118"/>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5" name="Freeform 839">
              <a:extLst>
                <a:ext uri="{FF2B5EF4-FFF2-40B4-BE49-F238E27FC236}">
                  <a16:creationId xmlns:a16="http://schemas.microsoft.com/office/drawing/2014/main" id="{401D6ABB-BCD0-4262-B207-006D8C660830}"/>
                </a:ext>
              </a:extLst>
            </p:cNvPr>
            <p:cNvSpPr>
              <a:spLocks noEditPoints="1"/>
            </p:cNvSpPr>
            <p:nvPr userDrawn="1"/>
          </p:nvSpPr>
          <p:spPr bwMode="auto">
            <a:xfrm>
              <a:off x="4596083" y="3635523"/>
              <a:ext cx="26091" cy="26090"/>
            </a:xfrm>
            <a:custGeom>
              <a:avLst/>
              <a:gdLst>
                <a:gd name="T0" fmla="*/ 6 w 17"/>
                <a:gd name="T1" fmla="*/ 7 h 17"/>
                <a:gd name="T2" fmla="*/ 8 w 17"/>
                <a:gd name="T3" fmla="*/ 6 h 17"/>
                <a:gd name="T4" fmla="*/ 9 w 17"/>
                <a:gd name="T5" fmla="*/ 6 h 17"/>
                <a:gd name="T6" fmla="*/ 9 w 17"/>
                <a:gd name="T7" fmla="*/ 6 h 17"/>
                <a:gd name="T8" fmla="*/ 11 w 17"/>
                <a:gd name="T9" fmla="*/ 9 h 17"/>
                <a:gd name="T10" fmla="*/ 11 w 17"/>
                <a:gd name="T11" fmla="*/ 10 h 17"/>
                <a:gd name="T12" fmla="*/ 8 w 17"/>
                <a:gd name="T13" fmla="*/ 11 h 17"/>
                <a:gd name="T14" fmla="*/ 7 w 17"/>
                <a:gd name="T15" fmla="*/ 11 h 17"/>
                <a:gd name="T16" fmla="*/ 6 w 17"/>
                <a:gd name="T17" fmla="*/ 9 h 17"/>
                <a:gd name="T18" fmla="*/ 6 w 17"/>
                <a:gd name="T19" fmla="*/ 7 h 17"/>
                <a:gd name="T20" fmla="*/ 6 w 17"/>
                <a:gd name="T21" fmla="*/ 7 h 17"/>
                <a:gd name="T22" fmla="*/ 8 w 17"/>
                <a:gd name="T23" fmla="*/ 0 h 17"/>
                <a:gd name="T24" fmla="*/ 0 w 17"/>
                <a:gd name="T25" fmla="*/ 5 h 17"/>
                <a:gd name="T26" fmla="*/ 3 w 17"/>
                <a:gd name="T27" fmla="*/ 6 h 17"/>
                <a:gd name="T28" fmla="*/ 0 w 17"/>
                <a:gd name="T29" fmla="*/ 5 h 17"/>
                <a:gd name="T30" fmla="*/ 0 w 17"/>
                <a:gd name="T31" fmla="*/ 9 h 17"/>
                <a:gd name="T32" fmla="*/ 4 w 17"/>
                <a:gd name="T33" fmla="*/ 16 h 17"/>
                <a:gd name="T34" fmla="*/ 8 w 17"/>
                <a:gd name="T35" fmla="*/ 17 h 17"/>
                <a:gd name="T36" fmla="*/ 8 w 17"/>
                <a:gd name="T37" fmla="*/ 17 h 17"/>
                <a:gd name="T38" fmla="*/ 8 w 17"/>
                <a:gd name="T39" fmla="*/ 17 h 17"/>
                <a:gd name="T40" fmla="*/ 16 w 17"/>
                <a:gd name="T41" fmla="*/ 12 h 17"/>
                <a:gd name="T42" fmla="*/ 17 w 17"/>
                <a:gd name="T43" fmla="*/ 9 h 17"/>
                <a:gd name="T44" fmla="*/ 12 w 17"/>
                <a:gd name="T45" fmla="*/ 1 h 17"/>
                <a:gd name="T46" fmla="*/ 12 w 17"/>
                <a:gd name="T47" fmla="*/ 1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6" name="Freeform 840">
              <a:extLst>
                <a:ext uri="{FF2B5EF4-FFF2-40B4-BE49-F238E27FC236}">
                  <a16:creationId xmlns:a16="http://schemas.microsoft.com/office/drawing/2014/main" id="{57E11A25-09D9-4843-943E-4830C36C5FFC}"/>
                </a:ext>
              </a:extLst>
            </p:cNvPr>
            <p:cNvSpPr>
              <a:spLocks noEditPoints="1"/>
            </p:cNvSpPr>
            <p:nvPr userDrawn="1"/>
          </p:nvSpPr>
          <p:spPr bwMode="auto">
            <a:xfrm>
              <a:off x="4569994" y="3639536"/>
              <a:ext cx="24083" cy="22077"/>
            </a:xfrm>
            <a:custGeom>
              <a:avLst/>
              <a:gdLst>
                <a:gd name="T0" fmla="*/ 8 w 16"/>
                <a:gd name="T1" fmla="*/ 9 h 15"/>
                <a:gd name="T2" fmla="*/ 7 w 16"/>
                <a:gd name="T3" fmla="*/ 9 h 15"/>
                <a:gd name="T4" fmla="*/ 6 w 16"/>
                <a:gd name="T5" fmla="*/ 7 h 15"/>
                <a:gd name="T6" fmla="*/ 6 w 16"/>
                <a:gd name="T7" fmla="*/ 7 h 15"/>
                <a:gd name="T8" fmla="*/ 4 w 16"/>
                <a:gd name="T9" fmla="*/ 5 h 15"/>
                <a:gd name="T10" fmla="*/ 6 w 16"/>
                <a:gd name="T11" fmla="*/ 7 h 15"/>
                <a:gd name="T12" fmla="*/ 8 w 16"/>
                <a:gd name="T13" fmla="*/ 6 h 15"/>
                <a:gd name="T14" fmla="*/ 9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8 w 16"/>
                <a:gd name="T35" fmla="*/ 15 h 15"/>
                <a:gd name="T36" fmla="*/ 15 w 16"/>
                <a:gd name="T37" fmla="*/ 11 h 15"/>
                <a:gd name="T38" fmla="*/ 15 w 16"/>
                <a:gd name="T39" fmla="*/ 11 h 15"/>
                <a:gd name="T40" fmla="*/ 16 w 16"/>
                <a:gd name="T41" fmla="*/ 7 h 15"/>
                <a:gd name="T42" fmla="*/ 11 w 16"/>
                <a:gd name="T43" fmla="*/ 1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6" y="15"/>
                    <a:pt x="7" y="15"/>
                    <a:pt x="8" y="15"/>
                  </a:cubicBezTo>
                  <a:cubicBezTo>
                    <a:pt x="11" y="15"/>
                    <a:pt x="13" y="13"/>
                    <a:pt x="15" y="11"/>
                  </a:cubicBezTo>
                  <a:cubicBezTo>
                    <a:pt x="15" y="11"/>
                    <a:pt x="15" y="11"/>
                    <a:pt x="15" y="11"/>
                  </a:cubicBezTo>
                  <a:cubicBezTo>
                    <a:pt x="15" y="10"/>
                    <a:pt x="16" y="8"/>
                    <a:pt x="16" y="7"/>
                  </a:cubicBezTo>
                  <a:cubicBezTo>
                    <a:pt x="16" y="4"/>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7" name="Freeform 841">
              <a:extLst>
                <a:ext uri="{FF2B5EF4-FFF2-40B4-BE49-F238E27FC236}">
                  <a16:creationId xmlns:a16="http://schemas.microsoft.com/office/drawing/2014/main" id="{3737AD6C-CA62-4C49-9DDC-A6EB521BC49F}"/>
                </a:ext>
              </a:extLst>
            </p:cNvPr>
            <p:cNvSpPr>
              <a:spLocks noEditPoints="1"/>
            </p:cNvSpPr>
            <p:nvPr userDrawn="1"/>
          </p:nvSpPr>
          <p:spPr bwMode="auto">
            <a:xfrm>
              <a:off x="4032141" y="3653584"/>
              <a:ext cx="152525" cy="148512"/>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8" name="Freeform 842">
              <a:extLst>
                <a:ext uri="{FF2B5EF4-FFF2-40B4-BE49-F238E27FC236}">
                  <a16:creationId xmlns:a16="http://schemas.microsoft.com/office/drawing/2014/main" id="{3650E23E-443A-4441-AD26-989D9F4C1369}"/>
                </a:ext>
              </a:extLst>
            </p:cNvPr>
            <p:cNvSpPr>
              <a:spLocks noEditPoints="1"/>
            </p:cNvSpPr>
            <p:nvPr userDrawn="1"/>
          </p:nvSpPr>
          <p:spPr bwMode="auto">
            <a:xfrm>
              <a:off x="4028127" y="3778013"/>
              <a:ext cx="34118" cy="34118"/>
            </a:xfrm>
            <a:custGeom>
              <a:avLst/>
              <a:gdLst>
                <a:gd name="T0" fmla="*/ 7 w 22"/>
                <a:gd name="T1" fmla="*/ 9 h 22"/>
                <a:gd name="T2" fmla="*/ 11 w 22"/>
                <a:gd name="T3" fmla="*/ 6 h 22"/>
                <a:gd name="T4" fmla="*/ 14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7" y="9"/>
                  </a:moveTo>
                  <a:cubicBezTo>
                    <a:pt x="8" y="7"/>
                    <a:pt x="9" y="6"/>
                    <a:pt x="11" y="6"/>
                  </a:cubicBezTo>
                  <a:cubicBezTo>
                    <a:pt x="12" y="6"/>
                    <a:pt x="13" y="6"/>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0"/>
                    <a:pt x="6" y="10"/>
                    <a:pt x="7" y="9"/>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9" name="Freeform 843">
              <a:extLst>
                <a:ext uri="{FF2B5EF4-FFF2-40B4-BE49-F238E27FC236}">
                  <a16:creationId xmlns:a16="http://schemas.microsoft.com/office/drawing/2014/main" id="{B9475DD7-ABD6-49DD-BFFC-CCC1734459FA}"/>
                </a:ext>
              </a:extLst>
            </p:cNvPr>
            <p:cNvSpPr>
              <a:spLocks noEditPoints="1"/>
            </p:cNvSpPr>
            <p:nvPr userDrawn="1"/>
          </p:nvSpPr>
          <p:spPr bwMode="auto">
            <a:xfrm>
              <a:off x="4012072" y="3804103"/>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16 w 17"/>
                <a:gd name="T39" fmla="*/ 13 h 17"/>
                <a:gd name="T40" fmla="*/ 17 w 17"/>
                <a:gd name="T41" fmla="*/ 9 h 17"/>
                <a:gd name="T42" fmla="*/ 12 w 17"/>
                <a:gd name="T43" fmla="*/ 1 h 17"/>
                <a:gd name="T44" fmla="*/ 12 w 17"/>
                <a:gd name="T45" fmla="*/ 1 h 17"/>
                <a:gd name="T46" fmla="*/ 9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0" name="Freeform 844">
              <a:extLst>
                <a:ext uri="{FF2B5EF4-FFF2-40B4-BE49-F238E27FC236}">
                  <a16:creationId xmlns:a16="http://schemas.microsoft.com/office/drawing/2014/main" id="{DF1AC788-5A18-4585-B159-347F5A17B5EC}"/>
                </a:ext>
              </a:extLst>
            </p:cNvPr>
            <p:cNvSpPr>
              <a:spLocks noEditPoints="1"/>
            </p:cNvSpPr>
            <p:nvPr userDrawn="1"/>
          </p:nvSpPr>
          <p:spPr bwMode="auto">
            <a:xfrm>
              <a:off x="3987989" y="3808117"/>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9 w 15"/>
                <a:gd name="T13" fmla="*/ 8 h 15"/>
                <a:gd name="T14" fmla="*/ 7 w 15"/>
                <a:gd name="T15" fmla="*/ 9 h 15"/>
                <a:gd name="T16" fmla="*/ 6 w 15"/>
                <a:gd name="T17" fmla="*/ 9 h 15"/>
                <a:gd name="T18" fmla="*/ 6 w 15"/>
                <a:gd name="T19" fmla="*/ 9 h 15"/>
                <a:gd name="T20" fmla="*/ 6 w 15"/>
                <a:gd name="T21" fmla="*/ 7 h 15"/>
                <a:gd name="T22" fmla="*/ 6 w 15"/>
                <a:gd name="T23" fmla="*/ 7 h 15"/>
                <a:gd name="T24" fmla="*/ 6 w 15"/>
                <a:gd name="T25" fmla="*/ 7 h 15"/>
                <a:gd name="T26" fmla="*/ 7 w 15"/>
                <a:gd name="T27" fmla="*/ 0 h 15"/>
                <a:gd name="T28" fmla="*/ 0 w 15"/>
                <a:gd name="T29" fmla="*/ 4 h 15"/>
                <a:gd name="T30" fmla="*/ 0 w 15"/>
                <a:gd name="T31" fmla="*/ 4 h 15"/>
                <a:gd name="T32" fmla="*/ 0 w 15"/>
                <a:gd name="T33" fmla="*/ 4 h 15"/>
                <a:gd name="T34" fmla="*/ 0 w 15"/>
                <a:gd name="T35" fmla="*/ 4 h 15"/>
                <a:gd name="T36" fmla="*/ 0 w 15"/>
                <a:gd name="T37" fmla="*/ 4 h 15"/>
                <a:gd name="T38" fmla="*/ 0 w 15"/>
                <a:gd name="T39" fmla="*/ 7 h 15"/>
                <a:gd name="T40" fmla="*/ 4 w 15"/>
                <a:gd name="T41" fmla="*/ 14 h 15"/>
                <a:gd name="T42" fmla="*/ 4 w 15"/>
                <a:gd name="T43" fmla="*/ 14 h 15"/>
                <a:gd name="T44" fmla="*/ 7 w 15"/>
                <a:gd name="T45" fmla="*/ 15 h 15"/>
                <a:gd name="T46" fmla="*/ 7 w 15"/>
                <a:gd name="T47" fmla="*/ 15 h 15"/>
                <a:gd name="T48" fmla="*/ 14 w 15"/>
                <a:gd name="T49" fmla="*/ 11 h 15"/>
                <a:gd name="T50" fmla="*/ 14 w 15"/>
                <a:gd name="T51" fmla="*/ 11 h 15"/>
                <a:gd name="T52" fmla="*/ 14 w 15"/>
                <a:gd name="T53" fmla="*/ 11 h 15"/>
                <a:gd name="T54" fmla="*/ 15 w 15"/>
                <a:gd name="T55" fmla="*/ 7 h 15"/>
                <a:gd name="T56" fmla="*/ 11 w 15"/>
                <a:gd name="T57" fmla="*/ 1 h 15"/>
                <a:gd name="T58" fmla="*/ 11 w 15"/>
                <a:gd name="T59" fmla="*/ 1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4"/>
                    <a:pt x="14" y="11"/>
                  </a:cubicBezTo>
                  <a:cubicBezTo>
                    <a:pt x="14" y="11"/>
                    <a:pt x="14" y="11"/>
                    <a:pt x="14" y="11"/>
                  </a:cubicBezTo>
                  <a:cubicBezTo>
                    <a:pt x="14" y="11"/>
                    <a:pt x="14" y="11"/>
                    <a:pt x="14" y="11"/>
                  </a:cubicBezTo>
                  <a:cubicBezTo>
                    <a:pt x="15" y="10"/>
                    <a:pt x="15" y="9"/>
                    <a:pt x="15" y="7"/>
                  </a:cubicBezTo>
                  <a:cubicBezTo>
                    <a:pt x="15" y="5"/>
                    <a:pt x="13" y="2"/>
                    <a:pt x="11" y="1"/>
                  </a:cubicBezTo>
                  <a:cubicBezTo>
                    <a:pt x="11" y="1"/>
                    <a:pt x="11" y="1"/>
                    <a:pt x="11" y="1"/>
                  </a:cubicBezTo>
                  <a:cubicBezTo>
                    <a:pt x="9" y="0"/>
                    <a:pt x="8"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1" name="Freeform 845">
              <a:extLst>
                <a:ext uri="{FF2B5EF4-FFF2-40B4-BE49-F238E27FC236}">
                  <a16:creationId xmlns:a16="http://schemas.microsoft.com/office/drawing/2014/main" id="{F2076C9E-F82F-4C1F-A9CB-17CCBCDE525D}"/>
                </a:ext>
              </a:extLst>
            </p:cNvPr>
            <p:cNvSpPr>
              <a:spLocks noEditPoints="1"/>
            </p:cNvSpPr>
            <p:nvPr userDrawn="1"/>
          </p:nvSpPr>
          <p:spPr bwMode="auto">
            <a:xfrm>
              <a:off x="5075736" y="3232132"/>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2" name="Freeform 846">
              <a:extLst>
                <a:ext uri="{FF2B5EF4-FFF2-40B4-BE49-F238E27FC236}">
                  <a16:creationId xmlns:a16="http://schemas.microsoft.com/office/drawing/2014/main" id="{A51B996A-D636-4CE7-97CA-F8BBB63490CD}"/>
                </a:ext>
              </a:extLst>
            </p:cNvPr>
            <p:cNvSpPr>
              <a:spLocks noEditPoints="1"/>
            </p:cNvSpPr>
            <p:nvPr userDrawn="1"/>
          </p:nvSpPr>
          <p:spPr bwMode="auto">
            <a:xfrm>
              <a:off x="5059680" y="3340506"/>
              <a:ext cx="32111" cy="32111"/>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3" name="Freeform 847">
              <a:extLst>
                <a:ext uri="{FF2B5EF4-FFF2-40B4-BE49-F238E27FC236}">
                  <a16:creationId xmlns:a16="http://schemas.microsoft.com/office/drawing/2014/main" id="{D9D438CA-8E6A-437F-B516-9731F42EACE9}"/>
                </a:ext>
              </a:extLst>
            </p:cNvPr>
            <p:cNvSpPr>
              <a:spLocks noEditPoints="1"/>
            </p:cNvSpPr>
            <p:nvPr userDrawn="1"/>
          </p:nvSpPr>
          <p:spPr bwMode="auto">
            <a:xfrm>
              <a:off x="5041618" y="3360575"/>
              <a:ext cx="24083" cy="26090"/>
            </a:xfrm>
            <a:custGeom>
              <a:avLst/>
              <a:gdLst>
                <a:gd name="T0" fmla="*/ 8 w 16"/>
                <a:gd name="T1" fmla="*/ 11 h 17"/>
                <a:gd name="T2" fmla="*/ 7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6 h 17"/>
                <a:gd name="T18" fmla="*/ 10 w 16"/>
                <a:gd name="T19" fmla="*/ 8 h 17"/>
                <a:gd name="T20" fmla="*/ 10 w 16"/>
                <a:gd name="T21" fmla="*/ 10 h 17"/>
                <a:gd name="T22" fmla="*/ 8 w 16"/>
                <a:gd name="T23" fmla="*/ 11 h 17"/>
                <a:gd name="T24" fmla="*/ 8 w 16"/>
                <a:gd name="T25" fmla="*/ 0 h 17"/>
                <a:gd name="T26" fmla="*/ 8 w 16"/>
                <a:gd name="T27" fmla="*/ 0 h 17"/>
                <a:gd name="T28" fmla="*/ 8 w 16"/>
                <a:gd name="T29" fmla="*/ 0 h 17"/>
                <a:gd name="T30" fmla="*/ 1 w 16"/>
                <a:gd name="T31" fmla="*/ 3 h 17"/>
                <a:gd name="T32" fmla="*/ 1 w 16"/>
                <a:gd name="T33" fmla="*/ 3 h 17"/>
                <a:gd name="T34" fmla="*/ 0 w 16"/>
                <a:gd name="T35" fmla="*/ 8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13 w 16"/>
                <a:gd name="T51" fmla="*/ 2 h 17"/>
                <a:gd name="T52" fmla="*/ 8 w 16"/>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7">
                  <a:moveTo>
                    <a:pt x="8" y="11"/>
                  </a:moveTo>
                  <a:cubicBezTo>
                    <a:pt x="8" y="11"/>
                    <a:pt x="7" y="10"/>
                    <a:pt x="7" y="10"/>
                  </a:cubicBez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6"/>
                  </a:cubicBezTo>
                  <a:cubicBezTo>
                    <a:pt x="10" y="6"/>
                    <a:pt x="10" y="6"/>
                    <a:pt x="10"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3" y="2"/>
                    <a:pt x="13" y="2"/>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4" name="Freeform 848">
              <a:extLst>
                <a:ext uri="{FF2B5EF4-FFF2-40B4-BE49-F238E27FC236}">
                  <a16:creationId xmlns:a16="http://schemas.microsoft.com/office/drawing/2014/main" id="{9231B1EC-4A24-4D0D-BD93-4653DC3BB532}"/>
                </a:ext>
              </a:extLst>
            </p:cNvPr>
            <p:cNvSpPr>
              <a:spLocks noEditPoints="1"/>
            </p:cNvSpPr>
            <p:nvPr userDrawn="1"/>
          </p:nvSpPr>
          <p:spPr bwMode="auto">
            <a:xfrm>
              <a:off x="5017535" y="3358569"/>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5" name="Freeform 849">
              <a:extLst>
                <a:ext uri="{FF2B5EF4-FFF2-40B4-BE49-F238E27FC236}">
                  <a16:creationId xmlns:a16="http://schemas.microsoft.com/office/drawing/2014/main" id="{EF06EDA1-1D44-44EE-BBD4-05D29D345280}"/>
                </a:ext>
              </a:extLst>
            </p:cNvPr>
            <p:cNvSpPr>
              <a:spLocks noEditPoints="1"/>
            </p:cNvSpPr>
            <p:nvPr userDrawn="1"/>
          </p:nvSpPr>
          <p:spPr bwMode="auto">
            <a:xfrm>
              <a:off x="3913733" y="1819266"/>
              <a:ext cx="361244" cy="305051"/>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6" name="Freeform 850">
              <a:extLst>
                <a:ext uri="{FF2B5EF4-FFF2-40B4-BE49-F238E27FC236}">
                  <a16:creationId xmlns:a16="http://schemas.microsoft.com/office/drawing/2014/main" id="{57E6A281-B7C3-4F2B-BF7F-C79CFA34C9CB}"/>
                </a:ext>
              </a:extLst>
            </p:cNvPr>
            <p:cNvSpPr>
              <a:spLocks/>
            </p:cNvSpPr>
            <p:nvPr userDrawn="1"/>
          </p:nvSpPr>
          <p:spPr bwMode="auto">
            <a:xfrm>
              <a:off x="3941829" y="2007916"/>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7" name="Freeform 851">
              <a:extLst>
                <a:ext uri="{FF2B5EF4-FFF2-40B4-BE49-F238E27FC236}">
                  <a16:creationId xmlns:a16="http://schemas.microsoft.com/office/drawing/2014/main" id="{9BD0E2DC-7DD8-4DAA-B5C3-A54DD61D5DD0}"/>
                </a:ext>
              </a:extLst>
            </p:cNvPr>
            <p:cNvSpPr>
              <a:spLocks/>
            </p:cNvSpPr>
            <p:nvPr userDrawn="1"/>
          </p:nvSpPr>
          <p:spPr bwMode="auto">
            <a:xfrm>
              <a:off x="4234839" y="2124317"/>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8" name="Freeform 852">
              <a:extLst>
                <a:ext uri="{FF2B5EF4-FFF2-40B4-BE49-F238E27FC236}">
                  <a16:creationId xmlns:a16="http://schemas.microsoft.com/office/drawing/2014/main" id="{1B322370-5274-4ABD-84BF-7DA523DE1750}"/>
                </a:ext>
              </a:extLst>
            </p:cNvPr>
            <p:cNvSpPr>
              <a:spLocks noEditPoints="1"/>
            </p:cNvSpPr>
            <p:nvPr userDrawn="1"/>
          </p:nvSpPr>
          <p:spPr bwMode="auto">
            <a:xfrm>
              <a:off x="3550482" y="3639536"/>
              <a:ext cx="361244" cy="315086"/>
            </a:xfrm>
            <a:custGeom>
              <a:avLst/>
              <a:gdLst>
                <a:gd name="T0" fmla="*/ 224 w 240"/>
                <a:gd name="T1" fmla="*/ 102 h 209"/>
                <a:gd name="T2" fmla="*/ 211 w 240"/>
                <a:gd name="T3" fmla="*/ 190 h 209"/>
                <a:gd name="T4" fmla="*/ 213 w 240"/>
                <a:gd name="T5" fmla="*/ 189 h 209"/>
                <a:gd name="T6" fmla="*/ 113 w 240"/>
                <a:gd name="T7" fmla="*/ 7 h 209"/>
                <a:gd name="T8" fmla="*/ 119 w 240"/>
                <a:gd name="T9" fmla="*/ 12 h 209"/>
                <a:gd name="T10" fmla="*/ 173 w 240"/>
                <a:gd name="T11" fmla="*/ 7 h 209"/>
                <a:gd name="T12" fmla="*/ 190 w 240"/>
                <a:gd name="T13" fmla="*/ 8 h 209"/>
                <a:gd name="T14" fmla="*/ 203 w 240"/>
                <a:gd name="T15" fmla="*/ 24 h 209"/>
                <a:gd name="T16" fmla="*/ 202 w 240"/>
                <a:gd name="T17" fmla="*/ 57 h 209"/>
                <a:gd name="T18" fmla="*/ 218 w 240"/>
                <a:gd name="T19" fmla="*/ 59 h 209"/>
                <a:gd name="T20" fmla="*/ 234 w 240"/>
                <a:gd name="T21" fmla="*/ 80 h 209"/>
                <a:gd name="T22" fmla="*/ 202 w 240"/>
                <a:gd name="T23" fmla="*/ 107 h 209"/>
                <a:gd name="T24" fmla="*/ 182 w 240"/>
                <a:gd name="T25" fmla="*/ 124 h 209"/>
                <a:gd name="T26" fmla="*/ 168 w 240"/>
                <a:gd name="T27" fmla="*/ 153 h 209"/>
                <a:gd name="T28" fmla="*/ 153 w 240"/>
                <a:gd name="T29" fmla="*/ 154 h 209"/>
                <a:gd name="T30" fmla="*/ 128 w 240"/>
                <a:gd name="T31" fmla="*/ 147 h 209"/>
                <a:gd name="T32" fmla="*/ 78 w 240"/>
                <a:gd name="T33" fmla="*/ 170 h 209"/>
                <a:gd name="T34" fmla="*/ 58 w 240"/>
                <a:gd name="T35" fmla="*/ 163 h 209"/>
                <a:gd name="T36" fmla="*/ 55 w 240"/>
                <a:gd name="T37" fmla="*/ 130 h 209"/>
                <a:gd name="T38" fmla="*/ 6 w 240"/>
                <a:gd name="T39" fmla="*/ 97 h 209"/>
                <a:gd name="T40" fmla="*/ 26 w 240"/>
                <a:gd name="T41" fmla="*/ 80 h 209"/>
                <a:gd name="T42" fmla="*/ 22 w 240"/>
                <a:gd name="T43" fmla="*/ 54 h 209"/>
                <a:gd name="T44" fmla="*/ 48 w 240"/>
                <a:gd name="T45" fmla="*/ 13 h 209"/>
                <a:gd name="T46" fmla="*/ 80 w 240"/>
                <a:gd name="T47" fmla="*/ 11 h 209"/>
                <a:gd name="T48" fmla="*/ 105 w 240"/>
                <a:gd name="T49" fmla="*/ 6 h 209"/>
                <a:gd name="T50" fmla="*/ 195 w 240"/>
                <a:gd name="T51" fmla="*/ 4 h 209"/>
                <a:gd name="T52" fmla="*/ 76 w 240"/>
                <a:gd name="T53" fmla="*/ 3 h 209"/>
                <a:gd name="T54" fmla="*/ 71 w 240"/>
                <a:gd name="T55" fmla="*/ 14 h 209"/>
                <a:gd name="T56" fmla="*/ 40 w 240"/>
                <a:gd name="T57" fmla="*/ 4 h 209"/>
                <a:gd name="T58" fmla="*/ 19 w 240"/>
                <a:gd name="T59" fmla="*/ 30 h 209"/>
                <a:gd name="T60" fmla="*/ 21 w 240"/>
                <a:gd name="T61" fmla="*/ 77 h 209"/>
                <a:gd name="T62" fmla="*/ 2 w 240"/>
                <a:gd name="T63" fmla="*/ 89 h 209"/>
                <a:gd name="T64" fmla="*/ 16 w 240"/>
                <a:gd name="T65" fmla="*/ 126 h 209"/>
                <a:gd name="T66" fmla="*/ 45 w 240"/>
                <a:gd name="T67" fmla="*/ 128 h 209"/>
                <a:gd name="T68" fmla="*/ 50 w 240"/>
                <a:gd name="T69" fmla="*/ 157 h 209"/>
                <a:gd name="T70" fmla="*/ 114 w 240"/>
                <a:gd name="T71" fmla="*/ 168 h 209"/>
                <a:gd name="T72" fmla="*/ 141 w 240"/>
                <a:gd name="T73" fmla="*/ 154 h 209"/>
                <a:gd name="T74" fmla="*/ 158 w 240"/>
                <a:gd name="T75" fmla="*/ 160 h 209"/>
                <a:gd name="T76" fmla="*/ 216 w 240"/>
                <a:gd name="T77" fmla="*/ 209 h 209"/>
                <a:gd name="T78" fmla="*/ 204 w 240"/>
                <a:gd name="T79" fmla="*/ 123 h 209"/>
                <a:gd name="T80" fmla="*/ 222 w 240"/>
                <a:gd name="T81" fmla="*/ 103 h 209"/>
                <a:gd name="T82" fmla="*/ 232 w 240"/>
                <a:gd name="T83" fmla="*/ 58 h 209"/>
                <a:gd name="T84" fmla="*/ 214 w 240"/>
                <a:gd name="T85" fmla="*/ 53 h 209"/>
                <a:gd name="T86" fmla="*/ 204 w 240"/>
                <a:gd name="T87" fmla="*/ 48 h 209"/>
                <a:gd name="T88" fmla="*/ 199 w 240"/>
                <a:gd name="T89" fmla="*/ 7 h 209"/>
                <a:gd name="T90" fmla="*/ 193 w 240"/>
                <a:gd name="T91" fmla="*/ 3 h 209"/>
                <a:gd name="T92" fmla="*/ 122 w 240"/>
                <a:gd name="T93" fmla="*/ 3 h 209"/>
                <a:gd name="T94" fmla="*/ 119 w 240"/>
                <a:gd name="T95" fmla="*/ 6 h 209"/>
                <a:gd name="T96" fmla="*/ 116 w 240"/>
                <a:gd name="T9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222" y="103"/>
                  </a:moveTo>
                  <a:cubicBezTo>
                    <a:pt x="221" y="103"/>
                    <a:pt x="221" y="103"/>
                    <a:pt x="221" y="103"/>
                  </a:cubicBezTo>
                  <a:cubicBezTo>
                    <a:pt x="222" y="103"/>
                    <a:pt x="222" y="103"/>
                    <a:pt x="222" y="103"/>
                  </a:cubicBezTo>
                  <a:moveTo>
                    <a:pt x="224" y="102"/>
                  </a:moveTo>
                  <a:cubicBezTo>
                    <a:pt x="222" y="103"/>
                    <a:pt x="222" y="103"/>
                    <a:pt x="222" y="103"/>
                  </a:cubicBezTo>
                  <a:cubicBezTo>
                    <a:pt x="222" y="103"/>
                    <a:pt x="222" y="103"/>
                    <a:pt x="222" y="103"/>
                  </a:cubicBezTo>
                  <a:cubicBezTo>
                    <a:pt x="224" y="102"/>
                    <a:pt x="224" y="102"/>
                    <a:pt x="224" y="102"/>
                  </a:cubicBezTo>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2" y="103"/>
                    <a:pt x="222" y="103"/>
                    <a:pt x="222" y="103"/>
                  </a:cubicBezTo>
                  <a:cubicBezTo>
                    <a:pt x="228" y="101"/>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9" name="Freeform 853">
              <a:extLst>
                <a:ext uri="{FF2B5EF4-FFF2-40B4-BE49-F238E27FC236}">
                  <a16:creationId xmlns:a16="http://schemas.microsoft.com/office/drawing/2014/main" id="{9BA2EF63-479F-4170-BBE4-52B6405978C8}"/>
                </a:ext>
              </a:extLst>
            </p:cNvPr>
            <p:cNvSpPr>
              <a:spLocks noEditPoints="1"/>
            </p:cNvSpPr>
            <p:nvPr userDrawn="1"/>
          </p:nvSpPr>
          <p:spPr bwMode="auto">
            <a:xfrm>
              <a:off x="4299060" y="1861412"/>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0" name="Freeform 854">
              <a:extLst>
                <a:ext uri="{FF2B5EF4-FFF2-40B4-BE49-F238E27FC236}">
                  <a16:creationId xmlns:a16="http://schemas.microsoft.com/office/drawing/2014/main" id="{16B5C6B9-0D2D-46FF-9177-DF7F288E31B9}"/>
                </a:ext>
              </a:extLst>
            </p:cNvPr>
            <p:cNvSpPr>
              <a:spLocks noEditPoints="1"/>
            </p:cNvSpPr>
            <p:nvPr userDrawn="1"/>
          </p:nvSpPr>
          <p:spPr bwMode="auto">
            <a:xfrm>
              <a:off x="5539332" y="1825287"/>
              <a:ext cx="359238" cy="248857"/>
            </a:xfrm>
            <a:custGeom>
              <a:avLst/>
              <a:gdLst>
                <a:gd name="T0" fmla="*/ 11 w 239"/>
                <a:gd name="T1" fmla="*/ 98 h 165"/>
                <a:gd name="T2" fmla="*/ 7 w 239"/>
                <a:gd name="T3" fmla="*/ 70 h 165"/>
                <a:gd name="T4" fmla="*/ 7 w 239"/>
                <a:gd name="T5" fmla="*/ 69 h 165"/>
                <a:gd name="T6" fmla="*/ 7 w 239"/>
                <a:gd name="T7" fmla="*/ 68 h 165"/>
                <a:gd name="T8" fmla="*/ 19 w 239"/>
                <a:gd name="T9" fmla="*/ 13 h 165"/>
                <a:gd name="T10" fmla="*/ 30 w 239"/>
                <a:gd name="T11" fmla="*/ 6 h 165"/>
                <a:gd name="T12" fmla="*/ 209 w 239"/>
                <a:gd name="T13" fmla="*/ 9 h 165"/>
                <a:gd name="T14" fmla="*/ 231 w 239"/>
                <a:gd name="T15" fmla="*/ 40 h 165"/>
                <a:gd name="T16" fmla="*/ 233 w 239"/>
                <a:gd name="T17" fmla="*/ 72 h 165"/>
                <a:gd name="T18" fmla="*/ 233 w 239"/>
                <a:gd name="T19" fmla="*/ 75 h 165"/>
                <a:gd name="T20" fmla="*/ 233 w 239"/>
                <a:gd name="T21" fmla="*/ 75 h 165"/>
                <a:gd name="T22" fmla="*/ 211 w 239"/>
                <a:gd name="T23" fmla="*/ 132 h 165"/>
                <a:gd name="T24" fmla="*/ 206 w 239"/>
                <a:gd name="T25" fmla="*/ 133 h 165"/>
                <a:gd name="T26" fmla="*/ 206 w 239"/>
                <a:gd name="T27" fmla="*/ 133 h 165"/>
                <a:gd name="T28" fmla="*/ 127 w 239"/>
                <a:gd name="T29" fmla="*/ 132 h 165"/>
                <a:gd name="T30" fmla="*/ 114 w 239"/>
                <a:gd name="T31" fmla="*/ 129 h 165"/>
                <a:gd name="T32" fmla="*/ 30 w 239"/>
                <a:gd name="T33" fmla="*/ 5 h 165"/>
                <a:gd name="T34" fmla="*/ 30 w 239"/>
                <a:gd name="T35" fmla="*/ 0 h 165"/>
                <a:gd name="T36" fmla="*/ 15 w 239"/>
                <a:gd name="T37" fmla="*/ 9 h 165"/>
                <a:gd name="T38" fmla="*/ 1 w 239"/>
                <a:gd name="T39" fmla="*/ 68 h 165"/>
                <a:gd name="T40" fmla="*/ 5 w 239"/>
                <a:gd name="T41" fmla="*/ 100 h 165"/>
                <a:gd name="T42" fmla="*/ 28 w 239"/>
                <a:gd name="T43" fmla="*/ 134 h 165"/>
                <a:gd name="T44" fmla="*/ 87 w 239"/>
                <a:gd name="T45" fmla="*/ 165 h 165"/>
                <a:gd name="T46" fmla="*/ 206 w 239"/>
                <a:gd name="T47" fmla="*/ 139 h 165"/>
                <a:gd name="T48" fmla="*/ 206 w 239"/>
                <a:gd name="T49" fmla="*/ 139 h 165"/>
                <a:gd name="T50" fmla="*/ 229 w 239"/>
                <a:gd name="T51" fmla="*/ 122 h 165"/>
                <a:gd name="T52" fmla="*/ 239 w 239"/>
                <a:gd name="T53" fmla="*/ 64 h 165"/>
                <a:gd name="T54" fmla="*/ 226 w 239"/>
                <a:gd name="T55" fmla="*/ 13 h 165"/>
                <a:gd name="T56" fmla="*/ 209 w 239"/>
                <a:gd name="T57" fmla="*/ 3 h 165"/>
                <a:gd name="T58" fmla="*/ 209 w 239"/>
                <a:gd name="T59" fmla="*/ 6 h 165"/>
                <a:gd name="T60" fmla="*/ 209 w 239"/>
                <a:gd name="T61" fmla="*/ 6 h 165"/>
                <a:gd name="T62" fmla="*/ 30 w 239"/>
                <a:gd name="T6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1" name="Freeform 855">
              <a:extLst>
                <a:ext uri="{FF2B5EF4-FFF2-40B4-BE49-F238E27FC236}">
                  <a16:creationId xmlns:a16="http://schemas.microsoft.com/office/drawing/2014/main" id="{B640409F-E36A-400A-BC99-1495384B53D3}"/>
                </a:ext>
              </a:extLst>
            </p:cNvPr>
            <p:cNvSpPr>
              <a:spLocks noEditPoints="1"/>
            </p:cNvSpPr>
            <p:nvPr userDrawn="1"/>
          </p:nvSpPr>
          <p:spPr bwMode="auto">
            <a:xfrm>
              <a:off x="5583484" y="261400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8"/>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2" name="Freeform 856">
              <a:extLst>
                <a:ext uri="{FF2B5EF4-FFF2-40B4-BE49-F238E27FC236}">
                  <a16:creationId xmlns:a16="http://schemas.microsoft.com/office/drawing/2014/main" id="{02BD78C5-0994-4D97-923F-F5A3CD80301C}"/>
                </a:ext>
              </a:extLst>
            </p:cNvPr>
            <p:cNvSpPr>
              <a:spLocks noEditPoints="1"/>
            </p:cNvSpPr>
            <p:nvPr userDrawn="1"/>
          </p:nvSpPr>
          <p:spPr bwMode="auto">
            <a:xfrm>
              <a:off x="5583484" y="2762515"/>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3" name="Freeform 857">
              <a:extLst>
                <a:ext uri="{FF2B5EF4-FFF2-40B4-BE49-F238E27FC236}">
                  <a16:creationId xmlns:a16="http://schemas.microsoft.com/office/drawing/2014/main" id="{D67BE1E9-D671-4BF3-8C58-3F0F75FB3D16}"/>
                </a:ext>
              </a:extLst>
            </p:cNvPr>
            <p:cNvSpPr>
              <a:spLocks noEditPoints="1"/>
            </p:cNvSpPr>
            <p:nvPr userDrawn="1"/>
          </p:nvSpPr>
          <p:spPr bwMode="auto">
            <a:xfrm>
              <a:off x="6018985" y="1755045"/>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4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89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4"/>
                    <a:pt x="115" y="94"/>
                    <a:pt x="115" y="94"/>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89"/>
                    <a:pt x="43" y="89"/>
                    <a:pt x="43" y="89"/>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7"/>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4" name="Freeform 858">
              <a:extLst>
                <a:ext uri="{FF2B5EF4-FFF2-40B4-BE49-F238E27FC236}">
                  <a16:creationId xmlns:a16="http://schemas.microsoft.com/office/drawing/2014/main" id="{E5A26ADA-B4B0-434A-B175-05069460D396}"/>
                </a:ext>
              </a:extLst>
            </p:cNvPr>
            <p:cNvSpPr>
              <a:spLocks noEditPoints="1"/>
            </p:cNvSpPr>
            <p:nvPr userDrawn="1"/>
          </p:nvSpPr>
          <p:spPr bwMode="auto">
            <a:xfrm>
              <a:off x="4517814" y="2082172"/>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5" name="Freeform 859">
              <a:extLst>
                <a:ext uri="{FF2B5EF4-FFF2-40B4-BE49-F238E27FC236}">
                  <a16:creationId xmlns:a16="http://schemas.microsoft.com/office/drawing/2014/main" id="{CE50B52F-3299-40B4-8D67-37AE955DE403}"/>
                </a:ext>
              </a:extLst>
            </p:cNvPr>
            <p:cNvSpPr>
              <a:spLocks noEditPoints="1"/>
            </p:cNvSpPr>
            <p:nvPr userDrawn="1"/>
          </p:nvSpPr>
          <p:spPr bwMode="auto">
            <a:xfrm>
              <a:off x="3269514" y="2316980"/>
              <a:ext cx="222768" cy="136470"/>
            </a:xfrm>
            <a:custGeom>
              <a:avLst/>
              <a:gdLst>
                <a:gd name="T0" fmla="*/ 50 w 148"/>
                <a:gd name="T1" fmla="*/ 85 h 91"/>
                <a:gd name="T2" fmla="*/ 50 w 148"/>
                <a:gd name="T3" fmla="*/ 85 h 91"/>
                <a:gd name="T4" fmla="*/ 50 w 148"/>
                <a:gd name="T5" fmla="*/ 85 h 91"/>
                <a:gd name="T6" fmla="*/ 50 w 148"/>
                <a:gd name="T7" fmla="*/ 85 h 91"/>
                <a:gd name="T8" fmla="*/ 59 w 148"/>
                <a:gd name="T9" fmla="*/ 6 h 91"/>
                <a:gd name="T10" fmla="*/ 125 w 148"/>
                <a:gd name="T11" fmla="*/ 6 h 91"/>
                <a:gd name="T12" fmla="*/ 134 w 148"/>
                <a:gd name="T13" fmla="*/ 11 h 91"/>
                <a:gd name="T14" fmla="*/ 140 w 148"/>
                <a:gd name="T15" fmla="*/ 17 h 91"/>
                <a:gd name="T16" fmla="*/ 142 w 148"/>
                <a:gd name="T17" fmla="*/ 25 h 91"/>
                <a:gd name="T18" fmla="*/ 142 w 148"/>
                <a:gd name="T19" fmla="*/ 73 h 91"/>
                <a:gd name="T20" fmla="*/ 138 w 148"/>
                <a:gd name="T21" fmla="*/ 79 h 91"/>
                <a:gd name="T22" fmla="*/ 133 w 148"/>
                <a:gd name="T23" fmla="*/ 83 h 91"/>
                <a:gd name="T24" fmla="*/ 127 w 148"/>
                <a:gd name="T25" fmla="*/ 85 h 91"/>
                <a:gd name="T26" fmla="*/ 50 w 148"/>
                <a:gd name="T27" fmla="*/ 85 h 91"/>
                <a:gd name="T28" fmla="*/ 43 w 148"/>
                <a:gd name="T29" fmla="*/ 83 h 91"/>
                <a:gd name="T30" fmla="*/ 39 w 148"/>
                <a:gd name="T31" fmla="*/ 79 h 91"/>
                <a:gd name="T32" fmla="*/ 38 w 148"/>
                <a:gd name="T33" fmla="*/ 70 h 91"/>
                <a:gd name="T34" fmla="*/ 38 w 148"/>
                <a:gd name="T35" fmla="*/ 67 h 91"/>
                <a:gd name="T36" fmla="*/ 38 w 148"/>
                <a:gd name="T37" fmla="*/ 65 h 91"/>
                <a:gd name="T38" fmla="*/ 21 w 148"/>
                <a:gd name="T39" fmla="*/ 44 h 91"/>
                <a:gd name="T40" fmla="*/ 38 w 148"/>
                <a:gd name="T41" fmla="*/ 52 h 91"/>
                <a:gd name="T42" fmla="*/ 39 w 148"/>
                <a:gd name="T43" fmla="*/ 24 h 91"/>
                <a:gd name="T44" fmla="*/ 43 w 148"/>
                <a:gd name="T45" fmla="*/ 16 h 91"/>
                <a:gd name="T46" fmla="*/ 59 w 148"/>
                <a:gd name="T47" fmla="*/ 6 h 91"/>
                <a:gd name="T48" fmla="*/ 126 w 148"/>
                <a:gd name="T49" fmla="*/ 0 h 91"/>
                <a:gd name="T50" fmla="*/ 59 w 148"/>
                <a:gd name="T51" fmla="*/ 0 h 91"/>
                <a:gd name="T52" fmla="*/ 59 w 148"/>
                <a:gd name="T53" fmla="*/ 0 h 91"/>
                <a:gd name="T54" fmla="*/ 37 w 148"/>
                <a:gd name="T55" fmla="*/ 13 h 91"/>
                <a:gd name="T56" fmla="*/ 33 w 148"/>
                <a:gd name="T57" fmla="*/ 23 h 91"/>
                <a:gd name="T58" fmla="*/ 33 w 148"/>
                <a:gd name="T59" fmla="*/ 23 h 91"/>
                <a:gd name="T60" fmla="*/ 33 w 148"/>
                <a:gd name="T61" fmla="*/ 43 h 91"/>
                <a:gd name="T62" fmla="*/ 0 w 148"/>
                <a:gd name="T63" fmla="*/ 27 h 91"/>
                <a:gd name="T64" fmla="*/ 32 w 148"/>
                <a:gd name="T65" fmla="*/ 67 h 91"/>
                <a:gd name="T66" fmla="*/ 32 w 148"/>
                <a:gd name="T67" fmla="*/ 70 h 91"/>
                <a:gd name="T68" fmla="*/ 34 w 148"/>
                <a:gd name="T69" fmla="*/ 82 h 91"/>
                <a:gd name="T70" fmla="*/ 44 w 148"/>
                <a:gd name="T71" fmla="*/ 90 h 91"/>
                <a:gd name="T72" fmla="*/ 49 w 148"/>
                <a:gd name="T73" fmla="*/ 91 h 91"/>
                <a:gd name="T74" fmla="*/ 50 w 148"/>
                <a:gd name="T75" fmla="*/ 91 h 91"/>
                <a:gd name="T76" fmla="*/ 127 w 148"/>
                <a:gd name="T77" fmla="*/ 91 h 91"/>
                <a:gd name="T78" fmla="*/ 127 w 148"/>
                <a:gd name="T79" fmla="*/ 91 h 91"/>
                <a:gd name="T80" fmla="*/ 136 w 148"/>
                <a:gd name="T81" fmla="*/ 88 h 91"/>
                <a:gd name="T82" fmla="*/ 145 w 148"/>
                <a:gd name="T83" fmla="*/ 79 h 91"/>
                <a:gd name="T84" fmla="*/ 148 w 148"/>
                <a:gd name="T85" fmla="*/ 74 h 91"/>
                <a:gd name="T86" fmla="*/ 148 w 148"/>
                <a:gd name="T87" fmla="*/ 74 h 91"/>
                <a:gd name="T88" fmla="*/ 148 w 148"/>
                <a:gd name="T89" fmla="*/ 24 h 91"/>
                <a:gd name="T90" fmla="*/ 148 w 148"/>
                <a:gd name="T91" fmla="*/ 24 h 91"/>
                <a:gd name="T92" fmla="*/ 144 w 148"/>
                <a:gd name="T93" fmla="*/ 13 h 91"/>
                <a:gd name="T94" fmla="*/ 133 w 148"/>
                <a:gd name="T95" fmla="*/ 3 h 91"/>
                <a:gd name="T96" fmla="*/ 127 w 148"/>
                <a:gd name="T97" fmla="*/ 0 h 91"/>
                <a:gd name="T98" fmla="*/ 126 w 148"/>
                <a:gd name="T9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91">
                  <a:moveTo>
                    <a:pt x="50" y="85"/>
                  </a:moveTo>
                  <a:cubicBezTo>
                    <a:pt x="50" y="85"/>
                    <a:pt x="50" y="85"/>
                    <a:pt x="50" y="85"/>
                  </a:cubicBezTo>
                  <a:cubicBezTo>
                    <a:pt x="50" y="85"/>
                    <a:pt x="50" y="85"/>
                    <a:pt x="50" y="85"/>
                  </a:cubicBezTo>
                  <a:cubicBezTo>
                    <a:pt x="50" y="85"/>
                    <a:pt x="50" y="85"/>
                    <a:pt x="50" y="85"/>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6" name="Freeform 860">
              <a:extLst>
                <a:ext uri="{FF2B5EF4-FFF2-40B4-BE49-F238E27FC236}">
                  <a16:creationId xmlns:a16="http://schemas.microsoft.com/office/drawing/2014/main" id="{320A6F22-42F7-4D5E-AB63-A8161CFDB817}"/>
                </a:ext>
              </a:extLst>
            </p:cNvPr>
            <p:cNvSpPr>
              <a:spLocks noEditPoints="1"/>
            </p:cNvSpPr>
            <p:nvPr userDrawn="1"/>
          </p:nvSpPr>
          <p:spPr bwMode="auto">
            <a:xfrm>
              <a:off x="4913175" y="3027427"/>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1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8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7" name="Freeform 861">
              <a:extLst>
                <a:ext uri="{FF2B5EF4-FFF2-40B4-BE49-F238E27FC236}">
                  <a16:creationId xmlns:a16="http://schemas.microsoft.com/office/drawing/2014/main" id="{4C147C2D-64BA-4C51-A90D-9109C746BFAD}"/>
                </a:ext>
              </a:extLst>
            </p:cNvPr>
            <p:cNvSpPr>
              <a:spLocks noEditPoints="1"/>
            </p:cNvSpPr>
            <p:nvPr userDrawn="1"/>
          </p:nvSpPr>
          <p:spPr bwMode="auto">
            <a:xfrm>
              <a:off x="3694980" y="2583900"/>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6 w 116"/>
                <a:gd name="T59" fmla="*/ 0 h 72"/>
                <a:gd name="T60" fmla="*/ 45 w 116"/>
                <a:gd name="T61" fmla="*/ 0 h 72"/>
                <a:gd name="T62" fmla="*/ 28 w 116"/>
                <a:gd name="T63" fmla="*/ 10 h 72"/>
                <a:gd name="T64" fmla="*/ 25 w 116"/>
                <a:gd name="T65" fmla="*/ 18 h 72"/>
                <a:gd name="T66" fmla="*/ 25 w 116"/>
                <a:gd name="T67" fmla="*/ 18 h 72"/>
                <a:gd name="T68" fmla="*/ 25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4 w 116"/>
                <a:gd name="T81" fmla="*/ 71 h 72"/>
                <a:gd name="T82" fmla="*/ 38 w 116"/>
                <a:gd name="T83" fmla="*/ 72 h 72"/>
                <a:gd name="T84" fmla="*/ 38 w 116"/>
                <a:gd name="T85" fmla="*/ 72 h 72"/>
                <a:gd name="T86" fmla="*/ 99 w 116"/>
                <a:gd name="T87" fmla="*/ 72 h 72"/>
                <a:gd name="T88" fmla="*/ 99 w 116"/>
                <a:gd name="T89" fmla="*/ 72 h 72"/>
                <a:gd name="T90" fmla="*/ 107 w 116"/>
                <a:gd name="T91" fmla="*/ 70 h 72"/>
                <a:gd name="T92" fmla="*/ 113 w 116"/>
                <a:gd name="T93" fmla="*/ 63 h 72"/>
                <a:gd name="T94" fmla="*/ 116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8" name="Freeform 862">
              <a:extLst>
                <a:ext uri="{FF2B5EF4-FFF2-40B4-BE49-F238E27FC236}">
                  <a16:creationId xmlns:a16="http://schemas.microsoft.com/office/drawing/2014/main" id="{1F174882-F63E-4763-BDDB-CA7B1C2D83CC}"/>
                </a:ext>
              </a:extLst>
            </p:cNvPr>
            <p:cNvSpPr>
              <a:spLocks noEditPoints="1"/>
            </p:cNvSpPr>
            <p:nvPr userDrawn="1"/>
          </p:nvSpPr>
          <p:spPr bwMode="auto">
            <a:xfrm>
              <a:off x="4690408" y="2001895"/>
              <a:ext cx="640206" cy="192664"/>
            </a:xfrm>
            <a:custGeom>
              <a:avLst/>
              <a:gdLst>
                <a:gd name="T0" fmla="*/ 92 w 426"/>
                <a:gd name="T1" fmla="*/ 25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346 w 426"/>
                <a:gd name="T43" fmla="*/ 0 h 128"/>
                <a:gd name="T44" fmla="*/ 83 w 426"/>
                <a:gd name="T45" fmla="*/ 20 h 128"/>
                <a:gd name="T46" fmla="*/ 39 w 426"/>
                <a:gd name="T47" fmla="*/ 42 h 128"/>
                <a:gd name="T48" fmla="*/ 31 w 426"/>
                <a:gd name="T49" fmla="*/ 74 h 128"/>
                <a:gd name="T50" fmla="*/ 31 w 426"/>
                <a:gd name="T51" fmla="*/ 74 h 128"/>
                <a:gd name="T52" fmla="*/ 49 w 426"/>
                <a:gd name="T53" fmla="*/ 105 h 128"/>
                <a:gd name="T54" fmla="*/ 0 w 426"/>
                <a:gd name="T55" fmla="*/ 128 h 128"/>
                <a:gd name="T56" fmla="*/ 39 w 426"/>
                <a:gd name="T57" fmla="*/ 124 h 128"/>
                <a:gd name="T58" fmla="*/ 91 w 426"/>
                <a:gd name="T59" fmla="*/ 119 h 128"/>
                <a:gd name="T60" fmla="*/ 101 w 426"/>
                <a:gd name="T61" fmla="*/ 118 h 128"/>
                <a:gd name="T62" fmla="*/ 102 w 426"/>
                <a:gd name="T63" fmla="*/ 118 h 128"/>
                <a:gd name="T64" fmla="*/ 368 w 426"/>
                <a:gd name="T65" fmla="*/ 113 h 128"/>
                <a:gd name="T66" fmla="*/ 397 w 426"/>
                <a:gd name="T67" fmla="*/ 103 h 128"/>
                <a:gd name="T68" fmla="*/ 426 w 426"/>
                <a:gd name="T69" fmla="*/ 46 h 128"/>
                <a:gd name="T70" fmla="*/ 418 w 426"/>
                <a:gd name="T71" fmla="*/ 22 h 128"/>
                <a:gd name="T72" fmla="*/ 374 w 426"/>
                <a:gd name="T73" fmla="*/ 1 h 128"/>
                <a:gd name="T74" fmla="*/ 372 w 426"/>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19"/>
                    <a:pt x="83" y="20"/>
                  </a:cubicBezTo>
                  <a:cubicBezTo>
                    <a:pt x="82" y="20"/>
                    <a:pt x="70" y="21"/>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9" name="Freeform 863">
              <a:extLst>
                <a:ext uri="{FF2B5EF4-FFF2-40B4-BE49-F238E27FC236}">
                  <a16:creationId xmlns:a16="http://schemas.microsoft.com/office/drawing/2014/main" id="{BE0F9745-4F87-4BDB-BF4A-43C06B9493D1}"/>
                </a:ext>
              </a:extLst>
            </p:cNvPr>
            <p:cNvSpPr>
              <a:spLocks/>
            </p:cNvSpPr>
            <p:nvPr userDrawn="1"/>
          </p:nvSpPr>
          <p:spPr bwMode="auto">
            <a:xfrm>
              <a:off x="3281556" y="2098227"/>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 name="T84" fmla="*/ 346 w 426"/>
                <a:gd name="T8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0" name="Freeform 864">
              <a:extLst>
                <a:ext uri="{FF2B5EF4-FFF2-40B4-BE49-F238E27FC236}">
                  <a16:creationId xmlns:a16="http://schemas.microsoft.com/office/drawing/2014/main" id="{EC541D1B-CD11-46FB-9DD0-0701A263F665}"/>
                </a:ext>
              </a:extLst>
            </p:cNvPr>
            <p:cNvSpPr>
              <a:spLocks noEditPoints="1"/>
            </p:cNvSpPr>
            <p:nvPr userDrawn="1"/>
          </p:nvSpPr>
          <p:spPr bwMode="auto">
            <a:xfrm>
              <a:off x="3847505" y="2100234"/>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1" name="Freeform 865">
              <a:extLst>
                <a:ext uri="{FF2B5EF4-FFF2-40B4-BE49-F238E27FC236}">
                  <a16:creationId xmlns:a16="http://schemas.microsoft.com/office/drawing/2014/main" id="{5AC9948C-E8A7-412F-A783-1549DDB31B22}"/>
                </a:ext>
              </a:extLst>
            </p:cNvPr>
            <p:cNvSpPr>
              <a:spLocks noEditPoints="1"/>
            </p:cNvSpPr>
            <p:nvPr userDrawn="1"/>
          </p:nvSpPr>
          <p:spPr bwMode="auto">
            <a:xfrm>
              <a:off x="3835464" y="267421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1 w 426"/>
                <a:gd name="T69" fmla="*/ 7 h 128"/>
                <a:gd name="T70" fmla="*/ 346 w 426"/>
                <a:gd name="T71" fmla="*/ 6 h 128"/>
                <a:gd name="T72" fmla="*/ 371 w 426"/>
                <a:gd name="T73" fmla="*/ 7 h 128"/>
                <a:gd name="T74" fmla="*/ 373 w 426"/>
                <a:gd name="T75" fmla="*/ 7 h 128"/>
                <a:gd name="T76" fmla="*/ 409 w 426"/>
                <a:gd name="T77" fmla="*/ 21 h 128"/>
                <a:gd name="T78" fmla="*/ 410 w 426"/>
                <a:gd name="T79" fmla="*/ 15 h 128"/>
                <a:gd name="T80" fmla="*/ 374 w 426"/>
                <a:gd name="T81" fmla="*/ 1 h 128"/>
                <a:gd name="T82" fmla="*/ 372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2" name="Freeform 866">
              <a:extLst>
                <a:ext uri="{FF2B5EF4-FFF2-40B4-BE49-F238E27FC236}">
                  <a16:creationId xmlns:a16="http://schemas.microsoft.com/office/drawing/2014/main" id="{160C095C-4610-41F5-94DC-D316FA4ACD3F}"/>
                </a:ext>
              </a:extLst>
            </p:cNvPr>
            <p:cNvSpPr>
              <a:spLocks noEditPoints="1"/>
            </p:cNvSpPr>
            <p:nvPr userDrawn="1"/>
          </p:nvSpPr>
          <p:spPr bwMode="auto">
            <a:xfrm>
              <a:off x="5408883" y="2842791"/>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2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2"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3" name="Freeform 867">
              <a:extLst>
                <a:ext uri="{FF2B5EF4-FFF2-40B4-BE49-F238E27FC236}">
                  <a16:creationId xmlns:a16="http://schemas.microsoft.com/office/drawing/2014/main" id="{E6C5AAED-9796-4CF5-9270-83ABCF02D54C}"/>
                </a:ext>
              </a:extLst>
            </p:cNvPr>
            <p:cNvSpPr>
              <a:spLocks noEditPoints="1"/>
            </p:cNvSpPr>
            <p:nvPr userDrawn="1"/>
          </p:nvSpPr>
          <p:spPr bwMode="auto">
            <a:xfrm>
              <a:off x="5469091" y="2094213"/>
              <a:ext cx="120415" cy="415432"/>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35 h 275"/>
                <a:gd name="T64" fmla="*/ 80 w 80"/>
                <a:gd name="T65" fmla="*/ 216 h 275"/>
                <a:gd name="T66" fmla="*/ 66 w 80"/>
                <a:gd name="T67" fmla="*/ 45 h 275"/>
                <a:gd name="T68" fmla="*/ 36 w 80"/>
                <a:gd name="T69" fmla="*/ 28 h 275"/>
                <a:gd name="T70" fmla="*/ 35 w 80"/>
                <a:gd name="T71" fmla="*/ 28 h 275"/>
                <a:gd name="T72" fmla="*/ 35 w 80"/>
                <a:gd name="T73" fmla="*/ 28 h 275"/>
                <a:gd name="T74" fmla="*/ 14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4" name="Freeform 868">
              <a:extLst>
                <a:ext uri="{FF2B5EF4-FFF2-40B4-BE49-F238E27FC236}">
                  <a16:creationId xmlns:a16="http://schemas.microsoft.com/office/drawing/2014/main" id="{1CE8F013-E14A-4C3D-A5D6-3976B850649D}"/>
                </a:ext>
              </a:extLst>
            </p:cNvPr>
            <p:cNvSpPr>
              <a:spLocks noEditPoints="1"/>
            </p:cNvSpPr>
            <p:nvPr userDrawn="1"/>
          </p:nvSpPr>
          <p:spPr bwMode="auto">
            <a:xfrm>
              <a:off x="4736567" y="3428810"/>
              <a:ext cx="640206" cy="192664"/>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5" name="Freeform 869">
              <a:extLst>
                <a:ext uri="{FF2B5EF4-FFF2-40B4-BE49-F238E27FC236}">
                  <a16:creationId xmlns:a16="http://schemas.microsoft.com/office/drawing/2014/main" id="{31E3866E-AE2F-4FC0-93CD-A5D2E972944C}"/>
                </a:ext>
              </a:extLst>
            </p:cNvPr>
            <p:cNvSpPr>
              <a:spLocks/>
            </p:cNvSpPr>
            <p:nvPr userDrawn="1"/>
          </p:nvSpPr>
          <p:spPr bwMode="auto">
            <a:xfrm>
              <a:off x="5346668" y="3567288"/>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6" name="Freeform 870">
              <a:extLst>
                <a:ext uri="{FF2B5EF4-FFF2-40B4-BE49-F238E27FC236}">
                  <a16:creationId xmlns:a16="http://schemas.microsoft.com/office/drawing/2014/main" id="{47866482-6F98-4114-9DCA-E514989998CA}"/>
                </a:ext>
              </a:extLst>
            </p:cNvPr>
            <p:cNvSpPr>
              <a:spLocks noEditPoints="1"/>
            </p:cNvSpPr>
            <p:nvPr userDrawn="1"/>
          </p:nvSpPr>
          <p:spPr bwMode="auto">
            <a:xfrm>
              <a:off x="5282447" y="216044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80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6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7" name="Freeform 871">
              <a:extLst>
                <a:ext uri="{FF2B5EF4-FFF2-40B4-BE49-F238E27FC236}">
                  <a16:creationId xmlns:a16="http://schemas.microsoft.com/office/drawing/2014/main" id="{A5B352CA-0205-47A3-A95F-219B348E4F99}"/>
                </a:ext>
              </a:extLst>
            </p:cNvPr>
            <p:cNvSpPr>
              <a:spLocks noEditPoints="1"/>
            </p:cNvSpPr>
            <p:nvPr userDrawn="1"/>
          </p:nvSpPr>
          <p:spPr bwMode="auto">
            <a:xfrm>
              <a:off x="3064809" y="2170476"/>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91 w 116"/>
                <a:gd name="T25" fmla="*/ 36 h 365"/>
                <a:gd name="T26" fmla="*/ 94 w 116"/>
                <a:gd name="T27" fmla="*/ 48 h 365"/>
                <a:gd name="T28" fmla="*/ 94 w 116"/>
                <a:gd name="T29" fmla="*/ 49 h 365"/>
                <a:gd name="T30" fmla="*/ 101 w 116"/>
                <a:gd name="T31" fmla="*/ 276 h 365"/>
                <a:gd name="T32" fmla="*/ 104 w 116"/>
                <a:gd name="T33" fmla="*/ 310 h 365"/>
                <a:gd name="T34" fmla="*/ 95 w 116"/>
                <a:gd name="T35" fmla="*/ 301 h 365"/>
                <a:gd name="T36" fmla="*/ 76 w 116"/>
                <a:gd name="T37" fmla="*/ 328 h 365"/>
                <a:gd name="T38" fmla="*/ 68 w 116"/>
                <a:gd name="T39" fmla="*/ 330 h 365"/>
                <a:gd name="T40" fmla="*/ 67 w 116"/>
                <a:gd name="T41" fmla="*/ 331 h 365"/>
                <a:gd name="T42" fmla="*/ 42 w 116"/>
                <a:gd name="T43" fmla="*/ 324 h 365"/>
                <a:gd name="T44" fmla="*/ 25 w 116"/>
                <a:gd name="T45" fmla="*/ 295 h 365"/>
                <a:gd name="T46" fmla="*/ 25 w 116"/>
                <a:gd name="T47" fmla="*/ 292 h 365"/>
                <a:gd name="T48" fmla="*/ 25 w 116"/>
                <a:gd name="T49" fmla="*/ 291 h 365"/>
                <a:gd name="T50" fmla="*/ 40 w 116"/>
                <a:gd name="T51" fmla="*/ 0 h 365"/>
                <a:gd name="T52" fmla="*/ 1 w 116"/>
                <a:gd name="T53" fmla="*/ 45 h 365"/>
                <a:gd name="T54" fmla="*/ 0 w 116"/>
                <a:gd name="T55" fmla="*/ 66 h 365"/>
                <a:gd name="T56" fmla="*/ 19 w 116"/>
                <a:gd name="T57" fmla="*/ 292 h 365"/>
                <a:gd name="T58" fmla="*/ 39 w 116"/>
                <a:gd name="T59" fmla="*/ 329 h 365"/>
                <a:gd name="T60" fmla="*/ 65 w 116"/>
                <a:gd name="T61" fmla="*/ 337 h 365"/>
                <a:gd name="T62" fmla="*/ 68 w 116"/>
                <a:gd name="T63" fmla="*/ 336 h 365"/>
                <a:gd name="T64" fmla="*/ 84 w 116"/>
                <a:gd name="T65" fmla="*/ 331 h 365"/>
                <a:gd name="T66" fmla="*/ 99 w 116"/>
                <a:gd name="T67" fmla="*/ 313 h 365"/>
                <a:gd name="T68" fmla="*/ 115 w 116"/>
                <a:gd name="T69" fmla="*/ 355 h 365"/>
                <a:gd name="T70" fmla="*/ 112 w 116"/>
                <a:gd name="T71" fmla="*/ 328 h 365"/>
                <a:gd name="T72" fmla="*/ 107 w 116"/>
                <a:gd name="T73" fmla="*/ 284 h 365"/>
                <a:gd name="T74" fmla="*/ 107 w 116"/>
                <a:gd name="T75" fmla="*/ 275 h 365"/>
                <a:gd name="T76" fmla="*/ 107 w 116"/>
                <a:gd name="T77" fmla="*/ 275 h 365"/>
                <a:gd name="T78" fmla="*/ 100 w 116"/>
                <a:gd name="T79" fmla="*/ 49 h 365"/>
                <a:gd name="T80" fmla="*/ 74 w 116"/>
                <a:gd name="T81" fmla="*/ 8 h 365"/>
                <a:gd name="T82" fmla="*/ 40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8" name="Freeform 872">
              <a:extLst>
                <a:ext uri="{FF2B5EF4-FFF2-40B4-BE49-F238E27FC236}">
                  <a16:creationId xmlns:a16="http://schemas.microsoft.com/office/drawing/2014/main" id="{5FF734E3-C293-4757-97FA-90644F489122}"/>
                </a:ext>
              </a:extLst>
            </p:cNvPr>
            <p:cNvSpPr>
              <a:spLocks/>
            </p:cNvSpPr>
            <p:nvPr userDrawn="1"/>
          </p:nvSpPr>
          <p:spPr bwMode="auto">
            <a:xfrm>
              <a:off x="3233390" y="2704315"/>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9" name="Freeform 873">
              <a:extLst>
                <a:ext uri="{FF2B5EF4-FFF2-40B4-BE49-F238E27FC236}">
                  <a16:creationId xmlns:a16="http://schemas.microsoft.com/office/drawing/2014/main" id="{D62B934B-7651-4492-941E-B2E197E9D90E}"/>
                </a:ext>
              </a:extLst>
            </p:cNvPr>
            <p:cNvSpPr>
              <a:spLocks noEditPoints="1"/>
            </p:cNvSpPr>
            <p:nvPr userDrawn="1"/>
          </p:nvSpPr>
          <p:spPr bwMode="auto">
            <a:xfrm>
              <a:off x="4760650" y="2208607"/>
              <a:ext cx="188650" cy="148512"/>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0" name="Freeform 874">
              <a:extLst>
                <a:ext uri="{FF2B5EF4-FFF2-40B4-BE49-F238E27FC236}">
                  <a16:creationId xmlns:a16="http://schemas.microsoft.com/office/drawing/2014/main" id="{FB6B190E-51B3-4786-9657-57072B01FF88}"/>
                </a:ext>
              </a:extLst>
            </p:cNvPr>
            <p:cNvSpPr>
              <a:spLocks noEditPoints="1"/>
            </p:cNvSpPr>
            <p:nvPr userDrawn="1"/>
          </p:nvSpPr>
          <p:spPr bwMode="auto">
            <a:xfrm>
              <a:off x="3036712" y="1851376"/>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1" name="Freeform 875">
              <a:extLst>
                <a:ext uri="{FF2B5EF4-FFF2-40B4-BE49-F238E27FC236}">
                  <a16:creationId xmlns:a16="http://schemas.microsoft.com/office/drawing/2014/main" id="{064C3DC9-CBEA-454E-97A4-C4522B7B0916}"/>
                </a:ext>
              </a:extLst>
            </p:cNvPr>
            <p:cNvSpPr>
              <a:spLocks noEditPoints="1"/>
            </p:cNvSpPr>
            <p:nvPr userDrawn="1"/>
          </p:nvSpPr>
          <p:spPr bwMode="auto">
            <a:xfrm>
              <a:off x="5105839" y="3017393"/>
              <a:ext cx="238823" cy="182630"/>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3 h 121"/>
                <a:gd name="T38" fmla="*/ 6 w 159"/>
                <a:gd name="T39" fmla="*/ 45 h 121"/>
                <a:gd name="T40" fmla="*/ 11 w 159"/>
                <a:gd name="T41" fmla="*/ 38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5"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2" name="Freeform 876">
              <a:extLst>
                <a:ext uri="{FF2B5EF4-FFF2-40B4-BE49-F238E27FC236}">
                  <a16:creationId xmlns:a16="http://schemas.microsoft.com/office/drawing/2014/main" id="{02AF5707-1CCC-4E2B-A361-2A7A8B2EB50B}"/>
                </a:ext>
              </a:extLst>
            </p:cNvPr>
            <p:cNvSpPr>
              <a:spLocks noEditPoints="1"/>
            </p:cNvSpPr>
            <p:nvPr userDrawn="1"/>
          </p:nvSpPr>
          <p:spPr bwMode="auto">
            <a:xfrm>
              <a:off x="4746602" y="2361132"/>
              <a:ext cx="248857" cy="228788"/>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3" name="Freeform 877">
              <a:extLst>
                <a:ext uri="{FF2B5EF4-FFF2-40B4-BE49-F238E27FC236}">
                  <a16:creationId xmlns:a16="http://schemas.microsoft.com/office/drawing/2014/main" id="{43A1FCA9-DAC9-480D-82D4-8C50C5352FB8}"/>
                </a:ext>
              </a:extLst>
            </p:cNvPr>
            <p:cNvSpPr>
              <a:spLocks noEditPoints="1"/>
            </p:cNvSpPr>
            <p:nvPr userDrawn="1"/>
          </p:nvSpPr>
          <p:spPr bwMode="auto">
            <a:xfrm>
              <a:off x="5553381" y="3533169"/>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2 w 152"/>
                <a:gd name="T31" fmla="*/ 99 h 141"/>
                <a:gd name="T32" fmla="*/ 96 w 152"/>
                <a:gd name="T33" fmla="*/ 112 h 141"/>
                <a:gd name="T34" fmla="*/ 88 w 152"/>
                <a:gd name="T35" fmla="*/ 116 h 141"/>
                <a:gd name="T36" fmla="*/ 87 w 152"/>
                <a:gd name="T37" fmla="*/ 116 h 141"/>
                <a:gd name="T38" fmla="*/ 71 w 152"/>
                <a:gd name="T39" fmla="*/ 120 h 141"/>
                <a:gd name="T40" fmla="*/ 51 w 152"/>
                <a:gd name="T41" fmla="*/ 117 h 141"/>
                <a:gd name="T42" fmla="*/ 41 w 152"/>
                <a:gd name="T43" fmla="*/ 114 h 141"/>
                <a:gd name="T44" fmla="*/ 12 w 152"/>
                <a:gd name="T45" fmla="*/ 85 h 141"/>
                <a:gd name="T46" fmla="*/ 8 w 152"/>
                <a:gd name="T47" fmla="*/ 43 h 141"/>
                <a:gd name="T48" fmla="*/ 10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4" name="Freeform 878">
              <a:extLst>
                <a:ext uri="{FF2B5EF4-FFF2-40B4-BE49-F238E27FC236}">
                  <a16:creationId xmlns:a16="http://schemas.microsoft.com/office/drawing/2014/main" id="{CEFD51AE-A810-42BD-A224-137A2BCA3D47}"/>
                </a:ext>
              </a:extLst>
            </p:cNvPr>
            <p:cNvSpPr>
              <a:spLocks/>
            </p:cNvSpPr>
            <p:nvPr userDrawn="1"/>
          </p:nvSpPr>
          <p:spPr bwMode="auto">
            <a:xfrm>
              <a:off x="5760092" y="3697736"/>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5" name="Freeform 879">
              <a:extLst>
                <a:ext uri="{FF2B5EF4-FFF2-40B4-BE49-F238E27FC236}">
                  <a16:creationId xmlns:a16="http://schemas.microsoft.com/office/drawing/2014/main" id="{3DD99267-5BDB-4AC3-83E6-077F86E1D29A}"/>
                </a:ext>
              </a:extLst>
            </p:cNvPr>
            <p:cNvSpPr>
              <a:spLocks noEditPoints="1"/>
            </p:cNvSpPr>
            <p:nvPr userDrawn="1"/>
          </p:nvSpPr>
          <p:spPr bwMode="auto">
            <a:xfrm>
              <a:off x="4730547" y="3137808"/>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6" name="Freeform 880">
              <a:extLst>
                <a:ext uri="{FF2B5EF4-FFF2-40B4-BE49-F238E27FC236}">
                  <a16:creationId xmlns:a16="http://schemas.microsoft.com/office/drawing/2014/main" id="{8C172E85-AC17-44CF-8506-F615B70DDF13}"/>
                </a:ext>
              </a:extLst>
            </p:cNvPr>
            <p:cNvSpPr>
              <a:spLocks noEditPoints="1"/>
            </p:cNvSpPr>
            <p:nvPr userDrawn="1"/>
          </p:nvSpPr>
          <p:spPr bwMode="auto">
            <a:xfrm>
              <a:off x="5083763" y="3627495"/>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7" name="Freeform 881">
              <a:extLst>
                <a:ext uri="{FF2B5EF4-FFF2-40B4-BE49-F238E27FC236}">
                  <a16:creationId xmlns:a16="http://schemas.microsoft.com/office/drawing/2014/main" id="{BFD7457B-B433-461F-9AFE-B6A95B2495C4}"/>
                </a:ext>
              </a:extLst>
            </p:cNvPr>
            <p:cNvSpPr>
              <a:spLocks noEditPoints="1"/>
            </p:cNvSpPr>
            <p:nvPr userDrawn="1"/>
          </p:nvSpPr>
          <p:spPr bwMode="auto">
            <a:xfrm>
              <a:off x="3572557" y="2965214"/>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8" name="Freeform 882">
              <a:extLst>
                <a:ext uri="{FF2B5EF4-FFF2-40B4-BE49-F238E27FC236}">
                  <a16:creationId xmlns:a16="http://schemas.microsoft.com/office/drawing/2014/main" id="{096DCCFD-24AA-4AB9-8CD9-25FE9B9FBAB2}"/>
                </a:ext>
              </a:extLst>
            </p:cNvPr>
            <p:cNvSpPr>
              <a:spLocks/>
            </p:cNvSpPr>
            <p:nvPr userDrawn="1"/>
          </p:nvSpPr>
          <p:spPr bwMode="auto">
            <a:xfrm>
              <a:off x="3703007" y="2967220"/>
              <a:ext cx="4014" cy="2008"/>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9" name="Freeform 883">
              <a:extLst>
                <a:ext uri="{FF2B5EF4-FFF2-40B4-BE49-F238E27FC236}">
                  <a16:creationId xmlns:a16="http://schemas.microsoft.com/office/drawing/2014/main" id="{306C34E0-C8AB-42F5-9814-81F30C4130F6}"/>
                </a:ext>
              </a:extLst>
            </p:cNvPr>
            <p:cNvSpPr>
              <a:spLocks noEditPoints="1"/>
            </p:cNvSpPr>
            <p:nvPr userDrawn="1"/>
          </p:nvSpPr>
          <p:spPr bwMode="auto">
            <a:xfrm>
              <a:off x="4433524" y="2435389"/>
              <a:ext cx="315086" cy="282975"/>
            </a:xfrm>
            <a:custGeom>
              <a:avLst/>
              <a:gdLst>
                <a:gd name="T0" fmla="*/ 10 w 209"/>
                <a:gd name="T1" fmla="*/ 188 h 188"/>
                <a:gd name="T2" fmla="*/ 12 w 209"/>
                <a:gd name="T3" fmla="*/ 180 h 188"/>
                <a:gd name="T4" fmla="*/ 82 w 209"/>
                <a:gd name="T5" fmla="*/ 3 h 188"/>
                <a:gd name="T6" fmla="*/ 82 w 209"/>
                <a:gd name="T7" fmla="*/ 3 h 188"/>
                <a:gd name="T8" fmla="*/ 8 w 209"/>
                <a:gd name="T9" fmla="*/ 68 h 188"/>
                <a:gd name="T10" fmla="*/ 4 w 209"/>
                <a:gd name="T11" fmla="*/ 114 h 188"/>
                <a:gd name="T12" fmla="*/ 14 w 209"/>
                <a:gd name="T13" fmla="*/ 153 h 188"/>
                <a:gd name="T14" fmla="*/ 13 w 209"/>
                <a:gd name="T15" fmla="*/ 172 h 188"/>
                <a:gd name="T16" fmla="*/ 17 w 209"/>
                <a:gd name="T17" fmla="*/ 177 h 188"/>
                <a:gd name="T18" fmla="*/ 40 w 209"/>
                <a:gd name="T19" fmla="*/ 144 h 188"/>
                <a:gd name="T20" fmla="*/ 85 w 209"/>
                <a:gd name="T21" fmla="*/ 165 h 188"/>
                <a:gd name="T22" fmla="*/ 116 w 209"/>
                <a:gd name="T23" fmla="*/ 172 h 188"/>
                <a:gd name="T24" fmla="*/ 111 w 209"/>
                <a:gd name="T25" fmla="*/ 166 h 188"/>
                <a:gd name="T26" fmla="*/ 110 w 209"/>
                <a:gd name="T27" fmla="*/ 166 h 188"/>
                <a:gd name="T28" fmla="*/ 88 w 209"/>
                <a:gd name="T29" fmla="*/ 160 h 188"/>
                <a:gd name="T30" fmla="*/ 82 w 209"/>
                <a:gd name="T31" fmla="*/ 158 h 188"/>
                <a:gd name="T32" fmla="*/ 40 w 209"/>
                <a:gd name="T33" fmla="*/ 137 h 188"/>
                <a:gd name="T34" fmla="*/ 20 w 209"/>
                <a:gd name="T35" fmla="*/ 162 h 188"/>
                <a:gd name="T36" fmla="*/ 13 w 209"/>
                <a:gd name="T37" fmla="*/ 116 h 188"/>
                <a:gd name="T38" fmla="*/ 12 w 209"/>
                <a:gd name="T39" fmla="*/ 115 h 188"/>
                <a:gd name="T40" fmla="*/ 6 w 209"/>
                <a:gd name="T41" fmla="*/ 97 h 188"/>
                <a:gd name="T42" fmla="*/ 13 w 209"/>
                <a:gd name="T43" fmla="*/ 70 h 188"/>
                <a:gd name="T44" fmla="*/ 13 w 209"/>
                <a:gd name="T45" fmla="*/ 70 h 188"/>
                <a:gd name="T46" fmla="*/ 84 w 209"/>
                <a:gd name="T47" fmla="*/ 9 h 188"/>
                <a:gd name="T48" fmla="*/ 107 w 209"/>
                <a:gd name="T49" fmla="*/ 6 h 188"/>
                <a:gd name="T50" fmla="*/ 152 w 209"/>
                <a:gd name="T51" fmla="*/ 15 h 188"/>
                <a:gd name="T52" fmla="*/ 203 w 209"/>
                <a:gd name="T53" fmla="*/ 79 h 188"/>
                <a:gd name="T54" fmla="*/ 153 w 209"/>
                <a:gd name="T55" fmla="*/ 157 h 188"/>
                <a:gd name="T56" fmla="*/ 121 w 209"/>
                <a:gd name="T57" fmla="*/ 165 h 188"/>
                <a:gd name="T58" fmla="*/ 156 w 209"/>
                <a:gd name="T59" fmla="*/ 162 h 188"/>
                <a:gd name="T60" fmla="*/ 156 w 209"/>
                <a:gd name="T61" fmla="*/ 162 h 188"/>
                <a:gd name="T62" fmla="*/ 209 w 209"/>
                <a:gd name="T63" fmla="*/ 79 h 188"/>
                <a:gd name="T64" fmla="*/ 202 w 209"/>
                <a:gd name="T65" fmla="*/ 48 h 188"/>
                <a:gd name="T66" fmla="*/ 154 w 209"/>
                <a:gd name="T67" fmla="*/ 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188">
                  <a:moveTo>
                    <a:pt x="12" y="180"/>
                  </a:moveTo>
                  <a:cubicBezTo>
                    <a:pt x="10" y="188"/>
                    <a:pt x="10" y="188"/>
                    <a:pt x="10" y="188"/>
                  </a:cubicBezTo>
                  <a:cubicBezTo>
                    <a:pt x="14" y="182"/>
                    <a:pt x="14" y="182"/>
                    <a:pt x="14" y="182"/>
                  </a:cubicBezTo>
                  <a:cubicBezTo>
                    <a:pt x="13" y="182"/>
                    <a:pt x="12" y="181"/>
                    <a:pt x="12" y="180"/>
                  </a:cubicBezTo>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0"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0" name="Freeform 884">
              <a:extLst>
                <a:ext uri="{FF2B5EF4-FFF2-40B4-BE49-F238E27FC236}">
                  <a16:creationId xmlns:a16="http://schemas.microsoft.com/office/drawing/2014/main" id="{269055F7-3642-4952-BEEA-C18FE9973E5C}"/>
                </a:ext>
              </a:extLst>
            </p:cNvPr>
            <p:cNvSpPr>
              <a:spLocks/>
            </p:cNvSpPr>
            <p:nvPr userDrawn="1"/>
          </p:nvSpPr>
          <p:spPr bwMode="auto">
            <a:xfrm>
              <a:off x="4608124" y="2684246"/>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1" name="Freeform 885">
              <a:extLst>
                <a:ext uri="{FF2B5EF4-FFF2-40B4-BE49-F238E27FC236}">
                  <a16:creationId xmlns:a16="http://schemas.microsoft.com/office/drawing/2014/main" id="{5CB772BB-D727-4FA9-A6A7-30903BF96E10}"/>
                </a:ext>
              </a:extLst>
            </p:cNvPr>
            <p:cNvSpPr>
              <a:spLocks/>
            </p:cNvSpPr>
            <p:nvPr userDrawn="1"/>
          </p:nvSpPr>
          <p:spPr bwMode="auto">
            <a:xfrm>
              <a:off x="4451585" y="2696287"/>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2" name="Freeform 886">
              <a:extLst>
                <a:ext uri="{FF2B5EF4-FFF2-40B4-BE49-F238E27FC236}">
                  <a16:creationId xmlns:a16="http://schemas.microsoft.com/office/drawing/2014/main" id="{EBBB40E6-3500-453A-88D6-136C914B6C2E}"/>
                </a:ext>
              </a:extLst>
            </p:cNvPr>
            <p:cNvSpPr>
              <a:spLocks noEditPoints="1"/>
            </p:cNvSpPr>
            <p:nvPr userDrawn="1"/>
          </p:nvSpPr>
          <p:spPr bwMode="auto">
            <a:xfrm>
              <a:off x="5585492" y="2236704"/>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1 w 306"/>
                <a:gd name="T25" fmla="*/ 162 h 269"/>
                <a:gd name="T26" fmla="*/ 17 w 306"/>
                <a:gd name="T27" fmla="*/ 101 h 269"/>
                <a:gd name="T28" fmla="*/ 18 w 306"/>
                <a:gd name="T29" fmla="*/ 100 h 269"/>
                <a:gd name="T30" fmla="*/ 39 w 306"/>
                <a:gd name="T31" fmla="*/ 62 h 269"/>
                <a:gd name="T32" fmla="*/ 158 w 306"/>
                <a:gd name="T33" fmla="*/ 0 h 269"/>
                <a:gd name="T34" fmla="*/ 121 w 306"/>
                <a:gd name="T35" fmla="*/ 3 h 269"/>
                <a:gd name="T36" fmla="*/ 32 w 306"/>
                <a:gd name="T37" fmla="*/ 60 h 269"/>
                <a:gd name="T38" fmla="*/ 2 w 306"/>
                <a:gd name="T39" fmla="*/ 126 h 269"/>
                <a:gd name="T40" fmla="*/ 6 w 306"/>
                <a:gd name="T41" fmla="*/ 166 h 269"/>
                <a:gd name="T42" fmla="*/ 22 w 306"/>
                <a:gd name="T43" fmla="*/ 224 h 269"/>
                <a:gd name="T44" fmla="*/ 20 w 306"/>
                <a:gd name="T45" fmla="*/ 252 h 269"/>
                <a:gd name="T46" fmla="*/ 19 w 306"/>
                <a:gd name="T47" fmla="*/ 255 h 269"/>
                <a:gd name="T48" fmla="*/ 25 w 306"/>
                <a:gd name="T49" fmla="*/ 257 h 269"/>
                <a:gd name="T50" fmla="*/ 73 w 306"/>
                <a:gd name="T51" fmla="*/ 217 h 269"/>
                <a:gd name="T52" fmla="*/ 162 w 306"/>
                <a:gd name="T53" fmla="*/ 250 h 269"/>
                <a:gd name="T54" fmla="*/ 229 w 306"/>
                <a:gd name="T55" fmla="*/ 236 h 269"/>
                <a:gd name="T56" fmla="*/ 291 w 306"/>
                <a:gd name="T57" fmla="*/ 173 h 269"/>
                <a:gd name="T58" fmla="*/ 297 w 306"/>
                <a:gd name="T59" fmla="*/ 69 h 269"/>
                <a:gd name="T60" fmla="*/ 296 w 306"/>
                <a:gd name="T61" fmla="*/ 69 h 269"/>
                <a:gd name="T62" fmla="*/ 187 w 306"/>
                <a:gd name="T63" fmla="*/ 2 h 269"/>
                <a:gd name="T64" fmla="*/ 186 w 306"/>
                <a:gd name="T65" fmla="*/ 2 h 269"/>
                <a:gd name="T66" fmla="*/ 162 w 306"/>
                <a:gd name="T67" fmla="*/ 0 h 269"/>
                <a:gd name="T68" fmla="*/ 158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3" name="Freeform 887">
              <a:extLst>
                <a:ext uri="{FF2B5EF4-FFF2-40B4-BE49-F238E27FC236}">
                  <a16:creationId xmlns:a16="http://schemas.microsoft.com/office/drawing/2014/main" id="{3F107420-9248-459E-971B-546B643B37CE}"/>
                </a:ext>
              </a:extLst>
            </p:cNvPr>
            <p:cNvSpPr>
              <a:spLocks noEditPoints="1"/>
            </p:cNvSpPr>
            <p:nvPr userDrawn="1"/>
          </p:nvSpPr>
          <p:spPr bwMode="auto">
            <a:xfrm>
              <a:off x="5830335" y="2236704"/>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4" name="Freeform 888">
              <a:extLst>
                <a:ext uri="{FF2B5EF4-FFF2-40B4-BE49-F238E27FC236}">
                  <a16:creationId xmlns:a16="http://schemas.microsoft.com/office/drawing/2014/main" id="{FFE77805-927B-4BF5-AE2E-FFECB72D5BD2}"/>
                </a:ext>
              </a:extLst>
            </p:cNvPr>
            <p:cNvSpPr>
              <a:spLocks/>
            </p:cNvSpPr>
            <p:nvPr userDrawn="1"/>
          </p:nvSpPr>
          <p:spPr bwMode="auto">
            <a:xfrm>
              <a:off x="5585492" y="2425353"/>
              <a:ext cx="4014" cy="32111"/>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5" name="Freeform 889">
              <a:extLst>
                <a:ext uri="{FF2B5EF4-FFF2-40B4-BE49-F238E27FC236}">
                  <a16:creationId xmlns:a16="http://schemas.microsoft.com/office/drawing/2014/main" id="{33D2CE88-7E33-4A00-975D-2D3FEC2E49BC}"/>
                </a:ext>
              </a:extLst>
            </p:cNvPr>
            <p:cNvSpPr>
              <a:spLocks noEditPoints="1"/>
            </p:cNvSpPr>
            <p:nvPr userDrawn="1"/>
          </p:nvSpPr>
          <p:spPr bwMode="auto">
            <a:xfrm>
              <a:off x="3420032" y="3298361"/>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6" name="Freeform 890">
              <a:extLst>
                <a:ext uri="{FF2B5EF4-FFF2-40B4-BE49-F238E27FC236}">
                  <a16:creationId xmlns:a16="http://schemas.microsoft.com/office/drawing/2014/main" id="{4C0FE984-FDF5-4DB4-86A7-9B240B26E8AB}"/>
                </a:ext>
              </a:extLst>
            </p:cNvPr>
            <p:cNvSpPr>
              <a:spLocks noEditPoints="1"/>
            </p:cNvSpPr>
            <p:nvPr userDrawn="1"/>
          </p:nvSpPr>
          <p:spPr bwMode="auto">
            <a:xfrm>
              <a:off x="4993452" y="2465492"/>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7" name="Freeform 891">
              <a:extLst>
                <a:ext uri="{FF2B5EF4-FFF2-40B4-BE49-F238E27FC236}">
                  <a16:creationId xmlns:a16="http://schemas.microsoft.com/office/drawing/2014/main" id="{AD40E719-A0FE-4B9C-9863-50A5669020F8}"/>
                </a:ext>
              </a:extLst>
            </p:cNvPr>
            <p:cNvSpPr>
              <a:spLocks noEditPoints="1"/>
            </p:cNvSpPr>
            <p:nvPr userDrawn="1"/>
          </p:nvSpPr>
          <p:spPr bwMode="auto">
            <a:xfrm>
              <a:off x="3755187" y="3523135"/>
              <a:ext cx="156539" cy="104359"/>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4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6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8" name="Freeform 892">
              <a:extLst>
                <a:ext uri="{FF2B5EF4-FFF2-40B4-BE49-F238E27FC236}">
                  <a16:creationId xmlns:a16="http://schemas.microsoft.com/office/drawing/2014/main" id="{B00F47C5-7F4C-4BA0-A063-16B57749CA7E}"/>
                </a:ext>
              </a:extLst>
            </p:cNvPr>
            <p:cNvSpPr>
              <a:spLocks noEditPoints="1"/>
            </p:cNvSpPr>
            <p:nvPr userDrawn="1"/>
          </p:nvSpPr>
          <p:spPr bwMode="auto">
            <a:xfrm>
              <a:off x="3199272" y="3653584"/>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6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9" name="Freeform 893">
              <a:extLst>
                <a:ext uri="{FF2B5EF4-FFF2-40B4-BE49-F238E27FC236}">
                  <a16:creationId xmlns:a16="http://schemas.microsoft.com/office/drawing/2014/main" id="{A731545F-6CAF-46E0-9E44-597EEDB81A52}"/>
                </a:ext>
              </a:extLst>
            </p:cNvPr>
            <p:cNvSpPr>
              <a:spLocks noEditPoints="1"/>
            </p:cNvSpPr>
            <p:nvPr userDrawn="1"/>
          </p:nvSpPr>
          <p:spPr bwMode="auto">
            <a:xfrm>
              <a:off x="4086327" y="3143828"/>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0" name="Freeform 894">
              <a:extLst>
                <a:ext uri="{FF2B5EF4-FFF2-40B4-BE49-F238E27FC236}">
                  <a16:creationId xmlns:a16="http://schemas.microsoft.com/office/drawing/2014/main" id="{CE491E73-8BC0-4421-8513-889A64C6BB2B}"/>
                </a:ext>
              </a:extLst>
            </p:cNvPr>
            <p:cNvSpPr>
              <a:spLocks noEditPoints="1"/>
            </p:cNvSpPr>
            <p:nvPr userDrawn="1"/>
          </p:nvSpPr>
          <p:spPr bwMode="auto">
            <a:xfrm>
              <a:off x="4072279" y="2868882"/>
              <a:ext cx="252871" cy="232802"/>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2 w 168"/>
                <a:gd name="T35" fmla="*/ 149 h 155"/>
                <a:gd name="T36" fmla="*/ 51 w 168"/>
                <a:gd name="T37" fmla="*/ 143 h 155"/>
                <a:gd name="T38" fmla="*/ 41 w 168"/>
                <a:gd name="T39" fmla="*/ 113 h 155"/>
                <a:gd name="T40" fmla="*/ 41 w 168"/>
                <a:gd name="T41" fmla="*/ 112 h 155"/>
                <a:gd name="T42" fmla="*/ 19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2"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1" name="Freeform 895">
              <a:extLst>
                <a:ext uri="{FF2B5EF4-FFF2-40B4-BE49-F238E27FC236}">
                  <a16:creationId xmlns:a16="http://schemas.microsoft.com/office/drawing/2014/main" id="{4628280F-57B1-41AB-B6B9-BAC677348240}"/>
                </a:ext>
              </a:extLst>
            </p:cNvPr>
            <p:cNvSpPr>
              <a:spLocks noEditPoints="1"/>
            </p:cNvSpPr>
            <p:nvPr userDrawn="1"/>
          </p:nvSpPr>
          <p:spPr bwMode="auto">
            <a:xfrm>
              <a:off x="3448129" y="2407292"/>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2" name="Freeform 896">
              <a:extLst>
                <a:ext uri="{FF2B5EF4-FFF2-40B4-BE49-F238E27FC236}">
                  <a16:creationId xmlns:a16="http://schemas.microsoft.com/office/drawing/2014/main" id="{EACD9650-2603-456A-956B-D87D69AA05C6}"/>
                </a:ext>
              </a:extLst>
            </p:cNvPr>
            <p:cNvSpPr>
              <a:spLocks/>
            </p:cNvSpPr>
            <p:nvPr userDrawn="1"/>
          </p:nvSpPr>
          <p:spPr bwMode="auto">
            <a:xfrm>
              <a:off x="3688958" y="2611997"/>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3" name="Freeform 897">
              <a:extLst>
                <a:ext uri="{FF2B5EF4-FFF2-40B4-BE49-F238E27FC236}">
                  <a16:creationId xmlns:a16="http://schemas.microsoft.com/office/drawing/2014/main" id="{58C8DF03-02F9-4415-A126-FA9DEAF1BA85}"/>
                </a:ext>
              </a:extLst>
            </p:cNvPr>
            <p:cNvSpPr>
              <a:spLocks noEditPoints="1"/>
            </p:cNvSpPr>
            <p:nvPr userDrawn="1"/>
          </p:nvSpPr>
          <p:spPr bwMode="auto">
            <a:xfrm>
              <a:off x="4224805" y="3208049"/>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4" name="Freeform 898">
              <a:extLst>
                <a:ext uri="{FF2B5EF4-FFF2-40B4-BE49-F238E27FC236}">
                  <a16:creationId xmlns:a16="http://schemas.microsoft.com/office/drawing/2014/main" id="{50DA9D78-6107-4F44-A52A-4F991A65C342}"/>
                </a:ext>
              </a:extLst>
            </p:cNvPr>
            <p:cNvSpPr>
              <a:spLocks noEditPoints="1"/>
            </p:cNvSpPr>
            <p:nvPr userDrawn="1"/>
          </p:nvSpPr>
          <p:spPr bwMode="auto">
            <a:xfrm>
              <a:off x="3319686" y="2553796"/>
              <a:ext cx="178616" cy="252871"/>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5" name="Freeform 899">
              <a:extLst>
                <a:ext uri="{FF2B5EF4-FFF2-40B4-BE49-F238E27FC236}">
                  <a16:creationId xmlns:a16="http://schemas.microsoft.com/office/drawing/2014/main" id="{107DA708-D9B0-4CA6-86BF-403BE9ADE93D}"/>
                </a:ext>
              </a:extLst>
            </p:cNvPr>
            <p:cNvSpPr>
              <a:spLocks/>
            </p:cNvSpPr>
            <p:nvPr userDrawn="1"/>
          </p:nvSpPr>
          <p:spPr bwMode="auto">
            <a:xfrm>
              <a:off x="3490275" y="2758501"/>
              <a:ext cx="8028" cy="6021"/>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6" name="Freeform 900">
              <a:extLst>
                <a:ext uri="{FF2B5EF4-FFF2-40B4-BE49-F238E27FC236}">
                  <a16:creationId xmlns:a16="http://schemas.microsoft.com/office/drawing/2014/main" id="{10B9A7E6-8471-46D2-B0FF-E7DFE9B82D7A}"/>
                </a:ext>
              </a:extLst>
            </p:cNvPr>
            <p:cNvSpPr>
              <a:spLocks noEditPoints="1"/>
            </p:cNvSpPr>
            <p:nvPr userDrawn="1"/>
          </p:nvSpPr>
          <p:spPr bwMode="auto">
            <a:xfrm>
              <a:off x="4730547" y="2609989"/>
              <a:ext cx="329134" cy="196677"/>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5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5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7" name="Freeform 901">
              <a:extLst>
                <a:ext uri="{FF2B5EF4-FFF2-40B4-BE49-F238E27FC236}">
                  <a16:creationId xmlns:a16="http://schemas.microsoft.com/office/drawing/2014/main" id="{71498C16-6289-407D-84A6-29C077D358A6}"/>
                </a:ext>
              </a:extLst>
            </p:cNvPr>
            <p:cNvSpPr>
              <a:spLocks noEditPoints="1"/>
            </p:cNvSpPr>
            <p:nvPr userDrawn="1"/>
          </p:nvSpPr>
          <p:spPr bwMode="auto">
            <a:xfrm>
              <a:off x="5079750" y="2668191"/>
              <a:ext cx="210726" cy="20671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1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2 w 140"/>
                <a:gd name="T27" fmla="*/ 105 h 137"/>
                <a:gd name="T28" fmla="*/ 38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5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8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8"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8" name="Freeform 902">
              <a:extLst>
                <a:ext uri="{FF2B5EF4-FFF2-40B4-BE49-F238E27FC236}">
                  <a16:creationId xmlns:a16="http://schemas.microsoft.com/office/drawing/2014/main" id="{2FD1E008-249E-48D6-9EC2-6ABA8BC90B8B}"/>
                </a:ext>
              </a:extLst>
            </p:cNvPr>
            <p:cNvSpPr>
              <a:spLocks noEditPoints="1"/>
            </p:cNvSpPr>
            <p:nvPr userDrawn="1"/>
          </p:nvSpPr>
          <p:spPr bwMode="auto">
            <a:xfrm>
              <a:off x="4034147" y="2491582"/>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9" name="Freeform 903">
              <a:extLst>
                <a:ext uri="{FF2B5EF4-FFF2-40B4-BE49-F238E27FC236}">
                  <a16:creationId xmlns:a16="http://schemas.microsoft.com/office/drawing/2014/main" id="{15447A87-CBA6-4E38-BC46-F6F2B08FDDFB}"/>
                </a:ext>
              </a:extLst>
            </p:cNvPr>
            <p:cNvSpPr>
              <a:spLocks/>
            </p:cNvSpPr>
            <p:nvPr userDrawn="1"/>
          </p:nvSpPr>
          <p:spPr bwMode="auto">
            <a:xfrm>
              <a:off x="4152556" y="2686252"/>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0" name="Freeform 904">
              <a:extLst>
                <a:ext uri="{FF2B5EF4-FFF2-40B4-BE49-F238E27FC236}">
                  <a16:creationId xmlns:a16="http://schemas.microsoft.com/office/drawing/2014/main" id="{967DCED2-498D-4676-BB22-0122DCCF6A94}"/>
                </a:ext>
              </a:extLst>
            </p:cNvPr>
            <p:cNvSpPr>
              <a:spLocks noEditPoints="1"/>
            </p:cNvSpPr>
            <p:nvPr userDrawn="1"/>
          </p:nvSpPr>
          <p:spPr bwMode="auto">
            <a:xfrm>
              <a:off x="3875602" y="2270822"/>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1" name="Freeform 905">
              <a:extLst>
                <a:ext uri="{FF2B5EF4-FFF2-40B4-BE49-F238E27FC236}">
                  <a16:creationId xmlns:a16="http://schemas.microsoft.com/office/drawing/2014/main" id="{FCDDC78D-32AB-420E-BBC1-5BC395612A94}"/>
                </a:ext>
              </a:extLst>
            </p:cNvPr>
            <p:cNvSpPr>
              <a:spLocks noEditPoints="1"/>
            </p:cNvSpPr>
            <p:nvPr userDrawn="1"/>
          </p:nvSpPr>
          <p:spPr bwMode="auto">
            <a:xfrm>
              <a:off x="5300510" y="2626045"/>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0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2" name="Freeform 906">
              <a:extLst>
                <a:ext uri="{FF2B5EF4-FFF2-40B4-BE49-F238E27FC236}">
                  <a16:creationId xmlns:a16="http://schemas.microsoft.com/office/drawing/2014/main" id="{2DC8F693-4F0C-403C-BC5C-A20A79710E11}"/>
                </a:ext>
              </a:extLst>
            </p:cNvPr>
            <p:cNvSpPr>
              <a:spLocks noEditPoints="1"/>
            </p:cNvSpPr>
            <p:nvPr userDrawn="1"/>
          </p:nvSpPr>
          <p:spPr bwMode="auto">
            <a:xfrm>
              <a:off x="5589505" y="2092206"/>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17 w 76"/>
                <a:gd name="T69" fmla="*/ 6 h 115"/>
                <a:gd name="T70" fmla="*/ 16 w 76"/>
                <a:gd name="T71" fmla="*/ 3 h 115"/>
                <a:gd name="T72" fmla="*/ 8 w 76"/>
                <a:gd name="T73" fmla="*/ 8 h 115"/>
                <a:gd name="T74" fmla="*/ 1 w 76"/>
                <a:gd name="T75" fmla="*/ 22 h 115"/>
                <a:gd name="T76" fmla="*/ 0 w 76"/>
                <a:gd name="T77" fmla="*/ 39 h 115"/>
                <a:gd name="T78" fmla="*/ 1 w 76"/>
                <a:gd name="T79" fmla="*/ 61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90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1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3" name="Freeform 907">
              <a:extLst>
                <a:ext uri="{FF2B5EF4-FFF2-40B4-BE49-F238E27FC236}">
                  <a16:creationId xmlns:a16="http://schemas.microsoft.com/office/drawing/2014/main" id="{AF6D415B-4CFF-4CDC-A5EA-BF2272770B8D}"/>
                </a:ext>
              </a:extLst>
            </p:cNvPr>
            <p:cNvSpPr>
              <a:spLocks noEditPoints="1"/>
            </p:cNvSpPr>
            <p:nvPr userDrawn="1"/>
          </p:nvSpPr>
          <p:spPr bwMode="auto">
            <a:xfrm>
              <a:off x="4963349" y="1819266"/>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4" name="Freeform 908">
              <a:extLst>
                <a:ext uri="{FF2B5EF4-FFF2-40B4-BE49-F238E27FC236}">
                  <a16:creationId xmlns:a16="http://schemas.microsoft.com/office/drawing/2014/main" id="{10469472-BC38-499A-AF6C-51C10E46682E}"/>
                </a:ext>
              </a:extLst>
            </p:cNvPr>
            <p:cNvSpPr>
              <a:spLocks noEditPoints="1"/>
            </p:cNvSpPr>
            <p:nvPr userDrawn="1"/>
          </p:nvSpPr>
          <p:spPr bwMode="auto">
            <a:xfrm>
              <a:off x="3899685" y="2533727"/>
              <a:ext cx="114395" cy="174602"/>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6 h 115"/>
                <a:gd name="T64" fmla="*/ 60 w 76"/>
                <a:gd name="T65" fmla="*/ 0 h 115"/>
                <a:gd name="T66" fmla="*/ 60 w 76"/>
                <a:gd name="T67" fmla="*/ 0 h 115"/>
                <a:gd name="T68" fmla="*/ 60 w 76"/>
                <a:gd name="T69" fmla="*/ 0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cubicBezTo>
                    <a:pt x="60" y="6"/>
                    <a:pt x="60" y="6"/>
                    <a:pt x="60" y="6"/>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5" name="Freeform 909">
              <a:extLst>
                <a:ext uri="{FF2B5EF4-FFF2-40B4-BE49-F238E27FC236}">
                  <a16:creationId xmlns:a16="http://schemas.microsoft.com/office/drawing/2014/main" id="{95D643C5-B30F-4139-A7C8-A497B34C8337}"/>
                </a:ext>
              </a:extLst>
            </p:cNvPr>
            <p:cNvSpPr>
              <a:spLocks noEditPoints="1"/>
            </p:cNvSpPr>
            <p:nvPr userDrawn="1"/>
          </p:nvSpPr>
          <p:spPr bwMode="auto">
            <a:xfrm>
              <a:off x="3209307" y="2056081"/>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2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3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7 w 76"/>
                <a:gd name="T69" fmla="*/ 3 h 115"/>
                <a:gd name="T70" fmla="*/ 17 w 76"/>
                <a:gd name="T71" fmla="*/ 6 h 115"/>
                <a:gd name="T72" fmla="*/ 17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7" y="6"/>
                    <a:pt x="17" y="6"/>
                    <a:pt x="17" y="6"/>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6" name="Freeform 910">
              <a:extLst>
                <a:ext uri="{FF2B5EF4-FFF2-40B4-BE49-F238E27FC236}">
                  <a16:creationId xmlns:a16="http://schemas.microsoft.com/office/drawing/2014/main" id="{5FFDC425-0A42-4387-B448-B2778C967657}"/>
                </a:ext>
              </a:extLst>
            </p:cNvPr>
            <p:cNvSpPr>
              <a:spLocks noEditPoints="1"/>
            </p:cNvSpPr>
            <p:nvPr userDrawn="1"/>
          </p:nvSpPr>
          <p:spPr bwMode="auto">
            <a:xfrm>
              <a:off x="4357261" y="286687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7" name="Freeform 911">
              <a:extLst>
                <a:ext uri="{FF2B5EF4-FFF2-40B4-BE49-F238E27FC236}">
                  <a16:creationId xmlns:a16="http://schemas.microsoft.com/office/drawing/2014/main" id="{315AC139-7F54-4ECD-8F73-B45F06CC2E90}"/>
                </a:ext>
              </a:extLst>
            </p:cNvPr>
            <p:cNvSpPr>
              <a:spLocks noEditPoints="1"/>
            </p:cNvSpPr>
            <p:nvPr userDrawn="1"/>
          </p:nvSpPr>
          <p:spPr bwMode="auto">
            <a:xfrm>
              <a:off x="3929788" y="28909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0 h 116"/>
                <a:gd name="T66" fmla="*/ 60 w 76"/>
                <a:gd name="T67" fmla="*/ 0 h 116"/>
                <a:gd name="T68" fmla="*/ 59 w 76"/>
                <a:gd name="T69" fmla="*/ 0 h 116"/>
                <a:gd name="T70" fmla="*/ 16 w 76"/>
                <a:gd name="T71" fmla="*/ 4 h 116"/>
                <a:gd name="T72" fmla="*/ 8 w 76"/>
                <a:gd name="T73" fmla="*/ 8 h 116"/>
                <a:gd name="T74" fmla="*/ 2 w 76"/>
                <a:gd name="T75" fmla="*/ 22 h 116"/>
                <a:gd name="T76" fmla="*/ 0 w 76"/>
                <a:gd name="T77" fmla="*/ 40 h 116"/>
                <a:gd name="T78" fmla="*/ 2 w 76"/>
                <a:gd name="T79" fmla="*/ 61 h 116"/>
                <a:gd name="T80" fmla="*/ 9 w 76"/>
                <a:gd name="T81" fmla="*/ 82 h 116"/>
                <a:gd name="T82" fmla="*/ 15 w 76"/>
                <a:gd name="T83" fmla="*/ 88 h 116"/>
                <a:gd name="T84" fmla="*/ 16 w 76"/>
                <a:gd name="T85" fmla="*/ 89 h 116"/>
                <a:gd name="T86" fmla="*/ 38 w 76"/>
                <a:gd name="T87" fmla="*/ 90 h 116"/>
                <a:gd name="T88" fmla="*/ 26 w 76"/>
                <a:gd name="T89" fmla="*/ 116 h 116"/>
                <a:gd name="T90" fmla="*/ 56 w 76"/>
                <a:gd name="T91" fmla="*/ 90 h 116"/>
                <a:gd name="T92" fmla="*/ 72 w 76"/>
                <a:gd name="T93" fmla="*/ 85 h 116"/>
                <a:gd name="T94" fmla="*/ 75 w 76"/>
                <a:gd name="T95" fmla="*/ 81 h 116"/>
                <a:gd name="T96" fmla="*/ 76 w 76"/>
                <a:gd name="T97" fmla="*/ 77 h 116"/>
                <a:gd name="T98" fmla="*/ 76 w 76"/>
                <a:gd name="T99" fmla="*/ 76 h 116"/>
                <a:gd name="T100" fmla="*/ 76 w 76"/>
                <a:gd name="T101" fmla="*/ 28 h 116"/>
                <a:gd name="T102" fmla="*/ 69 w 76"/>
                <a:gd name="T103" fmla="*/ 5 h 116"/>
                <a:gd name="T104" fmla="*/ 63 w 76"/>
                <a:gd name="T105" fmla="*/ 1 h 116"/>
                <a:gd name="T106" fmla="*/ 60 w 76"/>
                <a:gd name="T10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8" name="Freeform 912">
              <a:extLst>
                <a:ext uri="{FF2B5EF4-FFF2-40B4-BE49-F238E27FC236}">
                  <a16:creationId xmlns:a16="http://schemas.microsoft.com/office/drawing/2014/main" id="{CF12BD71-654E-4F4D-8B6B-4D85F806E7CF}"/>
                </a:ext>
              </a:extLst>
            </p:cNvPr>
            <p:cNvSpPr>
              <a:spLocks noEditPoints="1"/>
            </p:cNvSpPr>
            <p:nvPr userDrawn="1"/>
          </p:nvSpPr>
          <p:spPr bwMode="auto">
            <a:xfrm>
              <a:off x="3436087" y="3087635"/>
              <a:ext cx="114395" cy="174602"/>
            </a:xfrm>
            <a:custGeom>
              <a:avLst/>
              <a:gdLst>
                <a:gd name="T0" fmla="*/ 19 w 76"/>
                <a:gd name="T1" fmla="*/ 83 h 116"/>
                <a:gd name="T2" fmla="*/ 19 w 76"/>
                <a:gd name="T3" fmla="*/ 83 h 116"/>
                <a:gd name="T4" fmla="*/ 19 w 76"/>
                <a:gd name="T5" fmla="*/ 83 h 116"/>
                <a:gd name="T6" fmla="*/ 19 w 76"/>
                <a:gd name="T7" fmla="*/ 83 h 116"/>
                <a:gd name="T8" fmla="*/ 17 w 76"/>
                <a:gd name="T9" fmla="*/ 10 h 116"/>
                <a:gd name="T10" fmla="*/ 60 w 76"/>
                <a:gd name="T11" fmla="*/ 6 h 116"/>
                <a:gd name="T12" fmla="*/ 62 w 76"/>
                <a:gd name="T13" fmla="*/ 7 h 116"/>
                <a:gd name="T14" fmla="*/ 67 w 76"/>
                <a:gd name="T15" fmla="*/ 11 h 116"/>
                <a:gd name="T16" fmla="*/ 70 w 76"/>
                <a:gd name="T17" fmla="*/ 28 h 116"/>
                <a:gd name="T18" fmla="*/ 70 w 76"/>
                <a:gd name="T19" fmla="*/ 76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3 w 76"/>
                <a:gd name="T37" fmla="*/ 94 h 116"/>
                <a:gd name="T38" fmla="*/ 47 w 76"/>
                <a:gd name="T39" fmla="*/ 84 h 116"/>
                <a:gd name="T40" fmla="*/ 18 w 76"/>
                <a:gd name="T41" fmla="*/ 83 h 116"/>
                <a:gd name="T42" fmla="*/ 14 w 76"/>
                <a:gd name="T43" fmla="*/ 78 h 116"/>
                <a:gd name="T44" fmla="*/ 8 w 76"/>
                <a:gd name="T45" fmla="*/ 60 h 116"/>
                <a:gd name="T46" fmla="*/ 8 w 76"/>
                <a:gd name="T47" fmla="*/ 60 h 116"/>
                <a:gd name="T48" fmla="*/ 8 w 76"/>
                <a:gd name="T49" fmla="*/ 60 h 116"/>
                <a:gd name="T50" fmla="*/ 8 w 76"/>
                <a:gd name="T51" fmla="*/ 58 h 116"/>
                <a:gd name="T52" fmla="*/ 6 w 76"/>
                <a:gd name="T53" fmla="*/ 39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60 w 76"/>
                <a:gd name="T67" fmla="*/ 0 h 116"/>
                <a:gd name="T68" fmla="*/ 17 w 76"/>
                <a:gd name="T69" fmla="*/ 4 h 116"/>
                <a:gd name="T70" fmla="*/ 8 w 76"/>
                <a:gd name="T71" fmla="*/ 8 h 116"/>
                <a:gd name="T72" fmla="*/ 2 w 76"/>
                <a:gd name="T73" fmla="*/ 22 h 116"/>
                <a:gd name="T74" fmla="*/ 0 w 76"/>
                <a:gd name="T75" fmla="*/ 39 h 116"/>
                <a:gd name="T76" fmla="*/ 2 w 76"/>
                <a:gd name="T77" fmla="*/ 61 h 116"/>
                <a:gd name="T78" fmla="*/ 9 w 76"/>
                <a:gd name="T79" fmla="*/ 81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3 w 76"/>
                <a:gd name="T91" fmla="*/ 85 h 116"/>
                <a:gd name="T92" fmla="*/ 76 w 76"/>
                <a:gd name="T93" fmla="*/ 81 h 116"/>
                <a:gd name="T94" fmla="*/ 76 w 76"/>
                <a:gd name="T95" fmla="*/ 77 h 116"/>
                <a:gd name="T96" fmla="*/ 76 w 76"/>
                <a:gd name="T97" fmla="*/ 76 h 116"/>
                <a:gd name="T98" fmla="*/ 76 w 76"/>
                <a:gd name="T99" fmla="*/ 28 h 116"/>
                <a:gd name="T100" fmla="*/ 69 w 76"/>
                <a:gd name="T101" fmla="*/ 4 h 116"/>
                <a:gd name="T102" fmla="*/ 64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9" name="Freeform 913">
              <a:extLst>
                <a:ext uri="{FF2B5EF4-FFF2-40B4-BE49-F238E27FC236}">
                  <a16:creationId xmlns:a16="http://schemas.microsoft.com/office/drawing/2014/main" id="{E1AA9825-ECFE-4AC6-8534-626EC64D963D}"/>
                </a:ext>
              </a:extLst>
            </p:cNvPr>
            <p:cNvSpPr>
              <a:spLocks noEditPoints="1"/>
            </p:cNvSpPr>
            <p:nvPr userDrawn="1"/>
          </p:nvSpPr>
          <p:spPr bwMode="auto">
            <a:xfrm>
              <a:off x="3877608" y="3346527"/>
              <a:ext cx="114395" cy="174602"/>
            </a:xfrm>
            <a:custGeom>
              <a:avLst/>
              <a:gdLst>
                <a:gd name="T0" fmla="*/ 18 w 76"/>
                <a:gd name="T1" fmla="*/ 83 h 116"/>
                <a:gd name="T2" fmla="*/ 18 w 76"/>
                <a:gd name="T3" fmla="*/ 83 h 116"/>
                <a:gd name="T4" fmla="*/ 18 w 76"/>
                <a:gd name="T5" fmla="*/ 83 h 116"/>
                <a:gd name="T6" fmla="*/ 18 w 76"/>
                <a:gd name="T7" fmla="*/ 83 h 116"/>
                <a:gd name="T8" fmla="*/ 17 w 76"/>
                <a:gd name="T9" fmla="*/ 10 h 116"/>
                <a:gd name="T10" fmla="*/ 60 w 76"/>
                <a:gd name="T11" fmla="*/ 6 h 116"/>
                <a:gd name="T12" fmla="*/ 61 w 76"/>
                <a:gd name="T13" fmla="*/ 7 h 116"/>
                <a:gd name="T14" fmla="*/ 67 w 76"/>
                <a:gd name="T15" fmla="*/ 11 h 116"/>
                <a:gd name="T16" fmla="*/ 70 w 76"/>
                <a:gd name="T17" fmla="*/ 28 h 116"/>
                <a:gd name="T18" fmla="*/ 70 w 76"/>
                <a:gd name="T19" fmla="*/ 77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2 w 76"/>
                <a:gd name="T37" fmla="*/ 94 h 116"/>
                <a:gd name="T38" fmla="*/ 47 w 76"/>
                <a:gd name="T39" fmla="*/ 84 h 116"/>
                <a:gd name="T40" fmla="*/ 18 w 76"/>
                <a:gd name="T41" fmla="*/ 83 h 116"/>
                <a:gd name="T42" fmla="*/ 13 w 76"/>
                <a:gd name="T43" fmla="*/ 78 h 116"/>
                <a:gd name="T44" fmla="*/ 8 w 76"/>
                <a:gd name="T45" fmla="*/ 60 h 116"/>
                <a:gd name="T46" fmla="*/ 8 w 76"/>
                <a:gd name="T47" fmla="*/ 60 h 116"/>
                <a:gd name="T48" fmla="*/ 7 w 76"/>
                <a:gd name="T49" fmla="*/ 60 h 116"/>
                <a:gd name="T50" fmla="*/ 7 w 76"/>
                <a:gd name="T51" fmla="*/ 59 h 116"/>
                <a:gd name="T52" fmla="*/ 6 w 76"/>
                <a:gd name="T53" fmla="*/ 40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59 w 76"/>
                <a:gd name="T67" fmla="*/ 0 h 116"/>
                <a:gd name="T68" fmla="*/ 16 w 76"/>
                <a:gd name="T69" fmla="*/ 4 h 116"/>
                <a:gd name="T70" fmla="*/ 8 w 76"/>
                <a:gd name="T71" fmla="*/ 8 h 116"/>
                <a:gd name="T72" fmla="*/ 2 w 76"/>
                <a:gd name="T73" fmla="*/ 22 h 116"/>
                <a:gd name="T74" fmla="*/ 0 w 76"/>
                <a:gd name="T75" fmla="*/ 40 h 116"/>
                <a:gd name="T76" fmla="*/ 2 w 76"/>
                <a:gd name="T77" fmla="*/ 61 h 116"/>
                <a:gd name="T78" fmla="*/ 9 w 76"/>
                <a:gd name="T79" fmla="*/ 82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0" name="Freeform 914">
              <a:extLst>
                <a:ext uri="{FF2B5EF4-FFF2-40B4-BE49-F238E27FC236}">
                  <a16:creationId xmlns:a16="http://schemas.microsoft.com/office/drawing/2014/main" id="{1C4A3943-5358-420E-8D76-ADB96B264B2E}"/>
                </a:ext>
              </a:extLst>
            </p:cNvPr>
            <p:cNvSpPr>
              <a:spLocks noEditPoints="1"/>
            </p:cNvSpPr>
            <p:nvPr userDrawn="1"/>
          </p:nvSpPr>
          <p:spPr bwMode="auto">
            <a:xfrm>
              <a:off x="3064809" y="3288326"/>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1" name="Freeform 915">
              <a:extLst>
                <a:ext uri="{FF2B5EF4-FFF2-40B4-BE49-F238E27FC236}">
                  <a16:creationId xmlns:a16="http://schemas.microsoft.com/office/drawing/2014/main" id="{3048BCDA-6FBB-44D1-A5D4-E4FA5A58A1FF}"/>
                </a:ext>
              </a:extLst>
            </p:cNvPr>
            <p:cNvSpPr>
              <a:spLocks noEditPoints="1"/>
            </p:cNvSpPr>
            <p:nvPr userDrawn="1"/>
          </p:nvSpPr>
          <p:spPr bwMode="auto">
            <a:xfrm>
              <a:off x="3929788" y="3480990"/>
              <a:ext cx="367266" cy="146505"/>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69 w 244"/>
                <a:gd name="T63" fmla="*/ 18 h 98"/>
                <a:gd name="T64" fmla="*/ 69 w 244"/>
                <a:gd name="T65" fmla="*/ 18 h 98"/>
                <a:gd name="T66" fmla="*/ 68 w 244"/>
                <a:gd name="T67" fmla="*/ 19 h 98"/>
                <a:gd name="T68" fmla="*/ 63 w 244"/>
                <a:gd name="T69" fmla="*/ 34 h 98"/>
                <a:gd name="T70" fmla="*/ 67 w 244"/>
                <a:gd name="T71" fmla="*/ 51 h 98"/>
                <a:gd name="T72" fmla="*/ 72 w 244"/>
                <a:gd name="T73" fmla="*/ 65 h 98"/>
                <a:gd name="T74" fmla="*/ 71 w 244"/>
                <a:gd name="T75" fmla="*/ 69 h 98"/>
                <a:gd name="T76" fmla="*/ 68 w 244"/>
                <a:gd name="T77" fmla="*/ 72 h 98"/>
                <a:gd name="T78" fmla="*/ 67 w 244"/>
                <a:gd name="T79" fmla="*/ 72 h 98"/>
                <a:gd name="T80" fmla="*/ 67 w 244"/>
                <a:gd name="T81" fmla="*/ 72 h 98"/>
                <a:gd name="T82" fmla="*/ 0 w 244"/>
                <a:gd name="T83" fmla="*/ 74 h 98"/>
                <a:gd name="T84" fmla="*/ 17 w 244"/>
                <a:gd name="T85" fmla="*/ 79 h 98"/>
                <a:gd name="T86" fmla="*/ 136 w 244"/>
                <a:gd name="T87" fmla="*/ 98 h 98"/>
                <a:gd name="T88" fmla="*/ 151 w 244"/>
                <a:gd name="T89" fmla="*/ 98 h 98"/>
                <a:gd name="T90" fmla="*/ 157 w 244"/>
                <a:gd name="T91" fmla="*/ 98 h 98"/>
                <a:gd name="T92" fmla="*/ 222 w 244"/>
                <a:gd name="T93" fmla="*/ 86 h 98"/>
                <a:gd name="T94" fmla="*/ 239 w 244"/>
                <a:gd name="T95" fmla="*/ 74 h 98"/>
                <a:gd name="T96" fmla="*/ 239 w 244"/>
                <a:gd name="T97" fmla="*/ 73 h 98"/>
                <a:gd name="T98" fmla="*/ 239 w 244"/>
                <a:gd name="T99" fmla="*/ 73 h 98"/>
                <a:gd name="T100" fmla="*/ 244 w 244"/>
                <a:gd name="T101" fmla="*/ 44 h 98"/>
                <a:gd name="T102" fmla="*/ 234 w 244"/>
                <a:gd name="T103" fmla="*/ 14 h 98"/>
                <a:gd name="T104" fmla="*/ 223 w 244"/>
                <a:gd name="T105" fmla="*/ 7 h 98"/>
                <a:gd name="T106" fmla="*/ 222 w 244"/>
                <a:gd name="T107" fmla="*/ 7 h 98"/>
                <a:gd name="T108" fmla="*/ 222 w 244"/>
                <a:gd name="T109" fmla="*/ 7 h 98"/>
                <a:gd name="T110" fmla="*/ 156 w 244"/>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2" name="Freeform 916">
              <a:extLst>
                <a:ext uri="{FF2B5EF4-FFF2-40B4-BE49-F238E27FC236}">
                  <a16:creationId xmlns:a16="http://schemas.microsoft.com/office/drawing/2014/main" id="{28EF20C1-98CB-4E04-855F-32A05CAD071D}"/>
                </a:ext>
              </a:extLst>
            </p:cNvPr>
            <p:cNvSpPr>
              <a:spLocks noEditPoints="1"/>
            </p:cNvSpPr>
            <p:nvPr userDrawn="1"/>
          </p:nvSpPr>
          <p:spPr bwMode="auto">
            <a:xfrm>
              <a:off x="4939266" y="2858847"/>
              <a:ext cx="297023" cy="118408"/>
            </a:xfrm>
            <a:custGeom>
              <a:avLst/>
              <a:gdLst>
                <a:gd name="T0" fmla="*/ 142 w 198"/>
                <a:gd name="T1" fmla="*/ 41 h 79"/>
                <a:gd name="T2" fmla="*/ 142 w 198"/>
                <a:gd name="T3" fmla="*/ 41 h 79"/>
                <a:gd name="T4" fmla="*/ 141 w 198"/>
                <a:gd name="T5" fmla="*/ 57 h 79"/>
                <a:gd name="T6" fmla="*/ 141 w 198"/>
                <a:gd name="T7" fmla="*/ 57 h 79"/>
                <a:gd name="T8" fmla="*/ 19 w 198"/>
                <a:gd name="T9" fmla="*/ 10 h 79"/>
                <a:gd name="T10" fmla="*/ 71 w 198"/>
                <a:gd name="T11" fmla="*/ 6 h 79"/>
                <a:gd name="T12" fmla="*/ 133 w 198"/>
                <a:gd name="T13" fmla="*/ 17 h 79"/>
                <a:gd name="T14" fmla="*/ 136 w 198"/>
                <a:gd name="T15" fmla="*/ 19 h 79"/>
                <a:gd name="T16" fmla="*/ 138 w 198"/>
                <a:gd name="T17" fmla="*/ 35 h 79"/>
                <a:gd name="T18" fmla="*/ 136 w 198"/>
                <a:gd name="T19" fmla="*/ 38 h 79"/>
                <a:gd name="T20" fmla="*/ 136 w 198"/>
                <a:gd name="T21" fmla="*/ 38 h 79"/>
                <a:gd name="T22" fmla="*/ 136 w 198"/>
                <a:gd name="T23" fmla="*/ 38 h 79"/>
                <a:gd name="T24" fmla="*/ 132 w 198"/>
                <a:gd name="T25" fmla="*/ 52 h 79"/>
                <a:gd name="T26" fmla="*/ 138 w 198"/>
                <a:gd name="T27" fmla="*/ 62 h 79"/>
                <a:gd name="T28" fmla="*/ 141 w 198"/>
                <a:gd name="T29" fmla="*/ 63 h 79"/>
                <a:gd name="T30" fmla="*/ 86 w 198"/>
                <a:gd name="T31" fmla="*/ 73 h 79"/>
                <a:gd name="T32" fmla="*/ 75 w 198"/>
                <a:gd name="T33" fmla="*/ 73 h 79"/>
                <a:gd name="T34" fmla="*/ 74 w 198"/>
                <a:gd name="T35" fmla="*/ 73 h 79"/>
                <a:gd name="T36" fmla="*/ 70 w 198"/>
                <a:gd name="T37" fmla="*/ 73 h 79"/>
                <a:gd name="T38" fmla="*/ 11 w 198"/>
                <a:gd name="T39" fmla="*/ 58 h 79"/>
                <a:gd name="T40" fmla="*/ 9 w 198"/>
                <a:gd name="T41" fmla="*/ 56 h 79"/>
                <a:gd name="T42" fmla="*/ 13 w 198"/>
                <a:gd name="T43" fmla="*/ 15 h 79"/>
                <a:gd name="T44" fmla="*/ 19 w 198"/>
                <a:gd name="T45" fmla="*/ 11 h 79"/>
                <a:gd name="T46" fmla="*/ 71 w 198"/>
                <a:gd name="T47" fmla="*/ 0 h 79"/>
                <a:gd name="T48" fmla="*/ 18 w 198"/>
                <a:gd name="T49" fmla="*/ 5 h 79"/>
                <a:gd name="T50" fmla="*/ 17 w 198"/>
                <a:gd name="T51" fmla="*/ 5 h 79"/>
                <a:gd name="T52" fmla="*/ 0 w 198"/>
                <a:gd name="T53" fmla="*/ 35 h 79"/>
                <a:gd name="T54" fmla="*/ 4 w 198"/>
                <a:gd name="T55" fmla="*/ 59 h 79"/>
                <a:gd name="T56" fmla="*/ 18 w 198"/>
                <a:gd name="T57" fmla="*/ 69 h 79"/>
                <a:gd name="T58" fmla="*/ 70 w 198"/>
                <a:gd name="T59" fmla="*/ 79 h 79"/>
                <a:gd name="T60" fmla="*/ 86 w 198"/>
                <a:gd name="T61" fmla="*/ 79 h 79"/>
                <a:gd name="T62" fmla="*/ 198 w 198"/>
                <a:gd name="T63" fmla="*/ 59 h 79"/>
                <a:gd name="T64" fmla="*/ 140 w 198"/>
                <a:gd name="T65" fmla="*/ 56 h 79"/>
                <a:gd name="T66" fmla="*/ 138 w 198"/>
                <a:gd name="T67" fmla="*/ 52 h 79"/>
                <a:gd name="T68" fmla="*/ 145 w 198"/>
                <a:gd name="T69" fmla="*/ 27 h 79"/>
                <a:gd name="T70" fmla="*/ 141 w 198"/>
                <a:gd name="T71" fmla="*/ 14 h 79"/>
                <a:gd name="T72" fmla="*/ 138 w 198"/>
                <a:gd name="T73" fmla="*/ 17 h 79"/>
                <a:gd name="T74" fmla="*/ 138 w 198"/>
                <a:gd name="T75" fmla="*/ 17 h 79"/>
                <a:gd name="T76" fmla="*/ 71 w 198"/>
                <a:gd name="T7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3" name="Freeform 917">
              <a:extLst>
                <a:ext uri="{FF2B5EF4-FFF2-40B4-BE49-F238E27FC236}">
                  <a16:creationId xmlns:a16="http://schemas.microsoft.com/office/drawing/2014/main" id="{CE5EAE49-89BD-494E-818B-721FF1FCAA3F}"/>
                </a:ext>
              </a:extLst>
            </p:cNvPr>
            <p:cNvSpPr>
              <a:spLocks noEditPoints="1"/>
            </p:cNvSpPr>
            <p:nvPr userDrawn="1"/>
          </p:nvSpPr>
          <p:spPr bwMode="auto">
            <a:xfrm>
              <a:off x="3369860" y="19055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4" name="Freeform 918">
              <a:extLst>
                <a:ext uri="{FF2B5EF4-FFF2-40B4-BE49-F238E27FC236}">
                  <a16:creationId xmlns:a16="http://schemas.microsoft.com/office/drawing/2014/main" id="{A23FB485-7BB9-4463-A001-7120A7C8DA1D}"/>
                </a:ext>
              </a:extLst>
            </p:cNvPr>
            <p:cNvSpPr>
              <a:spLocks noEditPoints="1"/>
            </p:cNvSpPr>
            <p:nvPr userDrawn="1"/>
          </p:nvSpPr>
          <p:spPr bwMode="auto">
            <a:xfrm>
              <a:off x="3036712" y="3085628"/>
              <a:ext cx="415432" cy="168581"/>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6"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5" name="Freeform 919">
              <a:extLst>
                <a:ext uri="{FF2B5EF4-FFF2-40B4-BE49-F238E27FC236}">
                  <a16:creationId xmlns:a16="http://schemas.microsoft.com/office/drawing/2014/main" id="{32F91F02-B100-41B7-9AC4-E7155EF5440B}"/>
                </a:ext>
              </a:extLst>
            </p:cNvPr>
            <p:cNvSpPr>
              <a:spLocks/>
            </p:cNvSpPr>
            <p:nvPr userDrawn="1"/>
          </p:nvSpPr>
          <p:spPr bwMode="auto">
            <a:xfrm>
              <a:off x="3068823" y="3099676"/>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6" name="Freeform 920">
              <a:extLst>
                <a:ext uri="{FF2B5EF4-FFF2-40B4-BE49-F238E27FC236}">
                  <a16:creationId xmlns:a16="http://schemas.microsoft.com/office/drawing/2014/main" id="{46873219-C42A-4698-8FFF-82B8D5CB4D87}"/>
                </a:ext>
              </a:extLst>
            </p:cNvPr>
            <p:cNvSpPr>
              <a:spLocks noEditPoints="1"/>
            </p:cNvSpPr>
            <p:nvPr userDrawn="1"/>
          </p:nvSpPr>
          <p:spPr bwMode="auto">
            <a:xfrm>
              <a:off x="3833456" y="3103690"/>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3 w 245"/>
                <a:gd name="T39" fmla="*/ 141 h 161"/>
                <a:gd name="T40" fmla="*/ 203 w 245"/>
                <a:gd name="T41" fmla="*/ 141 h 161"/>
                <a:gd name="T42" fmla="*/ 202 w 245"/>
                <a:gd name="T43" fmla="*/ 141 h 161"/>
                <a:gd name="T44" fmla="*/ 111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2 w 245"/>
                <a:gd name="T105" fmla="*/ 84 h 161"/>
                <a:gd name="T106" fmla="*/ 158 w 245"/>
                <a:gd name="T107" fmla="*/ 73 h 161"/>
                <a:gd name="T108" fmla="*/ 158 w 245"/>
                <a:gd name="T109" fmla="*/ 69 h 161"/>
                <a:gd name="T110" fmla="*/ 157 w 245"/>
                <a:gd name="T111" fmla="*/ 68 h 161"/>
                <a:gd name="T112" fmla="*/ 157 w 245"/>
                <a:gd name="T113" fmla="*/ 68 h 161"/>
                <a:gd name="T114" fmla="*/ 136 w 245"/>
                <a:gd name="T115" fmla="*/ 16 h 161"/>
                <a:gd name="T116" fmla="*/ 136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7" name="Freeform 921">
              <a:extLst>
                <a:ext uri="{FF2B5EF4-FFF2-40B4-BE49-F238E27FC236}">
                  <a16:creationId xmlns:a16="http://schemas.microsoft.com/office/drawing/2014/main" id="{7B157E07-ED5E-4E68-ADAA-B34597A9C109}"/>
                </a:ext>
              </a:extLst>
            </p:cNvPr>
            <p:cNvSpPr>
              <a:spLocks/>
            </p:cNvSpPr>
            <p:nvPr userDrawn="1"/>
          </p:nvSpPr>
          <p:spPr bwMode="auto">
            <a:xfrm>
              <a:off x="3857539" y="3143828"/>
              <a:ext cx="14049" cy="20069"/>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8" name="Freeform 922">
              <a:extLst>
                <a:ext uri="{FF2B5EF4-FFF2-40B4-BE49-F238E27FC236}">
                  <a16:creationId xmlns:a16="http://schemas.microsoft.com/office/drawing/2014/main" id="{07AC4A60-5525-4564-8628-A4D2DCCE1E6C}"/>
                </a:ext>
              </a:extLst>
            </p:cNvPr>
            <p:cNvSpPr>
              <a:spLocks noEditPoints="1"/>
            </p:cNvSpPr>
            <p:nvPr userDrawn="1"/>
          </p:nvSpPr>
          <p:spPr bwMode="auto">
            <a:xfrm>
              <a:off x="4206742" y="3585349"/>
              <a:ext cx="531833" cy="349203"/>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9" name="Freeform 923">
              <a:extLst>
                <a:ext uri="{FF2B5EF4-FFF2-40B4-BE49-F238E27FC236}">
                  <a16:creationId xmlns:a16="http://schemas.microsoft.com/office/drawing/2014/main" id="{68F1E2A0-D6AE-445F-B9B6-0F247851F356}"/>
                </a:ext>
              </a:extLst>
            </p:cNvPr>
            <p:cNvSpPr>
              <a:spLocks noEditPoints="1"/>
            </p:cNvSpPr>
            <p:nvPr userDrawn="1"/>
          </p:nvSpPr>
          <p:spPr bwMode="auto">
            <a:xfrm>
              <a:off x="4549925" y="2989297"/>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4 w 170"/>
                <a:gd name="T61" fmla="*/ 86 h 133"/>
                <a:gd name="T62" fmla="*/ 37 w 170"/>
                <a:gd name="T63" fmla="*/ 92 h 133"/>
                <a:gd name="T64" fmla="*/ 43 w 170"/>
                <a:gd name="T65" fmla="*/ 133 h 133"/>
                <a:gd name="T66" fmla="*/ 56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2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0" name="Freeform 924">
              <a:extLst>
                <a:ext uri="{FF2B5EF4-FFF2-40B4-BE49-F238E27FC236}">
                  <a16:creationId xmlns:a16="http://schemas.microsoft.com/office/drawing/2014/main" id="{DED6F4F0-457E-46A8-9DD6-2E4D2B1BF12B}"/>
                </a:ext>
              </a:extLst>
            </p:cNvPr>
            <p:cNvSpPr>
              <a:spLocks noEditPoints="1"/>
            </p:cNvSpPr>
            <p:nvPr userDrawn="1"/>
          </p:nvSpPr>
          <p:spPr bwMode="auto">
            <a:xfrm>
              <a:off x="5521270" y="3360575"/>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9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9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1" name="Freeform 925">
              <a:extLst>
                <a:ext uri="{FF2B5EF4-FFF2-40B4-BE49-F238E27FC236}">
                  <a16:creationId xmlns:a16="http://schemas.microsoft.com/office/drawing/2014/main" id="{72FC4FC5-850F-4D61-9254-AA84B3B83B66}"/>
                </a:ext>
              </a:extLst>
            </p:cNvPr>
            <p:cNvSpPr>
              <a:spLocks/>
            </p:cNvSpPr>
            <p:nvPr userDrawn="1"/>
          </p:nvSpPr>
          <p:spPr bwMode="auto">
            <a:xfrm>
              <a:off x="5585492" y="3559260"/>
              <a:ext cx="2008" cy="2008"/>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2" name="Freeform 926">
              <a:extLst>
                <a:ext uri="{FF2B5EF4-FFF2-40B4-BE49-F238E27FC236}">
                  <a16:creationId xmlns:a16="http://schemas.microsoft.com/office/drawing/2014/main" id="{0D1AA5A8-6CCE-4742-B6C4-46AFBF4627F3}"/>
                </a:ext>
              </a:extLst>
            </p:cNvPr>
            <p:cNvSpPr>
              <a:spLocks noEditPoints="1"/>
            </p:cNvSpPr>
            <p:nvPr userDrawn="1"/>
          </p:nvSpPr>
          <p:spPr bwMode="auto">
            <a:xfrm>
              <a:off x="4272971" y="2130338"/>
              <a:ext cx="282975" cy="244843"/>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9 w 188"/>
                <a:gd name="T89" fmla="*/ 58 h 162"/>
                <a:gd name="T90" fmla="*/ 164 w 188"/>
                <a:gd name="T91" fmla="*/ 36 h 162"/>
                <a:gd name="T92" fmla="*/ 123 w 188"/>
                <a:gd name="T93" fmla="*/ 5 h 162"/>
                <a:gd name="T94" fmla="*/ 82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9" y="58"/>
                    <a:pt x="169"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3" name="Freeform 927">
              <a:extLst>
                <a:ext uri="{FF2B5EF4-FFF2-40B4-BE49-F238E27FC236}">
                  <a16:creationId xmlns:a16="http://schemas.microsoft.com/office/drawing/2014/main" id="{FB3715FC-1D5F-442C-87AB-85CBED41B0BF}"/>
                </a:ext>
              </a:extLst>
            </p:cNvPr>
            <p:cNvSpPr>
              <a:spLocks noEditPoints="1"/>
            </p:cNvSpPr>
            <p:nvPr userDrawn="1"/>
          </p:nvSpPr>
          <p:spPr bwMode="auto">
            <a:xfrm>
              <a:off x="2882179" y="1670754"/>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09 w 130"/>
                <a:gd name="T21" fmla="*/ 66 h 112"/>
                <a:gd name="T22" fmla="*/ 97 w 130"/>
                <a:gd name="T23" fmla="*/ 76 h 112"/>
                <a:gd name="T24" fmla="*/ 92 w 130"/>
                <a:gd name="T25" fmla="*/ 92 h 112"/>
                <a:gd name="T26" fmla="*/ 79 w 130"/>
                <a:gd name="T27" fmla="*/ 91 h 112"/>
                <a:gd name="T28" fmla="*/ 67 w 130"/>
                <a:gd name="T29" fmla="*/ 91 h 112"/>
                <a:gd name="T30" fmla="*/ 34 w 130"/>
                <a:gd name="T31" fmla="*/ 93 h 112"/>
                <a:gd name="T32" fmla="*/ 21 w 130"/>
                <a:gd name="T33" fmla="*/ 75 h 112"/>
                <a:gd name="T34" fmla="*/ 8 w 130"/>
                <a:gd name="T35" fmla="*/ 71 h 112"/>
                <a:gd name="T36" fmla="*/ 16 w 130"/>
                <a:gd name="T37" fmla="*/ 56 h 112"/>
                <a:gd name="T38" fmla="*/ 16 w 130"/>
                <a:gd name="T39" fmla="*/ 25 h 112"/>
                <a:gd name="T40" fmla="*/ 44 w 130"/>
                <a:gd name="T41" fmla="*/ 20 h 112"/>
                <a:gd name="T42" fmla="*/ 54 w 130"/>
                <a:gd name="T43" fmla="*/ 0 h 112"/>
                <a:gd name="T44" fmla="*/ 41 w 130"/>
                <a:gd name="T45" fmla="*/ 9 h 112"/>
                <a:gd name="T46" fmla="*/ 41 w 130"/>
                <a:gd name="T47" fmla="*/ 14 h 112"/>
                <a:gd name="T48" fmla="*/ 37 w 130"/>
                <a:gd name="T49" fmla="*/ 16 h 112"/>
                <a:gd name="T50" fmla="*/ 26 w 130"/>
                <a:gd name="T51" fmla="*/ 13 h 112"/>
                <a:gd name="T52" fmla="*/ 8 w 130"/>
                <a:gd name="T53" fmla="*/ 33 h 112"/>
                <a:gd name="T54" fmla="*/ 13 w 130"/>
                <a:gd name="T55" fmla="*/ 49 h 112"/>
                <a:gd name="T56" fmla="*/ 4 w 130"/>
                <a:gd name="T57" fmla="*/ 56 h 112"/>
                <a:gd name="T58" fmla="*/ 2 w 130"/>
                <a:gd name="T59" fmla="*/ 57 h 112"/>
                <a:gd name="T60" fmla="*/ 10 w 130"/>
                <a:gd name="T61" fmla="*/ 81 h 112"/>
                <a:gd name="T62" fmla="*/ 21 w 130"/>
                <a:gd name="T63" fmla="*/ 81 h 112"/>
                <a:gd name="T64" fmla="*/ 28 w 130"/>
                <a:gd name="T65" fmla="*/ 93 h 112"/>
                <a:gd name="T66" fmla="*/ 28 w 130"/>
                <a:gd name="T67" fmla="*/ 96 h 112"/>
                <a:gd name="T68" fmla="*/ 64 w 130"/>
                <a:gd name="T69" fmla="*/ 104 h 112"/>
                <a:gd name="T70" fmla="*/ 74 w 130"/>
                <a:gd name="T71" fmla="*/ 94 h 112"/>
                <a:gd name="T72" fmla="*/ 75 w 130"/>
                <a:gd name="T73" fmla="*/ 96 h 112"/>
                <a:gd name="T74" fmla="*/ 85 w 130"/>
                <a:gd name="T75" fmla="*/ 100 h 112"/>
                <a:gd name="T76" fmla="*/ 100 w 130"/>
                <a:gd name="T77" fmla="*/ 92 h 112"/>
                <a:gd name="T78" fmla="*/ 123 w 130"/>
                <a:gd name="T79" fmla="*/ 110 h 112"/>
                <a:gd name="T80" fmla="*/ 128 w 130"/>
                <a:gd name="T81" fmla="*/ 111 h 112"/>
                <a:gd name="T82" fmla="*/ 129 w 130"/>
                <a:gd name="T83" fmla="*/ 107 h 112"/>
                <a:gd name="T84" fmla="*/ 113 w 130"/>
                <a:gd name="T85" fmla="*/ 71 h 112"/>
                <a:gd name="T86" fmla="*/ 130 w 130"/>
                <a:gd name="T87" fmla="*/ 51 h 112"/>
                <a:gd name="T88" fmla="*/ 120 w 130"/>
                <a:gd name="T89" fmla="*/ 39 h 112"/>
                <a:gd name="T90" fmla="*/ 111 w 130"/>
                <a:gd name="T91" fmla="*/ 37 h 112"/>
                <a:gd name="T92" fmla="*/ 109 w 130"/>
                <a:gd name="T93" fmla="*/ 14 h 112"/>
                <a:gd name="T94" fmla="*/ 68 w 130"/>
                <a:gd name="T95" fmla="*/ 8 h 112"/>
                <a:gd name="T96" fmla="*/ 54 w 130"/>
                <a:gd name="T9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5" y="63"/>
                    <a:pt x="112" y="64"/>
                    <a:pt x="109" y="66"/>
                  </a:cubicBezTo>
                  <a:cubicBezTo>
                    <a:pt x="106" y="68"/>
                    <a:pt x="105" y="72"/>
                    <a:pt x="105" y="75"/>
                  </a:cubicBezTo>
                  <a:cubicBezTo>
                    <a:pt x="105" y="78"/>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2"/>
                    <a:pt x="8" y="71"/>
                  </a:cubicBezTo>
                  <a:cubicBezTo>
                    <a:pt x="7" y="70"/>
                    <a:pt x="6" y="69"/>
                    <a:pt x="6" y="66"/>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19"/>
                    <a:pt x="46" y="19"/>
                    <a:pt x="47" y="17"/>
                  </a:cubicBezTo>
                  <a:cubicBezTo>
                    <a:pt x="47" y="16"/>
                    <a:pt x="48" y="15"/>
                    <a:pt x="48" y="14"/>
                  </a:cubicBezTo>
                  <a:cubicBezTo>
                    <a:pt x="48" y="13"/>
                    <a:pt x="47" y="12"/>
                    <a:pt x="47" y="11"/>
                  </a:cubicBezTo>
                  <a:moveTo>
                    <a:pt x="54" y="0"/>
                  </a:moveTo>
                  <a:cubicBezTo>
                    <a:pt x="54" y="0"/>
                    <a:pt x="54" y="0"/>
                    <a:pt x="54" y="0"/>
                  </a:cubicBezTo>
                  <a:cubicBezTo>
                    <a:pt x="52" y="0"/>
                    <a:pt x="50" y="0"/>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4"/>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4"/>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6"/>
                  </a:cubicBezTo>
                  <a:cubicBezTo>
                    <a:pt x="0" y="70"/>
                    <a:pt x="1" y="73"/>
                    <a:pt x="3" y="75"/>
                  </a:cubicBezTo>
                  <a:cubicBezTo>
                    <a:pt x="5" y="78"/>
                    <a:pt x="8" y="80"/>
                    <a:pt x="10" y="81"/>
                  </a:cubicBezTo>
                  <a:cubicBezTo>
                    <a:pt x="13" y="81"/>
                    <a:pt x="14" y="82"/>
                    <a:pt x="15" y="82"/>
                  </a:cubicBezTo>
                  <a:cubicBezTo>
                    <a:pt x="15" y="82"/>
                    <a:pt x="15" y="82"/>
                    <a:pt x="15" y="82"/>
                  </a:cubicBezTo>
                  <a:cubicBezTo>
                    <a:pt x="16" y="81"/>
                    <a:pt x="16" y="81"/>
                    <a:pt x="16" y="81"/>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6"/>
                    <a:pt x="118" y="106"/>
                    <a:pt x="118" y="106"/>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1"/>
                    <a:pt x="128" y="111"/>
                  </a:cubicBezTo>
                  <a:cubicBezTo>
                    <a:pt x="129" y="110"/>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8"/>
                    <a:pt x="119" y="68"/>
                  </a:cubicBezTo>
                  <a:cubicBezTo>
                    <a:pt x="121" y="68"/>
                    <a:pt x="123" y="67"/>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7" y="39"/>
                    <a:pt x="116" y="39"/>
                  </a:cubicBezTo>
                  <a:cubicBezTo>
                    <a:pt x="113" y="39"/>
                    <a:pt x="111" y="38"/>
                    <a:pt x="111" y="37"/>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0"/>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4" name="Freeform 928">
              <a:extLst>
                <a:ext uri="{FF2B5EF4-FFF2-40B4-BE49-F238E27FC236}">
                  <a16:creationId xmlns:a16="http://schemas.microsoft.com/office/drawing/2014/main" id="{8F3EC240-2F7D-4E84-86E9-64DA0950B123}"/>
                </a:ext>
              </a:extLst>
            </p:cNvPr>
            <p:cNvSpPr>
              <a:spLocks noEditPoints="1"/>
            </p:cNvSpPr>
            <p:nvPr userDrawn="1"/>
          </p:nvSpPr>
          <p:spPr bwMode="auto">
            <a:xfrm>
              <a:off x="4983418" y="2172482"/>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8 w 188"/>
                <a:gd name="T91" fmla="*/ 140 h 162"/>
                <a:gd name="T92" fmla="*/ 79 w 188"/>
                <a:gd name="T93" fmla="*/ 138 h 162"/>
                <a:gd name="T94" fmla="*/ 94 w 188"/>
                <a:gd name="T95" fmla="*/ 149 h 162"/>
                <a:gd name="T96" fmla="*/ 113 w 188"/>
                <a:gd name="T97" fmla="*/ 154 h 162"/>
                <a:gd name="T98" fmla="*/ 147 w 188"/>
                <a:gd name="T99" fmla="*/ 140 h 162"/>
                <a:gd name="T100" fmla="*/ 147 w 188"/>
                <a:gd name="T101" fmla="*/ 133 h 162"/>
                <a:gd name="T102" fmla="*/ 159 w 188"/>
                <a:gd name="T103" fmla="*/ 117 h 162"/>
                <a:gd name="T104" fmla="*/ 168 w 188"/>
                <a:gd name="T105" fmla="*/ 118 h 162"/>
                <a:gd name="T106" fmla="*/ 188 w 188"/>
                <a:gd name="T107" fmla="*/ 97 h 162"/>
                <a:gd name="T108" fmla="*/ 183 w 188"/>
                <a:gd name="T109" fmla="*/ 83 h 162"/>
                <a:gd name="T110" fmla="*/ 171 w 188"/>
                <a:gd name="T111" fmla="*/ 77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5" name="Freeform 929">
              <a:extLst>
                <a:ext uri="{FF2B5EF4-FFF2-40B4-BE49-F238E27FC236}">
                  <a16:creationId xmlns:a16="http://schemas.microsoft.com/office/drawing/2014/main" id="{2ABFB50B-62D3-4051-8EE0-A21714FCA0C4}"/>
                </a:ext>
              </a:extLst>
            </p:cNvPr>
            <p:cNvSpPr>
              <a:spLocks noEditPoints="1"/>
            </p:cNvSpPr>
            <p:nvPr userDrawn="1"/>
          </p:nvSpPr>
          <p:spPr bwMode="auto">
            <a:xfrm>
              <a:off x="4413455" y="3272271"/>
              <a:ext cx="282975" cy="242837"/>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50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5 w 188"/>
                <a:gd name="T35" fmla="*/ 63 h 162"/>
                <a:gd name="T36" fmla="*/ 32 w 188"/>
                <a:gd name="T37" fmla="*/ 40 h 162"/>
                <a:gd name="T38" fmla="*/ 64 w 188"/>
                <a:gd name="T39" fmla="*/ 10 h 162"/>
                <a:gd name="T40" fmla="*/ 94 w 188"/>
                <a:gd name="T41" fmla="*/ 24 h 162"/>
                <a:gd name="T42" fmla="*/ 98 w 188"/>
                <a:gd name="T43" fmla="*/ 28 h 162"/>
                <a:gd name="T44" fmla="*/ 99 w 188"/>
                <a:gd name="T45" fmla="*/ 8 h 162"/>
                <a:gd name="T46" fmla="*/ 64 w 188"/>
                <a:gd name="T47" fmla="*/ 4 h 162"/>
                <a:gd name="T48" fmla="*/ 27 w 188"/>
                <a:gd name="T49" fmla="*/ 44 h 162"/>
                <a:gd name="T50" fmla="*/ 15 w 188"/>
                <a:gd name="T51" fmla="*/ 57 h 162"/>
                <a:gd name="T52" fmla="*/ 7 w 188"/>
                <a:gd name="T53" fmla="*/ 59 h 162"/>
                <a:gd name="T54" fmla="*/ 8 w 188"/>
                <a:gd name="T55" fmla="*/ 95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79 w 188"/>
                <a:gd name="T71" fmla="*/ 138 h 162"/>
                <a:gd name="T72" fmla="*/ 94 w 188"/>
                <a:gd name="T73" fmla="*/ 150 h 162"/>
                <a:gd name="T74" fmla="*/ 146 w 188"/>
                <a:gd name="T75" fmla="*/ 140 h 162"/>
                <a:gd name="T76" fmla="*/ 147 w 188"/>
                <a:gd name="T77" fmla="*/ 132 h 162"/>
                <a:gd name="T78" fmla="*/ 159 w 188"/>
                <a:gd name="T79" fmla="*/ 116 h 162"/>
                <a:gd name="T80" fmla="*/ 178 w 188"/>
                <a:gd name="T81" fmla="*/ 114 h 162"/>
                <a:gd name="T82" fmla="*/ 185 w 188"/>
                <a:gd name="T83" fmla="*/ 83 h 162"/>
                <a:gd name="T84" fmla="*/ 172 w 188"/>
                <a:gd name="T85" fmla="*/ 76 h 162"/>
                <a:gd name="T86" fmla="*/ 174 w 188"/>
                <a:gd name="T87" fmla="*/ 58 h 162"/>
                <a:gd name="T88" fmla="*/ 152 w 188"/>
                <a:gd name="T89" fmla="*/ 20 h 162"/>
                <a:gd name="T90" fmla="*/ 134 w 188"/>
                <a:gd name="T91" fmla="*/ 23 h 162"/>
                <a:gd name="T92" fmla="*/ 127 w 188"/>
                <a:gd name="T93" fmla="*/ 19 h 162"/>
                <a:gd name="T94" fmla="*/ 122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6" name="Freeform 930">
              <a:extLst>
                <a:ext uri="{FF2B5EF4-FFF2-40B4-BE49-F238E27FC236}">
                  <a16:creationId xmlns:a16="http://schemas.microsoft.com/office/drawing/2014/main" id="{2B01A014-F18D-4396-BE25-9C1FE6B13931}"/>
                </a:ext>
              </a:extLst>
            </p:cNvPr>
            <p:cNvSpPr>
              <a:spLocks noEditPoints="1"/>
            </p:cNvSpPr>
            <p:nvPr userDrawn="1"/>
          </p:nvSpPr>
          <p:spPr bwMode="auto">
            <a:xfrm>
              <a:off x="5760092" y="3071579"/>
              <a:ext cx="365258" cy="315086"/>
            </a:xfrm>
            <a:custGeom>
              <a:avLst/>
              <a:gdLst>
                <a:gd name="T0" fmla="*/ 4 w 243"/>
                <a:gd name="T1" fmla="*/ 203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28 w 243"/>
                <a:gd name="T21" fmla="*/ 189 h 208"/>
                <a:gd name="T22" fmla="*/ 105 w 243"/>
                <a:gd name="T23" fmla="*/ 170 h 208"/>
                <a:gd name="T24" fmla="*/ 95 w 243"/>
                <a:gd name="T25" fmla="*/ 177 h 208"/>
                <a:gd name="T26" fmla="*/ 63 w 243"/>
                <a:gd name="T27" fmla="*/ 173 h 208"/>
                <a:gd name="T28" fmla="*/ 58 w 243"/>
                <a:gd name="T29" fmla="*/ 145 h 208"/>
                <a:gd name="T30" fmla="*/ 35 w 243"/>
                <a:gd name="T31" fmla="*/ 163 h 208"/>
                <a:gd name="T32" fmla="*/ 14 w 243"/>
                <a:gd name="T33" fmla="*/ 118 h 208"/>
                <a:gd name="T34" fmla="*/ 12 w 243"/>
                <a:gd name="T35" fmla="*/ 82 h 208"/>
                <a:gd name="T36" fmla="*/ 40 w 243"/>
                <a:gd name="T37" fmla="*/ 76 h 208"/>
                <a:gd name="T38" fmla="*/ 44 w 243"/>
                <a:gd name="T39" fmla="*/ 30 h 208"/>
                <a:gd name="T40" fmla="*/ 111 w 243"/>
                <a:gd name="T41" fmla="*/ 20 h 208"/>
                <a:gd name="T42" fmla="*/ 123 w 243"/>
                <a:gd name="T43" fmla="*/ 30 h 208"/>
                <a:gd name="T44" fmla="*/ 143 w 243"/>
                <a:gd name="T45" fmla="*/ 0 h 208"/>
                <a:gd name="T46" fmla="*/ 114 w 243"/>
                <a:gd name="T47" fmla="*/ 15 h 208"/>
                <a:gd name="T48" fmla="*/ 32 w 243"/>
                <a:gd name="T49" fmla="*/ 45 h 208"/>
                <a:gd name="T50" fmla="*/ 24 w 243"/>
                <a:gd name="T51" fmla="*/ 75 h 208"/>
                <a:gd name="T52" fmla="*/ 9 w 243"/>
                <a:gd name="T53" fmla="*/ 76 h 208"/>
                <a:gd name="T54" fmla="*/ 11 w 243"/>
                <a:gd name="T55" fmla="*/ 122 h 208"/>
                <a:gd name="T56" fmla="*/ 30 w 243"/>
                <a:gd name="T57" fmla="*/ 160 h 208"/>
                <a:gd name="T58" fmla="*/ 2 w 243"/>
                <a:gd name="T59" fmla="*/ 203 h 208"/>
                <a:gd name="T60" fmla="*/ 3 w 243"/>
                <a:gd name="T61" fmla="*/ 208 h 208"/>
                <a:gd name="T62" fmla="*/ 19 w 243"/>
                <a:gd name="T63" fmla="*/ 200 h 208"/>
                <a:gd name="T64" fmla="*/ 56 w 243"/>
                <a:gd name="T65" fmla="*/ 173 h 208"/>
                <a:gd name="T66" fmla="*/ 84 w 243"/>
                <a:gd name="T67" fmla="*/ 187 h 208"/>
                <a:gd name="T68" fmla="*/ 100 w 243"/>
                <a:gd name="T69" fmla="*/ 180 h 208"/>
                <a:gd name="T70" fmla="*/ 112 w 243"/>
                <a:gd name="T71" fmla="*/ 179 h 208"/>
                <a:gd name="T72" fmla="*/ 147 w 243"/>
                <a:gd name="T73" fmla="*/ 198 h 208"/>
                <a:gd name="T74" fmla="*/ 190 w 243"/>
                <a:gd name="T75" fmla="*/ 178 h 208"/>
                <a:gd name="T76" fmla="*/ 197 w 243"/>
                <a:gd name="T77" fmla="*/ 151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7" name="Freeform 931">
              <a:extLst>
                <a:ext uri="{FF2B5EF4-FFF2-40B4-BE49-F238E27FC236}">
                  <a16:creationId xmlns:a16="http://schemas.microsoft.com/office/drawing/2014/main" id="{741E50B3-F170-4719-B5C5-A9A81D038AF1}"/>
                </a:ext>
              </a:extLst>
            </p:cNvPr>
            <p:cNvSpPr>
              <a:spLocks/>
            </p:cNvSpPr>
            <p:nvPr userDrawn="1"/>
          </p:nvSpPr>
          <p:spPr bwMode="auto">
            <a:xfrm>
              <a:off x="5762100" y="3380644"/>
              <a:ext cx="2008" cy="6021"/>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8" name="Freeform 932">
              <a:extLst>
                <a:ext uri="{FF2B5EF4-FFF2-40B4-BE49-F238E27FC236}">
                  <a16:creationId xmlns:a16="http://schemas.microsoft.com/office/drawing/2014/main" id="{6B843117-1EAF-4733-9166-CD7A948E1272}"/>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close/>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9" name="Freeform 933">
              <a:extLst>
                <a:ext uri="{FF2B5EF4-FFF2-40B4-BE49-F238E27FC236}">
                  <a16:creationId xmlns:a16="http://schemas.microsoft.com/office/drawing/2014/main" id="{3C82C675-5E5A-44DF-BF64-3F479F76C8DE}"/>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0" name="Freeform 934">
              <a:extLst>
                <a:ext uri="{FF2B5EF4-FFF2-40B4-BE49-F238E27FC236}">
                  <a16:creationId xmlns:a16="http://schemas.microsoft.com/office/drawing/2014/main" id="{A27D1A6E-D81B-459B-BEA8-89D04AEB2ECE}"/>
                </a:ext>
              </a:extLst>
            </p:cNvPr>
            <p:cNvSpPr>
              <a:spLocks noEditPoints="1"/>
            </p:cNvSpPr>
            <p:nvPr userDrawn="1"/>
          </p:nvSpPr>
          <p:spPr bwMode="auto">
            <a:xfrm>
              <a:off x="6181544" y="2957186"/>
              <a:ext cx="152525" cy="148512"/>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1" name="Freeform 935">
              <a:extLst>
                <a:ext uri="{FF2B5EF4-FFF2-40B4-BE49-F238E27FC236}">
                  <a16:creationId xmlns:a16="http://schemas.microsoft.com/office/drawing/2014/main" id="{C24A4284-DEAA-4B35-8995-0E285D223977}"/>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close/>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close/>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2" name="Freeform 936">
              <a:extLst>
                <a:ext uri="{FF2B5EF4-FFF2-40B4-BE49-F238E27FC236}">
                  <a16:creationId xmlns:a16="http://schemas.microsoft.com/office/drawing/2014/main" id="{73E57342-8380-4C10-85F0-DD3C3DF4AF43}"/>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3" name="Freeform 937">
              <a:extLst>
                <a:ext uri="{FF2B5EF4-FFF2-40B4-BE49-F238E27FC236}">
                  <a16:creationId xmlns:a16="http://schemas.microsoft.com/office/drawing/2014/main" id="{4C9908F7-0605-4F8C-B44A-91C0CBF7ECF8}"/>
                </a:ext>
              </a:extLst>
            </p:cNvPr>
            <p:cNvSpPr>
              <a:spLocks noEditPoints="1"/>
            </p:cNvSpPr>
            <p:nvPr userDrawn="1"/>
          </p:nvSpPr>
          <p:spPr bwMode="auto">
            <a:xfrm>
              <a:off x="5956770" y="1927639"/>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4" name="Freeform 938">
              <a:extLst>
                <a:ext uri="{FF2B5EF4-FFF2-40B4-BE49-F238E27FC236}">
                  <a16:creationId xmlns:a16="http://schemas.microsoft.com/office/drawing/2014/main" id="{8C52AB43-6BCD-47D9-AAF8-E63E78CE54FD}"/>
                </a:ext>
              </a:extLst>
            </p:cNvPr>
            <p:cNvSpPr>
              <a:spLocks noEditPoints="1"/>
            </p:cNvSpPr>
            <p:nvPr userDrawn="1"/>
          </p:nvSpPr>
          <p:spPr bwMode="auto">
            <a:xfrm>
              <a:off x="5952756" y="2023971"/>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4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4"/>
                    <a:pt x="12" y="14"/>
                    <a:pt x="12" y="14"/>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5" name="Freeform 939">
              <a:extLst>
                <a:ext uri="{FF2B5EF4-FFF2-40B4-BE49-F238E27FC236}">
                  <a16:creationId xmlns:a16="http://schemas.microsoft.com/office/drawing/2014/main" id="{DCD17D33-AC93-4D87-9606-999D6F4B220F}"/>
                </a:ext>
              </a:extLst>
            </p:cNvPr>
            <p:cNvSpPr>
              <a:spLocks/>
            </p:cNvSpPr>
            <p:nvPr userDrawn="1"/>
          </p:nvSpPr>
          <p:spPr bwMode="auto">
            <a:xfrm>
              <a:off x="5970819" y="2025978"/>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6" name="Freeform 940">
              <a:extLst>
                <a:ext uri="{FF2B5EF4-FFF2-40B4-BE49-F238E27FC236}">
                  <a16:creationId xmlns:a16="http://schemas.microsoft.com/office/drawing/2014/main" id="{F1BEC4D5-08FB-4AD3-A08E-BD1D0C801169}"/>
                </a:ext>
              </a:extLst>
            </p:cNvPr>
            <p:cNvSpPr>
              <a:spLocks noEditPoints="1"/>
            </p:cNvSpPr>
            <p:nvPr userDrawn="1"/>
          </p:nvSpPr>
          <p:spPr bwMode="auto">
            <a:xfrm>
              <a:off x="5938708" y="2044040"/>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7" name="Freeform 941">
              <a:extLst>
                <a:ext uri="{FF2B5EF4-FFF2-40B4-BE49-F238E27FC236}">
                  <a16:creationId xmlns:a16="http://schemas.microsoft.com/office/drawing/2014/main" id="{C4353394-95C3-4CB4-A506-47FFADC297C0}"/>
                </a:ext>
              </a:extLst>
            </p:cNvPr>
            <p:cNvSpPr>
              <a:spLocks/>
            </p:cNvSpPr>
            <p:nvPr userDrawn="1"/>
          </p:nvSpPr>
          <p:spPr bwMode="auto">
            <a:xfrm>
              <a:off x="5954764" y="2046048"/>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8" name="Freeform 942">
              <a:extLst>
                <a:ext uri="{FF2B5EF4-FFF2-40B4-BE49-F238E27FC236}">
                  <a16:creationId xmlns:a16="http://schemas.microsoft.com/office/drawing/2014/main" id="{B12498CC-3205-417C-9AE5-46158008951A}"/>
                </a:ext>
              </a:extLst>
            </p:cNvPr>
            <p:cNvSpPr>
              <a:spLocks noEditPoints="1"/>
            </p:cNvSpPr>
            <p:nvPr userDrawn="1"/>
          </p:nvSpPr>
          <p:spPr bwMode="auto">
            <a:xfrm>
              <a:off x="5942722" y="2064109"/>
              <a:ext cx="20069" cy="20069"/>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6 w 13"/>
                <a:gd name="T23" fmla="*/ 7 h 13"/>
                <a:gd name="T24" fmla="*/ 6 w 13"/>
                <a:gd name="T25" fmla="*/ 7 h 13"/>
                <a:gd name="T26" fmla="*/ 6 w 13"/>
                <a:gd name="T27" fmla="*/ 7 h 13"/>
                <a:gd name="T28" fmla="*/ 8 w 13"/>
                <a:gd name="T29" fmla="*/ 0 h 13"/>
                <a:gd name="T30" fmla="*/ 5 w 13"/>
                <a:gd name="T31" fmla="*/ 1 h 13"/>
                <a:gd name="T32" fmla="*/ 5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3 w 13"/>
                <a:gd name="T51" fmla="*/ 7 h 13"/>
                <a:gd name="T52" fmla="*/ 12 w 13"/>
                <a:gd name="T53" fmla="*/ 3 h 13"/>
                <a:gd name="T54" fmla="*/ 12 w 13"/>
                <a:gd name="T55" fmla="*/ 3 h 13"/>
                <a:gd name="T56" fmla="*/ 8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9" name="Freeform 943">
              <a:extLst>
                <a:ext uri="{FF2B5EF4-FFF2-40B4-BE49-F238E27FC236}">
                  <a16:creationId xmlns:a16="http://schemas.microsoft.com/office/drawing/2014/main" id="{4D53E4B7-C102-4BA5-BAFE-DC153530722C}"/>
                </a:ext>
              </a:extLst>
            </p:cNvPr>
            <p:cNvSpPr>
              <a:spLocks/>
            </p:cNvSpPr>
            <p:nvPr userDrawn="1"/>
          </p:nvSpPr>
          <p:spPr bwMode="auto">
            <a:xfrm>
              <a:off x="5948742" y="2064109"/>
              <a:ext cx="6021" cy="2008"/>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0" name="Freeform 944">
              <a:extLst>
                <a:ext uri="{FF2B5EF4-FFF2-40B4-BE49-F238E27FC236}">
                  <a16:creationId xmlns:a16="http://schemas.microsoft.com/office/drawing/2014/main" id="{312C1648-2ACD-453A-B560-3109C6A6BFAD}"/>
                </a:ext>
              </a:extLst>
            </p:cNvPr>
            <p:cNvSpPr>
              <a:spLocks noEditPoints="1"/>
            </p:cNvSpPr>
            <p:nvPr userDrawn="1"/>
          </p:nvSpPr>
          <p:spPr bwMode="auto">
            <a:xfrm>
              <a:off x="6145420" y="3214071"/>
              <a:ext cx="152525" cy="148512"/>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1" name="Freeform 945">
              <a:extLst>
                <a:ext uri="{FF2B5EF4-FFF2-40B4-BE49-F238E27FC236}">
                  <a16:creationId xmlns:a16="http://schemas.microsoft.com/office/drawing/2014/main" id="{B37B23F1-814C-4E46-B0AC-BC45B60D9E2F}"/>
                </a:ext>
              </a:extLst>
            </p:cNvPr>
            <p:cNvSpPr>
              <a:spLocks noEditPoints="1"/>
            </p:cNvSpPr>
            <p:nvPr userDrawn="1"/>
          </p:nvSpPr>
          <p:spPr bwMode="auto">
            <a:xfrm>
              <a:off x="6141406" y="3340506"/>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6 w 22"/>
                <a:gd name="T19" fmla="*/ 8 h 21"/>
                <a:gd name="T20" fmla="*/ 11 w 22"/>
                <a:gd name="T21" fmla="*/ 0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2" name="Freeform 946">
              <a:extLst>
                <a:ext uri="{FF2B5EF4-FFF2-40B4-BE49-F238E27FC236}">
                  <a16:creationId xmlns:a16="http://schemas.microsoft.com/office/drawing/2014/main" id="{04674FC2-02AA-45BA-A4A0-A949DC644D4A}"/>
                </a:ext>
              </a:extLst>
            </p:cNvPr>
            <p:cNvSpPr>
              <a:spLocks noEditPoints="1"/>
            </p:cNvSpPr>
            <p:nvPr userDrawn="1"/>
          </p:nvSpPr>
          <p:spPr bwMode="auto">
            <a:xfrm>
              <a:off x="6125351" y="3364589"/>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16 w 17"/>
                <a:gd name="T35" fmla="*/ 13 h 18"/>
                <a:gd name="T36" fmla="*/ 17 w 17"/>
                <a:gd name="T37" fmla="*/ 9 h 18"/>
                <a:gd name="T38" fmla="*/ 12 w 17"/>
                <a:gd name="T39" fmla="*/ 1 h 18"/>
                <a:gd name="T40" fmla="*/ 8 w 17"/>
                <a:gd name="T41" fmla="*/ 0 h 18"/>
                <a:gd name="T42" fmla="*/ 8 w 17"/>
                <a:gd name="T43" fmla="*/ 0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3" name="Freeform 947">
              <a:extLst>
                <a:ext uri="{FF2B5EF4-FFF2-40B4-BE49-F238E27FC236}">
                  <a16:creationId xmlns:a16="http://schemas.microsoft.com/office/drawing/2014/main" id="{CCD9B749-D9F2-4FEE-851C-F63A99BB050C}"/>
                </a:ext>
              </a:extLst>
            </p:cNvPr>
            <p:cNvSpPr>
              <a:spLocks noEditPoints="1"/>
            </p:cNvSpPr>
            <p:nvPr userDrawn="1"/>
          </p:nvSpPr>
          <p:spPr bwMode="auto">
            <a:xfrm>
              <a:off x="6099261" y="3368602"/>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4" name="Freeform 948">
              <a:extLst>
                <a:ext uri="{FF2B5EF4-FFF2-40B4-BE49-F238E27FC236}">
                  <a16:creationId xmlns:a16="http://schemas.microsoft.com/office/drawing/2014/main" id="{AA01F6E2-3AA0-43F3-A25D-8B45FFD8C9CE}"/>
                </a:ext>
              </a:extLst>
            </p:cNvPr>
            <p:cNvSpPr>
              <a:spLocks noEditPoints="1"/>
            </p:cNvSpPr>
            <p:nvPr userDrawn="1"/>
          </p:nvSpPr>
          <p:spPr bwMode="auto">
            <a:xfrm>
              <a:off x="6059123" y="2646114"/>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5" name="Freeform 949">
              <a:extLst>
                <a:ext uri="{FF2B5EF4-FFF2-40B4-BE49-F238E27FC236}">
                  <a16:creationId xmlns:a16="http://schemas.microsoft.com/office/drawing/2014/main" id="{9E6F9EA5-5939-435C-86F9-CD391C3233FB}"/>
                </a:ext>
              </a:extLst>
            </p:cNvPr>
            <p:cNvSpPr>
              <a:spLocks noEditPoints="1"/>
            </p:cNvSpPr>
            <p:nvPr userDrawn="1"/>
          </p:nvSpPr>
          <p:spPr bwMode="auto">
            <a:xfrm>
              <a:off x="6107289" y="3513100"/>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26 w 120"/>
                <a:gd name="T45" fmla="*/ 160 h 166"/>
                <a:gd name="T46" fmla="*/ 16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2 w 120"/>
                <a:gd name="T67" fmla="*/ 54 h 166"/>
                <a:gd name="T68" fmla="*/ 0 w 120"/>
                <a:gd name="T69" fmla="*/ 62 h 166"/>
                <a:gd name="T70" fmla="*/ 0 w 120"/>
                <a:gd name="T71" fmla="*/ 62 h 166"/>
                <a:gd name="T72" fmla="*/ 1 w 120"/>
                <a:gd name="T73" fmla="*/ 131 h 166"/>
                <a:gd name="T74" fmla="*/ 1 w 120"/>
                <a:gd name="T75" fmla="*/ 131 h 166"/>
                <a:gd name="T76" fmla="*/ 12 w 120"/>
                <a:gd name="T77" fmla="*/ 160 h 166"/>
                <a:gd name="T78" fmla="*/ 26 w 120"/>
                <a:gd name="T79" fmla="*/ 166 h 166"/>
                <a:gd name="T80" fmla="*/ 26 w 120"/>
                <a:gd name="T81" fmla="*/ 166 h 166"/>
                <a:gd name="T82" fmla="*/ 29 w 120"/>
                <a:gd name="T83" fmla="*/ 166 h 166"/>
                <a:gd name="T84" fmla="*/ 88 w 120"/>
                <a:gd name="T85" fmla="*/ 165 h 166"/>
                <a:gd name="T86" fmla="*/ 88 w 120"/>
                <a:gd name="T87" fmla="*/ 165 h 166"/>
                <a:gd name="T88" fmla="*/ 115 w 120"/>
                <a:gd name="T89" fmla="*/ 147 h 166"/>
                <a:gd name="T90" fmla="*/ 120 w 120"/>
                <a:gd name="T91" fmla="*/ 133 h 166"/>
                <a:gd name="T92" fmla="*/ 120 w 120"/>
                <a:gd name="T93" fmla="*/ 133 h 166"/>
                <a:gd name="T94" fmla="*/ 119 w 120"/>
                <a:gd name="T95" fmla="*/ 70 h 166"/>
                <a:gd name="T96" fmla="*/ 119 w 120"/>
                <a:gd name="T97" fmla="*/ 70 h 166"/>
                <a:gd name="T98" fmla="*/ 113 w 120"/>
                <a:gd name="T99" fmla="*/ 51 h 166"/>
                <a:gd name="T100" fmla="*/ 97 w 120"/>
                <a:gd name="T101" fmla="*/ 38 h 166"/>
                <a:gd name="T102" fmla="*/ 87 w 120"/>
                <a:gd name="T103" fmla="*/ 35 h 166"/>
                <a:gd name="T104" fmla="*/ 87 w 120"/>
                <a:gd name="T105" fmla="*/ 35 h 166"/>
                <a:gd name="T106" fmla="*/ 61 w 120"/>
                <a:gd name="T107" fmla="*/ 36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6" y="160"/>
                    <a:pt x="26"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6" name="Freeform 950">
              <a:extLst>
                <a:ext uri="{FF2B5EF4-FFF2-40B4-BE49-F238E27FC236}">
                  <a16:creationId xmlns:a16="http://schemas.microsoft.com/office/drawing/2014/main" id="{52AAFB5B-E5BE-47FE-8431-4B52B5CB11C4}"/>
                </a:ext>
              </a:extLst>
            </p:cNvPr>
            <p:cNvSpPr>
              <a:spLocks noEditPoints="1"/>
            </p:cNvSpPr>
            <p:nvPr userDrawn="1"/>
          </p:nvSpPr>
          <p:spPr bwMode="auto">
            <a:xfrm>
              <a:off x="6095248" y="197981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7" name="Freeform 951">
              <a:extLst>
                <a:ext uri="{FF2B5EF4-FFF2-40B4-BE49-F238E27FC236}">
                  <a16:creationId xmlns:a16="http://schemas.microsoft.com/office/drawing/2014/main" id="{029AD9F0-A780-4AB1-A4CF-C647218E004E}"/>
                </a:ext>
              </a:extLst>
            </p:cNvPr>
            <p:cNvSpPr>
              <a:spLocks noEditPoints="1"/>
            </p:cNvSpPr>
            <p:nvPr userDrawn="1"/>
          </p:nvSpPr>
          <p:spPr bwMode="auto">
            <a:xfrm>
              <a:off x="6008950" y="2190545"/>
              <a:ext cx="248857" cy="98339"/>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8" name="Freeform 952">
              <a:extLst>
                <a:ext uri="{FF2B5EF4-FFF2-40B4-BE49-F238E27FC236}">
                  <a16:creationId xmlns:a16="http://schemas.microsoft.com/office/drawing/2014/main" id="{91301558-7614-44B5-8E98-0F42E466983D}"/>
                </a:ext>
              </a:extLst>
            </p:cNvPr>
            <p:cNvSpPr>
              <a:spLocks noEditPoints="1"/>
            </p:cNvSpPr>
            <p:nvPr userDrawn="1"/>
          </p:nvSpPr>
          <p:spPr bwMode="auto">
            <a:xfrm>
              <a:off x="5902584" y="3396699"/>
              <a:ext cx="254879" cy="200691"/>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9" name="Freeform 953">
              <a:extLst>
                <a:ext uri="{FF2B5EF4-FFF2-40B4-BE49-F238E27FC236}">
                  <a16:creationId xmlns:a16="http://schemas.microsoft.com/office/drawing/2014/main" id="{8D9CDC44-6992-4E4F-A7C3-6E43599D5AE6}"/>
                </a:ext>
              </a:extLst>
            </p:cNvPr>
            <p:cNvSpPr>
              <a:spLocks noEditPoints="1"/>
            </p:cNvSpPr>
            <p:nvPr userDrawn="1"/>
          </p:nvSpPr>
          <p:spPr bwMode="auto">
            <a:xfrm>
              <a:off x="6010957" y="2419333"/>
              <a:ext cx="282975" cy="242837"/>
            </a:xfrm>
            <a:custGeom>
              <a:avLst/>
              <a:gdLst>
                <a:gd name="T0" fmla="*/ 77 w 188"/>
                <a:gd name="T1" fmla="*/ 139 h 162"/>
                <a:gd name="T2" fmla="*/ 168 w 188"/>
                <a:gd name="T3" fmla="*/ 112 h 162"/>
                <a:gd name="T4" fmla="*/ 108 w 188"/>
                <a:gd name="T5" fmla="*/ 6 h 162"/>
                <a:gd name="T6" fmla="*/ 114 w 188"/>
                <a:gd name="T7" fmla="*/ 7 h 162"/>
                <a:gd name="T8" fmla="*/ 121 w 188"/>
                <a:gd name="T9" fmla="*/ 19 h 162"/>
                <a:gd name="T10" fmla="*/ 135 w 188"/>
                <a:gd name="T11" fmla="*/ 29 h 162"/>
                <a:gd name="T12" fmla="*/ 167 w 188"/>
                <a:gd name="T13" fmla="*/ 35 h 162"/>
                <a:gd name="T14" fmla="*/ 169 w 188"/>
                <a:gd name="T15" fmla="*/ 56 h 162"/>
                <a:gd name="T16" fmla="*/ 167 w 188"/>
                <a:gd name="T17" fmla="*/ 80 h 162"/>
                <a:gd name="T18" fmla="*/ 182 w 188"/>
                <a:gd name="T19" fmla="*/ 97 h 162"/>
                <a:gd name="T20" fmla="*/ 169 w 188"/>
                <a:gd name="T21" fmla="*/ 111 h 162"/>
                <a:gd name="T22" fmla="*/ 159 w 188"/>
                <a:gd name="T23" fmla="*/ 110 h 162"/>
                <a:gd name="T24" fmla="*/ 141 w 188"/>
                <a:gd name="T25" fmla="*/ 132 h 162"/>
                <a:gd name="T26" fmla="*/ 102 w 188"/>
                <a:gd name="T27" fmla="*/ 146 h 162"/>
                <a:gd name="T28" fmla="*/ 90 w 188"/>
                <a:gd name="T29" fmla="*/ 134 h 162"/>
                <a:gd name="T30" fmla="*/ 82 w 188"/>
                <a:gd name="T31" fmla="*/ 131 h 162"/>
                <a:gd name="T32" fmla="*/ 73 w 188"/>
                <a:gd name="T33" fmla="*/ 136 h 162"/>
                <a:gd name="T34" fmla="*/ 53 w 188"/>
                <a:gd name="T35" fmla="*/ 136 h 162"/>
                <a:gd name="T36" fmla="*/ 50 w 188"/>
                <a:gd name="T37" fmla="*/ 124 h 162"/>
                <a:gd name="T38" fmla="*/ 44 w 188"/>
                <a:gd name="T39" fmla="*/ 111 h 162"/>
                <a:gd name="T40" fmla="*/ 34 w 188"/>
                <a:gd name="T41" fmla="*/ 110 h 162"/>
                <a:gd name="T42" fmla="*/ 12 w 188"/>
                <a:gd name="T43" fmla="*/ 91 h 162"/>
                <a:gd name="T44" fmla="*/ 8 w 188"/>
                <a:gd name="T45" fmla="*/ 66 h 162"/>
                <a:gd name="T46" fmla="*/ 15 w 188"/>
                <a:gd name="T47" fmla="*/ 63 h 162"/>
                <a:gd name="T48" fmla="*/ 36 w 188"/>
                <a:gd name="T49" fmla="*/ 50 h 162"/>
                <a:gd name="T50" fmla="*/ 35 w 188"/>
                <a:gd name="T51" fmla="*/ 24 h 162"/>
                <a:gd name="T52" fmla="*/ 64 w 188"/>
                <a:gd name="T53" fmla="*/ 10 h 162"/>
                <a:gd name="T54" fmla="*/ 94 w 188"/>
                <a:gd name="T55" fmla="*/ 24 h 162"/>
                <a:gd name="T56" fmla="*/ 95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4 w 188"/>
                <a:gd name="T69" fmla="*/ 57 h 162"/>
                <a:gd name="T70" fmla="*/ 2 w 188"/>
                <a:gd name="T71" fmla="*/ 66 h 162"/>
                <a:gd name="T72" fmla="*/ 8 w 188"/>
                <a:gd name="T73" fmla="*/ 96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4 w 188"/>
                <a:gd name="T85" fmla="*/ 121 h 162"/>
                <a:gd name="T86" fmla="*/ 43 w 188"/>
                <a:gd name="T87" fmla="*/ 136 h 162"/>
                <a:gd name="T88" fmla="*/ 65 w 188"/>
                <a:gd name="T89" fmla="*/ 145 h 162"/>
                <a:gd name="T90" fmla="*/ 78 w 188"/>
                <a:gd name="T91" fmla="*/ 140 h 162"/>
                <a:gd name="T92" fmla="*/ 79 w 188"/>
                <a:gd name="T93" fmla="*/ 138 h 162"/>
                <a:gd name="T94" fmla="*/ 94 w 188"/>
                <a:gd name="T95" fmla="*/ 149 h 162"/>
                <a:gd name="T96" fmla="*/ 113 w 188"/>
                <a:gd name="T97" fmla="*/ 154 h 162"/>
                <a:gd name="T98" fmla="*/ 148 w 188"/>
                <a:gd name="T99" fmla="*/ 139 h 162"/>
                <a:gd name="T100" fmla="*/ 147 w 188"/>
                <a:gd name="T101" fmla="*/ 132 h 162"/>
                <a:gd name="T102" fmla="*/ 159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8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0" name="Freeform 954">
              <a:extLst>
                <a:ext uri="{FF2B5EF4-FFF2-40B4-BE49-F238E27FC236}">
                  <a16:creationId xmlns:a16="http://schemas.microsoft.com/office/drawing/2014/main" id="{4212D070-8553-4A0E-951E-2A4E761472E9}"/>
                </a:ext>
              </a:extLst>
            </p:cNvPr>
            <p:cNvSpPr>
              <a:spLocks noEditPoints="1"/>
            </p:cNvSpPr>
            <p:nvPr userDrawn="1"/>
          </p:nvSpPr>
          <p:spPr bwMode="auto">
            <a:xfrm>
              <a:off x="7046524" y="198985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1" name="Freeform 955">
              <a:extLst>
                <a:ext uri="{FF2B5EF4-FFF2-40B4-BE49-F238E27FC236}">
                  <a16:creationId xmlns:a16="http://schemas.microsoft.com/office/drawing/2014/main" id="{C153F788-4951-4AFE-9622-82255FD0CAA3}"/>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close/>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2" name="Freeform 956">
              <a:extLst>
                <a:ext uri="{FF2B5EF4-FFF2-40B4-BE49-F238E27FC236}">
                  <a16:creationId xmlns:a16="http://schemas.microsoft.com/office/drawing/2014/main" id="{3185BC5E-2292-425F-AC1D-6A6A940BB1C8}"/>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3" name="Freeform 957">
              <a:extLst>
                <a:ext uri="{FF2B5EF4-FFF2-40B4-BE49-F238E27FC236}">
                  <a16:creationId xmlns:a16="http://schemas.microsoft.com/office/drawing/2014/main" id="{DA2CC1F4-6BF4-47CD-9DE9-C9AF16E7BFB2}"/>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close/>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4" name="Freeform 958">
              <a:extLst>
                <a:ext uri="{FF2B5EF4-FFF2-40B4-BE49-F238E27FC236}">
                  <a16:creationId xmlns:a16="http://schemas.microsoft.com/office/drawing/2014/main" id="{611CF5F6-DC53-4510-8A90-93E8DCBC9E21}"/>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5" name="Freeform 959">
              <a:extLst>
                <a:ext uri="{FF2B5EF4-FFF2-40B4-BE49-F238E27FC236}">
                  <a16:creationId xmlns:a16="http://schemas.microsoft.com/office/drawing/2014/main" id="{9BB2FED7-5D18-4D7D-B672-6DE922FFB39A}"/>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close/>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6" name="Freeform 960">
              <a:extLst>
                <a:ext uri="{FF2B5EF4-FFF2-40B4-BE49-F238E27FC236}">
                  <a16:creationId xmlns:a16="http://schemas.microsoft.com/office/drawing/2014/main" id="{91DAD904-6073-43E9-B8A7-8AF54B0AEE1D}"/>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7" name="Freeform 961">
              <a:extLst>
                <a:ext uri="{FF2B5EF4-FFF2-40B4-BE49-F238E27FC236}">
                  <a16:creationId xmlns:a16="http://schemas.microsoft.com/office/drawing/2014/main" id="{DDEBA875-08BC-414D-B7E1-F3448BCF0F05}"/>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close/>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8" name="Freeform 962">
              <a:extLst>
                <a:ext uri="{FF2B5EF4-FFF2-40B4-BE49-F238E27FC236}">
                  <a16:creationId xmlns:a16="http://schemas.microsoft.com/office/drawing/2014/main" id="{7E0469E8-9C5D-4B5E-8F73-CB78EF338D72}"/>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9" name="Freeform 963">
              <a:extLst>
                <a:ext uri="{FF2B5EF4-FFF2-40B4-BE49-F238E27FC236}">
                  <a16:creationId xmlns:a16="http://schemas.microsoft.com/office/drawing/2014/main" id="{68EBD78F-B38E-4E1E-A35D-07DD8D1FED14}"/>
                </a:ext>
              </a:extLst>
            </p:cNvPr>
            <p:cNvSpPr>
              <a:spLocks noEditPoints="1"/>
            </p:cNvSpPr>
            <p:nvPr userDrawn="1"/>
          </p:nvSpPr>
          <p:spPr bwMode="auto">
            <a:xfrm>
              <a:off x="8967139" y="3597391"/>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0" name="Freeform 964">
              <a:extLst>
                <a:ext uri="{FF2B5EF4-FFF2-40B4-BE49-F238E27FC236}">
                  <a16:creationId xmlns:a16="http://schemas.microsoft.com/office/drawing/2014/main" id="{3F5CB8C3-2D8F-483D-9051-AA071E5295BC}"/>
                </a:ext>
              </a:extLst>
            </p:cNvPr>
            <p:cNvSpPr>
              <a:spLocks noEditPoints="1"/>
            </p:cNvSpPr>
            <p:nvPr userDrawn="1"/>
          </p:nvSpPr>
          <p:spPr bwMode="auto">
            <a:xfrm>
              <a:off x="7682715" y="2674211"/>
              <a:ext cx="297023" cy="288995"/>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1" name="Freeform 965">
              <a:extLst>
                <a:ext uri="{FF2B5EF4-FFF2-40B4-BE49-F238E27FC236}">
                  <a16:creationId xmlns:a16="http://schemas.microsoft.com/office/drawing/2014/main" id="{90C6FBB2-C48F-4CFB-B6EB-7AACD0E89C1A}"/>
                </a:ext>
              </a:extLst>
            </p:cNvPr>
            <p:cNvSpPr>
              <a:spLocks noEditPoints="1"/>
            </p:cNvSpPr>
            <p:nvPr userDrawn="1"/>
          </p:nvSpPr>
          <p:spPr bwMode="auto">
            <a:xfrm>
              <a:off x="8633992" y="2702307"/>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2" name="Freeform 966">
              <a:extLst>
                <a:ext uri="{FF2B5EF4-FFF2-40B4-BE49-F238E27FC236}">
                  <a16:creationId xmlns:a16="http://schemas.microsoft.com/office/drawing/2014/main" id="{B76A5DC5-2708-45CA-8F37-13030FED09B8}"/>
                </a:ext>
              </a:extLst>
            </p:cNvPr>
            <p:cNvSpPr>
              <a:spLocks noEditPoints="1"/>
            </p:cNvSpPr>
            <p:nvPr userDrawn="1"/>
          </p:nvSpPr>
          <p:spPr bwMode="auto">
            <a:xfrm>
              <a:off x="8987208" y="2054075"/>
              <a:ext cx="194671" cy="184636"/>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3" name="Freeform 967">
              <a:extLst>
                <a:ext uri="{FF2B5EF4-FFF2-40B4-BE49-F238E27FC236}">
                  <a16:creationId xmlns:a16="http://schemas.microsoft.com/office/drawing/2014/main" id="{3F6D77FA-A0EA-49B9-85BD-F19B57E710A2}"/>
                </a:ext>
              </a:extLst>
            </p:cNvPr>
            <p:cNvSpPr>
              <a:spLocks noEditPoints="1"/>
            </p:cNvSpPr>
            <p:nvPr userDrawn="1"/>
          </p:nvSpPr>
          <p:spPr bwMode="auto">
            <a:xfrm>
              <a:off x="8545688" y="3549225"/>
              <a:ext cx="126436" cy="120415"/>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4" name="Freeform 968">
              <a:extLst>
                <a:ext uri="{FF2B5EF4-FFF2-40B4-BE49-F238E27FC236}">
                  <a16:creationId xmlns:a16="http://schemas.microsoft.com/office/drawing/2014/main" id="{2EF4531F-EDCC-4FF3-8CEF-6B7CE69AB818}"/>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close/>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5" name="Freeform 969">
              <a:extLst>
                <a:ext uri="{FF2B5EF4-FFF2-40B4-BE49-F238E27FC236}">
                  <a16:creationId xmlns:a16="http://schemas.microsoft.com/office/drawing/2014/main" id="{9712D346-9621-4FEA-8D4E-C5B42C4F75AF}"/>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6" name="Freeform 970">
              <a:extLst>
                <a:ext uri="{FF2B5EF4-FFF2-40B4-BE49-F238E27FC236}">
                  <a16:creationId xmlns:a16="http://schemas.microsoft.com/office/drawing/2014/main" id="{EBD7CB72-B3D5-4BD8-B11B-FD6B895E195C}"/>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7" name="Freeform 971">
              <a:extLst>
                <a:ext uri="{FF2B5EF4-FFF2-40B4-BE49-F238E27FC236}">
                  <a16:creationId xmlns:a16="http://schemas.microsoft.com/office/drawing/2014/main" id="{A14E060A-E12E-402F-BB7A-2ACA70B7AD67}"/>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8" name="Freeform 972">
              <a:extLst>
                <a:ext uri="{FF2B5EF4-FFF2-40B4-BE49-F238E27FC236}">
                  <a16:creationId xmlns:a16="http://schemas.microsoft.com/office/drawing/2014/main" id="{9C8A103C-85B8-4ECE-99EA-E7EF313F93E1}"/>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close/>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9" name="Freeform 973">
              <a:extLst>
                <a:ext uri="{FF2B5EF4-FFF2-40B4-BE49-F238E27FC236}">
                  <a16:creationId xmlns:a16="http://schemas.microsoft.com/office/drawing/2014/main" id="{6A598C3E-5D89-45CD-B32A-8433F2B9B06B}"/>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0" name="Freeform 974">
              <a:extLst>
                <a:ext uri="{FF2B5EF4-FFF2-40B4-BE49-F238E27FC236}">
                  <a16:creationId xmlns:a16="http://schemas.microsoft.com/office/drawing/2014/main" id="{7A85C200-C40A-4174-B001-0C3652190361}"/>
                </a:ext>
              </a:extLst>
            </p:cNvPr>
            <p:cNvSpPr>
              <a:spLocks noEditPoints="1"/>
            </p:cNvSpPr>
            <p:nvPr userDrawn="1"/>
          </p:nvSpPr>
          <p:spPr bwMode="auto">
            <a:xfrm>
              <a:off x="6695314" y="2660163"/>
              <a:ext cx="329134" cy="321106"/>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1" name="Freeform 975">
              <a:extLst>
                <a:ext uri="{FF2B5EF4-FFF2-40B4-BE49-F238E27FC236}">
                  <a16:creationId xmlns:a16="http://schemas.microsoft.com/office/drawing/2014/main" id="{493B7075-8ECD-49DD-9437-D6AAD896526A}"/>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close/>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2" name="Freeform 976">
              <a:extLst>
                <a:ext uri="{FF2B5EF4-FFF2-40B4-BE49-F238E27FC236}">
                  <a16:creationId xmlns:a16="http://schemas.microsoft.com/office/drawing/2014/main" id="{299CFC29-BA09-49AD-838B-84783246F6FD}"/>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3" name="Freeform 977">
              <a:extLst>
                <a:ext uri="{FF2B5EF4-FFF2-40B4-BE49-F238E27FC236}">
                  <a16:creationId xmlns:a16="http://schemas.microsoft.com/office/drawing/2014/main" id="{1BCA119E-5745-4846-B30B-B204B7524C64}"/>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close/>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4" name="Freeform 978">
              <a:extLst>
                <a:ext uri="{FF2B5EF4-FFF2-40B4-BE49-F238E27FC236}">
                  <a16:creationId xmlns:a16="http://schemas.microsoft.com/office/drawing/2014/main" id="{E80F9A85-AD32-4E02-B5A4-43E5E18B9EC6}"/>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5" name="Freeform 979">
              <a:extLst>
                <a:ext uri="{FF2B5EF4-FFF2-40B4-BE49-F238E27FC236}">
                  <a16:creationId xmlns:a16="http://schemas.microsoft.com/office/drawing/2014/main" id="{00BBC3AE-38D4-4792-A3B1-D76F3977E2A4}"/>
                </a:ext>
              </a:extLst>
            </p:cNvPr>
            <p:cNvSpPr>
              <a:spLocks noEditPoints="1"/>
            </p:cNvSpPr>
            <p:nvPr userDrawn="1"/>
          </p:nvSpPr>
          <p:spPr bwMode="auto">
            <a:xfrm>
              <a:off x="6910054" y="2327015"/>
              <a:ext cx="118408" cy="116401"/>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6" name="Freeform 980">
              <a:extLst>
                <a:ext uri="{FF2B5EF4-FFF2-40B4-BE49-F238E27FC236}">
                  <a16:creationId xmlns:a16="http://schemas.microsoft.com/office/drawing/2014/main" id="{4BAF1B5D-8F60-4AB0-9060-DD2DA7CEFB3A}"/>
                </a:ext>
              </a:extLst>
            </p:cNvPr>
            <p:cNvSpPr>
              <a:spLocks noEditPoints="1"/>
            </p:cNvSpPr>
            <p:nvPr userDrawn="1"/>
          </p:nvSpPr>
          <p:spPr bwMode="auto">
            <a:xfrm>
              <a:off x="6974275" y="2439402"/>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7" name="Freeform 981">
              <a:extLst>
                <a:ext uri="{FF2B5EF4-FFF2-40B4-BE49-F238E27FC236}">
                  <a16:creationId xmlns:a16="http://schemas.microsoft.com/office/drawing/2014/main" id="{F1B6FF6C-4869-415E-A06E-337C7DC2BD5C}"/>
                </a:ext>
              </a:extLst>
            </p:cNvPr>
            <p:cNvSpPr>
              <a:spLocks/>
            </p:cNvSpPr>
            <p:nvPr userDrawn="1"/>
          </p:nvSpPr>
          <p:spPr bwMode="auto">
            <a:xfrm>
              <a:off x="6980296" y="2439402"/>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8" name="Freeform 982">
              <a:extLst>
                <a:ext uri="{FF2B5EF4-FFF2-40B4-BE49-F238E27FC236}">
                  <a16:creationId xmlns:a16="http://schemas.microsoft.com/office/drawing/2014/main" id="{195DBBA6-095C-422E-B03F-67C88F7D4D0D}"/>
                </a:ext>
              </a:extLst>
            </p:cNvPr>
            <p:cNvSpPr>
              <a:spLocks/>
            </p:cNvSpPr>
            <p:nvPr userDrawn="1"/>
          </p:nvSpPr>
          <p:spPr bwMode="auto">
            <a:xfrm>
              <a:off x="6986317" y="2463485"/>
              <a:ext cx="20069" cy="22077"/>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9" name="Freeform 983">
              <a:extLst>
                <a:ext uri="{FF2B5EF4-FFF2-40B4-BE49-F238E27FC236}">
                  <a16:creationId xmlns:a16="http://schemas.microsoft.com/office/drawing/2014/main" id="{77A73EAF-9620-440E-BB72-4223A3E4BCDC}"/>
                </a:ext>
              </a:extLst>
            </p:cNvPr>
            <p:cNvSpPr>
              <a:spLocks/>
            </p:cNvSpPr>
            <p:nvPr userDrawn="1"/>
          </p:nvSpPr>
          <p:spPr bwMode="auto">
            <a:xfrm>
              <a:off x="6988323" y="2463485"/>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0" name="Freeform 984">
              <a:extLst>
                <a:ext uri="{FF2B5EF4-FFF2-40B4-BE49-F238E27FC236}">
                  <a16:creationId xmlns:a16="http://schemas.microsoft.com/office/drawing/2014/main" id="{9F2ABD32-363A-4B0C-9497-DD7B62965BE0}"/>
                </a:ext>
              </a:extLst>
            </p:cNvPr>
            <p:cNvSpPr>
              <a:spLocks noEditPoints="1"/>
            </p:cNvSpPr>
            <p:nvPr userDrawn="1"/>
          </p:nvSpPr>
          <p:spPr bwMode="auto">
            <a:xfrm>
              <a:off x="7004378" y="2473519"/>
              <a:ext cx="18063" cy="20069"/>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1" name="Freeform 985">
              <a:extLst>
                <a:ext uri="{FF2B5EF4-FFF2-40B4-BE49-F238E27FC236}">
                  <a16:creationId xmlns:a16="http://schemas.microsoft.com/office/drawing/2014/main" id="{3B5B4143-7F54-4B1C-AF29-92F83539D923}"/>
                </a:ext>
              </a:extLst>
            </p:cNvPr>
            <p:cNvSpPr>
              <a:spLocks/>
            </p:cNvSpPr>
            <p:nvPr userDrawn="1"/>
          </p:nvSpPr>
          <p:spPr bwMode="auto">
            <a:xfrm>
              <a:off x="7004378" y="2477533"/>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2" name="Freeform 986">
              <a:extLst>
                <a:ext uri="{FF2B5EF4-FFF2-40B4-BE49-F238E27FC236}">
                  <a16:creationId xmlns:a16="http://schemas.microsoft.com/office/drawing/2014/main" id="{BAE9B2AE-E163-41AD-86B9-8B1EC5EECBF6}"/>
                </a:ext>
              </a:extLst>
            </p:cNvPr>
            <p:cNvSpPr>
              <a:spLocks noEditPoints="1"/>
            </p:cNvSpPr>
            <p:nvPr userDrawn="1"/>
          </p:nvSpPr>
          <p:spPr bwMode="auto">
            <a:xfrm>
              <a:off x="8609909" y="3282306"/>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3" name="Freeform 987">
              <a:extLst>
                <a:ext uri="{FF2B5EF4-FFF2-40B4-BE49-F238E27FC236}">
                  <a16:creationId xmlns:a16="http://schemas.microsoft.com/office/drawing/2014/main" id="{79BC7966-74A5-4A23-ACDD-B4E4828456C2}"/>
                </a:ext>
              </a:extLst>
            </p:cNvPr>
            <p:cNvSpPr>
              <a:spLocks noEditPoints="1"/>
            </p:cNvSpPr>
            <p:nvPr userDrawn="1"/>
          </p:nvSpPr>
          <p:spPr bwMode="auto">
            <a:xfrm>
              <a:off x="8605895" y="3378638"/>
              <a:ext cx="30104" cy="26090"/>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0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4" name="Freeform 988">
              <a:extLst>
                <a:ext uri="{FF2B5EF4-FFF2-40B4-BE49-F238E27FC236}">
                  <a16:creationId xmlns:a16="http://schemas.microsoft.com/office/drawing/2014/main" id="{FF2AFEAC-C5CC-4659-B028-CA86E9B7FC45}"/>
                </a:ext>
              </a:extLst>
            </p:cNvPr>
            <p:cNvSpPr>
              <a:spLocks/>
            </p:cNvSpPr>
            <p:nvPr userDrawn="1"/>
          </p:nvSpPr>
          <p:spPr bwMode="auto">
            <a:xfrm>
              <a:off x="8625964" y="3378638"/>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5" name="Freeform 989">
              <a:extLst>
                <a:ext uri="{FF2B5EF4-FFF2-40B4-BE49-F238E27FC236}">
                  <a16:creationId xmlns:a16="http://schemas.microsoft.com/office/drawing/2014/main" id="{F138D1D0-78D0-4464-A6D5-BBE104C2CCE8}"/>
                </a:ext>
              </a:extLst>
            </p:cNvPr>
            <p:cNvSpPr>
              <a:spLocks noEditPoints="1"/>
            </p:cNvSpPr>
            <p:nvPr userDrawn="1"/>
          </p:nvSpPr>
          <p:spPr bwMode="auto">
            <a:xfrm>
              <a:off x="8593854" y="3398707"/>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6" name="Freeform 990">
              <a:extLst>
                <a:ext uri="{FF2B5EF4-FFF2-40B4-BE49-F238E27FC236}">
                  <a16:creationId xmlns:a16="http://schemas.microsoft.com/office/drawing/2014/main" id="{E1791179-95BF-4AD6-B9C4-8D8BA59070D2}"/>
                </a:ext>
              </a:extLst>
            </p:cNvPr>
            <p:cNvSpPr>
              <a:spLocks/>
            </p:cNvSpPr>
            <p:nvPr userDrawn="1"/>
          </p:nvSpPr>
          <p:spPr bwMode="auto">
            <a:xfrm>
              <a:off x="8607903" y="3398707"/>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0"/>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7" name="Freeform 991">
              <a:extLst>
                <a:ext uri="{FF2B5EF4-FFF2-40B4-BE49-F238E27FC236}">
                  <a16:creationId xmlns:a16="http://schemas.microsoft.com/office/drawing/2014/main" id="{CA9EAFA5-5678-4663-BE55-F15F727FAB09}"/>
                </a:ext>
              </a:extLst>
            </p:cNvPr>
            <p:cNvSpPr>
              <a:spLocks noEditPoints="1"/>
            </p:cNvSpPr>
            <p:nvPr userDrawn="1"/>
          </p:nvSpPr>
          <p:spPr bwMode="auto">
            <a:xfrm>
              <a:off x="8595861" y="3418776"/>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8" name="Freeform 992">
              <a:extLst>
                <a:ext uri="{FF2B5EF4-FFF2-40B4-BE49-F238E27FC236}">
                  <a16:creationId xmlns:a16="http://schemas.microsoft.com/office/drawing/2014/main" id="{8C8CA0C1-9BFA-4B1A-B23F-9CE91F879191}"/>
                </a:ext>
              </a:extLst>
            </p:cNvPr>
            <p:cNvSpPr>
              <a:spLocks/>
            </p:cNvSpPr>
            <p:nvPr userDrawn="1"/>
          </p:nvSpPr>
          <p:spPr bwMode="auto">
            <a:xfrm>
              <a:off x="8601881" y="3418776"/>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9" name="Freeform 993">
              <a:extLst>
                <a:ext uri="{FF2B5EF4-FFF2-40B4-BE49-F238E27FC236}">
                  <a16:creationId xmlns:a16="http://schemas.microsoft.com/office/drawing/2014/main" id="{0A30BAB3-5F32-443D-859C-5BD13CA9A737}"/>
                </a:ext>
              </a:extLst>
            </p:cNvPr>
            <p:cNvSpPr>
              <a:spLocks noEditPoints="1"/>
            </p:cNvSpPr>
            <p:nvPr userDrawn="1"/>
          </p:nvSpPr>
          <p:spPr bwMode="auto">
            <a:xfrm>
              <a:off x="8804580"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0" name="Freeform 994">
              <a:extLst>
                <a:ext uri="{FF2B5EF4-FFF2-40B4-BE49-F238E27FC236}">
                  <a16:creationId xmlns:a16="http://schemas.microsoft.com/office/drawing/2014/main" id="{EB459B70-E5CD-473C-B606-01F8843D7809}"/>
                </a:ext>
              </a:extLst>
            </p:cNvPr>
            <p:cNvSpPr>
              <a:spLocks noEditPoints="1"/>
            </p:cNvSpPr>
            <p:nvPr userDrawn="1"/>
          </p:nvSpPr>
          <p:spPr bwMode="auto">
            <a:xfrm>
              <a:off x="8800566" y="3163897"/>
              <a:ext cx="42146" cy="40138"/>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1" name="Freeform 995">
              <a:extLst>
                <a:ext uri="{FF2B5EF4-FFF2-40B4-BE49-F238E27FC236}">
                  <a16:creationId xmlns:a16="http://schemas.microsoft.com/office/drawing/2014/main" id="{8B3C0B14-5E3A-4293-B777-E7298B9B0037}"/>
                </a:ext>
              </a:extLst>
            </p:cNvPr>
            <p:cNvSpPr>
              <a:spLocks noEditPoints="1"/>
            </p:cNvSpPr>
            <p:nvPr userDrawn="1"/>
          </p:nvSpPr>
          <p:spPr bwMode="auto">
            <a:xfrm>
              <a:off x="8778490" y="3198016"/>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2" name="Freeform 996">
              <a:extLst>
                <a:ext uri="{FF2B5EF4-FFF2-40B4-BE49-F238E27FC236}">
                  <a16:creationId xmlns:a16="http://schemas.microsoft.com/office/drawing/2014/main" id="{BA5A1716-94EB-453E-9E7E-8A2088E9F619}"/>
                </a:ext>
              </a:extLst>
            </p:cNvPr>
            <p:cNvSpPr>
              <a:spLocks noEditPoints="1"/>
            </p:cNvSpPr>
            <p:nvPr userDrawn="1"/>
          </p:nvSpPr>
          <p:spPr bwMode="auto">
            <a:xfrm>
              <a:off x="8780497" y="3234140"/>
              <a:ext cx="30104" cy="30104"/>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3" name="Freeform 997">
              <a:extLst>
                <a:ext uri="{FF2B5EF4-FFF2-40B4-BE49-F238E27FC236}">
                  <a16:creationId xmlns:a16="http://schemas.microsoft.com/office/drawing/2014/main" id="{207B74F2-2E70-46AA-8B16-4F7E8F48ACBD}"/>
                </a:ext>
              </a:extLst>
            </p:cNvPr>
            <p:cNvSpPr>
              <a:spLocks noEditPoints="1"/>
            </p:cNvSpPr>
            <p:nvPr userDrawn="1"/>
          </p:nvSpPr>
          <p:spPr bwMode="auto">
            <a:xfrm>
              <a:off x="8407211" y="1841342"/>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4" name="Freeform 998">
              <a:extLst>
                <a:ext uri="{FF2B5EF4-FFF2-40B4-BE49-F238E27FC236}">
                  <a16:creationId xmlns:a16="http://schemas.microsoft.com/office/drawing/2014/main" id="{0B2A053B-79B9-4091-B975-EB84924FC028}"/>
                </a:ext>
              </a:extLst>
            </p:cNvPr>
            <p:cNvSpPr>
              <a:spLocks noEditPoints="1"/>
            </p:cNvSpPr>
            <p:nvPr userDrawn="1"/>
          </p:nvSpPr>
          <p:spPr bwMode="auto">
            <a:xfrm>
              <a:off x="8405204" y="1937674"/>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5" name="Freeform 999">
              <a:extLst>
                <a:ext uri="{FF2B5EF4-FFF2-40B4-BE49-F238E27FC236}">
                  <a16:creationId xmlns:a16="http://schemas.microsoft.com/office/drawing/2014/main" id="{7F3C3553-1B4F-4D0D-90B8-70CA54BE1F9C}"/>
                </a:ext>
              </a:extLst>
            </p:cNvPr>
            <p:cNvSpPr>
              <a:spLocks/>
            </p:cNvSpPr>
            <p:nvPr userDrawn="1"/>
          </p:nvSpPr>
          <p:spPr bwMode="auto">
            <a:xfrm>
              <a:off x="8425273" y="1937674"/>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6" name="Freeform 1000">
              <a:extLst>
                <a:ext uri="{FF2B5EF4-FFF2-40B4-BE49-F238E27FC236}">
                  <a16:creationId xmlns:a16="http://schemas.microsoft.com/office/drawing/2014/main" id="{9C7F3A33-78BF-4C84-84D0-C153CCC42D2A}"/>
                </a:ext>
              </a:extLst>
            </p:cNvPr>
            <p:cNvSpPr>
              <a:spLocks noEditPoints="1"/>
            </p:cNvSpPr>
            <p:nvPr userDrawn="1"/>
          </p:nvSpPr>
          <p:spPr bwMode="auto">
            <a:xfrm>
              <a:off x="8393162" y="1957743"/>
              <a:ext cx="20069" cy="22077"/>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7" name="Freeform 1001">
              <a:extLst>
                <a:ext uri="{FF2B5EF4-FFF2-40B4-BE49-F238E27FC236}">
                  <a16:creationId xmlns:a16="http://schemas.microsoft.com/office/drawing/2014/main" id="{5D98A208-68F4-48A1-B9BC-F2D7878995DA}"/>
                </a:ext>
              </a:extLst>
            </p:cNvPr>
            <p:cNvSpPr>
              <a:spLocks/>
            </p:cNvSpPr>
            <p:nvPr userDrawn="1"/>
          </p:nvSpPr>
          <p:spPr bwMode="auto">
            <a:xfrm>
              <a:off x="8407211" y="1957743"/>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8" name="Freeform 1002">
              <a:extLst>
                <a:ext uri="{FF2B5EF4-FFF2-40B4-BE49-F238E27FC236}">
                  <a16:creationId xmlns:a16="http://schemas.microsoft.com/office/drawing/2014/main" id="{D70F65A2-74DD-4C9D-8D16-DE67CFB57711}"/>
                </a:ext>
              </a:extLst>
            </p:cNvPr>
            <p:cNvSpPr>
              <a:spLocks noEditPoints="1"/>
            </p:cNvSpPr>
            <p:nvPr userDrawn="1"/>
          </p:nvSpPr>
          <p:spPr bwMode="auto">
            <a:xfrm>
              <a:off x="8395170" y="1979819"/>
              <a:ext cx="18063" cy="18063"/>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9" name="Freeform 1003">
              <a:extLst>
                <a:ext uri="{FF2B5EF4-FFF2-40B4-BE49-F238E27FC236}">
                  <a16:creationId xmlns:a16="http://schemas.microsoft.com/office/drawing/2014/main" id="{7CD03714-01BE-4D5B-9319-FF9D630D1586}"/>
                </a:ext>
              </a:extLst>
            </p:cNvPr>
            <p:cNvSpPr>
              <a:spLocks/>
            </p:cNvSpPr>
            <p:nvPr userDrawn="1"/>
          </p:nvSpPr>
          <p:spPr bwMode="auto">
            <a:xfrm>
              <a:off x="8401190" y="1979819"/>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0" name="Freeform 1004">
              <a:extLst>
                <a:ext uri="{FF2B5EF4-FFF2-40B4-BE49-F238E27FC236}">
                  <a16:creationId xmlns:a16="http://schemas.microsoft.com/office/drawing/2014/main" id="{8CD7717A-55A3-4781-B527-E2CBCC46BB5D}"/>
                </a:ext>
              </a:extLst>
            </p:cNvPr>
            <p:cNvSpPr>
              <a:spLocks noEditPoints="1"/>
            </p:cNvSpPr>
            <p:nvPr userDrawn="1"/>
          </p:nvSpPr>
          <p:spPr bwMode="auto">
            <a:xfrm>
              <a:off x="7785068" y="2214628"/>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1" name="Freeform 1005">
              <a:extLst>
                <a:ext uri="{FF2B5EF4-FFF2-40B4-BE49-F238E27FC236}">
                  <a16:creationId xmlns:a16="http://schemas.microsoft.com/office/drawing/2014/main" id="{B0B2D34B-7AB5-4509-91AE-7CA80705631B}"/>
                </a:ext>
              </a:extLst>
            </p:cNvPr>
            <p:cNvSpPr>
              <a:spLocks noEditPoints="1"/>
            </p:cNvSpPr>
            <p:nvPr userDrawn="1"/>
          </p:nvSpPr>
          <p:spPr bwMode="auto">
            <a:xfrm>
              <a:off x="7877386"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3"/>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2" name="Freeform 1006">
              <a:extLst>
                <a:ext uri="{FF2B5EF4-FFF2-40B4-BE49-F238E27FC236}">
                  <a16:creationId xmlns:a16="http://schemas.microsoft.com/office/drawing/2014/main" id="{DFDAD0D1-B096-4CC1-AA09-49F0B012C73F}"/>
                </a:ext>
              </a:extLst>
            </p:cNvPr>
            <p:cNvSpPr>
              <a:spLocks/>
            </p:cNvSpPr>
            <p:nvPr userDrawn="1"/>
          </p:nvSpPr>
          <p:spPr bwMode="auto">
            <a:xfrm>
              <a:off x="7891434" y="2411306"/>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3" name="Freeform 1007">
              <a:extLst>
                <a:ext uri="{FF2B5EF4-FFF2-40B4-BE49-F238E27FC236}">
                  <a16:creationId xmlns:a16="http://schemas.microsoft.com/office/drawing/2014/main" id="{C8252ED7-2784-49ED-B9A3-895E93305C89}"/>
                </a:ext>
              </a:extLst>
            </p:cNvPr>
            <p:cNvSpPr>
              <a:spLocks noEditPoints="1"/>
            </p:cNvSpPr>
            <p:nvPr userDrawn="1"/>
          </p:nvSpPr>
          <p:spPr bwMode="auto">
            <a:xfrm>
              <a:off x="7919531" y="242535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4" name="Freeform 1008">
              <a:extLst>
                <a:ext uri="{FF2B5EF4-FFF2-40B4-BE49-F238E27FC236}">
                  <a16:creationId xmlns:a16="http://schemas.microsoft.com/office/drawing/2014/main" id="{49FA9FA5-3FD8-4B18-B2B2-FF824915FA64}"/>
                </a:ext>
              </a:extLst>
            </p:cNvPr>
            <p:cNvSpPr>
              <a:spLocks noEditPoints="1"/>
            </p:cNvSpPr>
            <p:nvPr userDrawn="1"/>
          </p:nvSpPr>
          <p:spPr bwMode="auto">
            <a:xfrm>
              <a:off x="8003821" y="3641543"/>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2" name="Group 1210">
              <a:extLst>
                <a:ext uri="{FF2B5EF4-FFF2-40B4-BE49-F238E27FC236}">
                  <a16:creationId xmlns:a16="http://schemas.microsoft.com/office/drawing/2014/main" id="{6F2E80A6-8325-43FD-9C9E-ED2F3029B10F}"/>
                </a:ext>
              </a:extLst>
            </p:cNvPr>
            <p:cNvGrpSpPr>
              <a:grpSpLocks/>
            </p:cNvGrpSpPr>
            <p:nvPr userDrawn="1"/>
          </p:nvGrpSpPr>
          <p:grpSpPr bwMode="auto">
            <a:xfrm>
              <a:off x="-200439" y="1606533"/>
              <a:ext cx="9544878" cy="4461368"/>
              <a:chOff x="-4945" y="1004"/>
              <a:chExt cx="4756" cy="2223"/>
            </a:xfrm>
            <a:grpFill/>
          </p:grpSpPr>
          <p:sp>
            <p:nvSpPr>
              <p:cNvPr id="545" name="Freeform 1010">
                <a:extLst>
                  <a:ext uri="{FF2B5EF4-FFF2-40B4-BE49-F238E27FC236}">
                    <a16:creationId xmlns:a16="http://schemas.microsoft.com/office/drawing/2014/main" id="{57EA2734-C88F-4494-9878-A38387035492}"/>
                  </a:ext>
                </a:extLst>
              </p:cNvPr>
              <p:cNvSpPr>
                <a:spLocks noEditPoints="1"/>
              </p:cNvSpPr>
              <p:nvPr userDrawn="1"/>
            </p:nvSpPr>
            <p:spPr bwMode="auto">
              <a:xfrm>
                <a:off x="-806" y="2108"/>
                <a:ext cx="20" cy="20"/>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6" name="Freeform 1011">
                <a:extLst>
                  <a:ext uri="{FF2B5EF4-FFF2-40B4-BE49-F238E27FC236}">
                    <a16:creationId xmlns:a16="http://schemas.microsoft.com/office/drawing/2014/main" id="{EC76306F-28D4-4523-B299-4D7D2346F2A4}"/>
                  </a:ext>
                </a:extLst>
              </p:cNvPr>
              <p:cNvSpPr>
                <a:spLocks/>
              </p:cNvSpPr>
              <p:nvPr userDrawn="1"/>
            </p:nvSpPr>
            <p:spPr bwMode="auto">
              <a:xfrm>
                <a:off x="-798" y="2128"/>
                <a:ext cx="15" cy="15"/>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7" name="Freeform 1012">
                <a:extLst>
                  <a:ext uri="{FF2B5EF4-FFF2-40B4-BE49-F238E27FC236}">
                    <a16:creationId xmlns:a16="http://schemas.microsoft.com/office/drawing/2014/main" id="{236DA6B6-8436-458F-8096-0FE0298B19E9}"/>
                  </a:ext>
                </a:extLst>
              </p:cNvPr>
              <p:cNvSpPr>
                <a:spLocks noEditPoints="1"/>
              </p:cNvSpPr>
              <p:nvPr userDrawn="1"/>
            </p:nvSpPr>
            <p:spPr bwMode="auto">
              <a:xfrm>
                <a:off x="-782" y="2137"/>
                <a:ext cx="12" cy="12"/>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8" name="Freeform 1013">
                <a:extLst>
                  <a:ext uri="{FF2B5EF4-FFF2-40B4-BE49-F238E27FC236}">
                    <a16:creationId xmlns:a16="http://schemas.microsoft.com/office/drawing/2014/main" id="{CB6B5530-8C12-4827-9718-36783A532799}"/>
                  </a:ext>
                </a:extLst>
              </p:cNvPr>
              <p:cNvSpPr>
                <a:spLocks noEditPoints="1"/>
              </p:cNvSpPr>
              <p:nvPr userDrawn="1"/>
            </p:nvSpPr>
            <p:spPr bwMode="auto">
              <a:xfrm>
                <a:off x="-878" y="1617"/>
                <a:ext cx="84" cy="81"/>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9" name="Freeform 1014">
                <a:extLst>
                  <a:ext uri="{FF2B5EF4-FFF2-40B4-BE49-F238E27FC236}">
                    <a16:creationId xmlns:a16="http://schemas.microsoft.com/office/drawing/2014/main" id="{1B97B189-B92F-4294-9B42-5C5D6B9ADF18}"/>
                  </a:ext>
                </a:extLst>
              </p:cNvPr>
              <p:cNvSpPr>
                <a:spLocks/>
              </p:cNvSpPr>
              <p:nvPr userDrawn="1"/>
            </p:nvSpPr>
            <p:spPr bwMode="auto">
              <a:xfrm>
                <a:off x="-830" y="1697"/>
                <a:ext cx="18" cy="18"/>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0" name="Freeform 1015">
                <a:extLst>
                  <a:ext uri="{FF2B5EF4-FFF2-40B4-BE49-F238E27FC236}">
                    <a16:creationId xmlns:a16="http://schemas.microsoft.com/office/drawing/2014/main" id="{E7844405-9680-4922-9341-4E82B1FF9CF0}"/>
                  </a:ext>
                </a:extLst>
              </p:cNvPr>
              <p:cNvSpPr>
                <a:spLocks/>
              </p:cNvSpPr>
              <p:nvPr userDrawn="1"/>
            </p:nvSpPr>
            <p:spPr bwMode="auto">
              <a:xfrm>
                <a:off x="-824" y="1715"/>
                <a:ext cx="14" cy="13"/>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1" name="Freeform 1016">
                <a:extLst>
                  <a:ext uri="{FF2B5EF4-FFF2-40B4-BE49-F238E27FC236}">
                    <a16:creationId xmlns:a16="http://schemas.microsoft.com/office/drawing/2014/main" id="{591CB553-84A3-41FD-8FFA-FFB37D3D3C3E}"/>
                  </a:ext>
                </a:extLst>
              </p:cNvPr>
              <p:cNvSpPr>
                <a:spLocks noEditPoints="1"/>
              </p:cNvSpPr>
              <p:nvPr userDrawn="1"/>
            </p:nvSpPr>
            <p:spPr bwMode="auto">
              <a:xfrm>
                <a:off x="-810" y="1722"/>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2" name="Freeform 1017">
                <a:extLst>
                  <a:ext uri="{FF2B5EF4-FFF2-40B4-BE49-F238E27FC236}">
                    <a16:creationId xmlns:a16="http://schemas.microsoft.com/office/drawing/2014/main" id="{6CEBD902-3CB6-45EE-A274-E5587F53E25F}"/>
                  </a:ext>
                </a:extLst>
              </p:cNvPr>
              <p:cNvSpPr>
                <a:spLocks noEditPoints="1"/>
              </p:cNvSpPr>
              <p:nvPr userDrawn="1"/>
            </p:nvSpPr>
            <p:spPr bwMode="auto">
              <a:xfrm>
                <a:off x="-1078" y="1725"/>
                <a:ext cx="92" cy="90"/>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3" name="Freeform 1018">
                <a:extLst>
                  <a:ext uri="{FF2B5EF4-FFF2-40B4-BE49-F238E27FC236}">
                    <a16:creationId xmlns:a16="http://schemas.microsoft.com/office/drawing/2014/main" id="{176CA0EA-756B-41C2-A790-23CE850410C8}"/>
                  </a:ext>
                </a:extLst>
              </p:cNvPr>
              <p:cNvSpPr>
                <a:spLocks noEditPoints="1"/>
              </p:cNvSpPr>
              <p:nvPr userDrawn="1"/>
            </p:nvSpPr>
            <p:spPr bwMode="auto">
              <a:xfrm>
                <a:off x="-995" y="1794"/>
                <a:ext cx="19" cy="19"/>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0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4" name="Freeform 1019">
                <a:extLst>
                  <a:ext uri="{FF2B5EF4-FFF2-40B4-BE49-F238E27FC236}">
                    <a16:creationId xmlns:a16="http://schemas.microsoft.com/office/drawing/2014/main" id="{DEDBB2FA-0894-41B9-BBED-032AE2CF1DEE}"/>
                  </a:ext>
                </a:extLst>
              </p:cNvPr>
              <p:cNvSpPr>
                <a:spLocks noEditPoints="1"/>
              </p:cNvSpPr>
              <p:nvPr userDrawn="1"/>
            </p:nvSpPr>
            <p:spPr bwMode="auto">
              <a:xfrm>
                <a:off x="-978" y="1807"/>
                <a:ext cx="15" cy="15"/>
              </a:xfrm>
              <a:custGeom>
                <a:avLst/>
                <a:gdLst>
                  <a:gd name="T0" fmla="*/ 10 w 20"/>
                  <a:gd name="T1" fmla="*/ 14 h 20"/>
                  <a:gd name="T2" fmla="*/ 7 w 20"/>
                  <a:gd name="T3" fmla="*/ 12 h 20"/>
                  <a:gd name="T4" fmla="*/ 6 w 20"/>
                  <a:gd name="T5" fmla="*/ 10 h 20"/>
                  <a:gd name="T6" fmla="*/ 7 w 20"/>
                  <a:gd name="T7" fmla="*/ 7 h 20"/>
                  <a:gd name="T8" fmla="*/ 10 w 20"/>
                  <a:gd name="T9" fmla="*/ 6 h 20"/>
                  <a:gd name="T10" fmla="*/ 13 w 20"/>
                  <a:gd name="T11" fmla="*/ 8 h 20"/>
                  <a:gd name="T12" fmla="*/ 13 w 20"/>
                  <a:gd name="T13" fmla="*/ 8 h 20"/>
                  <a:gd name="T14" fmla="*/ 14 w 20"/>
                  <a:gd name="T15" fmla="*/ 10 h 20"/>
                  <a:gd name="T16" fmla="*/ 12 w 20"/>
                  <a:gd name="T17" fmla="*/ 13 h 20"/>
                  <a:gd name="T18" fmla="*/ 10 w 20"/>
                  <a:gd name="T19" fmla="*/ 14 h 20"/>
                  <a:gd name="T20" fmla="*/ 10 w 20"/>
                  <a:gd name="T21" fmla="*/ 0 h 20"/>
                  <a:gd name="T22" fmla="*/ 10 w 20"/>
                  <a:gd name="T23" fmla="*/ 0 h 20"/>
                  <a:gd name="T24" fmla="*/ 10 w 20"/>
                  <a:gd name="T25" fmla="*/ 0 h 20"/>
                  <a:gd name="T26" fmla="*/ 4 w 20"/>
                  <a:gd name="T27" fmla="*/ 2 h 20"/>
                  <a:gd name="T28" fmla="*/ 0 w 20"/>
                  <a:gd name="T29" fmla="*/ 10 h 20"/>
                  <a:gd name="T30" fmla="*/ 2 w 20"/>
                  <a:gd name="T31" fmla="*/ 16 h 20"/>
                  <a:gd name="T32" fmla="*/ 10 w 20"/>
                  <a:gd name="T33" fmla="*/ 20 h 20"/>
                  <a:gd name="T34" fmla="*/ 10 w 20"/>
                  <a:gd name="T35" fmla="*/ 20 h 20"/>
                  <a:gd name="T36" fmla="*/ 16 w 20"/>
                  <a:gd name="T37" fmla="*/ 18 h 20"/>
                  <a:gd name="T38" fmla="*/ 20 w 20"/>
                  <a:gd name="T39" fmla="*/ 10 h 20"/>
                  <a:gd name="T40" fmla="*/ 18 w 20"/>
                  <a:gd name="T41" fmla="*/ 4 h 20"/>
                  <a:gd name="T42" fmla="*/ 15 w 20"/>
                  <a:gd name="T43" fmla="*/ 6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0" y="14"/>
                    </a:move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cubicBezTo>
                      <a:pt x="13" y="8"/>
                      <a:pt x="13" y="8"/>
                      <a:pt x="13" y="8"/>
                    </a:cubicBezTo>
                    <a:cubicBezTo>
                      <a:pt x="14" y="8"/>
                      <a:pt x="14" y="9"/>
                      <a:pt x="14" y="10"/>
                    </a:cubicBezTo>
                    <a:cubicBezTo>
                      <a:pt x="14" y="11"/>
                      <a:pt x="13" y="12"/>
                      <a:pt x="12" y="13"/>
                    </a:cubicBezTo>
                    <a:cubicBezTo>
                      <a:pt x="11" y="14"/>
                      <a:pt x="11" y="14"/>
                      <a:pt x="10" y="14"/>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5" y="6"/>
                      <a:pt x="15" y="6"/>
                      <a:pt x="15" y="6"/>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5" name="Freeform 1020">
                <a:extLst>
                  <a:ext uri="{FF2B5EF4-FFF2-40B4-BE49-F238E27FC236}">
                    <a16:creationId xmlns:a16="http://schemas.microsoft.com/office/drawing/2014/main" id="{62C393CC-3BA0-4740-82D9-D3FC9F5F9564}"/>
                  </a:ext>
                </a:extLst>
              </p:cNvPr>
              <p:cNvSpPr>
                <a:spLocks noEditPoints="1"/>
              </p:cNvSpPr>
              <p:nvPr userDrawn="1"/>
            </p:nvSpPr>
            <p:spPr bwMode="auto">
              <a:xfrm>
                <a:off x="-962" y="1806"/>
                <a:ext cx="14" cy="13"/>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7 w 18"/>
                  <a:gd name="T19" fmla="*/ 11 h 18"/>
                  <a:gd name="T20" fmla="*/ 6 w 18"/>
                  <a:gd name="T21" fmla="*/ 9 h 18"/>
                  <a:gd name="T22" fmla="*/ 7 w 18"/>
                  <a:gd name="T23" fmla="*/ 7 h 18"/>
                  <a:gd name="T24" fmla="*/ 9 w 18"/>
                  <a:gd name="T25" fmla="*/ 6 h 18"/>
                  <a:gd name="T26" fmla="*/ 11 w 18"/>
                  <a:gd name="T27" fmla="*/ 8 h 18"/>
                  <a:gd name="T28" fmla="*/ 9 w 18"/>
                  <a:gd name="T29" fmla="*/ 0 h 18"/>
                  <a:gd name="T30" fmla="*/ 9 w 18"/>
                  <a:gd name="T31" fmla="*/ 0 h 18"/>
                  <a:gd name="T32" fmla="*/ 9 w 18"/>
                  <a:gd name="T33" fmla="*/ 0 h 18"/>
                  <a:gd name="T34" fmla="*/ 4 w 18"/>
                  <a:gd name="T35" fmla="*/ 2 h 18"/>
                  <a:gd name="T36" fmla="*/ 0 w 18"/>
                  <a:gd name="T37" fmla="*/ 9 h 18"/>
                  <a:gd name="T38" fmla="*/ 2 w 18"/>
                  <a:gd name="T39" fmla="*/ 14 h 18"/>
                  <a:gd name="T40" fmla="*/ 2 w 18"/>
                  <a:gd name="T41" fmla="*/ 14 h 18"/>
                  <a:gd name="T42" fmla="*/ 9 w 18"/>
                  <a:gd name="T43" fmla="*/ 18 h 18"/>
                  <a:gd name="T44" fmla="*/ 9 w 18"/>
                  <a:gd name="T45" fmla="*/ 18 h 18"/>
                  <a:gd name="T46" fmla="*/ 14 w 18"/>
                  <a:gd name="T47" fmla="*/ 16 h 18"/>
                  <a:gd name="T48" fmla="*/ 18 w 18"/>
                  <a:gd name="T49" fmla="*/ 9 h 18"/>
                  <a:gd name="T50" fmla="*/ 16 w 18"/>
                  <a:gd name="T51" fmla="*/ 4 h 18"/>
                  <a:gd name="T52" fmla="*/ 16 w 18"/>
                  <a:gd name="T53" fmla="*/ 4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9" y="0"/>
                      <a:pt x="9" y="0"/>
                      <a:pt x="9" y="0"/>
                    </a:cubicBezTo>
                    <a:cubicBezTo>
                      <a:pt x="7" y="0"/>
                      <a:pt x="5" y="1"/>
                      <a:pt x="4" y="2"/>
                    </a:cubicBezTo>
                    <a:cubicBezTo>
                      <a:pt x="1"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6" name="Freeform 1021">
                <a:extLst>
                  <a:ext uri="{FF2B5EF4-FFF2-40B4-BE49-F238E27FC236}">
                    <a16:creationId xmlns:a16="http://schemas.microsoft.com/office/drawing/2014/main" id="{63E1A128-FDE7-420F-9109-A499518EA341}"/>
                  </a:ext>
                </a:extLst>
              </p:cNvPr>
              <p:cNvSpPr>
                <a:spLocks/>
              </p:cNvSpPr>
              <p:nvPr userDrawn="1"/>
            </p:nvSpPr>
            <p:spPr bwMode="auto">
              <a:xfrm>
                <a:off x="-1739" y="1545"/>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7" name="Freeform 1022">
                <a:extLst>
                  <a:ext uri="{FF2B5EF4-FFF2-40B4-BE49-F238E27FC236}">
                    <a16:creationId xmlns:a16="http://schemas.microsoft.com/office/drawing/2014/main" id="{A4EBA264-F84A-416D-8B21-7D0BD3D6E43E}"/>
                  </a:ext>
                </a:extLst>
              </p:cNvPr>
              <p:cNvSpPr>
                <a:spLocks noEditPoints="1"/>
              </p:cNvSpPr>
              <p:nvPr userDrawn="1"/>
            </p:nvSpPr>
            <p:spPr bwMode="auto">
              <a:xfrm>
                <a:off x="-1713" y="1680"/>
                <a:ext cx="13" cy="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8" name="Freeform 1023">
                <a:extLst>
                  <a:ext uri="{FF2B5EF4-FFF2-40B4-BE49-F238E27FC236}">
                    <a16:creationId xmlns:a16="http://schemas.microsoft.com/office/drawing/2014/main" id="{CCB15C64-4BC7-4464-9BAD-8245B82BDC7E}"/>
                  </a:ext>
                </a:extLst>
              </p:cNvPr>
              <p:cNvSpPr>
                <a:spLocks noEditPoints="1"/>
              </p:cNvSpPr>
              <p:nvPr userDrawn="1"/>
            </p:nvSpPr>
            <p:spPr bwMode="auto">
              <a:xfrm>
                <a:off x="-1594" y="1668"/>
                <a:ext cx="31" cy="30"/>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9" name="Freeform 1024">
                <a:extLst>
                  <a:ext uri="{FF2B5EF4-FFF2-40B4-BE49-F238E27FC236}">
                    <a16:creationId xmlns:a16="http://schemas.microsoft.com/office/drawing/2014/main" id="{D936E848-8543-4B1B-A346-C6E71B36E213}"/>
                  </a:ext>
                </a:extLst>
              </p:cNvPr>
              <p:cNvSpPr>
                <a:spLocks noEditPoints="1"/>
              </p:cNvSpPr>
              <p:nvPr userDrawn="1"/>
            </p:nvSpPr>
            <p:spPr bwMode="auto">
              <a:xfrm>
                <a:off x="-1564" y="1692"/>
                <a:ext cx="23" cy="2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0" name="Freeform 1025">
                <a:extLst>
                  <a:ext uri="{FF2B5EF4-FFF2-40B4-BE49-F238E27FC236}">
                    <a16:creationId xmlns:a16="http://schemas.microsoft.com/office/drawing/2014/main" id="{5BE10011-DDC9-4959-80CF-70277DB7E2EE}"/>
                  </a:ext>
                </a:extLst>
              </p:cNvPr>
              <p:cNvSpPr>
                <a:spLocks noEditPoints="1"/>
              </p:cNvSpPr>
              <p:nvPr userDrawn="1"/>
            </p:nvSpPr>
            <p:spPr bwMode="auto">
              <a:xfrm>
                <a:off x="-1534" y="1689"/>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13 w 26"/>
                  <a:gd name="T25" fmla="*/ 0 h 25"/>
                  <a:gd name="T26" fmla="*/ 5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1" name="Freeform 1026">
                <a:extLst>
                  <a:ext uri="{FF2B5EF4-FFF2-40B4-BE49-F238E27FC236}">
                    <a16:creationId xmlns:a16="http://schemas.microsoft.com/office/drawing/2014/main" id="{78EDE6AB-3899-4399-AD98-81C884C4A038}"/>
                  </a:ext>
                </a:extLst>
              </p:cNvPr>
              <p:cNvSpPr>
                <a:spLocks noEditPoints="1"/>
              </p:cNvSpPr>
              <p:nvPr userDrawn="1"/>
            </p:nvSpPr>
            <p:spPr bwMode="auto">
              <a:xfrm>
                <a:off x="-1136" y="1386"/>
                <a:ext cx="83" cy="77"/>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9 h 103"/>
                  <a:gd name="T14" fmla="*/ 72 w 111"/>
                  <a:gd name="T15" fmla="*/ 7 h 103"/>
                  <a:gd name="T16" fmla="*/ 71 w 111"/>
                  <a:gd name="T17" fmla="*/ 9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2" name="Freeform 1027">
                <a:extLst>
                  <a:ext uri="{FF2B5EF4-FFF2-40B4-BE49-F238E27FC236}">
                    <a16:creationId xmlns:a16="http://schemas.microsoft.com/office/drawing/2014/main" id="{887B91D6-6F41-43DE-86A0-632D807DF6BF}"/>
                  </a:ext>
                </a:extLst>
              </p:cNvPr>
              <p:cNvSpPr>
                <a:spLocks noEditPoints="1"/>
              </p:cNvSpPr>
              <p:nvPr userDrawn="1"/>
            </p:nvSpPr>
            <p:spPr bwMode="auto">
              <a:xfrm>
                <a:off x="-1146" y="1387"/>
                <a:ext cx="18" cy="17"/>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3" name="Freeform 1028">
                <a:extLst>
                  <a:ext uri="{FF2B5EF4-FFF2-40B4-BE49-F238E27FC236}">
                    <a16:creationId xmlns:a16="http://schemas.microsoft.com/office/drawing/2014/main" id="{AC2AE78A-03D7-4316-8A71-AAB0D9A24120}"/>
                  </a:ext>
                </a:extLst>
              </p:cNvPr>
              <p:cNvSpPr>
                <a:spLocks noEditPoints="1"/>
              </p:cNvSpPr>
              <p:nvPr userDrawn="1"/>
            </p:nvSpPr>
            <p:spPr bwMode="auto">
              <a:xfrm>
                <a:off x="-1158" y="1379"/>
                <a:ext cx="14" cy="14"/>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4" name="Freeform 1029">
                <a:extLst>
                  <a:ext uri="{FF2B5EF4-FFF2-40B4-BE49-F238E27FC236}">
                    <a16:creationId xmlns:a16="http://schemas.microsoft.com/office/drawing/2014/main" id="{0332EE41-4A83-4A28-B87E-A2AEA5723017}"/>
                  </a:ext>
                </a:extLst>
              </p:cNvPr>
              <p:cNvSpPr>
                <a:spLocks noEditPoints="1"/>
              </p:cNvSpPr>
              <p:nvPr userDrawn="1"/>
            </p:nvSpPr>
            <p:spPr bwMode="auto">
              <a:xfrm>
                <a:off x="-1160" y="1367"/>
                <a:ext cx="12" cy="12"/>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8 w 16"/>
                  <a:gd name="T33" fmla="*/ 0 h 15"/>
                  <a:gd name="T34" fmla="*/ 4 w 16"/>
                  <a:gd name="T35" fmla="*/ 1 h 15"/>
                  <a:gd name="T36" fmla="*/ 1 w 16"/>
                  <a:gd name="T37" fmla="*/ 5 h 15"/>
                  <a:gd name="T38" fmla="*/ 0 w 16"/>
                  <a:gd name="T39" fmla="*/ 7 h 15"/>
                  <a:gd name="T40" fmla="*/ 6 w 16"/>
                  <a:gd name="T41" fmla="*/ 15 h 15"/>
                  <a:gd name="T42" fmla="*/ 8 w 16"/>
                  <a:gd name="T43" fmla="*/ 15 h 15"/>
                  <a:gd name="T44" fmla="*/ 8 w 16"/>
                  <a:gd name="T45" fmla="*/ 15 h 15"/>
                  <a:gd name="T46" fmla="*/ 13 w 16"/>
                  <a:gd name="T47" fmla="*/ 14 h 15"/>
                  <a:gd name="T48" fmla="*/ 16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5" name="Freeform 1030">
                <a:extLst>
                  <a:ext uri="{FF2B5EF4-FFF2-40B4-BE49-F238E27FC236}">
                    <a16:creationId xmlns:a16="http://schemas.microsoft.com/office/drawing/2014/main" id="{C86450D8-E21B-48DF-8408-248821849FA8}"/>
                  </a:ext>
                </a:extLst>
              </p:cNvPr>
              <p:cNvSpPr>
                <a:spLocks noEditPoints="1"/>
              </p:cNvSpPr>
              <p:nvPr userDrawn="1"/>
            </p:nvSpPr>
            <p:spPr bwMode="auto">
              <a:xfrm>
                <a:off x="-1185" y="1258"/>
                <a:ext cx="76" cy="74"/>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0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6" name="Freeform 1031">
                <a:extLst>
                  <a:ext uri="{FF2B5EF4-FFF2-40B4-BE49-F238E27FC236}">
                    <a16:creationId xmlns:a16="http://schemas.microsoft.com/office/drawing/2014/main" id="{1BC6BC6A-8C23-41DA-A50F-72819F678F8F}"/>
                  </a:ext>
                </a:extLst>
              </p:cNvPr>
              <p:cNvSpPr>
                <a:spLocks noEditPoints="1"/>
              </p:cNvSpPr>
              <p:nvPr userDrawn="1"/>
            </p:nvSpPr>
            <p:spPr bwMode="auto">
              <a:xfrm>
                <a:off x="-1187" y="1321"/>
                <a:ext cx="16" cy="16"/>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7" name="Freeform 1032">
                <a:extLst>
                  <a:ext uri="{FF2B5EF4-FFF2-40B4-BE49-F238E27FC236}">
                    <a16:creationId xmlns:a16="http://schemas.microsoft.com/office/drawing/2014/main" id="{C33720BA-97B5-4584-85F7-769C94AC8E9F}"/>
                  </a:ext>
                </a:extLst>
              </p:cNvPr>
              <p:cNvSpPr>
                <a:spLocks noEditPoints="1"/>
              </p:cNvSpPr>
              <p:nvPr userDrawn="1"/>
            </p:nvSpPr>
            <p:spPr bwMode="auto">
              <a:xfrm>
                <a:off x="-1196" y="1334"/>
                <a:ext cx="13" cy="12"/>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8" name="Freeform 1033">
                <a:extLst>
                  <a:ext uri="{FF2B5EF4-FFF2-40B4-BE49-F238E27FC236}">
                    <a16:creationId xmlns:a16="http://schemas.microsoft.com/office/drawing/2014/main" id="{26F1B593-0BFB-4580-9CC0-D8AE29862DAD}"/>
                  </a:ext>
                </a:extLst>
              </p:cNvPr>
              <p:cNvSpPr>
                <a:spLocks noEditPoints="1"/>
              </p:cNvSpPr>
              <p:nvPr userDrawn="1"/>
            </p:nvSpPr>
            <p:spPr bwMode="auto">
              <a:xfrm>
                <a:off x="-1208" y="1335"/>
                <a:ext cx="11"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7 h 15"/>
                  <a:gd name="T38" fmla="*/ 11 w 15"/>
                  <a:gd name="T39" fmla="*/ 0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9" name="Freeform 1034">
                <a:extLst>
                  <a:ext uri="{FF2B5EF4-FFF2-40B4-BE49-F238E27FC236}">
                    <a16:creationId xmlns:a16="http://schemas.microsoft.com/office/drawing/2014/main" id="{020EBFFA-DE79-4CCA-B184-2AEA72211002}"/>
                  </a:ext>
                </a:extLst>
              </p:cNvPr>
              <p:cNvSpPr>
                <a:spLocks noEditPoints="1"/>
              </p:cNvSpPr>
              <p:nvPr userDrawn="1"/>
            </p:nvSpPr>
            <p:spPr bwMode="auto">
              <a:xfrm>
                <a:off x="-2145" y="1045"/>
                <a:ext cx="76" cy="75"/>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5 h 99"/>
                  <a:gd name="T38" fmla="*/ 50 w 101"/>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0" name="Freeform 1035">
                <a:extLst>
                  <a:ext uri="{FF2B5EF4-FFF2-40B4-BE49-F238E27FC236}">
                    <a16:creationId xmlns:a16="http://schemas.microsoft.com/office/drawing/2014/main" id="{1802490C-CEE5-4405-91F5-392DE31573FE}"/>
                  </a:ext>
                </a:extLst>
              </p:cNvPr>
              <p:cNvSpPr>
                <a:spLocks noEditPoints="1"/>
              </p:cNvSpPr>
              <p:nvPr userDrawn="1"/>
            </p:nvSpPr>
            <p:spPr bwMode="auto">
              <a:xfrm>
                <a:off x="-2147" y="1108"/>
                <a:ext cx="16" cy="17"/>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6"/>
                    </a:cubicBezTo>
                    <a:cubicBezTo>
                      <a:pt x="15" y="7"/>
                      <a:pt x="16" y="9"/>
                      <a:pt x="16" y="11"/>
                    </a:cubicBezTo>
                    <a:cubicBezTo>
                      <a:pt x="16" y="11"/>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1" y="22"/>
                      <a:pt x="11" y="22"/>
                      <a:pt x="11" y="22"/>
                    </a:cubicBezTo>
                    <a:cubicBezTo>
                      <a:pt x="15" y="22"/>
                      <a:pt x="19" y="19"/>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1" name="Freeform 1036">
                <a:extLst>
                  <a:ext uri="{FF2B5EF4-FFF2-40B4-BE49-F238E27FC236}">
                    <a16:creationId xmlns:a16="http://schemas.microsoft.com/office/drawing/2014/main" id="{79171E30-6537-4C26-844A-783167DDC6A2}"/>
                  </a:ext>
                </a:extLst>
              </p:cNvPr>
              <p:cNvSpPr>
                <a:spLocks noEditPoints="1"/>
              </p:cNvSpPr>
              <p:nvPr userDrawn="1"/>
            </p:nvSpPr>
            <p:spPr bwMode="auto">
              <a:xfrm>
                <a:off x="-2156" y="1121"/>
                <a:ext cx="13" cy="1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16 w 17"/>
                  <a:gd name="T35" fmla="*/ 12 h 17"/>
                  <a:gd name="T36" fmla="*/ 17 w 17"/>
                  <a:gd name="T37" fmla="*/ 8 h 17"/>
                  <a:gd name="T38" fmla="*/ 12 w 17"/>
                  <a:gd name="T39" fmla="*/ 1 h 17"/>
                  <a:gd name="T40" fmla="*/ 8 w 17"/>
                  <a:gd name="T41" fmla="*/ 0 h 17"/>
                  <a:gd name="T42" fmla="*/ 8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1"/>
                      <a:pt x="1" y="5"/>
                    </a:cubicBezTo>
                    <a:cubicBezTo>
                      <a:pt x="1" y="5"/>
                      <a:pt x="1" y="5"/>
                      <a:pt x="1" y="5"/>
                    </a:cubicBezTo>
                    <a:cubicBezTo>
                      <a:pt x="0" y="6"/>
                      <a:pt x="0" y="7"/>
                      <a:pt x="0" y="8"/>
                    </a:cubicBezTo>
                    <a:cubicBezTo>
                      <a:pt x="0" y="12"/>
                      <a:pt x="1" y="15"/>
                      <a:pt x="5" y="16"/>
                    </a:cubicBezTo>
                    <a:cubicBezTo>
                      <a:pt x="6" y="17"/>
                      <a:pt x="7" y="17"/>
                      <a:pt x="8" y="17"/>
                    </a:cubicBezTo>
                    <a:cubicBezTo>
                      <a:pt x="12" y="17"/>
                      <a:pt x="15" y="15"/>
                      <a:pt x="16" y="12"/>
                    </a:cubicBezTo>
                    <a:cubicBezTo>
                      <a:pt x="17" y="11"/>
                      <a:pt x="17" y="10"/>
                      <a:pt x="17" y="8"/>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2" name="Freeform 1037">
                <a:extLst>
                  <a:ext uri="{FF2B5EF4-FFF2-40B4-BE49-F238E27FC236}">
                    <a16:creationId xmlns:a16="http://schemas.microsoft.com/office/drawing/2014/main" id="{0ABD9FC9-979F-441F-BEEA-118ACF79490E}"/>
                  </a:ext>
                </a:extLst>
              </p:cNvPr>
              <p:cNvSpPr>
                <a:spLocks noEditPoints="1"/>
              </p:cNvSpPr>
              <p:nvPr userDrawn="1"/>
            </p:nvSpPr>
            <p:spPr bwMode="auto">
              <a:xfrm>
                <a:off x="-2168" y="1122"/>
                <a:ext cx="12" cy="12"/>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15 w 16"/>
                  <a:gd name="T35" fmla="*/ 11 h 16"/>
                  <a:gd name="T36" fmla="*/ 16 w 16"/>
                  <a:gd name="T37" fmla="*/ 8 h 16"/>
                  <a:gd name="T38" fmla="*/ 11 w 16"/>
                  <a:gd name="T39" fmla="*/ 1 h 16"/>
                  <a:gd name="T40" fmla="*/ 8 w 16"/>
                  <a:gd name="T41" fmla="*/ 0 h 16"/>
                  <a:gd name="T42" fmla="*/ 8 w 16"/>
                  <a:gd name="T43" fmla="*/ 0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6"/>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11" y="16"/>
                      <a:pt x="13" y="14"/>
                      <a:pt x="15" y="11"/>
                    </a:cubicBezTo>
                    <a:cubicBezTo>
                      <a:pt x="15" y="10"/>
                      <a:pt x="16" y="9"/>
                      <a:pt x="16" y="8"/>
                    </a:cubicBezTo>
                    <a:cubicBezTo>
                      <a:pt x="16" y="5"/>
                      <a:pt x="14" y="3"/>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3" name="Freeform 1038">
                <a:extLst>
                  <a:ext uri="{FF2B5EF4-FFF2-40B4-BE49-F238E27FC236}">
                    <a16:creationId xmlns:a16="http://schemas.microsoft.com/office/drawing/2014/main" id="{F9C08A67-6357-4D4D-90FA-C342175638EE}"/>
                  </a:ext>
                </a:extLst>
              </p:cNvPr>
              <p:cNvSpPr>
                <a:spLocks noEditPoints="1"/>
              </p:cNvSpPr>
              <p:nvPr userDrawn="1"/>
            </p:nvSpPr>
            <p:spPr bwMode="auto">
              <a:xfrm>
                <a:off x="-941" y="1940"/>
                <a:ext cx="75" cy="74"/>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9"/>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4" name="Freeform 1039">
                <a:extLst>
                  <a:ext uri="{FF2B5EF4-FFF2-40B4-BE49-F238E27FC236}">
                    <a16:creationId xmlns:a16="http://schemas.microsoft.com/office/drawing/2014/main" id="{B9513E0B-90D5-4170-9247-FFF3F95FAF67}"/>
                  </a:ext>
                </a:extLst>
              </p:cNvPr>
              <p:cNvSpPr>
                <a:spLocks noEditPoints="1"/>
              </p:cNvSpPr>
              <p:nvPr userDrawn="1"/>
            </p:nvSpPr>
            <p:spPr bwMode="auto">
              <a:xfrm>
                <a:off x="-944" y="2002"/>
                <a:ext cx="17" cy="17"/>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5" name="Freeform 1040">
                <a:extLst>
                  <a:ext uri="{FF2B5EF4-FFF2-40B4-BE49-F238E27FC236}">
                    <a16:creationId xmlns:a16="http://schemas.microsoft.com/office/drawing/2014/main" id="{398B7C6F-67A2-40D5-B322-068AE110A1BB}"/>
                  </a:ext>
                </a:extLst>
              </p:cNvPr>
              <p:cNvSpPr>
                <a:spLocks noEditPoints="1"/>
              </p:cNvSpPr>
              <p:nvPr userDrawn="1"/>
            </p:nvSpPr>
            <p:spPr bwMode="auto">
              <a:xfrm>
                <a:off x="-953" y="2015"/>
                <a:ext cx="14" cy="13"/>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6" name="Freeform 1041">
                <a:extLst>
                  <a:ext uri="{FF2B5EF4-FFF2-40B4-BE49-F238E27FC236}">
                    <a16:creationId xmlns:a16="http://schemas.microsoft.com/office/drawing/2014/main" id="{811F064B-E9DB-4E9C-B676-825E0A1141BF}"/>
                  </a:ext>
                </a:extLst>
              </p:cNvPr>
              <p:cNvSpPr>
                <a:spLocks noEditPoints="1"/>
              </p:cNvSpPr>
              <p:nvPr userDrawn="1"/>
            </p:nvSpPr>
            <p:spPr bwMode="auto">
              <a:xfrm>
                <a:off x="-965" y="2017"/>
                <a:ext cx="12"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7" name="Freeform 1042">
                <a:extLst>
                  <a:ext uri="{FF2B5EF4-FFF2-40B4-BE49-F238E27FC236}">
                    <a16:creationId xmlns:a16="http://schemas.microsoft.com/office/drawing/2014/main" id="{316F52FC-1F5B-4662-A278-7C0B1D04AEA9}"/>
                  </a:ext>
                </a:extLst>
              </p:cNvPr>
              <p:cNvSpPr>
                <a:spLocks noEditPoints="1"/>
              </p:cNvSpPr>
              <p:nvPr userDrawn="1"/>
            </p:nvSpPr>
            <p:spPr bwMode="auto">
              <a:xfrm>
                <a:off x="-1232" y="2024"/>
                <a:ext cx="75" cy="74"/>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8" name="Freeform 1043">
                <a:extLst>
                  <a:ext uri="{FF2B5EF4-FFF2-40B4-BE49-F238E27FC236}">
                    <a16:creationId xmlns:a16="http://schemas.microsoft.com/office/drawing/2014/main" id="{1C94B771-3EAA-4E0E-8E67-33EDFBB9939C}"/>
                  </a:ext>
                </a:extLst>
              </p:cNvPr>
              <p:cNvSpPr>
                <a:spLocks noEditPoints="1"/>
              </p:cNvSpPr>
              <p:nvPr userDrawn="1"/>
            </p:nvSpPr>
            <p:spPr bwMode="auto">
              <a:xfrm>
                <a:off x="-1235" y="2086"/>
                <a:ext cx="17" cy="17"/>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9" name="Freeform 1044">
                <a:extLst>
                  <a:ext uri="{FF2B5EF4-FFF2-40B4-BE49-F238E27FC236}">
                    <a16:creationId xmlns:a16="http://schemas.microsoft.com/office/drawing/2014/main" id="{D013339B-F7F1-4FF4-9F12-82319E80E844}"/>
                  </a:ext>
                </a:extLst>
              </p:cNvPr>
              <p:cNvSpPr>
                <a:spLocks noEditPoints="1"/>
              </p:cNvSpPr>
              <p:nvPr userDrawn="1"/>
            </p:nvSpPr>
            <p:spPr bwMode="auto">
              <a:xfrm>
                <a:off x="-1243" y="2099"/>
                <a:ext cx="13" cy="13"/>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16 w 17"/>
                  <a:gd name="T35" fmla="*/ 13 h 17"/>
                  <a:gd name="T36" fmla="*/ 17 w 17"/>
                  <a:gd name="T37" fmla="*/ 9 h 17"/>
                  <a:gd name="T38" fmla="*/ 12 w 17"/>
                  <a:gd name="T39" fmla="*/ 1 h 17"/>
                  <a:gd name="T40" fmla="*/ 8 w 17"/>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0" name="Freeform 1045">
                <a:extLst>
                  <a:ext uri="{FF2B5EF4-FFF2-40B4-BE49-F238E27FC236}">
                    <a16:creationId xmlns:a16="http://schemas.microsoft.com/office/drawing/2014/main" id="{72A0720C-40BE-416D-91EC-665AD9B589FF}"/>
                  </a:ext>
                </a:extLst>
              </p:cNvPr>
              <p:cNvSpPr>
                <a:spLocks noEditPoints="1"/>
              </p:cNvSpPr>
              <p:nvPr userDrawn="1"/>
            </p:nvSpPr>
            <p:spPr bwMode="auto">
              <a:xfrm>
                <a:off x="-1256" y="2101"/>
                <a:ext cx="12" cy="11"/>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15 w 16"/>
                  <a:gd name="T37" fmla="*/ 11 h 15"/>
                  <a:gd name="T38" fmla="*/ 16 w 16"/>
                  <a:gd name="T39" fmla="*/ 7 h 15"/>
                  <a:gd name="T40" fmla="*/ 11 w 16"/>
                  <a:gd name="T41" fmla="*/ 1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1" name="Freeform 1046">
                <a:extLst>
                  <a:ext uri="{FF2B5EF4-FFF2-40B4-BE49-F238E27FC236}">
                    <a16:creationId xmlns:a16="http://schemas.microsoft.com/office/drawing/2014/main" id="{A44AA6C7-78A2-4B3F-8BDA-A334BD109CEC}"/>
                  </a:ext>
                </a:extLst>
              </p:cNvPr>
              <p:cNvSpPr>
                <a:spLocks noEditPoints="1"/>
              </p:cNvSpPr>
              <p:nvPr userDrawn="1"/>
            </p:nvSpPr>
            <p:spPr bwMode="auto">
              <a:xfrm>
                <a:off x="-713" y="1814"/>
                <a:ext cx="72" cy="7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2" name="Freeform 1047">
                <a:extLst>
                  <a:ext uri="{FF2B5EF4-FFF2-40B4-BE49-F238E27FC236}">
                    <a16:creationId xmlns:a16="http://schemas.microsoft.com/office/drawing/2014/main" id="{AB75907B-86D6-4F90-9F72-A65C9D98C743}"/>
                  </a:ext>
                </a:extLst>
              </p:cNvPr>
              <p:cNvSpPr>
                <a:spLocks noEditPoints="1"/>
              </p:cNvSpPr>
              <p:nvPr userDrawn="1"/>
            </p:nvSpPr>
            <p:spPr bwMode="auto">
              <a:xfrm>
                <a:off x="-720" y="1868"/>
                <a:ext cx="16" cy="16"/>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3" name="Freeform 1048">
                <a:extLst>
                  <a:ext uri="{FF2B5EF4-FFF2-40B4-BE49-F238E27FC236}">
                    <a16:creationId xmlns:a16="http://schemas.microsoft.com/office/drawing/2014/main" id="{0BB8F02C-9838-4033-B71B-24728471FE16}"/>
                  </a:ext>
                </a:extLst>
              </p:cNvPr>
              <p:cNvSpPr>
                <a:spLocks noEditPoints="1"/>
              </p:cNvSpPr>
              <p:nvPr userDrawn="1"/>
            </p:nvSpPr>
            <p:spPr bwMode="auto">
              <a:xfrm>
                <a:off x="-730" y="1878"/>
                <a:ext cx="12" cy="13"/>
              </a:xfrm>
              <a:custGeom>
                <a:avLst/>
                <a:gdLst>
                  <a:gd name="T0" fmla="*/ 6 w 16"/>
                  <a:gd name="T1" fmla="*/ 7 h 17"/>
                  <a:gd name="T2" fmla="*/ 8 w 16"/>
                  <a:gd name="T3" fmla="*/ 6 h 17"/>
                  <a:gd name="T4" fmla="*/ 9 w 16"/>
                  <a:gd name="T5" fmla="*/ 6 h 17"/>
                  <a:gd name="T6" fmla="*/ 10 w 16"/>
                  <a:gd name="T7" fmla="*/ 8 h 17"/>
                  <a:gd name="T8" fmla="*/ 10 w 16"/>
                  <a:gd name="T9" fmla="*/ 10 h 17"/>
                  <a:gd name="T10" fmla="*/ 8 w 16"/>
                  <a:gd name="T11" fmla="*/ 11 h 17"/>
                  <a:gd name="T12" fmla="*/ 6 w 16"/>
                  <a:gd name="T13" fmla="*/ 10 h 17"/>
                  <a:gd name="T14" fmla="*/ 6 w 16"/>
                  <a:gd name="T15" fmla="*/ 8 h 17"/>
                  <a:gd name="T16" fmla="*/ 6 w 16"/>
                  <a:gd name="T17" fmla="*/ 7 h 17"/>
                  <a:gd name="T18" fmla="*/ 6 w 16"/>
                  <a:gd name="T19" fmla="*/ 7 h 17"/>
                  <a:gd name="T20" fmla="*/ 8 w 16"/>
                  <a:gd name="T21" fmla="*/ 0 h 17"/>
                  <a:gd name="T22" fmla="*/ 8 w 16"/>
                  <a:gd name="T23" fmla="*/ 0 h 17"/>
                  <a:gd name="T24" fmla="*/ 8 w 16"/>
                  <a:gd name="T25" fmla="*/ 0 h 17"/>
                  <a:gd name="T26" fmla="*/ 1 w 16"/>
                  <a:gd name="T27" fmla="*/ 3 h 17"/>
                  <a:gd name="T28" fmla="*/ 1 w 16"/>
                  <a:gd name="T29" fmla="*/ 3 h 17"/>
                  <a:gd name="T30" fmla="*/ 0 w 16"/>
                  <a:gd name="T31" fmla="*/ 8 h 17"/>
                  <a:gd name="T32" fmla="*/ 3 w 16"/>
                  <a:gd name="T33" fmla="*/ 15 h 17"/>
                  <a:gd name="T34" fmla="*/ 8 w 16"/>
                  <a:gd name="T35" fmla="*/ 17 h 17"/>
                  <a:gd name="T36" fmla="*/ 8 w 16"/>
                  <a:gd name="T37" fmla="*/ 17 h 17"/>
                  <a:gd name="T38" fmla="*/ 15 w 16"/>
                  <a:gd name="T39" fmla="*/ 13 h 17"/>
                  <a:gd name="T40" fmla="*/ 16 w 16"/>
                  <a:gd name="T41" fmla="*/ 8 h 17"/>
                  <a:gd name="T42" fmla="*/ 13 w 16"/>
                  <a:gd name="T43" fmla="*/ 2 h 17"/>
                  <a:gd name="T44" fmla="*/ 8 w 1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7">
                    <a:moveTo>
                      <a:pt x="6" y="7"/>
                    </a:move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cubicBezTo>
                      <a:pt x="7" y="11"/>
                      <a:pt x="7" y="10"/>
                      <a:pt x="6" y="10"/>
                    </a:cubicBezTo>
                    <a:cubicBezTo>
                      <a:pt x="6" y="10"/>
                      <a:pt x="6" y="9"/>
                      <a:pt x="6" y="8"/>
                    </a:cubicBezTo>
                    <a:cubicBezTo>
                      <a:pt x="6" y="8"/>
                      <a:pt x="6" y="7"/>
                      <a:pt x="6" y="7"/>
                    </a:cubicBezTo>
                    <a:cubicBezTo>
                      <a:pt x="6" y="7"/>
                      <a:pt x="6" y="7"/>
                      <a:pt x="6" y="7"/>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4" name="Freeform 1049">
                <a:extLst>
                  <a:ext uri="{FF2B5EF4-FFF2-40B4-BE49-F238E27FC236}">
                    <a16:creationId xmlns:a16="http://schemas.microsoft.com/office/drawing/2014/main" id="{676271F2-6FCC-4A1F-9840-9741849469C3}"/>
                  </a:ext>
                </a:extLst>
              </p:cNvPr>
              <p:cNvSpPr>
                <a:spLocks noEditPoints="1"/>
              </p:cNvSpPr>
              <p:nvPr userDrawn="1"/>
            </p:nvSpPr>
            <p:spPr bwMode="auto">
              <a:xfrm>
                <a:off x="-742" y="1877"/>
                <a:ext cx="11" cy="11"/>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5" name="Freeform 1050">
                <a:extLst>
                  <a:ext uri="{FF2B5EF4-FFF2-40B4-BE49-F238E27FC236}">
                    <a16:creationId xmlns:a16="http://schemas.microsoft.com/office/drawing/2014/main" id="{8CD900CD-54C8-4671-BD51-C6F418B757DF}"/>
                  </a:ext>
                </a:extLst>
              </p:cNvPr>
              <p:cNvSpPr>
                <a:spLocks noEditPoints="1"/>
              </p:cNvSpPr>
              <p:nvPr userDrawn="1"/>
            </p:nvSpPr>
            <p:spPr bwMode="auto">
              <a:xfrm>
                <a:off x="-1292" y="1110"/>
                <a:ext cx="180" cy="152"/>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4 w 240"/>
                  <a:gd name="T101" fmla="*/ 124 h 203"/>
                  <a:gd name="T102" fmla="*/ 206 w 240"/>
                  <a:gd name="T103" fmla="*/ 112 h 203"/>
                  <a:gd name="T104" fmla="*/ 240 w 240"/>
                  <a:gd name="T105" fmla="*/ 81 h 203"/>
                  <a:gd name="T106" fmla="*/ 228 w 240"/>
                  <a:gd name="T107" fmla="*/ 55 h 203"/>
                  <a:gd name="T108" fmla="*/ 214 w 240"/>
                  <a:gd name="T109" fmla="*/ 54 h 203"/>
                  <a:gd name="T110" fmla="*/ 204 w 240"/>
                  <a:gd name="T111" fmla="*/ 48 h 203"/>
                  <a:gd name="T112" fmla="*/ 207 w 240"/>
                  <a:gd name="T113" fmla="*/ 15 h 203"/>
                  <a:gd name="T114" fmla="*/ 195 w 240"/>
                  <a:gd name="T115" fmla="*/ 5 h 203"/>
                  <a:gd name="T116" fmla="*/ 189 w 240"/>
                  <a:gd name="T117" fmla="*/ 3 h 203"/>
                  <a:gd name="T118" fmla="*/ 122 w 240"/>
                  <a:gd name="T119" fmla="*/ 4 h 203"/>
                  <a:gd name="T120" fmla="*/ 120 w 240"/>
                  <a:gd name="T121" fmla="*/ 6 h 203"/>
                  <a:gd name="T122" fmla="*/ 119 w 240"/>
                  <a:gd name="T123" fmla="*/ 6 h 203"/>
                  <a:gd name="T124" fmla="*/ 105 w 240"/>
                  <a:gd name="T12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6" name="Freeform 1051">
                <a:extLst>
                  <a:ext uri="{FF2B5EF4-FFF2-40B4-BE49-F238E27FC236}">
                    <a16:creationId xmlns:a16="http://schemas.microsoft.com/office/drawing/2014/main" id="{A33CA307-0393-4AF0-900B-A12C198D47AE}"/>
                  </a:ext>
                </a:extLst>
              </p:cNvPr>
              <p:cNvSpPr>
                <a:spLocks/>
              </p:cNvSpPr>
              <p:nvPr userDrawn="1"/>
            </p:nvSpPr>
            <p:spPr bwMode="auto">
              <a:xfrm>
                <a:off x="-1278" y="1204"/>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7" name="Freeform 1052">
                <a:extLst>
                  <a:ext uri="{FF2B5EF4-FFF2-40B4-BE49-F238E27FC236}">
                    <a16:creationId xmlns:a16="http://schemas.microsoft.com/office/drawing/2014/main" id="{25EC8CAB-8E7E-4DD2-9670-2472B0805ABB}"/>
                  </a:ext>
                </a:extLst>
              </p:cNvPr>
              <p:cNvSpPr>
                <a:spLocks/>
              </p:cNvSpPr>
              <p:nvPr userDrawn="1"/>
            </p:nvSpPr>
            <p:spPr bwMode="auto">
              <a:xfrm>
                <a:off x="-1133" y="1262"/>
                <a:ext cx="3" cy="6"/>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8" name="Freeform 1053">
                <a:extLst>
                  <a:ext uri="{FF2B5EF4-FFF2-40B4-BE49-F238E27FC236}">
                    <a16:creationId xmlns:a16="http://schemas.microsoft.com/office/drawing/2014/main" id="{395BDBF3-A5E5-4B3C-BB1F-8AAE86A98AAC}"/>
                  </a:ext>
                </a:extLst>
              </p:cNvPr>
              <p:cNvSpPr>
                <a:spLocks noEditPoints="1"/>
              </p:cNvSpPr>
              <p:nvPr userDrawn="1"/>
            </p:nvSpPr>
            <p:spPr bwMode="auto">
              <a:xfrm>
                <a:off x="-1473" y="2017"/>
                <a:ext cx="180" cy="157"/>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29 w 240"/>
                  <a:gd name="T69" fmla="*/ 10 h 209"/>
                  <a:gd name="T70" fmla="*/ 17 w 240"/>
                  <a:gd name="T71" fmla="*/ 66 h 209"/>
                  <a:gd name="T72" fmla="*/ 21 w 240"/>
                  <a:gd name="T73" fmla="*/ 77 h 209"/>
                  <a:gd name="T74" fmla="*/ 1 w 240"/>
                  <a:gd name="T75" fmla="*/ 89 h 209"/>
                  <a:gd name="T76" fmla="*/ 14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6 w 240"/>
                  <a:gd name="T97" fmla="*/ 111 h 209"/>
                  <a:gd name="T98" fmla="*/ 240 w 240"/>
                  <a:gd name="T99" fmla="*/ 80 h 209"/>
                  <a:gd name="T100" fmla="*/ 227 w 240"/>
                  <a:gd name="T101" fmla="*/ 55 h 209"/>
                  <a:gd name="T102" fmla="*/ 214 w 240"/>
                  <a:gd name="T103" fmla="*/ 53 h 209"/>
                  <a:gd name="T104" fmla="*/ 203 w 240"/>
                  <a:gd name="T105" fmla="*/ 48 h 209"/>
                  <a:gd name="T106" fmla="*/ 207 w 240"/>
                  <a:gd name="T107" fmla="*/ 14 h 209"/>
                  <a:gd name="T108" fmla="*/ 195 w 240"/>
                  <a:gd name="T109" fmla="*/ 4 h 209"/>
                  <a:gd name="T110" fmla="*/ 189 w 240"/>
                  <a:gd name="T111" fmla="*/ 2 h 209"/>
                  <a:gd name="T112" fmla="*/ 122 w 240"/>
                  <a:gd name="T113" fmla="*/ 3 h 209"/>
                  <a:gd name="T114" fmla="*/ 120 w 240"/>
                  <a:gd name="T115" fmla="*/ 5 h 209"/>
                  <a:gd name="T116" fmla="*/ 118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9" name="Freeform 1054">
                <a:extLst>
                  <a:ext uri="{FF2B5EF4-FFF2-40B4-BE49-F238E27FC236}">
                    <a16:creationId xmlns:a16="http://schemas.microsoft.com/office/drawing/2014/main" id="{9C9A1B40-A121-4CAF-B49D-EC751802EAF6}"/>
                  </a:ext>
                </a:extLst>
              </p:cNvPr>
              <p:cNvSpPr>
                <a:spLocks noEditPoints="1"/>
              </p:cNvSpPr>
              <p:nvPr userDrawn="1"/>
            </p:nvSpPr>
            <p:spPr bwMode="auto">
              <a:xfrm>
                <a:off x="-1100" y="1131"/>
                <a:ext cx="179" cy="124"/>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0" name="Freeform 1055">
                <a:extLst>
                  <a:ext uri="{FF2B5EF4-FFF2-40B4-BE49-F238E27FC236}">
                    <a16:creationId xmlns:a16="http://schemas.microsoft.com/office/drawing/2014/main" id="{B9F7E1C9-BAAD-4309-BADF-E7E46378635A}"/>
                  </a:ext>
                </a:extLst>
              </p:cNvPr>
              <p:cNvSpPr>
                <a:spLocks noEditPoints="1"/>
              </p:cNvSpPr>
              <p:nvPr userDrawn="1"/>
            </p:nvSpPr>
            <p:spPr bwMode="auto">
              <a:xfrm>
                <a:off x="-482" y="1113"/>
                <a:ext cx="180" cy="124"/>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7 w 239"/>
                  <a:gd name="T59" fmla="*/ 132 h 165"/>
                  <a:gd name="T60" fmla="*/ 104 w 239"/>
                  <a:gd name="T61" fmla="*/ 147 h 165"/>
                  <a:gd name="T62" fmla="*/ 114 w 239"/>
                  <a:gd name="T63" fmla="*/ 129 h 165"/>
                  <a:gd name="T64" fmla="*/ 30 w 239"/>
                  <a:gd name="T65" fmla="*/ 128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1" name="Freeform 1056">
                <a:extLst>
                  <a:ext uri="{FF2B5EF4-FFF2-40B4-BE49-F238E27FC236}">
                    <a16:creationId xmlns:a16="http://schemas.microsoft.com/office/drawing/2014/main" id="{66950856-3B4C-4A43-AE85-2DF5420ED1B7}"/>
                  </a:ext>
                </a:extLst>
              </p:cNvPr>
              <p:cNvSpPr>
                <a:spLocks noEditPoints="1"/>
              </p:cNvSpPr>
              <p:nvPr userDrawn="1"/>
            </p:nvSpPr>
            <p:spPr bwMode="auto">
              <a:xfrm>
                <a:off x="-459" y="1506"/>
                <a:ext cx="223" cy="201"/>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2" name="Freeform 1057">
                <a:extLst>
                  <a:ext uri="{FF2B5EF4-FFF2-40B4-BE49-F238E27FC236}">
                    <a16:creationId xmlns:a16="http://schemas.microsoft.com/office/drawing/2014/main" id="{5AC5DE5D-2AED-4F26-BBD2-CB9D08DA87F8}"/>
                  </a:ext>
                </a:extLst>
              </p:cNvPr>
              <p:cNvSpPr>
                <a:spLocks noEditPoints="1"/>
              </p:cNvSpPr>
              <p:nvPr userDrawn="1"/>
            </p:nvSpPr>
            <p:spPr bwMode="auto">
              <a:xfrm>
                <a:off x="-459" y="1580"/>
                <a:ext cx="10" cy="36"/>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3" name="Freeform 1058">
                <a:extLst>
                  <a:ext uri="{FF2B5EF4-FFF2-40B4-BE49-F238E27FC236}">
                    <a16:creationId xmlns:a16="http://schemas.microsoft.com/office/drawing/2014/main" id="{45839A11-FC77-42D9-8BF9-5F5C2298A80D}"/>
                  </a:ext>
                </a:extLst>
              </p:cNvPr>
              <p:cNvSpPr>
                <a:spLocks noEditPoints="1"/>
              </p:cNvSpPr>
              <p:nvPr userDrawn="1"/>
            </p:nvSpPr>
            <p:spPr bwMode="auto">
              <a:xfrm>
                <a:off x="-991" y="1241"/>
                <a:ext cx="89" cy="55"/>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4" name="Freeform 1059">
                <a:extLst>
                  <a:ext uri="{FF2B5EF4-FFF2-40B4-BE49-F238E27FC236}">
                    <a16:creationId xmlns:a16="http://schemas.microsoft.com/office/drawing/2014/main" id="{76E77F7D-0024-402C-A28C-CEBE147CACAB}"/>
                  </a:ext>
                </a:extLst>
              </p:cNvPr>
              <p:cNvSpPr>
                <a:spLocks noEditPoints="1"/>
              </p:cNvSpPr>
              <p:nvPr userDrawn="1"/>
            </p:nvSpPr>
            <p:spPr bwMode="auto">
              <a:xfrm>
                <a:off x="-1613" y="1358"/>
                <a:ext cx="111" cy="68"/>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5" name="Freeform 1060">
                <a:extLst>
                  <a:ext uri="{FF2B5EF4-FFF2-40B4-BE49-F238E27FC236}">
                    <a16:creationId xmlns:a16="http://schemas.microsoft.com/office/drawing/2014/main" id="{BB4EC9DA-E774-4ABA-AF11-7A728AB726A6}"/>
                  </a:ext>
                </a:extLst>
              </p:cNvPr>
              <p:cNvSpPr>
                <a:spLocks noEditPoints="1"/>
              </p:cNvSpPr>
              <p:nvPr userDrawn="1"/>
            </p:nvSpPr>
            <p:spPr bwMode="auto">
              <a:xfrm>
                <a:off x="-794" y="1712"/>
                <a:ext cx="90" cy="55"/>
              </a:xfrm>
              <a:custGeom>
                <a:avLst/>
                <a:gdLst>
                  <a:gd name="T0" fmla="*/ 32 w 119"/>
                  <a:gd name="T1" fmla="*/ 19 h 73"/>
                  <a:gd name="T2" fmla="*/ 32 w 119"/>
                  <a:gd name="T3" fmla="*/ 19 h 73"/>
                  <a:gd name="T4" fmla="*/ 49 w 119"/>
                  <a:gd name="T5" fmla="*/ 6 h 73"/>
                  <a:gd name="T6" fmla="*/ 100 w 119"/>
                  <a:gd name="T7" fmla="*/ 6 h 73"/>
                  <a:gd name="T8" fmla="*/ 106 w 119"/>
                  <a:gd name="T9" fmla="*/ 9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3 w 119"/>
                  <a:gd name="T27" fmla="*/ 62 h 73"/>
                  <a:gd name="T28" fmla="*/ 32 w 119"/>
                  <a:gd name="T29" fmla="*/ 55 h 73"/>
                  <a:gd name="T30" fmla="*/ 32 w 119"/>
                  <a:gd name="T31" fmla="*/ 53 h 73"/>
                  <a:gd name="T32" fmla="*/ 32 w 119"/>
                  <a:gd name="T33" fmla="*/ 51 h 73"/>
                  <a:gd name="T34" fmla="*/ 21 w 119"/>
                  <a:gd name="T35" fmla="*/ 37 h 73"/>
                  <a:gd name="T36" fmla="*/ 33 w 119"/>
                  <a:gd name="T37" fmla="*/ 43 h 73"/>
                  <a:gd name="T38" fmla="*/ 33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7 w 119"/>
                  <a:gd name="T53" fmla="*/ 18 h 73"/>
                  <a:gd name="T54" fmla="*/ 27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5 w 119"/>
                  <a:gd name="T89" fmla="*/ 10 h 73"/>
                  <a:gd name="T90" fmla="*/ 107 w 119"/>
                  <a:gd name="T91" fmla="*/ 2 h 73"/>
                  <a:gd name="T92" fmla="*/ 101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2" y="19"/>
                    </a:moveTo>
                    <a:cubicBezTo>
                      <a:pt x="32" y="19"/>
                      <a:pt x="32" y="19"/>
                      <a:pt x="32" y="19"/>
                    </a:cubicBezTo>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6" name="Freeform 1061">
                <a:extLst>
                  <a:ext uri="{FF2B5EF4-FFF2-40B4-BE49-F238E27FC236}">
                    <a16:creationId xmlns:a16="http://schemas.microsoft.com/office/drawing/2014/main" id="{8EF85C78-F43A-4095-9468-1639A4830892}"/>
                  </a:ext>
                </a:extLst>
              </p:cNvPr>
              <p:cNvSpPr>
                <a:spLocks noEditPoints="1"/>
              </p:cNvSpPr>
              <p:nvPr userDrawn="1"/>
            </p:nvSpPr>
            <p:spPr bwMode="auto">
              <a:xfrm>
                <a:off x="-620" y="1084"/>
                <a:ext cx="66" cy="40"/>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3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2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5"/>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3"/>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2"/>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7" name="Freeform 1062">
                <a:extLst>
                  <a:ext uri="{FF2B5EF4-FFF2-40B4-BE49-F238E27FC236}">
                    <a16:creationId xmlns:a16="http://schemas.microsoft.com/office/drawing/2014/main" id="{145F46FC-C350-47F2-8CE0-27FE37544F76}"/>
                  </a:ext>
                </a:extLst>
              </p:cNvPr>
              <p:cNvSpPr>
                <a:spLocks noEditPoints="1"/>
              </p:cNvSpPr>
              <p:nvPr userDrawn="1"/>
            </p:nvSpPr>
            <p:spPr bwMode="auto">
              <a:xfrm>
                <a:off x="-755" y="1105"/>
                <a:ext cx="89" cy="55"/>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8" name="Freeform 1063">
                <a:extLst>
                  <a:ext uri="{FF2B5EF4-FFF2-40B4-BE49-F238E27FC236}">
                    <a16:creationId xmlns:a16="http://schemas.microsoft.com/office/drawing/2014/main" id="{AEA2FDB6-2AF8-418D-8054-0B0D3C9619C2}"/>
                  </a:ext>
                </a:extLst>
              </p:cNvPr>
              <p:cNvSpPr>
                <a:spLocks noEditPoints="1"/>
              </p:cNvSpPr>
              <p:nvPr userDrawn="1"/>
            </p:nvSpPr>
            <p:spPr bwMode="auto">
              <a:xfrm>
                <a:off x="-1401" y="1491"/>
                <a:ext cx="87" cy="54"/>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9" name="Freeform 1064">
                <a:extLst>
                  <a:ext uri="{FF2B5EF4-FFF2-40B4-BE49-F238E27FC236}">
                    <a16:creationId xmlns:a16="http://schemas.microsoft.com/office/drawing/2014/main" id="{79A9C8E5-1CFA-48FA-ACBC-432EDEE7A621}"/>
                  </a:ext>
                </a:extLst>
              </p:cNvPr>
              <p:cNvSpPr>
                <a:spLocks noEditPoints="1"/>
              </p:cNvSpPr>
              <p:nvPr userDrawn="1"/>
            </p:nvSpPr>
            <p:spPr bwMode="auto">
              <a:xfrm>
                <a:off x="-905" y="1201"/>
                <a:ext cx="320" cy="96"/>
              </a:xfrm>
              <a:custGeom>
                <a:avLst/>
                <a:gdLst>
                  <a:gd name="T0" fmla="*/ 92 w 426"/>
                  <a:gd name="T1" fmla="*/ 25 h 128"/>
                  <a:gd name="T2" fmla="*/ 346 w 426"/>
                  <a:gd name="T3" fmla="*/ 6 h 128"/>
                  <a:gd name="T4" fmla="*/ 373 w 426"/>
                  <a:gd name="T5" fmla="*/ 7 h 128"/>
                  <a:gd name="T6" fmla="*/ 420 w 426"/>
                  <a:gd name="T7" fmla="*/ 45 h 128"/>
                  <a:gd name="T8" fmla="*/ 420 w 426"/>
                  <a:gd name="T9" fmla="*/ 46 h 128"/>
                  <a:gd name="T10" fmla="*/ 420 w 426"/>
                  <a:gd name="T11" fmla="*/ 46 h 128"/>
                  <a:gd name="T12" fmla="*/ 420 w 426"/>
                  <a:gd name="T13" fmla="*/ 46 h 128"/>
                  <a:gd name="T14" fmla="*/ 384 w 426"/>
                  <a:gd name="T15" fmla="*/ 103 h 128"/>
                  <a:gd name="T16" fmla="*/ 369 w 426"/>
                  <a:gd name="T17" fmla="*/ 106 h 128"/>
                  <a:gd name="T18" fmla="*/ 368 w 426"/>
                  <a:gd name="T19" fmla="*/ 107 h 128"/>
                  <a:gd name="T20" fmla="*/ 101 w 426"/>
                  <a:gd name="T21" fmla="*/ 112 h 128"/>
                  <a:gd name="T22" fmla="*/ 57 w 426"/>
                  <a:gd name="T23" fmla="*/ 116 h 128"/>
                  <a:gd name="T24" fmla="*/ 72 w 426"/>
                  <a:gd name="T25" fmla="*/ 105 h 128"/>
                  <a:gd name="T26" fmla="*/ 39 w 426"/>
                  <a:gd name="T27" fmla="*/ 84 h 128"/>
                  <a:gd name="T28" fmla="*/ 37 w 426"/>
                  <a:gd name="T29" fmla="*/ 74 h 128"/>
                  <a:gd name="T30" fmla="*/ 37 w 426"/>
                  <a:gd name="T31" fmla="*/ 74 h 128"/>
                  <a:gd name="T32" fmla="*/ 44 w 426"/>
                  <a:gd name="T33" fmla="*/ 46 h 128"/>
                  <a:gd name="T34" fmla="*/ 79 w 426"/>
                  <a:gd name="T35" fmla="*/ 26 h 128"/>
                  <a:gd name="T36" fmla="*/ 83 w 426"/>
                  <a:gd name="T37" fmla="*/ 26 h 128"/>
                  <a:gd name="T38" fmla="*/ 83 w 426"/>
                  <a:gd name="T39" fmla="*/ 26 h 128"/>
                  <a:gd name="T40" fmla="*/ 346 w 426"/>
                  <a:gd name="T41" fmla="*/ 0 h 128"/>
                  <a:gd name="T42" fmla="*/ 83 w 426"/>
                  <a:gd name="T43" fmla="*/ 20 h 128"/>
                  <a:gd name="T44" fmla="*/ 39 w 426"/>
                  <a:gd name="T45" fmla="*/ 42 h 128"/>
                  <a:gd name="T46" fmla="*/ 31 w 426"/>
                  <a:gd name="T47" fmla="*/ 74 h 128"/>
                  <a:gd name="T48" fmla="*/ 31 w 426"/>
                  <a:gd name="T49" fmla="*/ 74 h 128"/>
                  <a:gd name="T50" fmla="*/ 49 w 426"/>
                  <a:gd name="T51" fmla="*/ 105 h 128"/>
                  <a:gd name="T52" fmla="*/ 0 w 426"/>
                  <a:gd name="T53" fmla="*/ 128 h 128"/>
                  <a:gd name="T54" fmla="*/ 39 w 426"/>
                  <a:gd name="T55" fmla="*/ 124 h 128"/>
                  <a:gd name="T56" fmla="*/ 91 w 426"/>
                  <a:gd name="T57" fmla="*/ 119 h 128"/>
                  <a:gd name="T58" fmla="*/ 101 w 426"/>
                  <a:gd name="T59" fmla="*/ 118 h 128"/>
                  <a:gd name="T60" fmla="*/ 102 w 426"/>
                  <a:gd name="T61" fmla="*/ 118 h 128"/>
                  <a:gd name="T62" fmla="*/ 368 w 426"/>
                  <a:gd name="T63" fmla="*/ 113 h 128"/>
                  <a:gd name="T64" fmla="*/ 396 w 426"/>
                  <a:gd name="T65" fmla="*/ 103 h 128"/>
                  <a:gd name="T66" fmla="*/ 426 w 426"/>
                  <a:gd name="T67" fmla="*/ 46 h 128"/>
                  <a:gd name="T68" fmla="*/ 418 w 426"/>
                  <a:gd name="T69" fmla="*/ 22 h 128"/>
                  <a:gd name="T70" fmla="*/ 372 w 426"/>
                  <a:gd name="T7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19"/>
                      <a:pt x="83" y="20"/>
                    </a:cubicBezTo>
                    <a:cubicBezTo>
                      <a:pt x="82" y="20"/>
                      <a:pt x="69" y="21"/>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0" name="Freeform 1065">
                <a:extLst>
                  <a:ext uri="{FF2B5EF4-FFF2-40B4-BE49-F238E27FC236}">
                    <a16:creationId xmlns:a16="http://schemas.microsoft.com/office/drawing/2014/main" id="{1AD7784A-8D83-401D-84D9-DCDB48A29FD6}"/>
                  </a:ext>
                </a:extLst>
              </p:cNvPr>
              <p:cNvSpPr>
                <a:spLocks/>
              </p:cNvSpPr>
              <p:nvPr userDrawn="1"/>
            </p:nvSpPr>
            <p:spPr bwMode="auto">
              <a:xfrm>
                <a:off x="-1607" y="1249"/>
                <a:ext cx="320" cy="95"/>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1" name="Freeform 1066">
                <a:extLst>
                  <a:ext uri="{FF2B5EF4-FFF2-40B4-BE49-F238E27FC236}">
                    <a16:creationId xmlns:a16="http://schemas.microsoft.com/office/drawing/2014/main" id="{2741D114-A6E7-4B13-B41B-ACC484132509}"/>
                  </a:ext>
                </a:extLst>
              </p:cNvPr>
              <p:cNvSpPr>
                <a:spLocks noEditPoints="1"/>
              </p:cNvSpPr>
              <p:nvPr userDrawn="1"/>
            </p:nvSpPr>
            <p:spPr bwMode="auto">
              <a:xfrm>
                <a:off x="-1325" y="1250"/>
                <a:ext cx="24" cy="10"/>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2" name="Freeform 1067">
                <a:extLst>
                  <a:ext uri="{FF2B5EF4-FFF2-40B4-BE49-F238E27FC236}">
                    <a16:creationId xmlns:a16="http://schemas.microsoft.com/office/drawing/2014/main" id="{4B3C04BE-8250-4878-9873-A6701C0B5CE4}"/>
                  </a:ext>
                </a:extLst>
              </p:cNvPr>
              <p:cNvSpPr>
                <a:spLocks noEditPoints="1"/>
              </p:cNvSpPr>
              <p:nvPr userDrawn="1"/>
            </p:nvSpPr>
            <p:spPr bwMode="auto">
              <a:xfrm>
                <a:off x="-1331" y="1536"/>
                <a:ext cx="320" cy="96"/>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0 w 426"/>
                  <a:gd name="T69" fmla="*/ 7 h 128"/>
                  <a:gd name="T70" fmla="*/ 346 w 426"/>
                  <a:gd name="T71" fmla="*/ 6 h 128"/>
                  <a:gd name="T72" fmla="*/ 371 w 426"/>
                  <a:gd name="T73" fmla="*/ 7 h 128"/>
                  <a:gd name="T74" fmla="*/ 373 w 426"/>
                  <a:gd name="T75" fmla="*/ 7 h 128"/>
                  <a:gd name="T76" fmla="*/ 410 w 426"/>
                  <a:gd name="T77" fmla="*/ 15 h 128"/>
                  <a:gd name="T78" fmla="*/ 410 w 426"/>
                  <a:gd name="T79" fmla="*/ 14 h 128"/>
                  <a:gd name="T80" fmla="*/ 374 w 426"/>
                  <a:gd name="T81" fmla="*/ 1 h 128"/>
                  <a:gd name="T82" fmla="*/ 346 w 426"/>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3" name="Freeform 1068">
                <a:extLst>
                  <a:ext uri="{FF2B5EF4-FFF2-40B4-BE49-F238E27FC236}">
                    <a16:creationId xmlns:a16="http://schemas.microsoft.com/office/drawing/2014/main" id="{1D28B379-E5A8-4C4E-A2B9-8A67955CE058}"/>
                  </a:ext>
                </a:extLst>
              </p:cNvPr>
              <p:cNvSpPr>
                <a:spLocks noEditPoints="1"/>
              </p:cNvSpPr>
              <p:nvPr userDrawn="1"/>
            </p:nvSpPr>
            <p:spPr bwMode="auto">
              <a:xfrm>
                <a:off x="-546" y="1620"/>
                <a:ext cx="60" cy="207"/>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8 w 80"/>
                  <a:gd name="T59" fmla="*/ 243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3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4" name="Freeform 1069">
                <a:extLst>
                  <a:ext uri="{FF2B5EF4-FFF2-40B4-BE49-F238E27FC236}">
                    <a16:creationId xmlns:a16="http://schemas.microsoft.com/office/drawing/2014/main" id="{9AA29D6E-606D-4A02-9E0C-FB40E7027132}"/>
                  </a:ext>
                </a:extLst>
              </p:cNvPr>
              <p:cNvSpPr>
                <a:spLocks noEditPoints="1"/>
              </p:cNvSpPr>
              <p:nvPr userDrawn="1"/>
            </p:nvSpPr>
            <p:spPr bwMode="auto">
              <a:xfrm>
                <a:off x="-538" y="1041"/>
                <a:ext cx="47" cy="165"/>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48 w 63"/>
                  <a:gd name="T17" fmla="*/ 211 h 220"/>
                  <a:gd name="T18" fmla="*/ 38 w 63"/>
                  <a:gd name="T19" fmla="*/ 214 h 220"/>
                  <a:gd name="T20" fmla="*/ 38 w 63"/>
                  <a:gd name="T21" fmla="*/ 214 h 220"/>
                  <a:gd name="T22" fmla="*/ 38 w 63"/>
                  <a:gd name="T23" fmla="*/ 214 h 220"/>
                  <a:gd name="T24" fmla="*/ 22 w 63"/>
                  <a:gd name="T25" fmla="*/ 210 h 220"/>
                  <a:gd name="T26" fmla="*/ 10 w 63"/>
                  <a:gd name="T27" fmla="*/ 192 h 220"/>
                  <a:gd name="T28" fmla="*/ 10 w 63"/>
                  <a:gd name="T29" fmla="*/ 190 h 220"/>
                  <a:gd name="T30" fmla="*/ 10 w 63"/>
                  <a:gd name="T31" fmla="*/ 63 h 220"/>
                  <a:gd name="T32" fmla="*/ 10 w 63"/>
                  <a:gd name="T33" fmla="*/ 62 h 220"/>
                  <a:gd name="T34" fmla="*/ 13 w 63"/>
                  <a:gd name="T35" fmla="*/ 66 h 220"/>
                  <a:gd name="T36" fmla="*/ 17 w 63"/>
                  <a:gd name="T37" fmla="*/ 40 h 220"/>
                  <a:gd name="T38" fmla="*/ 28 w 63"/>
                  <a:gd name="T39" fmla="*/ 34 h 220"/>
                  <a:gd name="T40" fmla="*/ 29 w 63"/>
                  <a:gd name="T41" fmla="*/ 33 h 220"/>
                  <a:gd name="T42" fmla="*/ 2 w 63"/>
                  <a:gd name="T43" fmla="*/ 28 h 220"/>
                  <a:gd name="T44" fmla="*/ 4 w 63"/>
                  <a:gd name="T45" fmla="*/ 54 h 220"/>
                  <a:gd name="T46" fmla="*/ 4 w 63"/>
                  <a:gd name="T47" fmla="*/ 62 h 220"/>
                  <a:gd name="T48" fmla="*/ 4 w 63"/>
                  <a:gd name="T49" fmla="*/ 190 h 220"/>
                  <a:gd name="T50" fmla="*/ 9 w 63"/>
                  <a:gd name="T51" fmla="*/ 205 h 220"/>
                  <a:gd name="T52" fmla="*/ 38 w 63"/>
                  <a:gd name="T53" fmla="*/ 220 h 220"/>
                  <a:gd name="T54" fmla="*/ 51 w 63"/>
                  <a:gd name="T55" fmla="*/ 216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2"/>
                    </a:cubicBezTo>
                    <a:cubicBezTo>
                      <a:pt x="56" y="193"/>
                      <a:pt x="56" y="193"/>
                      <a:pt x="56" y="193"/>
                    </a:cubicBezTo>
                    <a:cubicBezTo>
                      <a:pt x="56" y="193"/>
                      <a:pt x="56" y="193"/>
                      <a:pt x="56" y="193"/>
                    </a:cubicBezTo>
                    <a:cubicBezTo>
                      <a:pt x="55" y="203"/>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5" name="Freeform 1070">
                <a:extLst>
                  <a:ext uri="{FF2B5EF4-FFF2-40B4-BE49-F238E27FC236}">
                    <a16:creationId xmlns:a16="http://schemas.microsoft.com/office/drawing/2014/main" id="{50E8BCCB-68A6-447A-AA6B-2A7F0F55E702}"/>
                  </a:ext>
                </a:extLst>
              </p:cNvPr>
              <p:cNvSpPr>
                <a:spLocks noEditPoints="1"/>
              </p:cNvSpPr>
              <p:nvPr userDrawn="1"/>
            </p:nvSpPr>
            <p:spPr bwMode="auto">
              <a:xfrm>
                <a:off x="-518" y="1247"/>
                <a:ext cx="60" cy="207"/>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6" name="Freeform 1071">
                <a:extLst>
                  <a:ext uri="{FF2B5EF4-FFF2-40B4-BE49-F238E27FC236}">
                    <a16:creationId xmlns:a16="http://schemas.microsoft.com/office/drawing/2014/main" id="{CA1E16CD-DC74-415E-8722-C76353AE3950}"/>
                  </a:ext>
                </a:extLst>
              </p:cNvPr>
              <p:cNvSpPr>
                <a:spLocks noEditPoints="1"/>
              </p:cNvSpPr>
              <p:nvPr userDrawn="1"/>
            </p:nvSpPr>
            <p:spPr bwMode="auto">
              <a:xfrm>
                <a:off x="-881" y="1912"/>
                <a:ext cx="318" cy="96"/>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7" name="Freeform 1072">
                <a:extLst>
                  <a:ext uri="{FF2B5EF4-FFF2-40B4-BE49-F238E27FC236}">
                    <a16:creationId xmlns:a16="http://schemas.microsoft.com/office/drawing/2014/main" id="{950EE6E8-28D5-4F95-A8EC-508D30A5EC9E}"/>
                  </a:ext>
                </a:extLst>
              </p:cNvPr>
              <p:cNvSpPr>
                <a:spLocks/>
              </p:cNvSpPr>
              <p:nvPr userDrawn="1"/>
            </p:nvSpPr>
            <p:spPr bwMode="auto">
              <a:xfrm>
                <a:off x="-578" y="1981"/>
                <a:ext cx="3"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8" name="Freeform 1073">
                <a:extLst>
                  <a:ext uri="{FF2B5EF4-FFF2-40B4-BE49-F238E27FC236}">
                    <a16:creationId xmlns:a16="http://schemas.microsoft.com/office/drawing/2014/main" id="{5437C41D-4812-43AC-BB0B-3FF3169A383B}"/>
                  </a:ext>
                </a:extLst>
              </p:cNvPr>
              <p:cNvSpPr>
                <a:spLocks noEditPoints="1"/>
              </p:cNvSpPr>
              <p:nvPr userDrawn="1"/>
            </p:nvSpPr>
            <p:spPr bwMode="auto">
              <a:xfrm>
                <a:off x="-609" y="1280"/>
                <a:ext cx="74" cy="23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5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9" name="Freeform 1074">
                <a:extLst>
                  <a:ext uri="{FF2B5EF4-FFF2-40B4-BE49-F238E27FC236}">
                    <a16:creationId xmlns:a16="http://schemas.microsoft.com/office/drawing/2014/main" id="{C659F0AF-F22F-4090-AF30-BA9724CD7154}"/>
                  </a:ext>
                </a:extLst>
              </p:cNvPr>
              <p:cNvSpPr>
                <a:spLocks noEditPoints="1"/>
              </p:cNvSpPr>
              <p:nvPr userDrawn="1"/>
            </p:nvSpPr>
            <p:spPr bwMode="auto">
              <a:xfrm>
                <a:off x="-1715" y="1285"/>
                <a:ext cx="87" cy="27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7 w 116"/>
                  <a:gd name="T11" fmla="*/ 47 h 365"/>
                  <a:gd name="T12" fmla="*/ 23 w 116"/>
                  <a:gd name="T13" fmla="*/ 12 h 365"/>
                  <a:gd name="T14" fmla="*/ 40 w 116"/>
                  <a:gd name="T15" fmla="*/ 6 h 365"/>
                  <a:gd name="T16" fmla="*/ 40 w 116"/>
                  <a:gd name="T17" fmla="*/ 6 h 365"/>
                  <a:gd name="T18" fmla="*/ 41 w 116"/>
                  <a:gd name="T19" fmla="*/ 6 h 365"/>
                  <a:gd name="T20" fmla="*/ 90 w 116"/>
                  <a:gd name="T21" fmla="*/ 36 h 365"/>
                  <a:gd name="T22" fmla="*/ 94 w 116"/>
                  <a:gd name="T23" fmla="*/ 48 h 365"/>
                  <a:gd name="T24" fmla="*/ 94 w 116"/>
                  <a:gd name="T25" fmla="*/ 49 h 365"/>
                  <a:gd name="T26" fmla="*/ 101 w 116"/>
                  <a:gd name="T27" fmla="*/ 276 h 365"/>
                  <a:gd name="T28" fmla="*/ 104 w 116"/>
                  <a:gd name="T29" fmla="*/ 310 h 365"/>
                  <a:gd name="T30" fmla="*/ 95 w 116"/>
                  <a:gd name="T31" fmla="*/ 301 h 365"/>
                  <a:gd name="T32" fmla="*/ 76 w 116"/>
                  <a:gd name="T33" fmla="*/ 328 h 365"/>
                  <a:gd name="T34" fmla="*/ 68 w 116"/>
                  <a:gd name="T35" fmla="*/ 330 h 365"/>
                  <a:gd name="T36" fmla="*/ 67 w 116"/>
                  <a:gd name="T37" fmla="*/ 331 h 365"/>
                  <a:gd name="T38" fmla="*/ 42 w 116"/>
                  <a:gd name="T39" fmla="*/ 324 h 365"/>
                  <a:gd name="T40" fmla="*/ 25 w 116"/>
                  <a:gd name="T41" fmla="*/ 295 h 365"/>
                  <a:gd name="T42" fmla="*/ 25 w 116"/>
                  <a:gd name="T43" fmla="*/ 292 h 365"/>
                  <a:gd name="T44" fmla="*/ 25 w 116"/>
                  <a:gd name="T45" fmla="*/ 291 h 365"/>
                  <a:gd name="T46" fmla="*/ 24 w 116"/>
                  <a:gd name="T47" fmla="*/ 284 h 365"/>
                  <a:gd name="T48" fmla="*/ 6 w 116"/>
                  <a:gd name="T49" fmla="*/ 66 h 365"/>
                  <a:gd name="T50" fmla="*/ 7 w 116"/>
                  <a:gd name="T51" fmla="*/ 47 h 365"/>
                  <a:gd name="T52" fmla="*/ 40 w 116"/>
                  <a:gd name="T53" fmla="*/ 0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7" y="47"/>
                    </a:move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7"/>
                      <a:pt x="7" y="47"/>
                    </a:cubicBezTo>
                    <a:moveTo>
                      <a:pt x="40" y="0"/>
                    </a:moveTo>
                    <a:cubicBezTo>
                      <a:pt x="36" y="0"/>
                      <a:pt x="28" y="1"/>
                      <a:pt x="20" y="7"/>
                    </a:cubicBezTo>
                    <a:cubicBezTo>
                      <a:pt x="12" y="13"/>
                      <a:pt x="4" y="24"/>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0" name="Freeform 1075">
                <a:extLst>
                  <a:ext uri="{FF2B5EF4-FFF2-40B4-BE49-F238E27FC236}">
                    <a16:creationId xmlns:a16="http://schemas.microsoft.com/office/drawing/2014/main" id="{96FECE4A-3B06-4F1C-8F3A-C6862052AAC3}"/>
                  </a:ext>
                </a:extLst>
              </p:cNvPr>
              <p:cNvSpPr>
                <a:spLocks/>
              </p:cNvSpPr>
              <p:nvPr userDrawn="1"/>
            </p:nvSpPr>
            <p:spPr bwMode="auto">
              <a:xfrm>
                <a:off x="-1631" y="1551"/>
                <a:ext cx="3" cy="6"/>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1" name="Freeform 1076">
                <a:extLst>
                  <a:ext uri="{FF2B5EF4-FFF2-40B4-BE49-F238E27FC236}">
                    <a16:creationId xmlns:a16="http://schemas.microsoft.com/office/drawing/2014/main" id="{B4C653AD-C7C9-4BB3-A91A-42261FA3F907}"/>
                  </a:ext>
                </a:extLst>
              </p:cNvPr>
              <p:cNvSpPr>
                <a:spLocks noEditPoints="1"/>
              </p:cNvSpPr>
              <p:nvPr userDrawn="1"/>
            </p:nvSpPr>
            <p:spPr bwMode="auto">
              <a:xfrm>
                <a:off x="-870" y="1304"/>
                <a:ext cx="94" cy="74"/>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2" name="Freeform 1077">
                <a:extLst>
                  <a:ext uri="{FF2B5EF4-FFF2-40B4-BE49-F238E27FC236}">
                    <a16:creationId xmlns:a16="http://schemas.microsoft.com/office/drawing/2014/main" id="{CF611546-6032-42A5-A274-11802BF66DD3}"/>
                  </a:ext>
                </a:extLst>
              </p:cNvPr>
              <p:cNvSpPr>
                <a:spLocks noEditPoints="1"/>
              </p:cNvSpPr>
              <p:nvPr userDrawn="1"/>
            </p:nvSpPr>
            <p:spPr bwMode="auto">
              <a:xfrm>
                <a:off x="-1730" y="1126"/>
                <a:ext cx="138" cy="10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3" name="Freeform 1078">
                <a:extLst>
                  <a:ext uri="{FF2B5EF4-FFF2-40B4-BE49-F238E27FC236}">
                    <a16:creationId xmlns:a16="http://schemas.microsoft.com/office/drawing/2014/main" id="{F3513E74-BB98-483A-85AA-FBB8AFBAA5AD}"/>
                  </a:ext>
                </a:extLst>
              </p:cNvPr>
              <p:cNvSpPr>
                <a:spLocks noEditPoints="1"/>
              </p:cNvSpPr>
              <p:nvPr userDrawn="1"/>
            </p:nvSpPr>
            <p:spPr bwMode="auto">
              <a:xfrm>
                <a:off x="-698" y="1707"/>
                <a:ext cx="120" cy="91"/>
              </a:xfrm>
              <a:custGeom>
                <a:avLst/>
                <a:gdLst>
                  <a:gd name="T0" fmla="*/ 46 w 160"/>
                  <a:gd name="T1" fmla="*/ 32 h 121"/>
                  <a:gd name="T2" fmla="*/ 86 w 160"/>
                  <a:gd name="T3" fmla="*/ 16 h 121"/>
                  <a:gd name="T4" fmla="*/ 71 w 160"/>
                  <a:gd name="T5" fmla="*/ 31 h 121"/>
                  <a:gd name="T6" fmla="*/ 123 w 160"/>
                  <a:gd name="T7" fmla="*/ 33 h 121"/>
                  <a:gd name="T8" fmla="*/ 123 w 160"/>
                  <a:gd name="T9" fmla="*/ 33 h 121"/>
                  <a:gd name="T10" fmla="*/ 140 w 160"/>
                  <a:gd name="T11" fmla="*/ 38 h 121"/>
                  <a:gd name="T12" fmla="*/ 150 w 160"/>
                  <a:gd name="T13" fmla="*/ 45 h 121"/>
                  <a:gd name="T14" fmla="*/ 154 w 160"/>
                  <a:gd name="T15" fmla="*/ 56 h 121"/>
                  <a:gd name="T16" fmla="*/ 154 w 160"/>
                  <a:gd name="T17" fmla="*/ 58 h 121"/>
                  <a:gd name="T18" fmla="*/ 154 w 160"/>
                  <a:gd name="T19" fmla="*/ 58 h 121"/>
                  <a:gd name="T20" fmla="*/ 154 w 160"/>
                  <a:gd name="T21" fmla="*/ 97 h 121"/>
                  <a:gd name="T22" fmla="*/ 147 w 160"/>
                  <a:gd name="T23" fmla="*/ 105 h 121"/>
                  <a:gd name="T24" fmla="*/ 116 w 160"/>
                  <a:gd name="T25" fmla="*/ 115 h 121"/>
                  <a:gd name="T26" fmla="*/ 23 w 160"/>
                  <a:gd name="T27" fmla="*/ 115 h 121"/>
                  <a:gd name="T28" fmla="*/ 14 w 160"/>
                  <a:gd name="T29" fmla="*/ 110 h 121"/>
                  <a:gd name="T30" fmla="*/ 9 w 160"/>
                  <a:gd name="T31" fmla="*/ 104 h 121"/>
                  <a:gd name="T32" fmla="*/ 6 w 160"/>
                  <a:gd name="T33" fmla="*/ 95 h 121"/>
                  <a:gd name="T34" fmla="*/ 7 w 160"/>
                  <a:gd name="T35" fmla="*/ 94 h 121"/>
                  <a:gd name="T36" fmla="*/ 7 w 160"/>
                  <a:gd name="T37" fmla="*/ 93 h 121"/>
                  <a:gd name="T38" fmla="*/ 6 w 160"/>
                  <a:gd name="T39" fmla="*/ 45 h 121"/>
                  <a:gd name="T40" fmla="*/ 12 w 160"/>
                  <a:gd name="T41" fmla="*/ 38 h 121"/>
                  <a:gd name="T42" fmla="*/ 36 w 160"/>
                  <a:gd name="T43" fmla="*/ 31 h 121"/>
                  <a:gd name="T44" fmla="*/ 45 w 160"/>
                  <a:gd name="T45" fmla="*/ 32 h 121"/>
                  <a:gd name="T46" fmla="*/ 46 w 160"/>
                  <a:gd name="T47" fmla="*/ 32 h 121"/>
                  <a:gd name="T48" fmla="*/ 111 w 160"/>
                  <a:gd name="T49" fmla="*/ 0 h 121"/>
                  <a:gd name="T50" fmla="*/ 45 w 160"/>
                  <a:gd name="T51" fmla="*/ 26 h 121"/>
                  <a:gd name="T52" fmla="*/ 36 w 160"/>
                  <a:gd name="T53" fmla="*/ 25 h 121"/>
                  <a:gd name="T54" fmla="*/ 36 w 160"/>
                  <a:gd name="T55" fmla="*/ 25 h 121"/>
                  <a:gd name="T56" fmla="*/ 8 w 160"/>
                  <a:gd name="T57" fmla="*/ 34 h 121"/>
                  <a:gd name="T58" fmla="*/ 1 w 160"/>
                  <a:gd name="T59" fmla="*/ 44 h 121"/>
                  <a:gd name="T60" fmla="*/ 0 w 160"/>
                  <a:gd name="T61" fmla="*/ 44 h 121"/>
                  <a:gd name="T62" fmla="*/ 1 w 160"/>
                  <a:gd name="T63" fmla="*/ 93 h 121"/>
                  <a:gd name="T64" fmla="*/ 1 w 160"/>
                  <a:gd name="T65" fmla="*/ 95 h 121"/>
                  <a:gd name="T66" fmla="*/ 4 w 160"/>
                  <a:gd name="T67" fmla="*/ 107 h 121"/>
                  <a:gd name="T68" fmla="*/ 15 w 160"/>
                  <a:gd name="T69" fmla="*/ 118 h 121"/>
                  <a:gd name="T70" fmla="*/ 22 w 160"/>
                  <a:gd name="T71" fmla="*/ 121 h 121"/>
                  <a:gd name="T72" fmla="*/ 22 w 160"/>
                  <a:gd name="T73" fmla="*/ 121 h 121"/>
                  <a:gd name="T74" fmla="*/ 22 w 160"/>
                  <a:gd name="T75" fmla="*/ 121 h 121"/>
                  <a:gd name="T76" fmla="*/ 116 w 160"/>
                  <a:gd name="T77" fmla="*/ 121 h 121"/>
                  <a:gd name="T78" fmla="*/ 117 w 160"/>
                  <a:gd name="T79" fmla="*/ 121 h 121"/>
                  <a:gd name="T80" fmla="*/ 152 w 160"/>
                  <a:gd name="T81" fmla="*/ 109 h 121"/>
                  <a:gd name="T82" fmla="*/ 160 w 160"/>
                  <a:gd name="T83" fmla="*/ 98 h 121"/>
                  <a:gd name="T84" fmla="*/ 160 w 160"/>
                  <a:gd name="T85" fmla="*/ 98 h 121"/>
                  <a:gd name="T86" fmla="*/ 160 w 160"/>
                  <a:gd name="T87" fmla="*/ 58 h 121"/>
                  <a:gd name="T88" fmla="*/ 160 w 160"/>
                  <a:gd name="T89" fmla="*/ 56 h 121"/>
                  <a:gd name="T90" fmla="*/ 154 w 160"/>
                  <a:gd name="T91" fmla="*/ 40 h 121"/>
                  <a:gd name="T92" fmla="*/ 135 w 160"/>
                  <a:gd name="T93" fmla="*/ 29 h 121"/>
                  <a:gd name="T94" fmla="*/ 124 w 160"/>
                  <a:gd name="T95" fmla="*/ 27 h 121"/>
                  <a:gd name="T96" fmla="*/ 123 w 160"/>
                  <a:gd name="T97" fmla="*/ 27 h 121"/>
                  <a:gd name="T98" fmla="*/ 85 w 160"/>
                  <a:gd name="T99" fmla="*/ 25 h 121"/>
                  <a:gd name="T100" fmla="*/ 111 w 160"/>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21">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4" name="Freeform 1079">
                <a:extLst>
                  <a:ext uri="{FF2B5EF4-FFF2-40B4-BE49-F238E27FC236}">
                    <a16:creationId xmlns:a16="http://schemas.microsoft.com/office/drawing/2014/main" id="{3A47201E-B054-4DEC-BA7D-77AF54FBDC16}"/>
                  </a:ext>
                </a:extLst>
              </p:cNvPr>
              <p:cNvSpPr>
                <a:spLocks noEditPoints="1"/>
              </p:cNvSpPr>
              <p:nvPr userDrawn="1"/>
            </p:nvSpPr>
            <p:spPr bwMode="auto">
              <a:xfrm>
                <a:off x="-877" y="1380"/>
                <a:ext cx="125" cy="114"/>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5" name="Freeform 1080">
                <a:extLst>
                  <a:ext uri="{FF2B5EF4-FFF2-40B4-BE49-F238E27FC236}">
                    <a16:creationId xmlns:a16="http://schemas.microsoft.com/office/drawing/2014/main" id="{9220F603-6E48-489C-AC8F-47E4B7B9B762}"/>
                  </a:ext>
                </a:extLst>
              </p:cNvPr>
              <p:cNvSpPr>
                <a:spLocks noEditPoints="1"/>
              </p:cNvSpPr>
              <p:nvPr userDrawn="1"/>
            </p:nvSpPr>
            <p:spPr bwMode="auto">
              <a:xfrm>
                <a:off x="-474" y="1964"/>
                <a:ext cx="114" cy="106"/>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1 w 152"/>
                  <a:gd name="T31" fmla="*/ 99 h 141"/>
                  <a:gd name="T32" fmla="*/ 96 w 152"/>
                  <a:gd name="T33" fmla="*/ 112 h 141"/>
                  <a:gd name="T34" fmla="*/ 88 w 152"/>
                  <a:gd name="T35" fmla="*/ 116 h 141"/>
                  <a:gd name="T36" fmla="*/ 87 w 152"/>
                  <a:gd name="T37" fmla="*/ 116 h 141"/>
                  <a:gd name="T38" fmla="*/ 71 w 152"/>
                  <a:gd name="T39" fmla="*/ 120 h 141"/>
                  <a:gd name="T40" fmla="*/ 50 w 152"/>
                  <a:gd name="T41" fmla="*/ 117 h 141"/>
                  <a:gd name="T42" fmla="*/ 41 w 152"/>
                  <a:gd name="T43" fmla="*/ 114 h 141"/>
                  <a:gd name="T44" fmla="*/ 12 w 152"/>
                  <a:gd name="T45" fmla="*/ 85 h 141"/>
                  <a:gd name="T46" fmla="*/ 8 w 152"/>
                  <a:gd name="T47" fmla="*/ 43 h 141"/>
                  <a:gd name="T48" fmla="*/ 9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6" name="Freeform 1081">
                <a:extLst>
                  <a:ext uri="{FF2B5EF4-FFF2-40B4-BE49-F238E27FC236}">
                    <a16:creationId xmlns:a16="http://schemas.microsoft.com/office/drawing/2014/main" id="{B3813F6E-4444-4AA4-8AA6-E504287842A9}"/>
                  </a:ext>
                </a:extLst>
              </p:cNvPr>
              <p:cNvSpPr>
                <a:spLocks/>
              </p:cNvSpPr>
              <p:nvPr userDrawn="1"/>
            </p:nvSpPr>
            <p:spPr bwMode="auto">
              <a:xfrm>
                <a:off x="-371" y="2046"/>
                <a:ext cx="3" cy="2"/>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7" name="Freeform 1082">
                <a:extLst>
                  <a:ext uri="{FF2B5EF4-FFF2-40B4-BE49-F238E27FC236}">
                    <a16:creationId xmlns:a16="http://schemas.microsoft.com/office/drawing/2014/main" id="{A58AEB66-76A4-4F19-8AD3-E874194FDECD}"/>
                  </a:ext>
                </a:extLst>
              </p:cNvPr>
              <p:cNvSpPr>
                <a:spLocks noEditPoints="1"/>
              </p:cNvSpPr>
              <p:nvPr userDrawn="1"/>
            </p:nvSpPr>
            <p:spPr bwMode="auto">
              <a:xfrm>
                <a:off x="-884" y="1767"/>
                <a:ext cx="156" cy="141"/>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8" name="Freeform 1083">
                <a:extLst>
                  <a:ext uri="{FF2B5EF4-FFF2-40B4-BE49-F238E27FC236}">
                    <a16:creationId xmlns:a16="http://schemas.microsoft.com/office/drawing/2014/main" id="{47620BEE-9448-4C47-A9FD-1CB9823CD74E}"/>
                  </a:ext>
                </a:extLst>
              </p:cNvPr>
              <p:cNvSpPr>
                <a:spLocks noEditPoints="1"/>
              </p:cNvSpPr>
              <p:nvPr userDrawn="1"/>
            </p:nvSpPr>
            <p:spPr bwMode="auto">
              <a:xfrm>
                <a:off x="-1589" y="1045"/>
                <a:ext cx="109" cy="101"/>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6 w 146"/>
                  <a:gd name="T51" fmla="*/ 68 h 135"/>
                  <a:gd name="T52" fmla="*/ 11 w 146"/>
                  <a:gd name="T53" fmla="*/ 50 h 135"/>
                  <a:gd name="T54" fmla="*/ 11 w 146"/>
                  <a:gd name="T55" fmla="*/ 50 h 135"/>
                  <a:gd name="T56" fmla="*/ 11 w 146"/>
                  <a:gd name="T57" fmla="*/ 49 h 135"/>
                  <a:gd name="T58" fmla="*/ 11 w 146"/>
                  <a:gd name="T59" fmla="*/ 49 h 135"/>
                  <a:gd name="T60" fmla="*/ 21 w 146"/>
                  <a:gd name="T61" fmla="*/ 32 h 135"/>
                  <a:gd name="T62" fmla="*/ 59 w 146"/>
                  <a:gd name="T63" fmla="*/ 8 h 135"/>
                  <a:gd name="T64" fmla="*/ 75 w 146"/>
                  <a:gd name="T65" fmla="*/ 0 h 135"/>
                  <a:gd name="T66" fmla="*/ 58 w 146"/>
                  <a:gd name="T67" fmla="*/ 2 h 135"/>
                  <a:gd name="T68" fmla="*/ 58 w 146"/>
                  <a:gd name="T69" fmla="*/ 2 h 135"/>
                  <a:gd name="T70" fmla="*/ 58 w 146"/>
                  <a:gd name="T71" fmla="*/ 2 h 135"/>
                  <a:gd name="T72" fmla="*/ 16 w 146"/>
                  <a:gd name="T73" fmla="*/ 29 h 135"/>
                  <a:gd name="T74" fmla="*/ 6 w 146"/>
                  <a:gd name="T75" fmla="*/ 47 h 135"/>
                  <a:gd name="T76" fmla="*/ 0 w 146"/>
                  <a:gd name="T77" fmla="*/ 68 h 135"/>
                  <a:gd name="T78" fmla="*/ 3 w 146"/>
                  <a:gd name="T79" fmla="*/ 80 h 135"/>
                  <a:gd name="T80" fmla="*/ 6 w 146"/>
                  <a:gd name="T81" fmla="*/ 84 h 135"/>
                  <a:gd name="T82" fmla="*/ 10 w 146"/>
                  <a:gd name="T83" fmla="*/ 107 h 135"/>
                  <a:gd name="T84" fmla="*/ 10 w 146"/>
                  <a:gd name="T85" fmla="*/ 117 h 135"/>
                  <a:gd name="T86" fmla="*/ 9 w 146"/>
                  <a:gd name="T87" fmla="*/ 120 h 135"/>
                  <a:gd name="T88" fmla="*/ 9 w 146"/>
                  <a:gd name="T89" fmla="*/ 121 h 135"/>
                  <a:gd name="T90" fmla="*/ 9 w 146"/>
                  <a:gd name="T91" fmla="*/ 121 h 135"/>
                  <a:gd name="T92" fmla="*/ 7 w 146"/>
                  <a:gd name="T93" fmla="*/ 135 h 135"/>
                  <a:gd name="T94" fmla="*/ 15 w 146"/>
                  <a:gd name="T95" fmla="*/ 123 h 135"/>
                  <a:gd name="T96" fmla="*/ 29 w 146"/>
                  <a:gd name="T97" fmla="*/ 101 h 135"/>
                  <a:gd name="T98" fmla="*/ 35 w 146"/>
                  <a:gd name="T99" fmla="*/ 105 h 135"/>
                  <a:gd name="T100" fmla="*/ 59 w 146"/>
                  <a:gd name="T101" fmla="*/ 116 h 135"/>
                  <a:gd name="T102" fmla="*/ 78 w 146"/>
                  <a:gd name="T103" fmla="*/ 121 h 135"/>
                  <a:gd name="T104" fmla="*/ 109 w 146"/>
                  <a:gd name="T105" fmla="*/ 114 h 135"/>
                  <a:gd name="T106" fmla="*/ 109 w 146"/>
                  <a:gd name="T107" fmla="*/ 114 h 135"/>
                  <a:gd name="T108" fmla="*/ 110 w 146"/>
                  <a:gd name="T109" fmla="*/ 114 h 135"/>
                  <a:gd name="T110" fmla="*/ 139 w 146"/>
                  <a:gd name="T111" fmla="*/ 84 h 135"/>
                  <a:gd name="T112" fmla="*/ 146 w 146"/>
                  <a:gd name="T113" fmla="*/ 56 h 135"/>
                  <a:gd name="T114" fmla="*/ 142 w 146"/>
                  <a:gd name="T115" fmla="*/ 34 h 135"/>
                  <a:gd name="T116" fmla="*/ 142 w 146"/>
                  <a:gd name="T117" fmla="*/ 33 h 135"/>
                  <a:gd name="T118" fmla="*/ 142 w 146"/>
                  <a:gd name="T119" fmla="*/ 33 h 135"/>
                  <a:gd name="T120" fmla="*/ 108 w 146"/>
                  <a:gd name="T121" fmla="*/ 6 h 135"/>
                  <a:gd name="T122" fmla="*/ 75 w 146"/>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9" y="79"/>
                      <a:pt x="6" y="75"/>
                      <a:pt x="6" y="68"/>
                    </a:cubicBezTo>
                    <a:cubicBezTo>
                      <a:pt x="6" y="63"/>
                      <a:pt x="7" y="57"/>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2"/>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3"/>
                      <a:pt x="142" y="33"/>
                      <a:pt x="142" y="33"/>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9" name="Freeform 1084">
                <a:extLst>
                  <a:ext uri="{FF2B5EF4-FFF2-40B4-BE49-F238E27FC236}">
                    <a16:creationId xmlns:a16="http://schemas.microsoft.com/office/drawing/2014/main" id="{930BCAB7-63BF-496E-935E-2D35748A7617}"/>
                  </a:ext>
                </a:extLst>
              </p:cNvPr>
              <p:cNvSpPr>
                <a:spLocks noEditPoints="1"/>
              </p:cNvSpPr>
              <p:nvPr userDrawn="1"/>
            </p:nvSpPr>
            <p:spPr bwMode="auto">
              <a:xfrm>
                <a:off x="-708" y="2011"/>
                <a:ext cx="157" cy="141"/>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7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0" name="Freeform 1085">
                <a:extLst>
                  <a:ext uri="{FF2B5EF4-FFF2-40B4-BE49-F238E27FC236}">
                    <a16:creationId xmlns:a16="http://schemas.microsoft.com/office/drawing/2014/main" id="{F5A0EB3D-63D2-4AEE-904A-880E7A614A56}"/>
                  </a:ext>
                </a:extLst>
              </p:cNvPr>
              <p:cNvSpPr>
                <a:spLocks noEditPoints="1"/>
              </p:cNvSpPr>
              <p:nvPr userDrawn="1"/>
            </p:nvSpPr>
            <p:spPr bwMode="auto">
              <a:xfrm>
                <a:off x="-1462" y="1681"/>
                <a:ext cx="157" cy="141"/>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1" name="Freeform 1086">
                <a:extLst>
                  <a:ext uri="{FF2B5EF4-FFF2-40B4-BE49-F238E27FC236}">
                    <a16:creationId xmlns:a16="http://schemas.microsoft.com/office/drawing/2014/main" id="{0C9C159B-0D04-4C44-ABD2-32DC5E10CECB}"/>
                  </a:ext>
                </a:extLst>
              </p:cNvPr>
              <p:cNvSpPr>
                <a:spLocks/>
              </p:cNvSpPr>
              <p:nvPr userDrawn="1"/>
            </p:nvSpPr>
            <p:spPr bwMode="auto">
              <a:xfrm>
                <a:off x="-1397" y="1682"/>
                <a:ext cx="2" cy="1"/>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2" name="Freeform 1087">
                <a:extLst>
                  <a:ext uri="{FF2B5EF4-FFF2-40B4-BE49-F238E27FC236}">
                    <a16:creationId xmlns:a16="http://schemas.microsoft.com/office/drawing/2014/main" id="{22DE172E-1E8B-4063-BCDD-E2CB90F9F9B5}"/>
                  </a:ext>
                </a:extLst>
              </p:cNvPr>
              <p:cNvSpPr>
                <a:spLocks/>
              </p:cNvSpPr>
              <p:nvPr userDrawn="1"/>
            </p:nvSpPr>
            <p:spPr bwMode="auto">
              <a:xfrm>
                <a:off x="-1034" y="1417"/>
                <a:ext cx="157" cy="133"/>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1"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3" name="Freeform 1088">
                <a:extLst>
                  <a:ext uri="{FF2B5EF4-FFF2-40B4-BE49-F238E27FC236}">
                    <a16:creationId xmlns:a16="http://schemas.microsoft.com/office/drawing/2014/main" id="{A4A3314F-B13C-4A6F-A40F-9F6899C91CD2}"/>
                  </a:ext>
                </a:extLst>
              </p:cNvPr>
              <p:cNvSpPr>
                <a:spLocks/>
              </p:cNvSpPr>
              <p:nvPr userDrawn="1"/>
            </p:nvSpPr>
            <p:spPr bwMode="auto">
              <a:xfrm>
                <a:off x="-946" y="1541"/>
                <a:ext cx="5" cy="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4" name="Freeform 1089">
                <a:extLst>
                  <a:ext uri="{FF2B5EF4-FFF2-40B4-BE49-F238E27FC236}">
                    <a16:creationId xmlns:a16="http://schemas.microsoft.com/office/drawing/2014/main" id="{1595F417-4156-443E-B92C-58440CE5907A}"/>
                  </a:ext>
                </a:extLst>
              </p:cNvPr>
              <p:cNvSpPr>
                <a:spLocks/>
              </p:cNvSpPr>
              <p:nvPr userDrawn="1"/>
            </p:nvSpPr>
            <p:spPr bwMode="auto">
              <a:xfrm>
                <a:off x="-1025" y="1552"/>
                <a:ext cx="3" cy="6"/>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5" name="Freeform 1090">
                <a:extLst>
                  <a:ext uri="{FF2B5EF4-FFF2-40B4-BE49-F238E27FC236}">
                    <a16:creationId xmlns:a16="http://schemas.microsoft.com/office/drawing/2014/main" id="{A7A92F85-051F-409B-B532-141C44FF89D8}"/>
                  </a:ext>
                </a:extLst>
              </p:cNvPr>
              <p:cNvSpPr>
                <a:spLocks/>
              </p:cNvSpPr>
              <p:nvPr userDrawn="1"/>
            </p:nvSpPr>
            <p:spPr bwMode="auto">
              <a:xfrm>
                <a:off x="-1024" y="1547"/>
                <a:ext cx="4" cy="7"/>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6" name="Freeform 1091">
                <a:extLst>
                  <a:ext uri="{FF2B5EF4-FFF2-40B4-BE49-F238E27FC236}">
                    <a16:creationId xmlns:a16="http://schemas.microsoft.com/office/drawing/2014/main" id="{ABD8D187-8D22-4BE1-ABF4-894D12965605}"/>
                  </a:ext>
                </a:extLst>
              </p:cNvPr>
              <p:cNvSpPr>
                <a:spLocks noEditPoints="1"/>
              </p:cNvSpPr>
              <p:nvPr userDrawn="1"/>
            </p:nvSpPr>
            <p:spPr bwMode="auto">
              <a:xfrm>
                <a:off x="-458" y="1318"/>
                <a:ext cx="228" cy="202"/>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dirty="0"/>
              </a:p>
            </p:txBody>
          </p:sp>
          <p:sp>
            <p:nvSpPr>
              <p:cNvPr id="627" name="Freeform 1092">
                <a:extLst>
                  <a:ext uri="{FF2B5EF4-FFF2-40B4-BE49-F238E27FC236}">
                    <a16:creationId xmlns:a16="http://schemas.microsoft.com/office/drawing/2014/main" id="{D7324D53-68F5-4268-9362-E9D78F122738}"/>
                  </a:ext>
                </a:extLst>
              </p:cNvPr>
              <p:cNvSpPr>
                <a:spLocks noEditPoints="1"/>
              </p:cNvSpPr>
              <p:nvPr userDrawn="1"/>
            </p:nvSpPr>
            <p:spPr bwMode="auto">
              <a:xfrm>
                <a:off x="-337" y="1318"/>
                <a:ext cx="19" cy="4"/>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8" name="Freeform 1093">
                <a:extLst>
                  <a:ext uri="{FF2B5EF4-FFF2-40B4-BE49-F238E27FC236}">
                    <a16:creationId xmlns:a16="http://schemas.microsoft.com/office/drawing/2014/main" id="{985FA642-31A1-4DDA-A793-E20AD8D3FC99}"/>
                  </a:ext>
                </a:extLst>
              </p:cNvPr>
              <p:cNvSpPr>
                <a:spLocks/>
              </p:cNvSpPr>
              <p:nvPr userDrawn="1"/>
            </p:nvSpPr>
            <p:spPr bwMode="auto">
              <a:xfrm>
                <a:off x="-458"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9" name="Freeform 1094">
                <a:extLst>
                  <a:ext uri="{FF2B5EF4-FFF2-40B4-BE49-F238E27FC236}">
                    <a16:creationId xmlns:a16="http://schemas.microsoft.com/office/drawing/2014/main" id="{EB86CF4B-BD13-4231-9CDD-C07A3C0B1102}"/>
                  </a:ext>
                </a:extLst>
              </p:cNvPr>
              <p:cNvSpPr>
                <a:spLocks noEditPoints="1"/>
              </p:cNvSpPr>
              <p:nvPr userDrawn="1"/>
            </p:nvSpPr>
            <p:spPr bwMode="auto">
              <a:xfrm>
                <a:off x="-1538" y="1847"/>
                <a:ext cx="175" cy="156"/>
              </a:xfrm>
              <a:custGeom>
                <a:avLst/>
                <a:gdLst>
                  <a:gd name="T0" fmla="*/ 93 w 233"/>
                  <a:gd name="T1" fmla="*/ 8 h 208"/>
                  <a:gd name="T2" fmla="*/ 94 w 233"/>
                  <a:gd name="T3" fmla="*/ 8 h 208"/>
                  <a:gd name="T4" fmla="*/ 120 w 233"/>
                  <a:gd name="T5" fmla="*/ 6 h 208"/>
                  <a:gd name="T6" fmla="*/ 120 w 233"/>
                  <a:gd name="T7" fmla="*/ 6 h 208"/>
                  <a:gd name="T8" fmla="*/ 170 w 233"/>
                  <a:gd name="T9" fmla="*/ 15 h 208"/>
                  <a:gd name="T10" fmla="*/ 220 w 233"/>
                  <a:gd name="T11" fmla="*/ 56 h 208"/>
                  <a:gd name="T12" fmla="*/ 227 w 233"/>
                  <a:gd name="T13" fmla="*/ 88 h 208"/>
                  <a:gd name="T14" fmla="*/ 216 w 233"/>
                  <a:gd name="T15" fmla="*/ 130 h 208"/>
                  <a:gd name="T16" fmla="*/ 171 w 233"/>
                  <a:gd name="T17" fmla="*/ 175 h 208"/>
                  <a:gd name="T18" fmla="*/ 171 w 233"/>
                  <a:gd name="T19" fmla="*/ 175 h 208"/>
                  <a:gd name="T20" fmla="*/ 123 w 233"/>
                  <a:gd name="T21" fmla="*/ 185 h 208"/>
                  <a:gd name="T22" fmla="*/ 123 w 233"/>
                  <a:gd name="T23" fmla="*/ 185 h 208"/>
                  <a:gd name="T24" fmla="*/ 123 w 233"/>
                  <a:gd name="T25" fmla="*/ 185 h 208"/>
                  <a:gd name="T26" fmla="*/ 98 w 233"/>
                  <a:gd name="T27" fmla="*/ 179 h 208"/>
                  <a:gd name="T28" fmla="*/ 98 w 233"/>
                  <a:gd name="T29" fmla="*/ 179 h 208"/>
                  <a:gd name="T30" fmla="*/ 97 w 233"/>
                  <a:gd name="T31" fmla="*/ 178 h 208"/>
                  <a:gd name="T32" fmla="*/ 91 w 233"/>
                  <a:gd name="T33" fmla="*/ 176 h 208"/>
                  <a:gd name="T34" fmla="*/ 67 w 233"/>
                  <a:gd name="T35" fmla="*/ 165 h 208"/>
                  <a:gd name="T36" fmla="*/ 45 w 233"/>
                  <a:gd name="T37" fmla="*/ 153 h 208"/>
                  <a:gd name="T38" fmla="*/ 42 w 233"/>
                  <a:gd name="T39" fmla="*/ 151 h 208"/>
                  <a:gd name="T40" fmla="*/ 22 w 233"/>
                  <a:gd name="T41" fmla="*/ 182 h 208"/>
                  <a:gd name="T42" fmla="*/ 22 w 233"/>
                  <a:gd name="T43" fmla="*/ 171 h 208"/>
                  <a:gd name="T44" fmla="*/ 14 w 233"/>
                  <a:gd name="T45" fmla="*/ 129 h 208"/>
                  <a:gd name="T46" fmla="*/ 14 w 233"/>
                  <a:gd name="T47" fmla="*/ 129 h 208"/>
                  <a:gd name="T48" fmla="*/ 13 w 233"/>
                  <a:gd name="T49" fmla="*/ 128 h 208"/>
                  <a:gd name="T50" fmla="*/ 9 w 233"/>
                  <a:gd name="T51" fmla="*/ 123 h 208"/>
                  <a:gd name="T52" fmla="*/ 6 w 233"/>
                  <a:gd name="T53" fmla="*/ 107 h 208"/>
                  <a:gd name="T54" fmla="*/ 14 w 233"/>
                  <a:gd name="T55" fmla="*/ 77 h 208"/>
                  <a:gd name="T56" fmla="*/ 14 w 233"/>
                  <a:gd name="T57" fmla="*/ 77 h 208"/>
                  <a:gd name="T58" fmla="*/ 14 w 233"/>
                  <a:gd name="T59" fmla="*/ 77 h 208"/>
                  <a:gd name="T60" fmla="*/ 14 w 233"/>
                  <a:gd name="T61" fmla="*/ 77 h 208"/>
                  <a:gd name="T62" fmla="*/ 30 w 233"/>
                  <a:gd name="T63" fmla="*/ 48 h 208"/>
                  <a:gd name="T64" fmla="*/ 93 w 233"/>
                  <a:gd name="T65" fmla="*/ 8 h 208"/>
                  <a:gd name="T66" fmla="*/ 120 w 233"/>
                  <a:gd name="T67" fmla="*/ 0 h 208"/>
                  <a:gd name="T68" fmla="*/ 92 w 233"/>
                  <a:gd name="T69" fmla="*/ 2 h 208"/>
                  <a:gd name="T70" fmla="*/ 92 w 233"/>
                  <a:gd name="T71" fmla="*/ 2 h 208"/>
                  <a:gd name="T72" fmla="*/ 92 w 233"/>
                  <a:gd name="T73" fmla="*/ 2 h 208"/>
                  <a:gd name="T74" fmla="*/ 24 w 233"/>
                  <a:gd name="T75" fmla="*/ 46 h 208"/>
                  <a:gd name="T76" fmla="*/ 9 w 233"/>
                  <a:gd name="T77" fmla="*/ 75 h 208"/>
                  <a:gd name="T78" fmla="*/ 0 w 233"/>
                  <a:gd name="T79" fmla="*/ 107 h 208"/>
                  <a:gd name="T80" fmla="*/ 4 w 233"/>
                  <a:gd name="T81" fmla="*/ 127 h 208"/>
                  <a:gd name="T82" fmla="*/ 9 w 233"/>
                  <a:gd name="T83" fmla="*/ 133 h 208"/>
                  <a:gd name="T84" fmla="*/ 16 w 233"/>
                  <a:gd name="T85" fmla="*/ 171 h 208"/>
                  <a:gd name="T86" fmla="*/ 15 w 233"/>
                  <a:gd name="T87" fmla="*/ 187 h 208"/>
                  <a:gd name="T88" fmla="*/ 15 w 233"/>
                  <a:gd name="T89" fmla="*/ 192 h 208"/>
                  <a:gd name="T90" fmla="*/ 14 w 233"/>
                  <a:gd name="T91" fmla="*/ 193 h 208"/>
                  <a:gd name="T92" fmla="*/ 14 w 233"/>
                  <a:gd name="T93" fmla="*/ 194 h 208"/>
                  <a:gd name="T94" fmla="*/ 12 w 233"/>
                  <a:gd name="T95" fmla="*/ 208 h 208"/>
                  <a:gd name="T96" fmla="*/ 20 w 233"/>
                  <a:gd name="T97" fmla="*/ 196 h 208"/>
                  <a:gd name="T98" fmla="*/ 44 w 233"/>
                  <a:gd name="T99" fmla="*/ 159 h 208"/>
                  <a:gd name="T100" fmla="*/ 56 w 233"/>
                  <a:gd name="T101" fmla="*/ 166 h 208"/>
                  <a:gd name="T102" fmla="*/ 95 w 233"/>
                  <a:gd name="T103" fmla="*/ 184 h 208"/>
                  <a:gd name="T104" fmla="*/ 123 w 233"/>
                  <a:gd name="T105" fmla="*/ 191 h 208"/>
                  <a:gd name="T106" fmla="*/ 174 w 233"/>
                  <a:gd name="T107" fmla="*/ 180 h 208"/>
                  <a:gd name="T108" fmla="*/ 174 w 233"/>
                  <a:gd name="T109" fmla="*/ 180 h 208"/>
                  <a:gd name="T110" fmla="*/ 174 w 233"/>
                  <a:gd name="T111" fmla="*/ 180 h 208"/>
                  <a:gd name="T112" fmla="*/ 221 w 233"/>
                  <a:gd name="T113" fmla="*/ 132 h 208"/>
                  <a:gd name="T114" fmla="*/ 233 w 233"/>
                  <a:gd name="T115" fmla="*/ 88 h 208"/>
                  <a:gd name="T116" fmla="*/ 226 w 233"/>
                  <a:gd name="T117" fmla="*/ 53 h 208"/>
                  <a:gd name="T118" fmla="*/ 226 w 233"/>
                  <a:gd name="T119" fmla="*/ 53 h 208"/>
                  <a:gd name="T120" fmla="*/ 226 w 233"/>
                  <a:gd name="T121" fmla="*/ 52 h 208"/>
                  <a:gd name="T122" fmla="*/ 172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0" name="Freeform 1095">
                <a:extLst>
                  <a:ext uri="{FF2B5EF4-FFF2-40B4-BE49-F238E27FC236}">
                    <a16:creationId xmlns:a16="http://schemas.microsoft.com/office/drawing/2014/main" id="{4114802C-2FEA-4D4D-9E35-5C90ED9B6DCC}"/>
                  </a:ext>
                </a:extLst>
              </p:cNvPr>
              <p:cNvSpPr>
                <a:spLocks noEditPoints="1"/>
              </p:cNvSpPr>
              <p:nvPr userDrawn="1"/>
            </p:nvSpPr>
            <p:spPr bwMode="auto">
              <a:xfrm>
                <a:off x="-755" y="1432"/>
                <a:ext cx="127" cy="8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6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7 w 169"/>
                  <a:gd name="T49" fmla="*/ 0 h 117"/>
                  <a:gd name="T50" fmla="*/ 73 w 169"/>
                  <a:gd name="T51" fmla="*/ 0 h 117"/>
                  <a:gd name="T52" fmla="*/ 73 w 169"/>
                  <a:gd name="T53" fmla="*/ 0 h 117"/>
                  <a:gd name="T54" fmla="*/ 54 w 169"/>
                  <a:gd name="T55" fmla="*/ 5 h 117"/>
                  <a:gd name="T56" fmla="*/ 40 w 169"/>
                  <a:gd name="T57" fmla="*/ 21 h 117"/>
                  <a:gd name="T58" fmla="*/ 37 w 169"/>
                  <a:gd name="T59" fmla="*/ 31 h 117"/>
                  <a:gd name="T60" fmla="*/ 37 w 169"/>
                  <a:gd name="T61" fmla="*/ 31 h 117"/>
                  <a:gd name="T62" fmla="*/ 37 w 169"/>
                  <a:gd name="T63" fmla="*/ 57 h 117"/>
                  <a:gd name="T64" fmla="*/ 0 w 169"/>
                  <a:gd name="T65" fmla="*/ 38 h 117"/>
                  <a:gd name="T66" fmla="*/ 9 w 169"/>
                  <a:gd name="T67" fmla="*/ 48 h 117"/>
                  <a:gd name="T68" fmla="*/ 11 w 169"/>
                  <a:gd name="T69" fmla="*/ 47 h 117"/>
                  <a:gd name="T70" fmla="*/ 9 w 169"/>
                  <a:gd name="T71" fmla="*/ 48 h 117"/>
                  <a:gd name="T72" fmla="*/ 37 w 169"/>
                  <a:gd name="T73" fmla="*/ 86 h 117"/>
                  <a:gd name="T74" fmla="*/ 41 w 169"/>
                  <a:gd name="T75" fmla="*/ 102 h 117"/>
                  <a:gd name="T76" fmla="*/ 54 w 169"/>
                  <a:gd name="T77" fmla="*/ 114 h 117"/>
                  <a:gd name="T78" fmla="*/ 62 w 169"/>
                  <a:gd name="T79" fmla="*/ 117 h 117"/>
                  <a:gd name="T80" fmla="*/ 62 w 169"/>
                  <a:gd name="T81" fmla="*/ 117 h 117"/>
                  <a:gd name="T82" fmla="*/ 133 w 169"/>
                  <a:gd name="T83" fmla="*/ 117 h 117"/>
                  <a:gd name="T84" fmla="*/ 133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1 w 169"/>
                  <a:gd name="T97" fmla="*/ 5 h 117"/>
                  <a:gd name="T98" fmla="*/ 137 w 169"/>
                  <a:gd name="T99" fmla="*/ 0 h 117"/>
                  <a:gd name="T100" fmla="*/ 137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1" name="Freeform 1096">
                <a:extLst>
                  <a:ext uri="{FF2B5EF4-FFF2-40B4-BE49-F238E27FC236}">
                    <a16:creationId xmlns:a16="http://schemas.microsoft.com/office/drawing/2014/main" id="{9581C9A5-9567-4C3A-80F9-4201B5BF9739}"/>
                  </a:ext>
                </a:extLst>
              </p:cNvPr>
              <p:cNvSpPr>
                <a:spLocks noEditPoints="1"/>
              </p:cNvSpPr>
              <p:nvPr userDrawn="1"/>
            </p:nvSpPr>
            <p:spPr bwMode="auto">
              <a:xfrm>
                <a:off x="-1371" y="1959"/>
                <a:ext cx="78" cy="52"/>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3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5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2" name="Freeform 1097">
                <a:extLst>
                  <a:ext uri="{FF2B5EF4-FFF2-40B4-BE49-F238E27FC236}">
                    <a16:creationId xmlns:a16="http://schemas.microsoft.com/office/drawing/2014/main" id="{935DADF4-9B8F-4753-A835-DFCEB14A1CEA}"/>
                  </a:ext>
                </a:extLst>
              </p:cNvPr>
              <p:cNvSpPr>
                <a:spLocks noEditPoints="1"/>
              </p:cNvSpPr>
              <p:nvPr userDrawn="1"/>
            </p:nvSpPr>
            <p:spPr bwMode="auto">
              <a:xfrm>
                <a:off x="-1648" y="2024"/>
                <a:ext cx="107" cy="74"/>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6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3" name="Freeform 1098">
                <a:extLst>
                  <a:ext uri="{FF2B5EF4-FFF2-40B4-BE49-F238E27FC236}">
                    <a16:creationId xmlns:a16="http://schemas.microsoft.com/office/drawing/2014/main" id="{DF220810-CD08-40E6-A57F-C26A042FF86D}"/>
                  </a:ext>
                </a:extLst>
              </p:cNvPr>
              <p:cNvSpPr>
                <a:spLocks noEditPoints="1"/>
              </p:cNvSpPr>
              <p:nvPr userDrawn="1"/>
            </p:nvSpPr>
            <p:spPr bwMode="auto">
              <a:xfrm>
                <a:off x="-1206" y="1770"/>
                <a:ext cx="84" cy="57"/>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3 w 112"/>
                  <a:gd name="T21" fmla="*/ 65 h 76"/>
                  <a:gd name="T22" fmla="*/ 87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4" name="Freeform 1099">
                <a:extLst>
                  <a:ext uri="{FF2B5EF4-FFF2-40B4-BE49-F238E27FC236}">
                    <a16:creationId xmlns:a16="http://schemas.microsoft.com/office/drawing/2014/main" id="{5F7BD142-8322-4E72-BB8C-93B0EDAB3444}"/>
                  </a:ext>
                </a:extLst>
              </p:cNvPr>
              <p:cNvSpPr>
                <a:spLocks noEditPoints="1"/>
              </p:cNvSpPr>
              <p:nvPr userDrawn="1"/>
            </p:nvSpPr>
            <p:spPr bwMode="auto">
              <a:xfrm>
                <a:off x="-1213" y="1633"/>
                <a:ext cx="126" cy="116"/>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1 w 168"/>
                  <a:gd name="T35" fmla="*/ 149 h 155"/>
                  <a:gd name="T36" fmla="*/ 51 w 168"/>
                  <a:gd name="T37" fmla="*/ 143 h 155"/>
                  <a:gd name="T38" fmla="*/ 41 w 168"/>
                  <a:gd name="T39" fmla="*/ 113 h 155"/>
                  <a:gd name="T40" fmla="*/ 41 w 168"/>
                  <a:gd name="T41" fmla="*/ 112 h 155"/>
                  <a:gd name="T42" fmla="*/ 18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1"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5" name="Freeform 1100">
                <a:extLst>
                  <a:ext uri="{FF2B5EF4-FFF2-40B4-BE49-F238E27FC236}">
                    <a16:creationId xmlns:a16="http://schemas.microsoft.com/office/drawing/2014/main" id="{7357508A-F406-41A3-A377-4BCD59DB58C4}"/>
                  </a:ext>
                </a:extLst>
              </p:cNvPr>
              <p:cNvSpPr>
                <a:spLocks noEditPoints="1"/>
              </p:cNvSpPr>
              <p:nvPr userDrawn="1"/>
            </p:nvSpPr>
            <p:spPr bwMode="auto">
              <a:xfrm>
                <a:off x="-1523" y="1403"/>
                <a:ext cx="126" cy="117"/>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6" name="Freeform 1101">
                <a:extLst>
                  <a:ext uri="{FF2B5EF4-FFF2-40B4-BE49-F238E27FC236}">
                    <a16:creationId xmlns:a16="http://schemas.microsoft.com/office/drawing/2014/main" id="{5DB6565E-C99B-47C9-B4E8-AEF64FD8C2F0}"/>
                  </a:ext>
                </a:extLst>
              </p:cNvPr>
              <p:cNvSpPr>
                <a:spLocks/>
              </p:cNvSpPr>
              <p:nvPr userDrawn="1"/>
            </p:nvSpPr>
            <p:spPr bwMode="auto">
              <a:xfrm>
                <a:off x="-1403"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7" name="Freeform 1102">
                <a:extLst>
                  <a:ext uri="{FF2B5EF4-FFF2-40B4-BE49-F238E27FC236}">
                    <a16:creationId xmlns:a16="http://schemas.microsoft.com/office/drawing/2014/main" id="{E23CB7DE-DB98-4D96-8B1F-85CF43A1F3FB}"/>
                  </a:ext>
                </a:extLst>
              </p:cNvPr>
              <p:cNvSpPr>
                <a:spLocks noEditPoints="1"/>
              </p:cNvSpPr>
              <p:nvPr userDrawn="1"/>
            </p:nvSpPr>
            <p:spPr bwMode="auto">
              <a:xfrm>
                <a:off x="-1137" y="1802"/>
                <a:ext cx="89" cy="12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8" name="Freeform 1103">
                <a:extLst>
                  <a:ext uri="{FF2B5EF4-FFF2-40B4-BE49-F238E27FC236}">
                    <a16:creationId xmlns:a16="http://schemas.microsoft.com/office/drawing/2014/main" id="{FA66F9D8-C937-40FD-9269-6A97F0B67726}"/>
                  </a:ext>
                </a:extLst>
              </p:cNvPr>
              <p:cNvSpPr>
                <a:spLocks noEditPoints="1"/>
              </p:cNvSpPr>
              <p:nvPr userDrawn="1"/>
            </p:nvSpPr>
            <p:spPr bwMode="auto">
              <a:xfrm>
                <a:off x="-1588" y="1476"/>
                <a:ext cx="89" cy="126"/>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6 w 119"/>
                  <a:gd name="T41" fmla="*/ 161 h 167"/>
                  <a:gd name="T42" fmla="*/ 26 w 119"/>
                  <a:gd name="T43" fmla="*/ 161 h 167"/>
                  <a:gd name="T44" fmla="*/ 16 w 119"/>
                  <a:gd name="T45" fmla="*/ 157 h 167"/>
                  <a:gd name="T46" fmla="*/ 7 w 119"/>
                  <a:gd name="T47" fmla="*/ 131 h 167"/>
                  <a:gd name="T48" fmla="*/ 6 w 119"/>
                  <a:gd name="T49" fmla="*/ 63 h 167"/>
                  <a:gd name="T50" fmla="*/ 70 w 119"/>
                  <a:gd name="T51" fmla="*/ 11 h 167"/>
                  <a:gd name="T52" fmla="*/ 68 w 119"/>
                  <a:gd name="T53" fmla="*/ 9 h 167"/>
                  <a:gd name="T54" fmla="*/ 70 w 119"/>
                  <a:gd name="T55" fmla="*/ 11 h 167"/>
                  <a:gd name="T56" fmla="*/ 79 w 119"/>
                  <a:gd name="T57" fmla="*/ 0 h 167"/>
                  <a:gd name="T58" fmla="*/ 68 w 119"/>
                  <a:gd name="T59" fmla="*/ 8 h 167"/>
                  <a:gd name="T60" fmla="*/ 31 w 119"/>
                  <a:gd name="T61" fmla="*/ 37 h 167"/>
                  <a:gd name="T62" fmla="*/ 14 w 119"/>
                  <a:gd name="T63" fmla="*/ 41 h 167"/>
                  <a:gd name="T64" fmla="*/ 2 w 119"/>
                  <a:gd name="T65" fmla="*/ 54 h 167"/>
                  <a:gd name="T66" fmla="*/ 0 w 119"/>
                  <a:gd name="T67" fmla="*/ 62 h 167"/>
                  <a:gd name="T68" fmla="*/ 0 w 119"/>
                  <a:gd name="T69" fmla="*/ 63 h 167"/>
                  <a:gd name="T70" fmla="*/ 1 w 119"/>
                  <a:gd name="T71" fmla="*/ 131 h 167"/>
                  <a:gd name="T72" fmla="*/ 1 w 119"/>
                  <a:gd name="T73" fmla="*/ 131 h 167"/>
                  <a:gd name="T74" fmla="*/ 12 w 119"/>
                  <a:gd name="T75" fmla="*/ 161 h 167"/>
                  <a:gd name="T76" fmla="*/ 26 w 119"/>
                  <a:gd name="T77" fmla="*/ 167 h 167"/>
                  <a:gd name="T78" fmla="*/ 26 w 119"/>
                  <a:gd name="T79" fmla="*/ 167 h 167"/>
                  <a:gd name="T80" fmla="*/ 29 w 119"/>
                  <a:gd name="T81" fmla="*/ 167 h 167"/>
                  <a:gd name="T82" fmla="*/ 87 w 119"/>
                  <a:gd name="T83" fmla="*/ 166 h 167"/>
                  <a:gd name="T84" fmla="*/ 88 w 119"/>
                  <a:gd name="T85" fmla="*/ 166 h 167"/>
                  <a:gd name="T86" fmla="*/ 115 w 119"/>
                  <a:gd name="T87" fmla="*/ 147 h 167"/>
                  <a:gd name="T88" fmla="*/ 118 w 119"/>
                  <a:gd name="T89" fmla="*/ 139 h 167"/>
                  <a:gd name="T90" fmla="*/ 114 w 119"/>
                  <a:gd name="T91" fmla="*/ 136 h 167"/>
                  <a:gd name="T92" fmla="*/ 119 w 119"/>
                  <a:gd name="T93" fmla="*/ 137 h 167"/>
                  <a:gd name="T94" fmla="*/ 119 w 119"/>
                  <a:gd name="T95" fmla="*/ 133 h 167"/>
                  <a:gd name="T96" fmla="*/ 119 w 119"/>
                  <a:gd name="T97" fmla="*/ 133 h 167"/>
                  <a:gd name="T98" fmla="*/ 118 w 119"/>
                  <a:gd name="T99" fmla="*/ 71 h 167"/>
                  <a:gd name="T100" fmla="*/ 118 w 119"/>
                  <a:gd name="T101" fmla="*/ 71 h 167"/>
                  <a:gd name="T102" fmla="*/ 113 w 119"/>
                  <a:gd name="T103" fmla="*/ 52 h 167"/>
                  <a:gd name="T104" fmla="*/ 96 w 119"/>
                  <a:gd name="T105" fmla="*/ 39 h 167"/>
                  <a:gd name="T106" fmla="*/ 86 w 119"/>
                  <a:gd name="T107" fmla="*/ 36 h 167"/>
                  <a:gd name="T108" fmla="*/ 86 w 119"/>
                  <a:gd name="T109" fmla="*/ 36 h 167"/>
                  <a:gd name="T110" fmla="*/ 60 w 119"/>
                  <a:gd name="T111" fmla="*/ 36 h 167"/>
                  <a:gd name="T112" fmla="*/ 79 w 119"/>
                  <a:gd name="T11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9" name="Freeform 1104">
                <a:extLst>
                  <a:ext uri="{FF2B5EF4-FFF2-40B4-BE49-F238E27FC236}">
                    <a16:creationId xmlns:a16="http://schemas.microsoft.com/office/drawing/2014/main" id="{25C75F51-8759-4531-BC11-F4A2DB690CA1}"/>
                  </a:ext>
                </a:extLst>
              </p:cNvPr>
              <p:cNvSpPr>
                <a:spLocks/>
              </p:cNvSpPr>
              <p:nvPr userDrawn="1"/>
            </p:nvSpPr>
            <p:spPr bwMode="auto">
              <a:xfrm>
                <a:off x="-1502" y="1578"/>
                <a:ext cx="3" cy="3"/>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0" name="Freeform 1105">
                <a:extLst>
                  <a:ext uri="{FF2B5EF4-FFF2-40B4-BE49-F238E27FC236}">
                    <a16:creationId xmlns:a16="http://schemas.microsoft.com/office/drawing/2014/main" id="{BB796EA8-7516-4B4D-BADE-C0A4376A3206}"/>
                  </a:ext>
                </a:extLst>
              </p:cNvPr>
              <p:cNvSpPr>
                <a:spLocks noEditPoints="1"/>
              </p:cNvSpPr>
              <p:nvPr userDrawn="1"/>
            </p:nvSpPr>
            <p:spPr bwMode="auto">
              <a:xfrm>
                <a:off x="-885" y="1504"/>
                <a:ext cx="164" cy="98"/>
              </a:xfrm>
              <a:custGeom>
                <a:avLst/>
                <a:gdLst>
                  <a:gd name="T0" fmla="*/ 15 w 219"/>
                  <a:gd name="T1" fmla="*/ 41 h 131"/>
                  <a:gd name="T2" fmla="*/ 17 w 219"/>
                  <a:gd name="T3" fmla="*/ 38 h 131"/>
                  <a:gd name="T4" fmla="*/ 15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4 h 131"/>
                  <a:gd name="T20" fmla="*/ 208 w 219"/>
                  <a:gd name="T21" fmla="*/ 115 h 131"/>
                  <a:gd name="T22" fmla="*/ 178 w 219"/>
                  <a:gd name="T23" fmla="*/ 125 h 131"/>
                  <a:gd name="T24" fmla="*/ 99 w 219"/>
                  <a:gd name="T25" fmla="*/ 125 h 131"/>
                  <a:gd name="T26" fmla="*/ 87 w 219"/>
                  <a:gd name="T27" fmla="*/ 120 h 131"/>
                  <a:gd name="T28" fmla="*/ 80 w 219"/>
                  <a:gd name="T29" fmla="*/ 111 h 131"/>
                  <a:gd name="T30" fmla="*/ 76 w 219"/>
                  <a:gd name="T31" fmla="*/ 95 h 131"/>
                  <a:gd name="T32" fmla="*/ 76 w 219"/>
                  <a:gd name="T33" fmla="*/ 94 h 131"/>
                  <a:gd name="T34" fmla="*/ 34 w 219"/>
                  <a:gd name="T35" fmla="*/ 51 h 131"/>
                  <a:gd name="T36" fmla="*/ 76 w 219"/>
                  <a:gd name="T37" fmla="*/ 74 h 131"/>
                  <a:gd name="T38" fmla="*/ 76 w 219"/>
                  <a:gd name="T39" fmla="*/ 35 h 131"/>
                  <a:gd name="T40" fmla="*/ 82 w 219"/>
                  <a:gd name="T41" fmla="*/ 20 h 131"/>
                  <a:gd name="T42" fmla="*/ 92 w 219"/>
                  <a:gd name="T43" fmla="*/ 11 h 131"/>
                  <a:gd name="T44" fmla="*/ 110 w 219"/>
                  <a:gd name="T45" fmla="*/ 6 h 131"/>
                  <a:gd name="T46" fmla="*/ 110 w 219"/>
                  <a:gd name="T47" fmla="*/ 6 h 131"/>
                  <a:gd name="T48" fmla="*/ 182 w 219"/>
                  <a:gd name="T49" fmla="*/ 0 h 131"/>
                  <a:gd name="T50" fmla="*/ 110 w 219"/>
                  <a:gd name="T51" fmla="*/ 0 h 131"/>
                  <a:gd name="T52" fmla="*/ 110 w 219"/>
                  <a:gd name="T53" fmla="*/ 0 h 131"/>
                  <a:gd name="T54" fmla="*/ 89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5 w 219"/>
                  <a:gd name="T67" fmla="*/ 40 h 131"/>
                  <a:gd name="T68" fmla="*/ 17 w 219"/>
                  <a:gd name="T69" fmla="*/ 38 h 131"/>
                  <a:gd name="T70" fmla="*/ 15 w 219"/>
                  <a:gd name="T71" fmla="*/ 40 h 131"/>
                  <a:gd name="T72" fmla="*/ 70 w 219"/>
                  <a:gd name="T73" fmla="*/ 97 h 131"/>
                  <a:gd name="T74" fmla="*/ 74 w 219"/>
                  <a:gd name="T75" fmla="*/ 114 h 131"/>
                  <a:gd name="T76" fmla="*/ 89 w 219"/>
                  <a:gd name="T77" fmla="*/ 128 h 131"/>
                  <a:gd name="T78" fmla="*/ 99 w 219"/>
                  <a:gd name="T79" fmla="*/ 131 h 131"/>
                  <a:gd name="T80" fmla="*/ 99 w 219"/>
                  <a:gd name="T81" fmla="*/ 131 h 131"/>
                  <a:gd name="T82" fmla="*/ 178 w 219"/>
                  <a:gd name="T83" fmla="*/ 131 h 131"/>
                  <a:gd name="T84" fmla="*/ 178 w 219"/>
                  <a:gd name="T85" fmla="*/ 131 h 131"/>
                  <a:gd name="T86" fmla="*/ 212 w 219"/>
                  <a:gd name="T87" fmla="*/ 119 h 131"/>
                  <a:gd name="T88" fmla="*/ 219 w 219"/>
                  <a:gd name="T89" fmla="*/ 104 h 131"/>
                  <a:gd name="T90" fmla="*/ 219 w 219"/>
                  <a:gd name="T91" fmla="*/ 101 h 131"/>
                  <a:gd name="T92" fmla="*/ 219 w 219"/>
                  <a:gd name="T93" fmla="*/ 36 h 131"/>
                  <a:gd name="T94" fmla="*/ 219 w 219"/>
                  <a:gd name="T95" fmla="*/ 36 h 131"/>
                  <a:gd name="T96" fmla="*/ 198 w 219"/>
                  <a:gd name="T97" fmla="*/ 5 h 131"/>
                  <a:gd name="T98" fmla="*/ 183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1" name="Freeform 1106">
                <a:extLst>
                  <a:ext uri="{FF2B5EF4-FFF2-40B4-BE49-F238E27FC236}">
                    <a16:creationId xmlns:a16="http://schemas.microsoft.com/office/drawing/2014/main" id="{C94ABFD9-CC71-49B9-9075-FAAF5440D6F3}"/>
                  </a:ext>
                </a:extLst>
              </p:cNvPr>
              <p:cNvSpPr>
                <a:spLocks noEditPoints="1"/>
              </p:cNvSpPr>
              <p:nvPr userDrawn="1"/>
            </p:nvSpPr>
            <p:spPr bwMode="auto">
              <a:xfrm>
                <a:off x="-710" y="1533"/>
                <a:ext cx="105" cy="10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5 h 137"/>
                  <a:gd name="T28" fmla="*/ 37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7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2" name="Freeform 1107">
                <a:extLst>
                  <a:ext uri="{FF2B5EF4-FFF2-40B4-BE49-F238E27FC236}">
                    <a16:creationId xmlns:a16="http://schemas.microsoft.com/office/drawing/2014/main" id="{AAE5A389-E189-45DB-A0A5-E430FF96D507}"/>
                  </a:ext>
                </a:extLst>
              </p:cNvPr>
              <p:cNvSpPr>
                <a:spLocks noEditPoints="1"/>
              </p:cNvSpPr>
              <p:nvPr userDrawn="1"/>
            </p:nvSpPr>
            <p:spPr bwMode="auto">
              <a:xfrm>
                <a:off x="-1232" y="1445"/>
                <a:ext cx="105" cy="10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3" name="Freeform 1108">
                <a:extLst>
                  <a:ext uri="{FF2B5EF4-FFF2-40B4-BE49-F238E27FC236}">
                    <a16:creationId xmlns:a16="http://schemas.microsoft.com/office/drawing/2014/main" id="{39A1F5D9-44D0-4069-9D50-783AECE038B1}"/>
                  </a:ext>
                </a:extLst>
              </p:cNvPr>
              <p:cNvSpPr>
                <a:spLocks/>
              </p:cNvSpPr>
              <p:nvPr userDrawn="1"/>
            </p:nvSpPr>
            <p:spPr bwMode="auto">
              <a:xfrm>
                <a:off x="-1172" y="1542"/>
                <a:ext cx="10" cy="4"/>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4" name="Freeform 1109">
                <a:extLst>
                  <a:ext uri="{FF2B5EF4-FFF2-40B4-BE49-F238E27FC236}">
                    <a16:creationId xmlns:a16="http://schemas.microsoft.com/office/drawing/2014/main" id="{19F04534-9AC4-4C91-B918-1E63095FA318}"/>
                  </a:ext>
                </a:extLst>
              </p:cNvPr>
              <p:cNvSpPr>
                <a:spLocks noEditPoints="1"/>
              </p:cNvSpPr>
              <p:nvPr userDrawn="1"/>
            </p:nvSpPr>
            <p:spPr bwMode="auto">
              <a:xfrm>
                <a:off x="-1311" y="1335"/>
                <a:ext cx="117" cy="115"/>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8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5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5" name="Freeform 1110">
                <a:extLst>
                  <a:ext uri="{FF2B5EF4-FFF2-40B4-BE49-F238E27FC236}">
                    <a16:creationId xmlns:a16="http://schemas.microsoft.com/office/drawing/2014/main" id="{514F96CC-D538-4415-8E6B-5AF1E821FCE7}"/>
                  </a:ext>
                </a:extLst>
              </p:cNvPr>
              <p:cNvSpPr>
                <a:spLocks noEditPoints="1"/>
              </p:cNvSpPr>
              <p:nvPr userDrawn="1"/>
            </p:nvSpPr>
            <p:spPr bwMode="auto">
              <a:xfrm>
                <a:off x="-601" y="151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6" name="Freeform 1111">
                <a:extLst>
                  <a:ext uri="{FF2B5EF4-FFF2-40B4-BE49-F238E27FC236}">
                    <a16:creationId xmlns:a16="http://schemas.microsoft.com/office/drawing/2014/main" id="{2FA7B2E4-1DD3-4339-A1BD-55320D5BBB31}"/>
                  </a:ext>
                </a:extLst>
              </p:cNvPr>
              <p:cNvSpPr>
                <a:spLocks noEditPoints="1"/>
              </p:cNvSpPr>
              <p:nvPr userDrawn="1"/>
            </p:nvSpPr>
            <p:spPr bwMode="auto">
              <a:xfrm>
                <a:off x="-456" y="1246"/>
                <a:ext cx="57" cy="86"/>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6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8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7 w 76"/>
                  <a:gd name="T69" fmla="*/ 8 h 115"/>
                  <a:gd name="T70" fmla="*/ 1 w 76"/>
                  <a:gd name="T71" fmla="*/ 22 h 115"/>
                  <a:gd name="T72" fmla="*/ 0 w 76"/>
                  <a:gd name="T73" fmla="*/ 39 h 115"/>
                  <a:gd name="T74" fmla="*/ 1 w 76"/>
                  <a:gd name="T75" fmla="*/ 61 h 115"/>
                  <a:gd name="T76" fmla="*/ 8 w 76"/>
                  <a:gd name="T77" fmla="*/ 81 h 115"/>
                  <a:gd name="T78" fmla="*/ 15 w 76"/>
                  <a:gd name="T79" fmla="*/ 88 h 115"/>
                  <a:gd name="T80" fmla="*/ 15 w 76"/>
                  <a:gd name="T81" fmla="*/ 88 h 115"/>
                  <a:gd name="T82" fmla="*/ 37 w 76"/>
                  <a:gd name="T83" fmla="*/ 89 h 115"/>
                  <a:gd name="T84" fmla="*/ 26 w 76"/>
                  <a:gd name="T85" fmla="*/ 115 h 115"/>
                  <a:gd name="T86" fmla="*/ 56 w 76"/>
                  <a:gd name="T87" fmla="*/ 90 h 115"/>
                  <a:gd name="T88" fmla="*/ 72 w 76"/>
                  <a:gd name="T89" fmla="*/ 85 h 115"/>
                  <a:gd name="T90" fmla="*/ 75 w 76"/>
                  <a:gd name="T91" fmla="*/ 80 h 115"/>
                  <a:gd name="T92" fmla="*/ 76 w 76"/>
                  <a:gd name="T93" fmla="*/ 77 h 115"/>
                  <a:gd name="T94" fmla="*/ 76 w 76"/>
                  <a:gd name="T95" fmla="*/ 76 h 115"/>
                  <a:gd name="T96" fmla="*/ 76 w 76"/>
                  <a:gd name="T97" fmla="*/ 28 h 115"/>
                  <a:gd name="T98" fmla="*/ 69 w 76"/>
                  <a:gd name="T99" fmla="*/ 4 h 115"/>
                  <a:gd name="T100" fmla="*/ 63 w 76"/>
                  <a:gd name="T101" fmla="*/ 1 h 115"/>
                  <a:gd name="T102" fmla="*/ 60 w 76"/>
                  <a:gd name="T10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7" name="Freeform 1112">
                <a:extLst>
                  <a:ext uri="{FF2B5EF4-FFF2-40B4-BE49-F238E27FC236}">
                    <a16:creationId xmlns:a16="http://schemas.microsoft.com/office/drawing/2014/main" id="{A0C8B453-C1AA-4E06-B5D3-1B34FFE1548D}"/>
                  </a:ext>
                </a:extLst>
              </p:cNvPr>
              <p:cNvSpPr>
                <a:spLocks noEditPoints="1"/>
              </p:cNvSpPr>
              <p:nvPr userDrawn="1"/>
            </p:nvSpPr>
            <p:spPr bwMode="auto">
              <a:xfrm>
                <a:off x="-1299" y="1466"/>
                <a:ext cx="57" cy="87"/>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8" name="Freeform 1113">
                <a:extLst>
                  <a:ext uri="{FF2B5EF4-FFF2-40B4-BE49-F238E27FC236}">
                    <a16:creationId xmlns:a16="http://schemas.microsoft.com/office/drawing/2014/main" id="{321FB9DA-77EC-44E6-8C02-0240316E2482}"/>
                  </a:ext>
                </a:extLst>
              </p:cNvPr>
              <p:cNvSpPr>
                <a:spLocks noEditPoints="1"/>
              </p:cNvSpPr>
              <p:nvPr userDrawn="1"/>
            </p:nvSpPr>
            <p:spPr bwMode="auto">
              <a:xfrm>
                <a:off x="-1643" y="1228"/>
                <a:ext cx="57" cy="86"/>
              </a:xfrm>
              <a:custGeom>
                <a:avLst/>
                <a:gdLst>
                  <a:gd name="T0" fmla="*/ 18 w 76"/>
                  <a:gd name="T1" fmla="*/ 82 h 115"/>
                  <a:gd name="T2" fmla="*/ 18 w 76"/>
                  <a:gd name="T3" fmla="*/ 82 h 115"/>
                  <a:gd name="T4" fmla="*/ 18 w 76"/>
                  <a:gd name="T5" fmla="*/ 82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6 h 115"/>
                  <a:gd name="T22" fmla="*/ 70 w 76"/>
                  <a:gd name="T23" fmla="*/ 77 h 115"/>
                  <a:gd name="T24" fmla="*/ 70 w 76"/>
                  <a:gd name="T25" fmla="*/ 78 h 115"/>
                  <a:gd name="T26" fmla="*/ 67 w 76"/>
                  <a:gd name="T27" fmla="*/ 81 h 115"/>
                  <a:gd name="T28" fmla="*/ 55 w 76"/>
                  <a:gd name="T29" fmla="*/ 83 h 115"/>
                  <a:gd name="T30" fmla="*/ 55 w 76"/>
                  <a:gd name="T31" fmla="*/ 83 h 115"/>
                  <a:gd name="T32" fmla="*/ 54 w 76"/>
                  <a:gd name="T33" fmla="*/ 83 h 115"/>
                  <a:gd name="T34" fmla="*/ 42 w 76"/>
                  <a:gd name="T35" fmla="*/ 93 h 115"/>
                  <a:gd name="T36" fmla="*/ 47 w 76"/>
                  <a:gd name="T37" fmla="*/ 84 h 115"/>
                  <a:gd name="T38" fmla="*/ 18 w 76"/>
                  <a:gd name="T39" fmla="*/ 82 h 115"/>
                  <a:gd name="T40" fmla="*/ 13 w 76"/>
                  <a:gd name="T41" fmla="*/ 77 h 115"/>
                  <a:gd name="T42" fmla="*/ 8 w 76"/>
                  <a:gd name="T43" fmla="*/ 60 h 115"/>
                  <a:gd name="T44" fmla="*/ 8 w 76"/>
                  <a:gd name="T45" fmla="*/ 60 h 115"/>
                  <a:gd name="T46" fmla="*/ 8 w 76"/>
                  <a:gd name="T47" fmla="*/ 60 h 115"/>
                  <a:gd name="T48" fmla="*/ 7 w 76"/>
                  <a:gd name="T49" fmla="*/ 58 h 115"/>
                  <a:gd name="T50" fmla="*/ 6 w 76"/>
                  <a:gd name="T51" fmla="*/ 39 h 115"/>
                  <a:gd name="T52" fmla="*/ 9 w 76"/>
                  <a:gd name="T53" fmla="*/ 18 h 115"/>
                  <a:gd name="T54" fmla="*/ 12 w 76"/>
                  <a:gd name="T55" fmla="*/ 11 h 115"/>
                  <a:gd name="T56" fmla="*/ 17 w 76"/>
                  <a:gd name="T57" fmla="*/ 9 h 115"/>
                  <a:gd name="T58" fmla="*/ 17 w 76"/>
                  <a:gd name="T59" fmla="*/ 9 h 115"/>
                  <a:gd name="T60" fmla="*/ 60 w 76"/>
                  <a:gd name="T61" fmla="*/ 0 h 115"/>
                  <a:gd name="T62" fmla="*/ 60 w 76"/>
                  <a:gd name="T63" fmla="*/ 0 h 115"/>
                  <a:gd name="T64" fmla="*/ 60 w 76"/>
                  <a:gd name="T65" fmla="*/ 0 h 115"/>
                  <a:gd name="T66" fmla="*/ 16 w 76"/>
                  <a:gd name="T67" fmla="*/ 3 h 115"/>
                  <a:gd name="T68" fmla="*/ 17 w 76"/>
                  <a:gd name="T69" fmla="*/ 6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7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6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2"/>
                    </a:move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9" name="Freeform 1114">
                <a:extLst>
                  <a:ext uri="{FF2B5EF4-FFF2-40B4-BE49-F238E27FC236}">
                    <a16:creationId xmlns:a16="http://schemas.microsoft.com/office/drawing/2014/main" id="{A075ED83-1A82-40E0-A423-229472A551D3}"/>
                  </a:ext>
                </a:extLst>
              </p:cNvPr>
              <p:cNvSpPr>
                <a:spLocks noEditPoints="1"/>
              </p:cNvSpPr>
              <p:nvPr userDrawn="1"/>
            </p:nvSpPr>
            <p:spPr bwMode="auto">
              <a:xfrm>
                <a:off x="-1071" y="163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0" name="Freeform 1115">
                <a:extLst>
                  <a:ext uri="{FF2B5EF4-FFF2-40B4-BE49-F238E27FC236}">
                    <a16:creationId xmlns:a16="http://schemas.microsoft.com/office/drawing/2014/main" id="{CF12D783-9766-4599-A6B4-F8B4286D92C3}"/>
                  </a:ext>
                </a:extLst>
              </p:cNvPr>
              <p:cNvSpPr>
                <a:spLocks noEditPoints="1"/>
              </p:cNvSpPr>
              <p:nvPr userDrawn="1"/>
            </p:nvSpPr>
            <p:spPr bwMode="auto">
              <a:xfrm>
                <a:off x="-1283" y="1644"/>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9 w 76"/>
                  <a:gd name="T79" fmla="*/ 82 h 116"/>
                  <a:gd name="T80" fmla="*/ 15 w 76"/>
                  <a:gd name="T81" fmla="*/ 88 h 116"/>
                  <a:gd name="T82" fmla="*/ 16 w 76"/>
                  <a:gd name="T83" fmla="*/ 89 h 116"/>
                  <a:gd name="T84" fmla="*/ 37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1" name="Freeform 1116">
                <a:extLst>
                  <a:ext uri="{FF2B5EF4-FFF2-40B4-BE49-F238E27FC236}">
                    <a16:creationId xmlns:a16="http://schemas.microsoft.com/office/drawing/2014/main" id="{DD296E51-843E-456B-B573-21461CE130BC}"/>
                  </a:ext>
                </a:extLst>
              </p:cNvPr>
              <p:cNvSpPr>
                <a:spLocks noEditPoints="1"/>
              </p:cNvSpPr>
              <p:nvPr userDrawn="1"/>
            </p:nvSpPr>
            <p:spPr bwMode="auto">
              <a:xfrm>
                <a:off x="-1529" y="174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4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2" name="Freeform 1117">
                <a:extLst>
                  <a:ext uri="{FF2B5EF4-FFF2-40B4-BE49-F238E27FC236}">
                    <a16:creationId xmlns:a16="http://schemas.microsoft.com/office/drawing/2014/main" id="{D2DE5188-E7D7-4393-993F-0C34ABA06CE2}"/>
                  </a:ext>
                </a:extLst>
              </p:cNvPr>
              <p:cNvSpPr>
                <a:spLocks noEditPoints="1"/>
              </p:cNvSpPr>
              <p:nvPr userDrawn="1"/>
            </p:nvSpPr>
            <p:spPr bwMode="auto">
              <a:xfrm>
                <a:off x="-1310" y="1871"/>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7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3" name="Freeform 1118">
                <a:extLst>
                  <a:ext uri="{FF2B5EF4-FFF2-40B4-BE49-F238E27FC236}">
                    <a16:creationId xmlns:a16="http://schemas.microsoft.com/office/drawing/2014/main" id="{F92CFF9D-BF84-4015-A664-F6767437E8A1}"/>
                  </a:ext>
                </a:extLst>
              </p:cNvPr>
              <p:cNvSpPr>
                <a:spLocks noEditPoints="1"/>
              </p:cNvSpPr>
              <p:nvPr userDrawn="1"/>
            </p:nvSpPr>
            <p:spPr bwMode="auto">
              <a:xfrm>
                <a:off x="-1715" y="1842"/>
                <a:ext cx="126" cy="185"/>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4" name="Freeform 1119">
                <a:extLst>
                  <a:ext uri="{FF2B5EF4-FFF2-40B4-BE49-F238E27FC236}">
                    <a16:creationId xmlns:a16="http://schemas.microsoft.com/office/drawing/2014/main" id="{E328D9E8-FD9B-4FB5-872E-60B18753135D}"/>
                  </a:ext>
                </a:extLst>
              </p:cNvPr>
              <p:cNvSpPr>
                <a:spLocks noEditPoints="1"/>
              </p:cNvSpPr>
              <p:nvPr userDrawn="1"/>
            </p:nvSpPr>
            <p:spPr bwMode="auto">
              <a:xfrm>
                <a:off x="-1284" y="1938"/>
                <a:ext cx="183" cy="73"/>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5" name="Freeform 1120">
                <a:extLst>
                  <a:ext uri="{FF2B5EF4-FFF2-40B4-BE49-F238E27FC236}">
                    <a16:creationId xmlns:a16="http://schemas.microsoft.com/office/drawing/2014/main" id="{F2EB388F-E9E1-4C3D-97D8-ADB848B37463}"/>
                  </a:ext>
                </a:extLst>
              </p:cNvPr>
              <p:cNvSpPr>
                <a:spLocks noEditPoints="1"/>
              </p:cNvSpPr>
              <p:nvPr userDrawn="1"/>
            </p:nvSpPr>
            <p:spPr bwMode="auto">
              <a:xfrm>
                <a:off x="-781" y="1628"/>
                <a:ext cx="149" cy="59"/>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6" name="Freeform 1121">
                <a:extLst>
                  <a:ext uri="{FF2B5EF4-FFF2-40B4-BE49-F238E27FC236}">
                    <a16:creationId xmlns:a16="http://schemas.microsoft.com/office/drawing/2014/main" id="{13C87113-F9B7-4F54-BBD4-D80A4A55AC25}"/>
                  </a:ext>
                </a:extLst>
              </p:cNvPr>
              <p:cNvSpPr>
                <a:spLocks noEditPoints="1"/>
              </p:cNvSpPr>
              <p:nvPr userDrawn="1"/>
            </p:nvSpPr>
            <p:spPr bwMode="auto">
              <a:xfrm>
                <a:off x="-1563" y="1153"/>
                <a:ext cx="193" cy="78"/>
              </a:xfrm>
              <a:custGeom>
                <a:avLst/>
                <a:gdLst>
                  <a:gd name="T0" fmla="*/ 187 w 258"/>
                  <a:gd name="T1" fmla="*/ 54 h 104"/>
                  <a:gd name="T2" fmla="*/ 187 w 258"/>
                  <a:gd name="T3" fmla="*/ 54 h 104"/>
                  <a:gd name="T4" fmla="*/ 25 w 258"/>
                  <a:gd name="T5" fmla="*/ 13 h 104"/>
                  <a:gd name="T6" fmla="*/ 94 w 258"/>
                  <a:gd name="T7" fmla="*/ 6 h 104"/>
                  <a:gd name="T8" fmla="*/ 177 w 258"/>
                  <a:gd name="T9" fmla="*/ 21 h 104"/>
                  <a:gd name="T10" fmla="*/ 182 w 258"/>
                  <a:gd name="T11" fmla="*/ 24 h 104"/>
                  <a:gd name="T12" fmla="*/ 184 w 258"/>
                  <a:gd name="T13" fmla="*/ 46 h 104"/>
                  <a:gd name="T14" fmla="*/ 182 w 258"/>
                  <a:gd name="T15" fmla="*/ 51 h 104"/>
                  <a:gd name="T16" fmla="*/ 182 w 258"/>
                  <a:gd name="T17" fmla="*/ 51 h 104"/>
                  <a:gd name="T18" fmla="*/ 176 w 258"/>
                  <a:gd name="T19" fmla="*/ 69 h 104"/>
                  <a:gd name="T20" fmla="*/ 184 w 258"/>
                  <a:gd name="T21" fmla="*/ 81 h 104"/>
                  <a:gd name="T22" fmla="*/ 187 w 258"/>
                  <a:gd name="T23" fmla="*/ 83 h 104"/>
                  <a:gd name="T24" fmla="*/ 115 w 258"/>
                  <a:gd name="T25" fmla="*/ 98 h 104"/>
                  <a:gd name="T26" fmla="*/ 100 w 258"/>
                  <a:gd name="T27" fmla="*/ 98 h 104"/>
                  <a:gd name="T28" fmla="*/ 99 w 258"/>
                  <a:gd name="T29" fmla="*/ 97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8 w 258"/>
                  <a:gd name="T55" fmla="*/ 103 h 104"/>
                  <a:gd name="T56" fmla="*/ 240 w 258"/>
                  <a:gd name="T57" fmla="*/ 84 h 104"/>
                  <a:gd name="T58" fmla="*/ 188 w 258"/>
                  <a:gd name="T59" fmla="*/ 77 h 104"/>
                  <a:gd name="T60" fmla="*/ 185 w 258"/>
                  <a:gd name="T61" fmla="*/ 75 h 104"/>
                  <a:gd name="T62" fmla="*/ 187 w 258"/>
                  <a:gd name="T63" fmla="*/ 54 h 104"/>
                  <a:gd name="T64" fmla="*/ 186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25" y="13"/>
                      <a:pt x="25" y="13"/>
                      <a:pt x="25" y="13"/>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7" name="Freeform 1122">
                <a:extLst>
                  <a:ext uri="{FF2B5EF4-FFF2-40B4-BE49-F238E27FC236}">
                    <a16:creationId xmlns:a16="http://schemas.microsoft.com/office/drawing/2014/main" id="{7DCFFC08-7AAA-4B1A-964F-9650026DF32B}"/>
                  </a:ext>
                </a:extLst>
              </p:cNvPr>
              <p:cNvSpPr>
                <a:spLocks noEditPoints="1"/>
              </p:cNvSpPr>
              <p:nvPr userDrawn="1"/>
            </p:nvSpPr>
            <p:spPr bwMode="auto">
              <a:xfrm>
                <a:off x="-1730" y="1741"/>
                <a:ext cx="208" cy="84"/>
              </a:xfrm>
              <a:custGeom>
                <a:avLst/>
                <a:gdLst>
                  <a:gd name="T0" fmla="*/ 11 w 277"/>
                  <a:gd name="T1" fmla="*/ 80 h 112"/>
                  <a:gd name="T2" fmla="*/ 11 w 277"/>
                  <a:gd name="T3" fmla="*/ 80 h 112"/>
                  <a:gd name="T4" fmla="*/ 11 w 277"/>
                  <a:gd name="T5" fmla="*/ 80 h 112"/>
                  <a:gd name="T6" fmla="*/ 101 w 277"/>
                  <a:gd name="T7" fmla="*/ 6 h 112"/>
                  <a:gd name="T8" fmla="*/ 191 w 277"/>
                  <a:gd name="T9" fmla="*/ 22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3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8" name="Freeform 1123">
                <a:extLst>
                  <a:ext uri="{FF2B5EF4-FFF2-40B4-BE49-F238E27FC236}">
                    <a16:creationId xmlns:a16="http://schemas.microsoft.com/office/drawing/2014/main" id="{38A96AEA-E090-4CE2-A9A9-007F48C81CA8}"/>
                  </a:ext>
                </a:extLst>
              </p:cNvPr>
              <p:cNvSpPr>
                <a:spLocks/>
              </p:cNvSpPr>
              <p:nvPr userDrawn="1"/>
            </p:nvSpPr>
            <p:spPr bwMode="auto">
              <a:xfrm>
                <a:off x="-1713" y="1748"/>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9" name="Freeform 1124">
                <a:extLst>
                  <a:ext uri="{FF2B5EF4-FFF2-40B4-BE49-F238E27FC236}">
                    <a16:creationId xmlns:a16="http://schemas.microsoft.com/office/drawing/2014/main" id="{CE318AEC-C6DD-430B-A23F-ED13A811010C}"/>
                  </a:ext>
                </a:extLst>
              </p:cNvPr>
              <p:cNvSpPr>
                <a:spLocks/>
              </p:cNvSpPr>
              <p:nvPr userDrawn="1"/>
            </p:nvSpPr>
            <p:spPr bwMode="auto">
              <a:xfrm>
                <a:off x="-1582" y="17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0" name="Freeform 1125">
                <a:extLst>
                  <a:ext uri="{FF2B5EF4-FFF2-40B4-BE49-F238E27FC236}">
                    <a16:creationId xmlns:a16="http://schemas.microsoft.com/office/drawing/2014/main" id="{1FD92724-DEA5-47CC-98B7-9268F42587B3}"/>
                  </a:ext>
                </a:extLst>
              </p:cNvPr>
              <p:cNvSpPr>
                <a:spLocks noEditPoints="1"/>
              </p:cNvSpPr>
              <p:nvPr userDrawn="1"/>
            </p:nvSpPr>
            <p:spPr bwMode="auto">
              <a:xfrm>
                <a:off x="-1331" y="1750"/>
                <a:ext cx="183" cy="121"/>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6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1" name="Freeform 1126">
                <a:extLst>
                  <a:ext uri="{FF2B5EF4-FFF2-40B4-BE49-F238E27FC236}">
                    <a16:creationId xmlns:a16="http://schemas.microsoft.com/office/drawing/2014/main" id="{9D522F2C-C640-4820-AF1E-D88B09B4480D}"/>
                  </a:ext>
                </a:extLst>
              </p:cNvPr>
              <p:cNvSpPr>
                <a:spLocks/>
              </p:cNvSpPr>
              <p:nvPr userDrawn="1"/>
            </p:nvSpPr>
            <p:spPr bwMode="auto">
              <a:xfrm>
                <a:off x="-1319" y="1770"/>
                <a:ext cx="6" cy="10"/>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2" name="Freeform 1127">
                <a:extLst>
                  <a:ext uri="{FF2B5EF4-FFF2-40B4-BE49-F238E27FC236}">
                    <a16:creationId xmlns:a16="http://schemas.microsoft.com/office/drawing/2014/main" id="{B295AFC4-1667-4A38-8EDC-603B03501C5F}"/>
                  </a:ext>
                </a:extLst>
              </p:cNvPr>
              <p:cNvSpPr>
                <a:spLocks noEditPoints="1"/>
              </p:cNvSpPr>
              <p:nvPr userDrawn="1"/>
            </p:nvSpPr>
            <p:spPr bwMode="auto">
              <a:xfrm>
                <a:off x="-1757" y="1022"/>
                <a:ext cx="129" cy="84"/>
              </a:xfrm>
              <a:custGeom>
                <a:avLst/>
                <a:gdLst>
                  <a:gd name="T0" fmla="*/ 19 w 171"/>
                  <a:gd name="T1" fmla="*/ 26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8 h 112"/>
                  <a:gd name="T28" fmla="*/ 160 w 171"/>
                  <a:gd name="T29" fmla="*/ 88 h 112"/>
                  <a:gd name="T30" fmla="*/ 160 w 171"/>
                  <a:gd name="T31" fmla="*/ 88 h 112"/>
                  <a:gd name="T32" fmla="*/ 163 w 171"/>
                  <a:gd name="T33" fmla="*/ 89 h 112"/>
                  <a:gd name="T34" fmla="*/ 159 w 171"/>
                  <a:gd name="T35" fmla="*/ 90 h 112"/>
                  <a:gd name="T36" fmla="*/ 140 w 171"/>
                  <a:gd name="T37" fmla="*/ 97 h 112"/>
                  <a:gd name="T38" fmla="*/ 140 w 171"/>
                  <a:gd name="T39" fmla="*/ 97 h 112"/>
                  <a:gd name="T40" fmla="*/ 140 w 171"/>
                  <a:gd name="T41" fmla="*/ 97 h 112"/>
                  <a:gd name="T42" fmla="*/ 140 w 171"/>
                  <a:gd name="T43" fmla="*/ 97 h 112"/>
                  <a:gd name="T44" fmla="*/ 77 w 171"/>
                  <a:gd name="T45" fmla="*/ 106 h 112"/>
                  <a:gd name="T46" fmla="*/ 77 w 171"/>
                  <a:gd name="T47" fmla="*/ 106 h 112"/>
                  <a:gd name="T48" fmla="*/ 77 w 171"/>
                  <a:gd name="T49" fmla="*/ 106 h 112"/>
                  <a:gd name="T50" fmla="*/ 26 w 171"/>
                  <a:gd name="T51" fmla="*/ 97 h 112"/>
                  <a:gd name="T52" fmla="*/ 26 w 171"/>
                  <a:gd name="T53" fmla="*/ 97 h 112"/>
                  <a:gd name="T54" fmla="*/ 26 w 171"/>
                  <a:gd name="T55" fmla="*/ 97 h 112"/>
                  <a:gd name="T56" fmla="*/ 26 w 171"/>
                  <a:gd name="T57" fmla="*/ 97 h 112"/>
                  <a:gd name="T58" fmla="*/ 16 w 171"/>
                  <a:gd name="T59" fmla="*/ 90 h 112"/>
                  <a:gd name="T60" fmla="*/ 6 w 171"/>
                  <a:gd name="T61" fmla="*/ 66 h 112"/>
                  <a:gd name="T62" fmla="*/ 19 w 171"/>
                  <a:gd name="T63" fmla="*/ 26 h 112"/>
                  <a:gd name="T64" fmla="*/ 58 w 171"/>
                  <a:gd name="T65" fmla="*/ 0 h 112"/>
                  <a:gd name="T66" fmla="*/ 58 w 171"/>
                  <a:gd name="T67" fmla="*/ 0 h 112"/>
                  <a:gd name="T68" fmla="*/ 25 w 171"/>
                  <a:gd name="T69" fmla="*/ 11 h 112"/>
                  <a:gd name="T70" fmla="*/ 14 w 171"/>
                  <a:gd name="T71" fmla="*/ 23 h 112"/>
                  <a:gd name="T72" fmla="*/ 14 w 171"/>
                  <a:gd name="T73" fmla="*/ 23 h 112"/>
                  <a:gd name="T74" fmla="*/ 13 w 171"/>
                  <a:gd name="T75" fmla="*/ 23 h 112"/>
                  <a:gd name="T76" fmla="*/ 0 w 171"/>
                  <a:gd name="T77" fmla="*/ 66 h 112"/>
                  <a:gd name="T78" fmla="*/ 12 w 171"/>
                  <a:gd name="T79" fmla="*/ 95 h 112"/>
                  <a:gd name="T80" fmla="*/ 24 w 171"/>
                  <a:gd name="T81" fmla="*/ 103 h 112"/>
                  <a:gd name="T82" fmla="*/ 77 w 171"/>
                  <a:gd name="T83" fmla="*/ 112 h 112"/>
                  <a:gd name="T84" fmla="*/ 142 w 171"/>
                  <a:gd name="T85" fmla="*/ 103 h 112"/>
                  <a:gd name="T86" fmla="*/ 142 w 171"/>
                  <a:gd name="T87" fmla="*/ 103 h 112"/>
                  <a:gd name="T88" fmla="*/ 165 w 171"/>
                  <a:gd name="T89" fmla="*/ 94 h 112"/>
                  <a:gd name="T90" fmla="*/ 169 w 171"/>
                  <a:gd name="T91" fmla="*/ 91 h 112"/>
                  <a:gd name="T92" fmla="*/ 171 w 171"/>
                  <a:gd name="T93" fmla="*/ 87 h 112"/>
                  <a:gd name="T94" fmla="*/ 170 w 171"/>
                  <a:gd name="T95" fmla="*/ 85 h 112"/>
                  <a:gd name="T96" fmla="*/ 169 w 171"/>
                  <a:gd name="T97" fmla="*/ 83 h 112"/>
                  <a:gd name="T98" fmla="*/ 167 w 171"/>
                  <a:gd name="T99" fmla="*/ 83 h 112"/>
                  <a:gd name="T100" fmla="*/ 160 w 171"/>
                  <a:gd name="T101" fmla="*/ 82 h 112"/>
                  <a:gd name="T102" fmla="*/ 138 w 171"/>
                  <a:gd name="T103" fmla="*/ 83 h 112"/>
                  <a:gd name="T104" fmla="*/ 125 w 171"/>
                  <a:gd name="T105" fmla="*/ 77 h 112"/>
                  <a:gd name="T106" fmla="*/ 113 w 171"/>
                  <a:gd name="T107" fmla="*/ 58 h 112"/>
                  <a:gd name="T108" fmla="*/ 111 w 171"/>
                  <a:gd name="T109" fmla="*/ 50 h 112"/>
                  <a:gd name="T110" fmla="*/ 111 w 171"/>
                  <a:gd name="T111" fmla="*/ 48 h 112"/>
                  <a:gd name="T112" fmla="*/ 110 w 171"/>
                  <a:gd name="T113" fmla="*/ 47 h 112"/>
                  <a:gd name="T114" fmla="*/ 110 w 171"/>
                  <a:gd name="T115" fmla="*/ 47 h 112"/>
                  <a:gd name="T116" fmla="*/ 95 w 171"/>
                  <a:gd name="T117" fmla="*/ 11 h 112"/>
                  <a:gd name="T118" fmla="*/ 95 w 171"/>
                  <a:gd name="T119" fmla="*/ 11 h 112"/>
                  <a:gd name="T120" fmla="*/ 95 w 171"/>
                  <a:gd name="T121" fmla="*/ 11 h 112"/>
                  <a:gd name="T122" fmla="*/ 58 w 171"/>
                  <a:gd name="T12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12">
                    <a:moveTo>
                      <a:pt x="19" y="26"/>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8"/>
                      <a:pt x="160" y="88"/>
                    </a:cubicBezTo>
                    <a:cubicBezTo>
                      <a:pt x="160" y="88"/>
                      <a:pt x="160" y="88"/>
                      <a:pt x="160" y="88"/>
                    </a:cubicBezTo>
                    <a:cubicBezTo>
                      <a:pt x="160" y="88"/>
                      <a:pt x="160" y="88"/>
                      <a:pt x="160" y="88"/>
                    </a:cubicBezTo>
                    <a:cubicBezTo>
                      <a:pt x="161" y="88"/>
                      <a:pt x="162" y="88"/>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6"/>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2" y="112"/>
                      <a:pt x="142"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5"/>
                      <a:pt x="170" y="85"/>
                    </a:cubicBezTo>
                    <a:cubicBezTo>
                      <a:pt x="170" y="84"/>
                      <a:pt x="169" y="84"/>
                      <a:pt x="169" y="83"/>
                    </a:cubicBezTo>
                    <a:cubicBezTo>
                      <a:pt x="168" y="83"/>
                      <a:pt x="168" y="83"/>
                      <a:pt x="167" y="83"/>
                    </a:cubicBezTo>
                    <a:cubicBezTo>
                      <a:pt x="165" y="83"/>
                      <a:pt x="163" y="82"/>
                      <a:pt x="160" y="82"/>
                    </a:cubicBezTo>
                    <a:cubicBezTo>
                      <a:pt x="151" y="82"/>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3" name="Freeform 1128">
                <a:extLst>
                  <a:ext uri="{FF2B5EF4-FFF2-40B4-BE49-F238E27FC236}">
                    <a16:creationId xmlns:a16="http://schemas.microsoft.com/office/drawing/2014/main" id="{3BA4790A-C757-4FFC-9DA3-065A9F25AA79}"/>
                  </a:ext>
                </a:extLst>
              </p:cNvPr>
              <p:cNvSpPr>
                <a:spLocks noEditPoints="1"/>
              </p:cNvSpPr>
              <p:nvPr userDrawn="1"/>
            </p:nvSpPr>
            <p:spPr bwMode="auto">
              <a:xfrm>
                <a:off x="-1146" y="1990"/>
                <a:ext cx="265" cy="174"/>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4" name="Freeform 1129">
                <a:extLst>
                  <a:ext uri="{FF2B5EF4-FFF2-40B4-BE49-F238E27FC236}">
                    <a16:creationId xmlns:a16="http://schemas.microsoft.com/office/drawing/2014/main" id="{C8864F9A-E317-4FC7-9496-1718001EA19B}"/>
                  </a:ext>
                </a:extLst>
              </p:cNvPr>
              <p:cNvSpPr>
                <a:spLocks noEditPoints="1"/>
              </p:cNvSpPr>
              <p:nvPr userDrawn="1"/>
            </p:nvSpPr>
            <p:spPr bwMode="auto">
              <a:xfrm>
                <a:off x="-974" y="1693"/>
                <a:ext cx="127" cy="100"/>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3 w 170"/>
                  <a:gd name="T61" fmla="*/ 86 h 133"/>
                  <a:gd name="T62" fmla="*/ 37 w 170"/>
                  <a:gd name="T63" fmla="*/ 92 h 133"/>
                  <a:gd name="T64" fmla="*/ 43 w 170"/>
                  <a:gd name="T65" fmla="*/ 133 h 133"/>
                  <a:gd name="T66" fmla="*/ 55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1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5" name="Freeform 1130">
                <a:extLst>
                  <a:ext uri="{FF2B5EF4-FFF2-40B4-BE49-F238E27FC236}">
                    <a16:creationId xmlns:a16="http://schemas.microsoft.com/office/drawing/2014/main" id="{1F715D14-D153-4BAF-A866-117FC6971347}"/>
                  </a:ext>
                </a:extLst>
              </p:cNvPr>
              <p:cNvSpPr>
                <a:spLocks noEditPoints="1"/>
              </p:cNvSpPr>
              <p:nvPr userDrawn="1"/>
            </p:nvSpPr>
            <p:spPr bwMode="auto">
              <a:xfrm>
                <a:off x="-491" y="1878"/>
                <a:ext cx="128" cy="99"/>
              </a:xfrm>
              <a:custGeom>
                <a:avLst/>
                <a:gdLst>
                  <a:gd name="T0" fmla="*/ 27 w 170"/>
                  <a:gd name="T1" fmla="*/ 7 h 132"/>
                  <a:gd name="T2" fmla="*/ 35 w 170"/>
                  <a:gd name="T3" fmla="*/ 7 h 132"/>
                  <a:gd name="T4" fmla="*/ 108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5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8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8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6" name="Freeform 1131">
                <a:extLst>
                  <a:ext uri="{FF2B5EF4-FFF2-40B4-BE49-F238E27FC236}">
                    <a16:creationId xmlns:a16="http://schemas.microsoft.com/office/drawing/2014/main" id="{0AC0074D-071C-40E0-A276-15C5E1FABBA9}"/>
                  </a:ext>
                </a:extLst>
              </p:cNvPr>
              <p:cNvSpPr>
                <a:spLocks/>
              </p:cNvSpPr>
              <p:nvPr userDrawn="1"/>
            </p:nvSpPr>
            <p:spPr bwMode="auto">
              <a:xfrm>
                <a:off x="-458" y="1977"/>
                <a:ext cx="0"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7" name="Freeform 1132">
                <a:extLst>
                  <a:ext uri="{FF2B5EF4-FFF2-40B4-BE49-F238E27FC236}">
                    <a16:creationId xmlns:a16="http://schemas.microsoft.com/office/drawing/2014/main" id="{1DDC5C62-57B9-4966-A3B5-F34CB39BF7E4}"/>
                  </a:ext>
                </a:extLst>
              </p:cNvPr>
              <p:cNvSpPr>
                <a:spLocks noEditPoints="1"/>
              </p:cNvSpPr>
              <p:nvPr userDrawn="1"/>
            </p:nvSpPr>
            <p:spPr bwMode="auto">
              <a:xfrm>
                <a:off x="-1112" y="1265"/>
                <a:ext cx="140" cy="122"/>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5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3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8" name="Freeform 1133">
                <a:extLst>
                  <a:ext uri="{FF2B5EF4-FFF2-40B4-BE49-F238E27FC236}">
                    <a16:creationId xmlns:a16="http://schemas.microsoft.com/office/drawing/2014/main" id="{006AB634-02B5-48B6-ADF7-9112FBB62BCA}"/>
                  </a:ext>
                </a:extLst>
              </p:cNvPr>
              <p:cNvSpPr>
                <a:spLocks noEditPoints="1"/>
              </p:cNvSpPr>
              <p:nvPr userDrawn="1"/>
            </p:nvSpPr>
            <p:spPr bwMode="auto">
              <a:xfrm>
                <a:off x="-490" y="1004"/>
                <a:ext cx="97" cy="84"/>
              </a:xfrm>
              <a:custGeom>
                <a:avLst/>
                <a:gdLst>
                  <a:gd name="T0" fmla="*/ 63 w 129"/>
                  <a:gd name="T1" fmla="*/ 16 h 112"/>
                  <a:gd name="T2" fmla="*/ 63 w 129"/>
                  <a:gd name="T3" fmla="*/ 16 h 112"/>
                  <a:gd name="T4" fmla="*/ 66 w 129"/>
                  <a:gd name="T5" fmla="*/ 15 h 112"/>
                  <a:gd name="T6" fmla="*/ 52 w 129"/>
                  <a:gd name="T7" fmla="*/ 7 h 112"/>
                  <a:gd name="T8" fmla="*/ 55 w 129"/>
                  <a:gd name="T9" fmla="*/ 6 h 112"/>
                  <a:gd name="T10" fmla="*/ 61 w 129"/>
                  <a:gd name="T11" fmla="*/ 22 h 112"/>
                  <a:gd name="T12" fmla="*/ 71 w 129"/>
                  <a:gd name="T13" fmla="*/ 13 h 112"/>
                  <a:gd name="T14" fmla="*/ 92 w 129"/>
                  <a:gd name="T15" fmla="*/ 10 h 112"/>
                  <a:gd name="T16" fmla="*/ 106 w 129"/>
                  <a:gd name="T17" fmla="*/ 28 h 112"/>
                  <a:gd name="T18" fmla="*/ 116 w 129"/>
                  <a:gd name="T19" fmla="*/ 45 h 112"/>
                  <a:gd name="T20" fmla="*/ 121 w 129"/>
                  <a:gd name="T21" fmla="*/ 45 h 112"/>
                  <a:gd name="T22" fmla="*/ 121 w 129"/>
                  <a:gd name="T23" fmla="*/ 60 h 112"/>
                  <a:gd name="T24" fmla="*/ 109 w 129"/>
                  <a:gd name="T25" fmla="*/ 66 h 112"/>
                  <a:gd name="T26" fmla="*/ 99 w 129"/>
                  <a:gd name="T27" fmla="*/ 75 h 112"/>
                  <a:gd name="T28" fmla="*/ 94 w 129"/>
                  <a:gd name="T29" fmla="*/ 85 h 112"/>
                  <a:gd name="T30" fmla="*/ 85 w 129"/>
                  <a:gd name="T31" fmla="*/ 94 h 112"/>
                  <a:gd name="T32" fmla="*/ 79 w 129"/>
                  <a:gd name="T33" fmla="*/ 91 h 112"/>
                  <a:gd name="T34" fmla="*/ 73 w 129"/>
                  <a:gd name="T35" fmla="*/ 89 h 112"/>
                  <a:gd name="T36" fmla="*/ 52 w 129"/>
                  <a:gd name="T37" fmla="*/ 100 h 112"/>
                  <a:gd name="T38" fmla="*/ 34 w 129"/>
                  <a:gd name="T39" fmla="*/ 91 h 112"/>
                  <a:gd name="T40" fmla="*/ 20 w 129"/>
                  <a:gd name="T41" fmla="*/ 75 h 112"/>
                  <a:gd name="T42" fmla="*/ 10 w 129"/>
                  <a:gd name="T43" fmla="*/ 74 h 112"/>
                  <a:gd name="T44" fmla="*/ 7 w 129"/>
                  <a:gd name="T45" fmla="*/ 62 h 112"/>
                  <a:gd name="T46" fmla="*/ 18 w 129"/>
                  <a:gd name="T47" fmla="*/ 49 h 112"/>
                  <a:gd name="T48" fmla="*/ 16 w 129"/>
                  <a:gd name="T49" fmla="*/ 25 h 112"/>
                  <a:gd name="T50" fmla="*/ 37 w 129"/>
                  <a:gd name="T51" fmla="*/ 22 h 112"/>
                  <a:gd name="T52" fmla="*/ 47 w 129"/>
                  <a:gd name="T53" fmla="*/ 14 h 112"/>
                  <a:gd name="T54" fmla="*/ 54 w 129"/>
                  <a:gd name="T55" fmla="*/ 0 h 112"/>
                  <a:gd name="T56" fmla="*/ 41 w 129"/>
                  <a:gd name="T57" fmla="*/ 9 h 112"/>
                  <a:gd name="T58" fmla="*/ 41 w 129"/>
                  <a:gd name="T59" fmla="*/ 14 h 112"/>
                  <a:gd name="T60" fmla="*/ 37 w 129"/>
                  <a:gd name="T61" fmla="*/ 16 h 112"/>
                  <a:gd name="T62" fmla="*/ 30 w 129"/>
                  <a:gd name="T63" fmla="*/ 15 h 112"/>
                  <a:gd name="T64" fmla="*/ 26 w 129"/>
                  <a:gd name="T65" fmla="*/ 14 h 112"/>
                  <a:gd name="T66" fmla="*/ 11 w 129"/>
                  <a:gd name="T67" fmla="*/ 22 h 112"/>
                  <a:gd name="T68" fmla="*/ 9 w 129"/>
                  <a:gd name="T69" fmla="*/ 41 h 112"/>
                  <a:gd name="T70" fmla="*/ 11 w 129"/>
                  <a:gd name="T71" fmla="*/ 52 h 112"/>
                  <a:gd name="T72" fmla="*/ 4 w 129"/>
                  <a:gd name="T73" fmla="*/ 56 h 112"/>
                  <a:gd name="T74" fmla="*/ 4 w 129"/>
                  <a:gd name="T75" fmla="*/ 56 h 112"/>
                  <a:gd name="T76" fmla="*/ 0 w 129"/>
                  <a:gd name="T77" fmla="*/ 67 h 112"/>
                  <a:gd name="T78" fmla="*/ 14 w 129"/>
                  <a:gd name="T79" fmla="*/ 82 h 112"/>
                  <a:gd name="T80" fmla="*/ 20 w 129"/>
                  <a:gd name="T81" fmla="*/ 81 h 112"/>
                  <a:gd name="T82" fmla="*/ 28 w 129"/>
                  <a:gd name="T83" fmla="*/ 91 h 112"/>
                  <a:gd name="T84" fmla="*/ 28 w 129"/>
                  <a:gd name="T85" fmla="*/ 94 h 112"/>
                  <a:gd name="T86" fmla="*/ 29 w 129"/>
                  <a:gd name="T87" fmla="*/ 97 h 112"/>
                  <a:gd name="T88" fmla="*/ 64 w 129"/>
                  <a:gd name="T89" fmla="*/ 104 h 112"/>
                  <a:gd name="T90" fmla="*/ 71 w 129"/>
                  <a:gd name="T91" fmla="*/ 96 h 112"/>
                  <a:gd name="T92" fmla="*/ 74 w 129"/>
                  <a:gd name="T93" fmla="*/ 95 h 112"/>
                  <a:gd name="T94" fmla="*/ 75 w 129"/>
                  <a:gd name="T95" fmla="*/ 96 h 112"/>
                  <a:gd name="T96" fmla="*/ 84 w 129"/>
                  <a:gd name="T97" fmla="*/ 100 h 112"/>
                  <a:gd name="T98" fmla="*/ 100 w 129"/>
                  <a:gd name="T99" fmla="*/ 93 h 112"/>
                  <a:gd name="T100" fmla="*/ 117 w 129"/>
                  <a:gd name="T101" fmla="*/ 107 h 112"/>
                  <a:gd name="T102" fmla="*/ 124 w 129"/>
                  <a:gd name="T103" fmla="*/ 111 h 112"/>
                  <a:gd name="T104" fmla="*/ 128 w 129"/>
                  <a:gd name="T105" fmla="*/ 111 h 112"/>
                  <a:gd name="T106" fmla="*/ 129 w 129"/>
                  <a:gd name="T107" fmla="*/ 107 h 112"/>
                  <a:gd name="T108" fmla="*/ 114 w 129"/>
                  <a:gd name="T109" fmla="*/ 84 h 112"/>
                  <a:gd name="T110" fmla="*/ 118 w 129"/>
                  <a:gd name="T111" fmla="*/ 69 h 112"/>
                  <a:gd name="T112" fmla="*/ 129 w 129"/>
                  <a:gd name="T113" fmla="*/ 52 h 112"/>
                  <a:gd name="T114" fmla="*/ 119 w 129"/>
                  <a:gd name="T115" fmla="*/ 39 h 112"/>
                  <a:gd name="T116" fmla="*/ 116 w 129"/>
                  <a:gd name="T117" fmla="*/ 39 h 112"/>
                  <a:gd name="T118" fmla="*/ 110 w 129"/>
                  <a:gd name="T119" fmla="*/ 32 h 112"/>
                  <a:gd name="T120" fmla="*/ 95 w 129"/>
                  <a:gd name="T121" fmla="*/ 5 h 112"/>
                  <a:gd name="T122" fmla="*/ 68 w 129"/>
                  <a:gd name="T123" fmla="*/ 8 h 112"/>
                  <a:gd name="T124" fmla="*/ 57 w 129"/>
                  <a:gd name="T125"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12">
                    <a:moveTo>
                      <a:pt x="99" y="80"/>
                    </a:moveTo>
                    <a:cubicBezTo>
                      <a:pt x="99" y="80"/>
                      <a:pt x="99" y="80"/>
                      <a:pt x="99" y="80"/>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8"/>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89"/>
                      <a:pt x="67" y="91"/>
                    </a:cubicBezTo>
                    <a:cubicBezTo>
                      <a:pt x="65" y="93"/>
                      <a:pt x="63" y="95"/>
                      <a:pt x="61" y="99"/>
                    </a:cubicBezTo>
                    <a:cubicBezTo>
                      <a:pt x="59" y="99"/>
                      <a:pt x="56" y="100"/>
                      <a:pt x="52" y="100"/>
                    </a:cubicBezTo>
                    <a:cubicBezTo>
                      <a:pt x="52" y="100"/>
                      <a:pt x="52" y="100"/>
                      <a:pt x="52" y="100"/>
                    </a:cubicBezTo>
                    <a:cubicBezTo>
                      <a:pt x="46" y="100"/>
                      <a:pt x="40" y="99"/>
                      <a:pt x="34" y="93"/>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3"/>
                      <a:pt x="8" y="73"/>
                      <a:pt x="7" y="71"/>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2"/>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1"/>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8"/>
                      <a:pt x="122" y="68"/>
                      <a:pt x="123" y="66"/>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9" name="Freeform 1134">
                <a:extLst>
                  <a:ext uri="{FF2B5EF4-FFF2-40B4-BE49-F238E27FC236}">
                    <a16:creationId xmlns:a16="http://schemas.microsoft.com/office/drawing/2014/main" id="{FE5CA647-55AA-421C-AABB-282B2DEF72D0}"/>
                  </a:ext>
                </a:extLst>
              </p:cNvPr>
              <p:cNvSpPr>
                <a:spLocks noEditPoints="1"/>
              </p:cNvSpPr>
              <p:nvPr userDrawn="1"/>
            </p:nvSpPr>
            <p:spPr bwMode="auto">
              <a:xfrm>
                <a:off x="-758" y="1286"/>
                <a:ext cx="141" cy="122"/>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7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7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2 w 188"/>
                  <a:gd name="T73" fmla="*/ 123 h 162"/>
                  <a:gd name="T74" fmla="*/ 1 w 188"/>
                  <a:gd name="T75" fmla="*/ 157 h 162"/>
                  <a:gd name="T76" fmla="*/ 0 w 188"/>
                  <a:gd name="T77" fmla="*/ 159 h 162"/>
                  <a:gd name="T78" fmla="*/ 3 w 188"/>
                  <a:gd name="T79" fmla="*/ 162 h 162"/>
                  <a:gd name="T80" fmla="*/ 15 w 188"/>
                  <a:gd name="T81" fmla="*/ 155 h 162"/>
                  <a:gd name="T82" fmla="*/ 43 w 188"/>
                  <a:gd name="T83" fmla="*/ 125 h 162"/>
                  <a:gd name="T84" fmla="*/ 44 w 188"/>
                  <a:gd name="T85" fmla="*/ 137 h 162"/>
                  <a:gd name="T86" fmla="*/ 64 w 188"/>
                  <a:gd name="T87" fmla="*/ 146 h 162"/>
                  <a:gd name="T88" fmla="*/ 77 w 188"/>
                  <a:gd name="T89" fmla="*/ 140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67 w 188"/>
                  <a:gd name="T101" fmla="*/ 118 h 162"/>
                  <a:gd name="T102" fmla="*/ 177 w 188"/>
                  <a:gd name="T103" fmla="*/ 115 h 162"/>
                  <a:gd name="T104" fmla="*/ 185 w 188"/>
                  <a:gd name="T105" fmla="*/ 85 h 162"/>
                  <a:gd name="T106" fmla="*/ 183 w 188"/>
                  <a:gd name="T107" fmla="*/ 83 h 162"/>
                  <a:gd name="T108" fmla="*/ 170 w 188"/>
                  <a:gd name="T109" fmla="*/ 71 h 162"/>
                  <a:gd name="T110" fmla="*/ 174 w 188"/>
                  <a:gd name="T111" fmla="*/ 59 h 162"/>
                  <a:gd name="T112" fmla="*/ 153 w 188"/>
                  <a:gd name="T113" fmla="*/ 20 h 162"/>
                  <a:gd name="T114" fmla="*/ 151 w 188"/>
                  <a:gd name="T115" fmla="*/ 20 h 162"/>
                  <a:gd name="T116" fmla="*/ 134 w 188"/>
                  <a:gd name="T117" fmla="*/ 23 h 162"/>
                  <a:gd name="T118" fmla="*/ 127 w 188"/>
                  <a:gd name="T119" fmla="*/ 19 h 162"/>
                  <a:gd name="T120" fmla="*/ 127 w 188"/>
                  <a:gd name="T121" fmla="*/ 13 h 162"/>
                  <a:gd name="T122" fmla="*/ 110 w 188"/>
                  <a:gd name="T1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0" name="Freeform 1135">
                <a:extLst>
                  <a:ext uri="{FF2B5EF4-FFF2-40B4-BE49-F238E27FC236}">
                    <a16:creationId xmlns:a16="http://schemas.microsoft.com/office/drawing/2014/main" id="{5FBC02AA-51F2-4030-96A4-43214841FCBC}"/>
                  </a:ext>
                </a:extLst>
              </p:cNvPr>
              <p:cNvSpPr>
                <a:spLocks noEditPoints="1"/>
              </p:cNvSpPr>
              <p:nvPr userDrawn="1"/>
            </p:nvSpPr>
            <p:spPr bwMode="auto">
              <a:xfrm>
                <a:off x="-1043" y="1834"/>
                <a:ext cx="141" cy="121"/>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49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8 w 188"/>
                  <a:gd name="T35" fmla="*/ 64 h 162"/>
                  <a:gd name="T36" fmla="*/ 30 w 188"/>
                  <a:gd name="T37" fmla="*/ 35 h 162"/>
                  <a:gd name="T38" fmla="*/ 64 w 188"/>
                  <a:gd name="T39" fmla="*/ 10 h 162"/>
                  <a:gd name="T40" fmla="*/ 94 w 188"/>
                  <a:gd name="T41" fmla="*/ 24 h 162"/>
                  <a:gd name="T42" fmla="*/ 99 w 188"/>
                  <a:gd name="T43" fmla="*/ 23 h 162"/>
                  <a:gd name="T44" fmla="*/ 95 w 188"/>
                  <a:gd name="T45" fmla="*/ 17 h 162"/>
                  <a:gd name="T46" fmla="*/ 50 w 188"/>
                  <a:gd name="T47" fmla="*/ 7 h 162"/>
                  <a:gd name="T48" fmla="*/ 30 w 188"/>
                  <a:gd name="T49" fmla="*/ 50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0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4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1" name="Freeform 1136">
                <a:extLst>
                  <a:ext uri="{FF2B5EF4-FFF2-40B4-BE49-F238E27FC236}">
                    <a16:creationId xmlns:a16="http://schemas.microsoft.com/office/drawing/2014/main" id="{322D8391-329B-40FC-B70A-65589E68C61F}"/>
                  </a:ext>
                </a:extLst>
              </p:cNvPr>
              <p:cNvSpPr>
                <a:spLocks noEditPoints="1"/>
              </p:cNvSpPr>
              <p:nvPr userDrawn="1"/>
            </p:nvSpPr>
            <p:spPr bwMode="auto">
              <a:xfrm>
                <a:off x="-906" y="1083"/>
                <a:ext cx="141" cy="122"/>
              </a:xfrm>
              <a:custGeom>
                <a:avLst/>
                <a:gdLst>
                  <a:gd name="T0" fmla="*/ 167 w 188"/>
                  <a:gd name="T1" fmla="*/ 112 h 162"/>
                  <a:gd name="T2" fmla="*/ 99 w 188"/>
                  <a:gd name="T3" fmla="*/ 23 h 162"/>
                  <a:gd name="T4" fmla="*/ 110 w 188"/>
                  <a:gd name="T5" fmla="*/ 6 h 162"/>
                  <a:gd name="T6" fmla="*/ 120 w 188"/>
                  <a:gd name="T7" fmla="*/ 12 h 162"/>
                  <a:gd name="T8" fmla="*/ 122 w 188"/>
                  <a:gd name="T9" fmla="*/ 24 h 162"/>
                  <a:gd name="T10" fmla="*/ 147 w 188"/>
                  <a:gd name="T11" fmla="*/ 27 h 162"/>
                  <a:gd name="T12" fmla="*/ 170 w 188"/>
                  <a:gd name="T13" fmla="*/ 47 h 162"/>
                  <a:gd name="T14" fmla="*/ 169 w 188"/>
                  <a:gd name="T15" fmla="*/ 56 h 162"/>
                  <a:gd name="T16" fmla="*/ 176 w 188"/>
                  <a:gd name="T17" fmla="*/ 87 h 162"/>
                  <a:gd name="T18" fmla="*/ 179 w 188"/>
                  <a:gd name="T19" fmla="*/ 105 h 162"/>
                  <a:gd name="T20" fmla="*/ 168 w 188"/>
                  <a:gd name="T21" fmla="*/ 112 h 162"/>
                  <a:gd name="T22" fmla="*/ 149 w 188"/>
                  <a:gd name="T23" fmla="*/ 113 h 162"/>
                  <a:gd name="T24" fmla="*/ 141 w 188"/>
                  <a:gd name="T25" fmla="*/ 137 h 162"/>
                  <a:gd name="T26" fmla="*/ 102 w 188"/>
                  <a:gd name="T27" fmla="*/ 146 h 162"/>
                  <a:gd name="T28" fmla="*/ 90 w 188"/>
                  <a:gd name="T29" fmla="*/ 134 h 162"/>
                  <a:gd name="T30" fmla="*/ 81 w 188"/>
                  <a:gd name="T31" fmla="*/ 130 h 162"/>
                  <a:gd name="T32" fmla="*/ 72 w 188"/>
                  <a:gd name="T33" fmla="*/ 136 h 162"/>
                  <a:gd name="T34" fmla="*/ 53 w 188"/>
                  <a:gd name="T35" fmla="*/ 136 h 162"/>
                  <a:gd name="T36" fmla="*/ 50 w 188"/>
                  <a:gd name="T37" fmla="*/ 124 h 162"/>
                  <a:gd name="T38" fmla="*/ 43 w 188"/>
                  <a:gd name="T39" fmla="*/ 111 h 162"/>
                  <a:gd name="T40" fmla="*/ 34 w 188"/>
                  <a:gd name="T41" fmla="*/ 110 h 162"/>
                  <a:gd name="T42" fmla="*/ 12 w 188"/>
                  <a:gd name="T43" fmla="*/ 91 h 162"/>
                  <a:gd name="T44" fmla="*/ 8 w 188"/>
                  <a:gd name="T45" fmla="*/ 66 h 162"/>
                  <a:gd name="T46" fmla="*/ 14 w 188"/>
                  <a:gd name="T47" fmla="*/ 63 h 162"/>
                  <a:gd name="T48" fmla="*/ 36 w 188"/>
                  <a:gd name="T49" fmla="*/ 50 h 162"/>
                  <a:gd name="T50" fmla="*/ 35 w 188"/>
                  <a:gd name="T51" fmla="*/ 24 h 162"/>
                  <a:gd name="T52" fmla="*/ 64 w 188"/>
                  <a:gd name="T53" fmla="*/ 10 h 162"/>
                  <a:gd name="T54" fmla="*/ 94 w 188"/>
                  <a:gd name="T55" fmla="*/ 24 h 162"/>
                  <a:gd name="T56" fmla="*/ 94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3 w 188"/>
                  <a:gd name="T69" fmla="*/ 57 h 162"/>
                  <a:gd name="T70" fmla="*/ 1 w 188"/>
                  <a:gd name="T71" fmla="*/ 66 h 162"/>
                  <a:gd name="T72" fmla="*/ 8 w 188"/>
                  <a:gd name="T73" fmla="*/ 95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3 w 188"/>
                  <a:gd name="T85" fmla="*/ 120 h 162"/>
                  <a:gd name="T86" fmla="*/ 43 w 188"/>
                  <a:gd name="T87" fmla="*/ 135 h 162"/>
                  <a:gd name="T88" fmla="*/ 64 w 188"/>
                  <a:gd name="T89" fmla="*/ 145 h 162"/>
                  <a:gd name="T90" fmla="*/ 77 w 188"/>
                  <a:gd name="T91" fmla="*/ 140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09"/>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4" y="147"/>
                      <a:pt x="102" y="146"/>
                    </a:cubicBezTo>
                    <a:cubicBezTo>
                      <a:pt x="100" y="146"/>
                      <a:pt x="99" y="145"/>
                      <a:pt x="99" y="145"/>
                    </a:cubicBezTo>
                    <a:cubicBezTo>
                      <a:pt x="98" y="145"/>
                      <a:pt x="98" y="145"/>
                      <a:pt x="98" y="145"/>
                    </a:cubicBezTo>
                    <a:cubicBezTo>
                      <a:pt x="95" y="140"/>
                      <a:pt x="92" y="136"/>
                      <a:pt x="90" y="134"/>
                    </a:cubicBezTo>
                    <a:cubicBezTo>
                      <a:pt x="87" y="132"/>
                      <a:pt x="84" y="130"/>
                      <a:pt x="81" y="130"/>
                    </a:cubicBezTo>
                    <a:cubicBezTo>
                      <a:pt x="81" y="130"/>
                      <a:pt x="81" y="130"/>
                      <a:pt x="81" y="130"/>
                    </a:cubicBezTo>
                    <a:cubicBezTo>
                      <a:pt x="81" y="130"/>
                      <a:pt x="81" y="130"/>
                      <a:pt x="81" y="130"/>
                    </a:cubicBezTo>
                    <a:cubicBezTo>
                      <a:pt x="80" y="130"/>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7"/>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6"/>
                      <a:pt x="81" y="136"/>
                    </a:cubicBezTo>
                    <a:cubicBezTo>
                      <a:pt x="82" y="136"/>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2" name="Freeform 1137">
                <a:extLst>
                  <a:ext uri="{FF2B5EF4-FFF2-40B4-BE49-F238E27FC236}">
                    <a16:creationId xmlns:a16="http://schemas.microsoft.com/office/drawing/2014/main" id="{EED67D76-261E-433D-9BF7-C57C53C5D3B0}"/>
                  </a:ext>
                </a:extLst>
              </p:cNvPr>
              <p:cNvSpPr>
                <a:spLocks noEditPoints="1"/>
              </p:cNvSpPr>
              <p:nvPr userDrawn="1"/>
            </p:nvSpPr>
            <p:spPr bwMode="auto">
              <a:xfrm>
                <a:off x="-371" y="1734"/>
                <a:ext cx="182" cy="157"/>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1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0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17 w 243"/>
                  <a:gd name="T103" fmla="*/ 151 h 208"/>
                  <a:gd name="T104" fmla="*/ 230 w 243"/>
                  <a:gd name="T105" fmla="*/ 147 h 208"/>
                  <a:gd name="T106" fmla="*/ 240 w 243"/>
                  <a:gd name="T107" fmla="*/ 110 h 208"/>
                  <a:gd name="T108" fmla="*/ 238 w 243"/>
                  <a:gd name="T109" fmla="*/ 108 h 208"/>
                  <a:gd name="T110" fmla="*/ 219 w 243"/>
                  <a:gd name="T111" fmla="*/ 91 h 208"/>
                  <a:gd name="T112" fmla="*/ 225 w 243"/>
                  <a:gd name="T113" fmla="*/ 75 h 208"/>
                  <a:gd name="T114" fmla="*/ 198 w 243"/>
                  <a:gd name="T115" fmla="*/ 26 h 208"/>
                  <a:gd name="T116" fmla="*/ 196 w 243"/>
                  <a:gd name="T117" fmla="*/ 26 h 208"/>
                  <a:gd name="T118" fmla="*/ 174 w 243"/>
                  <a:gd name="T119" fmla="*/ 30 h 208"/>
                  <a:gd name="T120" fmla="*/ 164 w 243"/>
                  <a:gd name="T121" fmla="*/ 23 h 208"/>
                  <a:gd name="T122" fmla="*/ 164 w 243"/>
                  <a:gd name="T123" fmla="*/ 16 h 208"/>
                  <a:gd name="T124" fmla="*/ 143 w 24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3" name="Freeform 1138">
                <a:extLst>
                  <a:ext uri="{FF2B5EF4-FFF2-40B4-BE49-F238E27FC236}">
                    <a16:creationId xmlns:a16="http://schemas.microsoft.com/office/drawing/2014/main" id="{03C06DAF-709D-4288-BD8C-25FCE487EB45}"/>
                  </a:ext>
                </a:extLst>
              </p:cNvPr>
              <p:cNvSpPr>
                <a:spLocks/>
              </p:cNvSpPr>
              <p:nvPr userDrawn="1"/>
            </p:nvSpPr>
            <p:spPr bwMode="auto">
              <a:xfrm>
                <a:off x="-371" y="1888"/>
                <a:ext cx="2" cy="3"/>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4" name="Freeform 1139">
                <a:extLst>
                  <a:ext uri="{FF2B5EF4-FFF2-40B4-BE49-F238E27FC236}">
                    <a16:creationId xmlns:a16="http://schemas.microsoft.com/office/drawing/2014/main" id="{B35252D1-08BC-4CBF-8A9B-87139AA68E6E}"/>
                  </a:ext>
                </a:extLst>
              </p:cNvPr>
              <p:cNvSpPr>
                <a:spLocks noEditPoints="1"/>
              </p:cNvSpPr>
              <p:nvPr userDrawn="1"/>
            </p:nvSpPr>
            <p:spPr bwMode="auto">
              <a:xfrm>
                <a:off x="-4541" y="2262"/>
                <a:ext cx="68" cy="64"/>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1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1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1"/>
                      <a:pt x="59" y="41"/>
                      <a:pt x="59" y="41"/>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1"/>
                      <a:pt x="31" y="41"/>
                      <a:pt x="31" y="41"/>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5" name="Freeform 1140">
                <a:extLst>
                  <a:ext uri="{FF2B5EF4-FFF2-40B4-BE49-F238E27FC236}">
                    <a16:creationId xmlns:a16="http://schemas.microsoft.com/office/drawing/2014/main" id="{93B7B335-CF87-4659-A024-98B7B98754D6}"/>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6" name="Freeform 1141">
                <a:extLst>
                  <a:ext uri="{FF2B5EF4-FFF2-40B4-BE49-F238E27FC236}">
                    <a16:creationId xmlns:a16="http://schemas.microsoft.com/office/drawing/2014/main" id="{6EA5305F-A42F-4827-8579-4436673FAB24}"/>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7" name="Freeform 1142">
                <a:extLst>
                  <a:ext uri="{FF2B5EF4-FFF2-40B4-BE49-F238E27FC236}">
                    <a16:creationId xmlns:a16="http://schemas.microsoft.com/office/drawing/2014/main" id="{6A287ACA-DBD0-4399-9326-F8909BB611C9}"/>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8" name="Freeform 1143">
                <a:extLst>
                  <a:ext uri="{FF2B5EF4-FFF2-40B4-BE49-F238E27FC236}">
                    <a16:creationId xmlns:a16="http://schemas.microsoft.com/office/drawing/2014/main" id="{5052B046-5BD7-4ED4-8F4F-BADC1345D942}"/>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9" name="Freeform 1144">
                <a:extLst>
                  <a:ext uri="{FF2B5EF4-FFF2-40B4-BE49-F238E27FC236}">
                    <a16:creationId xmlns:a16="http://schemas.microsoft.com/office/drawing/2014/main" id="{610A19A5-AD40-4D0F-84B2-CBF5CE601119}"/>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0" name="Freeform 1145">
                <a:extLst>
                  <a:ext uri="{FF2B5EF4-FFF2-40B4-BE49-F238E27FC236}">
                    <a16:creationId xmlns:a16="http://schemas.microsoft.com/office/drawing/2014/main" id="{788E4BF3-EFC8-4593-BB1C-35AFCC66E845}"/>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1" name="Freeform 1146">
                <a:extLst>
                  <a:ext uri="{FF2B5EF4-FFF2-40B4-BE49-F238E27FC236}">
                    <a16:creationId xmlns:a16="http://schemas.microsoft.com/office/drawing/2014/main" id="{E3E9C9B0-633C-4CF2-AB6D-7F73A2BADAE0}"/>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2" name="Freeform 1147">
                <a:extLst>
                  <a:ext uri="{FF2B5EF4-FFF2-40B4-BE49-F238E27FC236}">
                    <a16:creationId xmlns:a16="http://schemas.microsoft.com/office/drawing/2014/main" id="{90DB5739-83B0-4292-9E96-A39224C33967}"/>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3" name="Freeform 1148">
                <a:extLst>
                  <a:ext uri="{FF2B5EF4-FFF2-40B4-BE49-F238E27FC236}">
                    <a16:creationId xmlns:a16="http://schemas.microsoft.com/office/drawing/2014/main" id="{172D2198-3B0D-4058-A9D5-B6CDC9319B88}"/>
                  </a:ext>
                </a:extLst>
              </p:cNvPr>
              <p:cNvSpPr>
                <a:spLocks noEditPoints="1"/>
              </p:cNvSpPr>
              <p:nvPr userDrawn="1"/>
            </p:nvSpPr>
            <p:spPr bwMode="auto">
              <a:xfrm>
                <a:off x="-3584" y="3063"/>
                <a:ext cx="168" cy="164"/>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4 h 218"/>
                  <a:gd name="T22" fmla="*/ 103 w 224"/>
                  <a:gd name="T23" fmla="*/ 154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2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4"/>
                      <a:pt x="121" y="154"/>
                      <a:pt x="121" y="154"/>
                    </a:cubicBezTo>
                    <a:cubicBezTo>
                      <a:pt x="112" y="192"/>
                      <a:pt x="112" y="192"/>
                      <a:pt x="112" y="192"/>
                    </a:cubicBezTo>
                    <a:cubicBezTo>
                      <a:pt x="103" y="154"/>
                      <a:pt x="103" y="154"/>
                      <a:pt x="103" y="154"/>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2"/>
                      <a:pt x="191" y="32"/>
                      <a:pt x="191" y="32"/>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4" name="Freeform 1149">
                <a:extLst>
                  <a:ext uri="{FF2B5EF4-FFF2-40B4-BE49-F238E27FC236}">
                    <a16:creationId xmlns:a16="http://schemas.microsoft.com/office/drawing/2014/main" id="{E8558122-3D9D-4185-BAAE-AC332D5E7CD5}"/>
                  </a:ext>
                </a:extLst>
              </p:cNvPr>
              <p:cNvSpPr>
                <a:spLocks noEditPoints="1"/>
              </p:cNvSpPr>
              <p:nvPr userDrawn="1"/>
            </p:nvSpPr>
            <p:spPr bwMode="auto">
              <a:xfrm>
                <a:off x="-4223" y="2603"/>
                <a:ext cx="147" cy="14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5" name="Freeform 1150">
                <a:extLst>
                  <a:ext uri="{FF2B5EF4-FFF2-40B4-BE49-F238E27FC236}">
                    <a16:creationId xmlns:a16="http://schemas.microsoft.com/office/drawing/2014/main" id="{50B77623-56A9-4005-A2B0-F344E9BD6A56}"/>
                  </a:ext>
                </a:extLst>
              </p:cNvPr>
              <p:cNvSpPr>
                <a:spLocks noEditPoints="1"/>
              </p:cNvSpPr>
              <p:nvPr userDrawn="1"/>
            </p:nvSpPr>
            <p:spPr bwMode="auto">
              <a:xfrm>
                <a:off x="-3749" y="2617"/>
                <a:ext cx="97" cy="95"/>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4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1"/>
                      <a:pt x="64" y="101"/>
                      <a:pt x="64" y="101"/>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50"/>
                      <a:pt x="30" y="50"/>
                      <a:pt x="30" y="50"/>
                    </a:cubicBezTo>
                    <a:cubicBezTo>
                      <a:pt x="47" y="52"/>
                      <a:pt x="47" y="52"/>
                      <a:pt x="47" y="52"/>
                    </a:cubicBezTo>
                    <a:cubicBezTo>
                      <a:pt x="38" y="38"/>
                      <a:pt x="38" y="38"/>
                      <a:pt x="38" y="38"/>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6" name="Freeform 1151">
                <a:extLst>
                  <a:ext uri="{FF2B5EF4-FFF2-40B4-BE49-F238E27FC236}">
                    <a16:creationId xmlns:a16="http://schemas.microsoft.com/office/drawing/2014/main" id="{B8BBFFA2-E3E8-4816-9706-E5ADD4069EAE}"/>
                  </a:ext>
                </a:extLst>
              </p:cNvPr>
              <p:cNvSpPr>
                <a:spLocks noEditPoints="1"/>
              </p:cNvSpPr>
              <p:nvPr userDrawn="1"/>
            </p:nvSpPr>
            <p:spPr bwMode="auto">
              <a:xfrm>
                <a:off x="-3573" y="2294"/>
                <a:ext cx="97" cy="93"/>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7" name="Freeform 1152">
                <a:extLst>
                  <a:ext uri="{FF2B5EF4-FFF2-40B4-BE49-F238E27FC236}">
                    <a16:creationId xmlns:a16="http://schemas.microsoft.com/office/drawing/2014/main" id="{3946B535-C661-45B3-B6BA-8C8ED05F1F39}"/>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close/>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close/>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8" name="Freeform 1153">
                <a:extLst>
                  <a:ext uri="{FF2B5EF4-FFF2-40B4-BE49-F238E27FC236}">
                    <a16:creationId xmlns:a16="http://schemas.microsoft.com/office/drawing/2014/main" id="{CC25E7E6-F126-434F-A563-EE019299FB3F}"/>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9" name="Freeform 1154">
                <a:extLst>
                  <a:ext uri="{FF2B5EF4-FFF2-40B4-BE49-F238E27FC236}">
                    <a16:creationId xmlns:a16="http://schemas.microsoft.com/office/drawing/2014/main" id="{A943276F-5D97-4CCC-A50E-165D7D916761}"/>
                  </a:ext>
                </a:extLst>
              </p:cNvPr>
              <p:cNvSpPr>
                <a:spLocks noEditPoints="1"/>
              </p:cNvSpPr>
              <p:nvPr userDrawn="1"/>
            </p:nvSpPr>
            <p:spPr bwMode="auto">
              <a:xfrm>
                <a:off x="-3793" y="3039"/>
                <a:ext cx="62" cy="61"/>
              </a:xfrm>
              <a:custGeom>
                <a:avLst/>
                <a:gdLst>
                  <a:gd name="T0" fmla="*/ 75 w 83"/>
                  <a:gd name="T1" fmla="*/ 39 h 82"/>
                  <a:gd name="T2" fmla="*/ 74 w 83"/>
                  <a:gd name="T3" fmla="*/ 39 h 82"/>
                  <a:gd name="T4" fmla="*/ 39 w 83"/>
                  <a:gd name="T5" fmla="*/ 28 h 82"/>
                  <a:gd name="T6" fmla="*/ 44 w 83"/>
                  <a:gd name="T7" fmla="*/ 28 h 82"/>
                  <a:gd name="T8" fmla="*/ 49 w 83"/>
                  <a:gd name="T9" fmla="*/ 30 h 82"/>
                  <a:gd name="T10" fmla="*/ 52 w 83"/>
                  <a:gd name="T11" fmla="*/ 34 h 82"/>
                  <a:gd name="T12" fmla="*/ 54 w 83"/>
                  <a:gd name="T13" fmla="*/ 38 h 82"/>
                  <a:gd name="T14" fmla="*/ 54 w 83"/>
                  <a:gd name="T15" fmla="*/ 43 h 82"/>
                  <a:gd name="T16" fmla="*/ 52 w 83"/>
                  <a:gd name="T17" fmla="*/ 48 h 82"/>
                  <a:gd name="T18" fmla="*/ 49 w 83"/>
                  <a:gd name="T19" fmla="*/ 51 h 82"/>
                  <a:gd name="T20" fmla="*/ 44 w 83"/>
                  <a:gd name="T21" fmla="*/ 53 h 82"/>
                  <a:gd name="T22" fmla="*/ 39 w 83"/>
                  <a:gd name="T23" fmla="*/ 53 h 82"/>
                  <a:gd name="T24" fmla="*/ 34 w 83"/>
                  <a:gd name="T25" fmla="*/ 51 h 82"/>
                  <a:gd name="T26" fmla="*/ 31 w 83"/>
                  <a:gd name="T27" fmla="*/ 48 h 82"/>
                  <a:gd name="T28" fmla="*/ 29 w 83"/>
                  <a:gd name="T29" fmla="*/ 43 h 82"/>
                  <a:gd name="T30" fmla="*/ 29 w 83"/>
                  <a:gd name="T31" fmla="*/ 38 h 82"/>
                  <a:gd name="T32" fmla="*/ 31 w 83"/>
                  <a:gd name="T33" fmla="*/ 34 h 82"/>
                  <a:gd name="T34" fmla="*/ 34 w 83"/>
                  <a:gd name="T35" fmla="*/ 30 h 82"/>
                  <a:gd name="T36" fmla="*/ 39 w 83"/>
                  <a:gd name="T37" fmla="*/ 28 h 82"/>
                  <a:gd name="T38" fmla="*/ 37 w 83"/>
                  <a:gd name="T39" fmla="*/ 19 h 82"/>
                  <a:gd name="T40" fmla="*/ 29 w 83"/>
                  <a:gd name="T41" fmla="*/ 22 h 82"/>
                  <a:gd name="T42" fmla="*/ 14 w 83"/>
                  <a:gd name="T43" fmla="*/ 15 h 82"/>
                  <a:gd name="T44" fmla="*/ 3 w 83"/>
                  <a:gd name="T45" fmla="*/ 25 h 82"/>
                  <a:gd name="T46" fmla="*/ 0 w 83"/>
                  <a:gd name="T47" fmla="*/ 41 h 82"/>
                  <a:gd name="T48" fmla="*/ 3 w 83"/>
                  <a:gd name="T49" fmla="*/ 56 h 82"/>
                  <a:gd name="T50" fmla="*/ 12 w 83"/>
                  <a:gd name="T51" fmla="*/ 70 h 82"/>
                  <a:gd name="T52" fmla="*/ 26 w 83"/>
                  <a:gd name="T53" fmla="*/ 78 h 82"/>
                  <a:gd name="T54" fmla="*/ 42 w 83"/>
                  <a:gd name="T55" fmla="*/ 82 h 82"/>
                  <a:gd name="T56" fmla="*/ 58 w 83"/>
                  <a:gd name="T57" fmla="*/ 78 h 82"/>
                  <a:gd name="T58" fmla="*/ 71 w 83"/>
                  <a:gd name="T59" fmla="*/ 70 h 82"/>
                  <a:gd name="T60" fmla="*/ 77 w 83"/>
                  <a:gd name="T61" fmla="*/ 56 h 82"/>
                  <a:gd name="T62" fmla="*/ 64 w 83"/>
                  <a:gd name="T63" fmla="*/ 45 h 82"/>
                  <a:gd name="T64" fmla="*/ 75 w 83"/>
                  <a:gd name="T65" fmla="*/ 39 h 82"/>
                  <a:gd name="T66" fmla="*/ 80 w 83"/>
                  <a:gd name="T67" fmla="*/ 25 h 82"/>
                  <a:gd name="T68" fmla="*/ 71 w 83"/>
                  <a:gd name="T69" fmla="*/ 12 h 82"/>
                  <a:gd name="T70" fmla="*/ 58 w 83"/>
                  <a:gd name="T71" fmla="*/ 3 h 82"/>
                  <a:gd name="T72" fmla="*/ 42 w 83"/>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2">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2"/>
                      <a:pt x="42" y="82"/>
                      <a:pt x="42" y="82"/>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0" name="Freeform 1155">
                <a:extLst>
                  <a:ext uri="{FF2B5EF4-FFF2-40B4-BE49-F238E27FC236}">
                    <a16:creationId xmlns:a16="http://schemas.microsoft.com/office/drawing/2014/main" id="{23551816-7B80-4456-9A3E-C668E4BE8237}"/>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1" name="Freeform 1156">
                <a:extLst>
                  <a:ext uri="{FF2B5EF4-FFF2-40B4-BE49-F238E27FC236}">
                    <a16:creationId xmlns:a16="http://schemas.microsoft.com/office/drawing/2014/main" id="{5DA4FEA5-0C48-4171-B536-2A5B7A66A123}"/>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2" name="Freeform 1157">
                <a:extLst>
                  <a:ext uri="{FF2B5EF4-FFF2-40B4-BE49-F238E27FC236}">
                    <a16:creationId xmlns:a16="http://schemas.microsoft.com/office/drawing/2014/main" id="{532A4043-0730-480C-8799-03D9E77034DB}"/>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3" name="Freeform 1158">
                <a:extLst>
                  <a:ext uri="{FF2B5EF4-FFF2-40B4-BE49-F238E27FC236}">
                    <a16:creationId xmlns:a16="http://schemas.microsoft.com/office/drawing/2014/main" id="{0AE4EEF3-8BEF-4D70-AA48-FC61A10BBA6D}"/>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4" name="Freeform 1159">
                <a:extLst>
                  <a:ext uri="{FF2B5EF4-FFF2-40B4-BE49-F238E27FC236}">
                    <a16:creationId xmlns:a16="http://schemas.microsoft.com/office/drawing/2014/main" id="{A666CDC0-E251-425F-845E-8F0E05AE2AA0}"/>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5" name="Freeform 1160">
                <a:extLst>
                  <a:ext uri="{FF2B5EF4-FFF2-40B4-BE49-F238E27FC236}">
                    <a16:creationId xmlns:a16="http://schemas.microsoft.com/office/drawing/2014/main" id="{8AB597AD-D9E6-40D6-8E1C-F0E82BAB96EA}"/>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6" name="Freeform 1161">
                <a:extLst>
                  <a:ext uri="{FF2B5EF4-FFF2-40B4-BE49-F238E27FC236}">
                    <a16:creationId xmlns:a16="http://schemas.microsoft.com/office/drawing/2014/main" id="{CB7F949C-37BA-47FE-9FE6-F8261533AE2E}"/>
                  </a:ext>
                </a:extLst>
              </p:cNvPr>
              <p:cNvSpPr>
                <a:spLocks noEditPoints="1"/>
              </p:cNvSpPr>
              <p:nvPr userDrawn="1"/>
            </p:nvSpPr>
            <p:spPr bwMode="auto">
              <a:xfrm>
                <a:off x="-4715" y="2596"/>
                <a:ext cx="164" cy="161"/>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1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1 h 214"/>
                  <a:gd name="T36" fmla="*/ 101 w 219"/>
                  <a:gd name="T37" fmla="*/ 64 h 214"/>
                  <a:gd name="T38" fmla="*/ 98 w 219"/>
                  <a:gd name="T39" fmla="*/ 50 h 214"/>
                  <a:gd name="T40" fmla="*/ 76 w 219"/>
                  <a:gd name="T41" fmla="*/ 59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1"/>
                      <a:pt x="134" y="71"/>
                      <a:pt x="134" y="71"/>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1"/>
                      <a:pt x="84" y="71"/>
                      <a:pt x="84" y="71"/>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9"/>
                      <a:pt x="76" y="59"/>
                      <a:pt x="76" y="59"/>
                    </a:cubicBezTo>
                    <a:cubicBezTo>
                      <a:pt x="32" y="32"/>
                      <a:pt x="32" y="32"/>
                      <a:pt x="32" y="32"/>
                    </a:cubicBezTo>
                    <a:cubicBezTo>
                      <a:pt x="60" y="75"/>
                      <a:pt x="60" y="75"/>
                      <a:pt x="60" y="75"/>
                    </a:cubicBezTo>
                    <a:cubicBezTo>
                      <a:pt x="13" y="67"/>
                      <a:pt x="13" y="67"/>
                      <a:pt x="13" y="67"/>
                    </a:cubicBezTo>
                    <a:cubicBezTo>
                      <a:pt x="13" y="68"/>
                      <a:pt x="13" y="69"/>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9"/>
                      <a:pt x="143" y="59"/>
                      <a:pt x="143"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7" name="Freeform 1162">
                <a:extLst>
                  <a:ext uri="{FF2B5EF4-FFF2-40B4-BE49-F238E27FC236}">
                    <a16:creationId xmlns:a16="http://schemas.microsoft.com/office/drawing/2014/main" id="{5345E6D9-071F-4EE4-A32B-91BA02AD5266}"/>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8" name="Freeform 1163">
                <a:extLst>
                  <a:ext uri="{FF2B5EF4-FFF2-40B4-BE49-F238E27FC236}">
                    <a16:creationId xmlns:a16="http://schemas.microsoft.com/office/drawing/2014/main" id="{4AC6FC77-C3EA-406F-82FC-45B99F0E893E}"/>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9" name="Freeform 1164">
                <a:extLst>
                  <a:ext uri="{FF2B5EF4-FFF2-40B4-BE49-F238E27FC236}">
                    <a16:creationId xmlns:a16="http://schemas.microsoft.com/office/drawing/2014/main" id="{CE2E612E-5981-4ED2-94E1-029C8FDC7F18}"/>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0" name="Freeform 1165">
                <a:extLst>
                  <a:ext uri="{FF2B5EF4-FFF2-40B4-BE49-F238E27FC236}">
                    <a16:creationId xmlns:a16="http://schemas.microsoft.com/office/drawing/2014/main" id="{727564FA-5DB4-4E3C-9372-BF16DDB397C5}"/>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1" name="Freeform 1166">
                <a:extLst>
                  <a:ext uri="{FF2B5EF4-FFF2-40B4-BE49-F238E27FC236}">
                    <a16:creationId xmlns:a16="http://schemas.microsoft.com/office/drawing/2014/main" id="{F5FABD94-E659-47C2-A8FC-87EBD22145E9}"/>
                  </a:ext>
                </a:extLst>
              </p:cNvPr>
              <p:cNvSpPr>
                <a:spLocks noEditPoints="1"/>
              </p:cNvSpPr>
              <p:nvPr userDrawn="1"/>
            </p:nvSpPr>
            <p:spPr bwMode="auto">
              <a:xfrm>
                <a:off x="-4608" y="2430"/>
                <a:ext cx="59" cy="59"/>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2" name="Freeform 1167">
                <a:extLst>
                  <a:ext uri="{FF2B5EF4-FFF2-40B4-BE49-F238E27FC236}">
                    <a16:creationId xmlns:a16="http://schemas.microsoft.com/office/drawing/2014/main" id="{7EA2A47B-584B-4FFF-B239-8B1320E5D5C1}"/>
                  </a:ext>
                </a:extLst>
              </p:cNvPr>
              <p:cNvSpPr>
                <a:spLocks noEditPoints="1"/>
              </p:cNvSpPr>
              <p:nvPr userDrawn="1"/>
            </p:nvSpPr>
            <p:spPr bwMode="auto">
              <a:xfrm>
                <a:off x="-4575" y="2486"/>
                <a:ext cx="13" cy="14"/>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3" name="Freeform 1168">
                <a:extLst>
                  <a:ext uri="{FF2B5EF4-FFF2-40B4-BE49-F238E27FC236}">
                    <a16:creationId xmlns:a16="http://schemas.microsoft.com/office/drawing/2014/main" id="{8122248F-A0AD-41FE-B561-DD4CA18B5054}"/>
                  </a:ext>
                </a:extLst>
              </p:cNvPr>
              <p:cNvSpPr>
                <a:spLocks/>
              </p:cNvSpPr>
              <p:nvPr userDrawn="1"/>
            </p:nvSpPr>
            <p:spPr bwMode="auto">
              <a:xfrm>
                <a:off x="-4572" y="2486"/>
                <a:ext cx="4" cy="2"/>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4" name="Freeform 1169">
                <a:extLst>
                  <a:ext uri="{FF2B5EF4-FFF2-40B4-BE49-F238E27FC236}">
                    <a16:creationId xmlns:a16="http://schemas.microsoft.com/office/drawing/2014/main" id="{8D1A1424-81D1-428F-A251-C9A5ED8BE956}"/>
                  </a:ext>
                </a:extLst>
              </p:cNvPr>
              <p:cNvSpPr>
                <a:spLocks/>
              </p:cNvSpPr>
              <p:nvPr userDrawn="1"/>
            </p:nvSpPr>
            <p:spPr bwMode="auto">
              <a:xfrm>
                <a:off x="-4571" y="2498"/>
                <a:ext cx="11" cy="12"/>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5" name="Freeform 1170">
                <a:extLst>
                  <a:ext uri="{FF2B5EF4-FFF2-40B4-BE49-F238E27FC236}">
                    <a16:creationId xmlns:a16="http://schemas.microsoft.com/office/drawing/2014/main" id="{9653EAFC-310A-4077-9961-3A01601FBFA7}"/>
                  </a:ext>
                </a:extLst>
              </p:cNvPr>
              <p:cNvSpPr>
                <a:spLocks/>
              </p:cNvSpPr>
              <p:nvPr userDrawn="1"/>
            </p:nvSpPr>
            <p:spPr bwMode="auto">
              <a:xfrm>
                <a:off x="-4569" y="2498"/>
                <a:ext cx="5" cy="2"/>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6" name="Freeform 1171">
                <a:extLst>
                  <a:ext uri="{FF2B5EF4-FFF2-40B4-BE49-F238E27FC236}">
                    <a16:creationId xmlns:a16="http://schemas.microsoft.com/office/drawing/2014/main" id="{44D37FA7-FD8C-4534-859C-80284E430AAA}"/>
                  </a:ext>
                </a:extLst>
              </p:cNvPr>
              <p:cNvSpPr>
                <a:spLocks noEditPoints="1"/>
              </p:cNvSpPr>
              <p:nvPr userDrawn="1"/>
            </p:nvSpPr>
            <p:spPr bwMode="auto">
              <a:xfrm>
                <a:off x="-4561" y="2504"/>
                <a:ext cx="10" cy="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4"/>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7" name="Freeform 1172">
                <a:extLst>
                  <a:ext uri="{FF2B5EF4-FFF2-40B4-BE49-F238E27FC236}">
                    <a16:creationId xmlns:a16="http://schemas.microsoft.com/office/drawing/2014/main" id="{1F431A53-16BF-4452-888A-89391E3E6E21}"/>
                  </a:ext>
                </a:extLst>
              </p:cNvPr>
              <p:cNvSpPr>
                <a:spLocks/>
              </p:cNvSpPr>
              <p:nvPr userDrawn="1"/>
            </p:nvSpPr>
            <p:spPr bwMode="auto">
              <a:xfrm>
                <a:off x="-4561" y="2505"/>
                <a:ext cx="1"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8" name="Freeform 1173">
                <a:extLst>
                  <a:ext uri="{FF2B5EF4-FFF2-40B4-BE49-F238E27FC236}">
                    <a16:creationId xmlns:a16="http://schemas.microsoft.com/office/drawing/2014/main" id="{B8BEAF5B-7246-40E6-B5B6-36047238BCCC}"/>
                  </a:ext>
                </a:extLst>
              </p:cNvPr>
              <p:cNvSpPr>
                <a:spLocks noEditPoints="1"/>
              </p:cNvSpPr>
              <p:nvPr userDrawn="1"/>
            </p:nvSpPr>
            <p:spPr bwMode="auto">
              <a:xfrm>
                <a:off x="-3761" y="2906"/>
                <a:ext cx="59" cy="58"/>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9" name="Freeform 1174">
                <a:extLst>
                  <a:ext uri="{FF2B5EF4-FFF2-40B4-BE49-F238E27FC236}">
                    <a16:creationId xmlns:a16="http://schemas.microsoft.com/office/drawing/2014/main" id="{43B0AA5B-5858-49FE-AA24-73F437EB7C12}"/>
                  </a:ext>
                </a:extLst>
              </p:cNvPr>
              <p:cNvSpPr>
                <a:spLocks noEditPoints="1"/>
              </p:cNvSpPr>
              <p:nvPr userDrawn="1"/>
            </p:nvSpPr>
            <p:spPr bwMode="auto">
              <a:xfrm>
                <a:off x="-3763" y="2954"/>
                <a:ext cx="14" cy="14"/>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0" name="Freeform 1175">
                <a:extLst>
                  <a:ext uri="{FF2B5EF4-FFF2-40B4-BE49-F238E27FC236}">
                    <a16:creationId xmlns:a16="http://schemas.microsoft.com/office/drawing/2014/main" id="{93ED5A9D-2208-4F1E-89CA-F1868FD1ACB7}"/>
                  </a:ext>
                </a:extLst>
              </p:cNvPr>
              <p:cNvSpPr>
                <a:spLocks/>
              </p:cNvSpPr>
              <p:nvPr userDrawn="1"/>
            </p:nvSpPr>
            <p:spPr bwMode="auto">
              <a:xfrm>
                <a:off x="-3754" y="2954"/>
                <a:ext cx="4" cy="4"/>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1" name="Freeform 1176">
                <a:extLst>
                  <a:ext uri="{FF2B5EF4-FFF2-40B4-BE49-F238E27FC236}">
                    <a16:creationId xmlns:a16="http://schemas.microsoft.com/office/drawing/2014/main" id="{412007D0-3552-46E0-9BC5-076AF3E21426}"/>
                  </a:ext>
                </a:extLst>
              </p:cNvPr>
              <p:cNvSpPr>
                <a:spLocks noEditPoints="1"/>
              </p:cNvSpPr>
              <p:nvPr userDrawn="1"/>
            </p:nvSpPr>
            <p:spPr bwMode="auto">
              <a:xfrm>
                <a:off x="-3769" y="2964"/>
                <a:ext cx="11" cy="10"/>
              </a:xfrm>
              <a:custGeom>
                <a:avLst/>
                <a:gdLst>
                  <a:gd name="T0" fmla="*/ 8 w 15"/>
                  <a:gd name="T1" fmla="*/ 8 h 14"/>
                  <a:gd name="T2" fmla="*/ 8 w 15"/>
                  <a:gd name="T3" fmla="*/ 8 h 14"/>
                  <a:gd name="T4" fmla="*/ 8 w 15"/>
                  <a:gd name="T5" fmla="*/ 8 h 14"/>
                  <a:gd name="T6" fmla="*/ 7 w 15"/>
                  <a:gd name="T7" fmla="*/ 8 h 14"/>
                  <a:gd name="T8" fmla="*/ 6 w 15"/>
                  <a:gd name="T9" fmla="*/ 7 h 14"/>
                  <a:gd name="T10" fmla="*/ 7 w 15"/>
                  <a:gd name="T11" fmla="*/ 6 h 14"/>
                  <a:gd name="T12" fmla="*/ 8 w 15"/>
                  <a:gd name="T13" fmla="*/ 6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8 w 15"/>
                  <a:gd name="T27" fmla="*/ 0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2 w 15"/>
                  <a:gd name="T45" fmla="*/ 13 h 14"/>
                  <a:gd name="T46" fmla="*/ 15 w 15"/>
                  <a:gd name="T47" fmla="*/ 7 h 14"/>
                  <a:gd name="T48" fmla="*/ 14 w 15"/>
                  <a:gd name="T49" fmla="*/ 4 h 14"/>
                  <a:gd name="T50" fmla="*/ 10 w 15"/>
                  <a:gd name="T51" fmla="*/ 1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8" y="8"/>
                      <a:pt x="8" y="8"/>
                      <a:pt x="8" y="8"/>
                    </a:cubicBezTo>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1"/>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2" name="Freeform 1177">
                <a:extLst>
                  <a:ext uri="{FF2B5EF4-FFF2-40B4-BE49-F238E27FC236}">
                    <a16:creationId xmlns:a16="http://schemas.microsoft.com/office/drawing/2014/main" id="{6BFEB7B8-6EE8-4E94-9168-7EB5B5E91ECD}"/>
                  </a:ext>
                </a:extLst>
              </p:cNvPr>
              <p:cNvSpPr>
                <a:spLocks/>
              </p:cNvSpPr>
              <p:nvPr userDrawn="1"/>
            </p:nvSpPr>
            <p:spPr bwMode="auto">
              <a:xfrm>
                <a:off x="-3762" y="2964"/>
                <a:ext cx="3" cy="3"/>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1"/>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3" name="Freeform 1178">
                <a:extLst>
                  <a:ext uri="{FF2B5EF4-FFF2-40B4-BE49-F238E27FC236}">
                    <a16:creationId xmlns:a16="http://schemas.microsoft.com/office/drawing/2014/main" id="{5EAA2A1C-4631-4CA1-96E9-CE445AE96B36}"/>
                  </a:ext>
                </a:extLst>
              </p:cNvPr>
              <p:cNvSpPr>
                <a:spLocks noEditPoints="1"/>
              </p:cNvSpPr>
              <p:nvPr userDrawn="1"/>
            </p:nvSpPr>
            <p:spPr bwMode="auto">
              <a:xfrm>
                <a:off x="-3768" y="2974"/>
                <a:ext cx="10" cy="10"/>
              </a:xfrm>
              <a:custGeom>
                <a:avLst/>
                <a:gdLst>
                  <a:gd name="T0" fmla="*/ 6 w 13"/>
                  <a:gd name="T1" fmla="*/ 6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7 w 13"/>
                  <a:gd name="T17" fmla="*/ 7 h 13"/>
                  <a:gd name="T18" fmla="*/ 6 w 13"/>
                  <a:gd name="T19" fmla="*/ 7 h 13"/>
                  <a:gd name="T20" fmla="*/ 6 w 13"/>
                  <a:gd name="T21" fmla="*/ 6 h 13"/>
                  <a:gd name="T22" fmla="*/ 8 w 13"/>
                  <a:gd name="T23" fmla="*/ 0 h 13"/>
                  <a:gd name="T24" fmla="*/ 6 w 13"/>
                  <a:gd name="T25" fmla="*/ 0 h 13"/>
                  <a:gd name="T26" fmla="*/ 6 w 13"/>
                  <a:gd name="T27" fmla="*/ 0 h 13"/>
                  <a:gd name="T28" fmla="*/ 4 w 13"/>
                  <a:gd name="T29" fmla="*/ 0 h 13"/>
                  <a:gd name="T30" fmla="*/ 3 w 13"/>
                  <a:gd name="T31" fmla="*/ 1 h 13"/>
                  <a:gd name="T32" fmla="*/ 3 w 13"/>
                  <a:gd name="T33" fmla="*/ 1 h 13"/>
                  <a:gd name="T34" fmla="*/ 0 w 13"/>
                  <a:gd name="T35" fmla="*/ 6 h 13"/>
                  <a:gd name="T36" fmla="*/ 1 w 13"/>
                  <a:gd name="T37" fmla="*/ 10 h 13"/>
                  <a:gd name="T38" fmla="*/ 1 w 13"/>
                  <a:gd name="T39" fmla="*/ 10 h 13"/>
                  <a:gd name="T40" fmla="*/ 6 w 13"/>
                  <a:gd name="T41" fmla="*/ 13 h 13"/>
                  <a:gd name="T42" fmla="*/ 6 w 13"/>
                  <a:gd name="T43" fmla="*/ 13 h 13"/>
                  <a:gd name="T44" fmla="*/ 10 w 13"/>
                  <a:gd name="T45" fmla="*/ 12 h 13"/>
                  <a:gd name="T46" fmla="*/ 10 w 13"/>
                  <a:gd name="T47" fmla="*/ 12 h 13"/>
                  <a:gd name="T48" fmla="*/ 13 w 13"/>
                  <a:gd name="T49" fmla="*/ 6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6"/>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1"/>
                    </a:cubicBezTo>
                    <a:cubicBezTo>
                      <a:pt x="3" y="1"/>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4" name="Freeform 1179">
                <a:extLst>
                  <a:ext uri="{FF2B5EF4-FFF2-40B4-BE49-F238E27FC236}">
                    <a16:creationId xmlns:a16="http://schemas.microsoft.com/office/drawing/2014/main" id="{E63538BB-0251-453D-B33A-7B20C2EAB6EF}"/>
                  </a:ext>
                </a:extLst>
              </p:cNvPr>
              <p:cNvSpPr>
                <a:spLocks/>
              </p:cNvSpPr>
              <p:nvPr userDrawn="1"/>
            </p:nvSpPr>
            <p:spPr bwMode="auto">
              <a:xfrm>
                <a:off x="-3765" y="2974"/>
                <a:ext cx="3"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5" name="Freeform 1180">
                <a:extLst>
                  <a:ext uri="{FF2B5EF4-FFF2-40B4-BE49-F238E27FC236}">
                    <a16:creationId xmlns:a16="http://schemas.microsoft.com/office/drawing/2014/main" id="{08FFDD28-320D-42F2-B235-82D54565A12B}"/>
                  </a:ext>
                </a:extLst>
              </p:cNvPr>
              <p:cNvSpPr>
                <a:spLocks noEditPoints="1"/>
              </p:cNvSpPr>
              <p:nvPr userDrawn="1"/>
            </p:nvSpPr>
            <p:spPr bwMode="auto">
              <a:xfrm>
                <a:off x="-3664" y="2763"/>
                <a:ext cx="101" cy="98"/>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8"/>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6" name="Freeform 1181">
                <a:extLst>
                  <a:ext uri="{FF2B5EF4-FFF2-40B4-BE49-F238E27FC236}">
                    <a16:creationId xmlns:a16="http://schemas.microsoft.com/office/drawing/2014/main" id="{DF0E904A-D281-481B-A8C5-DDBDB48FF179}"/>
                  </a:ext>
                </a:extLst>
              </p:cNvPr>
              <p:cNvSpPr>
                <a:spLocks noEditPoints="1"/>
              </p:cNvSpPr>
              <p:nvPr userDrawn="1"/>
            </p:nvSpPr>
            <p:spPr bwMode="auto">
              <a:xfrm>
                <a:off x="-3667" y="2847"/>
                <a:ext cx="21" cy="21"/>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7"/>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7" name="Freeform 1182">
                <a:extLst>
                  <a:ext uri="{FF2B5EF4-FFF2-40B4-BE49-F238E27FC236}">
                    <a16:creationId xmlns:a16="http://schemas.microsoft.com/office/drawing/2014/main" id="{67B32725-42ED-405A-9AE9-3D8761ED5976}"/>
                  </a:ext>
                </a:extLst>
              </p:cNvPr>
              <p:cNvSpPr>
                <a:spLocks noEditPoints="1"/>
              </p:cNvSpPr>
              <p:nvPr userDrawn="1"/>
            </p:nvSpPr>
            <p:spPr bwMode="auto">
              <a:xfrm>
                <a:off x="-3678" y="2865"/>
                <a:ext cx="17" cy="16"/>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7 w 22"/>
                  <a:gd name="T37" fmla="*/ 20 h 21"/>
                  <a:gd name="T38" fmla="*/ 17 w 22"/>
                  <a:gd name="T39" fmla="*/ 20 h 21"/>
                  <a:gd name="T40" fmla="*/ 22 w 22"/>
                  <a:gd name="T41" fmla="*/ 11 h 21"/>
                  <a:gd name="T42" fmla="*/ 20 w 22"/>
                  <a:gd name="T43" fmla="*/ 5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8" name="Freeform 1183">
                <a:extLst>
                  <a:ext uri="{FF2B5EF4-FFF2-40B4-BE49-F238E27FC236}">
                    <a16:creationId xmlns:a16="http://schemas.microsoft.com/office/drawing/2014/main" id="{8AE72402-B9B7-43E6-8C3C-C332A75EA08B}"/>
                  </a:ext>
                </a:extLst>
              </p:cNvPr>
              <p:cNvSpPr>
                <a:spLocks noEditPoints="1"/>
              </p:cNvSpPr>
              <p:nvPr userDrawn="1"/>
            </p:nvSpPr>
            <p:spPr bwMode="auto">
              <a:xfrm>
                <a:off x="-3676" y="2883"/>
                <a:ext cx="14" cy="1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9" name="Freeform 1184">
                <a:extLst>
                  <a:ext uri="{FF2B5EF4-FFF2-40B4-BE49-F238E27FC236}">
                    <a16:creationId xmlns:a16="http://schemas.microsoft.com/office/drawing/2014/main" id="{50A78311-B081-434B-8DC4-2EF97CF33D86}"/>
                  </a:ext>
                </a:extLst>
              </p:cNvPr>
              <p:cNvSpPr>
                <a:spLocks noEditPoints="1"/>
              </p:cNvSpPr>
              <p:nvPr userDrawn="1"/>
            </p:nvSpPr>
            <p:spPr bwMode="auto">
              <a:xfrm>
                <a:off x="-3859" y="2167"/>
                <a:ext cx="60" cy="5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8 w 79"/>
                  <a:gd name="T17" fmla="*/ 69 h 78"/>
                  <a:gd name="T18" fmla="*/ 57 w 79"/>
                  <a:gd name="T19" fmla="*/ 67 h 78"/>
                  <a:gd name="T20" fmla="*/ 39 w 79"/>
                  <a:gd name="T21" fmla="*/ 72 h 78"/>
                  <a:gd name="T22" fmla="*/ 39 w 79"/>
                  <a:gd name="T23" fmla="*/ 0 h 78"/>
                  <a:gd name="T24" fmla="*/ 39 w 79"/>
                  <a:gd name="T25" fmla="*/ 0 h 78"/>
                  <a:gd name="T26" fmla="*/ 19 w 79"/>
                  <a:gd name="T27" fmla="*/ 6 h 78"/>
                  <a:gd name="T28" fmla="*/ 0 w 79"/>
                  <a:gd name="T29" fmla="*/ 39 h 78"/>
                  <a:gd name="T30" fmla="*/ 6 w 79"/>
                  <a:gd name="T31" fmla="*/ 59 h 78"/>
                  <a:gd name="T32" fmla="*/ 10 w 79"/>
                  <a:gd name="T33" fmla="*/ 65 h 78"/>
                  <a:gd name="T34" fmla="*/ 15 w 79"/>
                  <a:gd name="T35" fmla="*/ 69 h 78"/>
                  <a:gd name="T36" fmla="*/ 15 w 79"/>
                  <a:gd name="T37" fmla="*/ 70 h 78"/>
                  <a:gd name="T38" fmla="*/ 39 w 79"/>
                  <a:gd name="T39" fmla="*/ 78 h 78"/>
                  <a:gd name="T40" fmla="*/ 39 w 79"/>
                  <a:gd name="T41" fmla="*/ 78 h 78"/>
                  <a:gd name="T42" fmla="*/ 60 w 79"/>
                  <a:gd name="T43" fmla="*/ 72 h 78"/>
                  <a:gd name="T44" fmla="*/ 60 w 79"/>
                  <a:gd name="T45" fmla="*/ 72 h 78"/>
                  <a:gd name="T46" fmla="*/ 79 w 79"/>
                  <a:gd name="T47" fmla="*/ 39 h 78"/>
                  <a:gd name="T48" fmla="*/ 73 w 79"/>
                  <a:gd name="T49" fmla="*/ 19 h 78"/>
                  <a:gd name="T50" fmla="*/ 39 w 79"/>
                  <a:gd name="T5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8" y="69"/>
                      <a:pt x="58" y="69"/>
                      <a:pt x="58" y="69"/>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0" name="Freeform 1185">
                <a:extLst>
                  <a:ext uri="{FF2B5EF4-FFF2-40B4-BE49-F238E27FC236}">
                    <a16:creationId xmlns:a16="http://schemas.microsoft.com/office/drawing/2014/main" id="{A489426D-536F-4300-B8B7-2340128138A3}"/>
                  </a:ext>
                </a:extLst>
              </p:cNvPr>
              <p:cNvSpPr>
                <a:spLocks noEditPoints="1"/>
              </p:cNvSpPr>
              <p:nvPr userDrawn="1"/>
            </p:nvSpPr>
            <p:spPr bwMode="auto">
              <a:xfrm>
                <a:off x="-3860" y="2216"/>
                <a:ext cx="13" cy="13"/>
              </a:xfrm>
              <a:custGeom>
                <a:avLst/>
                <a:gdLst>
                  <a:gd name="T0" fmla="*/ 7 w 18"/>
                  <a:gd name="T1" fmla="*/ 6 h 18"/>
                  <a:gd name="T2" fmla="*/ 9 w 18"/>
                  <a:gd name="T3" fmla="*/ 6 h 18"/>
                  <a:gd name="T4" fmla="*/ 12 w 18"/>
                  <a:gd name="T5" fmla="*/ 7 h 18"/>
                  <a:gd name="T6" fmla="*/ 12 w 18"/>
                  <a:gd name="T7" fmla="*/ 9 h 18"/>
                  <a:gd name="T8" fmla="*/ 11 w 18"/>
                  <a:gd name="T9" fmla="*/ 11 h 18"/>
                  <a:gd name="T10" fmla="*/ 11 w 18"/>
                  <a:gd name="T11" fmla="*/ 11 h 18"/>
                  <a:gd name="T12" fmla="*/ 9 w 18"/>
                  <a:gd name="T13" fmla="*/ 12 h 18"/>
                  <a:gd name="T14" fmla="*/ 6 w 18"/>
                  <a:gd name="T15" fmla="*/ 10 h 18"/>
                  <a:gd name="T16" fmla="*/ 6 w 18"/>
                  <a:gd name="T17" fmla="*/ 9 h 18"/>
                  <a:gd name="T18" fmla="*/ 7 w 18"/>
                  <a:gd name="T19" fmla="*/ 6 h 18"/>
                  <a:gd name="T20" fmla="*/ 8 w 18"/>
                  <a:gd name="T21" fmla="*/ 6 h 18"/>
                  <a:gd name="T22" fmla="*/ 7 w 18"/>
                  <a:gd name="T23" fmla="*/ 6 h 18"/>
                  <a:gd name="T24" fmla="*/ 9 w 18"/>
                  <a:gd name="T25" fmla="*/ 0 h 18"/>
                  <a:gd name="T26" fmla="*/ 9 w 18"/>
                  <a:gd name="T27" fmla="*/ 0 h 18"/>
                  <a:gd name="T28" fmla="*/ 4 w 18"/>
                  <a:gd name="T29" fmla="*/ 1 h 18"/>
                  <a:gd name="T30" fmla="*/ 4 w 18"/>
                  <a:gd name="T31" fmla="*/ 1 h 18"/>
                  <a:gd name="T32" fmla="*/ 0 w 18"/>
                  <a:gd name="T33" fmla="*/ 9 h 18"/>
                  <a:gd name="T34" fmla="*/ 1 w 18"/>
                  <a:gd name="T35" fmla="*/ 13 h 18"/>
                  <a:gd name="T36" fmla="*/ 5 w 18"/>
                  <a:gd name="T37" fmla="*/ 16 h 18"/>
                  <a:gd name="T38" fmla="*/ 5 w 18"/>
                  <a:gd name="T39" fmla="*/ 17 h 18"/>
                  <a:gd name="T40" fmla="*/ 9 w 18"/>
                  <a:gd name="T41" fmla="*/ 18 h 18"/>
                  <a:gd name="T42" fmla="*/ 9 w 18"/>
                  <a:gd name="T43" fmla="*/ 18 h 18"/>
                  <a:gd name="T44" fmla="*/ 14 w 18"/>
                  <a:gd name="T45" fmla="*/ 16 h 18"/>
                  <a:gd name="T46" fmla="*/ 12 w 18"/>
                  <a:gd name="T47" fmla="*/ 14 h 18"/>
                  <a:gd name="T48" fmla="*/ 14 w 18"/>
                  <a:gd name="T49" fmla="*/ 16 h 18"/>
                  <a:gd name="T50" fmla="*/ 18 w 18"/>
                  <a:gd name="T51" fmla="*/ 9 h 18"/>
                  <a:gd name="T52" fmla="*/ 17 w 18"/>
                  <a:gd name="T53" fmla="*/ 5 h 18"/>
                  <a:gd name="T54" fmla="*/ 12 w 18"/>
                  <a:gd name="T55" fmla="*/ 0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7" y="6"/>
                    </a:move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cubicBezTo>
                      <a:pt x="8" y="12"/>
                      <a:pt x="7" y="11"/>
                      <a:pt x="6" y="10"/>
                    </a:cubicBezTo>
                    <a:cubicBezTo>
                      <a:pt x="6" y="10"/>
                      <a:pt x="6" y="9"/>
                      <a:pt x="6" y="9"/>
                    </a:cubicBezTo>
                    <a:cubicBezTo>
                      <a:pt x="6" y="8"/>
                      <a:pt x="6" y="7"/>
                      <a:pt x="7" y="6"/>
                    </a:cubicBezTo>
                    <a:cubicBezTo>
                      <a:pt x="8" y="6"/>
                      <a:pt x="8" y="6"/>
                      <a:pt x="8" y="6"/>
                    </a:cubicBezTo>
                    <a:cubicBezTo>
                      <a:pt x="7" y="6"/>
                      <a:pt x="7" y="6"/>
                      <a:pt x="7" y="6"/>
                    </a:cubicBezTo>
                    <a:moveTo>
                      <a:pt x="9" y="0"/>
                    </a:moveTo>
                    <a:cubicBezTo>
                      <a:pt x="9" y="0"/>
                      <a:pt x="9" y="0"/>
                      <a:pt x="9" y="0"/>
                    </a:cubicBezTo>
                    <a:cubicBezTo>
                      <a:pt x="8" y="0"/>
                      <a:pt x="6" y="0"/>
                      <a:pt x="4" y="1"/>
                    </a:cubicBezTo>
                    <a:cubicBezTo>
                      <a:pt x="4" y="1"/>
                      <a:pt x="4" y="1"/>
                      <a:pt x="4" y="1"/>
                    </a:cubicBezTo>
                    <a:cubicBezTo>
                      <a:pt x="2" y="3"/>
                      <a:pt x="0" y="6"/>
                      <a:pt x="0" y="9"/>
                    </a:cubicBezTo>
                    <a:cubicBezTo>
                      <a:pt x="0" y="10"/>
                      <a:pt x="0" y="12"/>
                      <a:pt x="1" y="13"/>
                    </a:cubicBezTo>
                    <a:cubicBezTo>
                      <a:pt x="3" y="14"/>
                      <a:pt x="4" y="15"/>
                      <a:pt x="5" y="16"/>
                    </a:cubicBezTo>
                    <a:cubicBezTo>
                      <a:pt x="5" y="16"/>
                      <a:pt x="5" y="17"/>
                      <a:pt x="5" y="17"/>
                    </a:cubicBezTo>
                    <a:cubicBezTo>
                      <a:pt x="7" y="17"/>
                      <a:pt x="8" y="18"/>
                      <a:pt x="9" y="18"/>
                    </a:cubicBezTo>
                    <a:cubicBezTo>
                      <a:pt x="9" y="18"/>
                      <a:pt x="9" y="18"/>
                      <a:pt x="9" y="18"/>
                    </a:cubicBezTo>
                    <a:cubicBezTo>
                      <a:pt x="11" y="18"/>
                      <a:pt x="12" y="17"/>
                      <a:pt x="14" y="16"/>
                    </a:cubicBezTo>
                    <a:cubicBezTo>
                      <a:pt x="12" y="14"/>
                      <a:pt x="12" y="14"/>
                      <a:pt x="12" y="14"/>
                    </a:cubicBezTo>
                    <a:cubicBezTo>
                      <a:pt x="14" y="16"/>
                      <a:pt x="14" y="16"/>
                      <a:pt x="14" y="16"/>
                    </a:cubicBezTo>
                    <a:cubicBezTo>
                      <a:pt x="17" y="15"/>
                      <a:pt x="18" y="12"/>
                      <a:pt x="18" y="9"/>
                    </a:cubicBezTo>
                    <a:cubicBezTo>
                      <a:pt x="18" y="7"/>
                      <a:pt x="18" y="6"/>
                      <a:pt x="17" y="5"/>
                    </a:cubicBezTo>
                    <a:cubicBezTo>
                      <a:pt x="16" y="3"/>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1" name="Freeform 1186">
                <a:extLst>
                  <a:ext uri="{FF2B5EF4-FFF2-40B4-BE49-F238E27FC236}">
                    <a16:creationId xmlns:a16="http://schemas.microsoft.com/office/drawing/2014/main" id="{5E2E1376-8DCE-433A-AB09-EBE060C739AF}"/>
                  </a:ext>
                </a:extLst>
              </p:cNvPr>
              <p:cNvSpPr>
                <a:spLocks/>
              </p:cNvSpPr>
              <p:nvPr userDrawn="1"/>
            </p:nvSpPr>
            <p:spPr bwMode="auto">
              <a:xfrm>
                <a:off x="-3851" y="2216"/>
                <a:ext cx="4" cy="3"/>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2" name="Freeform 1187">
                <a:extLst>
                  <a:ext uri="{FF2B5EF4-FFF2-40B4-BE49-F238E27FC236}">
                    <a16:creationId xmlns:a16="http://schemas.microsoft.com/office/drawing/2014/main" id="{17C79D83-7BA5-4387-ACC5-09346C6EB19C}"/>
                  </a:ext>
                </a:extLst>
              </p:cNvPr>
              <p:cNvSpPr>
                <a:spLocks noEditPoints="1"/>
              </p:cNvSpPr>
              <p:nvPr userDrawn="1"/>
            </p:nvSpPr>
            <p:spPr bwMode="auto">
              <a:xfrm>
                <a:off x="-3867" y="2225"/>
                <a:ext cx="11" cy="11"/>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0 h 14"/>
                  <a:gd name="T20" fmla="*/ 8 w 15"/>
                  <a:gd name="T21" fmla="*/ 0 h 14"/>
                  <a:gd name="T22" fmla="*/ 4 w 15"/>
                  <a:gd name="T23" fmla="*/ 1 h 14"/>
                  <a:gd name="T24" fmla="*/ 0 w 15"/>
                  <a:gd name="T25" fmla="*/ 7 h 14"/>
                  <a:gd name="T26" fmla="*/ 1 w 15"/>
                  <a:gd name="T27" fmla="*/ 11 h 14"/>
                  <a:gd name="T28" fmla="*/ 6 w 15"/>
                  <a:gd name="T29" fmla="*/ 14 h 14"/>
                  <a:gd name="T30" fmla="*/ 8 w 15"/>
                  <a:gd name="T31" fmla="*/ 13 h 14"/>
                  <a:gd name="T32" fmla="*/ 8 w 15"/>
                  <a:gd name="T33" fmla="*/ 13 h 14"/>
                  <a:gd name="T34" fmla="*/ 10 w 15"/>
                  <a:gd name="T35" fmla="*/ 14 h 14"/>
                  <a:gd name="T36" fmla="*/ 12 w 15"/>
                  <a:gd name="T37" fmla="*/ 13 h 14"/>
                  <a:gd name="T38" fmla="*/ 10 w 15"/>
                  <a:gd name="T39" fmla="*/ 11 h 14"/>
                  <a:gd name="T40" fmla="*/ 12 w 15"/>
                  <a:gd name="T41" fmla="*/ 13 h 14"/>
                  <a:gd name="T42" fmla="*/ 15 w 15"/>
                  <a:gd name="T43" fmla="*/ 7 h 14"/>
                  <a:gd name="T44" fmla="*/ 14 w 15"/>
                  <a:gd name="T45" fmla="*/ 4 h 14"/>
                  <a:gd name="T46" fmla="*/ 10 w 15"/>
                  <a:gd name="T47" fmla="*/ 0 h 14"/>
                  <a:gd name="T48" fmla="*/ 10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7"/>
                      <a:pt x="6" y="7"/>
                      <a:pt x="6" y="7"/>
                    </a:cubicBezTo>
                    <a:cubicBezTo>
                      <a:pt x="6"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10"/>
                      <a:pt x="1" y="11"/>
                    </a:cubicBezTo>
                    <a:cubicBezTo>
                      <a:pt x="3" y="12"/>
                      <a:pt x="4" y="13"/>
                      <a:pt x="6" y="14"/>
                    </a:cubicBezTo>
                    <a:cubicBezTo>
                      <a:pt x="7" y="14"/>
                      <a:pt x="8" y="13"/>
                      <a:pt x="8" y="13"/>
                    </a:cubicBezTo>
                    <a:cubicBezTo>
                      <a:pt x="8" y="13"/>
                      <a:pt x="8" y="13"/>
                      <a:pt x="8" y="13"/>
                    </a:cubicBezTo>
                    <a:cubicBezTo>
                      <a:pt x="9" y="13"/>
                      <a:pt x="10" y="14"/>
                      <a:pt x="10" y="14"/>
                    </a:cubicBezTo>
                    <a:cubicBezTo>
                      <a:pt x="11" y="14"/>
                      <a:pt x="11" y="13"/>
                      <a:pt x="12" y="13"/>
                    </a:cubicBezTo>
                    <a:cubicBezTo>
                      <a:pt x="10" y="11"/>
                      <a:pt x="10" y="11"/>
                      <a:pt x="10" y="11"/>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3" name="Freeform 1188">
                <a:extLst>
                  <a:ext uri="{FF2B5EF4-FFF2-40B4-BE49-F238E27FC236}">
                    <a16:creationId xmlns:a16="http://schemas.microsoft.com/office/drawing/2014/main" id="{026D3985-503E-42F7-AC28-EF154706FA2E}"/>
                  </a:ext>
                </a:extLst>
              </p:cNvPr>
              <p:cNvSpPr>
                <a:spLocks/>
              </p:cNvSpPr>
              <p:nvPr userDrawn="1"/>
            </p:nvSpPr>
            <p:spPr bwMode="auto">
              <a:xfrm>
                <a:off x="-3859" y="2225"/>
                <a:ext cx="3" cy="3"/>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4" name="Freeform 1189">
                <a:extLst>
                  <a:ext uri="{FF2B5EF4-FFF2-40B4-BE49-F238E27FC236}">
                    <a16:creationId xmlns:a16="http://schemas.microsoft.com/office/drawing/2014/main" id="{A2E26C21-40C3-47FF-814E-A6833BFBD07F}"/>
                  </a:ext>
                </a:extLst>
              </p:cNvPr>
              <p:cNvSpPr>
                <a:spLocks noEditPoints="1"/>
              </p:cNvSpPr>
              <p:nvPr userDrawn="1"/>
            </p:nvSpPr>
            <p:spPr bwMode="auto">
              <a:xfrm>
                <a:off x="-3865" y="2236"/>
                <a:ext cx="9" cy="9"/>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6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6"/>
                      <a:pt x="6" y="6"/>
                      <a:pt x="6" y="6"/>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5" name="Freeform 1190">
                <a:extLst>
                  <a:ext uri="{FF2B5EF4-FFF2-40B4-BE49-F238E27FC236}">
                    <a16:creationId xmlns:a16="http://schemas.microsoft.com/office/drawing/2014/main" id="{FDBDC890-BD7C-4E85-9CF6-BF61D8CED653}"/>
                  </a:ext>
                </a:extLst>
              </p:cNvPr>
              <p:cNvSpPr>
                <a:spLocks/>
              </p:cNvSpPr>
              <p:nvPr userDrawn="1"/>
            </p:nvSpPr>
            <p:spPr bwMode="auto">
              <a:xfrm>
                <a:off x="-3862" y="2235"/>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6" name="Freeform 1191">
                <a:extLst>
                  <a:ext uri="{FF2B5EF4-FFF2-40B4-BE49-F238E27FC236}">
                    <a16:creationId xmlns:a16="http://schemas.microsoft.com/office/drawing/2014/main" id="{62486C1C-72D3-475C-8E71-1E7DEF151867}"/>
                  </a:ext>
                </a:extLst>
              </p:cNvPr>
              <p:cNvSpPr>
                <a:spLocks noEditPoints="1"/>
              </p:cNvSpPr>
              <p:nvPr userDrawn="1"/>
            </p:nvSpPr>
            <p:spPr bwMode="auto">
              <a:xfrm>
                <a:off x="-4172" y="2374"/>
                <a:ext cx="82" cy="8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8"/>
                      <a:pt x="99" y="80"/>
                      <a:pt x="90" y="88"/>
                    </a:cubicBezTo>
                    <a:cubicBezTo>
                      <a:pt x="81" y="97"/>
                      <a:pt x="69" y="102"/>
                      <a:pt x="55" y="102"/>
                    </a:cubicBezTo>
                    <a:cubicBezTo>
                      <a:pt x="41" y="102"/>
                      <a:pt x="29" y="97"/>
                      <a:pt x="20" y="88"/>
                    </a:cubicBezTo>
                    <a:cubicBezTo>
                      <a:pt x="11" y="80"/>
                      <a:pt x="6" y="68"/>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7" name="Freeform 1192">
                <a:extLst>
                  <a:ext uri="{FF2B5EF4-FFF2-40B4-BE49-F238E27FC236}">
                    <a16:creationId xmlns:a16="http://schemas.microsoft.com/office/drawing/2014/main" id="{C1ECD7DC-05FB-4593-B134-E69916D8AF9B}"/>
                  </a:ext>
                </a:extLst>
              </p:cNvPr>
              <p:cNvSpPr>
                <a:spLocks noEditPoints="1"/>
              </p:cNvSpPr>
              <p:nvPr userDrawn="1"/>
            </p:nvSpPr>
            <p:spPr bwMode="auto">
              <a:xfrm>
                <a:off x="-4125" y="2454"/>
                <a:ext cx="18" cy="18"/>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8" name="Freeform 1193">
                <a:extLst>
                  <a:ext uri="{FF2B5EF4-FFF2-40B4-BE49-F238E27FC236}">
                    <a16:creationId xmlns:a16="http://schemas.microsoft.com/office/drawing/2014/main" id="{20C37DB3-EC69-4461-AB38-BFB9BBD73831}"/>
                  </a:ext>
                </a:extLst>
              </p:cNvPr>
              <p:cNvSpPr>
                <a:spLocks/>
              </p:cNvSpPr>
              <p:nvPr userDrawn="1"/>
            </p:nvSpPr>
            <p:spPr bwMode="auto">
              <a:xfrm>
                <a:off x="-4119" y="2472"/>
                <a:ext cx="14" cy="14"/>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9" name="Freeform 1194">
                <a:extLst>
                  <a:ext uri="{FF2B5EF4-FFF2-40B4-BE49-F238E27FC236}">
                    <a16:creationId xmlns:a16="http://schemas.microsoft.com/office/drawing/2014/main" id="{315EC9A3-A686-4DCB-8AB5-3032FF6F7DA5}"/>
                  </a:ext>
                </a:extLst>
              </p:cNvPr>
              <p:cNvSpPr>
                <a:spLocks noEditPoints="1"/>
              </p:cNvSpPr>
              <p:nvPr userDrawn="1"/>
            </p:nvSpPr>
            <p:spPr bwMode="auto">
              <a:xfrm>
                <a:off x="-4105" y="2480"/>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0" name="Freeform 1195">
                <a:extLst>
                  <a:ext uri="{FF2B5EF4-FFF2-40B4-BE49-F238E27FC236}">
                    <a16:creationId xmlns:a16="http://schemas.microsoft.com/office/drawing/2014/main" id="{050FD693-38D0-4AC0-B78A-EC2E5BC95DFA}"/>
                  </a:ext>
                </a:extLst>
              </p:cNvPr>
              <p:cNvSpPr>
                <a:spLocks noEditPoints="1"/>
              </p:cNvSpPr>
              <p:nvPr userDrawn="1"/>
            </p:nvSpPr>
            <p:spPr bwMode="auto">
              <a:xfrm>
                <a:off x="-4064" y="3085"/>
                <a:ext cx="94" cy="93"/>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2"/>
                      <a:pt x="79" y="118"/>
                      <a:pt x="63" y="118"/>
                    </a:cubicBezTo>
                    <a:cubicBezTo>
                      <a:pt x="47" y="118"/>
                      <a:pt x="33" y="112"/>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1" name="Freeform 1196">
                <a:extLst>
                  <a:ext uri="{FF2B5EF4-FFF2-40B4-BE49-F238E27FC236}">
                    <a16:creationId xmlns:a16="http://schemas.microsoft.com/office/drawing/2014/main" id="{D52C34E9-557B-4849-BB81-B26D7D0481AA}"/>
                  </a:ext>
                </a:extLst>
              </p:cNvPr>
              <p:cNvSpPr>
                <a:spLocks noEditPoints="1"/>
              </p:cNvSpPr>
              <p:nvPr userDrawn="1"/>
            </p:nvSpPr>
            <p:spPr bwMode="auto">
              <a:xfrm>
                <a:off x="-4010" y="3178"/>
                <a:ext cx="19" cy="19"/>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2" name="Freeform 1197">
                <a:extLst>
                  <a:ext uri="{FF2B5EF4-FFF2-40B4-BE49-F238E27FC236}">
                    <a16:creationId xmlns:a16="http://schemas.microsoft.com/office/drawing/2014/main" id="{AC98EDFC-1413-4ABE-9C2E-29401A90047E}"/>
                  </a:ext>
                </a:extLst>
              </p:cNvPr>
              <p:cNvSpPr>
                <a:spLocks/>
              </p:cNvSpPr>
              <p:nvPr userDrawn="1"/>
            </p:nvSpPr>
            <p:spPr bwMode="auto">
              <a:xfrm>
                <a:off x="-4003" y="3198"/>
                <a:ext cx="15" cy="15"/>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3"/>
                      <a:pt x="13" y="14"/>
                      <a:pt x="10" y="14"/>
                    </a:cubicBezTo>
                    <a:cubicBezTo>
                      <a:pt x="8" y="14"/>
                      <a:pt x="6" y="13"/>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3" name="Freeform 1198">
                <a:extLst>
                  <a:ext uri="{FF2B5EF4-FFF2-40B4-BE49-F238E27FC236}">
                    <a16:creationId xmlns:a16="http://schemas.microsoft.com/office/drawing/2014/main" id="{682DD571-4AF4-42CD-BF02-63CC1DC789D8}"/>
                  </a:ext>
                </a:extLst>
              </p:cNvPr>
              <p:cNvSpPr>
                <a:spLocks noEditPoints="1"/>
              </p:cNvSpPr>
              <p:nvPr userDrawn="1"/>
            </p:nvSpPr>
            <p:spPr bwMode="auto">
              <a:xfrm>
                <a:off x="-3987" y="3207"/>
                <a:ext cx="13" cy="1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4"/>
                      <a:pt x="4" y="17"/>
                      <a:pt x="8" y="17"/>
                    </a:cubicBezTo>
                    <a:cubicBezTo>
                      <a:pt x="13" y="17"/>
                      <a:pt x="17" y="14"/>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4" name="Freeform 1199">
                <a:extLst>
                  <a:ext uri="{FF2B5EF4-FFF2-40B4-BE49-F238E27FC236}">
                    <a16:creationId xmlns:a16="http://schemas.microsoft.com/office/drawing/2014/main" id="{53C099DD-B6D4-432F-8B2D-AF8B6750406B}"/>
                  </a:ext>
                </a:extLst>
              </p:cNvPr>
              <p:cNvSpPr>
                <a:spLocks noEditPoints="1"/>
              </p:cNvSpPr>
              <p:nvPr userDrawn="1"/>
            </p:nvSpPr>
            <p:spPr bwMode="auto">
              <a:xfrm>
                <a:off x="-4084" y="2684"/>
                <a:ext cx="84" cy="82"/>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5" name="Freeform 1200">
                <a:extLst>
                  <a:ext uri="{FF2B5EF4-FFF2-40B4-BE49-F238E27FC236}">
                    <a16:creationId xmlns:a16="http://schemas.microsoft.com/office/drawing/2014/main" id="{95A95B1F-3033-4778-AB70-AEEAF1DDC9E7}"/>
                  </a:ext>
                </a:extLst>
              </p:cNvPr>
              <p:cNvSpPr>
                <a:spLocks/>
              </p:cNvSpPr>
              <p:nvPr userDrawn="1"/>
            </p:nvSpPr>
            <p:spPr bwMode="auto">
              <a:xfrm>
                <a:off x="-4036" y="2764"/>
                <a:ext cx="17" cy="18"/>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6" name="Freeform 1201">
                <a:extLst>
                  <a:ext uri="{FF2B5EF4-FFF2-40B4-BE49-F238E27FC236}">
                    <a16:creationId xmlns:a16="http://schemas.microsoft.com/office/drawing/2014/main" id="{68AB2613-8A85-4506-A6C3-10545E376FF7}"/>
                  </a:ext>
                </a:extLst>
              </p:cNvPr>
              <p:cNvSpPr>
                <a:spLocks/>
              </p:cNvSpPr>
              <p:nvPr userDrawn="1"/>
            </p:nvSpPr>
            <p:spPr bwMode="auto">
              <a:xfrm>
                <a:off x="-4030" y="2782"/>
                <a:ext cx="14" cy="14"/>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7" name="Freeform 1202">
                <a:extLst>
                  <a:ext uri="{FF2B5EF4-FFF2-40B4-BE49-F238E27FC236}">
                    <a16:creationId xmlns:a16="http://schemas.microsoft.com/office/drawing/2014/main" id="{140658E7-5FC2-4CF4-BBE3-15670D6AC344}"/>
                  </a:ext>
                </a:extLst>
              </p:cNvPr>
              <p:cNvSpPr>
                <a:spLocks noEditPoints="1"/>
              </p:cNvSpPr>
              <p:nvPr userDrawn="1"/>
            </p:nvSpPr>
            <p:spPr bwMode="auto">
              <a:xfrm>
                <a:off x="-4017" y="2790"/>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8" name="Freeform 1203">
                <a:extLst>
                  <a:ext uri="{FF2B5EF4-FFF2-40B4-BE49-F238E27FC236}">
                    <a16:creationId xmlns:a16="http://schemas.microsoft.com/office/drawing/2014/main" id="{61710AE1-C92B-46B8-91B2-2645E10FC4D9}"/>
                  </a:ext>
                </a:extLst>
              </p:cNvPr>
              <p:cNvSpPr>
                <a:spLocks noEditPoints="1"/>
              </p:cNvSpPr>
              <p:nvPr userDrawn="1"/>
            </p:nvSpPr>
            <p:spPr bwMode="auto">
              <a:xfrm>
                <a:off x="-4284" y="2792"/>
                <a:ext cx="92" cy="90"/>
              </a:xfrm>
              <a:custGeom>
                <a:avLst/>
                <a:gdLst>
                  <a:gd name="T0" fmla="*/ 62 w 123"/>
                  <a:gd name="T1" fmla="*/ 114 h 120"/>
                  <a:gd name="T2" fmla="*/ 17 w 123"/>
                  <a:gd name="T3" fmla="*/ 93 h 120"/>
                  <a:gd name="T4" fmla="*/ 6 w 123"/>
                  <a:gd name="T5" fmla="*/ 60 h 120"/>
                  <a:gd name="T6" fmla="*/ 28 w 123"/>
                  <a:gd name="T7" fmla="*/ 17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4"/>
                      <a:pt x="14" y="27"/>
                      <a:pt x="28" y="17"/>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9" name="Freeform 1204">
                <a:extLst>
                  <a:ext uri="{FF2B5EF4-FFF2-40B4-BE49-F238E27FC236}">
                    <a16:creationId xmlns:a16="http://schemas.microsoft.com/office/drawing/2014/main" id="{309AF0B0-3A7E-46CD-A197-A1BCD813A414}"/>
                  </a:ext>
                </a:extLst>
              </p:cNvPr>
              <p:cNvSpPr>
                <a:spLocks noEditPoints="1"/>
              </p:cNvSpPr>
              <p:nvPr userDrawn="1"/>
            </p:nvSpPr>
            <p:spPr bwMode="auto">
              <a:xfrm>
                <a:off x="-4202" y="2862"/>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7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7"/>
                      <a:pt x="21" y="7"/>
                      <a:pt x="21" y="7"/>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9"/>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0" name="Freeform 1205">
                <a:extLst>
                  <a:ext uri="{FF2B5EF4-FFF2-40B4-BE49-F238E27FC236}">
                    <a16:creationId xmlns:a16="http://schemas.microsoft.com/office/drawing/2014/main" id="{0F50B450-9D4D-4CA8-B65F-DFBB838EBE18}"/>
                  </a:ext>
                </a:extLst>
              </p:cNvPr>
              <p:cNvSpPr>
                <a:spLocks noEditPoints="1"/>
              </p:cNvSpPr>
              <p:nvPr userDrawn="1"/>
            </p:nvSpPr>
            <p:spPr bwMode="auto">
              <a:xfrm>
                <a:off x="-4185" y="2875"/>
                <a:ext cx="15" cy="15"/>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4" y="8"/>
                    </a:moveTo>
                    <a:cubicBezTo>
                      <a:pt x="16" y="6"/>
                      <a:pt x="16" y="6"/>
                      <a:pt x="16" y="6"/>
                    </a:cubicBezTo>
                    <a:cubicBezTo>
                      <a:pt x="14" y="8"/>
                      <a:pt x="14" y="8"/>
                      <a:pt x="14" y="8"/>
                    </a:cubicBezTo>
                    <a:cubicBezTo>
                      <a:pt x="14" y="9"/>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7"/>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0" y="20"/>
                      <a:pt x="10" y="20"/>
                      <a:pt x="10" y="20"/>
                    </a:cubicBezTo>
                    <a:cubicBezTo>
                      <a:pt x="13"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1" name="Freeform 1206">
                <a:extLst>
                  <a:ext uri="{FF2B5EF4-FFF2-40B4-BE49-F238E27FC236}">
                    <a16:creationId xmlns:a16="http://schemas.microsoft.com/office/drawing/2014/main" id="{95F48013-2875-4A36-9C25-530E90B84E09}"/>
                  </a:ext>
                </a:extLst>
              </p:cNvPr>
              <p:cNvSpPr>
                <a:spLocks noEditPoints="1"/>
              </p:cNvSpPr>
              <p:nvPr userDrawn="1"/>
            </p:nvSpPr>
            <p:spPr bwMode="auto">
              <a:xfrm>
                <a:off x="-4167" y="2874"/>
                <a:ext cx="12" cy="13"/>
              </a:xfrm>
              <a:custGeom>
                <a:avLst/>
                <a:gdLst>
                  <a:gd name="T0" fmla="*/ 9 w 17"/>
                  <a:gd name="T1" fmla="*/ 11 h 17"/>
                  <a:gd name="T2" fmla="*/ 6 w 17"/>
                  <a:gd name="T3" fmla="*/ 10 h 17"/>
                  <a:gd name="T4" fmla="*/ 6 w 17"/>
                  <a:gd name="T5" fmla="*/ 8 h 17"/>
                  <a:gd name="T6" fmla="*/ 7 w 17"/>
                  <a:gd name="T7" fmla="*/ 6 h 17"/>
                  <a:gd name="T8" fmla="*/ 9 w 17"/>
                  <a:gd name="T9" fmla="*/ 6 h 17"/>
                  <a:gd name="T10" fmla="*/ 11 w 17"/>
                  <a:gd name="T11" fmla="*/ 7 h 17"/>
                  <a:gd name="T12" fmla="*/ 11 w 17"/>
                  <a:gd name="T13" fmla="*/ 7 h 17"/>
                  <a:gd name="T14" fmla="*/ 11 w 17"/>
                  <a:gd name="T15" fmla="*/ 8 h 17"/>
                  <a:gd name="T16" fmla="*/ 10 w 17"/>
                  <a:gd name="T17" fmla="*/ 10 h 17"/>
                  <a:gd name="T18" fmla="*/ 9 w 17"/>
                  <a:gd name="T19" fmla="*/ 11 h 17"/>
                  <a:gd name="T20" fmla="*/ 9 w 17"/>
                  <a:gd name="T21" fmla="*/ 0 h 17"/>
                  <a:gd name="T22" fmla="*/ 9 w 17"/>
                  <a:gd name="T23" fmla="*/ 0 h 17"/>
                  <a:gd name="T24" fmla="*/ 3 w 17"/>
                  <a:gd name="T25" fmla="*/ 1 h 17"/>
                  <a:gd name="T26" fmla="*/ 0 w 17"/>
                  <a:gd name="T27" fmla="*/ 8 h 17"/>
                  <a:gd name="T28" fmla="*/ 2 w 17"/>
                  <a:gd name="T29" fmla="*/ 13 h 17"/>
                  <a:gd name="T30" fmla="*/ 9 w 17"/>
                  <a:gd name="T31" fmla="*/ 17 h 17"/>
                  <a:gd name="T32" fmla="*/ 9 w 17"/>
                  <a:gd name="T33" fmla="*/ 17 h 17"/>
                  <a:gd name="T34" fmla="*/ 14 w 17"/>
                  <a:gd name="T35" fmla="*/ 15 h 17"/>
                  <a:gd name="T36" fmla="*/ 17 w 17"/>
                  <a:gd name="T37" fmla="*/ 8 h 17"/>
                  <a:gd name="T38" fmla="*/ 16 w 17"/>
                  <a:gd name="T39" fmla="*/ 3 h 17"/>
                  <a:gd name="T40" fmla="*/ 13 w 17"/>
                  <a:gd name="T41" fmla="*/ 5 h 17"/>
                  <a:gd name="T42" fmla="*/ 16 w 17"/>
                  <a:gd name="T43" fmla="*/ 3 h 17"/>
                  <a:gd name="T44" fmla="*/ 9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9" y="11"/>
                    </a:moveTo>
                    <a:cubicBezTo>
                      <a:pt x="8" y="11"/>
                      <a:pt x="7" y="10"/>
                      <a:pt x="6" y="10"/>
                    </a:cubicBezTo>
                    <a:cubicBezTo>
                      <a:pt x="6" y="9"/>
                      <a:pt x="6" y="9"/>
                      <a:pt x="6" y="8"/>
                    </a:cubicBezTo>
                    <a:cubicBezTo>
                      <a:pt x="6" y="7"/>
                      <a:pt x="6" y="7"/>
                      <a:pt x="7" y="6"/>
                    </a:cubicBezTo>
                    <a:cubicBezTo>
                      <a:pt x="8" y="6"/>
                      <a:pt x="8" y="6"/>
                      <a:pt x="9" y="6"/>
                    </a:cubicBezTo>
                    <a:cubicBezTo>
                      <a:pt x="10" y="6"/>
                      <a:pt x="10" y="6"/>
                      <a:pt x="11" y="7"/>
                    </a:cubicBezTo>
                    <a:cubicBezTo>
                      <a:pt x="11" y="7"/>
                      <a:pt x="11" y="7"/>
                      <a:pt x="11" y="7"/>
                    </a:cubicBezTo>
                    <a:cubicBezTo>
                      <a:pt x="11" y="7"/>
                      <a:pt x="11" y="8"/>
                      <a:pt x="11" y="8"/>
                    </a:cubicBezTo>
                    <a:cubicBezTo>
                      <a:pt x="11" y="9"/>
                      <a:pt x="11" y="10"/>
                      <a:pt x="10" y="10"/>
                    </a:cubicBezTo>
                    <a:cubicBezTo>
                      <a:pt x="10" y="11"/>
                      <a:pt x="9" y="11"/>
                      <a:pt x="9" y="11"/>
                    </a:cubicBezTo>
                    <a:moveTo>
                      <a:pt x="9" y="0"/>
                    </a:moveTo>
                    <a:cubicBezTo>
                      <a:pt x="9" y="0"/>
                      <a:pt x="9" y="0"/>
                      <a:pt x="9" y="0"/>
                    </a:cubicBezTo>
                    <a:cubicBezTo>
                      <a:pt x="7" y="0"/>
                      <a:pt x="5" y="0"/>
                      <a:pt x="3" y="1"/>
                    </a:cubicBezTo>
                    <a:cubicBezTo>
                      <a:pt x="1" y="3"/>
                      <a:pt x="0" y="6"/>
                      <a:pt x="0" y="8"/>
                    </a:cubicBezTo>
                    <a:cubicBezTo>
                      <a:pt x="0" y="10"/>
                      <a:pt x="1" y="12"/>
                      <a:pt x="2" y="13"/>
                    </a:cubicBezTo>
                    <a:cubicBezTo>
                      <a:pt x="3" y="16"/>
                      <a:pt x="6" y="17"/>
                      <a:pt x="9" y="17"/>
                    </a:cubicBezTo>
                    <a:cubicBezTo>
                      <a:pt x="9" y="17"/>
                      <a:pt x="9" y="17"/>
                      <a:pt x="9" y="17"/>
                    </a:cubicBezTo>
                    <a:cubicBezTo>
                      <a:pt x="10" y="17"/>
                      <a:pt x="12" y="16"/>
                      <a:pt x="14" y="15"/>
                    </a:cubicBezTo>
                    <a:cubicBezTo>
                      <a:pt x="16" y="13"/>
                      <a:pt x="17" y="11"/>
                      <a:pt x="17" y="8"/>
                    </a:cubicBezTo>
                    <a:cubicBezTo>
                      <a:pt x="17" y="6"/>
                      <a:pt x="17" y="4"/>
                      <a:pt x="16" y="3"/>
                    </a:cubicBezTo>
                    <a:cubicBezTo>
                      <a:pt x="13" y="5"/>
                      <a:pt x="13" y="5"/>
                      <a:pt x="13" y="5"/>
                    </a:cubicBezTo>
                    <a:cubicBezTo>
                      <a:pt x="16" y="3"/>
                      <a:pt x="16" y="3"/>
                      <a:pt x="16" y="3"/>
                    </a:cubicBezTo>
                    <a:cubicBezTo>
                      <a:pt x="14"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2" name="Freeform 1207">
                <a:extLst>
                  <a:ext uri="{FF2B5EF4-FFF2-40B4-BE49-F238E27FC236}">
                    <a16:creationId xmlns:a16="http://schemas.microsoft.com/office/drawing/2014/main" id="{6014C824-A05C-482F-A159-914F1BF57185}"/>
                  </a:ext>
                </a:extLst>
              </p:cNvPr>
              <p:cNvSpPr>
                <a:spLocks/>
              </p:cNvSpPr>
              <p:nvPr userDrawn="1"/>
            </p:nvSpPr>
            <p:spPr bwMode="auto">
              <a:xfrm>
                <a:off x="-4945" y="2613"/>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2"/>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4"/>
                      <a:pt x="192" y="163"/>
                      <a:pt x="166" y="182"/>
                    </a:cubicBezTo>
                    <a:cubicBezTo>
                      <a:pt x="148" y="196"/>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3" name="Freeform 1208">
                <a:extLst>
                  <a:ext uri="{FF2B5EF4-FFF2-40B4-BE49-F238E27FC236}">
                    <a16:creationId xmlns:a16="http://schemas.microsoft.com/office/drawing/2014/main" id="{7AFDEAD3-8467-415D-B2F1-8C2CAB32F84E}"/>
                  </a:ext>
                </a:extLst>
              </p:cNvPr>
              <p:cNvSpPr>
                <a:spLocks noEditPoints="1"/>
              </p:cNvSpPr>
              <p:nvPr userDrawn="1"/>
            </p:nvSpPr>
            <p:spPr bwMode="auto">
              <a:xfrm>
                <a:off x="-4800" y="2735"/>
                <a:ext cx="31" cy="31"/>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9"/>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7"/>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4" name="Freeform 1209">
                <a:extLst>
                  <a:ext uri="{FF2B5EF4-FFF2-40B4-BE49-F238E27FC236}">
                    <a16:creationId xmlns:a16="http://schemas.microsoft.com/office/drawing/2014/main" id="{BF8EDABF-4791-4805-803C-6AC84508F52C}"/>
                  </a:ext>
                </a:extLst>
              </p:cNvPr>
              <p:cNvSpPr>
                <a:spLocks/>
              </p:cNvSpPr>
              <p:nvPr userDrawn="1"/>
            </p:nvSpPr>
            <p:spPr bwMode="auto">
              <a:xfrm>
                <a:off x="-4770" y="2759"/>
                <a:ext cx="24" cy="22"/>
              </a:xfrm>
              <a:custGeom>
                <a:avLst/>
                <a:gdLst>
                  <a:gd name="T0" fmla="*/ 15 w 31"/>
                  <a:gd name="T1" fmla="*/ 0 h 30"/>
                  <a:gd name="T2" fmla="*/ 15 w 31"/>
                  <a:gd name="T3" fmla="*/ 0 h 30"/>
                  <a:gd name="T4" fmla="*/ 6 w 31"/>
                  <a:gd name="T5" fmla="*/ 3 h 30"/>
                  <a:gd name="T6" fmla="*/ 0 w 31"/>
                  <a:gd name="T7" fmla="*/ 15 h 30"/>
                  <a:gd name="T8" fmla="*/ 3 w 31"/>
                  <a:gd name="T9" fmla="*/ 24 h 30"/>
                  <a:gd name="T10" fmla="*/ 15 w 31"/>
                  <a:gd name="T11" fmla="*/ 30 h 30"/>
                  <a:gd name="T12" fmla="*/ 16 w 31"/>
                  <a:gd name="T13" fmla="*/ 30 h 30"/>
                  <a:gd name="T14" fmla="*/ 25 w 31"/>
                  <a:gd name="T15" fmla="*/ 27 h 30"/>
                  <a:gd name="T16" fmla="*/ 31 w 31"/>
                  <a:gd name="T17" fmla="*/ 15 h 30"/>
                  <a:gd name="T18" fmla="*/ 28 w 31"/>
                  <a:gd name="T19" fmla="*/ 6 h 30"/>
                  <a:gd name="T20" fmla="*/ 25 w 31"/>
                  <a:gd name="T21" fmla="*/ 7 h 30"/>
                  <a:gd name="T22" fmla="*/ 23 w 31"/>
                  <a:gd name="T23" fmla="*/ 9 h 30"/>
                  <a:gd name="T24" fmla="*/ 25 w 31"/>
                  <a:gd name="T25" fmla="*/ 15 h 30"/>
                  <a:gd name="T26" fmla="*/ 21 w 31"/>
                  <a:gd name="T27" fmla="*/ 22 h 30"/>
                  <a:gd name="T28" fmla="*/ 16 w 31"/>
                  <a:gd name="T29" fmla="*/ 24 h 30"/>
                  <a:gd name="T30" fmla="*/ 8 w 31"/>
                  <a:gd name="T31" fmla="*/ 20 h 30"/>
                  <a:gd name="T32" fmla="*/ 6 w 31"/>
                  <a:gd name="T33" fmla="*/ 15 h 30"/>
                  <a:gd name="T34" fmla="*/ 10 w 31"/>
                  <a:gd name="T35" fmla="*/ 7 h 30"/>
                  <a:gd name="T36" fmla="*/ 15 w 31"/>
                  <a:gd name="T37" fmla="*/ 6 h 30"/>
                  <a:gd name="T38" fmla="*/ 23 w 31"/>
                  <a:gd name="T39" fmla="*/ 9 h 30"/>
                  <a:gd name="T40" fmla="*/ 25 w 31"/>
                  <a:gd name="T41" fmla="*/ 7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cubicBezTo>
                      <a:pt x="13" y="24"/>
                      <a:pt x="10" y="23"/>
                      <a:pt x="8" y="20"/>
                    </a:cubicBezTo>
                    <a:cubicBezTo>
                      <a:pt x="7" y="19"/>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345" name="Freeform 1211">
              <a:extLst>
                <a:ext uri="{FF2B5EF4-FFF2-40B4-BE49-F238E27FC236}">
                  <a16:creationId xmlns:a16="http://schemas.microsoft.com/office/drawing/2014/main" id="{B179BE57-D389-4015-901B-DF04A50ED3C6}"/>
                </a:ext>
              </a:extLst>
            </p:cNvPr>
            <p:cNvSpPr>
              <a:spLocks/>
            </p:cNvSpPr>
            <p:nvPr userDrawn="1"/>
          </p:nvSpPr>
          <p:spPr bwMode="auto">
            <a:xfrm>
              <a:off x="210979" y="5124652"/>
              <a:ext cx="40138" cy="36124"/>
            </a:xfrm>
            <a:custGeom>
              <a:avLst/>
              <a:gdLst>
                <a:gd name="T0" fmla="*/ 13 w 26"/>
                <a:gd name="T1" fmla="*/ 0 h 25"/>
                <a:gd name="T2" fmla="*/ 13 w 26"/>
                <a:gd name="T3" fmla="*/ 0 h 25"/>
                <a:gd name="T4" fmla="*/ 5 w 26"/>
                <a:gd name="T5" fmla="*/ 2 h 25"/>
                <a:gd name="T6" fmla="*/ 0 w 26"/>
                <a:gd name="T7" fmla="*/ 12 h 25"/>
                <a:gd name="T8" fmla="*/ 2 w 26"/>
                <a:gd name="T9" fmla="*/ 20 h 25"/>
                <a:gd name="T10" fmla="*/ 13 w 26"/>
                <a:gd name="T11" fmla="*/ 25 h 25"/>
                <a:gd name="T12" fmla="*/ 13 w 26"/>
                <a:gd name="T13" fmla="*/ 25 h 25"/>
                <a:gd name="T14" fmla="*/ 21 w 26"/>
                <a:gd name="T15" fmla="*/ 23 h 25"/>
                <a:gd name="T16" fmla="*/ 26 w 26"/>
                <a:gd name="T17" fmla="*/ 12 h 25"/>
                <a:gd name="T18" fmla="*/ 23 w 26"/>
                <a:gd name="T19" fmla="*/ 5 h 25"/>
                <a:gd name="T20" fmla="*/ 21 w 26"/>
                <a:gd name="T21" fmla="*/ 6 h 25"/>
                <a:gd name="T22" fmla="*/ 19 w 26"/>
                <a:gd name="T23" fmla="*/ 8 h 25"/>
                <a:gd name="T24" fmla="*/ 20 w 26"/>
                <a:gd name="T25" fmla="*/ 12 h 25"/>
                <a:gd name="T26" fmla="*/ 17 w 26"/>
                <a:gd name="T27" fmla="*/ 18 h 25"/>
                <a:gd name="T28" fmla="*/ 13 w 26"/>
                <a:gd name="T29" fmla="*/ 19 h 25"/>
                <a:gd name="T30" fmla="*/ 7 w 26"/>
                <a:gd name="T31" fmla="*/ 17 h 25"/>
                <a:gd name="T32" fmla="*/ 6 w 26"/>
                <a:gd name="T33" fmla="*/ 12 h 25"/>
                <a:gd name="T34" fmla="*/ 9 w 26"/>
                <a:gd name="T35" fmla="*/ 7 h 25"/>
                <a:gd name="T36" fmla="*/ 13 w 26"/>
                <a:gd name="T37" fmla="*/ 6 h 25"/>
                <a:gd name="T38" fmla="*/ 19 w 26"/>
                <a:gd name="T39" fmla="*/ 8 h 25"/>
                <a:gd name="T40" fmla="*/ 21 w 26"/>
                <a:gd name="T41" fmla="*/ 6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0"/>
                  </a:moveTo>
                  <a:cubicBezTo>
                    <a:pt x="13" y="0"/>
                    <a:pt x="13" y="0"/>
                    <a:pt x="13" y="0"/>
                  </a:cubicBezTo>
                  <a:cubicBezTo>
                    <a:pt x="10" y="0"/>
                    <a:pt x="7" y="0"/>
                    <a:pt x="5" y="2"/>
                  </a:cubicBezTo>
                  <a:cubicBezTo>
                    <a:pt x="2" y="5"/>
                    <a:pt x="0" y="9"/>
                    <a:pt x="0" y="12"/>
                  </a:cubicBezTo>
                  <a:cubicBezTo>
                    <a:pt x="0" y="15"/>
                    <a:pt x="1" y="18"/>
                    <a:pt x="2" y="20"/>
                  </a:cubicBezTo>
                  <a:cubicBezTo>
                    <a:pt x="5" y="24"/>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7"/>
                    <a:pt x="17" y="18"/>
                  </a:cubicBezTo>
                  <a:cubicBezTo>
                    <a:pt x="16" y="19"/>
                    <a:pt x="14" y="19"/>
                    <a:pt x="13" y="19"/>
                  </a:cubicBezTo>
                  <a:cubicBezTo>
                    <a:pt x="11" y="19"/>
                    <a:pt x="9" y="18"/>
                    <a:pt x="7" y="17"/>
                  </a:cubicBezTo>
                  <a:cubicBezTo>
                    <a:pt x="6" y="15"/>
                    <a:pt x="6" y="14"/>
                    <a:pt x="6" y="12"/>
                  </a:cubicBezTo>
                  <a:cubicBezTo>
                    <a:pt x="6" y="10"/>
                    <a:pt x="7" y="8"/>
                    <a:pt x="9" y="7"/>
                  </a:cubicBezTo>
                  <a:cubicBezTo>
                    <a:pt x="10" y="6"/>
                    <a:pt x="11" y="6"/>
                    <a:pt x="13" y="6"/>
                  </a:cubicBezTo>
                  <a:cubicBezTo>
                    <a:pt x="15" y="6"/>
                    <a:pt x="17" y="7"/>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6" name="Freeform 1212">
              <a:extLst>
                <a:ext uri="{FF2B5EF4-FFF2-40B4-BE49-F238E27FC236}">
                  <a16:creationId xmlns:a16="http://schemas.microsoft.com/office/drawing/2014/main" id="{06B557D0-C2EA-46AF-BE91-6DB9EB681CCC}"/>
                </a:ext>
              </a:extLst>
            </p:cNvPr>
            <p:cNvSpPr>
              <a:spLocks/>
            </p:cNvSpPr>
            <p:nvPr userDrawn="1"/>
          </p:nvSpPr>
          <p:spPr bwMode="auto">
            <a:xfrm>
              <a:off x="1009730" y="4514550"/>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10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10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10"/>
                    <a:pt x="71" y="10"/>
                    <a:pt x="71" y="10"/>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10"/>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7" name="Freeform 1213">
              <a:extLst>
                <a:ext uri="{FF2B5EF4-FFF2-40B4-BE49-F238E27FC236}">
                  <a16:creationId xmlns:a16="http://schemas.microsoft.com/office/drawing/2014/main" id="{E71170AB-5843-49F2-89D2-8036265FEDFD}"/>
                </a:ext>
              </a:extLst>
            </p:cNvPr>
            <p:cNvSpPr>
              <a:spLocks/>
            </p:cNvSpPr>
            <p:nvPr userDrawn="1"/>
          </p:nvSpPr>
          <p:spPr bwMode="auto">
            <a:xfrm>
              <a:off x="989661" y="4516557"/>
              <a:ext cx="34118" cy="34118"/>
            </a:xfrm>
            <a:custGeom>
              <a:avLst/>
              <a:gdLst>
                <a:gd name="T0" fmla="*/ 11 w 23"/>
                <a:gd name="T1" fmla="*/ 0 h 23"/>
                <a:gd name="T2" fmla="*/ 5 w 23"/>
                <a:gd name="T3" fmla="*/ 2 h 23"/>
                <a:gd name="T4" fmla="*/ 0 w 23"/>
                <a:gd name="T5" fmla="*/ 8 h 23"/>
                <a:gd name="T6" fmla="*/ 0 w 23"/>
                <a:gd name="T7" fmla="*/ 11 h 23"/>
                <a:gd name="T8" fmla="*/ 8 w 23"/>
                <a:gd name="T9" fmla="*/ 22 h 23"/>
                <a:gd name="T10" fmla="*/ 12 w 23"/>
                <a:gd name="T11" fmla="*/ 23 h 23"/>
                <a:gd name="T12" fmla="*/ 18 w 23"/>
                <a:gd name="T13" fmla="*/ 21 h 23"/>
                <a:gd name="T14" fmla="*/ 23 w 23"/>
                <a:gd name="T15" fmla="*/ 16 h 23"/>
                <a:gd name="T16" fmla="*/ 23 w 23"/>
                <a:gd name="T17" fmla="*/ 12 h 23"/>
                <a:gd name="T18" fmla="*/ 15 w 23"/>
                <a:gd name="T19" fmla="*/ 1 h 23"/>
                <a:gd name="T20" fmla="*/ 14 w 23"/>
                <a:gd name="T21" fmla="*/ 4 h 23"/>
                <a:gd name="T22" fmla="*/ 13 w 23"/>
                <a:gd name="T23" fmla="*/ 7 h 23"/>
                <a:gd name="T24" fmla="*/ 17 w 23"/>
                <a:gd name="T25" fmla="*/ 12 h 23"/>
                <a:gd name="T26" fmla="*/ 17 w 23"/>
                <a:gd name="T27" fmla="*/ 14 h 23"/>
                <a:gd name="T28" fmla="*/ 15 w 23"/>
                <a:gd name="T29" fmla="*/ 16 h 23"/>
                <a:gd name="T30" fmla="*/ 12 w 23"/>
                <a:gd name="T31" fmla="*/ 17 h 23"/>
                <a:gd name="T32" fmla="*/ 10 w 23"/>
                <a:gd name="T33" fmla="*/ 17 h 23"/>
                <a:gd name="T34" fmla="*/ 6 w 23"/>
                <a:gd name="T35" fmla="*/ 11 h 23"/>
                <a:gd name="T36" fmla="*/ 6 w 23"/>
                <a:gd name="T37" fmla="*/ 10 h 23"/>
                <a:gd name="T38" fmla="*/ 8 w 23"/>
                <a:gd name="T39" fmla="*/ 7 h 23"/>
                <a:gd name="T40" fmla="*/ 11 w 23"/>
                <a:gd name="T41" fmla="*/ 6 h 23"/>
                <a:gd name="T42" fmla="*/ 13 w 23"/>
                <a:gd name="T43" fmla="*/ 7 h 23"/>
                <a:gd name="T44" fmla="*/ 14 w 23"/>
                <a:gd name="T45" fmla="*/ 4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1" y="0"/>
                  </a:moveTo>
                  <a:cubicBezTo>
                    <a:pt x="9" y="0"/>
                    <a:pt x="6" y="1"/>
                    <a:pt x="5" y="2"/>
                  </a:cubicBezTo>
                  <a:cubicBezTo>
                    <a:pt x="3" y="4"/>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cubicBezTo>
                    <a:pt x="14" y="4"/>
                    <a:pt x="14" y="4"/>
                    <a:pt x="14" y="4"/>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8" name="Freeform 1214">
              <a:extLst>
                <a:ext uri="{FF2B5EF4-FFF2-40B4-BE49-F238E27FC236}">
                  <a16:creationId xmlns:a16="http://schemas.microsoft.com/office/drawing/2014/main" id="{A3A9C57E-E715-42B9-9296-84FCED211454}"/>
                </a:ext>
              </a:extLst>
            </p:cNvPr>
            <p:cNvSpPr>
              <a:spLocks/>
            </p:cNvSpPr>
            <p:nvPr userDrawn="1"/>
          </p:nvSpPr>
          <p:spPr bwMode="auto">
            <a:xfrm>
              <a:off x="965578" y="4502509"/>
              <a:ext cx="28097" cy="26090"/>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3"/>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9" name="Freeform 1215">
              <a:extLst>
                <a:ext uri="{FF2B5EF4-FFF2-40B4-BE49-F238E27FC236}">
                  <a16:creationId xmlns:a16="http://schemas.microsoft.com/office/drawing/2014/main" id="{B99FA13E-40E5-4A03-8168-5D6DC02CECAE}"/>
                </a:ext>
              </a:extLst>
            </p:cNvPr>
            <p:cNvSpPr>
              <a:spLocks noEditPoints="1"/>
            </p:cNvSpPr>
            <p:nvPr userDrawn="1"/>
          </p:nvSpPr>
          <p:spPr bwMode="auto">
            <a:xfrm>
              <a:off x="963571" y="4478426"/>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3 w 16"/>
                <a:gd name="T33" fmla="*/ 1 h 15"/>
                <a:gd name="T34" fmla="*/ 0 w 16"/>
                <a:gd name="T35" fmla="*/ 5 h 15"/>
                <a:gd name="T36" fmla="*/ 0 w 16"/>
                <a:gd name="T37" fmla="*/ 7 h 15"/>
                <a:gd name="T38" fmla="*/ 5 w 16"/>
                <a:gd name="T39" fmla="*/ 15 h 15"/>
                <a:gd name="T40" fmla="*/ 8 w 16"/>
                <a:gd name="T41" fmla="*/ 15 h 15"/>
                <a:gd name="T42" fmla="*/ 8 w 16"/>
                <a:gd name="T43" fmla="*/ 15 h 15"/>
                <a:gd name="T44" fmla="*/ 13 w 16"/>
                <a:gd name="T45" fmla="*/ 14 h 15"/>
                <a:gd name="T46" fmla="*/ 15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1"/>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0" name="Freeform 1216">
              <a:extLst>
                <a:ext uri="{FF2B5EF4-FFF2-40B4-BE49-F238E27FC236}">
                  <a16:creationId xmlns:a16="http://schemas.microsoft.com/office/drawing/2014/main" id="{600344CB-3AC2-4DFB-B838-90A7A9E1FD93}"/>
                </a:ext>
              </a:extLst>
            </p:cNvPr>
            <p:cNvSpPr>
              <a:spLocks/>
            </p:cNvSpPr>
            <p:nvPr userDrawn="1"/>
          </p:nvSpPr>
          <p:spPr bwMode="auto">
            <a:xfrm>
              <a:off x="202951" y="3888394"/>
              <a:ext cx="118408" cy="110381"/>
            </a:xfrm>
            <a:custGeom>
              <a:avLst/>
              <a:gdLst>
                <a:gd name="T0" fmla="*/ 38 w 79"/>
                <a:gd name="T1" fmla="*/ 0 h 73"/>
                <a:gd name="T2" fmla="*/ 38 w 79"/>
                <a:gd name="T3" fmla="*/ 0 h 73"/>
                <a:gd name="T4" fmla="*/ 16 w 79"/>
                <a:gd name="T5" fmla="*/ 6 h 73"/>
                <a:gd name="T6" fmla="*/ 10 w 79"/>
                <a:gd name="T7" fmla="*/ 12 h 73"/>
                <a:gd name="T8" fmla="*/ 9 w 79"/>
                <a:gd name="T9" fmla="*/ 13 h 73"/>
                <a:gd name="T10" fmla="*/ 6 w 79"/>
                <a:gd name="T11" fmla="*/ 17 h 73"/>
                <a:gd name="T12" fmla="*/ 6 w 79"/>
                <a:gd name="T13" fmla="*/ 17 h 73"/>
                <a:gd name="T14" fmla="*/ 3 w 79"/>
                <a:gd name="T15" fmla="*/ 23 h 73"/>
                <a:gd name="T16" fmla="*/ 0 w 79"/>
                <a:gd name="T17" fmla="*/ 35 h 73"/>
                <a:gd name="T18" fmla="*/ 27 w 79"/>
                <a:gd name="T19" fmla="*/ 70 h 73"/>
                <a:gd name="T20" fmla="*/ 41 w 79"/>
                <a:gd name="T21" fmla="*/ 73 h 73"/>
                <a:gd name="T22" fmla="*/ 63 w 79"/>
                <a:gd name="T23" fmla="*/ 67 h 73"/>
                <a:gd name="T24" fmla="*/ 76 w 79"/>
                <a:gd name="T25" fmla="*/ 50 h 73"/>
                <a:gd name="T26" fmla="*/ 79 w 79"/>
                <a:gd name="T27" fmla="*/ 38 h 73"/>
                <a:gd name="T28" fmla="*/ 52 w 79"/>
                <a:gd name="T29" fmla="*/ 3 h 73"/>
                <a:gd name="T30" fmla="*/ 51 w 79"/>
                <a:gd name="T31" fmla="*/ 5 h 73"/>
                <a:gd name="T32" fmla="*/ 50 w 79"/>
                <a:gd name="T33" fmla="*/ 8 h 73"/>
                <a:gd name="T34" fmla="*/ 73 w 79"/>
                <a:gd name="T35" fmla="*/ 38 h 73"/>
                <a:gd name="T36" fmla="*/ 71 w 79"/>
                <a:gd name="T37" fmla="*/ 48 h 73"/>
                <a:gd name="T38" fmla="*/ 59 w 79"/>
                <a:gd name="T39" fmla="*/ 62 h 73"/>
                <a:gd name="T40" fmla="*/ 41 w 79"/>
                <a:gd name="T41" fmla="*/ 67 h 73"/>
                <a:gd name="T42" fmla="*/ 29 w 79"/>
                <a:gd name="T43" fmla="*/ 65 h 73"/>
                <a:gd name="T44" fmla="*/ 6 w 79"/>
                <a:gd name="T45" fmla="*/ 35 h 73"/>
                <a:gd name="T46" fmla="*/ 8 w 79"/>
                <a:gd name="T47" fmla="*/ 25 h 73"/>
                <a:gd name="T48" fmla="*/ 20 w 79"/>
                <a:gd name="T49" fmla="*/ 11 h 73"/>
                <a:gd name="T50" fmla="*/ 38 w 79"/>
                <a:gd name="T51" fmla="*/ 6 h 73"/>
                <a:gd name="T52" fmla="*/ 50 w 79"/>
                <a:gd name="T53" fmla="*/ 8 h 73"/>
                <a:gd name="T54" fmla="*/ 51 w 79"/>
                <a:gd name="T55" fmla="*/ 5 h 73"/>
                <a:gd name="T56" fmla="*/ 52 w 79"/>
                <a:gd name="T57" fmla="*/ 3 h 73"/>
                <a:gd name="T58" fmla="*/ 38 w 79"/>
                <a:gd name="T5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3">
                  <a:moveTo>
                    <a:pt x="38" y="0"/>
                  </a:moveTo>
                  <a:cubicBezTo>
                    <a:pt x="38" y="0"/>
                    <a:pt x="38" y="0"/>
                    <a:pt x="38" y="0"/>
                  </a:cubicBez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4"/>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5"/>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1" name="Freeform 1217">
              <a:extLst>
                <a:ext uri="{FF2B5EF4-FFF2-40B4-BE49-F238E27FC236}">
                  <a16:creationId xmlns:a16="http://schemas.microsoft.com/office/drawing/2014/main" id="{83692BA7-4568-407B-A1C7-EF3EA841F2C8}"/>
                </a:ext>
              </a:extLst>
            </p:cNvPr>
            <p:cNvSpPr>
              <a:spLocks/>
            </p:cNvSpPr>
            <p:nvPr userDrawn="1"/>
          </p:nvSpPr>
          <p:spPr bwMode="auto">
            <a:xfrm>
              <a:off x="188902" y="3890400"/>
              <a:ext cx="28097" cy="26090"/>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0 w 19"/>
                <a:gd name="T19" fmla="*/ 17 h 17"/>
                <a:gd name="T20" fmla="*/ 15 w 19"/>
                <a:gd name="T21" fmla="*/ 16 h 17"/>
                <a:gd name="T22" fmla="*/ 19 w 19"/>
                <a:gd name="T23" fmla="*/ 11 h 17"/>
                <a:gd name="T24" fmla="*/ 19 w 19"/>
                <a:gd name="T25" fmla="*/ 9 h 17"/>
                <a:gd name="T26" fmla="*/ 13 w 19"/>
                <a:gd name="T27" fmla="*/ 0 h 17"/>
                <a:gd name="T28" fmla="*/ 12 w 19"/>
                <a:gd name="T29" fmla="*/ 3 h 17"/>
                <a:gd name="T30" fmla="*/ 11 w 19"/>
                <a:gd name="T31" fmla="*/ 6 h 17"/>
                <a:gd name="T32" fmla="*/ 13 w 19"/>
                <a:gd name="T33" fmla="*/ 9 h 17"/>
                <a:gd name="T34" fmla="*/ 13 w 19"/>
                <a:gd name="T35" fmla="*/ 10 h 17"/>
                <a:gd name="T36" fmla="*/ 12 w 19"/>
                <a:gd name="T37" fmla="*/ 11 h 17"/>
                <a:gd name="T38" fmla="*/ 10 w 19"/>
                <a:gd name="T39" fmla="*/ 11 h 17"/>
                <a:gd name="T40" fmla="*/ 10 w 19"/>
                <a:gd name="T41" fmla="*/ 11 h 17"/>
                <a:gd name="T42" fmla="*/ 9 w 19"/>
                <a:gd name="T43" fmla="*/ 11 h 17"/>
                <a:gd name="T44" fmla="*/ 6 w 19"/>
                <a:gd name="T45" fmla="*/ 8 h 17"/>
                <a:gd name="T46" fmla="*/ 7 w 19"/>
                <a:gd name="T47" fmla="*/ 8 h 17"/>
                <a:gd name="T48" fmla="*/ 8 w 19"/>
                <a:gd name="T49" fmla="*/ 6 h 17"/>
                <a:gd name="T50" fmla="*/ 9 w 19"/>
                <a:gd name="T51" fmla="*/ 6 h 17"/>
                <a:gd name="T52" fmla="*/ 9 w 19"/>
                <a:gd name="T53" fmla="*/ 6 h 17"/>
                <a:gd name="T54" fmla="*/ 11 w 19"/>
                <a:gd name="T55" fmla="*/ 6 h 17"/>
                <a:gd name="T56" fmla="*/ 12 w 19"/>
                <a:gd name="T57" fmla="*/ 3 h 17"/>
                <a:gd name="T58" fmla="*/ 13 w 19"/>
                <a:gd name="T59" fmla="*/ 0 h 17"/>
                <a:gd name="T60" fmla="*/ 9 w 19"/>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0" y="17"/>
                    <a:pt x="10" y="17"/>
                    <a:pt x="10" y="17"/>
                  </a:cubicBezTo>
                  <a:cubicBezTo>
                    <a:pt x="12" y="17"/>
                    <a:pt x="13" y="17"/>
                    <a:pt x="15" y="16"/>
                  </a:cubicBezTo>
                  <a:cubicBezTo>
                    <a:pt x="16" y="14"/>
                    <a:pt x="17" y="12"/>
                    <a:pt x="19" y="11"/>
                  </a:cubicBezTo>
                  <a:cubicBezTo>
                    <a:pt x="19" y="10"/>
                    <a:pt x="19" y="10"/>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1"/>
                    <a:pt x="6" y="9"/>
                    <a:pt x="6" y="8"/>
                  </a:cubicBezTo>
                  <a:cubicBezTo>
                    <a:pt x="7" y="8"/>
                    <a:pt x="7" y="8"/>
                    <a:pt x="7" y="8"/>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2" name="Freeform 1218">
              <a:extLst>
                <a:ext uri="{FF2B5EF4-FFF2-40B4-BE49-F238E27FC236}">
                  <a16:creationId xmlns:a16="http://schemas.microsoft.com/office/drawing/2014/main" id="{27B92047-DD32-4AA1-B9F4-0A9342880EA0}"/>
                </a:ext>
              </a:extLst>
            </p:cNvPr>
            <p:cNvSpPr>
              <a:spLocks/>
            </p:cNvSpPr>
            <p:nvPr userDrawn="1"/>
          </p:nvSpPr>
          <p:spPr bwMode="auto">
            <a:xfrm>
              <a:off x="210979" y="3906455"/>
              <a:ext cx="6021" cy="8028"/>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3" name="Freeform 1219">
              <a:extLst>
                <a:ext uri="{FF2B5EF4-FFF2-40B4-BE49-F238E27FC236}">
                  <a16:creationId xmlns:a16="http://schemas.microsoft.com/office/drawing/2014/main" id="{C8416416-32A2-45CB-B794-7AAF2DB39A87}"/>
                </a:ext>
              </a:extLst>
            </p:cNvPr>
            <p:cNvSpPr>
              <a:spLocks/>
            </p:cNvSpPr>
            <p:nvPr userDrawn="1"/>
          </p:nvSpPr>
          <p:spPr bwMode="auto">
            <a:xfrm>
              <a:off x="174854" y="3880366"/>
              <a:ext cx="20069" cy="20069"/>
            </a:xfrm>
            <a:custGeom>
              <a:avLst/>
              <a:gdLst>
                <a:gd name="T0" fmla="*/ 8 w 14"/>
                <a:gd name="T1" fmla="*/ 0 h 14"/>
                <a:gd name="T2" fmla="*/ 5 w 14"/>
                <a:gd name="T3" fmla="*/ 1 h 14"/>
                <a:gd name="T4" fmla="*/ 3 w 14"/>
                <a:gd name="T5" fmla="*/ 1 h 14"/>
                <a:gd name="T6" fmla="*/ 3 w 14"/>
                <a:gd name="T7" fmla="*/ 1 h 14"/>
                <a:gd name="T8" fmla="*/ 0 w 14"/>
                <a:gd name="T9" fmla="*/ 4 h 14"/>
                <a:gd name="T10" fmla="*/ 0 w 14"/>
                <a:gd name="T11" fmla="*/ 7 h 14"/>
                <a:gd name="T12" fmla="*/ 5 w 14"/>
                <a:gd name="T13" fmla="*/ 13 h 14"/>
                <a:gd name="T14" fmla="*/ 7 w 14"/>
                <a:gd name="T15" fmla="*/ 14 h 14"/>
                <a:gd name="T16" fmla="*/ 11 w 14"/>
                <a:gd name="T17" fmla="*/ 13 h 14"/>
                <a:gd name="T18" fmla="*/ 11 w 14"/>
                <a:gd name="T19" fmla="*/ 12 h 14"/>
                <a:gd name="T20" fmla="*/ 14 w 14"/>
                <a:gd name="T21" fmla="*/ 8 h 14"/>
                <a:gd name="T22" fmla="*/ 14 w 14"/>
                <a:gd name="T23" fmla="*/ 7 h 14"/>
                <a:gd name="T24" fmla="*/ 9 w 14"/>
                <a:gd name="T25" fmla="*/ 0 h 14"/>
                <a:gd name="T26" fmla="*/ 8 w 14"/>
                <a:gd name="T27" fmla="*/ 3 h 14"/>
                <a:gd name="T28" fmla="*/ 7 w 14"/>
                <a:gd name="T29" fmla="*/ 6 h 14"/>
                <a:gd name="T30" fmla="*/ 8 w 14"/>
                <a:gd name="T31" fmla="*/ 7 h 14"/>
                <a:gd name="T32" fmla="*/ 8 w 14"/>
                <a:gd name="T33" fmla="*/ 7 h 14"/>
                <a:gd name="T34" fmla="*/ 8 w 14"/>
                <a:gd name="T35" fmla="*/ 8 h 14"/>
                <a:gd name="T36" fmla="*/ 7 w 14"/>
                <a:gd name="T37" fmla="*/ 8 h 14"/>
                <a:gd name="T38" fmla="*/ 7 w 14"/>
                <a:gd name="T39" fmla="*/ 8 h 14"/>
                <a:gd name="T40" fmla="*/ 6 w 14"/>
                <a:gd name="T41" fmla="*/ 7 h 14"/>
                <a:gd name="T42" fmla="*/ 6 w 14"/>
                <a:gd name="T43" fmla="*/ 6 h 14"/>
                <a:gd name="T44" fmla="*/ 6 w 14"/>
                <a:gd name="T45" fmla="*/ 6 h 14"/>
                <a:gd name="T46" fmla="*/ 7 w 14"/>
                <a:gd name="T47" fmla="*/ 6 h 14"/>
                <a:gd name="T48" fmla="*/ 7 w 14"/>
                <a:gd name="T49" fmla="*/ 6 h 14"/>
                <a:gd name="T50" fmla="*/ 8 w 14"/>
                <a:gd name="T51" fmla="*/ 3 h 14"/>
                <a:gd name="T52" fmla="*/ 9 w 14"/>
                <a:gd name="T53" fmla="*/ 0 h 14"/>
                <a:gd name="T54" fmla="*/ 8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0"/>
                  </a:moveTo>
                  <a:cubicBezTo>
                    <a:pt x="7" y="1"/>
                    <a:pt x="6"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4" name="Freeform 1220">
              <a:extLst>
                <a:ext uri="{FF2B5EF4-FFF2-40B4-BE49-F238E27FC236}">
                  <a16:creationId xmlns:a16="http://schemas.microsoft.com/office/drawing/2014/main" id="{7D3DA8D4-E0AA-45FA-B0CA-186F6C7A3B61}"/>
                </a:ext>
              </a:extLst>
            </p:cNvPr>
            <p:cNvSpPr>
              <a:spLocks/>
            </p:cNvSpPr>
            <p:nvPr userDrawn="1"/>
          </p:nvSpPr>
          <p:spPr bwMode="auto">
            <a:xfrm>
              <a:off x="190910" y="3892407"/>
              <a:ext cx="4014" cy="6021"/>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5" name="Freeform 1221">
              <a:extLst>
                <a:ext uri="{FF2B5EF4-FFF2-40B4-BE49-F238E27FC236}">
                  <a16:creationId xmlns:a16="http://schemas.microsoft.com/office/drawing/2014/main" id="{19197572-3E97-467A-A084-95C405CD28F2}"/>
                </a:ext>
              </a:extLst>
            </p:cNvPr>
            <p:cNvSpPr>
              <a:spLocks noEditPoints="1"/>
            </p:cNvSpPr>
            <p:nvPr userDrawn="1"/>
          </p:nvSpPr>
          <p:spPr bwMode="auto">
            <a:xfrm>
              <a:off x="170841" y="3862303"/>
              <a:ext cx="20069" cy="18063"/>
            </a:xfrm>
            <a:custGeom>
              <a:avLst/>
              <a:gdLst>
                <a:gd name="T0" fmla="*/ 6 w 13"/>
                <a:gd name="T1" fmla="*/ 7 h 13"/>
                <a:gd name="T2" fmla="*/ 6 w 13"/>
                <a:gd name="T3" fmla="*/ 7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7 h 13"/>
                <a:gd name="T20" fmla="*/ 7 w 13"/>
                <a:gd name="T21" fmla="*/ 0 h 13"/>
                <a:gd name="T22" fmla="*/ 3 w 13"/>
                <a:gd name="T23" fmla="*/ 1 h 13"/>
                <a:gd name="T24" fmla="*/ 1 w 13"/>
                <a:gd name="T25" fmla="*/ 4 h 13"/>
                <a:gd name="T26" fmla="*/ 0 w 13"/>
                <a:gd name="T27" fmla="*/ 7 h 13"/>
                <a:gd name="T28" fmla="*/ 5 w 13"/>
                <a:gd name="T29" fmla="*/ 13 h 13"/>
                <a:gd name="T30" fmla="*/ 5 w 13"/>
                <a:gd name="T31" fmla="*/ 13 h 13"/>
                <a:gd name="T32" fmla="*/ 9 w 13"/>
                <a:gd name="T33" fmla="*/ 12 h 13"/>
                <a:gd name="T34" fmla="*/ 9 w 13"/>
                <a:gd name="T35" fmla="*/ 12 h 13"/>
                <a:gd name="T36" fmla="*/ 10 w 13"/>
                <a:gd name="T37" fmla="*/ 12 h 13"/>
                <a:gd name="T38" fmla="*/ 10 w 13"/>
                <a:gd name="T39" fmla="*/ 12 h 13"/>
                <a:gd name="T40" fmla="*/ 13 w 13"/>
                <a:gd name="T41" fmla="*/ 9 h 13"/>
                <a:gd name="T42" fmla="*/ 13 w 13"/>
                <a:gd name="T43" fmla="*/ 7 h 13"/>
                <a:gd name="T44" fmla="*/ 9 w 13"/>
                <a:gd name="T45" fmla="*/ 1 h 13"/>
                <a:gd name="T46" fmla="*/ 8 w 13"/>
                <a:gd name="T47" fmla="*/ 4 h 13"/>
                <a:gd name="T48" fmla="*/ 9 w 13"/>
                <a:gd name="T49" fmla="*/ 1 h 13"/>
                <a:gd name="T50" fmla="*/ 7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6" y="7"/>
                  </a:moveTo>
                  <a:cubicBezTo>
                    <a:pt x="6" y="7"/>
                    <a:pt x="6" y="7"/>
                    <a:pt x="6" y="7"/>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moveTo>
                    <a:pt x="7" y="0"/>
                  </a:moveTo>
                  <a:cubicBezTo>
                    <a:pt x="5" y="0"/>
                    <a:pt x="4" y="1"/>
                    <a:pt x="3" y="1"/>
                  </a:cubicBezTo>
                  <a:cubicBezTo>
                    <a:pt x="2" y="2"/>
                    <a:pt x="1" y="3"/>
                    <a:pt x="1" y="4"/>
                  </a:cubicBezTo>
                  <a:cubicBezTo>
                    <a:pt x="0" y="5"/>
                    <a:pt x="0" y="6"/>
                    <a:pt x="0" y="7"/>
                  </a:cubicBezTo>
                  <a:cubicBezTo>
                    <a:pt x="0" y="9"/>
                    <a:pt x="2" y="12"/>
                    <a:pt x="5" y="13"/>
                  </a:cubicBezTo>
                  <a:cubicBezTo>
                    <a:pt x="5" y="13"/>
                    <a:pt x="5" y="13"/>
                    <a:pt x="5" y="13"/>
                  </a:cubicBezTo>
                  <a:cubicBezTo>
                    <a:pt x="6" y="12"/>
                    <a:pt x="8" y="12"/>
                    <a:pt x="9" y="12"/>
                  </a:cubicBezTo>
                  <a:cubicBezTo>
                    <a:pt x="9" y="12"/>
                    <a:pt x="9" y="12"/>
                    <a:pt x="9" y="12"/>
                  </a:cubicBezTo>
                  <a:cubicBezTo>
                    <a:pt x="9" y="12"/>
                    <a:pt x="10" y="12"/>
                    <a:pt x="10" y="12"/>
                  </a:cubicBezTo>
                  <a:cubicBezTo>
                    <a:pt x="10" y="12"/>
                    <a:pt x="10" y="12"/>
                    <a:pt x="10" y="12"/>
                  </a:cubicBezTo>
                  <a:cubicBezTo>
                    <a:pt x="11" y="11"/>
                    <a:pt x="12" y="10"/>
                    <a:pt x="13" y="9"/>
                  </a:cubicBezTo>
                  <a:cubicBezTo>
                    <a:pt x="13" y="8"/>
                    <a:pt x="13" y="8"/>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6" name="Freeform 1222">
              <a:extLst>
                <a:ext uri="{FF2B5EF4-FFF2-40B4-BE49-F238E27FC236}">
                  <a16:creationId xmlns:a16="http://schemas.microsoft.com/office/drawing/2014/main" id="{D0ABC53F-C719-4357-92C0-15990938201E}"/>
                </a:ext>
              </a:extLst>
            </p:cNvPr>
            <p:cNvSpPr>
              <a:spLocks/>
            </p:cNvSpPr>
            <p:nvPr userDrawn="1"/>
          </p:nvSpPr>
          <p:spPr bwMode="auto">
            <a:xfrm>
              <a:off x="178868" y="3880366"/>
              <a:ext cx="8028" cy="0"/>
            </a:xfrm>
            <a:custGeom>
              <a:avLst/>
              <a:gdLst>
                <a:gd name="T0" fmla="*/ 4 w 5"/>
                <a:gd name="T1" fmla="*/ 0 h 1"/>
                <a:gd name="T2" fmla="*/ 4 w 5"/>
                <a:gd name="T3" fmla="*/ 0 h 1"/>
                <a:gd name="T4" fmla="*/ 0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4" y="0"/>
                    <a:pt x="4" y="0"/>
                    <a:pt x="4" y="0"/>
                  </a:cubicBezTo>
                  <a:cubicBezTo>
                    <a:pt x="3" y="0"/>
                    <a:pt x="1" y="0"/>
                    <a:pt x="0" y="1"/>
                  </a:cubicBezTo>
                  <a:cubicBezTo>
                    <a:pt x="1" y="1"/>
                    <a:pt x="1"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7" name="Freeform 1223">
              <a:extLst>
                <a:ext uri="{FF2B5EF4-FFF2-40B4-BE49-F238E27FC236}">
                  <a16:creationId xmlns:a16="http://schemas.microsoft.com/office/drawing/2014/main" id="{869311B0-13FC-4D39-B8A7-2EA898BD438C}"/>
                </a:ext>
              </a:extLst>
            </p:cNvPr>
            <p:cNvSpPr>
              <a:spLocks noEditPoints="1"/>
            </p:cNvSpPr>
            <p:nvPr userDrawn="1"/>
          </p:nvSpPr>
          <p:spPr bwMode="auto">
            <a:xfrm>
              <a:off x="909384" y="4259672"/>
              <a:ext cx="152525" cy="146505"/>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6 w 101"/>
                <a:gd name="T23" fmla="*/ 27 h 98"/>
                <a:gd name="T24" fmla="*/ 6 w 101"/>
                <a:gd name="T25" fmla="*/ 27 h 98"/>
                <a:gd name="T26" fmla="*/ 0 w 101"/>
                <a:gd name="T27" fmla="*/ 49 h 98"/>
                <a:gd name="T28" fmla="*/ 28 w 101"/>
                <a:gd name="T29" fmla="*/ 93 h 98"/>
                <a:gd name="T30" fmla="*/ 51 w 101"/>
                <a:gd name="T31" fmla="*/ 98 h 98"/>
                <a:gd name="T32" fmla="*/ 96 w 101"/>
                <a:gd name="T33" fmla="*/ 71 h 98"/>
                <a:gd name="T34" fmla="*/ 101 w 101"/>
                <a:gd name="T35" fmla="*/ 49 h 98"/>
                <a:gd name="T36" fmla="*/ 74 w 101"/>
                <a:gd name="T37" fmla="*/ 5 h 98"/>
                <a:gd name="T38" fmla="*/ 75 w 101"/>
                <a:gd name="T39" fmla="*/ 12 h 98"/>
                <a:gd name="T40" fmla="*/ 71 w 101"/>
                <a:gd name="T41" fmla="*/ 4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32" y="0"/>
                    <a:pt x="14"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8"/>
                    <a:pt x="87" y="88"/>
                    <a:pt x="96" y="71"/>
                  </a:cubicBezTo>
                  <a:cubicBezTo>
                    <a:pt x="99" y="64"/>
                    <a:pt x="101" y="56"/>
                    <a:pt x="101" y="49"/>
                  </a:cubicBezTo>
                  <a:cubicBezTo>
                    <a:pt x="101" y="31"/>
                    <a:pt x="91" y="14"/>
                    <a:pt x="74" y="5"/>
                  </a:cubicBezTo>
                  <a:cubicBezTo>
                    <a:pt x="75" y="12"/>
                    <a:pt x="75" y="12"/>
                    <a:pt x="75" y="12"/>
                  </a:cubicBezTo>
                  <a:cubicBezTo>
                    <a:pt x="71" y="4"/>
                    <a:pt x="71" y="4"/>
                    <a:pt x="71" y="4"/>
                  </a:cubicBezTo>
                  <a:cubicBezTo>
                    <a:pt x="65"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8" name="Freeform 1224">
              <a:extLst>
                <a:ext uri="{FF2B5EF4-FFF2-40B4-BE49-F238E27FC236}">
                  <a16:creationId xmlns:a16="http://schemas.microsoft.com/office/drawing/2014/main" id="{D73B1778-B880-41C7-AB54-3AF7EC8612C2}"/>
                </a:ext>
              </a:extLst>
            </p:cNvPr>
            <p:cNvSpPr>
              <a:spLocks noEditPoints="1"/>
            </p:cNvSpPr>
            <p:nvPr userDrawn="1"/>
          </p:nvSpPr>
          <p:spPr bwMode="auto">
            <a:xfrm>
              <a:off x="905371" y="4384100"/>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9" name="Freeform 1225">
              <a:extLst>
                <a:ext uri="{FF2B5EF4-FFF2-40B4-BE49-F238E27FC236}">
                  <a16:creationId xmlns:a16="http://schemas.microsoft.com/office/drawing/2014/main" id="{92CF6326-BFDD-4B55-9DF4-DFB61AECBF74}"/>
                </a:ext>
              </a:extLst>
            </p:cNvPr>
            <p:cNvSpPr>
              <a:spLocks noEditPoints="1"/>
            </p:cNvSpPr>
            <p:nvPr userDrawn="1"/>
          </p:nvSpPr>
          <p:spPr bwMode="auto">
            <a:xfrm>
              <a:off x="889315" y="4410191"/>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0" name="Freeform 1226">
              <a:extLst>
                <a:ext uri="{FF2B5EF4-FFF2-40B4-BE49-F238E27FC236}">
                  <a16:creationId xmlns:a16="http://schemas.microsoft.com/office/drawing/2014/main" id="{C7AD528F-9E44-446F-84AE-FA9C2B3F0949}"/>
                </a:ext>
              </a:extLst>
            </p:cNvPr>
            <p:cNvSpPr>
              <a:spLocks noEditPoints="1"/>
            </p:cNvSpPr>
            <p:nvPr userDrawn="1"/>
          </p:nvSpPr>
          <p:spPr bwMode="auto">
            <a:xfrm>
              <a:off x="865232" y="4412197"/>
              <a:ext cx="22077" cy="24083"/>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3"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1" name="Freeform 1227">
              <a:extLst>
                <a:ext uri="{FF2B5EF4-FFF2-40B4-BE49-F238E27FC236}">
                  <a16:creationId xmlns:a16="http://schemas.microsoft.com/office/drawing/2014/main" id="{3893116E-D61B-4CEB-BEE3-BBD0F00D21C5}"/>
                </a:ext>
              </a:extLst>
            </p:cNvPr>
            <p:cNvSpPr>
              <a:spLocks noEditPoints="1"/>
            </p:cNvSpPr>
            <p:nvPr userDrawn="1"/>
          </p:nvSpPr>
          <p:spPr bwMode="auto">
            <a:xfrm>
              <a:off x="1399071" y="5626380"/>
              <a:ext cx="152525" cy="150519"/>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9 h 99"/>
                <a:gd name="T34" fmla="*/ 51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3"/>
                    <a:pt x="51" y="93"/>
                  </a:cubicBezTo>
                  <a:cubicBezTo>
                    <a:pt x="44" y="93"/>
                    <a:pt x="37" y="91"/>
                    <a:pt x="31" y="88"/>
                  </a:cubicBezTo>
                  <a:cubicBezTo>
                    <a:pt x="15" y="80"/>
                    <a:pt x="6" y="65"/>
                    <a:pt x="6" y="49"/>
                  </a:cubicBezTo>
                  <a:cubicBezTo>
                    <a:pt x="6" y="43"/>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9"/>
                    <a:pt x="51" y="99"/>
                  </a:cubicBezTo>
                  <a:cubicBezTo>
                    <a:pt x="51" y="99"/>
                    <a:pt x="51" y="99"/>
                    <a:pt x="51" y="99"/>
                  </a:cubicBezTo>
                  <a:cubicBezTo>
                    <a:pt x="69" y="99"/>
                    <a:pt x="87" y="89"/>
                    <a:pt x="96" y="71"/>
                  </a:cubicBezTo>
                  <a:cubicBezTo>
                    <a:pt x="100" y="64"/>
                    <a:pt x="101" y="57"/>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2" name="Freeform 1228">
              <a:extLst>
                <a:ext uri="{FF2B5EF4-FFF2-40B4-BE49-F238E27FC236}">
                  <a16:creationId xmlns:a16="http://schemas.microsoft.com/office/drawing/2014/main" id="{FD572E20-25DD-446F-AE42-94D44F916CB3}"/>
                </a:ext>
              </a:extLst>
            </p:cNvPr>
            <p:cNvSpPr>
              <a:spLocks noEditPoints="1"/>
            </p:cNvSpPr>
            <p:nvPr userDrawn="1"/>
          </p:nvSpPr>
          <p:spPr bwMode="auto">
            <a:xfrm>
              <a:off x="1395057" y="5752815"/>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8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8"/>
                    <a:pt x="17" y="9"/>
                    <a:pt x="17" y="11"/>
                  </a:cubicBezTo>
                  <a:cubicBezTo>
                    <a:pt x="17" y="12"/>
                    <a:pt x="17" y="13"/>
                    <a:pt x="16" y="13"/>
                  </a:cubicBezTo>
                  <a:cubicBezTo>
                    <a:pt x="15" y="15"/>
                    <a:pt x="13" y="16"/>
                    <a:pt x="12" y="16"/>
                  </a:cubicBezTo>
                  <a:cubicBezTo>
                    <a:pt x="11" y="16"/>
                    <a:pt x="10" y="16"/>
                    <a:pt x="9" y="15"/>
                  </a:cubicBezTo>
                  <a:cubicBezTo>
                    <a:pt x="7" y="15"/>
                    <a:pt x="6" y="13"/>
                    <a:pt x="6" y="11"/>
                  </a:cubicBezTo>
                  <a:cubicBezTo>
                    <a:pt x="6" y="10"/>
                    <a:pt x="7" y="10"/>
                    <a:pt x="7" y="9"/>
                  </a:cubicBezTo>
                  <a:cubicBezTo>
                    <a:pt x="4" y="8"/>
                    <a:pt x="4" y="8"/>
                    <a:pt x="4" y="8"/>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3" name="Freeform 1229">
              <a:extLst>
                <a:ext uri="{FF2B5EF4-FFF2-40B4-BE49-F238E27FC236}">
                  <a16:creationId xmlns:a16="http://schemas.microsoft.com/office/drawing/2014/main" id="{7A686EB2-6861-416A-ABC1-3F59C4E403CD}"/>
                </a:ext>
              </a:extLst>
            </p:cNvPr>
            <p:cNvSpPr>
              <a:spLocks noEditPoints="1"/>
            </p:cNvSpPr>
            <p:nvPr userDrawn="1"/>
          </p:nvSpPr>
          <p:spPr bwMode="auto">
            <a:xfrm>
              <a:off x="1379002" y="5776898"/>
              <a:ext cx="26091" cy="26090"/>
            </a:xfrm>
            <a:custGeom>
              <a:avLst/>
              <a:gdLst>
                <a:gd name="T0" fmla="*/ 6 w 18"/>
                <a:gd name="T1" fmla="*/ 8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8 h 17"/>
                <a:gd name="T18" fmla="*/ 6 w 18"/>
                <a:gd name="T19" fmla="*/ 8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17 w 18"/>
                <a:gd name="T33" fmla="*/ 12 h 17"/>
                <a:gd name="T34" fmla="*/ 18 w 18"/>
                <a:gd name="T35" fmla="*/ 9 h 17"/>
                <a:gd name="T36" fmla="*/ 13 w 18"/>
                <a:gd name="T37" fmla="*/ 1 h 17"/>
                <a:gd name="T38" fmla="*/ 9 w 18"/>
                <a:gd name="T39" fmla="*/ 0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8"/>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8"/>
                  </a:cubicBezTo>
                  <a:cubicBezTo>
                    <a:pt x="6" y="8"/>
                    <a:pt x="6" y="8"/>
                    <a:pt x="6" y="8"/>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6"/>
                    <a:pt x="17" y="12"/>
                  </a:cubicBezTo>
                  <a:cubicBezTo>
                    <a:pt x="17" y="11"/>
                    <a:pt x="18" y="10"/>
                    <a:pt x="18" y="9"/>
                  </a:cubicBezTo>
                  <a:cubicBezTo>
                    <a:pt x="18"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4" name="Freeform 1230">
              <a:extLst>
                <a:ext uri="{FF2B5EF4-FFF2-40B4-BE49-F238E27FC236}">
                  <a16:creationId xmlns:a16="http://schemas.microsoft.com/office/drawing/2014/main" id="{8D3B7CCD-B749-48E3-AF80-F156742B165A}"/>
                </a:ext>
              </a:extLst>
            </p:cNvPr>
            <p:cNvSpPr>
              <a:spLocks noEditPoints="1"/>
            </p:cNvSpPr>
            <p:nvPr userDrawn="1"/>
          </p:nvSpPr>
          <p:spPr bwMode="auto">
            <a:xfrm>
              <a:off x="1354919" y="5780912"/>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9"/>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5"/>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5" name="Freeform 1231">
              <a:extLst>
                <a:ext uri="{FF2B5EF4-FFF2-40B4-BE49-F238E27FC236}">
                  <a16:creationId xmlns:a16="http://schemas.microsoft.com/office/drawing/2014/main" id="{3A18D9E2-C226-4203-A829-93F5C64408EB}"/>
                </a:ext>
              </a:extLst>
            </p:cNvPr>
            <p:cNvSpPr>
              <a:spLocks noEditPoints="1"/>
            </p:cNvSpPr>
            <p:nvPr userDrawn="1"/>
          </p:nvSpPr>
          <p:spPr bwMode="auto">
            <a:xfrm>
              <a:off x="817066" y="5794961"/>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6" name="Freeform 1232">
              <a:extLst>
                <a:ext uri="{FF2B5EF4-FFF2-40B4-BE49-F238E27FC236}">
                  <a16:creationId xmlns:a16="http://schemas.microsoft.com/office/drawing/2014/main" id="{7441543F-7D0D-4ACB-8638-9EF768C2AD25}"/>
                </a:ext>
              </a:extLst>
            </p:cNvPr>
            <p:cNvSpPr>
              <a:spLocks noEditPoints="1"/>
            </p:cNvSpPr>
            <p:nvPr userDrawn="1"/>
          </p:nvSpPr>
          <p:spPr bwMode="auto">
            <a:xfrm>
              <a:off x="813053" y="5921396"/>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1"/>
                    <a:pt x="6" y="10"/>
                    <a:pt x="6" y="9"/>
                  </a:cubicBezTo>
                  <a:cubicBezTo>
                    <a:pt x="4" y="8"/>
                    <a:pt x="4" y="8"/>
                    <a:pt x="4" y="8"/>
                  </a:cubicBezTo>
                  <a:cubicBezTo>
                    <a:pt x="6" y="9"/>
                    <a:pt x="6" y="9"/>
                    <a:pt x="6"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9"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7" name="Freeform 1233">
              <a:extLst>
                <a:ext uri="{FF2B5EF4-FFF2-40B4-BE49-F238E27FC236}">
                  <a16:creationId xmlns:a16="http://schemas.microsoft.com/office/drawing/2014/main" id="{D7F41382-E818-40E9-897D-E1824327C4FE}"/>
                </a:ext>
              </a:extLst>
            </p:cNvPr>
            <p:cNvSpPr>
              <a:spLocks noEditPoints="1"/>
            </p:cNvSpPr>
            <p:nvPr userDrawn="1"/>
          </p:nvSpPr>
          <p:spPr bwMode="auto">
            <a:xfrm>
              <a:off x="794990" y="5945479"/>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8" name="Freeform 1234">
              <a:extLst>
                <a:ext uri="{FF2B5EF4-FFF2-40B4-BE49-F238E27FC236}">
                  <a16:creationId xmlns:a16="http://schemas.microsoft.com/office/drawing/2014/main" id="{41254B1A-B90E-4962-A050-47FFBEACCABD}"/>
                </a:ext>
              </a:extLst>
            </p:cNvPr>
            <p:cNvSpPr>
              <a:spLocks noEditPoints="1"/>
            </p:cNvSpPr>
            <p:nvPr userDrawn="1"/>
          </p:nvSpPr>
          <p:spPr bwMode="auto">
            <a:xfrm>
              <a:off x="770907" y="5949492"/>
              <a:ext cx="22077" cy="22077"/>
            </a:xfrm>
            <a:custGeom>
              <a:avLst/>
              <a:gdLst>
                <a:gd name="T0" fmla="*/ 6 w 15"/>
                <a:gd name="T1" fmla="*/ 7 h 15"/>
                <a:gd name="T2" fmla="*/ 8 w 15"/>
                <a:gd name="T3" fmla="*/ 6 h 15"/>
                <a:gd name="T4" fmla="*/ 8 w 15"/>
                <a:gd name="T5" fmla="*/ 6 h 15"/>
                <a:gd name="T6" fmla="*/ 9 w 15"/>
                <a:gd name="T7" fmla="*/ 8 h 15"/>
                <a:gd name="T8" fmla="*/ 9 w 15"/>
                <a:gd name="T9" fmla="*/ 8 h 15"/>
                <a:gd name="T10" fmla="*/ 8 w 15"/>
                <a:gd name="T11" fmla="*/ 9 h 15"/>
                <a:gd name="T12" fmla="*/ 7 w 15"/>
                <a:gd name="T13" fmla="*/ 9 h 15"/>
                <a:gd name="T14" fmla="*/ 6 w 15"/>
                <a:gd name="T15" fmla="*/ 8 h 15"/>
                <a:gd name="T16" fmla="*/ 6 w 15"/>
                <a:gd name="T17" fmla="*/ 7 h 15"/>
                <a:gd name="T18" fmla="*/ 6 w 15"/>
                <a:gd name="T19" fmla="*/ 7 h 15"/>
                <a:gd name="T20" fmla="*/ 8 w 15"/>
                <a:gd name="T21" fmla="*/ 0 h 15"/>
                <a:gd name="T22" fmla="*/ 1 w 15"/>
                <a:gd name="T23" fmla="*/ 4 h 15"/>
                <a:gd name="T24" fmla="*/ 4 w 15"/>
                <a:gd name="T25" fmla="*/ 6 h 15"/>
                <a:gd name="T26" fmla="*/ 1 w 15"/>
                <a:gd name="T27" fmla="*/ 4 h 15"/>
                <a:gd name="T28" fmla="*/ 0 w 15"/>
                <a:gd name="T29" fmla="*/ 8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8 h 15"/>
                <a:gd name="T42" fmla="*/ 11 w 15"/>
                <a:gd name="T43" fmla="*/ 1 h 15"/>
                <a:gd name="T44" fmla="*/ 8 w 15"/>
                <a:gd name="T45" fmla="*/ 0 h 15"/>
                <a:gd name="T46" fmla="*/ 8 w 15"/>
                <a:gd name="T47" fmla="*/ 0 h 15"/>
                <a:gd name="T48" fmla="*/ 8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6" y="7"/>
                  </a:moveTo>
                  <a:cubicBezTo>
                    <a:pt x="7" y="6"/>
                    <a:pt x="7" y="6"/>
                    <a:pt x="8" y="6"/>
                  </a:cubicBezTo>
                  <a:cubicBezTo>
                    <a:pt x="8" y="6"/>
                    <a:pt x="8" y="6"/>
                    <a:pt x="8" y="6"/>
                  </a:cubicBezTo>
                  <a:cubicBezTo>
                    <a:pt x="9" y="6"/>
                    <a:pt x="9" y="7"/>
                    <a:pt x="9" y="8"/>
                  </a:cubicBezTo>
                  <a:cubicBezTo>
                    <a:pt x="9" y="8"/>
                    <a:pt x="9" y="8"/>
                    <a:pt x="9" y="8"/>
                  </a:cubicBezTo>
                  <a:cubicBezTo>
                    <a:pt x="9" y="9"/>
                    <a:pt x="8" y="9"/>
                    <a:pt x="8" y="9"/>
                  </a:cubicBezTo>
                  <a:cubicBezTo>
                    <a:pt x="7" y="9"/>
                    <a:pt x="7" y="9"/>
                    <a:pt x="7" y="9"/>
                  </a:cubicBezTo>
                  <a:cubicBezTo>
                    <a:pt x="6" y="9"/>
                    <a:pt x="6" y="8"/>
                    <a:pt x="6" y="8"/>
                  </a:cubicBezTo>
                  <a:cubicBezTo>
                    <a:pt x="6" y="7"/>
                    <a:pt x="6" y="7"/>
                    <a:pt x="6" y="7"/>
                  </a:cubicBezTo>
                  <a:cubicBezTo>
                    <a:pt x="6" y="7"/>
                    <a:pt x="6" y="7"/>
                    <a:pt x="6" y="7"/>
                  </a:cubicBezTo>
                  <a:moveTo>
                    <a:pt x="8" y="0"/>
                  </a:moveTo>
                  <a:cubicBezTo>
                    <a:pt x="5" y="0"/>
                    <a:pt x="2" y="1"/>
                    <a:pt x="1" y="4"/>
                  </a:cubicBezTo>
                  <a:cubicBezTo>
                    <a:pt x="4" y="6"/>
                    <a:pt x="4" y="6"/>
                    <a:pt x="4" y="6"/>
                  </a:cubicBezTo>
                  <a:cubicBezTo>
                    <a:pt x="1" y="4"/>
                    <a:pt x="1" y="4"/>
                    <a:pt x="1" y="4"/>
                  </a:cubicBezTo>
                  <a:cubicBezTo>
                    <a:pt x="0" y="5"/>
                    <a:pt x="0" y="6"/>
                    <a:pt x="0" y="8"/>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9" name="Freeform 1235">
              <a:extLst>
                <a:ext uri="{FF2B5EF4-FFF2-40B4-BE49-F238E27FC236}">
                  <a16:creationId xmlns:a16="http://schemas.microsoft.com/office/drawing/2014/main" id="{83672528-7D25-4607-B622-A56DD56CA281}"/>
                </a:ext>
              </a:extLst>
            </p:cNvPr>
            <p:cNvSpPr>
              <a:spLocks noEditPoints="1"/>
            </p:cNvSpPr>
            <p:nvPr userDrawn="1"/>
          </p:nvSpPr>
          <p:spPr bwMode="auto">
            <a:xfrm>
              <a:off x="1858654" y="5373509"/>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0" name="Freeform 1236">
              <a:extLst>
                <a:ext uri="{FF2B5EF4-FFF2-40B4-BE49-F238E27FC236}">
                  <a16:creationId xmlns:a16="http://schemas.microsoft.com/office/drawing/2014/main" id="{3FDC2577-FCAC-4134-9118-A1CC700A7A24}"/>
                </a:ext>
              </a:extLst>
            </p:cNvPr>
            <p:cNvSpPr>
              <a:spLocks noEditPoints="1"/>
            </p:cNvSpPr>
            <p:nvPr userDrawn="1"/>
          </p:nvSpPr>
          <p:spPr bwMode="auto">
            <a:xfrm>
              <a:off x="1842598" y="5481882"/>
              <a:ext cx="34118" cy="32111"/>
            </a:xfrm>
            <a:custGeom>
              <a:avLst/>
              <a:gdLst>
                <a:gd name="T0" fmla="*/ 11 w 22"/>
                <a:gd name="T1" fmla="*/ 15 h 21"/>
                <a:gd name="T2" fmla="*/ 8 w 22"/>
                <a:gd name="T3" fmla="*/ 14 h 21"/>
                <a:gd name="T4" fmla="*/ 6 w 22"/>
                <a:gd name="T5" fmla="*/ 10 h 21"/>
                <a:gd name="T6" fmla="*/ 7 w 22"/>
                <a:gd name="T7" fmla="*/ 7 h 21"/>
                <a:gd name="T8" fmla="*/ 5 w 22"/>
                <a:gd name="T9" fmla="*/ 6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6"/>
                    <a:pt x="5" y="6"/>
                    <a:pt x="5" y="6"/>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1" name="Freeform 1237">
              <a:extLst>
                <a:ext uri="{FF2B5EF4-FFF2-40B4-BE49-F238E27FC236}">
                  <a16:creationId xmlns:a16="http://schemas.microsoft.com/office/drawing/2014/main" id="{57A16303-0118-48E0-B25A-823F222E30CF}"/>
                </a:ext>
              </a:extLst>
            </p:cNvPr>
            <p:cNvSpPr>
              <a:spLocks noEditPoints="1"/>
            </p:cNvSpPr>
            <p:nvPr userDrawn="1"/>
          </p:nvSpPr>
          <p:spPr bwMode="auto">
            <a:xfrm>
              <a:off x="1822529" y="5501952"/>
              <a:ext cx="26091" cy="26090"/>
            </a:xfrm>
            <a:custGeom>
              <a:avLst/>
              <a:gdLst>
                <a:gd name="T0" fmla="*/ 7 w 17"/>
                <a:gd name="T1" fmla="*/ 7 h 17"/>
                <a:gd name="T2" fmla="*/ 9 w 17"/>
                <a:gd name="T3" fmla="*/ 6 h 17"/>
                <a:gd name="T4" fmla="*/ 10 w 17"/>
                <a:gd name="T5" fmla="*/ 7 h 17"/>
                <a:gd name="T6" fmla="*/ 10 w 17"/>
                <a:gd name="T7" fmla="*/ 7 h 17"/>
                <a:gd name="T8" fmla="*/ 10 w 17"/>
                <a:gd name="T9" fmla="*/ 7 h 17"/>
                <a:gd name="T10" fmla="*/ 11 w 17"/>
                <a:gd name="T11" fmla="*/ 8 h 17"/>
                <a:gd name="T12" fmla="*/ 11 w 17"/>
                <a:gd name="T13" fmla="*/ 10 h 17"/>
                <a:gd name="T14" fmla="*/ 9 w 17"/>
                <a:gd name="T15" fmla="*/ 11 h 17"/>
                <a:gd name="T16" fmla="*/ 7 w 17"/>
                <a:gd name="T17" fmla="*/ 10 h 17"/>
                <a:gd name="T18" fmla="*/ 6 w 17"/>
                <a:gd name="T19" fmla="*/ 8 h 17"/>
                <a:gd name="T20" fmla="*/ 7 w 17"/>
                <a:gd name="T21" fmla="*/ 7 h 17"/>
                <a:gd name="T22" fmla="*/ 7 w 17"/>
                <a:gd name="T23" fmla="*/ 7 h 17"/>
                <a:gd name="T24" fmla="*/ 9 w 17"/>
                <a:gd name="T25" fmla="*/ 0 h 17"/>
                <a:gd name="T26" fmla="*/ 2 w 17"/>
                <a:gd name="T27" fmla="*/ 3 h 17"/>
                <a:gd name="T28" fmla="*/ 2 w 17"/>
                <a:gd name="T29" fmla="*/ 3 h 17"/>
                <a:gd name="T30" fmla="*/ 0 w 17"/>
                <a:gd name="T31" fmla="*/ 8 h 17"/>
                <a:gd name="T32" fmla="*/ 4 w 17"/>
                <a:gd name="T33" fmla="*/ 15 h 17"/>
                <a:gd name="T34" fmla="*/ 9 w 17"/>
                <a:gd name="T35" fmla="*/ 17 h 17"/>
                <a:gd name="T36" fmla="*/ 9 w 17"/>
                <a:gd name="T37" fmla="*/ 17 h 17"/>
                <a:gd name="T38" fmla="*/ 15 w 17"/>
                <a:gd name="T39" fmla="*/ 13 h 17"/>
                <a:gd name="T40" fmla="*/ 17 w 17"/>
                <a:gd name="T41" fmla="*/ 8 h 17"/>
                <a:gd name="T42" fmla="*/ 14 w 17"/>
                <a:gd name="T43" fmla="*/ 2 h 17"/>
                <a:gd name="T44" fmla="*/ 14 w 17"/>
                <a:gd name="T45" fmla="*/ 2 h 17"/>
                <a:gd name="T46" fmla="*/ 9 w 17"/>
                <a:gd name="T47" fmla="*/ 0 h 17"/>
                <a:gd name="T48" fmla="*/ 9 w 17"/>
                <a:gd name="T49" fmla="*/ 0 h 17"/>
                <a:gd name="T50" fmla="*/ 9 w 17"/>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7">
                  <a:moveTo>
                    <a:pt x="7" y="7"/>
                  </a:moveTo>
                  <a:cubicBezTo>
                    <a:pt x="7" y="6"/>
                    <a:pt x="8" y="6"/>
                    <a:pt x="9" y="6"/>
                  </a:cubicBezTo>
                  <a:cubicBezTo>
                    <a:pt x="9" y="6"/>
                    <a:pt x="10" y="6"/>
                    <a:pt x="10" y="7"/>
                  </a:cubicBezTo>
                  <a:cubicBezTo>
                    <a:pt x="10" y="7"/>
                    <a:pt x="10" y="7"/>
                    <a:pt x="10" y="7"/>
                  </a:cubicBezTo>
                  <a:cubicBezTo>
                    <a:pt x="10" y="7"/>
                    <a:pt x="10" y="7"/>
                    <a:pt x="10" y="7"/>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2" name="Freeform 1238">
              <a:extLst>
                <a:ext uri="{FF2B5EF4-FFF2-40B4-BE49-F238E27FC236}">
                  <a16:creationId xmlns:a16="http://schemas.microsoft.com/office/drawing/2014/main" id="{3A94BD59-5138-4B2E-AECF-11494161BF77}"/>
                </a:ext>
              </a:extLst>
            </p:cNvPr>
            <p:cNvSpPr>
              <a:spLocks noEditPoints="1"/>
            </p:cNvSpPr>
            <p:nvPr userDrawn="1"/>
          </p:nvSpPr>
          <p:spPr bwMode="auto">
            <a:xfrm>
              <a:off x="1800454" y="5499944"/>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8 w 15"/>
                <a:gd name="T21" fmla="*/ 8 h 14"/>
                <a:gd name="T22" fmla="*/ 7 w 15"/>
                <a:gd name="T23" fmla="*/ 8 h 14"/>
                <a:gd name="T24" fmla="*/ 7 w 15"/>
                <a:gd name="T25" fmla="*/ 0 h 14"/>
                <a:gd name="T26" fmla="*/ 1 w 15"/>
                <a:gd name="T27" fmla="*/ 3 h 14"/>
                <a:gd name="T28" fmla="*/ 1 w 15"/>
                <a:gd name="T29" fmla="*/ 3 h 14"/>
                <a:gd name="T30" fmla="*/ 0 w 15"/>
                <a:gd name="T31" fmla="*/ 7 h 14"/>
                <a:gd name="T32" fmla="*/ 3 w 15"/>
                <a:gd name="T33" fmla="*/ 13 h 14"/>
                <a:gd name="T34" fmla="*/ 7 w 15"/>
                <a:gd name="T35" fmla="*/ 14 h 14"/>
                <a:gd name="T36" fmla="*/ 7 w 15"/>
                <a:gd name="T37" fmla="*/ 14 h 14"/>
                <a:gd name="T38" fmla="*/ 13 w 15"/>
                <a:gd name="T39" fmla="*/ 11 h 14"/>
                <a:gd name="T40" fmla="*/ 13 w 15"/>
                <a:gd name="T41" fmla="*/ 11 h 14"/>
                <a:gd name="T42" fmla="*/ 15 w 15"/>
                <a:gd name="T43" fmla="*/ 7 h 14"/>
                <a:gd name="T44" fmla="*/ 12 w 15"/>
                <a:gd name="T45" fmla="*/ 1 h 14"/>
                <a:gd name="T46" fmla="*/ 7 w 15"/>
                <a:gd name="T47" fmla="*/ 0 h 14"/>
                <a:gd name="T48" fmla="*/ 7 w 15"/>
                <a:gd name="T49" fmla="*/ 0 h 14"/>
                <a:gd name="T50" fmla="*/ 7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8" y="8"/>
                  </a:cubicBezTo>
                  <a:cubicBezTo>
                    <a:pt x="8" y="8"/>
                    <a:pt x="8" y="8"/>
                    <a:pt x="7" y="8"/>
                  </a:cubicBezTo>
                  <a:moveTo>
                    <a:pt x="7" y="0"/>
                  </a:moveTo>
                  <a:cubicBezTo>
                    <a:pt x="5" y="0"/>
                    <a:pt x="3" y="1"/>
                    <a:pt x="1" y="3"/>
                  </a:cubicBezTo>
                  <a:cubicBezTo>
                    <a:pt x="1" y="3"/>
                    <a:pt x="1" y="3"/>
                    <a:pt x="1" y="3"/>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3"/>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3" name="Freeform 1239">
              <a:extLst>
                <a:ext uri="{FF2B5EF4-FFF2-40B4-BE49-F238E27FC236}">
                  <a16:creationId xmlns:a16="http://schemas.microsoft.com/office/drawing/2014/main" id="{EAE509EF-0E51-4CC6-B8B1-B8EA85A4915A}"/>
                </a:ext>
              </a:extLst>
            </p:cNvPr>
            <p:cNvSpPr>
              <a:spLocks noEditPoints="1"/>
            </p:cNvSpPr>
            <p:nvPr userDrawn="1"/>
          </p:nvSpPr>
          <p:spPr bwMode="auto">
            <a:xfrm>
              <a:off x="696652" y="3960642"/>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74 w 241"/>
                <a:gd name="T11" fmla="*/ 8 h 203"/>
                <a:gd name="T12" fmla="*/ 191 w 241"/>
                <a:gd name="T13" fmla="*/ 9 h 203"/>
                <a:gd name="T14" fmla="*/ 201 w 241"/>
                <a:gd name="T15" fmla="*/ 17 h 203"/>
                <a:gd name="T16" fmla="*/ 198 w 241"/>
                <a:gd name="T17" fmla="*/ 48 h 203"/>
                <a:gd name="T18" fmla="*/ 209 w 241"/>
                <a:gd name="T19" fmla="*/ 60 h 203"/>
                <a:gd name="T20" fmla="*/ 219 w 241"/>
                <a:gd name="T21" fmla="*/ 60 h 203"/>
                <a:gd name="T22" fmla="*/ 235 w 241"/>
                <a:gd name="T23" fmla="*/ 81 h 203"/>
                <a:gd name="T24" fmla="*/ 202 w 241"/>
                <a:gd name="T25" fmla="*/ 108 h 203"/>
                <a:gd name="T26" fmla="*/ 206 w 241"/>
                <a:gd name="T27" fmla="*/ 173 h 203"/>
                <a:gd name="T28" fmla="*/ 179 w 241"/>
                <a:gd name="T29" fmla="*/ 139 h 203"/>
                <a:gd name="T30" fmla="*/ 159 w 241"/>
                <a:gd name="T31" fmla="*/ 155 h 203"/>
                <a:gd name="T32" fmla="*/ 154 w 241"/>
                <a:gd name="T33" fmla="*/ 155 h 203"/>
                <a:gd name="T34" fmla="*/ 126 w 241"/>
                <a:gd name="T35" fmla="*/ 141 h 203"/>
                <a:gd name="T36" fmla="*/ 128 w 241"/>
                <a:gd name="T37" fmla="*/ 152 h 203"/>
                <a:gd name="T38" fmla="*/ 78 w 241"/>
                <a:gd name="T39" fmla="*/ 171 h 203"/>
                <a:gd name="T40" fmla="*/ 59 w 241"/>
                <a:gd name="T41" fmla="*/ 164 h 203"/>
                <a:gd name="T42" fmla="*/ 59 w 241"/>
                <a:gd name="T43" fmla="*/ 143 h 203"/>
                <a:gd name="T44" fmla="*/ 29 w 241"/>
                <a:gd name="T45" fmla="*/ 119 h 203"/>
                <a:gd name="T46" fmla="*/ 9 w 241"/>
                <a:gd name="T47" fmla="*/ 91 h 203"/>
                <a:gd name="T48" fmla="*/ 27 w 241"/>
                <a:gd name="T49" fmla="*/ 81 h 203"/>
                <a:gd name="T50" fmla="*/ 24 w 241"/>
                <a:gd name="T51" fmla="*/ 66 h 203"/>
                <a:gd name="T52" fmla="*/ 34 w 241"/>
                <a:gd name="T53" fmla="*/ 15 h 203"/>
                <a:gd name="T54" fmla="*/ 68 w 241"/>
                <a:gd name="T55" fmla="*/ 22 h 203"/>
                <a:gd name="T56" fmla="*/ 81 w 241"/>
                <a:gd name="T57" fmla="*/ 11 h 203"/>
                <a:gd name="T58" fmla="*/ 106 w 241"/>
                <a:gd name="T59" fmla="*/ 6 h 203"/>
                <a:gd name="T60" fmla="*/ 79 w 241"/>
                <a:gd name="T61" fmla="*/ 4 h 203"/>
                <a:gd name="T62" fmla="*/ 76 w 241"/>
                <a:gd name="T63" fmla="*/ 6 h 203"/>
                <a:gd name="T64" fmla="*/ 68 w 241"/>
                <a:gd name="T65" fmla="*/ 16 h 203"/>
                <a:gd name="T66" fmla="*/ 41 w 241"/>
                <a:gd name="T67" fmla="*/ 5 h 203"/>
                <a:gd name="T68" fmla="*/ 30 w 241"/>
                <a:gd name="T69" fmla="*/ 11 h 203"/>
                <a:gd name="T70" fmla="*/ 18 w 241"/>
                <a:gd name="T71" fmla="*/ 67 h 203"/>
                <a:gd name="T72" fmla="*/ 22 w 241"/>
                <a:gd name="T73" fmla="*/ 78 h 203"/>
                <a:gd name="T74" fmla="*/ 2 w 241"/>
                <a:gd name="T75" fmla="*/ 90 h 203"/>
                <a:gd name="T76" fmla="*/ 15 w 241"/>
                <a:gd name="T77" fmla="*/ 127 h 203"/>
                <a:gd name="T78" fmla="*/ 19 w 241"/>
                <a:gd name="T79" fmla="*/ 126 h 203"/>
                <a:gd name="T80" fmla="*/ 29 w 241"/>
                <a:gd name="T81" fmla="*/ 125 h 203"/>
                <a:gd name="T82" fmla="*/ 51 w 241"/>
                <a:gd name="T83" fmla="*/ 134 h 203"/>
                <a:gd name="T84" fmla="*/ 51 w 241"/>
                <a:gd name="T85" fmla="*/ 158 h 203"/>
                <a:gd name="T86" fmla="*/ 78 w 241"/>
                <a:gd name="T87" fmla="*/ 177 h 203"/>
                <a:gd name="T88" fmla="*/ 133 w 241"/>
                <a:gd name="T89" fmla="*/ 156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8"/>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10"/>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10"/>
                    <a:pt x="192" y="10"/>
                    <a:pt x="192" y="10"/>
                  </a:cubicBezTo>
                  <a:cubicBezTo>
                    <a:pt x="193" y="11"/>
                    <a:pt x="195" y="12"/>
                    <a:pt x="196" y="12"/>
                  </a:cubicBezTo>
                  <a:cubicBezTo>
                    <a:pt x="198" y="14"/>
                    <a:pt x="200" y="15"/>
                    <a:pt x="201" y="17"/>
                  </a:cubicBezTo>
                  <a:cubicBezTo>
                    <a:pt x="203" y="18"/>
                    <a:pt x="204" y="21"/>
                    <a:pt x="204" y="24"/>
                  </a:cubicBezTo>
                  <a:cubicBezTo>
                    <a:pt x="204" y="27"/>
                    <a:pt x="203" y="32"/>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9"/>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6"/>
                    <a:pt x="177" y="148"/>
                  </a:cubicBezTo>
                  <a:cubicBezTo>
                    <a:pt x="175" y="151"/>
                    <a:pt x="172" y="152"/>
                    <a:pt x="169" y="154"/>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9"/>
                    <a:pt x="129" y="149"/>
                    <a:pt x="129" y="150"/>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1"/>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6"/>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7"/>
                    <a:pt x="125" y="164"/>
                    <a:pt x="129" y="161"/>
                  </a:cubicBezTo>
                  <a:cubicBezTo>
                    <a:pt x="130" y="159"/>
                    <a:pt x="132" y="157"/>
                    <a:pt x="133" y="156"/>
                  </a:cubicBezTo>
                  <a:cubicBezTo>
                    <a:pt x="134" y="154"/>
                    <a:pt x="134" y="153"/>
                    <a:pt x="134" y="151"/>
                  </a:cubicBezTo>
                  <a:cubicBezTo>
                    <a:pt x="136" y="152"/>
                    <a:pt x="139" y="153"/>
                    <a:pt x="142" y="155"/>
                  </a:cubicBezTo>
                  <a:cubicBezTo>
                    <a:pt x="145" y="156"/>
                    <a:pt x="149" y="158"/>
                    <a:pt x="151" y="160"/>
                  </a:cubicBezTo>
                  <a:cubicBezTo>
                    <a:pt x="152" y="161"/>
                    <a:pt x="152" y="161"/>
                    <a:pt x="152" y="161"/>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8"/>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1"/>
                    <a:pt x="209" y="17"/>
                    <a:pt x="207" y="15"/>
                  </a:cubicBezTo>
                  <a:cubicBezTo>
                    <a:pt x="205" y="11"/>
                    <a:pt x="202" y="9"/>
                    <a:pt x="200" y="8"/>
                  </a:cubicBezTo>
                  <a:cubicBezTo>
                    <a:pt x="198" y="7"/>
                    <a:pt x="197" y="6"/>
                    <a:pt x="196" y="6"/>
                  </a:cubicBezTo>
                  <a:cubicBezTo>
                    <a:pt x="196" y="6"/>
                    <a:pt x="196" y="5"/>
                    <a:pt x="195" y="5"/>
                  </a:cubicBezTo>
                  <a:cubicBezTo>
                    <a:pt x="195" y="5"/>
                    <a:pt x="195" y="5"/>
                    <a:pt x="195" y="5"/>
                  </a:cubicBezTo>
                  <a:cubicBezTo>
                    <a:pt x="195" y="4"/>
                    <a:pt x="194" y="4"/>
                    <a:pt x="193" y="4"/>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4" name="Freeform 1240">
              <a:extLst>
                <a:ext uri="{FF2B5EF4-FFF2-40B4-BE49-F238E27FC236}">
                  <a16:creationId xmlns:a16="http://schemas.microsoft.com/office/drawing/2014/main" id="{165FF79A-AD7A-448B-A3FB-98F0B61C5725}"/>
                </a:ext>
              </a:extLst>
            </p:cNvPr>
            <p:cNvSpPr>
              <a:spLocks/>
            </p:cNvSpPr>
            <p:nvPr userDrawn="1"/>
          </p:nvSpPr>
          <p:spPr bwMode="auto">
            <a:xfrm>
              <a:off x="724749" y="4149292"/>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5" name="Freeform 1241">
              <a:extLst>
                <a:ext uri="{FF2B5EF4-FFF2-40B4-BE49-F238E27FC236}">
                  <a16:creationId xmlns:a16="http://schemas.microsoft.com/office/drawing/2014/main" id="{15C0C37D-DCF9-4966-8CBB-4A6CD2B3139A}"/>
                </a:ext>
              </a:extLst>
            </p:cNvPr>
            <p:cNvSpPr>
              <a:spLocks/>
            </p:cNvSpPr>
            <p:nvPr userDrawn="1"/>
          </p:nvSpPr>
          <p:spPr bwMode="auto">
            <a:xfrm>
              <a:off x="1017758" y="4265693"/>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6" name="Freeform 1242">
              <a:extLst>
                <a:ext uri="{FF2B5EF4-FFF2-40B4-BE49-F238E27FC236}">
                  <a16:creationId xmlns:a16="http://schemas.microsoft.com/office/drawing/2014/main" id="{CA93DA90-78A2-4641-BFCB-00A1219655C5}"/>
                </a:ext>
              </a:extLst>
            </p:cNvPr>
            <p:cNvSpPr>
              <a:spLocks noEditPoints="1"/>
            </p:cNvSpPr>
            <p:nvPr userDrawn="1"/>
          </p:nvSpPr>
          <p:spPr bwMode="auto">
            <a:xfrm>
              <a:off x="331394" y="5780912"/>
              <a:ext cx="361244" cy="315086"/>
            </a:xfrm>
            <a:custGeom>
              <a:avLst/>
              <a:gdLst>
                <a:gd name="T0" fmla="*/ 211 w 240"/>
                <a:gd name="T1" fmla="*/ 191 h 209"/>
                <a:gd name="T2" fmla="*/ 105 w 240"/>
                <a:gd name="T3" fmla="*/ 6 h 209"/>
                <a:gd name="T4" fmla="*/ 113 w 240"/>
                <a:gd name="T5" fmla="*/ 7 h 209"/>
                <a:gd name="T6" fmla="*/ 120 w 240"/>
                <a:gd name="T7" fmla="*/ 12 h 209"/>
                <a:gd name="T8" fmla="*/ 126 w 240"/>
                <a:gd name="T9" fmla="*/ 9 h 209"/>
                <a:gd name="T10" fmla="*/ 186 w 240"/>
                <a:gd name="T11" fmla="*/ 8 h 209"/>
                <a:gd name="T12" fmla="*/ 192 w 240"/>
                <a:gd name="T13" fmla="*/ 10 h 209"/>
                <a:gd name="T14" fmla="*/ 204 w 240"/>
                <a:gd name="T15" fmla="*/ 24 h 209"/>
                <a:gd name="T16" fmla="*/ 200 w 240"/>
                <a:gd name="T17" fmla="*/ 54 h 209"/>
                <a:gd name="T18" fmla="*/ 215 w 240"/>
                <a:gd name="T19" fmla="*/ 59 h 209"/>
                <a:gd name="T20" fmla="*/ 225 w 240"/>
                <a:gd name="T21" fmla="*/ 60 h 209"/>
                <a:gd name="T22" fmla="*/ 231 w 240"/>
                <a:gd name="T23" fmla="*/ 91 h 209"/>
                <a:gd name="T24" fmla="*/ 198 w 240"/>
                <a:gd name="T25" fmla="*/ 119 h 209"/>
                <a:gd name="T26" fmla="*/ 182 w 240"/>
                <a:gd name="T27" fmla="*/ 124 h 209"/>
                <a:gd name="T28" fmla="*/ 177 w 240"/>
                <a:gd name="T29" fmla="*/ 147 h 209"/>
                <a:gd name="T30" fmla="*/ 158 w 240"/>
                <a:gd name="T31" fmla="*/ 154 h 209"/>
                <a:gd name="T32" fmla="*/ 140 w 240"/>
                <a:gd name="T33" fmla="*/ 147 h 209"/>
                <a:gd name="T34" fmla="*/ 128 w 240"/>
                <a:gd name="T35" fmla="*/ 147 h 209"/>
                <a:gd name="T36" fmla="*/ 121 w 240"/>
                <a:gd name="T37" fmla="*/ 158 h 209"/>
                <a:gd name="T38" fmla="*/ 78 w 240"/>
                <a:gd name="T39" fmla="*/ 170 h 209"/>
                <a:gd name="T40" fmla="*/ 57 w 240"/>
                <a:gd name="T41" fmla="*/ 157 h 209"/>
                <a:gd name="T42" fmla="*/ 56 w 240"/>
                <a:gd name="T43" fmla="*/ 130 h 209"/>
                <a:gd name="T44" fmla="*/ 17 w 240"/>
                <a:gd name="T45" fmla="*/ 119 h 209"/>
                <a:gd name="T46" fmla="*/ 19 w 240"/>
                <a:gd name="T47" fmla="*/ 85 h 209"/>
                <a:gd name="T48" fmla="*/ 28 w 240"/>
                <a:gd name="T49" fmla="*/ 77 h 209"/>
                <a:gd name="T50" fmla="*/ 23 w 240"/>
                <a:gd name="T51" fmla="*/ 54 h 209"/>
                <a:gd name="T52" fmla="*/ 41 w 240"/>
                <a:gd name="T53" fmla="*/ 10 h 209"/>
                <a:gd name="T54" fmla="*/ 68 w 240"/>
                <a:gd name="T55" fmla="*/ 21 h 209"/>
                <a:gd name="T56" fmla="*/ 82 w 240"/>
                <a:gd name="T57" fmla="*/ 9 h 209"/>
                <a:gd name="T58" fmla="*/ 105 w 240"/>
                <a:gd name="T59" fmla="*/ 6 h 209"/>
                <a:gd name="T60" fmla="*/ 76 w 240"/>
                <a:gd name="T61" fmla="*/ 4 h 209"/>
                <a:gd name="T62" fmla="*/ 74 w 240"/>
                <a:gd name="T63" fmla="*/ 11 h 209"/>
                <a:gd name="T64" fmla="*/ 67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4 w 240"/>
                <a:gd name="T97" fmla="*/ 123 h 209"/>
                <a:gd name="T98" fmla="*/ 204 w 240"/>
                <a:gd name="T99" fmla="*/ 119 h 209"/>
                <a:gd name="T100" fmla="*/ 236 w 240"/>
                <a:gd name="T101" fmla="*/ 94 h 209"/>
                <a:gd name="T102" fmla="*/ 233 w 240"/>
                <a:gd name="T103" fmla="*/ 58 h 209"/>
                <a:gd name="T104" fmla="*/ 215 w 240"/>
                <a:gd name="T105" fmla="*/ 53 h 209"/>
                <a:gd name="T106" fmla="*/ 205 w 240"/>
                <a:gd name="T107" fmla="*/ 51 h 209"/>
                <a:gd name="T108" fmla="*/ 210 w 240"/>
                <a:gd name="T109" fmla="*/ 24 h 209"/>
                <a:gd name="T110" fmla="*/ 196 w 240"/>
                <a:gd name="T111" fmla="*/ 5 h 209"/>
                <a:gd name="T112" fmla="*/ 193 w 240"/>
                <a:gd name="T113" fmla="*/ 3 h 209"/>
                <a:gd name="T114" fmla="*/ 124 w 240"/>
                <a:gd name="T115" fmla="*/ 3 h 209"/>
                <a:gd name="T116" fmla="*/ 122 w 240"/>
                <a:gd name="T117" fmla="*/ 4 h 209"/>
                <a:gd name="T118" fmla="*/ 120 w 240"/>
                <a:gd name="T119" fmla="*/ 6 h 209"/>
                <a:gd name="T120" fmla="*/ 112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1"/>
                  </a:moveTo>
                  <a:cubicBezTo>
                    <a:pt x="214" y="189"/>
                    <a:pt x="214" y="189"/>
                    <a:pt x="214" y="189"/>
                  </a:cubicBezTo>
                  <a:cubicBezTo>
                    <a:pt x="211" y="191"/>
                    <a:pt x="211" y="191"/>
                    <a:pt x="211" y="191"/>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5"/>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9"/>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5"/>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5"/>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9"/>
                    <a:pt x="82" y="8"/>
                    <a:pt x="82" y="8"/>
                  </a:cubicBezTo>
                  <a:cubicBezTo>
                    <a:pt x="87" y="8"/>
                    <a:pt x="98" y="6"/>
                    <a:pt x="105" y="6"/>
                  </a:cubicBezTo>
                  <a:cubicBezTo>
                    <a:pt x="105" y="6"/>
                    <a:pt x="105" y="6"/>
                    <a:pt x="105" y="6"/>
                  </a:cubicBezTo>
                  <a:moveTo>
                    <a:pt x="105" y="0"/>
                  </a:moveTo>
                  <a:cubicBezTo>
                    <a:pt x="94" y="0"/>
                    <a:pt x="79" y="3"/>
                    <a:pt x="78" y="3"/>
                  </a:cubicBezTo>
                  <a:cubicBezTo>
                    <a:pt x="76" y="4"/>
                    <a:pt x="76" y="4"/>
                    <a:pt x="76" y="4"/>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8" y="124"/>
                  </a:cubicBezTo>
                  <a:cubicBezTo>
                    <a:pt x="28" y="124"/>
                    <a:pt x="28"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6"/>
                    <a:pt x="73" y="176"/>
                    <a:pt x="78" y="176"/>
                  </a:cubicBezTo>
                  <a:cubicBezTo>
                    <a:pt x="90" y="176"/>
                    <a:pt x="104" y="173"/>
                    <a:pt x="115" y="168"/>
                  </a:cubicBezTo>
                  <a:cubicBezTo>
                    <a:pt x="120" y="166"/>
                    <a:pt x="125" y="163"/>
                    <a:pt x="128" y="160"/>
                  </a:cubicBezTo>
                  <a:cubicBezTo>
                    <a:pt x="130" y="158"/>
                    <a:pt x="132" y="157"/>
                    <a:pt x="133" y="155"/>
                  </a:cubicBezTo>
                  <a:cubicBezTo>
                    <a:pt x="133" y="154"/>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5"/>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6"/>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1"/>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7" name="Freeform 1243">
              <a:extLst>
                <a:ext uri="{FF2B5EF4-FFF2-40B4-BE49-F238E27FC236}">
                  <a16:creationId xmlns:a16="http://schemas.microsoft.com/office/drawing/2014/main" id="{19A1E4D6-DDC1-44A3-AAED-91D5E616B177}"/>
                </a:ext>
              </a:extLst>
            </p:cNvPr>
            <p:cNvSpPr>
              <a:spLocks noEditPoints="1"/>
            </p:cNvSpPr>
            <p:nvPr userDrawn="1"/>
          </p:nvSpPr>
          <p:spPr bwMode="auto">
            <a:xfrm>
              <a:off x="1081979" y="4002787"/>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128 w 239"/>
                <a:gd name="T31" fmla="*/ 130 h 165"/>
                <a:gd name="T32" fmla="*/ 105 w 239"/>
                <a:gd name="T33" fmla="*/ 146 h 165"/>
                <a:gd name="T34" fmla="*/ 115 w 239"/>
                <a:gd name="T35" fmla="*/ 128 h 165"/>
                <a:gd name="T36" fmla="*/ 32 w 239"/>
                <a:gd name="T37" fmla="*/ 128 h 165"/>
                <a:gd name="T38" fmla="*/ 10 w 239"/>
                <a:gd name="T39" fmla="*/ 98 h 165"/>
                <a:gd name="T40" fmla="*/ 6 w 239"/>
                <a:gd name="T41" fmla="*/ 73 h 165"/>
                <a:gd name="T42" fmla="*/ 6 w 239"/>
                <a:gd name="T43" fmla="*/ 70 h 165"/>
                <a:gd name="T44" fmla="*/ 6 w 239"/>
                <a:gd name="T45" fmla="*/ 70 h 165"/>
                <a:gd name="T46" fmla="*/ 6 w 239"/>
                <a:gd name="T47" fmla="*/ 70 h 165"/>
                <a:gd name="T48" fmla="*/ 6 w 239"/>
                <a:gd name="T49" fmla="*/ 69 h 165"/>
                <a:gd name="T50" fmla="*/ 6 w 239"/>
                <a:gd name="T51" fmla="*/ 69 h 165"/>
                <a:gd name="T52" fmla="*/ 6 w 239"/>
                <a:gd name="T53" fmla="*/ 63 h 165"/>
                <a:gd name="T54" fmla="*/ 18 w 239"/>
                <a:gd name="T55" fmla="*/ 14 h 165"/>
                <a:gd name="T56" fmla="*/ 26 w 239"/>
                <a:gd name="T57" fmla="*/ 7 h 165"/>
                <a:gd name="T58" fmla="*/ 28 w 239"/>
                <a:gd name="T59" fmla="*/ 6 h 165"/>
                <a:gd name="T60" fmla="*/ 29 w 239"/>
                <a:gd name="T61" fmla="*/ 6 h 165"/>
                <a:gd name="T62" fmla="*/ 207 w 239"/>
                <a:gd name="T63" fmla="*/ 6 h 165"/>
                <a:gd name="T64" fmla="*/ 207 w 239"/>
                <a:gd name="T65" fmla="*/ 3 h 165"/>
                <a:gd name="T66" fmla="*/ 207 w 239"/>
                <a:gd name="T67" fmla="*/ 6 h 165"/>
                <a:gd name="T68" fmla="*/ 208 w 239"/>
                <a:gd name="T69" fmla="*/ 0 h 165"/>
                <a:gd name="T70" fmla="*/ 207 w 239"/>
                <a:gd name="T71" fmla="*/ 0 h 165"/>
                <a:gd name="T72" fmla="*/ 28 w 239"/>
                <a:gd name="T73" fmla="*/ 0 h 165"/>
                <a:gd name="T74" fmla="*/ 28 w 239"/>
                <a:gd name="T75" fmla="*/ 0 h 165"/>
                <a:gd name="T76" fmla="*/ 14 w 239"/>
                <a:gd name="T77" fmla="*/ 10 h 165"/>
                <a:gd name="T78" fmla="*/ 0 w 239"/>
                <a:gd name="T79" fmla="*/ 63 h 165"/>
                <a:gd name="T80" fmla="*/ 0 w 239"/>
                <a:gd name="T81" fmla="*/ 69 h 165"/>
                <a:gd name="T82" fmla="*/ 0 w 239"/>
                <a:gd name="T83" fmla="*/ 73 h 165"/>
                <a:gd name="T84" fmla="*/ 5 w 239"/>
                <a:gd name="T85" fmla="*/ 100 h 165"/>
                <a:gd name="T86" fmla="*/ 29 w 239"/>
                <a:gd name="T87" fmla="*/ 134 h 165"/>
                <a:gd name="T88" fmla="*/ 30 w 239"/>
                <a:gd name="T89" fmla="*/ 134 h 165"/>
                <a:gd name="T90" fmla="*/ 105 w 239"/>
                <a:gd name="T91" fmla="*/ 134 h 165"/>
                <a:gd name="T92" fmla="*/ 88 w 239"/>
                <a:gd name="T93" fmla="*/ 165 h 165"/>
                <a:gd name="T94" fmla="*/ 130 w 239"/>
                <a:gd name="T95" fmla="*/ 136 h 165"/>
                <a:gd name="T96" fmla="*/ 207 w 239"/>
                <a:gd name="T97" fmla="*/ 136 h 165"/>
                <a:gd name="T98" fmla="*/ 207 w 239"/>
                <a:gd name="T99" fmla="*/ 136 h 165"/>
                <a:gd name="T100" fmla="*/ 214 w 239"/>
                <a:gd name="T101" fmla="*/ 134 h 165"/>
                <a:gd name="T102" fmla="*/ 230 w 239"/>
                <a:gd name="T103" fmla="*/ 119 h 165"/>
                <a:gd name="T104" fmla="*/ 239 w 239"/>
                <a:gd name="T105" fmla="*/ 72 h 165"/>
                <a:gd name="T106" fmla="*/ 239 w 239"/>
                <a:gd name="T107" fmla="*/ 64 h 165"/>
                <a:gd name="T108" fmla="*/ 234 w 239"/>
                <a:gd name="T109" fmla="*/ 28 h 165"/>
                <a:gd name="T110" fmla="*/ 225 w 239"/>
                <a:gd name="T111" fmla="*/ 10 h 165"/>
                <a:gd name="T112" fmla="*/ 208 w 239"/>
                <a:gd name="T113" fmla="*/ 0 h 165"/>
                <a:gd name="T114" fmla="*/ 208 w 239"/>
                <a:gd name="T11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8"/>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5"/>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8" name="Freeform 1244">
              <a:extLst>
                <a:ext uri="{FF2B5EF4-FFF2-40B4-BE49-F238E27FC236}">
                  <a16:creationId xmlns:a16="http://schemas.microsoft.com/office/drawing/2014/main" id="{934BCACF-5337-4CB0-B96F-968D04BF95FD}"/>
                </a:ext>
              </a:extLst>
            </p:cNvPr>
            <p:cNvSpPr>
              <a:spLocks noEditPoints="1"/>
            </p:cNvSpPr>
            <p:nvPr userDrawn="1"/>
          </p:nvSpPr>
          <p:spPr bwMode="auto">
            <a:xfrm>
              <a:off x="2322251" y="3966663"/>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30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30"/>
                    <a:pt x="113" y="130"/>
                    <a:pt x="113" y="130"/>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7"/>
                    <a:pt x="0" y="67"/>
                    <a:pt x="0" y="68"/>
                  </a:cubicBezTo>
                  <a:cubicBezTo>
                    <a:pt x="0" y="69"/>
                    <a:pt x="0" y="71"/>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5"/>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9" name="Freeform 1245">
              <a:extLst>
                <a:ext uri="{FF2B5EF4-FFF2-40B4-BE49-F238E27FC236}">
                  <a16:creationId xmlns:a16="http://schemas.microsoft.com/office/drawing/2014/main" id="{F307F78A-4FFB-4FAF-B881-5CB0A88C6535}"/>
                </a:ext>
              </a:extLst>
            </p:cNvPr>
            <p:cNvSpPr>
              <a:spLocks noEditPoints="1"/>
            </p:cNvSpPr>
            <p:nvPr userDrawn="1"/>
          </p:nvSpPr>
          <p:spPr bwMode="auto">
            <a:xfrm>
              <a:off x="2368410" y="4757386"/>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1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0 w 298"/>
                <a:gd name="T47" fmla="*/ 125 h 268"/>
                <a:gd name="T48" fmla="*/ 12 w 298"/>
                <a:gd name="T49" fmla="*/ 146 h 268"/>
                <a:gd name="T50" fmla="*/ 86 w 298"/>
                <a:gd name="T51" fmla="*/ 195 h 268"/>
                <a:gd name="T52" fmla="*/ 109 w 298"/>
                <a:gd name="T53" fmla="*/ 213 h 268"/>
                <a:gd name="T54" fmla="*/ 206 w 298"/>
                <a:gd name="T55" fmla="*/ 268 h 268"/>
                <a:gd name="T56" fmla="*/ 233 w 298"/>
                <a:gd name="T57" fmla="*/ 259 h 268"/>
                <a:gd name="T58" fmla="*/ 284 w 298"/>
                <a:gd name="T59" fmla="*/ 196 h 268"/>
                <a:gd name="T60" fmla="*/ 287 w 298"/>
                <a:gd name="T61" fmla="*/ 123 h 268"/>
                <a:gd name="T62" fmla="*/ 286 w 298"/>
                <a:gd name="T63" fmla="*/ 123 h 268"/>
                <a:gd name="T64" fmla="*/ 283 w 298"/>
                <a:gd name="T65" fmla="*/ 127 h 268"/>
                <a:gd name="T66" fmla="*/ 286 w 298"/>
                <a:gd name="T67" fmla="*/ 123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3"/>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1"/>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9"/>
                  </a:cubicBezTo>
                  <a:cubicBezTo>
                    <a:pt x="270" y="218"/>
                    <a:pt x="277" y="209"/>
                    <a:pt x="284" y="196"/>
                  </a:cubicBezTo>
                  <a:cubicBezTo>
                    <a:pt x="291" y="183"/>
                    <a:pt x="298" y="166"/>
                    <a:pt x="298" y="151"/>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0" name="Freeform 1246">
              <a:extLst>
                <a:ext uri="{FF2B5EF4-FFF2-40B4-BE49-F238E27FC236}">
                  <a16:creationId xmlns:a16="http://schemas.microsoft.com/office/drawing/2014/main" id="{E5EB8E0A-D8D5-4587-98DF-C5936CE93004}"/>
                </a:ext>
              </a:extLst>
            </p:cNvPr>
            <p:cNvSpPr>
              <a:spLocks noEditPoints="1"/>
            </p:cNvSpPr>
            <p:nvPr userDrawn="1"/>
          </p:nvSpPr>
          <p:spPr bwMode="auto">
            <a:xfrm>
              <a:off x="2368410" y="4903891"/>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1" name="Freeform 1247">
              <a:extLst>
                <a:ext uri="{FF2B5EF4-FFF2-40B4-BE49-F238E27FC236}">
                  <a16:creationId xmlns:a16="http://schemas.microsoft.com/office/drawing/2014/main" id="{8B28E99E-70B0-4E71-B2FD-986971D1DC72}"/>
                </a:ext>
              </a:extLst>
            </p:cNvPr>
            <p:cNvSpPr>
              <a:spLocks noEditPoints="1"/>
            </p:cNvSpPr>
            <p:nvPr userDrawn="1"/>
          </p:nvSpPr>
          <p:spPr bwMode="auto">
            <a:xfrm>
              <a:off x="1300732" y="4225555"/>
              <a:ext cx="180622" cy="108373"/>
            </a:xfrm>
            <a:custGeom>
              <a:avLst/>
              <a:gdLst>
                <a:gd name="T0" fmla="*/ 49 w 119"/>
                <a:gd name="T1" fmla="*/ 6 h 73"/>
                <a:gd name="T2" fmla="*/ 100 w 119"/>
                <a:gd name="T3" fmla="*/ 6 h 73"/>
                <a:gd name="T4" fmla="*/ 106 w 119"/>
                <a:gd name="T5" fmla="*/ 10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4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5"/>
                    <a:pt x="106" y="65"/>
                  </a:cubicBezTo>
                  <a:cubicBezTo>
                    <a:pt x="104" y="66"/>
                    <a:pt x="103" y="67"/>
                    <a:pt x="101" y="67"/>
                  </a:cubicBezTo>
                  <a:cubicBezTo>
                    <a:pt x="41" y="67"/>
                    <a:pt x="41" y="67"/>
                    <a:pt x="41" y="67"/>
                  </a:cubicBezTo>
                  <a:cubicBezTo>
                    <a:pt x="41" y="67"/>
                    <a:pt x="38" y="67"/>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4"/>
                    <a:pt x="26" y="54"/>
                    <a:pt x="26" y="54"/>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2" name="Freeform 1248">
              <a:extLst>
                <a:ext uri="{FF2B5EF4-FFF2-40B4-BE49-F238E27FC236}">
                  <a16:creationId xmlns:a16="http://schemas.microsoft.com/office/drawing/2014/main" id="{76897846-FBDD-46FB-830D-8E99EB8726C9}"/>
                </a:ext>
              </a:extLst>
            </p:cNvPr>
            <p:cNvSpPr>
              <a:spLocks noEditPoints="1"/>
            </p:cNvSpPr>
            <p:nvPr userDrawn="1"/>
          </p:nvSpPr>
          <p:spPr bwMode="auto">
            <a:xfrm>
              <a:off x="52432" y="4458357"/>
              <a:ext cx="224774" cy="136470"/>
            </a:xfrm>
            <a:custGeom>
              <a:avLst/>
              <a:gdLst>
                <a:gd name="T0" fmla="*/ 60 w 149"/>
                <a:gd name="T1" fmla="*/ 6 h 91"/>
                <a:gd name="T2" fmla="*/ 126 w 149"/>
                <a:gd name="T3" fmla="*/ 6 h 91"/>
                <a:gd name="T4" fmla="*/ 134 w 149"/>
                <a:gd name="T5" fmla="*/ 11 h 91"/>
                <a:gd name="T6" fmla="*/ 140 w 149"/>
                <a:gd name="T7" fmla="*/ 17 h 91"/>
                <a:gd name="T8" fmla="*/ 143 w 149"/>
                <a:gd name="T9" fmla="*/ 25 h 91"/>
                <a:gd name="T10" fmla="*/ 142 w 149"/>
                <a:gd name="T11" fmla="*/ 73 h 91"/>
                <a:gd name="T12" fmla="*/ 138 w 149"/>
                <a:gd name="T13" fmla="*/ 79 h 91"/>
                <a:gd name="T14" fmla="*/ 134 w 149"/>
                <a:gd name="T15" fmla="*/ 83 h 91"/>
                <a:gd name="T16" fmla="*/ 127 w 149"/>
                <a:gd name="T17" fmla="*/ 85 h 91"/>
                <a:gd name="T18" fmla="*/ 50 w 149"/>
                <a:gd name="T19" fmla="*/ 85 h 91"/>
                <a:gd name="T20" fmla="*/ 44 w 149"/>
                <a:gd name="T21" fmla="*/ 83 h 91"/>
                <a:gd name="T22" fmla="*/ 40 w 149"/>
                <a:gd name="T23" fmla="*/ 79 h 91"/>
                <a:gd name="T24" fmla="*/ 38 w 149"/>
                <a:gd name="T25" fmla="*/ 70 h 91"/>
                <a:gd name="T26" fmla="*/ 38 w 149"/>
                <a:gd name="T27" fmla="*/ 67 h 91"/>
                <a:gd name="T28" fmla="*/ 38 w 149"/>
                <a:gd name="T29" fmla="*/ 65 h 91"/>
                <a:gd name="T30" fmla="*/ 21 w 149"/>
                <a:gd name="T31" fmla="*/ 44 h 91"/>
                <a:gd name="T32" fmla="*/ 39 w 149"/>
                <a:gd name="T33" fmla="*/ 52 h 91"/>
                <a:gd name="T34" fmla="*/ 40 w 149"/>
                <a:gd name="T35" fmla="*/ 24 h 91"/>
                <a:gd name="T36" fmla="*/ 43 w 149"/>
                <a:gd name="T37" fmla="*/ 16 h 91"/>
                <a:gd name="T38" fmla="*/ 60 w 149"/>
                <a:gd name="T39" fmla="*/ 6 h 91"/>
                <a:gd name="T40" fmla="*/ 127 w 149"/>
                <a:gd name="T41" fmla="*/ 0 h 91"/>
                <a:gd name="T42" fmla="*/ 59 w 149"/>
                <a:gd name="T43" fmla="*/ 0 h 91"/>
                <a:gd name="T44" fmla="*/ 59 w 149"/>
                <a:gd name="T45" fmla="*/ 0 h 91"/>
                <a:gd name="T46" fmla="*/ 38 w 149"/>
                <a:gd name="T47" fmla="*/ 13 h 91"/>
                <a:gd name="T48" fmla="*/ 34 w 149"/>
                <a:gd name="T49" fmla="*/ 23 h 91"/>
                <a:gd name="T50" fmla="*/ 34 w 149"/>
                <a:gd name="T51" fmla="*/ 23 h 91"/>
                <a:gd name="T52" fmla="*/ 33 w 149"/>
                <a:gd name="T53" fmla="*/ 43 h 91"/>
                <a:gd name="T54" fmla="*/ 0 w 149"/>
                <a:gd name="T55" fmla="*/ 27 h 91"/>
                <a:gd name="T56" fmla="*/ 32 w 149"/>
                <a:gd name="T57" fmla="*/ 67 h 91"/>
                <a:gd name="T58" fmla="*/ 32 w 149"/>
                <a:gd name="T59" fmla="*/ 70 h 91"/>
                <a:gd name="T60" fmla="*/ 35 w 149"/>
                <a:gd name="T61" fmla="*/ 82 h 91"/>
                <a:gd name="T62" fmla="*/ 44 w 149"/>
                <a:gd name="T63" fmla="*/ 90 h 91"/>
                <a:gd name="T64" fmla="*/ 50 w 149"/>
                <a:gd name="T65" fmla="*/ 91 h 91"/>
                <a:gd name="T66" fmla="*/ 50 w 149"/>
                <a:gd name="T67" fmla="*/ 91 h 91"/>
                <a:gd name="T68" fmla="*/ 127 w 149"/>
                <a:gd name="T69" fmla="*/ 91 h 91"/>
                <a:gd name="T70" fmla="*/ 127 w 149"/>
                <a:gd name="T71" fmla="*/ 91 h 91"/>
                <a:gd name="T72" fmla="*/ 137 w 149"/>
                <a:gd name="T73" fmla="*/ 88 h 91"/>
                <a:gd name="T74" fmla="*/ 146 w 149"/>
                <a:gd name="T75" fmla="*/ 79 h 91"/>
                <a:gd name="T76" fmla="*/ 148 w 149"/>
                <a:gd name="T77" fmla="*/ 74 h 91"/>
                <a:gd name="T78" fmla="*/ 148 w 149"/>
                <a:gd name="T79" fmla="*/ 74 h 91"/>
                <a:gd name="T80" fmla="*/ 149 w 149"/>
                <a:gd name="T81" fmla="*/ 24 h 91"/>
                <a:gd name="T82" fmla="*/ 149 w 149"/>
                <a:gd name="T83" fmla="*/ 24 h 91"/>
                <a:gd name="T84" fmla="*/ 145 w 149"/>
                <a:gd name="T85" fmla="*/ 13 h 91"/>
                <a:gd name="T86" fmla="*/ 134 w 149"/>
                <a:gd name="T87" fmla="*/ 3 h 91"/>
                <a:gd name="T88" fmla="*/ 127 w 149"/>
                <a:gd name="T89" fmla="*/ 0 h 91"/>
                <a:gd name="T90" fmla="*/ 127 w 14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91">
                  <a:moveTo>
                    <a:pt x="60" y="6"/>
                  </a:moveTo>
                  <a:cubicBezTo>
                    <a:pt x="126" y="6"/>
                    <a:pt x="126" y="6"/>
                    <a:pt x="126" y="6"/>
                  </a:cubicBezTo>
                  <a:cubicBezTo>
                    <a:pt x="127" y="6"/>
                    <a:pt x="131" y="8"/>
                    <a:pt x="134" y="11"/>
                  </a:cubicBezTo>
                  <a:cubicBezTo>
                    <a:pt x="137" y="12"/>
                    <a:pt x="139" y="14"/>
                    <a:pt x="140" y="17"/>
                  </a:cubicBezTo>
                  <a:cubicBezTo>
                    <a:pt x="142" y="19"/>
                    <a:pt x="143" y="22"/>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8"/>
                    <a:pt x="60" y="6"/>
                  </a:cubicBezTo>
                  <a:moveTo>
                    <a:pt x="127" y="0"/>
                  </a:moveTo>
                  <a:cubicBezTo>
                    <a:pt x="59" y="0"/>
                    <a:pt x="59" y="0"/>
                    <a:pt x="59" y="0"/>
                  </a:cubicBezTo>
                  <a:cubicBezTo>
                    <a:pt x="59" y="0"/>
                    <a:pt x="59" y="0"/>
                    <a:pt x="59" y="0"/>
                  </a:cubicBezTo>
                  <a:cubicBezTo>
                    <a:pt x="48" y="2"/>
                    <a:pt x="41" y="8"/>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7"/>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3" name="Freeform 1249">
              <a:extLst>
                <a:ext uri="{FF2B5EF4-FFF2-40B4-BE49-F238E27FC236}">
                  <a16:creationId xmlns:a16="http://schemas.microsoft.com/office/drawing/2014/main" id="{9BE89544-88DE-40B1-8219-E2C3740008E9}"/>
                </a:ext>
              </a:extLst>
            </p:cNvPr>
            <p:cNvSpPr>
              <a:spLocks noEditPoints="1"/>
            </p:cNvSpPr>
            <p:nvPr userDrawn="1"/>
          </p:nvSpPr>
          <p:spPr bwMode="auto">
            <a:xfrm>
              <a:off x="1696094" y="5168804"/>
              <a:ext cx="178616" cy="110381"/>
            </a:xfrm>
            <a:custGeom>
              <a:avLst/>
              <a:gdLst>
                <a:gd name="T0" fmla="*/ 49 w 119"/>
                <a:gd name="T1" fmla="*/ 6 h 73"/>
                <a:gd name="T2" fmla="*/ 101 w 119"/>
                <a:gd name="T3" fmla="*/ 6 h 73"/>
                <a:gd name="T4" fmla="*/ 107 w 119"/>
                <a:gd name="T5" fmla="*/ 9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2 w 119"/>
                <a:gd name="T17" fmla="*/ 67 h 73"/>
                <a:gd name="T18" fmla="*/ 42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7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3 h 73"/>
                <a:gd name="T58" fmla="*/ 27 w 119"/>
                <a:gd name="T59" fmla="*/ 55 h 73"/>
                <a:gd name="T60" fmla="*/ 29 w 119"/>
                <a:gd name="T61" fmla="*/ 65 h 73"/>
                <a:gd name="T62" fmla="*/ 37 w 119"/>
                <a:gd name="T63" fmla="*/ 72 h 73"/>
                <a:gd name="T64" fmla="*/ 41 w 119"/>
                <a:gd name="T65" fmla="*/ 73 h 73"/>
                <a:gd name="T66" fmla="*/ 42 w 119"/>
                <a:gd name="T67" fmla="*/ 73 h 73"/>
                <a:gd name="T68" fmla="*/ 102 w 119"/>
                <a:gd name="T69" fmla="*/ 73 h 73"/>
                <a:gd name="T70" fmla="*/ 102 w 119"/>
                <a:gd name="T71" fmla="*/ 73 h 73"/>
                <a:gd name="T72" fmla="*/ 110 w 119"/>
                <a:gd name="T73" fmla="*/ 70 h 73"/>
                <a:gd name="T74" fmla="*/ 117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1" y="6"/>
                    <a:pt x="101" y="6"/>
                    <a:pt x="101" y="6"/>
                  </a:cubicBezTo>
                  <a:cubicBezTo>
                    <a:pt x="102" y="6"/>
                    <a:pt x="104" y="7"/>
                    <a:pt x="107" y="9"/>
                  </a:cubicBezTo>
                  <a:cubicBezTo>
                    <a:pt x="109" y="11"/>
                    <a:pt x="110" y="12"/>
                    <a:pt x="111" y="14"/>
                  </a:cubicBezTo>
                  <a:cubicBezTo>
                    <a:pt x="112" y="16"/>
                    <a:pt x="113" y="18"/>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4" name="Freeform 1250">
              <a:extLst>
                <a:ext uri="{FF2B5EF4-FFF2-40B4-BE49-F238E27FC236}">
                  <a16:creationId xmlns:a16="http://schemas.microsoft.com/office/drawing/2014/main" id="{129AD54F-8783-49B3-AD3D-D9406F7631D6}"/>
                </a:ext>
              </a:extLst>
            </p:cNvPr>
            <p:cNvSpPr>
              <a:spLocks noEditPoints="1"/>
            </p:cNvSpPr>
            <p:nvPr userDrawn="1"/>
          </p:nvSpPr>
          <p:spPr bwMode="auto">
            <a:xfrm>
              <a:off x="477898" y="4725276"/>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5" name="Freeform 1251">
              <a:extLst>
                <a:ext uri="{FF2B5EF4-FFF2-40B4-BE49-F238E27FC236}">
                  <a16:creationId xmlns:a16="http://schemas.microsoft.com/office/drawing/2014/main" id="{130F8405-1778-49DA-AD4F-5DE15DABDF7B}"/>
                </a:ext>
              </a:extLst>
            </p:cNvPr>
            <p:cNvSpPr>
              <a:spLocks noEditPoints="1"/>
            </p:cNvSpPr>
            <p:nvPr userDrawn="1"/>
          </p:nvSpPr>
          <p:spPr bwMode="auto">
            <a:xfrm>
              <a:off x="1635887" y="3958635"/>
              <a:ext cx="266920" cy="164567"/>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2 w 177"/>
                <a:gd name="T17" fmla="*/ 104 h 110"/>
                <a:gd name="T18" fmla="*/ 58 w 177"/>
                <a:gd name="T19" fmla="*/ 104 h 110"/>
                <a:gd name="T20" fmla="*/ 50 w 177"/>
                <a:gd name="T21" fmla="*/ 101 h 110"/>
                <a:gd name="T22" fmla="*/ 45 w 177"/>
                <a:gd name="T23" fmla="*/ 95 h 110"/>
                <a:gd name="T24" fmla="*/ 43 w 177"/>
                <a:gd name="T25" fmla="*/ 84 h 110"/>
                <a:gd name="T26" fmla="*/ 43 w 177"/>
                <a:gd name="T27" fmla="*/ 80 h 110"/>
                <a:gd name="T28" fmla="*/ 43 w 177"/>
                <a:gd name="T29" fmla="*/ 79 h 110"/>
                <a:gd name="T30" fmla="*/ 21 w 177"/>
                <a:gd name="T31" fmla="*/ 51 h 110"/>
                <a:gd name="T32" fmla="*/ 44 w 177"/>
                <a:gd name="T33" fmla="*/ 62 h 110"/>
                <a:gd name="T34" fmla="*/ 45 w 177"/>
                <a:gd name="T35" fmla="*/ 28 h 110"/>
                <a:gd name="T36" fmla="*/ 49 w 177"/>
                <a:gd name="T37" fmla="*/ 18 h 110"/>
                <a:gd name="T38" fmla="*/ 70 w 177"/>
                <a:gd name="T39" fmla="*/ 6 h 110"/>
                <a:gd name="T40" fmla="*/ 151 w 177"/>
                <a:gd name="T41" fmla="*/ 0 h 110"/>
                <a:gd name="T42" fmla="*/ 70 w 177"/>
                <a:gd name="T43" fmla="*/ 0 h 110"/>
                <a:gd name="T44" fmla="*/ 69 w 177"/>
                <a:gd name="T45" fmla="*/ 0 h 110"/>
                <a:gd name="T46" fmla="*/ 44 w 177"/>
                <a:gd name="T47" fmla="*/ 15 h 110"/>
                <a:gd name="T48" fmla="*/ 39 w 177"/>
                <a:gd name="T49" fmla="*/ 27 h 110"/>
                <a:gd name="T50" fmla="*/ 39 w 177"/>
                <a:gd name="T51" fmla="*/ 28 h 110"/>
                <a:gd name="T52" fmla="*/ 38 w 177"/>
                <a:gd name="T53" fmla="*/ 52 h 110"/>
                <a:gd name="T54" fmla="*/ 0 w 177"/>
                <a:gd name="T55" fmla="*/ 34 h 110"/>
                <a:gd name="T56" fmla="*/ 37 w 177"/>
                <a:gd name="T57" fmla="*/ 81 h 110"/>
                <a:gd name="T58" fmla="*/ 37 w 177"/>
                <a:gd name="T59" fmla="*/ 84 h 110"/>
                <a:gd name="T60" fmla="*/ 40 w 177"/>
                <a:gd name="T61" fmla="*/ 98 h 110"/>
                <a:gd name="T62" fmla="*/ 51 w 177"/>
                <a:gd name="T63" fmla="*/ 108 h 110"/>
                <a:gd name="T64" fmla="*/ 58 w 177"/>
                <a:gd name="T65" fmla="*/ 110 h 110"/>
                <a:gd name="T66" fmla="*/ 58 w 177"/>
                <a:gd name="T67" fmla="*/ 110 h 110"/>
                <a:gd name="T68" fmla="*/ 152 w 177"/>
                <a:gd name="T69" fmla="*/ 110 h 110"/>
                <a:gd name="T70" fmla="*/ 152 w 177"/>
                <a:gd name="T71" fmla="*/ 110 h 110"/>
                <a:gd name="T72" fmla="*/ 163 w 177"/>
                <a:gd name="T73" fmla="*/ 106 h 110"/>
                <a:gd name="T74" fmla="*/ 173 w 177"/>
                <a:gd name="T75" fmla="*/ 95 h 110"/>
                <a:gd name="T76" fmla="*/ 176 w 177"/>
                <a:gd name="T77" fmla="*/ 89 h 110"/>
                <a:gd name="T78" fmla="*/ 177 w 177"/>
                <a:gd name="T79" fmla="*/ 89 h 110"/>
                <a:gd name="T80" fmla="*/ 177 w 177"/>
                <a:gd name="T81" fmla="*/ 29 h 110"/>
                <a:gd name="T82" fmla="*/ 177 w 177"/>
                <a:gd name="T83" fmla="*/ 29 h 110"/>
                <a:gd name="T84" fmla="*/ 173 w 177"/>
                <a:gd name="T85" fmla="*/ 16 h 110"/>
                <a:gd name="T86" fmla="*/ 159 w 177"/>
                <a:gd name="T87" fmla="*/ 4 h 110"/>
                <a:gd name="T88" fmla="*/ 152 w 177"/>
                <a:gd name="T89" fmla="*/ 0 h 110"/>
                <a:gd name="T90" fmla="*/ 151 w 177"/>
                <a:gd name="T9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10">
                  <a:moveTo>
                    <a:pt x="70" y="6"/>
                  </a:moveTo>
                  <a:cubicBezTo>
                    <a:pt x="150" y="6"/>
                    <a:pt x="150" y="6"/>
                    <a:pt x="150" y="6"/>
                  </a:cubicBezTo>
                  <a:cubicBezTo>
                    <a:pt x="152" y="7"/>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3"/>
                    <a:pt x="155" y="103"/>
                    <a:pt x="152"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9"/>
                    <a:pt x="177" y="89"/>
                    <a:pt x="177" y="89"/>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6" name="Freeform 1252">
              <a:extLst>
                <a:ext uri="{FF2B5EF4-FFF2-40B4-BE49-F238E27FC236}">
                  <a16:creationId xmlns:a16="http://schemas.microsoft.com/office/drawing/2014/main" id="{A2FABCF5-0072-4435-8CA5-B37E8DBDBA8A}"/>
                </a:ext>
              </a:extLst>
            </p:cNvPr>
            <p:cNvSpPr>
              <a:spLocks noEditPoints="1"/>
            </p:cNvSpPr>
            <p:nvPr userDrawn="1"/>
          </p:nvSpPr>
          <p:spPr bwMode="auto">
            <a:xfrm>
              <a:off x="1475334" y="4143271"/>
              <a:ext cx="638198" cy="192664"/>
            </a:xfrm>
            <a:custGeom>
              <a:avLst/>
              <a:gdLst>
                <a:gd name="T0" fmla="*/ 91 w 425"/>
                <a:gd name="T1" fmla="*/ 25 h 128"/>
                <a:gd name="T2" fmla="*/ 345 w 425"/>
                <a:gd name="T3" fmla="*/ 6 h 128"/>
                <a:gd name="T4" fmla="*/ 371 w 425"/>
                <a:gd name="T5" fmla="*/ 7 h 128"/>
                <a:gd name="T6" fmla="*/ 372 w 425"/>
                <a:gd name="T7" fmla="*/ 7 h 128"/>
                <a:gd name="T8" fmla="*/ 419 w 425"/>
                <a:gd name="T9" fmla="*/ 45 h 128"/>
                <a:gd name="T10" fmla="*/ 419 w 425"/>
                <a:gd name="T11" fmla="*/ 46 h 128"/>
                <a:gd name="T12" fmla="*/ 419 w 425"/>
                <a:gd name="T13" fmla="*/ 46 h 128"/>
                <a:gd name="T14" fmla="*/ 411 w 425"/>
                <a:gd name="T15" fmla="*/ 80 h 128"/>
                <a:gd name="T16" fmla="*/ 372 w 425"/>
                <a:gd name="T17" fmla="*/ 106 h 128"/>
                <a:gd name="T18" fmla="*/ 368 w 425"/>
                <a:gd name="T19" fmla="*/ 107 h 128"/>
                <a:gd name="T20" fmla="*/ 102 w 425"/>
                <a:gd name="T21" fmla="*/ 113 h 128"/>
                <a:gd name="T22" fmla="*/ 85 w 425"/>
                <a:gd name="T23" fmla="*/ 114 h 128"/>
                <a:gd name="T24" fmla="*/ 90 w 425"/>
                <a:gd name="T25" fmla="*/ 106 h 128"/>
                <a:gd name="T26" fmla="*/ 52 w 425"/>
                <a:gd name="T27" fmla="*/ 100 h 128"/>
                <a:gd name="T28" fmla="*/ 37 w 425"/>
                <a:gd name="T29" fmla="*/ 77 h 128"/>
                <a:gd name="T30" fmla="*/ 36 w 425"/>
                <a:gd name="T31" fmla="*/ 74 h 128"/>
                <a:gd name="T32" fmla="*/ 36 w 425"/>
                <a:gd name="T33" fmla="*/ 71 h 128"/>
                <a:gd name="T34" fmla="*/ 68 w 425"/>
                <a:gd name="T35" fmla="*/ 29 h 128"/>
                <a:gd name="T36" fmla="*/ 82 w 425"/>
                <a:gd name="T37" fmla="*/ 26 h 128"/>
                <a:gd name="T38" fmla="*/ 83 w 425"/>
                <a:gd name="T39" fmla="*/ 26 h 128"/>
                <a:gd name="T40" fmla="*/ 83 w 425"/>
                <a:gd name="T41" fmla="*/ 26 h 128"/>
                <a:gd name="T42" fmla="*/ 184 w 425"/>
                <a:gd name="T43" fmla="*/ 10 h 128"/>
                <a:gd name="T44" fmla="*/ 57 w 425"/>
                <a:gd name="T45" fmla="*/ 27 h 128"/>
                <a:gd name="T46" fmla="*/ 30 w 425"/>
                <a:gd name="T47" fmla="*/ 71 h 128"/>
                <a:gd name="T48" fmla="*/ 30 w 425"/>
                <a:gd name="T49" fmla="*/ 74 h 128"/>
                <a:gd name="T50" fmla="*/ 36 w 425"/>
                <a:gd name="T51" fmla="*/ 92 h 128"/>
                <a:gd name="T52" fmla="*/ 58 w 425"/>
                <a:gd name="T53" fmla="*/ 109 h 128"/>
                <a:gd name="T54" fmla="*/ 29 w 425"/>
                <a:gd name="T55" fmla="*/ 125 h 128"/>
                <a:gd name="T56" fmla="*/ 74 w 425"/>
                <a:gd name="T57" fmla="*/ 121 h 128"/>
                <a:gd name="T58" fmla="*/ 101 w 425"/>
                <a:gd name="T59" fmla="*/ 119 h 128"/>
                <a:gd name="T60" fmla="*/ 101 w 425"/>
                <a:gd name="T61" fmla="*/ 119 h 128"/>
                <a:gd name="T62" fmla="*/ 102 w 425"/>
                <a:gd name="T63" fmla="*/ 119 h 128"/>
                <a:gd name="T64" fmla="*/ 368 w 425"/>
                <a:gd name="T65" fmla="*/ 113 h 128"/>
                <a:gd name="T66" fmla="*/ 416 w 425"/>
                <a:gd name="T67" fmla="*/ 83 h 128"/>
                <a:gd name="T68" fmla="*/ 425 w 425"/>
                <a:gd name="T69" fmla="*/ 45 h 128"/>
                <a:gd name="T70" fmla="*/ 373 w 425"/>
                <a:gd name="T71" fmla="*/ 1 h 128"/>
                <a:gd name="T72" fmla="*/ 372 w 425"/>
                <a:gd name="T73" fmla="*/ 1 h 128"/>
                <a:gd name="T74" fmla="*/ 345 w 425"/>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7"/>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6"/>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7"/>
                  </a:cubicBezTo>
                  <a:cubicBezTo>
                    <a:pt x="368" y="107"/>
                    <a:pt x="368" y="107"/>
                    <a:pt x="368" y="107"/>
                  </a:cubicBezTo>
                  <a:cubicBezTo>
                    <a:pt x="368" y="107"/>
                    <a:pt x="368" y="107"/>
                    <a:pt x="368" y="107"/>
                  </a:cubicBezTo>
                  <a:cubicBezTo>
                    <a:pt x="102" y="113"/>
                    <a:pt x="102" y="113"/>
                    <a:pt x="102" y="113"/>
                  </a:cubicBezTo>
                  <a:cubicBezTo>
                    <a:pt x="101" y="113"/>
                    <a:pt x="101" y="113"/>
                    <a:pt x="101" y="113"/>
                  </a:cubicBezTo>
                  <a:cubicBezTo>
                    <a:pt x="98" y="113"/>
                    <a:pt x="93" y="113"/>
                    <a:pt x="85" y="114"/>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5" y="20"/>
                    <a:pt x="83" y="20"/>
                  </a:cubicBezTo>
                  <a:cubicBezTo>
                    <a:pt x="81" y="20"/>
                    <a:pt x="69" y="21"/>
                    <a:pt x="57" y="27"/>
                  </a:cubicBezTo>
                  <a:cubicBezTo>
                    <a:pt x="50" y="30"/>
                    <a:pt x="43" y="35"/>
                    <a:pt x="38" y="42"/>
                  </a:cubicBezTo>
                  <a:cubicBezTo>
                    <a:pt x="33" y="50"/>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0" y="120"/>
                    <a:pt x="86" y="119"/>
                    <a:pt x="91" y="119"/>
                  </a:cubicBezTo>
                  <a:cubicBezTo>
                    <a:pt x="96" y="119"/>
                    <a:pt x="99" y="119"/>
                    <a:pt x="101" y="119"/>
                  </a:cubicBezTo>
                  <a:cubicBezTo>
                    <a:pt x="101" y="119"/>
                    <a:pt x="101" y="119"/>
                    <a:pt x="101" y="119"/>
                  </a:cubicBezTo>
                  <a:cubicBezTo>
                    <a:pt x="101" y="119"/>
                    <a:pt x="101" y="119"/>
                    <a:pt x="101" y="119"/>
                  </a:cubicBezTo>
                  <a:cubicBezTo>
                    <a:pt x="101" y="119"/>
                    <a:pt x="101" y="119"/>
                    <a:pt x="101" y="119"/>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7"/>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7" name="Freeform 1253">
              <a:extLst>
                <a:ext uri="{FF2B5EF4-FFF2-40B4-BE49-F238E27FC236}">
                  <a16:creationId xmlns:a16="http://schemas.microsoft.com/office/drawing/2014/main" id="{AFB19525-0A41-4C4E-9E2E-9A9E21FF1053}"/>
                </a:ext>
              </a:extLst>
            </p:cNvPr>
            <p:cNvSpPr>
              <a:spLocks/>
            </p:cNvSpPr>
            <p:nvPr userDrawn="1"/>
          </p:nvSpPr>
          <p:spPr bwMode="auto">
            <a:xfrm>
              <a:off x="66481" y="4239603"/>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3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368 w 425"/>
                <a:gd name="T47" fmla="*/ 106 h 127"/>
                <a:gd name="T48" fmla="*/ 101 w 425"/>
                <a:gd name="T49" fmla="*/ 112 h 127"/>
                <a:gd name="T50" fmla="*/ 57 w 425"/>
                <a:gd name="T51" fmla="*/ 116 h 127"/>
                <a:gd name="T52" fmla="*/ 72 w 425"/>
                <a:gd name="T53" fmla="*/ 105 h 127"/>
                <a:gd name="T54" fmla="*/ 39 w 425"/>
                <a:gd name="T55" fmla="*/ 83 h 127"/>
                <a:gd name="T56" fmla="*/ 36 w 425"/>
                <a:gd name="T57" fmla="*/ 74 h 127"/>
                <a:gd name="T58" fmla="*/ 36 w 425"/>
                <a:gd name="T59" fmla="*/ 73 h 127"/>
                <a:gd name="T60" fmla="*/ 43 w 425"/>
                <a:gd name="T61" fmla="*/ 45 h 127"/>
                <a:gd name="T62" fmla="*/ 79 w 425"/>
                <a:gd name="T63" fmla="*/ 26 h 127"/>
                <a:gd name="T64" fmla="*/ 83 w 425"/>
                <a:gd name="T65" fmla="*/ 25 h 127"/>
                <a:gd name="T66" fmla="*/ 83 w 425"/>
                <a:gd name="T67" fmla="*/ 25 h 127"/>
                <a:gd name="T68" fmla="*/ 91 w 425"/>
                <a:gd name="T69" fmla="*/ 24 h 127"/>
                <a:gd name="T70" fmla="*/ 346 w 425"/>
                <a:gd name="T71" fmla="*/ 6 h 127"/>
                <a:gd name="T72" fmla="*/ 373 w 425"/>
                <a:gd name="T73" fmla="*/ 7 h 127"/>
                <a:gd name="T74" fmla="*/ 391 w 425"/>
                <a:gd name="T75" fmla="*/ 5 h 127"/>
                <a:gd name="T76" fmla="*/ 375 w 425"/>
                <a:gd name="T77" fmla="*/ 2 h 127"/>
                <a:gd name="T78" fmla="*/ 373 w 425"/>
                <a:gd name="T79" fmla="*/ 1 h 127"/>
                <a:gd name="T80" fmla="*/ 345 w 425"/>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3"/>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6"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4"/>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8" name="Freeform 1254">
              <a:extLst>
                <a:ext uri="{FF2B5EF4-FFF2-40B4-BE49-F238E27FC236}">
                  <a16:creationId xmlns:a16="http://schemas.microsoft.com/office/drawing/2014/main" id="{088052ED-7EDE-4936-A061-E5705FA42A25}"/>
                </a:ext>
              </a:extLst>
            </p:cNvPr>
            <p:cNvSpPr>
              <a:spLocks noEditPoints="1"/>
            </p:cNvSpPr>
            <p:nvPr userDrawn="1"/>
          </p:nvSpPr>
          <p:spPr bwMode="auto">
            <a:xfrm>
              <a:off x="630423" y="4241610"/>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9" name="Freeform 1255">
              <a:extLst>
                <a:ext uri="{FF2B5EF4-FFF2-40B4-BE49-F238E27FC236}">
                  <a16:creationId xmlns:a16="http://schemas.microsoft.com/office/drawing/2014/main" id="{16EAAC50-EF02-4509-A00F-2A9D5908DC17}"/>
                </a:ext>
              </a:extLst>
            </p:cNvPr>
            <p:cNvSpPr>
              <a:spLocks noEditPoints="1"/>
            </p:cNvSpPr>
            <p:nvPr userDrawn="1"/>
          </p:nvSpPr>
          <p:spPr bwMode="auto">
            <a:xfrm>
              <a:off x="620389" y="4817594"/>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6 h 128"/>
                <a:gd name="T64" fmla="*/ 83 w 425"/>
                <a:gd name="T65" fmla="*/ 26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8 w 425"/>
                <a:gd name="T77" fmla="*/ 21 h 128"/>
                <a:gd name="T78" fmla="*/ 409 w 425"/>
                <a:gd name="T79" fmla="*/ 15 h 128"/>
                <a:gd name="T80" fmla="*/ 373 w 425"/>
                <a:gd name="T81" fmla="*/ 1 h 128"/>
                <a:gd name="T82" fmla="*/ 373 w 425"/>
                <a:gd name="T83" fmla="*/ 1 h 128"/>
                <a:gd name="T84" fmla="*/ 345 w 425"/>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5" h="128">
                  <a:moveTo>
                    <a:pt x="210" y="8"/>
                  </a:moveTo>
                  <a:cubicBezTo>
                    <a:pt x="201" y="8"/>
                    <a:pt x="192" y="9"/>
                    <a:pt x="184" y="10"/>
                  </a:cubicBezTo>
                  <a:cubicBezTo>
                    <a:pt x="129" y="15"/>
                    <a:pt x="85" y="19"/>
                    <a:pt x="83" y="20"/>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4"/>
                    <a:pt x="411" y="24"/>
                    <a:pt x="411" y="24"/>
                  </a:cubicBezTo>
                  <a:cubicBezTo>
                    <a:pt x="411" y="24"/>
                    <a:pt x="412" y="25"/>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2"/>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6"/>
                    <a:pt x="41" y="89"/>
                    <a:pt x="39" y="83"/>
                  </a:cubicBezTo>
                  <a:cubicBezTo>
                    <a:pt x="38" y="81"/>
                    <a:pt x="37" y="78"/>
                    <a:pt x="37" y="76"/>
                  </a:cubicBezTo>
                  <a:cubicBezTo>
                    <a:pt x="37"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8"/>
                  </a:cubicBezTo>
                  <a:cubicBezTo>
                    <a:pt x="72" y="27"/>
                    <a:pt x="76" y="26"/>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5" y="17"/>
                    <a:pt x="221" y="13"/>
                  </a:cubicBezTo>
                  <a:cubicBezTo>
                    <a:pt x="210" y="8"/>
                    <a:pt x="210" y="8"/>
                    <a:pt x="210" y="8"/>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5"/>
                    <a:pt x="409" y="14"/>
                  </a:cubicBezTo>
                  <a:cubicBezTo>
                    <a:pt x="402" y="8"/>
                    <a:pt x="390" y="4"/>
                    <a:pt x="373" y="1"/>
                  </a:cubicBezTo>
                  <a:cubicBezTo>
                    <a:pt x="373" y="1"/>
                    <a:pt x="373" y="1"/>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0" name="Freeform 1256">
              <a:extLst>
                <a:ext uri="{FF2B5EF4-FFF2-40B4-BE49-F238E27FC236}">
                  <a16:creationId xmlns:a16="http://schemas.microsoft.com/office/drawing/2014/main" id="{6F6A6972-1164-466F-A712-6A6C357050C0}"/>
                </a:ext>
              </a:extLst>
            </p:cNvPr>
            <p:cNvSpPr>
              <a:spLocks noEditPoints="1"/>
            </p:cNvSpPr>
            <p:nvPr userDrawn="1"/>
          </p:nvSpPr>
          <p:spPr bwMode="auto">
            <a:xfrm>
              <a:off x="2193809" y="4984168"/>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70"/>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5"/>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1" name="Freeform 1257">
              <a:extLst>
                <a:ext uri="{FF2B5EF4-FFF2-40B4-BE49-F238E27FC236}">
                  <a16:creationId xmlns:a16="http://schemas.microsoft.com/office/drawing/2014/main" id="{DD320106-ADF2-4EDA-A46C-A24956DAEED8}"/>
                </a:ext>
              </a:extLst>
            </p:cNvPr>
            <p:cNvSpPr>
              <a:spLocks noEditPoints="1"/>
            </p:cNvSpPr>
            <p:nvPr userDrawn="1"/>
          </p:nvSpPr>
          <p:spPr bwMode="auto">
            <a:xfrm>
              <a:off x="2250002" y="4237596"/>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6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9"/>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3"/>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5"/>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1" y="62"/>
                  </a:cubicBezTo>
                  <a:cubicBezTo>
                    <a:pt x="71" y="61"/>
                    <a:pt x="71" y="54"/>
                    <a:pt x="67" y="46"/>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2" name="Freeform 1258">
              <a:extLst>
                <a:ext uri="{FF2B5EF4-FFF2-40B4-BE49-F238E27FC236}">
                  <a16:creationId xmlns:a16="http://schemas.microsoft.com/office/drawing/2014/main" id="{AA73DCD3-C97F-4118-8C04-A0FE1D018D3D}"/>
                </a:ext>
              </a:extLst>
            </p:cNvPr>
            <p:cNvSpPr>
              <a:spLocks noEditPoints="1"/>
            </p:cNvSpPr>
            <p:nvPr userDrawn="1"/>
          </p:nvSpPr>
          <p:spPr bwMode="auto">
            <a:xfrm>
              <a:off x="1519486" y="5572193"/>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7"/>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7"/>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3" name="Freeform 1259">
              <a:extLst>
                <a:ext uri="{FF2B5EF4-FFF2-40B4-BE49-F238E27FC236}">
                  <a16:creationId xmlns:a16="http://schemas.microsoft.com/office/drawing/2014/main" id="{076E5413-2561-46E4-803E-F52174940271}"/>
                </a:ext>
              </a:extLst>
            </p:cNvPr>
            <p:cNvSpPr>
              <a:spLocks/>
            </p:cNvSpPr>
            <p:nvPr userDrawn="1"/>
          </p:nvSpPr>
          <p:spPr bwMode="auto">
            <a:xfrm>
              <a:off x="2129588" y="5708663"/>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4" name="Freeform 1260">
              <a:extLst>
                <a:ext uri="{FF2B5EF4-FFF2-40B4-BE49-F238E27FC236}">
                  <a16:creationId xmlns:a16="http://schemas.microsoft.com/office/drawing/2014/main" id="{54A8CA88-5CC3-468C-905B-D91C556E85A3}"/>
                </a:ext>
              </a:extLst>
            </p:cNvPr>
            <p:cNvSpPr>
              <a:spLocks noEditPoints="1"/>
            </p:cNvSpPr>
            <p:nvPr userDrawn="1"/>
          </p:nvSpPr>
          <p:spPr bwMode="auto">
            <a:xfrm>
              <a:off x="2067373" y="4303824"/>
              <a:ext cx="148512" cy="471625"/>
            </a:xfrm>
            <a:custGeom>
              <a:avLst/>
              <a:gdLst>
                <a:gd name="T0" fmla="*/ 19 w 99"/>
                <a:gd name="T1" fmla="*/ 247 h 313"/>
                <a:gd name="T2" fmla="*/ 19 w 99"/>
                <a:gd name="T3" fmla="*/ 247 h 313"/>
                <a:gd name="T4" fmla="*/ 89 w 99"/>
                <a:gd name="T5" fmla="*/ 233 h 313"/>
                <a:gd name="T6" fmla="*/ 22 w 99"/>
                <a:gd name="T7" fmla="*/ 246 h 313"/>
                <a:gd name="T8" fmla="*/ 12 w 99"/>
                <a:gd name="T9" fmla="*/ 157 h 313"/>
                <a:gd name="T10" fmla="*/ 7 w 99"/>
                <a:gd name="T11" fmla="*/ 41 h 313"/>
                <a:gd name="T12" fmla="*/ 20 w 99"/>
                <a:gd name="T13" fmla="*/ 11 h 313"/>
                <a:gd name="T14" fmla="*/ 34 w 99"/>
                <a:gd name="T15" fmla="*/ 6 h 313"/>
                <a:gd name="T16" fmla="*/ 34 w 99"/>
                <a:gd name="T17" fmla="*/ 6 h 313"/>
                <a:gd name="T18" fmla="*/ 35 w 99"/>
                <a:gd name="T19" fmla="*/ 6 h 313"/>
                <a:gd name="T20" fmla="*/ 59 w 99"/>
                <a:gd name="T21" fmla="*/ 12 h 313"/>
                <a:gd name="T22" fmla="*/ 79 w 99"/>
                <a:gd name="T23" fmla="*/ 39 h 313"/>
                <a:gd name="T24" fmla="*/ 79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1 w 99"/>
                <a:gd name="T55" fmla="*/ 266 h 313"/>
                <a:gd name="T56" fmla="*/ 55 w 99"/>
                <a:gd name="T57" fmla="*/ 285 h 313"/>
                <a:gd name="T58" fmla="*/ 57 w 99"/>
                <a:gd name="T59" fmla="*/ 285 h 313"/>
                <a:gd name="T60" fmla="*/ 57 w 99"/>
                <a:gd name="T61" fmla="*/ 285 h 313"/>
                <a:gd name="T62" fmla="*/ 81 w 99"/>
                <a:gd name="T63" fmla="*/ 271 h 313"/>
                <a:gd name="T64" fmla="*/ 99 w 99"/>
                <a:gd name="T65" fmla="*/ 313 h 313"/>
                <a:gd name="T66" fmla="*/ 95 w 99"/>
                <a:gd name="T67" fmla="*/ 278 h 313"/>
                <a:gd name="T68" fmla="*/ 91 w 99"/>
                <a:gd name="T69" fmla="*/ 240 h 313"/>
                <a:gd name="T70" fmla="*/ 91 w 99"/>
                <a:gd name="T71" fmla="*/ 233 h 313"/>
                <a:gd name="T72" fmla="*/ 85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22" y="246"/>
                  </a:moveTo>
                  <a:cubicBezTo>
                    <a:pt x="22" y="246"/>
                    <a:pt x="21" y="244"/>
                    <a:pt x="21" y="240"/>
                  </a:cubicBezTo>
                  <a:cubicBezTo>
                    <a:pt x="19" y="227"/>
                    <a:pt x="16" y="194"/>
                    <a:pt x="12" y="157"/>
                  </a:cubicBezTo>
                  <a:cubicBezTo>
                    <a:pt x="9" y="121"/>
                    <a:pt x="6" y="81"/>
                    <a:pt x="6" y="57"/>
                  </a:cubicBezTo>
                  <a:cubicBezTo>
                    <a:pt x="6" y="50"/>
                    <a:pt x="6" y="44"/>
                    <a:pt x="7" y="41"/>
                  </a:cubicBezTo>
                  <a:cubicBezTo>
                    <a:pt x="7" y="40"/>
                    <a:pt x="7" y="40"/>
                    <a:pt x="7" y="39"/>
                  </a:cubicBez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9"/>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5"/>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5" name="Freeform 1261">
              <a:extLst>
                <a:ext uri="{FF2B5EF4-FFF2-40B4-BE49-F238E27FC236}">
                  <a16:creationId xmlns:a16="http://schemas.microsoft.com/office/drawing/2014/main" id="{6CD1CC71-B433-4121-BF82-BA650A018673}"/>
                </a:ext>
              </a:extLst>
            </p:cNvPr>
            <p:cNvSpPr>
              <a:spLocks noEditPoints="1"/>
            </p:cNvSpPr>
            <p:nvPr userDrawn="1"/>
          </p:nvSpPr>
          <p:spPr bwMode="auto">
            <a:xfrm>
              <a:off x="-150266" y="4311852"/>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39 w 116"/>
                <a:gd name="T19" fmla="*/ 6 h 365"/>
                <a:gd name="T20" fmla="*/ 40 w 116"/>
                <a:gd name="T21" fmla="*/ 6 h 365"/>
                <a:gd name="T22" fmla="*/ 40 w 116"/>
                <a:gd name="T23" fmla="*/ 6 h 365"/>
                <a:gd name="T24" fmla="*/ 40 w 116"/>
                <a:gd name="T25" fmla="*/ 6 h 365"/>
                <a:gd name="T26" fmla="*/ 90 w 116"/>
                <a:gd name="T27" fmla="*/ 36 h 365"/>
                <a:gd name="T28" fmla="*/ 94 w 116"/>
                <a:gd name="T29" fmla="*/ 48 h 365"/>
                <a:gd name="T30" fmla="*/ 94 w 116"/>
                <a:gd name="T31" fmla="*/ 49 h 365"/>
                <a:gd name="T32" fmla="*/ 100 w 116"/>
                <a:gd name="T33" fmla="*/ 276 h 365"/>
                <a:gd name="T34" fmla="*/ 104 w 116"/>
                <a:gd name="T35" fmla="*/ 310 h 365"/>
                <a:gd name="T36" fmla="*/ 94 w 116"/>
                <a:gd name="T37" fmla="*/ 301 h 365"/>
                <a:gd name="T38" fmla="*/ 75 w 116"/>
                <a:gd name="T39" fmla="*/ 328 h 365"/>
                <a:gd name="T40" fmla="*/ 67 w 116"/>
                <a:gd name="T41" fmla="*/ 330 h 365"/>
                <a:gd name="T42" fmla="*/ 67 w 116"/>
                <a:gd name="T43" fmla="*/ 331 h 365"/>
                <a:gd name="T44" fmla="*/ 42 w 116"/>
                <a:gd name="T45" fmla="*/ 325 h 365"/>
                <a:gd name="T46" fmla="*/ 25 w 116"/>
                <a:gd name="T47" fmla="*/ 295 h 365"/>
                <a:gd name="T48" fmla="*/ 24 w 116"/>
                <a:gd name="T49" fmla="*/ 292 h 365"/>
                <a:gd name="T50" fmla="*/ 24 w 116"/>
                <a:gd name="T51" fmla="*/ 291 h 365"/>
                <a:gd name="T52" fmla="*/ 39 w 116"/>
                <a:gd name="T53" fmla="*/ 0 h 365"/>
                <a:gd name="T54" fmla="*/ 1 w 116"/>
                <a:gd name="T55" fmla="*/ 45 h 365"/>
                <a:gd name="T56" fmla="*/ 0 w 116"/>
                <a:gd name="T57" fmla="*/ 66 h 365"/>
                <a:gd name="T58" fmla="*/ 18 w 116"/>
                <a:gd name="T59" fmla="*/ 292 h 365"/>
                <a:gd name="T60" fmla="*/ 39 w 116"/>
                <a:gd name="T61" fmla="*/ 330 h 365"/>
                <a:gd name="T62" fmla="*/ 64 w 116"/>
                <a:gd name="T63" fmla="*/ 337 h 365"/>
                <a:gd name="T64" fmla="*/ 67 w 116"/>
                <a:gd name="T65" fmla="*/ 337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6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39" y="6"/>
                    <a:pt x="39"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1"/>
                    <a:pt x="67" y="331"/>
                    <a:pt x="67" y="331"/>
                  </a:cubicBezTo>
                  <a:cubicBezTo>
                    <a:pt x="67" y="331"/>
                    <a:pt x="67" y="331"/>
                    <a:pt x="67" y="331"/>
                  </a:cubicBezTo>
                  <a:cubicBezTo>
                    <a:pt x="66" y="331"/>
                    <a:pt x="65" y="331"/>
                    <a:pt x="64" y="331"/>
                  </a:cubicBezTo>
                  <a:cubicBezTo>
                    <a:pt x="55" y="331"/>
                    <a:pt x="47" y="328"/>
                    <a:pt x="42" y="325"/>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30"/>
                  </a:cubicBezTo>
                  <a:cubicBezTo>
                    <a:pt x="45" y="334"/>
                    <a:pt x="54" y="337"/>
                    <a:pt x="64" y="337"/>
                  </a:cubicBezTo>
                  <a:cubicBezTo>
                    <a:pt x="64" y="337"/>
                    <a:pt x="64" y="337"/>
                    <a:pt x="64" y="337"/>
                  </a:cubicBezTo>
                  <a:cubicBezTo>
                    <a:pt x="65" y="337"/>
                    <a:pt x="66" y="337"/>
                    <a:pt x="67" y="337"/>
                  </a:cubicBezTo>
                  <a:cubicBezTo>
                    <a:pt x="67" y="337"/>
                    <a:pt x="67" y="337"/>
                    <a:pt x="67" y="337"/>
                  </a:cubicBezTo>
                  <a:cubicBezTo>
                    <a:pt x="67" y="337"/>
                    <a:pt x="67" y="337"/>
                    <a:pt x="67" y="337"/>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6"/>
                    <a:pt x="106" y="276"/>
                    <a:pt x="106" y="276"/>
                  </a:cubicBezTo>
                  <a:cubicBezTo>
                    <a:pt x="106" y="275"/>
                    <a:pt x="106" y="275"/>
                    <a:pt x="106" y="275"/>
                  </a:cubicBezTo>
                  <a:cubicBezTo>
                    <a:pt x="100" y="49"/>
                    <a:pt x="100" y="49"/>
                    <a:pt x="100" y="49"/>
                  </a:cubicBezTo>
                  <a:cubicBezTo>
                    <a:pt x="100" y="49"/>
                    <a:pt x="100" y="49"/>
                    <a:pt x="100" y="49"/>
                  </a:cubicBezTo>
                  <a:cubicBezTo>
                    <a:pt x="100" y="49"/>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6" name="Freeform 1262">
              <a:extLst>
                <a:ext uri="{FF2B5EF4-FFF2-40B4-BE49-F238E27FC236}">
                  <a16:creationId xmlns:a16="http://schemas.microsoft.com/office/drawing/2014/main" id="{C86C199A-165B-42F1-B605-DC3C77A0D65A}"/>
                </a:ext>
              </a:extLst>
            </p:cNvPr>
            <p:cNvSpPr>
              <a:spLocks/>
            </p:cNvSpPr>
            <p:nvPr userDrawn="1"/>
          </p:nvSpPr>
          <p:spPr bwMode="auto">
            <a:xfrm>
              <a:off x="18315" y="4845690"/>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7" name="Freeform 1263">
              <a:extLst>
                <a:ext uri="{FF2B5EF4-FFF2-40B4-BE49-F238E27FC236}">
                  <a16:creationId xmlns:a16="http://schemas.microsoft.com/office/drawing/2014/main" id="{6D94019A-B8C8-48B2-94AD-829EF52D33F9}"/>
                </a:ext>
              </a:extLst>
            </p:cNvPr>
            <p:cNvSpPr>
              <a:spLocks noEditPoints="1"/>
            </p:cNvSpPr>
            <p:nvPr userDrawn="1"/>
          </p:nvSpPr>
          <p:spPr bwMode="auto">
            <a:xfrm>
              <a:off x="1543569" y="4351990"/>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5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1"/>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5"/>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8" name="Freeform 1264">
              <a:extLst>
                <a:ext uri="{FF2B5EF4-FFF2-40B4-BE49-F238E27FC236}">
                  <a16:creationId xmlns:a16="http://schemas.microsoft.com/office/drawing/2014/main" id="{372268FB-A417-48B0-BBAD-A653736C1A89}"/>
                </a:ext>
              </a:extLst>
            </p:cNvPr>
            <p:cNvSpPr>
              <a:spLocks noEditPoints="1"/>
            </p:cNvSpPr>
            <p:nvPr userDrawn="1"/>
          </p:nvSpPr>
          <p:spPr bwMode="auto">
            <a:xfrm>
              <a:off x="-180370" y="3992753"/>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3"/>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2" y="13"/>
                    <a:pt x="16" y="10"/>
                    <a:pt x="19" y="8"/>
                  </a:cubicBezTo>
                  <a:cubicBezTo>
                    <a:pt x="21" y="7"/>
                    <a:pt x="23" y="7"/>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9"/>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9" name="Freeform 1265">
              <a:extLst>
                <a:ext uri="{FF2B5EF4-FFF2-40B4-BE49-F238E27FC236}">
                  <a16:creationId xmlns:a16="http://schemas.microsoft.com/office/drawing/2014/main" id="{4BF2830E-663E-45C7-8823-9354CE785D81}"/>
                </a:ext>
              </a:extLst>
            </p:cNvPr>
            <p:cNvSpPr>
              <a:spLocks noEditPoints="1"/>
            </p:cNvSpPr>
            <p:nvPr userDrawn="1"/>
          </p:nvSpPr>
          <p:spPr bwMode="auto">
            <a:xfrm>
              <a:off x="1888758" y="5160776"/>
              <a:ext cx="238823" cy="180622"/>
            </a:xfrm>
            <a:custGeom>
              <a:avLst/>
              <a:gdLst>
                <a:gd name="T0" fmla="*/ 45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4 h 121"/>
                <a:gd name="T38" fmla="*/ 6 w 159"/>
                <a:gd name="T39" fmla="*/ 45 h 121"/>
                <a:gd name="T40" fmla="*/ 12 w 159"/>
                <a:gd name="T41" fmla="*/ 39 h 121"/>
                <a:gd name="T42" fmla="*/ 36 w 159"/>
                <a:gd name="T43" fmla="*/ 31 h 121"/>
                <a:gd name="T44" fmla="*/ 45 w 159"/>
                <a:gd name="T45" fmla="*/ 32 h 121"/>
                <a:gd name="T46" fmla="*/ 45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4"/>
                    <a:pt x="6" y="94"/>
                    <a:pt x="6" y="94"/>
                  </a:cubicBezTo>
                  <a:cubicBezTo>
                    <a:pt x="6" y="45"/>
                    <a:pt x="6" y="45"/>
                    <a:pt x="6" y="45"/>
                  </a:cubicBezTo>
                  <a:cubicBezTo>
                    <a:pt x="7" y="44"/>
                    <a:pt x="8" y="41"/>
                    <a:pt x="12" y="39"/>
                  </a:cubicBezTo>
                  <a:cubicBezTo>
                    <a:pt x="16" y="35"/>
                    <a:pt x="23" y="31"/>
                    <a:pt x="36" y="31"/>
                  </a:cubicBezTo>
                  <a:cubicBezTo>
                    <a:pt x="39" y="31"/>
                    <a:pt x="42" y="32"/>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8"/>
                    <a:pt x="159" y="57"/>
                    <a:pt x="159" y="56"/>
                  </a:cubicBezTo>
                  <a:cubicBezTo>
                    <a:pt x="159" y="49"/>
                    <a:pt x="157" y="44"/>
                    <a:pt x="153" y="40"/>
                  </a:cubicBezTo>
                  <a:cubicBezTo>
                    <a:pt x="148" y="35"/>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0" name="Freeform 1266">
              <a:extLst>
                <a:ext uri="{FF2B5EF4-FFF2-40B4-BE49-F238E27FC236}">
                  <a16:creationId xmlns:a16="http://schemas.microsoft.com/office/drawing/2014/main" id="{0B1FD555-2B4B-41B6-AF75-8A4AD707ABE6}"/>
                </a:ext>
              </a:extLst>
            </p:cNvPr>
            <p:cNvSpPr>
              <a:spLocks noEditPoints="1"/>
            </p:cNvSpPr>
            <p:nvPr userDrawn="1"/>
          </p:nvSpPr>
          <p:spPr bwMode="auto">
            <a:xfrm>
              <a:off x="1527514" y="4502509"/>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8"/>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20"/>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1" name="Freeform 1267">
              <a:extLst>
                <a:ext uri="{FF2B5EF4-FFF2-40B4-BE49-F238E27FC236}">
                  <a16:creationId xmlns:a16="http://schemas.microsoft.com/office/drawing/2014/main" id="{798BC504-AA93-48D0-A95F-A121B0FA6B0B}"/>
                </a:ext>
              </a:extLst>
            </p:cNvPr>
            <p:cNvSpPr>
              <a:spLocks noEditPoints="1"/>
            </p:cNvSpPr>
            <p:nvPr userDrawn="1"/>
          </p:nvSpPr>
          <p:spPr bwMode="auto">
            <a:xfrm>
              <a:off x="2336299" y="5674546"/>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2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8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5"/>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8"/>
                    <a:pt x="21" y="18"/>
                    <a:pt x="21" y="18"/>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2" name="Freeform 1268">
              <a:extLst>
                <a:ext uri="{FF2B5EF4-FFF2-40B4-BE49-F238E27FC236}">
                  <a16:creationId xmlns:a16="http://schemas.microsoft.com/office/drawing/2014/main" id="{82A78E65-B491-41E9-AF88-BB48C1B92AE7}"/>
                </a:ext>
              </a:extLst>
            </p:cNvPr>
            <p:cNvSpPr>
              <a:spLocks/>
            </p:cNvSpPr>
            <p:nvPr userDrawn="1"/>
          </p:nvSpPr>
          <p:spPr bwMode="auto">
            <a:xfrm>
              <a:off x="2545018" y="5839113"/>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3" name="Freeform 1269">
              <a:extLst>
                <a:ext uri="{FF2B5EF4-FFF2-40B4-BE49-F238E27FC236}">
                  <a16:creationId xmlns:a16="http://schemas.microsoft.com/office/drawing/2014/main" id="{A4F90EDC-7027-4364-A224-CE897193135B}"/>
                </a:ext>
              </a:extLst>
            </p:cNvPr>
            <p:cNvSpPr>
              <a:spLocks noEditPoints="1"/>
            </p:cNvSpPr>
            <p:nvPr userDrawn="1"/>
          </p:nvSpPr>
          <p:spPr bwMode="auto">
            <a:xfrm>
              <a:off x="1515472" y="5281191"/>
              <a:ext cx="313078" cy="280968"/>
            </a:xfrm>
            <a:custGeom>
              <a:avLst/>
              <a:gdLst>
                <a:gd name="T0" fmla="*/ 84 w 209"/>
                <a:gd name="T1" fmla="*/ 8 h 187"/>
                <a:gd name="T2" fmla="*/ 108 w 209"/>
                <a:gd name="T3" fmla="*/ 6 h 187"/>
                <a:gd name="T4" fmla="*/ 198 w 209"/>
                <a:gd name="T5" fmla="*/ 50 h 187"/>
                <a:gd name="T6" fmla="*/ 193 w 209"/>
                <a:gd name="T7" fmla="*/ 116 h 187"/>
                <a:gd name="T8" fmla="*/ 154 w 209"/>
                <a:gd name="T9" fmla="*/ 156 h 187"/>
                <a:gd name="T10" fmla="*/ 111 w 209"/>
                <a:gd name="T11" fmla="*/ 165 h 187"/>
                <a:gd name="T12" fmla="*/ 88 w 209"/>
                <a:gd name="T13" fmla="*/ 160 h 187"/>
                <a:gd name="T14" fmla="*/ 88 w 209"/>
                <a:gd name="T15" fmla="*/ 159 h 187"/>
                <a:gd name="T16" fmla="*/ 61 w 209"/>
                <a:gd name="T17" fmla="*/ 147 h 187"/>
                <a:gd name="T18" fmla="*/ 38 w 209"/>
                <a:gd name="T19" fmla="*/ 134 h 187"/>
                <a:gd name="T20" fmla="*/ 21 w 209"/>
                <a:gd name="T21" fmla="*/ 152 h 187"/>
                <a:gd name="T22" fmla="*/ 13 w 209"/>
                <a:gd name="T23" fmla="*/ 115 h 187"/>
                <a:gd name="T24" fmla="*/ 13 w 209"/>
                <a:gd name="T25" fmla="*/ 115 h 187"/>
                <a:gd name="T26" fmla="*/ 6 w 209"/>
                <a:gd name="T27" fmla="*/ 96 h 187"/>
                <a:gd name="T28" fmla="*/ 14 w 209"/>
                <a:gd name="T29" fmla="*/ 69 h 187"/>
                <a:gd name="T30" fmla="*/ 14 w 209"/>
                <a:gd name="T31" fmla="*/ 69 h 187"/>
                <a:gd name="T32" fmla="*/ 84 w 209"/>
                <a:gd name="T33" fmla="*/ 8 h 187"/>
                <a:gd name="T34" fmla="*/ 83 w 209"/>
                <a:gd name="T35" fmla="*/ 2 h 187"/>
                <a:gd name="T36" fmla="*/ 83 w 209"/>
                <a:gd name="T37" fmla="*/ 2 h 187"/>
                <a:gd name="T38" fmla="*/ 8 w 209"/>
                <a:gd name="T39" fmla="*/ 67 h 187"/>
                <a:gd name="T40" fmla="*/ 4 w 209"/>
                <a:gd name="T41" fmla="*/ 113 h 187"/>
                <a:gd name="T42" fmla="*/ 15 w 209"/>
                <a:gd name="T43" fmla="*/ 152 h 187"/>
                <a:gd name="T44" fmla="*/ 13 w 209"/>
                <a:gd name="T45" fmla="*/ 172 h 187"/>
                <a:gd name="T46" fmla="*/ 13 w 209"/>
                <a:gd name="T47" fmla="*/ 173 h 187"/>
                <a:gd name="T48" fmla="*/ 19 w 209"/>
                <a:gd name="T49" fmla="*/ 175 h 187"/>
                <a:gd name="T50" fmla="*/ 50 w 209"/>
                <a:gd name="T51" fmla="*/ 148 h 187"/>
                <a:gd name="T52" fmla="*/ 111 w 209"/>
                <a:gd name="T53" fmla="*/ 171 h 187"/>
                <a:gd name="T54" fmla="*/ 156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5" y="31"/>
                    <a:pt x="198" y="50"/>
                  </a:cubicBezTo>
                  <a:cubicBezTo>
                    <a:pt x="198" y="52"/>
                    <a:pt x="203" y="63"/>
                    <a:pt x="203" y="79"/>
                  </a:cubicBezTo>
                  <a:cubicBezTo>
                    <a:pt x="203" y="89"/>
                    <a:pt x="201" y="102"/>
                    <a:pt x="193"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59"/>
                    <a:pt x="88" y="159"/>
                    <a:pt x="88" y="159"/>
                  </a:cubicBezTo>
                  <a:cubicBezTo>
                    <a:pt x="88" y="159"/>
                    <a:pt x="88" y="159"/>
                    <a:pt x="88" y="159"/>
                  </a:cubicBezTo>
                  <a:cubicBezTo>
                    <a:pt x="88" y="159"/>
                    <a:pt x="86" y="158"/>
                    <a:pt x="82" y="157"/>
                  </a:cubicBezTo>
                  <a:cubicBezTo>
                    <a:pt x="77" y="154"/>
                    <a:pt x="69" y="151"/>
                    <a:pt x="61" y="147"/>
                  </a:cubicBezTo>
                  <a:cubicBezTo>
                    <a:pt x="53" y="143"/>
                    <a:pt x="45" y="139"/>
                    <a:pt x="41" y="136"/>
                  </a:cubicBezTo>
                  <a:cubicBezTo>
                    <a:pt x="38" y="134"/>
                    <a:pt x="38" y="134"/>
                    <a:pt x="38" y="134"/>
                  </a:cubicBezTo>
                  <a:cubicBezTo>
                    <a:pt x="20" y="162"/>
                    <a:pt x="20" y="162"/>
                    <a:pt x="20" y="162"/>
                  </a:cubicBezTo>
                  <a:cubicBezTo>
                    <a:pt x="21" y="159"/>
                    <a:pt x="21" y="156"/>
                    <a:pt x="21" y="152"/>
                  </a:cubicBezTo>
                  <a:cubicBezTo>
                    <a:pt x="21" y="141"/>
                    <a:pt x="19" y="127"/>
                    <a:pt x="14"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2" y="54"/>
                    <a:pt x="9" y="65"/>
                    <a:pt x="8" y="67"/>
                  </a:cubicBezTo>
                  <a:cubicBezTo>
                    <a:pt x="2" y="79"/>
                    <a:pt x="0" y="88"/>
                    <a:pt x="0" y="96"/>
                  </a:cubicBezTo>
                  <a:cubicBezTo>
                    <a:pt x="0" y="104"/>
                    <a:pt x="2" y="110"/>
                    <a:pt x="4" y="113"/>
                  </a:cubicBezTo>
                  <a:cubicBezTo>
                    <a:pt x="6" y="116"/>
                    <a:pt x="8" y="118"/>
                    <a:pt x="8" y="119"/>
                  </a:cubicBezTo>
                  <a:cubicBezTo>
                    <a:pt x="13" y="129"/>
                    <a:pt x="15" y="142"/>
                    <a:pt x="15" y="152"/>
                  </a:cubicBezTo>
                  <a:cubicBezTo>
                    <a:pt x="15" y="158"/>
                    <a:pt x="14" y="164"/>
                    <a:pt x="14" y="167"/>
                  </a:cubicBezTo>
                  <a:cubicBezTo>
                    <a:pt x="14" y="169"/>
                    <a:pt x="13" y="171"/>
                    <a:pt x="13" y="172"/>
                  </a:cubicBezTo>
                  <a:cubicBezTo>
                    <a:pt x="13" y="172"/>
                    <a:pt x="13"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6" y="146"/>
                    <a:pt x="50" y="148"/>
                  </a:cubicBezTo>
                  <a:cubicBezTo>
                    <a:pt x="64" y="156"/>
                    <a:pt x="83" y="164"/>
                    <a:pt x="85" y="165"/>
                  </a:cubicBezTo>
                  <a:cubicBezTo>
                    <a:pt x="93" y="170"/>
                    <a:pt x="102" y="171"/>
                    <a:pt x="111" y="171"/>
                  </a:cubicBezTo>
                  <a:cubicBezTo>
                    <a:pt x="133" y="171"/>
                    <a:pt x="156" y="161"/>
                    <a:pt x="156" y="161"/>
                  </a:cubicBezTo>
                  <a:cubicBezTo>
                    <a:pt x="156" y="161"/>
                    <a:pt x="156" y="161"/>
                    <a:pt x="156"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4" name="Freeform 1270">
              <a:extLst>
                <a:ext uri="{FF2B5EF4-FFF2-40B4-BE49-F238E27FC236}">
                  <a16:creationId xmlns:a16="http://schemas.microsoft.com/office/drawing/2014/main" id="{8226BC44-EB05-417B-8275-9F28D8107983}"/>
                </a:ext>
              </a:extLst>
            </p:cNvPr>
            <p:cNvSpPr>
              <a:spLocks noEditPoints="1"/>
            </p:cNvSpPr>
            <p:nvPr userDrawn="1"/>
          </p:nvSpPr>
          <p:spPr bwMode="auto">
            <a:xfrm>
              <a:off x="1866681" y="5768870"/>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5" name="Freeform 1271">
              <a:extLst>
                <a:ext uri="{FF2B5EF4-FFF2-40B4-BE49-F238E27FC236}">
                  <a16:creationId xmlns:a16="http://schemas.microsoft.com/office/drawing/2014/main" id="{DDDC5317-88E5-4B60-BE7A-1CFA28C1F659}"/>
                </a:ext>
              </a:extLst>
            </p:cNvPr>
            <p:cNvSpPr>
              <a:spLocks noEditPoints="1"/>
            </p:cNvSpPr>
            <p:nvPr userDrawn="1"/>
          </p:nvSpPr>
          <p:spPr bwMode="auto">
            <a:xfrm>
              <a:off x="355477" y="5106589"/>
              <a:ext cx="315086" cy="284982"/>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6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8"/>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2"/>
                    <a:pt x="111" y="172"/>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6" name="Freeform 1272">
              <a:extLst>
                <a:ext uri="{FF2B5EF4-FFF2-40B4-BE49-F238E27FC236}">
                  <a16:creationId xmlns:a16="http://schemas.microsoft.com/office/drawing/2014/main" id="{A9A18FC2-92FA-4517-B992-6274350DA00D}"/>
                </a:ext>
              </a:extLst>
            </p:cNvPr>
            <p:cNvSpPr>
              <a:spLocks/>
            </p:cNvSpPr>
            <p:nvPr userDrawn="1"/>
          </p:nvSpPr>
          <p:spPr bwMode="auto">
            <a:xfrm>
              <a:off x="487933" y="5108597"/>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7" name="Freeform 1273">
              <a:extLst>
                <a:ext uri="{FF2B5EF4-FFF2-40B4-BE49-F238E27FC236}">
                  <a16:creationId xmlns:a16="http://schemas.microsoft.com/office/drawing/2014/main" id="{C9B98063-03C3-44CC-AF20-76CC7910F90D}"/>
                </a:ext>
              </a:extLst>
            </p:cNvPr>
            <p:cNvSpPr>
              <a:spLocks/>
            </p:cNvSpPr>
            <p:nvPr userDrawn="1"/>
          </p:nvSpPr>
          <p:spPr bwMode="auto">
            <a:xfrm>
              <a:off x="1216442" y="4576764"/>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1"/>
                    <a:pt x="5" y="114"/>
                  </a:cubicBezTo>
                  <a:cubicBezTo>
                    <a:pt x="6" y="117"/>
                    <a:pt x="8" y="119"/>
                    <a:pt x="9" y="120"/>
                  </a:cubicBezTo>
                  <a:cubicBezTo>
                    <a:pt x="13" y="130"/>
                    <a:pt x="15" y="143"/>
                    <a:pt x="15" y="153"/>
                  </a:cubicBezTo>
                  <a:cubicBezTo>
                    <a:pt x="15" y="159"/>
                    <a:pt x="14" y="164"/>
                    <a:pt x="14" y="168"/>
                  </a:cubicBezTo>
                  <a:cubicBezTo>
                    <a:pt x="14" y="170"/>
                    <a:pt x="14" y="172"/>
                    <a:pt x="14" y="173"/>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6"/>
                  </a:cubicBezTo>
                  <a:cubicBezTo>
                    <a:pt x="93" y="171"/>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3"/>
                    <a:pt x="21" y="163"/>
                    <a:pt x="21" y="163"/>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7"/>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8" name="Freeform 1274">
              <a:extLst>
                <a:ext uri="{FF2B5EF4-FFF2-40B4-BE49-F238E27FC236}">
                  <a16:creationId xmlns:a16="http://schemas.microsoft.com/office/drawing/2014/main" id="{64C6CA8B-083A-46C1-84AB-A188389A8EE8}"/>
                </a:ext>
              </a:extLst>
            </p:cNvPr>
            <p:cNvSpPr>
              <a:spLocks/>
            </p:cNvSpPr>
            <p:nvPr userDrawn="1"/>
          </p:nvSpPr>
          <p:spPr bwMode="auto">
            <a:xfrm>
              <a:off x="1391044" y="4825621"/>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9" name="Freeform 1275">
              <a:extLst>
                <a:ext uri="{FF2B5EF4-FFF2-40B4-BE49-F238E27FC236}">
                  <a16:creationId xmlns:a16="http://schemas.microsoft.com/office/drawing/2014/main" id="{50F1F6EE-6DC1-4DB2-9328-D17B33F4C3EA}"/>
                </a:ext>
              </a:extLst>
            </p:cNvPr>
            <p:cNvSpPr>
              <a:spLocks/>
            </p:cNvSpPr>
            <p:nvPr userDrawn="1"/>
          </p:nvSpPr>
          <p:spPr bwMode="auto">
            <a:xfrm>
              <a:off x="1232497" y="4847698"/>
              <a:ext cx="6021" cy="12041"/>
            </a:xfrm>
            <a:custGeom>
              <a:avLst/>
              <a:gdLst>
                <a:gd name="T0" fmla="*/ 1 w 4"/>
                <a:gd name="T1" fmla="*/ 0 h 8"/>
                <a:gd name="T2" fmla="*/ 0 w 4"/>
                <a:gd name="T3" fmla="*/ 8 h 8"/>
                <a:gd name="T4" fmla="*/ 4 w 4"/>
                <a:gd name="T5" fmla="*/ 3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3"/>
                    <a:pt x="4" y="3"/>
                    <a:pt x="4" y="3"/>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0" name="Freeform 1276">
              <a:extLst>
                <a:ext uri="{FF2B5EF4-FFF2-40B4-BE49-F238E27FC236}">
                  <a16:creationId xmlns:a16="http://schemas.microsoft.com/office/drawing/2014/main" id="{0E7E533F-6330-42A2-BFA0-2CB9BECDAB56}"/>
                </a:ext>
              </a:extLst>
            </p:cNvPr>
            <p:cNvSpPr>
              <a:spLocks/>
            </p:cNvSpPr>
            <p:nvPr userDrawn="1"/>
          </p:nvSpPr>
          <p:spPr bwMode="auto">
            <a:xfrm>
              <a:off x="1234504" y="4837663"/>
              <a:ext cx="8028" cy="16055"/>
            </a:xfrm>
            <a:custGeom>
              <a:avLst/>
              <a:gdLst>
                <a:gd name="T0" fmla="*/ 1 w 6"/>
                <a:gd name="T1" fmla="*/ 0 h 10"/>
                <a:gd name="T2" fmla="*/ 1 w 6"/>
                <a:gd name="T3" fmla="*/ 1 h 10"/>
                <a:gd name="T4" fmla="*/ 1 w 6"/>
                <a:gd name="T5" fmla="*/ 1 h 10"/>
                <a:gd name="T6" fmla="*/ 0 w 6"/>
                <a:gd name="T7" fmla="*/ 7 h 10"/>
                <a:gd name="T8" fmla="*/ 3 w 6"/>
                <a:gd name="T9" fmla="*/ 10 h 10"/>
                <a:gd name="T10" fmla="*/ 6 w 6"/>
                <a:gd name="T11" fmla="*/ 4 h 10"/>
                <a:gd name="T12" fmla="*/ 1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0"/>
                  </a:moveTo>
                  <a:cubicBezTo>
                    <a:pt x="1" y="1"/>
                    <a:pt x="1" y="1"/>
                    <a:pt x="1" y="1"/>
                  </a:cubicBezTo>
                  <a:cubicBezTo>
                    <a:pt x="1" y="1"/>
                    <a:pt x="1" y="1"/>
                    <a:pt x="1" y="1"/>
                  </a:cubicBezTo>
                  <a:cubicBezTo>
                    <a:pt x="0" y="7"/>
                    <a:pt x="0" y="7"/>
                    <a:pt x="0" y="7"/>
                  </a:cubicBezTo>
                  <a:cubicBezTo>
                    <a:pt x="1" y="8"/>
                    <a:pt x="2" y="9"/>
                    <a:pt x="3" y="10"/>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1" name="Freeform 1277">
              <a:extLst>
                <a:ext uri="{FF2B5EF4-FFF2-40B4-BE49-F238E27FC236}">
                  <a16:creationId xmlns:a16="http://schemas.microsoft.com/office/drawing/2014/main" id="{1BCD5D43-E21C-43DD-9326-52A258C795FE}"/>
                </a:ext>
              </a:extLst>
            </p:cNvPr>
            <p:cNvSpPr>
              <a:spLocks noEditPoints="1"/>
            </p:cNvSpPr>
            <p:nvPr userDrawn="1"/>
          </p:nvSpPr>
          <p:spPr bwMode="auto">
            <a:xfrm>
              <a:off x="2370417" y="4378080"/>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1"/>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40"/>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2" name="Freeform 1278">
              <a:extLst>
                <a:ext uri="{FF2B5EF4-FFF2-40B4-BE49-F238E27FC236}">
                  <a16:creationId xmlns:a16="http://schemas.microsoft.com/office/drawing/2014/main" id="{836AC95A-96D3-4433-BFF5-E2347618F777}"/>
                </a:ext>
              </a:extLst>
            </p:cNvPr>
            <p:cNvSpPr>
              <a:spLocks noEditPoints="1"/>
            </p:cNvSpPr>
            <p:nvPr userDrawn="1"/>
          </p:nvSpPr>
          <p:spPr bwMode="auto">
            <a:xfrm>
              <a:off x="2613253" y="4378080"/>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3" name="Freeform 1279">
              <a:extLst>
                <a:ext uri="{FF2B5EF4-FFF2-40B4-BE49-F238E27FC236}">
                  <a16:creationId xmlns:a16="http://schemas.microsoft.com/office/drawing/2014/main" id="{E6EF1C98-59FB-4409-95ED-09014D8EB94E}"/>
                </a:ext>
              </a:extLst>
            </p:cNvPr>
            <p:cNvSpPr>
              <a:spLocks/>
            </p:cNvSpPr>
            <p:nvPr userDrawn="1"/>
          </p:nvSpPr>
          <p:spPr bwMode="auto">
            <a:xfrm>
              <a:off x="2370417"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4" name="Freeform 1280">
              <a:extLst>
                <a:ext uri="{FF2B5EF4-FFF2-40B4-BE49-F238E27FC236}">
                  <a16:creationId xmlns:a16="http://schemas.microsoft.com/office/drawing/2014/main" id="{79FC8B2A-0933-4399-9FA7-9BD3E42B8D97}"/>
                </a:ext>
              </a:extLst>
            </p:cNvPr>
            <p:cNvSpPr>
              <a:spLocks noEditPoints="1"/>
            </p:cNvSpPr>
            <p:nvPr userDrawn="1"/>
          </p:nvSpPr>
          <p:spPr bwMode="auto">
            <a:xfrm>
              <a:off x="202951" y="5439737"/>
              <a:ext cx="351210" cy="313078"/>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8 h 208"/>
                <a:gd name="T54" fmla="*/ 15 w 233"/>
                <a:gd name="T55" fmla="*/ 78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3 h 208"/>
                <a:gd name="T74" fmla="*/ 25 w 233"/>
                <a:gd name="T75" fmla="*/ 46 h 208"/>
                <a:gd name="T76" fmla="*/ 9 w 233"/>
                <a:gd name="T77" fmla="*/ 75 h 208"/>
                <a:gd name="T78" fmla="*/ 0 w 233"/>
                <a:gd name="T79" fmla="*/ 108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3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5"/>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8"/>
                  </a:cubicBezTo>
                  <a:cubicBezTo>
                    <a:pt x="6" y="100"/>
                    <a:pt x="8" y="90"/>
                    <a:pt x="15" y="78"/>
                  </a:cubicBezTo>
                  <a:cubicBezTo>
                    <a:pt x="15" y="77"/>
                    <a:pt x="15" y="77"/>
                    <a:pt x="15" y="77"/>
                  </a:cubicBezTo>
                  <a:cubicBezTo>
                    <a:pt x="15" y="77"/>
                    <a:pt x="15" y="77"/>
                    <a:pt x="15" y="77"/>
                  </a:cubicBezTo>
                  <a:cubicBezTo>
                    <a:pt x="15" y="77"/>
                    <a:pt x="15" y="77"/>
                    <a:pt x="15" y="77"/>
                  </a:cubicBezTo>
                  <a:cubicBezTo>
                    <a:pt x="15" y="76"/>
                    <a:pt x="19" y="63"/>
                    <a:pt x="31" y="48"/>
                  </a:cubicBezTo>
                  <a:cubicBezTo>
                    <a:pt x="42" y="34"/>
                    <a:pt x="62" y="17"/>
                    <a:pt x="94" y="8"/>
                  </a:cubicBezTo>
                  <a:moveTo>
                    <a:pt x="120" y="0"/>
                  </a:moveTo>
                  <a:cubicBezTo>
                    <a:pt x="104" y="0"/>
                    <a:pt x="93" y="2"/>
                    <a:pt x="93" y="2"/>
                  </a:cubicBezTo>
                  <a:cubicBezTo>
                    <a:pt x="92" y="2"/>
                    <a:pt x="92" y="2"/>
                    <a:pt x="92" y="2"/>
                  </a:cubicBezTo>
                  <a:cubicBezTo>
                    <a:pt x="92" y="3"/>
                    <a:pt x="92" y="3"/>
                    <a:pt x="92" y="3"/>
                  </a:cubicBezTo>
                  <a:cubicBezTo>
                    <a:pt x="58" y="12"/>
                    <a:pt x="37" y="30"/>
                    <a:pt x="25" y="46"/>
                  </a:cubicBezTo>
                  <a:cubicBezTo>
                    <a:pt x="14" y="60"/>
                    <a:pt x="10" y="73"/>
                    <a:pt x="9" y="75"/>
                  </a:cubicBezTo>
                  <a:cubicBezTo>
                    <a:pt x="3" y="88"/>
                    <a:pt x="0" y="99"/>
                    <a:pt x="0" y="108"/>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4"/>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3"/>
                    <a:pt x="226" y="53"/>
                    <a:pt x="226" y="53"/>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5" name="Freeform 1281">
              <a:extLst>
                <a:ext uri="{FF2B5EF4-FFF2-40B4-BE49-F238E27FC236}">
                  <a16:creationId xmlns:a16="http://schemas.microsoft.com/office/drawing/2014/main" id="{1780C6DD-6F08-4858-B2B9-CB3E3F13F05D}"/>
                </a:ext>
              </a:extLst>
            </p:cNvPr>
            <p:cNvSpPr>
              <a:spLocks noEditPoints="1"/>
            </p:cNvSpPr>
            <p:nvPr userDrawn="1"/>
          </p:nvSpPr>
          <p:spPr bwMode="auto">
            <a:xfrm>
              <a:off x="1774363" y="4606868"/>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7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6 h 117"/>
                <a:gd name="T50" fmla="*/ 136 w 169"/>
                <a:gd name="T51" fmla="*/ 6 h 117"/>
                <a:gd name="T52" fmla="*/ 136 w 169"/>
                <a:gd name="T53" fmla="*/ 6 h 117"/>
                <a:gd name="T54" fmla="*/ 136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7"/>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7"/>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6" name="Freeform 1282">
              <a:extLst>
                <a:ext uri="{FF2B5EF4-FFF2-40B4-BE49-F238E27FC236}">
                  <a16:creationId xmlns:a16="http://schemas.microsoft.com/office/drawing/2014/main" id="{C0534DD6-246F-44F6-8A48-0E59CE0167C0}"/>
                </a:ext>
              </a:extLst>
            </p:cNvPr>
            <p:cNvSpPr>
              <a:spLocks noEditPoints="1"/>
            </p:cNvSpPr>
            <p:nvPr userDrawn="1"/>
          </p:nvSpPr>
          <p:spPr bwMode="auto">
            <a:xfrm>
              <a:off x="538105" y="5664511"/>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20 h 70"/>
                <a:gd name="T20" fmla="*/ 30 w 104"/>
                <a:gd name="T21" fmla="*/ 20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3 w 104"/>
                <a:gd name="T65" fmla="*/ 6 h 70"/>
                <a:gd name="T66" fmla="*/ 83 w 104"/>
                <a:gd name="T67" fmla="*/ 6 h 70"/>
                <a:gd name="T68" fmla="*/ 83 w 104"/>
                <a:gd name="T69" fmla="*/ 6 h 70"/>
                <a:gd name="T70" fmla="*/ 83 w 104"/>
                <a:gd name="T71" fmla="*/ 6 h 70"/>
                <a:gd name="T72" fmla="*/ 84 w 104"/>
                <a:gd name="T73" fmla="*/ 0 h 70"/>
                <a:gd name="T74" fmla="*/ 46 w 104"/>
                <a:gd name="T75" fmla="*/ 0 h 70"/>
                <a:gd name="T76" fmla="*/ 46 w 104"/>
                <a:gd name="T77" fmla="*/ 0 h 70"/>
                <a:gd name="T78" fmla="*/ 35 w 104"/>
                <a:gd name="T79" fmla="*/ 3 h 70"/>
                <a:gd name="T80" fmla="*/ 26 w 104"/>
                <a:gd name="T81" fmla="*/ 13 h 70"/>
                <a:gd name="T82" fmla="*/ 24 w 104"/>
                <a:gd name="T83" fmla="*/ 19 h 70"/>
                <a:gd name="T84" fmla="*/ 24 w 104"/>
                <a:gd name="T85" fmla="*/ 19 h 70"/>
                <a:gd name="T86" fmla="*/ 24 w 104"/>
                <a:gd name="T87" fmla="*/ 32 h 70"/>
                <a:gd name="T88" fmla="*/ 0 w 104"/>
                <a:gd name="T89" fmla="*/ 19 h 70"/>
                <a:gd name="T90" fmla="*/ 8 w 104"/>
                <a:gd name="T91" fmla="*/ 30 h 70"/>
                <a:gd name="T92" fmla="*/ 10 w 104"/>
                <a:gd name="T93" fmla="*/ 28 h 70"/>
                <a:gd name="T94" fmla="*/ 8 w 104"/>
                <a:gd name="T95" fmla="*/ 30 h 70"/>
                <a:gd name="T96" fmla="*/ 24 w 104"/>
                <a:gd name="T97" fmla="*/ 51 h 70"/>
                <a:gd name="T98" fmla="*/ 27 w 104"/>
                <a:gd name="T99" fmla="*/ 61 h 70"/>
                <a:gd name="T100" fmla="*/ 35 w 104"/>
                <a:gd name="T101" fmla="*/ 69 h 70"/>
                <a:gd name="T102" fmla="*/ 40 w 104"/>
                <a:gd name="T103" fmla="*/ 70 h 70"/>
                <a:gd name="T104" fmla="*/ 40 w 104"/>
                <a:gd name="T105" fmla="*/ 70 h 70"/>
                <a:gd name="T106" fmla="*/ 81 w 104"/>
                <a:gd name="T107" fmla="*/ 70 h 70"/>
                <a:gd name="T108" fmla="*/ 81 w 104"/>
                <a:gd name="T109" fmla="*/ 70 h 70"/>
                <a:gd name="T110" fmla="*/ 100 w 104"/>
                <a:gd name="T111" fmla="*/ 64 h 70"/>
                <a:gd name="T112" fmla="*/ 104 w 104"/>
                <a:gd name="T113" fmla="*/ 55 h 70"/>
                <a:gd name="T114" fmla="*/ 104 w 104"/>
                <a:gd name="T115" fmla="*/ 53 h 70"/>
                <a:gd name="T116" fmla="*/ 104 w 104"/>
                <a:gd name="T117" fmla="*/ 20 h 70"/>
                <a:gd name="T118" fmla="*/ 104 w 104"/>
                <a:gd name="T119" fmla="*/ 19 h 70"/>
                <a:gd name="T120" fmla="*/ 93 w 104"/>
                <a:gd name="T121" fmla="*/ 3 h 70"/>
                <a:gd name="T122" fmla="*/ 84 w 104"/>
                <a:gd name="T123" fmla="*/ 0 h 70"/>
                <a:gd name="T124" fmla="*/ 84 w 104"/>
                <a:gd name="T1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20"/>
                  </a:moveTo>
                  <a:cubicBezTo>
                    <a:pt x="30" y="20"/>
                    <a:pt x="30" y="20"/>
                    <a:pt x="30" y="20"/>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3" y="6"/>
                  </a:moveTo>
                  <a:cubicBezTo>
                    <a:pt x="83" y="6"/>
                    <a:pt x="83" y="6"/>
                    <a:pt x="83" y="6"/>
                  </a:cubicBezTo>
                  <a:cubicBezTo>
                    <a:pt x="83" y="6"/>
                    <a:pt x="83" y="6"/>
                    <a:pt x="83" y="6"/>
                  </a:cubicBezTo>
                  <a:cubicBezTo>
                    <a:pt x="83" y="6"/>
                    <a:pt x="83" y="6"/>
                    <a:pt x="83"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7" name="Freeform 1283">
              <a:extLst>
                <a:ext uri="{FF2B5EF4-FFF2-40B4-BE49-F238E27FC236}">
                  <a16:creationId xmlns:a16="http://schemas.microsoft.com/office/drawing/2014/main" id="{B692F55E-DC4C-470E-99A1-BEC671CCCD8C}"/>
                </a:ext>
              </a:extLst>
            </p:cNvPr>
            <p:cNvSpPr>
              <a:spLocks noEditPoints="1"/>
            </p:cNvSpPr>
            <p:nvPr userDrawn="1"/>
          </p:nvSpPr>
          <p:spPr bwMode="auto">
            <a:xfrm>
              <a:off x="-17809" y="5794961"/>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7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7"/>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2"/>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7"/>
                    <a:pt x="32" y="27"/>
                    <a:pt x="32" y="27"/>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8"/>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8" name="Freeform 1284">
              <a:extLst>
                <a:ext uri="{FF2B5EF4-FFF2-40B4-BE49-F238E27FC236}">
                  <a16:creationId xmlns:a16="http://schemas.microsoft.com/office/drawing/2014/main" id="{0BEBA504-8ACE-4F3A-97BC-CB4013F030D9}"/>
                </a:ext>
              </a:extLst>
            </p:cNvPr>
            <p:cNvSpPr>
              <a:spLocks noEditPoints="1"/>
            </p:cNvSpPr>
            <p:nvPr userDrawn="1"/>
          </p:nvSpPr>
          <p:spPr bwMode="auto">
            <a:xfrm>
              <a:off x="869246" y="5285205"/>
              <a:ext cx="168581" cy="114395"/>
            </a:xfrm>
            <a:custGeom>
              <a:avLst/>
              <a:gdLst>
                <a:gd name="T0" fmla="*/ 43 w 112"/>
                <a:gd name="T1" fmla="*/ 70 h 76"/>
                <a:gd name="T2" fmla="*/ 43 w 112"/>
                <a:gd name="T3" fmla="*/ 70 h 76"/>
                <a:gd name="T4" fmla="*/ 10 w 112"/>
                <a:gd name="T5" fmla="*/ 30 h 76"/>
                <a:gd name="T6" fmla="*/ 32 w 112"/>
                <a:gd name="T7" fmla="*/ 21 h 76"/>
                <a:gd name="T8" fmla="*/ 32 w 112"/>
                <a:gd name="T9" fmla="*/ 21 h 76"/>
                <a:gd name="T10" fmla="*/ 32 w 112"/>
                <a:gd name="T11" fmla="*/ 21 h 76"/>
                <a:gd name="T12" fmla="*/ 49 w 112"/>
                <a:gd name="T13" fmla="*/ 6 h 76"/>
                <a:gd name="T14" fmla="*/ 97 w 112"/>
                <a:gd name="T15" fmla="*/ 9 h 76"/>
                <a:gd name="T16" fmla="*/ 105 w 112"/>
                <a:gd name="T17" fmla="*/ 58 h 76"/>
                <a:gd name="T18" fmla="*/ 106 w 112"/>
                <a:gd name="T19" fmla="*/ 59 h 76"/>
                <a:gd name="T20" fmla="*/ 87 w 112"/>
                <a:gd name="T21" fmla="*/ 70 h 76"/>
                <a:gd name="T22" fmla="*/ 37 w 112"/>
                <a:gd name="T23" fmla="*/ 67 h 76"/>
                <a:gd name="T24" fmla="*/ 32 w 112"/>
                <a:gd name="T25" fmla="*/ 55 h 76"/>
                <a:gd name="T26" fmla="*/ 21 w 112"/>
                <a:gd name="T27" fmla="*/ 39 h 76"/>
                <a:gd name="T28" fmla="*/ 32 w 112"/>
                <a:gd name="T29" fmla="*/ 21 h 76"/>
                <a:gd name="T30" fmla="*/ 40 w 112"/>
                <a:gd name="T31" fmla="*/ 8 h 76"/>
                <a:gd name="T32" fmla="*/ 49 w 112"/>
                <a:gd name="T33" fmla="*/ 6 h 76"/>
                <a:gd name="T34" fmla="*/ 90 w 112"/>
                <a:gd name="T35" fmla="*/ 6 h 76"/>
                <a:gd name="T36" fmla="*/ 90 w 112"/>
                <a:gd name="T37" fmla="*/ 6 h 76"/>
                <a:gd name="T38" fmla="*/ 49 w 112"/>
                <a:gd name="T39" fmla="*/ 0 h 76"/>
                <a:gd name="T40" fmla="*/ 37 w 112"/>
                <a:gd name="T41" fmla="*/ 3 h 76"/>
                <a:gd name="T42" fmla="*/ 26 w 112"/>
                <a:gd name="T43" fmla="*/ 20 h 76"/>
                <a:gd name="T44" fmla="*/ 26 w 112"/>
                <a:gd name="T45" fmla="*/ 35 h 76"/>
                <a:gd name="T46" fmla="*/ 8 w 112"/>
                <a:gd name="T47" fmla="*/ 32 h 76"/>
                <a:gd name="T48" fmla="*/ 8 w 112"/>
                <a:gd name="T49" fmla="*/ 32 h 76"/>
                <a:gd name="T50" fmla="*/ 28 w 112"/>
                <a:gd name="T51" fmla="*/ 66 h 76"/>
                <a:gd name="T52" fmla="*/ 43 w 112"/>
                <a:gd name="T53" fmla="*/ 76 h 76"/>
                <a:gd name="T54" fmla="*/ 87 w 112"/>
                <a:gd name="T55" fmla="*/ 76 h 76"/>
                <a:gd name="T56" fmla="*/ 107 w 112"/>
                <a:gd name="T57" fmla="*/ 69 h 76"/>
                <a:gd name="T58" fmla="*/ 111 w 112"/>
                <a:gd name="T59" fmla="*/ 58 h 76"/>
                <a:gd name="T60" fmla="*/ 111 w 112"/>
                <a:gd name="T61" fmla="*/ 21 h 76"/>
                <a:gd name="T62" fmla="*/ 90 w 112"/>
                <a:gd name="T6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76">
                  <a:moveTo>
                    <a:pt x="43" y="70"/>
                  </a:moveTo>
                  <a:cubicBezTo>
                    <a:pt x="43" y="70"/>
                    <a:pt x="43" y="70"/>
                    <a:pt x="43" y="70"/>
                  </a:cubicBezTo>
                  <a:cubicBezTo>
                    <a:pt x="43" y="70"/>
                    <a:pt x="43" y="70"/>
                    <a:pt x="43" y="70"/>
                  </a:cubicBezTo>
                  <a:cubicBezTo>
                    <a:pt x="43" y="70"/>
                    <a:pt x="43" y="70"/>
                    <a:pt x="43" y="70"/>
                  </a:cubicBezTo>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2" y="7"/>
                    <a:pt x="45" y="6"/>
                    <a:pt x="49" y="6"/>
                  </a:cubicBezTo>
                  <a:cubicBezTo>
                    <a:pt x="49" y="6"/>
                    <a:pt x="49" y="6"/>
                    <a:pt x="49" y="6"/>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6"/>
                    <a:pt x="26" y="56"/>
                    <a:pt x="26" y="56"/>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9" name="Freeform 1285">
              <a:extLst>
                <a:ext uri="{FF2B5EF4-FFF2-40B4-BE49-F238E27FC236}">
                  <a16:creationId xmlns:a16="http://schemas.microsoft.com/office/drawing/2014/main" id="{5EFFB1A5-F175-47E1-B81C-7EAC2B356C2D}"/>
                </a:ext>
              </a:extLst>
            </p:cNvPr>
            <p:cNvSpPr>
              <a:spLocks noEditPoints="1"/>
            </p:cNvSpPr>
            <p:nvPr userDrawn="1"/>
          </p:nvSpPr>
          <p:spPr bwMode="auto">
            <a:xfrm>
              <a:off x="855197" y="5010257"/>
              <a:ext cx="252871" cy="234809"/>
            </a:xfrm>
            <a:custGeom>
              <a:avLst/>
              <a:gdLst>
                <a:gd name="T0" fmla="*/ 71 w 167"/>
                <a:gd name="T1" fmla="*/ 0 h 155"/>
                <a:gd name="T2" fmla="*/ 71 w 167"/>
                <a:gd name="T3" fmla="*/ 0 h 155"/>
                <a:gd name="T4" fmla="*/ 71 w 167"/>
                <a:gd name="T5" fmla="*/ 0 h 155"/>
                <a:gd name="T6" fmla="*/ 71 w 167"/>
                <a:gd name="T7" fmla="*/ 0 h 155"/>
                <a:gd name="T8" fmla="*/ 7 w 167"/>
                <a:gd name="T9" fmla="*/ 64 h 155"/>
                <a:gd name="T10" fmla="*/ 9 w 167"/>
                <a:gd name="T11" fmla="*/ 61 h 155"/>
                <a:gd name="T12" fmla="*/ 7 w 167"/>
                <a:gd name="T13" fmla="*/ 64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8 h 155"/>
                <a:gd name="T46" fmla="*/ 41 w 167"/>
                <a:gd name="T47" fmla="*/ 41 h 155"/>
                <a:gd name="T48" fmla="*/ 46 w 167"/>
                <a:gd name="T49" fmla="*/ 22 h 155"/>
                <a:gd name="T50" fmla="*/ 56 w 167"/>
                <a:gd name="T51" fmla="*/ 11 h 155"/>
                <a:gd name="T52" fmla="*/ 71 w 167"/>
                <a:gd name="T53" fmla="*/ 6 h 155"/>
                <a:gd name="T54" fmla="*/ 71 w 167"/>
                <a:gd name="T55" fmla="*/ 6 h 155"/>
                <a:gd name="T56" fmla="*/ 135 w 167"/>
                <a:gd name="T57" fmla="*/ 0 h 155"/>
                <a:gd name="T58" fmla="*/ 71 w 167"/>
                <a:gd name="T59" fmla="*/ 0 h 155"/>
                <a:gd name="T60" fmla="*/ 51 w 167"/>
                <a:gd name="T61" fmla="*/ 6 h 155"/>
                <a:gd name="T62" fmla="*/ 38 w 167"/>
                <a:gd name="T63" fmla="*/ 28 h 155"/>
                <a:gd name="T64" fmla="*/ 35 w 167"/>
                <a:gd name="T65" fmla="*/ 40 h 155"/>
                <a:gd name="T66" fmla="*/ 35 w 167"/>
                <a:gd name="T67" fmla="*/ 40 h 155"/>
                <a:gd name="T68" fmla="*/ 35 w 167"/>
                <a:gd name="T69" fmla="*/ 76 h 155"/>
                <a:gd name="T70" fmla="*/ 0 w 167"/>
                <a:gd name="T71" fmla="*/ 51 h 155"/>
                <a:gd name="T72" fmla="*/ 6 w 167"/>
                <a:gd name="T73" fmla="*/ 63 h 155"/>
                <a:gd name="T74" fmla="*/ 9 w 167"/>
                <a:gd name="T75" fmla="*/ 61 h 155"/>
                <a:gd name="T76" fmla="*/ 6 w 167"/>
                <a:gd name="T77" fmla="*/ 63 h 155"/>
                <a:gd name="T78" fmla="*/ 35 w 167"/>
                <a:gd name="T79" fmla="*/ 114 h 155"/>
                <a:gd name="T80" fmla="*/ 47 w 167"/>
                <a:gd name="T81" fmla="*/ 148 h 155"/>
                <a:gd name="T82" fmla="*/ 60 w 167"/>
                <a:gd name="T83" fmla="*/ 155 h 155"/>
                <a:gd name="T84" fmla="*/ 61 w 167"/>
                <a:gd name="T85" fmla="*/ 155 h 155"/>
                <a:gd name="T86" fmla="*/ 131 w 167"/>
                <a:gd name="T87" fmla="*/ 155 h 155"/>
                <a:gd name="T88" fmla="*/ 131 w 167"/>
                <a:gd name="T89" fmla="*/ 155 h 155"/>
                <a:gd name="T90" fmla="*/ 162 w 167"/>
                <a:gd name="T91" fmla="*/ 141 h 155"/>
                <a:gd name="T92" fmla="*/ 167 w 167"/>
                <a:gd name="T93" fmla="*/ 123 h 155"/>
                <a:gd name="T94" fmla="*/ 167 w 167"/>
                <a:gd name="T95" fmla="*/ 120 h 155"/>
                <a:gd name="T96" fmla="*/ 167 w 167"/>
                <a:gd name="T97" fmla="*/ 42 h 155"/>
                <a:gd name="T98" fmla="*/ 167 w 167"/>
                <a:gd name="T99" fmla="*/ 42 h 155"/>
                <a:gd name="T100" fmla="*/ 149 w 167"/>
                <a:gd name="T101" fmla="*/ 6 h 155"/>
                <a:gd name="T102" fmla="*/ 135 w 167"/>
                <a:gd name="T103" fmla="*/ 0 h 155"/>
                <a:gd name="T104" fmla="*/ 135 w 167"/>
                <a:gd name="T10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5">
                  <a:moveTo>
                    <a:pt x="71" y="0"/>
                  </a:moveTo>
                  <a:cubicBezTo>
                    <a:pt x="71" y="0"/>
                    <a:pt x="71" y="0"/>
                    <a:pt x="71" y="0"/>
                  </a:cubicBezTo>
                  <a:cubicBezTo>
                    <a:pt x="71" y="0"/>
                    <a:pt x="71" y="0"/>
                    <a:pt x="71" y="0"/>
                  </a:cubicBezTo>
                  <a:cubicBezTo>
                    <a:pt x="71" y="0"/>
                    <a:pt x="71" y="0"/>
                    <a:pt x="71" y="0"/>
                  </a:cubicBezTo>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0" name="Freeform 1286">
              <a:extLst>
                <a:ext uri="{FF2B5EF4-FFF2-40B4-BE49-F238E27FC236}">
                  <a16:creationId xmlns:a16="http://schemas.microsoft.com/office/drawing/2014/main" id="{FB31AB82-DBBF-45F0-BBC6-D54C57ED80EE}"/>
                </a:ext>
              </a:extLst>
            </p:cNvPr>
            <p:cNvSpPr>
              <a:spLocks noEditPoints="1"/>
            </p:cNvSpPr>
            <p:nvPr userDrawn="1"/>
          </p:nvSpPr>
          <p:spPr bwMode="auto">
            <a:xfrm>
              <a:off x="233054" y="4548667"/>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1 h 156"/>
                <a:gd name="T96" fmla="*/ 167 w 167"/>
                <a:gd name="T97" fmla="*/ 43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9"/>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1"/>
                  </a:cubicBezTo>
                  <a:cubicBezTo>
                    <a:pt x="167" y="43"/>
                    <a:pt x="167" y="43"/>
                    <a:pt x="167" y="43"/>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1" name="Freeform 1287">
              <a:extLst>
                <a:ext uri="{FF2B5EF4-FFF2-40B4-BE49-F238E27FC236}">
                  <a16:creationId xmlns:a16="http://schemas.microsoft.com/office/drawing/2014/main" id="{05DF84DD-A4F3-4FF3-82EA-4074E4F8DF04}"/>
                </a:ext>
              </a:extLst>
            </p:cNvPr>
            <p:cNvSpPr>
              <a:spLocks/>
            </p:cNvSpPr>
            <p:nvPr userDrawn="1"/>
          </p:nvSpPr>
          <p:spPr bwMode="auto">
            <a:xfrm>
              <a:off x="473884"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2" name="Freeform 1288">
              <a:extLst>
                <a:ext uri="{FF2B5EF4-FFF2-40B4-BE49-F238E27FC236}">
                  <a16:creationId xmlns:a16="http://schemas.microsoft.com/office/drawing/2014/main" id="{37300EA0-01CE-4B33-9828-07FAD74741D6}"/>
                </a:ext>
              </a:extLst>
            </p:cNvPr>
            <p:cNvSpPr>
              <a:spLocks noEditPoints="1"/>
            </p:cNvSpPr>
            <p:nvPr userDrawn="1"/>
          </p:nvSpPr>
          <p:spPr bwMode="auto">
            <a:xfrm>
              <a:off x="1005716" y="5349426"/>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7 w 120"/>
                <a:gd name="T43" fmla="*/ 160 h 166"/>
                <a:gd name="T44" fmla="*/ 17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3 w 120"/>
                <a:gd name="T65" fmla="*/ 53 h 166"/>
                <a:gd name="T66" fmla="*/ 0 w 120"/>
                <a:gd name="T67" fmla="*/ 61 h 166"/>
                <a:gd name="T68" fmla="*/ 0 w 120"/>
                <a:gd name="T69" fmla="*/ 62 h 166"/>
                <a:gd name="T70" fmla="*/ 1 w 120"/>
                <a:gd name="T71" fmla="*/ 130 h 166"/>
                <a:gd name="T72" fmla="*/ 1 w 120"/>
                <a:gd name="T73" fmla="*/ 131 h 166"/>
                <a:gd name="T74" fmla="*/ 12 w 120"/>
                <a:gd name="T75" fmla="*/ 160 h 166"/>
                <a:gd name="T76" fmla="*/ 27 w 120"/>
                <a:gd name="T77" fmla="*/ 166 h 166"/>
                <a:gd name="T78" fmla="*/ 27 w 120"/>
                <a:gd name="T79" fmla="*/ 166 h 166"/>
                <a:gd name="T80" fmla="*/ 29 w 120"/>
                <a:gd name="T81" fmla="*/ 166 h 166"/>
                <a:gd name="T82" fmla="*/ 88 w 120"/>
                <a:gd name="T83" fmla="*/ 165 h 166"/>
                <a:gd name="T84" fmla="*/ 88 w 120"/>
                <a:gd name="T85" fmla="*/ 165 h 166"/>
                <a:gd name="T86" fmla="*/ 116 w 120"/>
                <a:gd name="T87" fmla="*/ 146 h 166"/>
                <a:gd name="T88" fmla="*/ 120 w 120"/>
                <a:gd name="T89" fmla="*/ 133 h 166"/>
                <a:gd name="T90" fmla="*/ 120 w 120"/>
                <a:gd name="T91" fmla="*/ 132 h 166"/>
                <a:gd name="T92" fmla="*/ 119 w 120"/>
                <a:gd name="T93" fmla="*/ 70 h 166"/>
                <a:gd name="T94" fmla="*/ 119 w 120"/>
                <a:gd name="T95" fmla="*/ 70 h 166"/>
                <a:gd name="T96" fmla="*/ 114 w 120"/>
                <a:gd name="T97" fmla="*/ 51 h 166"/>
                <a:gd name="T98" fmla="*/ 97 w 120"/>
                <a:gd name="T99" fmla="*/ 38 h 166"/>
                <a:gd name="T100" fmla="*/ 87 w 120"/>
                <a:gd name="T101" fmla="*/ 35 h 166"/>
                <a:gd name="T102" fmla="*/ 87 w 120"/>
                <a:gd name="T103" fmla="*/ 35 h 166"/>
                <a:gd name="T104" fmla="*/ 61 w 120"/>
                <a:gd name="T105" fmla="*/ 35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3"/>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6"/>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3" name="Freeform 1289">
              <a:extLst>
                <a:ext uri="{FF2B5EF4-FFF2-40B4-BE49-F238E27FC236}">
                  <a16:creationId xmlns:a16="http://schemas.microsoft.com/office/drawing/2014/main" id="{34BA627B-AA1C-4138-81BA-65BB0F36AE54}"/>
                </a:ext>
              </a:extLst>
            </p:cNvPr>
            <p:cNvSpPr>
              <a:spLocks noEditPoints="1"/>
            </p:cNvSpPr>
            <p:nvPr userDrawn="1"/>
          </p:nvSpPr>
          <p:spPr bwMode="auto">
            <a:xfrm>
              <a:off x="102605" y="4697179"/>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2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3 h 166"/>
                <a:gd name="T64" fmla="*/ 0 w 120"/>
                <a:gd name="T65" fmla="*/ 61 h 166"/>
                <a:gd name="T66" fmla="*/ 0 w 120"/>
                <a:gd name="T67" fmla="*/ 62 h 166"/>
                <a:gd name="T68" fmla="*/ 1 w 120"/>
                <a:gd name="T69" fmla="*/ 130 h 166"/>
                <a:gd name="T70" fmla="*/ 1 w 120"/>
                <a:gd name="T71" fmla="*/ 130 h 166"/>
                <a:gd name="T72" fmla="*/ 12 w 120"/>
                <a:gd name="T73" fmla="*/ 160 h 166"/>
                <a:gd name="T74" fmla="*/ 27 w 120"/>
                <a:gd name="T75" fmla="*/ 166 h 166"/>
                <a:gd name="T76" fmla="*/ 27 w 120"/>
                <a:gd name="T77" fmla="*/ 166 h 166"/>
                <a:gd name="T78" fmla="*/ 29 w 120"/>
                <a:gd name="T79" fmla="*/ 166 h 166"/>
                <a:gd name="T80" fmla="*/ 88 w 120"/>
                <a:gd name="T81" fmla="*/ 165 h 166"/>
                <a:gd name="T82" fmla="*/ 88 w 120"/>
                <a:gd name="T83" fmla="*/ 165 h 166"/>
                <a:gd name="T84" fmla="*/ 116 w 120"/>
                <a:gd name="T85" fmla="*/ 146 h 166"/>
                <a:gd name="T86" fmla="*/ 119 w 120"/>
                <a:gd name="T87" fmla="*/ 138 h 166"/>
                <a:gd name="T88" fmla="*/ 114 w 120"/>
                <a:gd name="T89" fmla="*/ 135 h 166"/>
                <a:gd name="T90" fmla="*/ 119 w 120"/>
                <a:gd name="T91" fmla="*/ 136 h 166"/>
                <a:gd name="T92" fmla="*/ 120 w 120"/>
                <a:gd name="T93" fmla="*/ 132 h 166"/>
                <a:gd name="T94" fmla="*/ 120 w 120"/>
                <a:gd name="T95" fmla="*/ 132 h 166"/>
                <a:gd name="T96" fmla="*/ 119 w 120"/>
                <a:gd name="T97" fmla="*/ 70 h 166"/>
                <a:gd name="T98" fmla="*/ 119 w 120"/>
                <a:gd name="T99" fmla="*/ 70 h 166"/>
                <a:gd name="T100" fmla="*/ 114 w 120"/>
                <a:gd name="T101" fmla="*/ 51 h 166"/>
                <a:gd name="T102" fmla="*/ 97 w 120"/>
                <a:gd name="T103" fmla="*/ 38 h 166"/>
                <a:gd name="T104" fmla="*/ 87 w 120"/>
                <a:gd name="T105" fmla="*/ 35 h 166"/>
                <a:gd name="T106" fmla="*/ 87 w 120"/>
                <a:gd name="T107" fmla="*/ 35 h 166"/>
                <a:gd name="T108" fmla="*/ 61 w 120"/>
                <a:gd name="T109" fmla="*/ 35 h 166"/>
                <a:gd name="T110" fmla="*/ 80 w 12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2"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59"/>
                    <a:pt x="16"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17" y="143"/>
                    <a:pt x="118" y="141"/>
                    <a:pt x="119" y="138"/>
                  </a:cubicBezTo>
                  <a:cubicBezTo>
                    <a:pt x="114" y="135"/>
                    <a:pt x="114" y="135"/>
                    <a:pt x="114" y="135"/>
                  </a:cubicBezTo>
                  <a:cubicBezTo>
                    <a:pt x="119" y="136"/>
                    <a:pt x="119" y="136"/>
                    <a:pt x="119" y="136"/>
                  </a:cubicBezTo>
                  <a:cubicBezTo>
                    <a:pt x="120" y="134"/>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4" name="Freeform 1290">
              <a:extLst>
                <a:ext uri="{FF2B5EF4-FFF2-40B4-BE49-F238E27FC236}">
                  <a16:creationId xmlns:a16="http://schemas.microsoft.com/office/drawing/2014/main" id="{A4E7B47B-E5A2-4FE3-AF91-62B8F59312EA}"/>
                </a:ext>
              </a:extLst>
            </p:cNvPr>
            <p:cNvSpPr>
              <a:spLocks/>
            </p:cNvSpPr>
            <p:nvPr userDrawn="1"/>
          </p:nvSpPr>
          <p:spPr bwMode="auto">
            <a:xfrm>
              <a:off x="273192" y="4901884"/>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5" name="Freeform 1291">
              <a:extLst>
                <a:ext uri="{FF2B5EF4-FFF2-40B4-BE49-F238E27FC236}">
                  <a16:creationId xmlns:a16="http://schemas.microsoft.com/office/drawing/2014/main" id="{98148EFD-8042-4B2D-A408-A42E26F724FC}"/>
                </a:ext>
              </a:extLst>
            </p:cNvPr>
            <p:cNvSpPr>
              <a:spLocks noEditPoints="1"/>
            </p:cNvSpPr>
            <p:nvPr userDrawn="1"/>
          </p:nvSpPr>
          <p:spPr bwMode="auto">
            <a:xfrm>
              <a:off x="1513465"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6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6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5"/>
                    <a:pt x="70" y="35"/>
                  </a:cubicBezTo>
                  <a:cubicBezTo>
                    <a:pt x="70" y="35"/>
                    <a:pt x="70" y="35"/>
                    <a:pt x="70" y="35"/>
                  </a:cubicBezTo>
                  <a:cubicBezTo>
                    <a:pt x="70" y="64"/>
                    <a:pt x="70" y="64"/>
                    <a:pt x="70" y="64"/>
                  </a:cubicBezTo>
                  <a:cubicBezTo>
                    <a:pt x="0" y="26"/>
                    <a:pt x="0" y="26"/>
                    <a:pt x="0" y="26"/>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6"/>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6" name="Freeform 1292">
              <a:extLst>
                <a:ext uri="{FF2B5EF4-FFF2-40B4-BE49-F238E27FC236}">
                  <a16:creationId xmlns:a16="http://schemas.microsoft.com/office/drawing/2014/main" id="{59F4AC23-3CE6-45B1-9A87-C30E798B99ED}"/>
                </a:ext>
              </a:extLst>
            </p:cNvPr>
            <p:cNvSpPr>
              <a:spLocks noEditPoints="1"/>
            </p:cNvSpPr>
            <p:nvPr userDrawn="1"/>
          </p:nvSpPr>
          <p:spPr bwMode="auto">
            <a:xfrm>
              <a:off x="1864675"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6 h 137"/>
                <a:gd name="T36" fmla="*/ 37 w 140"/>
                <a:gd name="T37" fmla="*/ 106 h 137"/>
                <a:gd name="T38" fmla="*/ 37 w 140"/>
                <a:gd name="T39" fmla="*/ 106 h 137"/>
                <a:gd name="T40" fmla="*/ 21 w 140"/>
                <a:gd name="T41" fmla="*/ 104 h 137"/>
                <a:gd name="T42" fmla="*/ 13 w 140"/>
                <a:gd name="T43" fmla="*/ 100 h 137"/>
                <a:gd name="T44" fmla="*/ 8 w 140"/>
                <a:gd name="T45" fmla="*/ 95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1 h 137"/>
                <a:gd name="T76" fmla="*/ 37 w 140"/>
                <a:gd name="T77" fmla="*/ 112 h 137"/>
                <a:gd name="T78" fmla="*/ 41 w 140"/>
                <a:gd name="T79" fmla="*/ 112 h 137"/>
                <a:gd name="T80" fmla="*/ 94 w 140"/>
                <a:gd name="T81" fmla="*/ 137 h 137"/>
                <a:gd name="T82" fmla="*/ 75 w 140"/>
                <a:gd name="T83" fmla="*/ 110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6"/>
                    <a:pt x="41" y="106"/>
                    <a:pt x="41" y="106"/>
                  </a:cubicBezTo>
                  <a:cubicBezTo>
                    <a:pt x="41" y="106"/>
                    <a:pt x="39" y="106"/>
                    <a:pt x="37" y="106"/>
                  </a:cubicBezTo>
                  <a:cubicBezTo>
                    <a:pt x="37" y="106"/>
                    <a:pt x="37" y="106"/>
                    <a:pt x="37" y="106"/>
                  </a:cubicBezTo>
                  <a:cubicBezTo>
                    <a:pt x="33" y="106"/>
                    <a:pt x="27" y="105"/>
                    <a:pt x="21" y="104"/>
                  </a:cubicBezTo>
                  <a:cubicBezTo>
                    <a:pt x="18" y="103"/>
                    <a:pt x="16" y="102"/>
                    <a:pt x="13" y="100"/>
                  </a:cubicBezTo>
                  <a:cubicBezTo>
                    <a:pt x="11" y="98"/>
                    <a:pt x="10" y="97"/>
                    <a:pt x="8" y="95"/>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1"/>
                  </a:cubicBezTo>
                  <a:cubicBezTo>
                    <a:pt x="29" y="111"/>
                    <a:pt x="34" y="112"/>
                    <a:pt x="37" y="112"/>
                  </a:cubicBezTo>
                  <a:cubicBezTo>
                    <a:pt x="39" y="112"/>
                    <a:pt x="40" y="112"/>
                    <a:pt x="41" y="112"/>
                  </a:cubicBezTo>
                  <a:cubicBezTo>
                    <a:pt x="94" y="137"/>
                    <a:pt x="94" y="137"/>
                    <a:pt x="94" y="137"/>
                  </a:cubicBezTo>
                  <a:cubicBezTo>
                    <a:pt x="75" y="110"/>
                    <a:pt x="75" y="110"/>
                    <a:pt x="75" y="110"/>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7" name="Freeform 1293">
              <a:extLst>
                <a:ext uri="{FF2B5EF4-FFF2-40B4-BE49-F238E27FC236}">
                  <a16:creationId xmlns:a16="http://schemas.microsoft.com/office/drawing/2014/main" id="{667E75E6-FAD9-4078-8EFD-4BF7F6A7B652}"/>
                </a:ext>
              </a:extLst>
            </p:cNvPr>
            <p:cNvSpPr>
              <a:spLocks noEditPoints="1"/>
            </p:cNvSpPr>
            <p:nvPr userDrawn="1"/>
          </p:nvSpPr>
          <p:spPr bwMode="auto">
            <a:xfrm>
              <a:off x="817066" y="4632958"/>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6 h 137"/>
                <a:gd name="T46" fmla="*/ 38 w 141"/>
                <a:gd name="T47" fmla="*/ 106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2 h 137"/>
                <a:gd name="T86" fmla="*/ 42 w 141"/>
                <a:gd name="T87" fmla="*/ 111 h 137"/>
                <a:gd name="T88" fmla="*/ 79 w 141"/>
                <a:gd name="T89" fmla="*/ 130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6"/>
                    <a:pt x="38" y="106"/>
                  </a:cubicBezTo>
                  <a:cubicBezTo>
                    <a:pt x="38" y="106"/>
                    <a:pt x="38" y="106"/>
                    <a:pt x="38" y="106"/>
                  </a:cubicBezTo>
                  <a:cubicBezTo>
                    <a:pt x="34" y="106"/>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2"/>
                    <a:pt x="38" y="112"/>
                  </a:cubicBezTo>
                  <a:cubicBezTo>
                    <a:pt x="40" y="112"/>
                    <a:pt x="41" y="111"/>
                    <a:pt x="42" y="111"/>
                  </a:cubicBezTo>
                  <a:cubicBezTo>
                    <a:pt x="79" y="130"/>
                    <a:pt x="79" y="130"/>
                    <a:pt x="79" y="130"/>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3"/>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8" name="Freeform 1294">
              <a:extLst>
                <a:ext uri="{FF2B5EF4-FFF2-40B4-BE49-F238E27FC236}">
                  <a16:creationId xmlns:a16="http://schemas.microsoft.com/office/drawing/2014/main" id="{C0E98B69-7216-49DE-B190-D6BB1B1B411B}"/>
                </a:ext>
              </a:extLst>
            </p:cNvPr>
            <p:cNvSpPr>
              <a:spLocks/>
            </p:cNvSpPr>
            <p:nvPr userDrawn="1"/>
          </p:nvSpPr>
          <p:spPr bwMode="auto">
            <a:xfrm>
              <a:off x="935474" y="4827629"/>
              <a:ext cx="22077" cy="8028"/>
            </a:xfrm>
            <a:custGeom>
              <a:avLst/>
              <a:gdLst>
                <a:gd name="T0" fmla="*/ 10 w 14"/>
                <a:gd name="T1" fmla="*/ 0 h 6"/>
                <a:gd name="T2" fmla="*/ 0 w 14"/>
                <a:gd name="T3" fmla="*/ 1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1"/>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9" name="Freeform 1295">
              <a:extLst>
                <a:ext uri="{FF2B5EF4-FFF2-40B4-BE49-F238E27FC236}">
                  <a16:creationId xmlns:a16="http://schemas.microsoft.com/office/drawing/2014/main" id="{D05A1417-9E29-4AA4-BF9C-19E4F6F8B2FA}"/>
                </a:ext>
              </a:extLst>
            </p:cNvPr>
            <p:cNvSpPr>
              <a:spLocks noEditPoints="1"/>
            </p:cNvSpPr>
            <p:nvPr userDrawn="1"/>
          </p:nvSpPr>
          <p:spPr bwMode="auto">
            <a:xfrm>
              <a:off x="658520" y="4412197"/>
              <a:ext cx="232802" cy="230796"/>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9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6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10"/>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9"/>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6"/>
                    <a:pt x="123" y="76"/>
                    <a:pt x="123" y="76"/>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0" name="Freeform 1296">
              <a:extLst>
                <a:ext uri="{FF2B5EF4-FFF2-40B4-BE49-F238E27FC236}">
                  <a16:creationId xmlns:a16="http://schemas.microsoft.com/office/drawing/2014/main" id="{ECAA1EAE-DE8B-4F2F-A451-C453B42E4EFC}"/>
                </a:ext>
              </a:extLst>
            </p:cNvPr>
            <p:cNvSpPr>
              <a:spLocks noEditPoints="1"/>
            </p:cNvSpPr>
            <p:nvPr userDrawn="1"/>
          </p:nvSpPr>
          <p:spPr bwMode="auto">
            <a:xfrm>
              <a:off x="2083428" y="476942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1" name="Freeform 1297">
              <a:extLst>
                <a:ext uri="{FF2B5EF4-FFF2-40B4-BE49-F238E27FC236}">
                  <a16:creationId xmlns:a16="http://schemas.microsoft.com/office/drawing/2014/main" id="{EFEA7232-7DAD-4955-B73A-0378172ABF2D}"/>
                </a:ext>
              </a:extLst>
            </p:cNvPr>
            <p:cNvSpPr>
              <a:spLocks noEditPoints="1"/>
            </p:cNvSpPr>
            <p:nvPr userDrawn="1"/>
          </p:nvSpPr>
          <p:spPr bwMode="auto">
            <a:xfrm>
              <a:off x="2374431" y="4233583"/>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6 h 115"/>
                <a:gd name="T56" fmla="*/ 59 w 76"/>
                <a:gd name="T57" fmla="*/ 6 h 115"/>
                <a:gd name="T58" fmla="*/ 59 w 76"/>
                <a:gd name="T59" fmla="*/ 6 h 115"/>
                <a:gd name="T60" fmla="*/ 59 w 76"/>
                <a:gd name="T61" fmla="*/ 6 h 115"/>
                <a:gd name="T62" fmla="*/ 59 w 76"/>
                <a:gd name="T63" fmla="*/ 0 h 115"/>
                <a:gd name="T64" fmla="*/ 59 w 76"/>
                <a:gd name="T65" fmla="*/ 0 h 115"/>
                <a:gd name="T66" fmla="*/ 59 w 76"/>
                <a:gd name="T67" fmla="*/ 0 h 115"/>
                <a:gd name="T68" fmla="*/ 16 w 76"/>
                <a:gd name="T69" fmla="*/ 3 h 115"/>
                <a:gd name="T70" fmla="*/ 16 w 76"/>
                <a:gd name="T71" fmla="*/ 6 h 115"/>
                <a:gd name="T72" fmla="*/ 16 w 76"/>
                <a:gd name="T73" fmla="*/ 3 h 115"/>
                <a:gd name="T74" fmla="*/ 7 w 76"/>
                <a:gd name="T75" fmla="*/ 8 h 115"/>
                <a:gd name="T76" fmla="*/ 1 w 76"/>
                <a:gd name="T77" fmla="*/ 22 h 115"/>
                <a:gd name="T78" fmla="*/ 0 w 76"/>
                <a:gd name="T79" fmla="*/ 39 h 115"/>
                <a:gd name="T80" fmla="*/ 1 w 76"/>
                <a:gd name="T81" fmla="*/ 61 h 115"/>
                <a:gd name="T82" fmla="*/ 8 w 76"/>
                <a:gd name="T83" fmla="*/ 81 h 115"/>
                <a:gd name="T84" fmla="*/ 14 w 76"/>
                <a:gd name="T85" fmla="*/ 88 h 115"/>
                <a:gd name="T86" fmla="*/ 15 w 76"/>
                <a:gd name="T87" fmla="*/ 88 h 115"/>
                <a:gd name="T88" fmla="*/ 37 w 76"/>
                <a:gd name="T89" fmla="*/ 89 h 115"/>
                <a:gd name="T90" fmla="*/ 25 w 76"/>
                <a:gd name="T91" fmla="*/ 115 h 115"/>
                <a:gd name="T92" fmla="*/ 56 w 76"/>
                <a:gd name="T93" fmla="*/ 90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1 h 115"/>
                <a:gd name="T108" fmla="*/ 59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6"/>
                    <a:pt x="10" y="13"/>
                    <a:pt x="12" y="12"/>
                  </a:cubicBezTo>
                  <a:cubicBezTo>
                    <a:pt x="13" y="10"/>
                    <a:pt x="14" y="9"/>
                    <a:pt x="16" y="9"/>
                  </a:cubicBezTo>
                  <a:cubicBezTo>
                    <a:pt x="16" y="9"/>
                    <a:pt x="16" y="9"/>
                    <a:pt x="16" y="9"/>
                  </a:cubicBezTo>
                  <a:moveTo>
                    <a:pt x="59" y="6"/>
                  </a:moveTo>
                  <a:cubicBezTo>
                    <a:pt x="59" y="6"/>
                    <a:pt x="59" y="6"/>
                    <a:pt x="59" y="6"/>
                  </a:cubicBezTo>
                  <a:moveTo>
                    <a:pt x="59" y="6"/>
                  </a:moveTo>
                  <a:cubicBezTo>
                    <a:pt x="59" y="6"/>
                    <a:pt x="59" y="6"/>
                    <a:pt x="59" y="6"/>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4"/>
                    <a:pt x="9" y="5"/>
                    <a:pt x="7" y="8"/>
                  </a:cubicBezTo>
                  <a:cubicBezTo>
                    <a:pt x="4" y="11"/>
                    <a:pt x="2" y="16"/>
                    <a:pt x="1" y="22"/>
                  </a:cubicBezTo>
                  <a:cubicBezTo>
                    <a:pt x="0" y="27"/>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2" name="Freeform 1298">
              <a:extLst>
                <a:ext uri="{FF2B5EF4-FFF2-40B4-BE49-F238E27FC236}">
                  <a16:creationId xmlns:a16="http://schemas.microsoft.com/office/drawing/2014/main" id="{D0EBDE33-3CB9-44ED-8034-7C94B9A731B7}"/>
                </a:ext>
              </a:extLst>
            </p:cNvPr>
            <p:cNvSpPr>
              <a:spLocks noEditPoints="1"/>
            </p:cNvSpPr>
            <p:nvPr userDrawn="1"/>
          </p:nvSpPr>
          <p:spPr bwMode="auto">
            <a:xfrm>
              <a:off x="682603" y="4677110"/>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3" name="Freeform 1299">
              <a:extLst>
                <a:ext uri="{FF2B5EF4-FFF2-40B4-BE49-F238E27FC236}">
                  <a16:creationId xmlns:a16="http://schemas.microsoft.com/office/drawing/2014/main" id="{DCACA2F9-EA12-4948-B354-6675049BBAFC}"/>
                </a:ext>
              </a:extLst>
            </p:cNvPr>
            <p:cNvSpPr>
              <a:spLocks noEditPoints="1"/>
            </p:cNvSpPr>
            <p:nvPr userDrawn="1"/>
          </p:nvSpPr>
          <p:spPr bwMode="auto">
            <a:xfrm>
              <a:off x="-5768" y="4197458"/>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7"/>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4" name="Freeform 1300">
              <a:extLst>
                <a:ext uri="{FF2B5EF4-FFF2-40B4-BE49-F238E27FC236}">
                  <a16:creationId xmlns:a16="http://schemas.microsoft.com/office/drawing/2014/main" id="{737E03A7-3BA0-4413-BF62-C101BBE539CD}"/>
                </a:ext>
              </a:extLst>
            </p:cNvPr>
            <p:cNvSpPr>
              <a:spLocks noEditPoints="1"/>
            </p:cNvSpPr>
            <p:nvPr userDrawn="1"/>
          </p:nvSpPr>
          <p:spPr bwMode="auto">
            <a:xfrm>
              <a:off x="1491389" y="3952615"/>
              <a:ext cx="114395" cy="174602"/>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6 h 116"/>
                <a:gd name="T54" fmla="*/ 16 w 76"/>
                <a:gd name="T55" fmla="*/ 9 h 116"/>
                <a:gd name="T56" fmla="*/ 59 w 76"/>
                <a:gd name="T57" fmla="*/ 0 h 116"/>
                <a:gd name="T58" fmla="*/ 59 w 76"/>
                <a:gd name="T59" fmla="*/ 0 h 116"/>
                <a:gd name="T60" fmla="*/ 59 w 76"/>
                <a:gd name="T61" fmla="*/ 0 h 116"/>
                <a:gd name="T62" fmla="*/ 16 w 76"/>
                <a:gd name="T63" fmla="*/ 3 h 116"/>
                <a:gd name="T64" fmla="*/ 7 w 76"/>
                <a:gd name="T65" fmla="*/ 8 h 116"/>
                <a:gd name="T66" fmla="*/ 1 w 76"/>
                <a:gd name="T67" fmla="*/ 22 h 116"/>
                <a:gd name="T68" fmla="*/ 0 w 76"/>
                <a:gd name="T69" fmla="*/ 39 h 116"/>
                <a:gd name="T70" fmla="*/ 1 w 76"/>
                <a:gd name="T71" fmla="*/ 61 h 116"/>
                <a:gd name="T72" fmla="*/ 8 w 76"/>
                <a:gd name="T73" fmla="*/ 81 h 116"/>
                <a:gd name="T74" fmla="*/ 14 w 76"/>
                <a:gd name="T75" fmla="*/ 88 h 116"/>
                <a:gd name="T76" fmla="*/ 15 w 76"/>
                <a:gd name="T77" fmla="*/ 88 h 116"/>
                <a:gd name="T78" fmla="*/ 37 w 76"/>
                <a:gd name="T79" fmla="*/ 90 h 116"/>
                <a:gd name="T80" fmla="*/ 25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8 w 76"/>
                <a:gd name="T95" fmla="*/ 4 h 116"/>
                <a:gd name="T96" fmla="*/ 63 w 76"/>
                <a:gd name="T97" fmla="*/ 1 h 116"/>
                <a:gd name="T98" fmla="*/ 59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6"/>
                    <a:pt x="16" y="6"/>
                    <a:pt x="16" y="6"/>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5" name="Freeform 1301">
              <a:extLst>
                <a:ext uri="{FF2B5EF4-FFF2-40B4-BE49-F238E27FC236}">
                  <a16:creationId xmlns:a16="http://schemas.microsoft.com/office/drawing/2014/main" id="{888E2C27-8A2E-49BE-901F-C1B5796EF500}"/>
                </a:ext>
              </a:extLst>
            </p:cNvPr>
            <p:cNvSpPr>
              <a:spLocks noEditPoints="1"/>
            </p:cNvSpPr>
            <p:nvPr userDrawn="1"/>
          </p:nvSpPr>
          <p:spPr bwMode="auto">
            <a:xfrm>
              <a:off x="1140179" y="50102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5 h 116"/>
                <a:gd name="T64" fmla="*/ 60 w 76"/>
                <a:gd name="T65" fmla="*/ 5 h 116"/>
                <a:gd name="T66" fmla="*/ 60 w 76"/>
                <a:gd name="T67" fmla="*/ 0 h 116"/>
                <a:gd name="T68" fmla="*/ 60 w 76"/>
                <a:gd name="T69" fmla="*/ 0 h 116"/>
                <a:gd name="T70" fmla="*/ 60 w 76"/>
                <a:gd name="T71" fmla="*/ 0 h 116"/>
                <a:gd name="T72" fmla="*/ 16 w 76"/>
                <a:gd name="T73" fmla="*/ 4 h 116"/>
                <a:gd name="T74" fmla="*/ 8 w 76"/>
                <a:gd name="T75" fmla="*/ 8 h 116"/>
                <a:gd name="T76" fmla="*/ 2 w 76"/>
                <a:gd name="T77" fmla="*/ 22 h 116"/>
                <a:gd name="T78" fmla="*/ 0 w 76"/>
                <a:gd name="T79" fmla="*/ 39 h 116"/>
                <a:gd name="T80" fmla="*/ 2 w 76"/>
                <a:gd name="T81" fmla="*/ 61 h 116"/>
                <a:gd name="T82" fmla="*/ 9 w 76"/>
                <a:gd name="T83" fmla="*/ 81 h 116"/>
                <a:gd name="T84" fmla="*/ 15 w 76"/>
                <a:gd name="T85" fmla="*/ 88 h 116"/>
                <a:gd name="T86" fmla="*/ 16 w 76"/>
                <a:gd name="T87" fmla="*/ 89 h 116"/>
                <a:gd name="T88" fmla="*/ 38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6" name="Freeform 1302">
              <a:extLst>
                <a:ext uri="{FF2B5EF4-FFF2-40B4-BE49-F238E27FC236}">
                  <a16:creationId xmlns:a16="http://schemas.microsoft.com/office/drawing/2014/main" id="{C7BA2F32-2EDF-47F6-BF8A-B62CB12AFC41}"/>
                </a:ext>
              </a:extLst>
            </p:cNvPr>
            <p:cNvSpPr>
              <a:spLocks noEditPoints="1"/>
            </p:cNvSpPr>
            <p:nvPr userDrawn="1"/>
          </p:nvSpPr>
          <p:spPr bwMode="auto">
            <a:xfrm>
              <a:off x="714713" y="5034340"/>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6 h 116"/>
                <a:gd name="T64" fmla="*/ 59 w 76"/>
                <a:gd name="T65" fmla="*/ 6 h 116"/>
                <a:gd name="T66" fmla="*/ 59 w 76"/>
                <a:gd name="T67" fmla="*/ 5 h 116"/>
                <a:gd name="T68" fmla="*/ 59 w 76"/>
                <a:gd name="T69" fmla="*/ 5 h 116"/>
                <a:gd name="T70" fmla="*/ 59 w 76"/>
                <a:gd name="T71" fmla="*/ 0 h 116"/>
                <a:gd name="T72" fmla="*/ 59 w 76"/>
                <a:gd name="T73" fmla="*/ 0 h 116"/>
                <a:gd name="T74" fmla="*/ 59 w 76"/>
                <a:gd name="T75" fmla="*/ 0 h 116"/>
                <a:gd name="T76" fmla="*/ 16 w 76"/>
                <a:gd name="T77" fmla="*/ 4 h 116"/>
                <a:gd name="T78" fmla="*/ 7 w 76"/>
                <a:gd name="T79" fmla="*/ 8 h 116"/>
                <a:gd name="T80" fmla="*/ 1 w 76"/>
                <a:gd name="T81" fmla="*/ 22 h 116"/>
                <a:gd name="T82" fmla="*/ 0 w 76"/>
                <a:gd name="T83" fmla="*/ 40 h 116"/>
                <a:gd name="T84" fmla="*/ 1 w 76"/>
                <a:gd name="T85" fmla="*/ 61 h 116"/>
                <a:gd name="T86" fmla="*/ 8 w 76"/>
                <a:gd name="T87" fmla="*/ 82 h 116"/>
                <a:gd name="T88" fmla="*/ 15 w 76"/>
                <a:gd name="T89" fmla="*/ 88 h 116"/>
                <a:gd name="T90" fmla="*/ 15 w 76"/>
                <a:gd name="T91" fmla="*/ 89 h 116"/>
                <a:gd name="T92" fmla="*/ 37 w 76"/>
                <a:gd name="T93" fmla="*/ 90 h 116"/>
                <a:gd name="T94" fmla="*/ 25 w 76"/>
                <a:gd name="T95" fmla="*/ 116 h 116"/>
                <a:gd name="T96" fmla="*/ 56 w 76"/>
                <a:gd name="T97" fmla="*/ 90 h 116"/>
                <a:gd name="T98" fmla="*/ 72 w 76"/>
                <a:gd name="T99" fmla="*/ 85 h 116"/>
                <a:gd name="T100" fmla="*/ 75 w 76"/>
                <a:gd name="T101" fmla="*/ 81 h 116"/>
                <a:gd name="T102" fmla="*/ 76 w 76"/>
                <a:gd name="T103" fmla="*/ 77 h 116"/>
                <a:gd name="T104" fmla="*/ 76 w 76"/>
                <a:gd name="T105" fmla="*/ 76 h 116"/>
                <a:gd name="T106" fmla="*/ 76 w 76"/>
                <a:gd name="T107" fmla="*/ 28 h 116"/>
                <a:gd name="T108" fmla="*/ 69 w 76"/>
                <a:gd name="T109" fmla="*/ 5 h 116"/>
                <a:gd name="T110" fmla="*/ 63 w 76"/>
                <a:gd name="T111" fmla="*/ 1 h 116"/>
                <a:gd name="T112" fmla="*/ 59 w 76"/>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cubicBezTo>
                    <a:pt x="59" y="6"/>
                    <a:pt x="59" y="6"/>
                    <a:pt x="59" y="6"/>
                  </a:cubicBez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7" name="Freeform 1303">
              <a:extLst>
                <a:ext uri="{FF2B5EF4-FFF2-40B4-BE49-F238E27FC236}">
                  <a16:creationId xmlns:a16="http://schemas.microsoft.com/office/drawing/2014/main" id="{8078DDFF-9B82-4858-AD4E-9D329D57DC50}"/>
                </a:ext>
              </a:extLst>
            </p:cNvPr>
            <p:cNvSpPr>
              <a:spLocks noEditPoints="1"/>
            </p:cNvSpPr>
            <p:nvPr userDrawn="1"/>
          </p:nvSpPr>
          <p:spPr bwMode="auto">
            <a:xfrm>
              <a:off x="221013" y="5229011"/>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6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7 w 76"/>
                <a:gd name="T43" fmla="*/ 60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7 w 76"/>
                <a:gd name="T57" fmla="*/ 10 h 116"/>
                <a:gd name="T58" fmla="*/ 17 w 76"/>
                <a:gd name="T59" fmla="*/ 10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8" name="Freeform 1304">
              <a:extLst>
                <a:ext uri="{FF2B5EF4-FFF2-40B4-BE49-F238E27FC236}">
                  <a16:creationId xmlns:a16="http://schemas.microsoft.com/office/drawing/2014/main" id="{BD862012-EBF6-42DF-BF14-356D5A6B99CE}"/>
                </a:ext>
              </a:extLst>
            </p:cNvPr>
            <p:cNvSpPr>
              <a:spLocks noEditPoints="1"/>
            </p:cNvSpPr>
            <p:nvPr userDrawn="1"/>
          </p:nvSpPr>
          <p:spPr bwMode="auto">
            <a:xfrm>
              <a:off x="662534" y="5487903"/>
              <a:ext cx="114395" cy="174602"/>
            </a:xfrm>
            <a:custGeom>
              <a:avLst/>
              <a:gdLst>
                <a:gd name="T0" fmla="*/ 18 w 76"/>
                <a:gd name="T1" fmla="*/ 83 h 116"/>
                <a:gd name="T2" fmla="*/ 18 w 76"/>
                <a:gd name="T3" fmla="*/ 83 h 116"/>
                <a:gd name="T4" fmla="*/ 18 w 76"/>
                <a:gd name="T5" fmla="*/ 83 h 116"/>
                <a:gd name="T6" fmla="*/ 16 w 76"/>
                <a:gd name="T7" fmla="*/ 10 h 116"/>
                <a:gd name="T8" fmla="*/ 59 w 76"/>
                <a:gd name="T9" fmla="*/ 6 h 116"/>
                <a:gd name="T10" fmla="*/ 61 w 76"/>
                <a:gd name="T11" fmla="*/ 7 h 116"/>
                <a:gd name="T12" fmla="*/ 66 w 76"/>
                <a:gd name="T13" fmla="*/ 11 h 116"/>
                <a:gd name="T14" fmla="*/ 70 w 76"/>
                <a:gd name="T15" fmla="*/ 28 h 116"/>
                <a:gd name="T16" fmla="*/ 70 w 76"/>
                <a:gd name="T17" fmla="*/ 77 h 116"/>
                <a:gd name="T18" fmla="*/ 70 w 76"/>
                <a:gd name="T19" fmla="*/ 77 h 116"/>
                <a:gd name="T20" fmla="*/ 70 w 76"/>
                <a:gd name="T21" fmla="*/ 77 h 116"/>
                <a:gd name="T22" fmla="*/ 70 w 76"/>
                <a:gd name="T23" fmla="*/ 77 h 116"/>
                <a:gd name="T24" fmla="*/ 69 w 76"/>
                <a:gd name="T25" fmla="*/ 79 h 116"/>
                <a:gd name="T26" fmla="*/ 66 w 76"/>
                <a:gd name="T27" fmla="*/ 82 h 116"/>
                <a:gd name="T28" fmla="*/ 55 w 76"/>
                <a:gd name="T29" fmla="*/ 84 h 116"/>
                <a:gd name="T30" fmla="*/ 54 w 76"/>
                <a:gd name="T31" fmla="*/ 84 h 116"/>
                <a:gd name="T32" fmla="*/ 53 w 76"/>
                <a:gd name="T33" fmla="*/ 84 h 116"/>
                <a:gd name="T34" fmla="*/ 42 w 76"/>
                <a:gd name="T35" fmla="*/ 94 h 116"/>
                <a:gd name="T36" fmla="*/ 46 w 76"/>
                <a:gd name="T37" fmla="*/ 84 h 116"/>
                <a:gd name="T38" fmla="*/ 17 w 76"/>
                <a:gd name="T39" fmla="*/ 83 h 116"/>
                <a:gd name="T40" fmla="*/ 13 w 76"/>
                <a:gd name="T41" fmla="*/ 78 h 116"/>
                <a:gd name="T42" fmla="*/ 7 w 76"/>
                <a:gd name="T43" fmla="*/ 61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6 w 76"/>
                <a:gd name="T57" fmla="*/ 10 h 116"/>
                <a:gd name="T58" fmla="*/ 16 w 76"/>
                <a:gd name="T59" fmla="*/ 10 h 116"/>
                <a:gd name="T60" fmla="*/ 59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2 h 116"/>
                <a:gd name="T78" fmla="*/ 15 w 76"/>
                <a:gd name="T79" fmla="*/ 88 h 116"/>
                <a:gd name="T80" fmla="*/ 15 w 76"/>
                <a:gd name="T81" fmla="*/ 89 h 116"/>
                <a:gd name="T82" fmla="*/ 37 w 76"/>
                <a:gd name="T83" fmla="*/ 90 h 116"/>
                <a:gd name="T84" fmla="*/ 25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59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6" y="10"/>
                  </a:moveTo>
                  <a:cubicBezTo>
                    <a:pt x="59" y="6"/>
                    <a:pt x="59" y="6"/>
                    <a:pt x="59" y="6"/>
                  </a:cubicBezTo>
                  <a:cubicBezTo>
                    <a:pt x="60" y="6"/>
                    <a:pt x="60" y="7"/>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80"/>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9" name="Freeform 1305">
              <a:extLst>
                <a:ext uri="{FF2B5EF4-FFF2-40B4-BE49-F238E27FC236}">
                  <a16:creationId xmlns:a16="http://schemas.microsoft.com/office/drawing/2014/main" id="{86BA2573-FBF0-46EC-960C-8154B496B736}"/>
                </a:ext>
              </a:extLst>
            </p:cNvPr>
            <p:cNvSpPr>
              <a:spLocks noEditPoints="1"/>
            </p:cNvSpPr>
            <p:nvPr userDrawn="1"/>
          </p:nvSpPr>
          <p:spPr bwMode="auto">
            <a:xfrm>
              <a:off x="-150266" y="5429703"/>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2 w 167"/>
                <a:gd name="T65" fmla="*/ 0 h 247"/>
                <a:gd name="T66" fmla="*/ 34 w 167"/>
                <a:gd name="T67" fmla="*/ 8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9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4"/>
                    <a:pt x="160" y="175"/>
                    <a:pt x="160" y="177"/>
                  </a:cubicBezTo>
                  <a:cubicBezTo>
                    <a:pt x="158" y="180"/>
                    <a:pt x="156" y="184"/>
                    <a:pt x="151" y="187"/>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8"/>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2" y="0"/>
                    <a:pt x="132" y="0"/>
                    <a:pt x="132" y="0"/>
                  </a:cubicBezTo>
                  <a:cubicBezTo>
                    <a:pt x="34" y="8"/>
                    <a:pt x="34" y="8"/>
                    <a:pt x="34" y="8"/>
                  </a:cubicBezTo>
                  <a:cubicBezTo>
                    <a:pt x="27" y="8"/>
                    <a:pt x="21" y="11"/>
                    <a:pt x="16" y="16"/>
                  </a:cubicBezTo>
                  <a:cubicBezTo>
                    <a:pt x="9" y="24"/>
                    <a:pt x="5" y="35"/>
                    <a:pt x="3" y="47"/>
                  </a:cubicBezTo>
                  <a:cubicBezTo>
                    <a:pt x="1" y="60"/>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9"/>
                  </a:cubicBezTo>
                  <a:cubicBezTo>
                    <a:pt x="143"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0" name="Freeform 1306">
              <a:extLst>
                <a:ext uri="{FF2B5EF4-FFF2-40B4-BE49-F238E27FC236}">
                  <a16:creationId xmlns:a16="http://schemas.microsoft.com/office/drawing/2014/main" id="{82FE26AE-B485-493D-ADEC-E28A9C279160}"/>
                </a:ext>
              </a:extLst>
            </p:cNvPr>
            <p:cNvSpPr>
              <a:spLocks noEditPoints="1"/>
            </p:cNvSpPr>
            <p:nvPr userDrawn="1"/>
          </p:nvSpPr>
          <p:spPr bwMode="auto">
            <a:xfrm>
              <a:off x="712707" y="5622366"/>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156" y="0"/>
                    <a:pt x="156" y="0"/>
                    <a:pt x="156" y="0"/>
                  </a:cubicBez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2"/>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1" name="Freeform 1307">
              <a:extLst>
                <a:ext uri="{FF2B5EF4-FFF2-40B4-BE49-F238E27FC236}">
                  <a16:creationId xmlns:a16="http://schemas.microsoft.com/office/drawing/2014/main" id="{05B35C17-616C-4A08-AB87-53DEF7A22999}"/>
                </a:ext>
              </a:extLst>
            </p:cNvPr>
            <p:cNvSpPr>
              <a:spLocks noEditPoints="1"/>
            </p:cNvSpPr>
            <p:nvPr userDrawn="1"/>
          </p:nvSpPr>
          <p:spPr bwMode="auto">
            <a:xfrm>
              <a:off x="1720177" y="5000223"/>
              <a:ext cx="301037" cy="118408"/>
            </a:xfrm>
            <a:custGeom>
              <a:avLst/>
              <a:gdLst>
                <a:gd name="T0" fmla="*/ 71 w 199"/>
                <a:gd name="T1" fmla="*/ 6 h 79"/>
                <a:gd name="T2" fmla="*/ 134 w 199"/>
                <a:gd name="T3" fmla="*/ 17 h 79"/>
                <a:gd name="T4" fmla="*/ 137 w 199"/>
                <a:gd name="T5" fmla="*/ 19 h 79"/>
                <a:gd name="T6" fmla="*/ 138 w 199"/>
                <a:gd name="T7" fmla="*/ 35 h 79"/>
                <a:gd name="T8" fmla="*/ 137 w 199"/>
                <a:gd name="T9" fmla="*/ 38 h 79"/>
                <a:gd name="T10" fmla="*/ 137 w 199"/>
                <a:gd name="T11" fmla="*/ 38 h 79"/>
                <a:gd name="T12" fmla="*/ 137 w 199"/>
                <a:gd name="T13" fmla="*/ 38 h 79"/>
                <a:gd name="T14" fmla="*/ 134 w 199"/>
                <a:gd name="T15" fmla="*/ 58 h 79"/>
                <a:gd name="T16" fmla="*/ 141 w 199"/>
                <a:gd name="T17" fmla="*/ 63 h 79"/>
                <a:gd name="T18" fmla="*/ 161 w 199"/>
                <a:gd name="T19" fmla="*/ 64 h 79"/>
                <a:gd name="T20" fmla="*/ 78 w 199"/>
                <a:gd name="T21" fmla="*/ 73 h 79"/>
                <a:gd name="T22" fmla="*/ 75 w 199"/>
                <a:gd name="T23" fmla="*/ 73 h 79"/>
                <a:gd name="T24" fmla="*/ 75 w 199"/>
                <a:gd name="T25" fmla="*/ 73 h 79"/>
                <a:gd name="T26" fmla="*/ 21 w 199"/>
                <a:gd name="T27" fmla="*/ 64 h 79"/>
                <a:gd name="T28" fmla="*/ 10 w 199"/>
                <a:gd name="T29" fmla="*/ 56 h 79"/>
                <a:gd name="T30" fmla="*/ 6 w 199"/>
                <a:gd name="T31" fmla="*/ 35 h 79"/>
                <a:gd name="T32" fmla="*/ 18 w 199"/>
                <a:gd name="T33" fmla="*/ 12 h 79"/>
                <a:gd name="T34" fmla="*/ 20 w 199"/>
                <a:gd name="T35" fmla="*/ 11 h 79"/>
                <a:gd name="T36" fmla="*/ 71 w 199"/>
                <a:gd name="T37" fmla="*/ 0 h 79"/>
                <a:gd name="T38" fmla="*/ 18 w 199"/>
                <a:gd name="T39" fmla="*/ 5 h 79"/>
                <a:gd name="T40" fmla="*/ 9 w 199"/>
                <a:gd name="T41" fmla="*/ 11 h 79"/>
                <a:gd name="T42" fmla="*/ 4 w 199"/>
                <a:gd name="T43" fmla="*/ 58 h 79"/>
                <a:gd name="T44" fmla="*/ 5 w 199"/>
                <a:gd name="T45" fmla="*/ 59 h 79"/>
                <a:gd name="T46" fmla="*/ 71 w 199"/>
                <a:gd name="T47" fmla="*/ 79 h 79"/>
                <a:gd name="T48" fmla="*/ 75 w 199"/>
                <a:gd name="T49" fmla="*/ 79 h 79"/>
                <a:gd name="T50" fmla="*/ 182 w 199"/>
                <a:gd name="T51" fmla="*/ 64 h 79"/>
                <a:gd name="T52" fmla="*/ 142 w 199"/>
                <a:gd name="T53" fmla="*/ 57 h 79"/>
                <a:gd name="T54" fmla="*/ 139 w 199"/>
                <a:gd name="T55" fmla="*/ 55 h 79"/>
                <a:gd name="T56" fmla="*/ 142 w 199"/>
                <a:gd name="T57" fmla="*/ 41 h 79"/>
                <a:gd name="T58" fmla="*/ 146 w 199"/>
                <a:gd name="T59" fmla="*/ 27 h 79"/>
                <a:gd name="T60" fmla="*/ 141 w 199"/>
                <a:gd name="T61" fmla="*/ 14 h 79"/>
                <a:gd name="T62" fmla="*/ 139 w 199"/>
                <a:gd name="T63" fmla="*/ 17 h 79"/>
                <a:gd name="T64" fmla="*/ 139 w 199"/>
                <a:gd name="T65" fmla="*/ 17 h 79"/>
                <a:gd name="T66" fmla="*/ 71 w 199"/>
                <a:gd name="T6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5"/>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9"/>
                    <a:pt x="133" y="52"/>
                  </a:cubicBezTo>
                  <a:cubicBezTo>
                    <a:pt x="133" y="54"/>
                    <a:pt x="133" y="56"/>
                    <a:pt x="134" y="58"/>
                  </a:cubicBezTo>
                  <a:cubicBezTo>
                    <a:pt x="135" y="60"/>
                    <a:pt x="137" y="62"/>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2"/>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6"/>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6"/>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2" name="Freeform 1308">
              <a:extLst>
                <a:ext uri="{FF2B5EF4-FFF2-40B4-BE49-F238E27FC236}">
                  <a16:creationId xmlns:a16="http://schemas.microsoft.com/office/drawing/2014/main" id="{BD2C89FE-A8E0-486F-9E77-8449838C1BEB}"/>
                </a:ext>
              </a:extLst>
            </p:cNvPr>
            <p:cNvSpPr>
              <a:spLocks noEditPoints="1"/>
            </p:cNvSpPr>
            <p:nvPr userDrawn="1"/>
          </p:nvSpPr>
          <p:spPr bwMode="auto">
            <a:xfrm>
              <a:off x="152778" y="4046939"/>
              <a:ext cx="387335" cy="156539"/>
            </a:xfrm>
            <a:custGeom>
              <a:avLst/>
              <a:gdLst>
                <a:gd name="T0" fmla="*/ 187 w 257"/>
                <a:gd name="T1" fmla="*/ 54 h 104"/>
                <a:gd name="T2" fmla="*/ 187 w 257"/>
                <a:gd name="T3" fmla="*/ 54 h 104"/>
                <a:gd name="T4" fmla="*/ 93 w 257"/>
                <a:gd name="T5" fmla="*/ 6 h 104"/>
                <a:gd name="T6" fmla="*/ 177 w 257"/>
                <a:gd name="T7" fmla="*/ 22 h 104"/>
                <a:gd name="T8" fmla="*/ 182 w 257"/>
                <a:gd name="T9" fmla="*/ 24 h 104"/>
                <a:gd name="T10" fmla="*/ 184 w 257"/>
                <a:gd name="T11" fmla="*/ 47 h 104"/>
                <a:gd name="T12" fmla="*/ 182 w 257"/>
                <a:gd name="T13" fmla="*/ 51 h 104"/>
                <a:gd name="T14" fmla="*/ 182 w 257"/>
                <a:gd name="T15" fmla="*/ 51 h 104"/>
                <a:gd name="T16" fmla="*/ 176 w 257"/>
                <a:gd name="T17" fmla="*/ 69 h 104"/>
                <a:gd name="T18" fmla="*/ 183 w 257"/>
                <a:gd name="T19" fmla="*/ 82 h 104"/>
                <a:gd name="T20" fmla="*/ 187 w 257"/>
                <a:gd name="T21" fmla="*/ 83 h 104"/>
                <a:gd name="T22" fmla="*/ 114 w 257"/>
                <a:gd name="T23" fmla="*/ 98 h 104"/>
                <a:gd name="T24" fmla="*/ 100 w 257"/>
                <a:gd name="T25" fmla="*/ 98 h 104"/>
                <a:gd name="T26" fmla="*/ 99 w 257"/>
                <a:gd name="T27" fmla="*/ 98 h 104"/>
                <a:gd name="T28" fmla="*/ 98 w 257"/>
                <a:gd name="T29" fmla="*/ 98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8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2"/>
                  </a:cubicBezTo>
                  <a:cubicBezTo>
                    <a:pt x="179" y="22"/>
                    <a:pt x="180" y="23"/>
                    <a:pt x="181" y="23"/>
                  </a:cubicBezTo>
                  <a:cubicBezTo>
                    <a:pt x="181" y="24"/>
                    <a:pt x="181" y="24"/>
                    <a:pt x="182" y="24"/>
                  </a:cubicBezTo>
                  <a:cubicBezTo>
                    <a:pt x="184" y="28"/>
                    <a:pt x="185" y="32"/>
                    <a:pt x="185" y="36"/>
                  </a:cubicBezTo>
                  <a:cubicBezTo>
                    <a:pt x="185" y="40"/>
                    <a:pt x="184" y="44"/>
                    <a:pt x="184" y="47"/>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2"/>
                  </a:cubicBezTo>
                  <a:cubicBezTo>
                    <a:pt x="185" y="82"/>
                    <a:pt x="187" y="83"/>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8"/>
                    <a:pt x="99" y="98"/>
                  </a:cubicBezTo>
                  <a:cubicBezTo>
                    <a:pt x="99" y="98"/>
                    <a:pt x="99" y="98"/>
                    <a:pt x="99" y="98"/>
                  </a:cubicBezTo>
                  <a:cubicBezTo>
                    <a:pt x="98" y="98"/>
                    <a:pt x="98" y="98"/>
                    <a:pt x="98" y="98"/>
                  </a:cubicBezTo>
                  <a:cubicBezTo>
                    <a:pt x="98" y="98"/>
                    <a:pt x="98" y="98"/>
                    <a:pt x="98" y="98"/>
                  </a:cubicBezTo>
                  <a:cubicBezTo>
                    <a:pt x="96" y="98"/>
                    <a:pt x="94" y="98"/>
                    <a:pt x="93" y="98"/>
                  </a:cubicBezTo>
                  <a:cubicBezTo>
                    <a:pt x="59" y="98"/>
                    <a:pt x="38" y="92"/>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8"/>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4"/>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3" name="Freeform 1309">
              <a:extLst>
                <a:ext uri="{FF2B5EF4-FFF2-40B4-BE49-F238E27FC236}">
                  <a16:creationId xmlns:a16="http://schemas.microsoft.com/office/drawing/2014/main" id="{0F8B7ED2-CEEB-4E50-A910-10FE93391F93}"/>
                </a:ext>
              </a:extLst>
            </p:cNvPr>
            <p:cNvSpPr>
              <a:spLocks noEditPoints="1"/>
            </p:cNvSpPr>
            <p:nvPr userDrawn="1"/>
          </p:nvSpPr>
          <p:spPr bwMode="auto">
            <a:xfrm>
              <a:off x="-180370" y="5227004"/>
              <a:ext cx="415432" cy="170588"/>
            </a:xfrm>
            <a:custGeom>
              <a:avLst/>
              <a:gdLst>
                <a:gd name="T0" fmla="*/ 11 w 276"/>
                <a:gd name="T1" fmla="*/ 80 h 112"/>
                <a:gd name="T2" fmla="*/ 11 w 276"/>
                <a:gd name="T3" fmla="*/ 80 h 112"/>
                <a:gd name="T4" fmla="*/ 11 w 276"/>
                <a:gd name="T5" fmla="*/ 80 h 112"/>
                <a:gd name="T6" fmla="*/ 101 w 276"/>
                <a:gd name="T7" fmla="*/ 6 h 112"/>
                <a:gd name="T8" fmla="*/ 191 w 276"/>
                <a:gd name="T9" fmla="*/ 23 h 112"/>
                <a:gd name="T10" fmla="*/ 196 w 276"/>
                <a:gd name="T11" fmla="*/ 25 h 112"/>
                <a:gd name="T12" fmla="*/ 198 w 276"/>
                <a:gd name="T13" fmla="*/ 50 h 112"/>
                <a:gd name="T14" fmla="*/ 197 w 276"/>
                <a:gd name="T15" fmla="*/ 54 h 112"/>
                <a:gd name="T16" fmla="*/ 196 w 276"/>
                <a:gd name="T17" fmla="*/ 54 h 112"/>
                <a:gd name="T18" fmla="*/ 190 w 276"/>
                <a:gd name="T19" fmla="*/ 74 h 112"/>
                <a:gd name="T20" fmla="*/ 198 w 276"/>
                <a:gd name="T21" fmla="*/ 87 h 112"/>
                <a:gd name="T22" fmla="*/ 202 w 276"/>
                <a:gd name="T23" fmla="*/ 88 h 112"/>
                <a:gd name="T24" fmla="*/ 124 w 276"/>
                <a:gd name="T25" fmla="*/ 106 h 112"/>
                <a:gd name="T26" fmla="*/ 107 w 276"/>
                <a:gd name="T27" fmla="*/ 105 h 112"/>
                <a:gd name="T28" fmla="*/ 106 w 276"/>
                <a:gd name="T29" fmla="*/ 105 h 112"/>
                <a:gd name="T30" fmla="*/ 100 w 276"/>
                <a:gd name="T31" fmla="*/ 105 h 112"/>
                <a:gd name="T32" fmla="*/ 14 w 276"/>
                <a:gd name="T33" fmla="*/ 84 h 112"/>
                <a:gd name="T34" fmla="*/ 11 w 276"/>
                <a:gd name="T35" fmla="*/ 80 h 112"/>
                <a:gd name="T36" fmla="*/ 16 w 276"/>
                <a:gd name="T37" fmla="*/ 20 h 112"/>
                <a:gd name="T38" fmla="*/ 25 w 276"/>
                <a:gd name="T39" fmla="*/ 14 h 112"/>
                <a:gd name="T40" fmla="*/ 26 w 276"/>
                <a:gd name="T41" fmla="*/ 14 h 112"/>
                <a:gd name="T42" fmla="*/ 101 w 276"/>
                <a:gd name="T43" fmla="*/ 0 h 112"/>
                <a:gd name="T44" fmla="*/ 25 w 276"/>
                <a:gd name="T45" fmla="*/ 8 h 112"/>
                <a:gd name="T46" fmla="*/ 12 w 276"/>
                <a:gd name="T47" fmla="*/ 16 h 112"/>
                <a:gd name="T48" fmla="*/ 6 w 276"/>
                <a:gd name="T49" fmla="*/ 82 h 112"/>
                <a:gd name="T50" fmla="*/ 6 w 276"/>
                <a:gd name="T51" fmla="*/ 83 h 112"/>
                <a:gd name="T52" fmla="*/ 100 w 276"/>
                <a:gd name="T53" fmla="*/ 111 h 112"/>
                <a:gd name="T54" fmla="*/ 106 w 276"/>
                <a:gd name="T55" fmla="*/ 111 h 112"/>
                <a:gd name="T56" fmla="*/ 259 w 276"/>
                <a:gd name="T57" fmla="*/ 90 h 112"/>
                <a:gd name="T58" fmla="*/ 202 w 276"/>
                <a:gd name="T59" fmla="*/ 82 h 112"/>
                <a:gd name="T60" fmla="*/ 198 w 276"/>
                <a:gd name="T61" fmla="*/ 80 h 112"/>
                <a:gd name="T62" fmla="*/ 202 w 276"/>
                <a:gd name="T63" fmla="*/ 57 h 112"/>
                <a:gd name="T64" fmla="*/ 206 w 276"/>
                <a:gd name="T65" fmla="*/ 39 h 112"/>
                <a:gd name="T66" fmla="*/ 200 w 276"/>
                <a:gd name="T67" fmla="*/ 21 h 112"/>
                <a:gd name="T68" fmla="*/ 198 w 276"/>
                <a:gd name="T69" fmla="*/ 23 h 112"/>
                <a:gd name="T70" fmla="*/ 198 w 276"/>
                <a:gd name="T71" fmla="*/ 23 h 112"/>
                <a:gd name="T72" fmla="*/ 101 w 276"/>
                <a:gd name="T7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79" y="6"/>
                    <a:pt x="101" y="6"/>
                  </a:cubicBezTo>
                  <a:cubicBezTo>
                    <a:pt x="133" y="6"/>
                    <a:pt x="157" y="11"/>
                    <a:pt x="173" y="16"/>
                  </a:cubicBezTo>
                  <a:cubicBezTo>
                    <a:pt x="181" y="18"/>
                    <a:pt x="187" y="21"/>
                    <a:pt x="191" y="23"/>
                  </a:cubicBezTo>
                  <a:cubicBezTo>
                    <a:pt x="193" y="23"/>
                    <a:pt x="194" y="24"/>
                    <a:pt x="195" y="25"/>
                  </a:cubicBezTo>
                  <a:cubicBezTo>
                    <a:pt x="196" y="25"/>
                    <a:pt x="196" y="25"/>
                    <a:pt x="196" y="25"/>
                  </a:cubicBezTo>
                  <a:cubicBezTo>
                    <a:pt x="199" y="29"/>
                    <a:pt x="200" y="34"/>
                    <a:pt x="200" y="39"/>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9"/>
                    <a:pt x="28" y="92"/>
                  </a:cubicBezTo>
                  <a:cubicBezTo>
                    <a:pt x="21" y="89"/>
                    <a:pt x="17" y="86"/>
                    <a:pt x="14" y="84"/>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9"/>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4" name="Freeform 1310">
              <a:extLst>
                <a:ext uri="{FF2B5EF4-FFF2-40B4-BE49-F238E27FC236}">
                  <a16:creationId xmlns:a16="http://schemas.microsoft.com/office/drawing/2014/main" id="{15DB95F4-58D2-4943-8BCD-E426A50FFDB3}"/>
                </a:ext>
              </a:extLst>
            </p:cNvPr>
            <p:cNvSpPr>
              <a:spLocks noEditPoints="1"/>
            </p:cNvSpPr>
            <p:nvPr userDrawn="1"/>
          </p:nvSpPr>
          <p:spPr bwMode="auto">
            <a:xfrm>
              <a:off x="618381" y="5245067"/>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1"/>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4"/>
                    <a:pt x="32" y="147"/>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5"/>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5" name="Freeform 1311">
              <a:extLst>
                <a:ext uri="{FF2B5EF4-FFF2-40B4-BE49-F238E27FC236}">
                  <a16:creationId xmlns:a16="http://schemas.microsoft.com/office/drawing/2014/main" id="{6769C7E9-C00A-44A8-8319-19F660B10DD0}"/>
                </a:ext>
              </a:extLst>
            </p:cNvPr>
            <p:cNvSpPr>
              <a:spLocks/>
            </p:cNvSpPr>
            <p:nvPr userDrawn="1"/>
          </p:nvSpPr>
          <p:spPr bwMode="auto">
            <a:xfrm>
              <a:off x="642464" y="5287211"/>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6" name="Freeform 1312">
              <a:extLst>
                <a:ext uri="{FF2B5EF4-FFF2-40B4-BE49-F238E27FC236}">
                  <a16:creationId xmlns:a16="http://schemas.microsoft.com/office/drawing/2014/main" id="{1CA0270F-6EAC-4B87-AF02-E6EC28279807}"/>
                </a:ext>
              </a:extLst>
            </p:cNvPr>
            <p:cNvSpPr>
              <a:spLocks noEditPoints="1"/>
            </p:cNvSpPr>
            <p:nvPr userDrawn="1"/>
          </p:nvSpPr>
          <p:spPr bwMode="auto">
            <a:xfrm>
              <a:off x="989661" y="5728732"/>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159 w 353"/>
                <a:gd name="T47" fmla="*/ 225 h 231"/>
                <a:gd name="T48" fmla="*/ 159 w 353"/>
                <a:gd name="T49" fmla="*/ 225 h 231"/>
                <a:gd name="T50" fmla="*/ 50 w 353"/>
                <a:gd name="T51" fmla="*/ 206 h 231"/>
                <a:gd name="T52" fmla="*/ 50 w 353"/>
                <a:gd name="T53" fmla="*/ 206 h 231"/>
                <a:gd name="T54" fmla="*/ 50 w 353"/>
                <a:gd name="T55" fmla="*/ 206 h 231"/>
                <a:gd name="T56" fmla="*/ 50 w 353"/>
                <a:gd name="T57" fmla="*/ 206 h 231"/>
                <a:gd name="T58" fmla="*/ 27 w 353"/>
                <a:gd name="T59" fmla="*/ 190 h 231"/>
                <a:gd name="T60" fmla="*/ 6 w 353"/>
                <a:gd name="T61" fmla="*/ 137 h 231"/>
                <a:gd name="T62" fmla="*/ 33 w 353"/>
                <a:gd name="T63" fmla="*/ 52 h 231"/>
                <a:gd name="T64" fmla="*/ 119 w 353"/>
                <a:gd name="T65" fmla="*/ 0 h 231"/>
                <a:gd name="T66" fmla="*/ 119 w 353"/>
                <a:gd name="T67" fmla="*/ 0 h 231"/>
                <a:gd name="T68" fmla="*/ 51 w 353"/>
                <a:gd name="T69" fmla="*/ 24 h 231"/>
                <a:gd name="T70" fmla="*/ 28 w 353"/>
                <a:gd name="T71" fmla="*/ 49 h 231"/>
                <a:gd name="T72" fmla="*/ 28 w 353"/>
                <a:gd name="T73" fmla="*/ 49 h 231"/>
                <a:gd name="T74" fmla="*/ 27 w 353"/>
                <a:gd name="T75" fmla="*/ 49 h 231"/>
                <a:gd name="T76" fmla="*/ 0 w 353"/>
                <a:gd name="T77" fmla="*/ 137 h 231"/>
                <a:gd name="T78" fmla="*/ 24 w 353"/>
                <a:gd name="T79" fmla="*/ 196 h 231"/>
                <a:gd name="T80" fmla="*/ 48 w 353"/>
                <a:gd name="T81" fmla="*/ 211 h 231"/>
                <a:gd name="T82" fmla="*/ 159 w 353"/>
                <a:gd name="T83" fmla="*/ 231 h 231"/>
                <a:gd name="T84" fmla="*/ 295 w 353"/>
                <a:gd name="T85" fmla="*/ 211 h 231"/>
                <a:gd name="T86" fmla="*/ 295 w 353"/>
                <a:gd name="T87" fmla="*/ 211 h 231"/>
                <a:gd name="T88" fmla="*/ 341 w 353"/>
                <a:gd name="T89" fmla="*/ 194 h 231"/>
                <a:gd name="T90" fmla="*/ 350 w 353"/>
                <a:gd name="T91" fmla="*/ 187 h 231"/>
                <a:gd name="T92" fmla="*/ 353 w 353"/>
                <a:gd name="T93" fmla="*/ 181 h 231"/>
                <a:gd name="T94" fmla="*/ 353 w 353"/>
                <a:gd name="T95" fmla="*/ 178 h 231"/>
                <a:gd name="T96" fmla="*/ 351 w 353"/>
                <a:gd name="T97" fmla="*/ 177 h 231"/>
                <a:gd name="T98" fmla="*/ 348 w 353"/>
                <a:gd name="T99" fmla="*/ 176 h 231"/>
                <a:gd name="T100" fmla="*/ 333 w 353"/>
                <a:gd name="T101" fmla="*/ 175 h 231"/>
                <a:gd name="T102" fmla="*/ 287 w 353"/>
                <a:gd name="T103" fmla="*/ 177 h 231"/>
                <a:gd name="T104" fmla="*/ 257 w 353"/>
                <a:gd name="T105" fmla="*/ 163 h 231"/>
                <a:gd name="T106" fmla="*/ 232 w 353"/>
                <a:gd name="T107" fmla="*/ 122 h 231"/>
                <a:gd name="T108" fmla="*/ 227 w 353"/>
                <a:gd name="T109" fmla="*/ 105 h 231"/>
                <a:gd name="T110" fmla="*/ 226 w 353"/>
                <a:gd name="T111" fmla="*/ 100 h 231"/>
                <a:gd name="T112" fmla="*/ 226 w 353"/>
                <a:gd name="T113" fmla="*/ 98 h 231"/>
                <a:gd name="T114" fmla="*/ 226 w 353"/>
                <a:gd name="T115" fmla="*/ 98 h 231"/>
                <a:gd name="T116" fmla="*/ 195 w 353"/>
                <a:gd name="T117" fmla="*/ 23 h 231"/>
                <a:gd name="T118" fmla="*/ 194 w 353"/>
                <a:gd name="T119" fmla="*/ 23 h 231"/>
                <a:gd name="T120" fmla="*/ 194 w 353"/>
                <a:gd name="T121" fmla="*/ 23 h 231"/>
                <a:gd name="T122" fmla="*/ 119 w 353"/>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3"/>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6"/>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7"/>
                  </a:cubicBezTo>
                  <a:cubicBezTo>
                    <a:pt x="350" y="176"/>
                    <a:pt x="349" y="176"/>
                    <a:pt x="348" y="176"/>
                  </a:cubicBezTo>
                  <a:cubicBezTo>
                    <a:pt x="344" y="175"/>
                    <a:pt x="339" y="175"/>
                    <a:pt x="333" y="175"/>
                  </a:cubicBezTo>
                  <a:cubicBezTo>
                    <a:pt x="315" y="175"/>
                    <a:pt x="290" y="177"/>
                    <a:pt x="287" y="177"/>
                  </a:cubicBezTo>
                  <a:cubicBezTo>
                    <a:pt x="275" y="176"/>
                    <a:pt x="265" y="171"/>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7" name="Freeform 1313">
              <a:extLst>
                <a:ext uri="{FF2B5EF4-FFF2-40B4-BE49-F238E27FC236}">
                  <a16:creationId xmlns:a16="http://schemas.microsoft.com/office/drawing/2014/main" id="{F1110C0B-7CA8-42C0-B4A6-F21335094C67}"/>
                </a:ext>
              </a:extLst>
            </p:cNvPr>
            <p:cNvSpPr>
              <a:spLocks noEditPoints="1"/>
            </p:cNvSpPr>
            <p:nvPr userDrawn="1"/>
          </p:nvSpPr>
          <p:spPr bwMode="auto">
            <a:xfrm>
              <a:off x="1332842" y="5130672"/>
              <a:ext cx="254879" cy="200691"/>
            </a:xfrm>
            <a:custGeom>
              <a:avLst/>
              <a:gdLst>
                <a:gd name="T0" fmla="*/ 28 w 170"/>
                <a:gd name="T1" fmla="*/ 7 h 133"/>
                <a:gd name="T2" fmla="*/ 35 w 170"/>
                <a:gd name="T3" fmla="*/ 7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7"/>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1"/>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8" name="Freeform 1314">
              <a:extLst>
                <a:ext uri="{FF2B5EF4-FFF2-40B4-BE49-F238E27FC236}">
                  <a16:creationId xmlns:a16="http://schemas.microsoft.com/office/drawing/2014/main" id="{EE9B53FD-ADC3-4484-A090-B4A8C37BA117}"/>
                </a:ext>
              </a:extLst>
            </p:cNvPr>
            <p:cNvSpPr>
              <a:spLocks noEditPoints="1"/>
            </p:cNvSpPr>
            <p:nvPr userDrawn="1"/>
          </p:nvSpPr>
          <p:spPr bwMode="auto">
            <a:xfrm>
              <a:off x="2304188" y="5501952"/>
              <a:ext cx="254879" cy="200691"/>
            </a:xfrm>
            <a:custGeom>
              <a:avLst/>
              <a:gdLst>
                <a:gd name="T0" fmla="*/ 27 w 169"/>
                <a:gd name="T1" fmla="*/ 7 h 133"/>
                <a:gd name="T2" fmla="*/ 35 w 169"/>
                <a:gd name="T3" fmla="*/ 7 h 133"/>
                <a:gd name="T4" fmla="*/ 108 w 169"/>
                <a:gd name="T5" fmla="*/ 6 h 133"/>
                <a:gd name="T6" fmla="*/ 131 w 169"/>
                <a:gd name="T7" fmla="*/ 7 h 133"/>
                <a:gd name="T8" fmla="*/ 138 w 169"/>
                <a:gd name="T9" fmla="*/ 7 h 133"/>
                <a:gd name="T10" fmla="*/ 142 w 169"/>
                <a:gd name="T11" fmla="*/ 7 h 133"/>
                <a:gd name="T12" fmla="*/ 147 w 169"/>
                <a:gd name="T13" fmla="*/ 10 h 133"/>
                <a:gd name="T14" fmla="*/ 158 w 169"/>
                <a:gd name="T15" fmla="*/ 23 h 133"/>
                <a:gd name="T16" fmla="*/ 163 w 169"/>
                <a:gd name="T17" fmla="*/ 42 h 133"/>
                <a:gd name="T18" fmla="*/ 155 w 169"/>
                <a:gd name="T19" fmla="*/ 65 h 133"/>
                <a:gd name="T20" fmla="*/ 124 w 169"/>
                <a:gd name="T21" fmla="*/ 88 h 133"/>
                <a:gd name="T22" fmla="*/ 51 w 169"/>
                <a:gd name="T23" fmla="*/ 88 h 133"/>
                <a:gd name="T24" fmla="*/ 45 w 169"/>
                <a:gd name="T25" fmla="*/ 107 h 133"/>
                <a:gd name="T26" fmla="*/ 42 w 169"/>
                <a:gd name="T27" fmla="*/ 88 h 133"/>
                <a:gd name="T28" fmla="*/ 40 w 169"/>
                <a:gd name="T29" fmla="*/ 88 h 133"/>
                <a:gd name="T30" fmla="*/ 40 w 169"/>
                <a:gd name="T31" fmla="*/ 88 h 133"/>
                <a:gd name="T32" fmla="*/ 26 w 169"/>
                <a:gd name="T33" fmla="*/ 82 h 133"/>
                <a:gd name="T34" fmla="*/ 8 w 169"/>
                <a:gd name="T35" fmla="*/ 45 h 133"/>
                <a:gd name="T36" fmla="*/ 7 w 169"/>
                <a:gd name="T37" fmla="*/ 45 h 133"/>
                <a:gd name="T38" fmla="*/ 7 w 169"/>
                <a:gd name="T39" fmla="*/ 44 h 133"/>
                <a:gd name="T40" fmla="*/ 7 w 169"/>
                <a:gd name="T41" fmla="*/ 44 h 133"/>
                <a:gd name="T42" fmla="*/ 6 w 169"/>
                <a:gd name="T43" fmla="*/ 33 h 133"/>
                <a:gd name="T44" fmla="*/ 10 w 169"/>
                <a:gd name="T45" fmla="*/ 18 h 133"/>
                <a:gd name="T46" fmla="*/ 27 w 169"/>
                <a:gd name="T47" fmla="*/ 7 h 133"/>
                <a:gd name="T48" fmla="*/ 108 w 169"/>
                <a:gd name="T49" fmla="*/ 0 h 133"/>
                <a:gd name="T50" fmla="*/ 27 w 169"/>
                <a:gd name="T51" fmla="*/ 1 h 133"/>
                <a:gd name="T52" fmla="*/ 26 w 169"/>
                <a:gd name="T53" fmla="*/ 1 h 133"/>
                <a:gd name="T54" fmla="*/ 26 w 169"/>
                <a:gd name="T55" fmla="*/ 2 h 133"/>
                <a:gd name="T56" fmla="*/ 5 w 169"/>
                <a:gd name="T57" fmla="*/ 15 h 133"/>
                <a:gd name="T58" fmla="*/ 0 w 169"/>
                <a:gd name="T59" fmla="*/ 33 h 133"/>
                <a:gd name="T60" fmla="*/ 2 w 169"/>
                <a:gd name="T61" fmla="*/ 46 h 133"/>
                <a:gd name="T62" fmla="*/ 23 w 169"/>
                <a:gd name="T63" fmla="*/ 87 h 133"/>
                <a:gd name="T64" fmla="*/ 37 w 169"/>
                <a:gd name="T65" fmla="*/ 93 h 133"/>
                <a:gd name="T66" fmla="*/ 42 w 169"/>
                <a:gd name="T67" fmla="*/ 133 h 133"/>
                <a:gd name="T68" fmla="*/ 43 w 169"/>
                <a:gd name="T69" fmla="*/ 132 h 133"/>
                <a:gd name="T70" fmla="*/ 55 w 169"/>
                <a:gd name="T71" fmla="*/ 94 h 133"/>
                <a:gd name="T72" fmla="*/ 125 w 169"/>
                <a:gd name="T73" fmla="*/ 94 h 133"/>
                <a:gd name="T74" fmla="*/ 126 w 169"/>
                <a:gd name="T75" fmla="*/ 94 h 133"/>
                <a:gd name="T76" fmla="*/ 160 w 169"/>
                <a:gd name="T77" fmla="*/ 68 h 133"/>
                <a:gd name="T78" fmla="*/ 169 w 169"/>
                <a:gd name="T79" fmla="*/ 42 h 133"/>
                <a:gd name="T80" fmla="*/ 161 w 169"/>
                <a:gd name="T81" fmla="*/ 17 h 133"/>
                <a:gd name="T82" fmla="*/ 161 w 169"/>
                <a:gd name="T83" fmla="*/ 17 h 133"/>
                <a:gd name="T84" fmla="*/ 160 w 169"/>
                <a:gd name="T85" fmla="*/ 15 h 133"/>
                <a:gd name="T86" fmla="*/ 160 w 169"/>
                <a:gd name="T87" fmla="*/ 15 h 133"/>
                <a:gd name="T88" fmla="*/ 159 w 169"/>
                <a:gd name="T89" fmla="*/ 14 h 133"/>
                <a:gd name="T90" fmla="*/ 151 w 169"/>
                <a:gd name="T91" fmla="*/ 6 h 133"/>
                <a:gd name="T92" fmla="*/ 144 w 169"/>
                <a:gd name="T93" fmla="*/ 2 h 133"/>
                <a:gd name="T94" fmla="*/ 139 w 169"/>
                <a:gd name="T95" fmla="*/ 1 h 133"/>
                <a:gd name="T96" fmla="*/ 108 w 169"/>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3">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8"/>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8"/>
                    <a:pt x="40" y="88"/>
                    <a:pt x="40" y="88"/>
                  </a:cubicBezTo>
                  <a:cubicBezTo>
                    <a:pt x="40" y="88"/>
                    <a:pt x="40" y="88"/>
                    <a:pt x="40" y="88"/>
                  </a:cubicBezTo>
                  <a:cubicBezTo>
                    <a:pt x="39" y="88"/>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40"/>
                    <a:pt x="1" y="45"/>
                    <a:pt x="2" y="46"/>
                  </a:cubicBezTo>
                  <a:cubicBezTo>
                    <a:pt x="6" y="69"/>
                    <a:pt x="15" y="81"/>
                    <a:pt x="23" y="87"/>
                  </a:cubicBezTo>
                  <a:cubicBezTo>
                    <a:pt x="29" y="91"/>
                    <a:pt x="34" y="93"/>
                    <a:pt x="37" y="93"/>
                  </a:cubicBezTo>
                  <a:cubicBezTo>
                    <a:pt x="42" y="133"/>
                    <a:pt x="42" y="133"/>
                    <a:pt x="42" y="133"/>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5"/>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9" name="Freeform 1315">
              <a:extLst>
                <a:ext uri="{FF2B5EF4-FFF2-40B4-BE49-F238E27FC236}">
                  <a16:creationId xmlns:a16="http://schemas.microsoft.com/office/drawing/2014/main" id="{9DBB5DC7-12E0-40FC-BFEA-7941EA0F418B}"/>
                </a:ext>
              </a:extLst>
            </p:cNvPr>
            <p:cNvSpPr>
              <a:spLocks/>
            </p:cNvSpPr>
            <p:nvPr userDrawn="1"/>
          </p:nvSpPr>
          <p:spPr bwMode="auto">
            <a:xfrm>
              <a:off x="2368410" y="5700635"/>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0" name="Freeform 1316">
              <a:extLst>
                <a:ext uri="{FF2B5EF4-FFF2-40B4-BE49-F238E27FC236}">
                  <a16:creationId xmlns:a16="http://schemas.microsoft.com/office/drawing/2014/main" id="{4E8E5790-062F-47E1-916E-9FA185868B31}"/>
                </a:ext>
              </a:extLst>
            </p:cNvPr>
            <p:cNvSpPr>
              <a:spLocks noEditPoints="1"/>
            </p:cNvSpPr>
            <p:nvPr userDrawn="1"/>
          </p:nvSpPr>
          <p:spPr bwMode="auto">
            <a:xfrm>
              <a:off x="1055889" y="4273721"/>
              <a:ext cx="282975" cy="242837"/>
            </a:xfrm>
            <a:custGeom>
              <a:avLst/>
              <a:gdLst>
                <a:gd name="T0" fmla="*/ 91 w 188"/>
                <a:gd name="T1" fmla="*/ 23 h 162"/>
                <a:gd name="T2" fmla="*/ 94 w 188"/>
                <a:gd name="T3" fmla="*/ 22 h 162"/>
                <a:gd name="T4" fmla="*/ 74 w 188"/>
                <a:gd name="T5" fmla="*/ 8 h 162"/>
                <a:gd name="T6" fmla="*/ 84 w 188"/>
                <a:gd name="T7" fmla="*/ 12 h 162"/>
                <a:gd name="T8" fmla="*/ 94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1 h 162"/>
                <a:gd name="T20" fmla="*/ 142 w 188"/>
                <a:gd name="T21" fmla="*/ 112 h 162"/>
                <a:gd name="T22" fmla="*/ 134 w 188"/>
                <a:gd name="T23" fmla="*/ 137 h 162"/>
                <a:gd name="T24" fmla="*/ 114 w 188"/>
                <a:gd name="T25" fmla="*/ 134 h 162"/>
                <a:gd name="T26" fmla="*/ 98 w 188"/>
                <a:gd name="T27" fmla="*/ 135 h 162"/>
                <a:gd name="T28" fmla="*/ 47 w 188"/>
                <a:gd name="T29" fmla="*/ 138 h 162"/>
                <a:gd name="T30" fmla="*/ 29 w 188"/>
                <a:gd name="T31" fmla="*/ 111 h 162"/>
                <a:gd name="T32" fmla="*/ 8 w 188"/>
                <a:gd name="T33" fmla="*/ 105 h 162"/>
                <a:gd name="T34" fmla="*/ 21 w 188"/>
                <a:gd name="T35" fmla="*/ 81 h 162"/>
                <a:gd name="T36" fmla="*/ 21 w 188"/>
                <a:gd name="T37" fmla="*/ 36 h 162"/>
                <a:gd name="T38" fmla="*/ 62 w 188"/>
                <a:gd name="T39" fmla="*/ 28 h 162"/>
                <a:gd name="T40" fmla="*/ 78 w 188"/>
                <a:gd name="T41" fmla="*/ 0 h 162"/>
                <a:gd name="T42" fmla="*/ 61 w 188"/>
                <a:gd name="T43" fmla="*/ 13 h 162"/>
                <a:gd name="T44" fmla="*/ 61 w 188"/>
                <a:gd name="T45" fmla="*/ 21 h 162"/>
                <a:gd name="T46" fmla="*/ 53 w 188"/>
                <a:gd name="T47" fmla="*/ 24 h 162"/>
                <a:gd name="T48" fmla="*/ 37 w 188"/>
                <a:gd name="T49" fmla="*/ 20 h 162"/>
                <a:gd name="T50" fmla="*/ 12 w 188"/>
                <a:gd name="T51" fmla="*/ 48 h 162"/>
                <a:gd name="T52" fmla="*/ 18 w 188"/>
                <a:gd name="T53" fmla="*/ 71 h 162"/>
                <a:gd name="T54" fmla="*/ 5 w 188"/>
                <a:gd name="T55" fmla="*/ 83 h 162"/>
                <a:gd name="T56" fmla="*/ 2 w 188"/>
                <a:gd name="T57" fmla="*/ 86 h 162"/>
                <a:gd name="T58" fmla="*/ 20 w 188"/>
                <a:gd name="T59" fmla="*/ 118 h 162"/>
                <a:gd name="T60" fmla="*/ 35 w 188"/>
                <a:gd name="T61" fmla="*/ 118 h 162"/>
                <a:gd name="T62" fmla="*/ 41 w 188"/>
                <a:gd name="T63" fmla="*/ 138 h 162"/>
                <a:gd name="T64" fmla="*/ 42 w 188"/>
                <a:gd name="T65" fmla="*/ 141 h 162"/>
                <a:gd name="T66" fmla="*/ 94 w 188"/>
                <a:gd name="T67" fmla="*/ 150 h 162"/>
                <a:gd name="T68" fmla="*/ 108 w 188"/>
                <a:gd name="T69" fmla="*/ 137 h 162"/>
                <a:gd name="T70" fmla="*/ 110 w 188"/>
                <a:gd name="T71" fmla="*/ 140 h 162"/>
                <a:gd name="T72" fmla="*/ 123 w 188"/>
                <a:gd name="T73" fmla="*/ 146 h 162"/>
                <a:gd name="T74" fmla="*/ 145 w 188"/>
                <a:gd name="T75" fmla="*/ 134 h 162"/>
                <a:gd name="T76" fmla="*/ 173 w 188"/>
                <a:gd name="T77" fmla="*/ 155 h 162"/>
                <a:gd name="T78" fmla="*/ 184 w 188"/>
                <a:gd name="T79" fmla="*/ 162 h 162"/>
                <a:gd name="T80" fmla="*/ 187 w 188"/>
                <a:gd name="T81" fmla="*/ 158 h 162"/>
                <a:gd name="T82" fmla="*/ 160 w 188"/>
                <a:gd name="T83" fmla="*/ 111 h 162"/>
                <a:gd name="T84" fmla="*/ 186 w 188"/>
                <a:gd name="T85" fmla="*/ 87 h 162"/>
                <a:gd name="T86" fmla="*/ 175 w 188"/>
                <a:gd name="T87" fmla="*/ 58 h 162"/>
                <a:gd name="T88" fmla="*/ 160 w 188"/>
                <a:gd name="T89" fmla="*/ 56 h 162"/>
                <a:gd name="T90" fmla="*/ 158 w 188"/>
                <a:gd name="T91" fmla="*/ 21 h 162"/>
                <a:gd name="T92" fmla="*/ 99 w 188"/>
                <a:gd name="T93" fmla="*/ 13 h 162"/>
                <a:gd name="T94" fmla="*/ 78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1"/>
                  </a:cubicBezTo>
                  <a:cubicBezTo>
                    <a:pt x="154" y="116"/>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6"/>
                  </a:cubicBezTo>
                  <a:cubicBezTo>
                    <a:pt x="139" y="117"/>
                    <a:pt x="138" y="120"/>
                    <a:pt x="138" y="125"/>
                  </a:cubicBezTo>
                  <a:cubicBezTo>
                    <a:pt x="138" y="127"/>
                    <a:pt x="139" y="130"/>
                    <a:pt x="139" y="134"/>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2"/>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8"/>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6"/>
                    <a:pt x="60" y="16"/>
                    <a:pt x="60" y="16"/>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8"/>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4"/>
                    <a:pt x="5" y="84"/>
                    <a:pt x="5" y="84"/>
                  </a:cubicBezTo>
                  <a:cubicBezTo>
                    <a:pt x="5" y="84"/>
                    <a:pt x="5" y="84"/>
                    <a:pt x="5" y="84"/>
                  </a:cubicBezTo>
                  <a:cubicBezTo>
                    <a:pt x="3" y="84"/>
                    <a:pt x="3" y="84"/>
                    <a:pt x="3" y="84"/>
                  </a:cubicBezTo>
                  <a:cubicBezTo>
                    <a:pt x="2" y="86"/>
                    <a:pt x="2" y="86"/>
                    <a:pt x="2" y="86"/>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2"/>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60"/>
                    <a:pt x="188" y="159"/>
                  </a:cubicBezTo>
                  <a:cubicBezTo>
                    <a:pt x="188" y="159"/>
                    <a:pt x="187" y="158"/>
                    <a:pt x="187" y="158"/>
                  </a:cubicBezTo>
                  <a:cubicBezTo>
                    <a:pt x="187" y="158"/>
                    <a:pt x="187" y="157"/>
                    <a:pt x="187" y="157"/>
                  </a:cubicBezTo>
                  <a:cubicBezTo>
                    <a:pt x="165" y="124"/>
                    <a:pt x="165" y="124"/>
                    <a:pt x="165" y="124"/>
                  </a:cubicBezTo>
                  <a:cubicBezTo>
                    <a:pt x="165" y="124"/>
                    <a:pt x="165" y="124"/>
                    <a:pt x="165" y="124"/>
                  </a:cubicBezTo>
                  <a:cubicBezTo>
                    <a:pt x="162" y="118"/>
                    <a:pt x="160" y="114"/>
                    <a:pt x="160" y="111"/>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1" name="Freeform 1317">
              <a:extLst>
                <a:ext uri="{FF2B5EF4-FFF2-40B4-BE49-F238E27FC236}">
                  <a16:creationId xmlns:a16="http://schemas.microsoft.com/office/drawing/2014/main" id="{95CE7283-6102-4D25-9BC0-21ABA01E611E}"/>
                </a:ext>
              </a:extLst>
            </p:cNvPr>
            <p:cNvSpPr>
              <a:spLocks noEditPoints="1"/>
            </p:cNvSpPr>
            <p:nvPr userDrawn="1"/>
          </p:nvSpPr>
          <p:spPr bwMode="auto">
            <a:xfrm>
              <a:off x="1766336" y="4315865"/>
              <a:ext cx="282975" cy="242837"/>
            </a:xfrm>
            <a:custGeom>
              <a:avLst/>
              <a:gdLst>
                <a:gd name="T0" fmla="*/ 168 w 188"/>
                <a:gd name="T1" fmla="*/ 112 h 162"/>
                <a:gd name="T2" fmla="*/ 100 w 188"/>
                <a:gd name="T3" fmla="*/ 23 h 162"/>
                <a:gd name="T4" fmla="*/ 111 w 188"/>
                <a:gd name="T5" fmla="*/ 6 h 162"/>
                <a:gd name="T6" fmla="*/ 120 w 188"/>
                <a:gd name="T7" fmla="*/ 13 h 162"/>
                <a:gd name="T8" fmla="*/ 123 w 188"/>
                <a:gd name="T9" fmla="*/ 24 h 162"/>
                <a:gd name="T10" fmla="*/ 148 w 188"/>
                <a:gd name="T11" fmla="*/ 28 h 162"/>
                <a:gd name="T12" fmla="*/ 171 w 188"/>
                <a:gd name="T13" fmla="*/ 48 h 162"/>
                <a:gd name="T14" fmla="*/ 169 w 188"/>
                <a:gd name="T15" fmla="*/ 57 h 162"/>
                <a:gd name="T16" fmla="*/ 177 w 188"/>
                <a:gd name="T17" fmla="*/ 88 h 162"/>
                <a:gd name="T18" fmla="*/ 180 w 188"/>
                <a:gd name="T19" fmla="*/ 105 h 162"/>
                <a:gd name="T20" fmla="*/ 168 w 188"/>
                <a:gd name="T21" fmla="*/ 112 h 162"/>
                <a:gd name="T22" fmla="*/ 150 w 188"/>
                <a:gd name="T23" fmla="*/ 113 h 162"/>
                <a:gd name="T24" fmla="*/ 141 w 188"/>
                <a:gd name="T25" fmla="*/ 137 h 162"/>
                <a:gd name="T26" fmla="*/ 99 w 188"/>
                <a:gd name="T27" fmla="*/ 146 h 162"/>
                <a:gd name="T28" fmla="*/ 82 w 188"/>
                <a:gd name="T29" fmla="*/ 131 h 162"/>
                <a:gd name="T30" fmla="*/ 78 w 188"/>
                <a:gd name="T31" fmla="*/ 132 h 162"/>
                <a:gd name="T32" fmla="*/ 65 w 188"/>
                <a:gd name="T33" fmla="*/ 140 h 162"/>
                <a:gd name="T34" fmla="*/ 50 w 188"/>
                <a:gd name="T35" fmla="*/ 134 h 162"/>
                <a:gd name="T36" fmla="*/ 49 w 188"/>
                <a:gd name="T37" fmla="*/ 115 h 162"/>
                <a:gd name="T38" fmla="*/ 17 w 188"/>
                <a:gd name="T39" fmla="*/ 144 h 162"/>
                <a:gd name="T40" fmla="*/ 28 w 188"/>
                <a:gd name="T41" fmla="*/ 97 h 162"/>
                <a:gd name="T42" fmla="*/ 8 w 188"/>
                <a:gd name="T43" fmla="*/ 85 h 162"/>
                <a:gd name="T44" fmla="*/ 11 w 188"/>
                <a:gd name="T45" fmla="*/ 64 h 162"/>
                <a:gd name="T46" fmla="*/ 19 w 188"/>
                <a:gd name="T47" fmla="*/ 64 h 162"/>
                <a:gd name="T48" fmla="*/ 32 w 188"/>
                <a:gd name="T49" fmla="*/ 41 h 162"/>
                <a:gd name="T50" fmla="*/ 53 w 188"/>
                <a:gd name="T51" fmla="*/ 13 h 162"/>
                <a:gd name="T52" fmla="*/ 86 w 188"/>
                <a:gd name="T53" fmla="*/ 17 h 162"/>
                <a:gd name="T54" fmla="*/ 95 w 188"/>
                <a:gd name="T55" fmla="*/ 24 h 162"/>
                <a:gd name="T56" fmla="*/ 99 w 188"/>
                <a:gd name="T57" fmla="*/ 28 h 162"/>
                <a:gd name="T58" fmla="*/ 106 w 188"/>
                <a:gd name="T59" fmla="*/ 2 h 162"/>
                <a:gd name="T60" fmla="*/ 89 w 188"/>
                <a:gd name="T61" fmla="*/ 12 h 162"/>
                <a:gd name="T62" fmla="*/ 51 w 188"/>
                <a:gd name="T63" fmla="*/ 7 h 162"/>
                <a:gd name="T64" fmla="*/ 28 w 188"/>
                <a:gd name="T65" fmla="*/ 45 h 162"/>
                <a:gd name="T66" fmla="*/ 19 w 188"/>
                <a:gd name="T67" fmla="*/ 58 h 162"/>
                <a:gd name="T68" fmla="*/ 14 w 188"/>
                <a:gd name="T69" fmla="*/ 58 h 162"/>
                <a:gd name="T70" fmla="*/ 0 w 188"/>
                <a:gd name="T71" fmla="*/ 75 h 162"/>
                <a:gd name="T72" fmla="*/ 15 w 188"/>
                <a:gd name="T73" fmla="*/ 99 h 162"/>
                <a:gd name="T74" fmla="*/ 23 w 188"/>
                <a:gd name="T75" fmla="*/ 123 h 162"/>
                <a:gd name="T76" fmla="*/ 1 w 188"/>
                <a:gd name="T77" fmla="*/ 157 h 162"/>
                <a:gd name="T78" fmla="*/ 1 w 188"/>
                <a:gd name="T79" fmla="*/ 159 h 162"/>
                <a:gd name="T80" fmla="*/ 4 w 188"/>
                <a:gd name="T81" fmla="*/ 162 h 162"/>
                <a:gd name="T82" fmla="*/ 15 w 188"/>
                <a:gd name="T83" fmla="*/ 155 h 162"/>
                <a:gd name="T84" fmla="*/ 44 w 188"/>
                <a:gd name="T85" fmla="*/ 125 h 162"/>
                <a:gd name="T86" fmla="*/ 44 w 188"/>
                <a:gd name="T87" fmla="*/ 137 h 162"/>
                <a:gd name="T88" fmla="*/ 65 w 188"/>
                <a:gd name="T89" fmla="*/ 146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8" y="112"/>
                  </a:moveTo>
                  <a:cubicBezTo>
                    <a:pt x="168" y="112"/>
                    <a:pt x="168" y="112"/>
                    <a:pt x="168" y="112"/>
                  </a:cubicBezTo>
                  <a:cubicBezTo>
                    <a:pt x="168" y="112"/>
                    <a:pt x="168" y="112"/>
                    <a:pt x="168" y="112"/>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9"/>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8"/>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3"/>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5"/>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4"/>
                  </a:cubicBezTo>
                  <a:cubicBezTo>
                    <a:pt x="50" y="133"/>
                    <a:pt x="50" y="133"/>
                    <a:pt x="50" y="133"/>
                  </a:cubicBezTo>
                  <a:cubicBezTo>
                    <a:pt x="50" y="130"/>
                    <a:pt x="50" y="127"/>
                    <a:pt x="50" y="125"/>
                  </a:cubicBezTo>
                  <a:cubicBezTo>
                    <a:pt x="50" y="120"/>
                    <a:pt x="50" y="117"/>
                    <a:pt x="49" y="115"/>
                  </a:cubicBezTo>
                  <a:cubicBezTo>
                    <a:pt x="48" y="114"/>
                    <a:pt x="47" y="113"/>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3"/>
                    <a:pt x="13" y="92"/>
                    <a:pt x="12" y="91"/>
                  </a:cubicBezTo>
                  <a:cubicBezTo>
                    <a:pt x="11" y="90"/>
                    <a:pt x="9" y="88"/>
                    <a:pt x="8" y="85"/>
                  </a:cubicBezTo>
                  <a:cubicBezTo>
                    <a:pt x="7" y="82"/>
                    <a:pt x="6" y="78"/>
                    <a:pt x="6" y="75"/>
                  </a:cubicBezTo>
                  <a:cubicBezTo>
                    <a:pt x="6" y="72"/>
                    <a:pt x="7" y="69"/>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5"/>
                    <a:pt x="95" y="25"/>
                    <a:pt x="95" y="25"/>
                  </a:cubicBezTo>
                  <a:cubicBezTo>
                    <a:pt x="95" y="25"/>
                    <a:pt x="95" y="25"/>
                    <a:pt x="95" y="25"/>
                  </a:cubicBezTo>
                  <a:cubicBezTo>
                    <a:pt x="99" y="28"/>
                    <a:pt x="99" y="28"/>
                    <a:pt x="99" y="28"/>
                  </a:cubicBezTo>
                  <a:cubicBezTo>
                    <a:pt x="100" y="23"/>
                    <a:pt x="100" y="23"/>
                    <a:pt x="100" y="23"/>
                  </a:cubicBezTo>
                  <a:moveTo>
                    <a:pt x="111" y="0"/>
                  </a:moveTo>
                  <a:cubicBezTo>
                    <a:pt x="109" y="0"/>
                    <a:pt x="107" y="1"/>
                    <a:pt x="106" y="2"/>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6"/>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2"/>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50"/>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8"/>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9"/>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3"/>
                    <a:pt x="176" y="81"/>
                  </a:cubicBezTo>
                  <a:cubicBezTo>
                    <a:pt x="175" y="80"/>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2" name="Freeform 1318">
              <a:extLst>
                <a:ext uri="{FF2B5EF4-FFF2-40B4-BE49-F238E27FC236}">
                  <a16:creationId xmlns:a16="http://schemas.microsoft.com/office/drawing/2014/main" id="{A6C2E727-6D67-44C4-81D8-15C25451ABA3}"/>
                </a:ext>
              </a:extLst>
            </p:cNvPr>
            <p:cNvSpPr>
              <a:spLocks noEditPoints="1"/>
            </p:cNvSpPr>
            <p:nvPr userDrawn="1"/>
          </p:nvSpPr>
          <p:spPr bwMode="auto">
            <a:xfrm>
              <a:off x="1196372" y="5413647"/>
              <a:ext cx="282975" cy="242837"/>
            </a:xfrm>
            <a:custGeom>
              <a:avLst/>
              <a:gdLst>
                <a:gd name="T0" fmla="*/ 100 w 188"/>
                <a:gd name="T1" fmla="*/ 23 h 162"/>
                <a:gd name="T2" fmla="*/ 111 w 188"/>
                <a:gd name="T3" fmla="*/ 6 h 162"/>
                <a:gd name="T4" fmla="*/ 120 w 188"/>
                <a:gd name="T5" fmla="*/ 12 h 162"/>
                <a:gd name="T6" fmla="*/ 123 w 188"/>
                <a:gd name="T7" fmla="*/ 24 h 162"/>
                <a:gd name="T8" fmla="*/ 148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8 w 188"/>
                <a:gd name="T29" fmla="*/ 132 h 162"/>
                <a:gd name="T30" fmla="*/ 65 w 188"/>
                <a:gd name="T31" fmla="*/ 139 h 162"/>
                <a:gd name="T32" fmla="*/ 50 w 188"/>
                <a:gd name="T33" fmla="*/ 133 h 162"/>
                <a:gd name="T34" fmla="*/ 49 w 188"/>
                <a:gd name="T35" fmla="*/ 115 h 162"/>
                <a:gd name="T36" fmla="*/ 17 w 188"/>
                <a:gd name="T37" fmla="*/ 144 h 162"/>
                <a:gd name="T38" fmla="*/ 29 w 188"/>
                <a:gd name="T39" fmla="*/ 97 h 162"/>
                <a:gd name="T40" fmla="*/ 8 w 188"/>
                <a:gd name="T41" fmla="*/ 84 h 162"/>
                <a:gd name="T42" fmla="*/ 11 w 188"/>
                <a:gd name="T43" fmla="*/ 64 h 162"/>
                <a:gd name="T44" fmla="*/ 19 w 188"/>
                <a:gd name="T45" fmla="*/ 64 h 162"/>
                <a:gd name="T46" fmla="*/ 32 w 188"/>
                <a:gd name="T47" fmla="*/ 40 h 162"/>
                <a:gd name="T48" fmla="*/ 53 w 188"/>
                <a:gd name="T49" fmla="*/ 12 h 162"/>
                <a:gd name="T50" fmla="*/ 86 w 188"/>
                <a:gd name="T51" fmla="*/ 17 h 162"/>
                <a:gd name="T52" fmla="*/ 95 w 188"/>
                <a:gd name="T53" fmla="*/ 24 h 162"/>
                <a:gd name="T54" fmla="*/ 99 w 188"/>
                <a:gd name="T55" fmla="*/ 28 h 162"/>
                <a:gd name="T56" fmla="*/ 106 w 188"/>
                <a:gd name="T57" fmla="*/ 1 h 162"/>
                <a:gd name="T58" fmla="*/ 89 w 188"/>
                <a:gd name="T59" fmla="*/ 12 h 162"/>
                <a:gd name="T60" fmla="*/ 51 w 188"/>
                <a:gd name="T61" fmla="*/ 7 h 162"/>
                <a:gd name="T62" fmla="*/ 28 w 188"/>
                <a:gd name="T63" fmla="*/ 45 h 162"/>
                <a:gd name="T64" fmla="*/ 19 w 188"/>
                <a:gd name="T65" fmla="*/ 58 h 162"/>
                <a:gd name="T66" fmla="*/ 14 w 188"/>
                <a:gd name="T67" fmla="*/ 57 h 162"/>
                <a:gd name="T68" fmla="*/ 0 w 188"/>
                <a:gd name="T69" fmla="*/ 75 h 162"/>
                <a:gd name="T70" fmla="*/ 15 w 188"/>
                <a:gd name="T71" fmla="*/ 98 h 162"/>
                <a:gd name="T72" fmla="*/ 23 w 188"/>
                <a:gd name="T73" fmla="*/ 123 h 162"/>
                <a:gd name="T74" fmla="*/ 2 w 188"/>
                <a:gd name="T75" fmla="*/ 157 h 162"/>
                <a:gd name="T76" fmla="*/ 1 w 188"/>
                <a:gd name="T77" fmla="*/ 159 h 162"/>
                <a:gd name="T78" fmla="*/ 4 w 188"/>
                <a:gd name="T79" fmla="*/ 162 h 162"/>
                <a:gd name="T80" fmla="*/ 16 w 188"/>
                <a:gd name="T81" fmla="*/ 155 h 162"/>
                <a:gd name="T82" fmla="*/ 44 w 188"/>
                <a:gd name="T83" fmla="*/ 124 h 162"/>
                <a:gd name="T84" fmla="*/ 45 w 188"/>
                <a:gd name="T85" fmla="*/ 137 h 162"/>
                <a:gd name="T86" fmla="*/ 65 w 188"/>
                <a:gd name="T87" fmla="*/ 145 h 162"/>
                <a:gd name="T88" fmla="*/ 78 w 188"/>
                <a:gd name="T89" fmla="*/ 139 h 162"/>
                <a:gd name="T90" fmla="*/ 79 w 188"/>
                <a:gd name="T91" fmla="*/ 138 h 162"/>
                <a:gd name="T92" fmla="*/ 95 w 188"/>
                <a:gd name="T93" fmla="*/ 149 h 162"/>
                <a:gd name="T94" fmla="*/ 114 w 188"/>
                <a:gd name="T95" fmla="*/ 154 h 162"/>
                <a:gd name="T96" fmla="*/ 148 w 188"/>
                <a:gd name="T97" fmla="*/ 139 h 162"/>
                <a:gd name="T98" fmla="*/ 147 w 188"/>
                <a:gd name="T99" fmla="*/ 132 h 162"/>
                <a:gd name="T100" fmla="*/ 160 w 188"/>
                <a:gd name="T101" fmla="*/ 116 h 162"/>
                <a:gd name="T102" fmla="*/ 168 w 188"/>
                <a:gd name="T103" fmla="*/ 118 h 162"/>
                <a:gd name="T104" fmla="*/ 188 w 188"/>
                <a:gd name="T105" fmla="*/ 97 h 162"/>
                <a:gd name="T106" fmla="*/ 184 w 188"/>
                <a:gd name="T107" fmla="*/ 83 h 162"/>
                <a:gd name="T108" fmla="*/ 172 w 188"/>
                <a:gd name="T109" fmla="*/ 76 h 162"/>
                <a:gd name="T110" fmla="*/ 175 w 188"/>
                <a:gd name="T111" fmla="*/ 59 h 162"/>
                <a:gd name="T112" fmla="*/ 172 w 188"/>
                <a:gd name="T113" fmla="*/ 32 h 162"/>
                <a:gd name="T114" fmla="*/ 152 w 188"/>
                <a:gd name="T115" fmla="*/ 20 h 162"/>
                <a:gd name="T116" fmla="*/ 135 w 188"/>
                <a:gd name="T117" fmla="*/ 23 h 162"/>
                <a:gd name="T118" fmla="*/ 128 w 188"/>
                <a:gd name="T119" fmla="*/ 21 h 162"/>
                <a:gd name="T120" fmla="*/ 129 w 188"/>
                <a:gd name="T121" fmla="*/ 14 h 162"/>
                <a:gd name="T122" fmla="*/ 118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8" y="139"/>
                  </a:moveTo>
                  <a:cubicBezTo>
                    <a:pt x="78" y="139"/>
                    <a:pt x="78" y="139"/>
                    <a:pt x="78" y="139"/>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1"/>
                  </a:cubicBezTo>
                  <a:cubicBezTo>
                    <a:pt x="171" y="111"/>
                    <a:pt x="170" y="111"/>
                    <a:pt x="169" y="111"/>
                  </a:cubicBezTo>
                  <a:cubicBezTo>
                    <a:pt x="169" y="112"/>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9"/>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4"/>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4"/>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3"/>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7" y="25"/>
                    <a:pt x="24" y="30"/>
                    <a:pt x="24" y="35"/>
                  </a:cubicBezTo>
                  <a:cubicBezTo>
                    <a:pt x="24" y="39"/>
                    <a:pt x="26" y="42"/>
                    <a:pt x="28" y="45"/>
                  </a:cubicBezTo>
                  <a:cubicBezTo>
                    <a:pt x="30" y="46"/>
                    <a:pt x="30" y="49"/>
                    <a:pt x="30" y="50"/>
                  </a:cubicBezTo>
                  <a:cubicBezTo>
                    <a:pt x="30" y="52"/>
                    <a:pt x="30" y="54"/>
                    <a:pt x="28" y="55"/>
                  </a:cubicBezTo>
                  <a:cubicBezTo>
                    <a:pt x="27" y="56"/>
                    <a:pt x="24" y="58"/>
                    <a:pt x="19" y="58"/>
                  </a:cubicBezTo>
                  <a:cubicBezTo>
                    <a:pt x="18" y="58"/>
                    <a:pt x="17" y="58"/>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6"/>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1"/>
                    <a:pt x="44" y="121"/>
                    <a:pt x="44" y="121"/>
                  </a:cubicBezTo>
                  <a:cubicBezTo>
                    <a:pt x="44" y="122"/>
                    <a:pt x="44" y="123"/>
                    <a:pt x="44" y="124"/>
                  </a:cubicBezTo>
                  <a:cubicBezTo>
                    <a:pt x="44" y="127"/>
                    <a:pt x="44" y="130"/>
                    <a:pt x="44" y="134"/>
                  </a:cubicBezTo>
                  <a:cubicBezTo>
                    <a:pt x="43" y="136"/>
                    <a:pt x="43" y="136"/>
                    <a:pt x="43" y="136"/>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3" name="Freeform 1319">
              <a:extLst>
                <a:ext uri="{FF2B5EF4-FFF2-40B4-BE49-F238E27FC236}">
                  <a16:creationId xmlns:a16="http://schemas.microsoft.com/office/drawing/2014/main" id="{BB838EDE-EE63-4FF5-8B52-40611AB0620F}"/>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close/>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4" name="Freeform 1320">
              <a:extLst>
                <a:ext uri="{FF2B5EF4-FFF2-40B4-BE49-F238E27FC236}">
                  <a16:creationId xmlns:a16="http://schemas.microsoft.com/office/drawing/2014/main" id="{C0E77415-638A-45F7-8995-BCDC6FC68FAB}"/>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5" name="Freeform 1321">
              <a:extLst>
                <a:ext uri="{FF2B5EF4-FFF2-40B4-BE49-F238E27FC236}">
                  <a16:creationId xmlns:a16="http://schemas.microsoft.com/office/drawing/2014/main" id="{89F84EAA-1FF7-46BA-B8B4-944C27BD832F}"/>
                </a:ext>
              </a:extLst>
            </p:cNvPr>
            <p:cNvSpPr>
              <a:spLocks noEditPoints="1"/>
            </p:cNvSpPr>
            <p:nvPr userDrawn="1"/>
          </p:nvSpPr>
          <p:spPr bwMode="auto">
            <a:xfrm>
              <a:off x="2964463" y="5100569"/>
              <a:ext cx="152525" cy="146505"/>
            </a:xfrm>
            <a:custGeom>
              <a:avLst/>
              <a:gdLst>
                <a:gd name="T0" fmla="*/ 87 w 101"/>
                <a:gd name="T1" fmla="*/ 49 h 98"/>
                <a:gd name="T2" fmla="*/ 87 w 101"/>
                <a:gd name="T3" fmla="*/ 49 h 98"/>
                <a:gd name="T4" fmla="*/ 87 w 101"/>
                <a:gd name="T5" fmla="*/ 49 h 98"/>
                <a:gd name="T6" fmla="*/ 51 w 101"/>
                <a:gd name="T7" fmla="*/ 26 h 98"/>
                <a:gd name="T8" fmla="*/ 60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60 w 101"/>
                <a:gd name="T23" fmla="*/ 70 h 98"/>
                <a:gd name="T24" fmla="*/ 51 w 101"/>
                <a:gd name="T25" fmla="*/ 72 h 98"/>
                <a:gd name="T26" fmla="*/ 42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4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7"/>
                    <a:pt x="85" y="17"/>
                    <a:pt x="85"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6" name="Freeform 1322">
              <a:extLst>
                <a:ext uri="{FF2B5EF4-FFF2-40B4-BE49-F238E27FC236}">
                  <a16:creationId xmlns:a16="http://schemas.microsoft.com/office/drawing/2014/main" id="{727D6B39-8A23-4740-A949-175A40445DB8}"/>
                </a:ext>
              </a:extLst>
            </p:cNvPr>
            <p:cNvSpPr>
              <a:spLocks noEditPoints="1"/>
            </p:cNvSpPr>
            <p:nvPr userDrawn="1"/>
          </p:nvSpPr>
          <p:spPr bwMode="auto">
            <a:xfrm>
              <a:off x="2737682" y="4069016"/>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7" name="Freeform 1323">
              <a:extLst>
                <a:ext uri="{FF2B5EF4-FFF2-40B4-BE49-F238E27FC236}">
                  <a16:creationId xmlns:a16="http://schemas.microsoft.com/office/drawing/2014/main" id="{E54AE599-62E6-4654-9CA6-F2A0757D5FE2}"/>
                </a:ext>
              </a:extLst>
            </p:cNvPr>
            <p:cNvSpPr>
              <a:spLocks noEditPoints="1"/>
            </p:cNvSpPr>
            <p:nvPr userDrawn="1"/>
          </p:nvSpPr>
          <p:spPr bwMode="auto">
            <a:xfrm>
              <a:off x="2735675" y="4165348"/>
              <a:ext cx="26091" cy="28097"/>
            </a:xfrm>
            <a:custGeom>
              <a:avLst/>
              <a:gdLst>
                <a:gd name="T0" fmla="*/ 9 w 18"/>
                <a:gd name="T1" fmla="*/ 12 h 18"/>
                <a:gd name="T2" fmla="*/ 6 w 18"/>
                <a:gd name="T3" fmla="*/ 11 h 18"/>
                <a:gd name="T4" fmla="*/ 6 w 18"/>
                <a:gd name="T5" fmla="*/ 9 h 18"/>
                <a:gd name="T6" fmla="*/ 7 w 18"/>
                <a:gd name="T7" fmla="*/ 7 h 18"/>
                <a:gd name="T8" fmla="*/ 7 w 18"/>
                <a:gd name="T9" fmla="*/ 7 h 18"/>
                <a:gd name="T10" fmla="*/ 9 w 18"/>
                <a:gd name="T11" fmla="*/ 6 h 18"/>
                <a:gd name="T12" fmla="*/ 12 w 18"/>
                <a:gd name="T13" fmla="*/ 8 h 18"/>
                <a:gd name="T14" fmla="*/ 12 w 18"/>
                <a:gd name="T15" fmla="*/ 9 h 18"/>
                <a:gd name="T16" fmla="*/ 11 w 18"/>
                <a:gd name="T17" fmla="*/ 12 h 18"/>
                <a:gd name="T18" fmla="*/ 12 w 18"/>
                <a:gd name="T19" fmla="*/ 15 h 18"/>
                <a:gd name="T20" fmla="*/ 11 w 18"/>
                <a:gd name="T21" fmla="*/ 12 h 18"/>
                <a:gd name="T22" fmla="*/ 9 w 18"/>
                <a:gd name="T23" fmla="*/ 12 h 18"/>
                <a:gd name="T24" fmla="*/ 9 w 18"/>
                <a:gd name="T25" fmla="*/ 0 h 18"/>
                <a:gd name="T26" fmla="*/ 9 w 18"/>
                <a:gd name="T27" fmla="*/ 0 h 18"/>
                <a:gd name="T28" fmla="*/ 4 w 18"/>
                <a:gd name="T29" fmla="*/ 2 h 18"/>
                <a:gd name="T30" fmla="*/ 4 w 18"/>
                <a:gd name="T31" fmla="*/ 2 h 18"/>
                <a:gd name="T32" fmla="*/ 0 w 18"/>
                <a:gd name="T33" fmla="*/ 9 h 18"/>
                <a:gd name="T34" fmla="*/ 1 w 18"/>
                <a:gd name="T35" fmla="*/ 14 h 18"/>
                <a:gd name="T36" fmla="*/ 5 w 18"/>
                <a:gd name="T37" fmla="*/ 17 h 18"/>
                <a:gd name="T38" fmla="*/ 5 w 18"/>
                <a:gd name="T39" fmla="*/ 17 h 18"/>
                <a:gd name="T40" fmla="*/ 5 w 18"/>
                <a:gd name="T41" fmla="*/ 18 h 18"/>
                <a:gd name="T42" fmla="*/ 9 w 18"/>
                <a:gd name="T43" fmla="*/ 18 h 18"/>
                <a:gd name="T44" fmla="*/ 9 w 18"/>
                <a:gd name="T45" fmla="*/ 18 h 18"/>
                <a:gd name="T46" fmla="*/ 14 w 18"/>
                <a:gd name="T47" fmla="*/ 17 h 18"/>
                <a:gd name="T48" fmla="*/ 14 w 18"/>
                <a:gd name="T49" fmla="*/ 17 h 18"/>
                <a:gd name="T50" fmla="*/ 18 w 18"/>
                <a:gd name="T51" fmla="*/ 9 h 18"/>
                <a:gd name="T52" fmla="*/ 17 w 18"/>
                <a:gd name="T53" fmla="*/ 5 h 18"/>
                <a:gd name="T54" fmla="*/ 12 w 18"/>
                <a:gd name="T55" fmla="*/ 1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8" name="Freeform 1324">
              <a:extLst>
                <a:ext uri="{FF2B5EF4-FFF2-40B4-BE49-F238E27FC236}">
                  <a16:creationId xmlns:a16="http://schemas.microsoft.com/office/drawing/2014/main" id="{FC88F8A6-693B-43E3-8A81-D950A0EF27AC}"/>
                </a:ext>
              </a:extLst>
            </p:cNvPr>
            <p:cNvSpPr>
              <a:spLocks/>
            </p:cNvSpPr>
            <p:nvPr userDrawn="1"/>
          </p:nvSpPr>
          <p:spPr bwMode="auto">
            <a:xfrm>
              <a:off x="2753737" y="4167354"/>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9" name="Freeform 1325">
              <a:extLst>
                <a:ext uri="{FF2B5EF4-FFF2-40B4-BE49-F238E27FC236}">
                  <a16:creationId xmlns:a16="http://schemas.microsoft.com/office/drawing/2014/main" id="{C331F215-BAA7-4A92-9412-2729DEB1496D}"/>
                </a:ext>
              </a:extLst>
            </p:cNvPr>
            <p:cNvSpPr>
              <a:spLocks noEditPoints="1"/>
            </p:cNvSpPr>
            <p:nvPr userDrawn="1"/>
          </p:nvSpPr>
          <p:spPr bwMode="auto">
            <a:xfrm>
              <a:off x="2721626" y="4185417"/>
              <a:ext cx="22077" cy="22077"/>
            </a:xfrm>
            <a:custGeom>
              <a:avLst/>
              <a:gdLst>
                <a:gd name="T0" fmla="*/ 8 w 15"/>
                <a:gd name="T1" fmla="*/ 9 h 15"/>
                <a:gd name="T2" fmla="*/ 8 w 15"/>
                <a:gd name="T3" fmla="*/ 9 h 15"/>
                <a:gd name="T4" fmla="*/ 8 w 15"/>
                <a:gd name="T5" fmla="*/ 9 h 15"/>
                <a:gd name="T6" fmla="*/ 6 w 15"/>
                <a:gd name="T7" fmla="*/ 8 h 15"/>
                <a:gd name="T8" fmla="*/ 6 w 15"/>
                <a:gd name="T9" fmla="*/ 8 h 15"/>
                <a:gd name="T10" fmla="*/ 7 w 15"/>
                <a:gd name="T11" fmla="*/ 7 h 15"/>
                <a:gd name="T12" fmla="*/ 8 w 15"/>
                <a:gd name="T13" fmla="*/ 6 h 15"/>
                <a:gd name="T14" fmla="*/ 9 w 15"/>
                <a:gd name="T15" fmla="*/ 7 h 15"/>
                <a:gd name="T16" fmla="*/ 9 w 15"/>
                <a:gd name="T17" fmla="*/ 7 h 15"/>
                <a:gd name="T18" fmla="*/ 9 w 15"/>
                <a:gd name="T19" fmla="*/ 8 h 15"/>
                <a:gd name="T20" fmla="*/ 8 w 15"/>
                <a:gd name="T21" fmla="*/ 9 h 15"/>
                <a:gd name="T22" fmla="*/ 8 w 15"/>
                <a:gd name="T23" fmla="*/ 9 h 15"/>
                <a:gd name="T24" fmla="*/ 8 w 15"/>
                <a:gd name="T25" fmla="*/ 0 h 15"/>
                <a:gd name="T26" fmla="*/ 8 w 15"/>
                <a:gd name="T27" fmla="*/ 0 h 15"/>
                <a:gd name="T28" fmla="*/ 4 w 15"/>
                <a:gd name="T29" fmla="*/ 1 h 15"/>
                <a:gd name="T30" fmla="*/ 0 w 15"/>
                <a:gd name="T31" fmla="*/ 8 h 15"/>
                <a:gd name="T32" fmla="*/ 1 w 15"/>
                <a:gd name="T33" fmla="*/ 11 h 15"/>
                <a:gd name="T34" fmla="*/ 6 w 15"/>
                <a:gd name="T35" fmla="*/ 15 h 15"/>
                <a:gd name="T36" fmla="*/ 8 w 15"/>
                <a:gd name="T37" fmla="*/ 14 h 15"/>
                <a:gd name="T38" fmla="*/ 8 w 15"/>
                <a:gd name="T39" fmla="*/ 14 h 15"/>
                <a:gd name="T40" fmla="*/ 10 w 15"/>
                <a:gd name="T41" fmla="*/ 14 h 15"/>
                <a:gd name="T42" fmla="*/ 11 w 15"/>
                <a:gd name="T43" fmla="*/ 14 h 15"/>
                <a:gd name="T44" fmla="*/ 11 w 15"/>
                <a:gd name="T45" fmla="*/ 14 h 15"/>
                <a:gd name="T46" fmla="*/ 15 w 15"/>
                <a:gd name="T47" fmla="*/ 8 h 15"/>
                <a:gd name="T48" fmla="*/ 14 w 15"/>
                <a:gd name="T49" fmla="*/ 5 h 15"/>
                <a:gd name="T50" fmla="*/ 10 w 15"/>
                <a:gd name="T51" fmla="*/ 1 h 15"/>
                <a:gd name="T52" fmla="*/ 10 w 15"/>
                <a:gd name="T53" fmla="*/ 1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8" y="9"/>
                  </a:moveTo>
                  <a:cubicBezTo>
                    <a:pt x="8" y="9"/>
                    <a:pt x="8" y="9"/>
                    <a:pt x="8" y="9"/>
                  </a:cubicBezTo>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0" name="Freeform 1326">
              <a:extLst>
                <a:ext uri="{FF2B5EF4-FFF2-40B4-BE49-F238E27FC236}">
                  <a16:creationId xmlns:a16="http://schemas.microsoft.com/office/drawing/2014/main" id="{E3A75107-51F2-4AC5-86B3-AD95B8365E8E}"/>
                </a:ext>
              </a:extLst>
            </p:cNvPr>
            <p:cNvSpPr>
              <a:spLocks/>
            </p:cNvSpPr>
            <p:nvPr userDrawn="1"/>
          </p:nvSpPr>
          <p:spPr bwMode="auto">
            <a:xfrm>
              <a:off x="2737682" y="4187423"/>
              <a:ext cx="6021" cy="6021"/>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1" name="Freeform 1327">
              <a:extLst>
                <a:ext uri="{FF2B5EF4-FFF2-40B4-BE49-F238E27FC236}">
                  <a16:creationId xmlns:a16="http://schemas.microsoft.com/office/drawing/2014/main" id="{BA0DB726-FC61-45FF-8F3E-CAF726DE8842}"/>
                </a:ext>
              </a:extLst>
            </p:cNvPr>
            <p:cNvSpPr>
              <a:spLocks noEditPoints="1"/>
            </p:cNvSpPr>
            <p:nvPr userDrawn="1"/>
          </p:nvSpPr>
          <p:spPr bwMode="auto">
            <a:xfrm>
              <a:off x="2725640" y="4207492"/>
              <a:ext cx="18063"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7 w 13"/>
                <a:gd name="T15" fmla="*/ 7 h 13"/>
                <a:gd name="T16" fmla="*/ 7 w 13"/>
                <a:gd name="T17" fmla="*/ 7 h 13"/>
                <a:gd name="T18" fmla="*/ 6 w 13"/>
                <a:gd name="T19" fmla="*/ 7 h 13"/>
                <a:gd name="T20" fmla="*/ 8 w 13"/>
                <a:gd name="T21" fmla="*/ 0 h 13"/>
                <a:gd name="T22" fmla="*/ 6 w 13"/>
                <a:gd name="T23" fmla="*/ 1 h 13"/>
                <a:gd name="T24" fmla="*/ 6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0 w 13"/>
                <a:gd name="T43" fmla="*/ 12 h 13"/>
                <a:gd name="T44" fmla="*/ 10 w 13"/>
                <a:gd name="T45" fmla="*/ 12 h 13"/>
                <a:gd name="T46" fmla="*/ 13 w 13"/>
                <a:gd name="T47" fmla="*/ 7 h 13"/>
                <a:gd name="T48" fmla="*/ 12 w 13"/>
                <a:gd name="T49" fmla="*/ 3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2" name="Freeform 1328">
              <a:extLst>
                <a:ext uri="{FF2B5EF4-FFF2-40B4-BE49-F238E27FC236}">
                  <a16:creationId xmlns:a16="http://schemas.microsoft.com/office/drawing/2014/main" id="{C54285FC-8C23-4AC5-BF6B-1A4BE19EA80F}"/>
                </a:ext>
              </a:extLst>
            </p:cNvPr>
            <p:cNvSpPr>
              <a:spLocks/>
            </p:cNvSpPr>
            <p:nvPr userDrawn="1"/>
          </p:nvSpPr>
          <p:spPr bwMode="auto">
            <a:xfrm>
              <a:off x="2731661" y="4207492"/>
              <a:ext cx="6021" cy="0"/>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3" name="Freeform 1329">
              <a:extLst>
                <a:ext uri="{FF2B5EF4-FFF2-40B4-BE49-F238E27FC236}">
                  <a16:creationId xmlns:a16="http://schemas.microsoft.com/office/drawing/2014/main" id="{0DBB18CE-5FCA-4D7D-8867-7F4BC55A6983}"/>
                </a:ext>
              </a:extLst>
            </p:cNvPr>
            <p:cNvSpPr>
              <a:spLocks/>
            </p:cNvSpPr>
            <p:nvPr userDrawn="1"/>
          </p:nvSpPr>
          <p:spPr bwMode="auto">
            <a:xfrm>
              <a:off x="2739689" y="42255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4" name="Freeform 1330">
              <a:extLst>
                <a:ext uri="{FF2B5EF4-FFF2-40B4-BE49-F238E27FC236}">
                  <a16:creationId xmlns:a16="http://schemas.microsoft.com/office/drawing/2014/main" id="{0746DB45-1CCE-4875-8C55-40CAB08EC4F8}"/>
                </a:ext>
              </a:extLst>
            </p:cNvPr>
            <p:cNvSpPr>
              <a:spLocks noEditPoints="1"/>
            </p:cNvSpPr>
            <p:nvPr userDrawn="1"/>
          </p:nvSpPr>
          <p:spPr bwMode="auto">
            <a:xfrm>
              <a:off x="2352354" y="3773999"/>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9"/>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5" name="Freeform 1331">
              <a:extLst>
                <a:ext uri="{FF2B5EF4-FFF2-40B4-BE49-F238E27FC236}">
                  <a16:creationId xmlns:a16="http://schemas.microsoft.com/office/drawing/2014/main" id="{A186D397-C15E-49BC-A200-B02F83A2CB3B}"/>
                </a:ext>
              </a:extLst>
            </p:cNvPr>
            <p:cNvSpPr>
              <a:spLocks noEditPoints="1"/>
            </p:cNvSpPr>
            <p:nvPr userDrawn="1"/>
          </p:nvSpPr>
          <p:spPr bwMode="auto">
            <a:xfrm>
              <a:off x="2348340" y="3870331"/>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5 w 19"/>
                <a:gd name="T23" fmla="*/ 1 h 18"/>
                <a:gd name="T24" fmla="*/ 0 w 19"/>
                <a:gd name="T25" fmla="*/ 9 h 18"/>
                <a:gd name="T26" fmla="*/ 1 w 19"/>
                <a:gd name="T27" fmla="*/ 13 h 18"/>
                <a:gd name="T28" fmla="*/ 5 w 19"/>
                <a:gd name="T29" fmla="*/ 17 h 18"/>
                <a:gd name="T30" fmla="*/ 6 w 19"/>
                <a:gd name="T31" fmla="*/ 17 h 18"/>
                <a:gd name="T32" fmla="*/ 9 w 19"/>
                <a:gd name="T33" fmla="*/ 18 h 18"/>
                <a:gd name="T34" fmla="*/ 9 w 19"/>
                <a:gd name="T35" fmla="*/ 18 h 18"/>
                <a:gd name="T36" fmla="*/ 14 w 19"/>
                <a:gd name="T37" fmla="*/ 17 h 18"/>
                <a:gd name="T38" fmla="*/ 13 w 19"/>
                <a:gd name="T39" fmla="*/ 14 h 18"/>
                <a:gd name="T40" fmla="*/ 14 w 19"/>
                <a:gd name="T41" fmla="*/ 17 h 18"/>
                <a:gd name="T42" fmla="*/ 19 w 19"/>
                <a:gd name="T43" fmla="*/ 9 h 18"/>
                <a:gd name="T44" fmla="*/ 18 w 19"/>
                <a:gd name="T45" fmla="*/ 5 h 18"/>
                <a:gd name="T46" fmla="*/ 13 w 19"/>
                <a:gd name="T47" fmla="*/ 1 h 18"/>
                <a:gd name="T48" fmla="*/ 9 w 19"/>
                <a:gd name="T49" fmla="*/ 0 h 18"/>
                <a:gd name="T50" fmla="*/ 9 w 19"/>
                <a:gd name="T51" fmla="*/ 0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7"/>
                    <a:pt x="12" y="7"/>
                  </a:cubicBezTo>
                  <a:cubicBezTo>
                    <a:pt x="13" y="8"/>
                    <a:pt x="13" y="9"/>
                    <a:pt x="13" y="9"/>
                  </a:cubicBezTo>
                  <a:cubicBezTo>
                    <a:pt x="13" y="10"/>
                    <a:pt x="12" y="11"/>
                    <a:pt x="11" y="12"/>
                  </a:cubicBezTo>
                  <a:cubicBezTo>
                    <a:pt x="11" y="12"/>
                    <a:pt x="11" y="12"/>
                    <a:pt x="11" y="12"/>
                  </a:cubicBezTo>
                  <a:cubicBezTo>
                    <a:pt x="11" y="12"/>
                    <a:pt x="10" y="12"/>
                    <a:pt x="9" y="12"/>
                  </a:cubicBezTo>
                  <a:moveTo>
                    <a:pt x="9" y="0"/>
                  </a:moveTo>
                  <a:cubicBezTo>
                    <a:pt x="8" y="0"/>
                    <a:pt x="6" y="0"/>
                    <a:pt x="5" y="1"/>
                  </a:cubicBezTo>
                  <a:cubicBezTo>
                    <a:pt x="2" y="3"/>
                    <a:pt x="0" y="6"/>
                    <a:pt x="0" y="9"/>
                  </a:cubicBezTo>
                  <a:cubicBezTo>
                    <a:pt x="0" y="11"/>
                    <a:pt x="1" y="12"/>
                    <a:pt x="1" y="13"/>
                  </a:cubicBezTo>
                  <a:cubicBezTo>
                    <a:pt x="3" y="14"/>
                    <a:pt x="4" y="15"/>
                    <a:pt x="5" y="17"/>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6" name="Freeform 1332">
              <a:extLst>
                <a:ext uri="{FF2B5EF4-FFF2-40B4-BE49-F238E27FC236}">
                  <a16:creationId xmlns:a16="http://schemas.microsoft.com/office/drawing/2014/main" id="{AB0C6EB6-C50C-4C08-8E73-98126BCFC5BA}"/>
                </a:ext>
              </a:extLst>
            </p:cNvPr>
            <p:cNvSpPr>
              <a:spLocks/>
            </p:cNvSpPr>
            <p:nvPr userDrawn="1"/>
          </p:nvSpPr>
          <p:spPr bwMode="auto">
            <a:xfrm>
              <a:off x="2368410" y="3872338"/>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7" name="Freeform 1333">
              <a:extLst>
                <a:ext uri="{FF2B5EF4-FFF2-40B4-BE49-F238E27FC236}">
                  <a16:creationId xmlns:a16="http://schemas.microsoft.com/office/drawing/2014/main" id="{4810EDE8-82A7-413A-AFA5-5C13FCD54C44}"/>
                </a:ext>
              </a:extLst>
            </p:cNvPr>
            <p:cNvSpPr>
              <a:spLocks noEditPoints="1"/>
            </p:cNvSpPr>
            <p:nvPr userDrawn="1"/>
          </p:nvSpPr>
          <p:spPr bwMode="auto">
            <a:xfrm>
              <a:off x="2336299" y="3890400"/>
              <a:ext cx="22077" cy="20069"/>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8 w 14"/>
                <a:gd name="T21" fmla="*/ 8 h 14"/>
                <a:gd name="T22" fmla="*/ 8 w 14"/>
                <a:gd name="T23" fmla="*/ 8 h 14"/>
                <a:gd name="T24" fmla="*/ 8 w 14"/>
                <a:gd name="T25" fmla="*/ 8 h 14"/>
                <a:gd name="T26" fmla="*/ 7 w 14"/>
                <a:gd name="T27" fmla="*/ 9 h 14"/>
                <a:gd name="T28" fmla="*/ 7 w 14"/>
                <a:gd name="T29" fmla="*/ 0 h 14"/>
                <a:gd name="T30" fmla="*/ 7 w 14"/>
                <a:gd name="T31" fmla="*/ 0 h 14"/>
                <a:gd name="T32" fmla="*/ 3 w 14"/>
                <a:gd name="T33" fmla="*/ 1 h 14"/>
                <a:gd name="T34" fmla="*/ 3 w 14"/>
                <a:gd name="T35" fmla="*/ 1 h 14"/>
                <a:gd name="T36" fmla="*/ 3 w 14"/>
                <a:gd name="T37" fmla="*/ 1 h 14"/>
                <a:gd name="T38" fmla="*/ 0 w 14"/>
                <a:gd name="T39" fmla="*/ 7 h 14"/>
                <a:gd name="T40" fmla="*/ 1 w 14"/>
                <a:gd name="T41" fmla="*/ 11 h 14"/>
                <a:gd name="T42" fmla="*/ 5 w 14"/>
                <a:gd name="T43" fmla="*/ 14 h 14"/>
                <a:gd name="T44" fmla="*/ 8 w 14"/>
                <a:gd name="T45" fmla="*/ 14 h 14"/>
                <a:gd name="T46" fmla="*/ 8 w 14"/>
                <a:gd name="T47" fmla="*/ 14 h 14"/>
                <a:gd name="T48" fmla="*/ 10 w 14"/>
                <a:gd name="T49" fmla="*/ 14 h 14"/>
                <a:gd name="T50" fmla="*/ 11 w 14"/>
                <a:gd name="T51" fmla="*/ 14 h 14"/>
                <a:gd name="T52" fmla="*/ 11 w 14"/>
                <a:gd name="T53" fmla="*/ 14 h 14"/>
                <a:gd name="T54" fmla="*/ 14 w 14"/>
                <a:gd name="T55" fmla="*/ 7 h 14"/>
                <a:gd name="T56" fmla="*/ 14 w 14"/>
                <a:gd name="T57" fmla="*/ 4 h 14"/>
                <a:gd name="T58" fmla="*/ 10 w 14"/>
                <a:gd name="T59" fmla="*/ 1 h 14"/>
                <a:gd name="T60" fmla="*/ 9 w 14"/>
                <a:gd name="T61" fmla="*/ 0 h 14"/>
                <a:gd name="T62" fmla="*/ 7 w 14"/>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3" y="1"/>
                    <a:pt x="3" y="1"/>
                    <a:pt x="3" y="1"/>
                  </a:cubicBezTo>
                  <a:cubicBezTo>
                    <a:pt x="1" y="3"/>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8" name="Freeform 1334">
              <a:extLst>
                <a:ext uri="{FF2B5EF4-FFF2-40B4-BE49-F238E27FC236}">
                  <a16:creationId xmlns:a16="http://schemas.microsoft.com/office/drawing/2014/main" id="{8D8852B5-CFCB-4465-A307-BE341B355926}"/>
                </a:ext>
              </a:extLst>
            </p:cNvPr>
            <p:cNvSpPr>
              <a:spLocks/>
            </p:cNvSpPr>
            <p:nvPr userDrawn="1"/>
          </p:nvSpPr>
          <p:spPr bwMode="auto">
            <a:xfrm>
              <a:off x="2350348" y="3890400"/>
              <a:ext cx="8028" cy="6021"/>
            </a:xfrm>
            <a:custGeom>
              <a:avLst/>
              <a:gdLst>
                <a:gd name="T0" fmla="*/ 0 w 5"/>
                <a:gd name="T1" fmla="*/ 0 h 4"/>
                <a:gd name="T2" fmla="*/ 1 w 5"/>
                <a:gd name="T3" fmla="*/ 1 h 4"/>
                <a:gd name="T4" fmla="*/ 5 w 5"/>
                <a:gd name="T5" fmla="*/ 4 h 4"/>
                <a:gd name="T6" fmla="*/ 4 w 5"/>
                <a:gd name="T7" fmla="*/ 4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9" name="Freeform 1335">
              <a:extLst>
                <a:ext uri="{FF2B5EF4-FFF2-40B4-BE49-F238E27FC236}">
                  <a16:creationId xmlns:a16="http://schemas.microsoft.com/office/drawing/2014/main" id="{1612188F-9FC9-4EB0-ADB8-D713693261E1}"/>
                </a:ext>
              </a:extLst>
            </p:cNvPr>
            <p:cNvSpPr>
              <a:spLocks noEditPoints="1"/>
            </p:cNvSpPr>
            <p:nvPr userDrawn="1"/>
          </p:nvSpPr>
          <p:spPr bwMode="auto">
            <a:xfrm>
              <a:off x="2338307" y="3910469"/>
              <a:ext cx="20069" cy="20069"/>
            </a:xfrm>
            <a:custGeom>
              <a:avLst/>
              <a:gdLst>
                <a:gd name="T0" fmla="*/ 7 w 13"/>
                <a:gd name="T1" fmla="*/ 7 h 13"/>
                <a:gd name="T2" fmla="*/ 7 w 13"/>
                <a:gd name="T3" fmla="*/ 7 h 13"/>
                <a:gd name="T4" fmla="*/ 6 w 13"/>
                <a:gd name="T5" fmla="*/ 6 h 13"/>
                <a:gd name="T6" fmla="*/ 7 w 13"/>
                <a:gd name="T7" fmla="*/ 6 h 13"/>
                <a:gd name="T8" fmla="*/ 7 w 13"/>
                <a:gd name="T9" fmla="*/ 6 h 13"/>
                <a:gd name="T10" fmla="*/ 7 w 13"/>
                <a:gd name="T11" fmla="*/ 6 h 13"/>
                <a:gd name="T12" fmla="*/ 7 w 13"/>
                <a:gd name="T13" fmla="*/ 7 h 13"/>
                <a:gd name="T14" fmla="*/ 7 w 13"/>
                <a:gd name="T15" fmla="*/ 7 h 13"/>
                <a:gd name="T16" fmla="*/ 6 w 13"/>
                <a:gd name="T17" fmla="*/ 7 h 13"/>
                <a:gd name="T18" fmla="*/ 6 w 13"/>
                <a:gd name="T19" fmla="*/ 6 h 13"/>
                <a:gd name="T20" fmla="*/ 6 w 13"/>
                <a:gd name="T21" fmla="*/ 6 h 13"/>
                <a:gd name="T22" fmla="*/ 6 w 13"/>
                <a:gd name="T23" fmla="*/ 6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cubicBezTo>
                    <a:pt x="6" y="6"/>
                    <a:pt x="6" y="6"/>
                    <a:pt x="6" y="6"/>
                  </a:cubicBezTo>
                  <a:cubicBezTo>
                    <a:pt x="6" y="6"/>
                    <a:pt x="6" y="6"/>
                    <a:pt x="6" y="6"/>
                  </a:cubicBezTo>
                  <a:moveTo>
                    <a:pt x="9" y="0"/>
                  </a:moveTo>
                  <a:cubicBezTo>
                    <a:pt x="8" y="0"/>
                    <a:pt x="7" y="1"/>
                    <a:pt x="6" y="1"/>
                  </a:cubicBezTo>
                  <a:cubicBezTo>
                    <a:pt x="6" y="1"/>
                    <a:pt x="6" y="1"/>
                    <a:pt x="6" y="1"/>
                  </a:cubicBezTo>
                  <a:cubicBezTo>
                    <a:pt x="5" y="1"/>
                    <a:pt x="5" y="1"/>
                    <a:pt x="4" y="0"/>
                  </a:cubicBezTo>
                  <a:cubicBezTo>
                    <a:pt x="4" y="1"/>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0" name="Freeform 1336">
              <a:extLst>
                <a:ext uri="{FF2B5EF4-FFF2-40B4-BE49-F238E27FC236}">
                  <a16:creationId xmlns:a16="http://schemas.microsoft.com/office/drawing/2014/main" id="{664846F1-AAE8-47C5-917C-B0AF96662676}"/>
                </a:ext>
              </a:extLst>
            </p:cNvPr>
            <p:cNvSpPr>
              <a:spLocks/>
            </p:cNvSpPr>
            <p:nvPr userDrawn="1"/>
          </p:nvSpPr>
          <p:spPr bwMode="auto">
            <a:xfrm>
              <a:off x="2344327" y="3910469"/>
              <a:ext cx="8028" cy="2008"/>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1" name="Freeform 1337">
              <a:extLst>
                <a:ext uri="{FF2B5EF4-FFF2-40B4-BE49-F238E27FC236}">
                  <a16:creationId xmlns:a16="http://schemas.microsoft.com/office/drawing/2014/main" id="{5DDA628C-27C8-40C9-9E15-20EE166A5D18}"/>
                </a:ext>
              </a:extLst>
            </p:cNvPr>
            <p:cNvSpPr>
              <a:spLocks noEditPoints="1"/>
            </p:cNvSpPr>
            <p:nvPr userDrawn="1"/>
          </p:nvSpPr>
          <p:spPr bwMode="auto">
            <a:xfrm>
              <a:off x="2928339" y="5355446"/>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 w 101"/>
                <a:gd name="T23" fmla="*/ 27 h 99"/>
                <a:gd name="T24" fmla="*/ 5 w 101"/>
                <a:gd name="T25" fmla="*/ 27 h 99"/>
                <a:gd name="T26" fmla="*/ 0 w 101"/>
                <a:gd name="T27" fmla="*/ 49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0" y="88"/>
                  </a:cubicBezTo>
                  <a:cubicBezTo>
                    <a:pt x="15" y="81"/>
                    <a:pt x="6" y="65"/>
                    <a:pt x="6" y="49"/>
                  </a:cubicBezTo>
                  <a:cubicBezTo>
                    <a:pt x="6" y="43"/>
                    <a:pt x="7" y="36"/>
                    <a:pt x="11" y="30"/>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5"/>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2" name="Freeform 1338">
              <a:extLst>
                <a:ext uri="{FF2B5EF4-FFF2-40B4-BE49-F238E27FC236}">
                  <a16:creationId xmlns:a16="http://schemas.microsoft.com/office/drawing/2014/main" id="{B62C4691-BB6E-46AD-8AD0-AAA5DFE37A39}"/>
                </a:ext>
              </a:extLst>
            </p:cNvPr>
            <p:cNvSpPr>
              <a:spLocks noEditPoints="1"/>
            </p:cNvSpPr>
            <p:nvPr userDrawn="1"/>
          </p:nvSpPr>
          <p:spPr bwMode="auto">
            <a:xfrm>
              <a:off x="2924325" y="5481882"/>
              <a:ext cx="32111" cy="32111"/>
            </a:xfrm>
            <a:custGeom>
              <a:avLst/>
              <a:gdLst>
                <a:gd name="T0" fmla="*/ 6 w 22"/>
                <a:gd name="T1" fmla="*/ 20 h 21"/>
                <a:gd name="T2" fmla="*/ 6 w 22"/>
                <a:gd name="T3" fmla="*/ 20 h 21"/>
                <a:gd name="T4" fmla="*/ 6 w 22"/>
                <a:gd name="T5" fmla="*/ 20 h 21"/>
                <a:gd name="T6" fmla="*/ 6 w 22"/>
                <a:gd name="T7" fmla="*/ 20 h 21"/>
                <a:gd name="T8" fmla="*/ 6 w 22"/>
                <a:gd name="T9" fmla="*/ 8 h 21"/>
                <a:gd name="T10" fmla="*/ 11 w 22"/>
                <a:gd name="T11" fmla="*/ 6 h 21"/>
                <a:gd name="T12" fmla="*/ 13 w 22"/>
                <a:gd name="T13" fmla="*/ 6 h 21"/>
                <a:gd name="T14" fmla="*/ 13 w 22"/>
                <a:gd name="T15" fmla="*/ 6 h 21"/>
                <a:gd name="T16" fmla="*/ 16 w 22"/>
                <a:gd name="T17" fmla="*/ 11 h 21"/>
                <a:gd name="T18" fmla="*/ 16 w 22"/>
                <a:gd name="T19" fmla="*/ 13 h 21"/>
                <a:gd name="T20" fmla="*/ 11 w 22"/>
                <a:gd name="T21" fmla="*/ 15 h 21"/>
                <a:gd name="T22" fmla="*/ 9 w 22"/>
                <a:gd name="T23" fmla="*/ 15 h 21"/>
                <a:gd name="T24" fmla="*/ 9 w 22"/>
                <a:gd name="T25" fmla="*/ 15 h 21"/>
                <a:gd name="T26" fmla="*/ 6 w 22"/>
                <a:gd name="T27" fmla="*/ 11 h 21"/>
                <a:gd name="T28" fmla="*/ 6 w 22"/>
                <a:gd name="T29" fmla="*/ 8 h 21"/>
                <a:gd name="T30" fmla="*/ 4 w 22"/>
                <a:gd name="T31" fmla="*/ 7 h 21"/>
                <a:gd name="T32" fmla="*/ 6 w 22"/>
                <a:gd name="T33" fmla="*/ 8 h 21"/>
                <a:gd name="T34" fmla="*/ 11 w 22"/>
                <a:gd name="T35" fmla="*/ 0 h 21"/>
                <a:gd name="T36" fmla="*/ 11 w 22"/>
                <a:gd name="T37" fmla="*/ 0 h 21"/>
                <a:gd name="T38" fmla="*/ 1 w 22"/>
                <a:gd name="T39" fmla="*/ 6 h 21"/>
                <a:gd name="T40" fmla="*/ 1 w 22"/>
                <a:gd name="T41" fmla="*/ 6 h 21"/>
                <a:gd name="T42" fmla="*/ 0 w 22"/>
                <a:gd name="T43" fmla="*/ 11 h 21"/>
                <a:gd name="T44" fmla="*/ 6 w 22"/>
                <a:gd name="T45" fmla="*/ 20 h 21"/>
                <a:gd name="T46" fmla="*/ 6 w 22"/>
                <a:gd name="T47" fmla="*/ 20 h 21"/>
                <a:gd name="T48" fmla="*/ 11 w 22"/>
                <a:gd name="T49" fmla="*/ 21 h 21"/>
                <a:gd name="T50" fmla="*/ 11 w 22"/>
                <a:gd name="T51" fmla="*/ 21 h 21"/>
                <a:gd name="T52" fmla="*/ 21 w 22"/>
                <a:gd name="T53" fmla="*/ 15 h 21"/>
                <a:gd name="T54" fmla="*/ 22 w 22"/>
                <a:gd name="T55" fmla="*/ 11 h 21"/>
                <a:gd name="T56" fmla="*/ 16 w 22"/>
                <a:gd name="T57" fmla="*/ 1 h 21"/>
                <a:gd name="T58" fmla="*/ 16 w 22"/>
                <a:gd name="T59" fmla="*/ 1 h 21"/>
                <a:gd name="T60" fmla="*/ 11 w 22"/>
                <a:gd name="T6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1">
                  <a:moveTo>
                    <a:pt x="6" y="20"/>
                  </a:moveTo>
                  <a:cubicBezTo>
                    <a:pt x="6" y="20"/>
                    <a:pt x="6" y="20"/>
                    <a:pt x="6" y="20"/>
                  </a:cubicBezTo>
                  <a:cubicBezTo>
                    <a:pt x="6" y="20"/>
                    <a:pt x="6" y="20"/>
                    <a:pt x="6" y="20"/>
                  </a:cubicBezTo>
                  <a:cubicBezTo>
                    <a:pt x="6" y="20"/>
                    <a:pt x="6" y="20"/>
                    <a:pt x="6" y="20"/>
                  </a:cubicBezTo>
                  <a:moveTo>
                    <a:pt x="6"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8"/>
                    <a:pt x="6" y="20"/>
                  </a:cubicBezTo>
                  <a:cubicBezTo>
                    <a:pt x="6" y="20"/>
                    <a:pt x="6" y="20"/>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3" name="Freeform 1339">
              <a:extLst>
                <a:ext uri="{FF2B5EF4-FFF2-40B4-BE49-F238E27FC236}">
                  <a16:creationId xmlns:a16="http://schemas.microsoft.com/office/drawing/2014/main" id="{71A84AFB-D09F-405B-8CA7-94C3E0D29E60}"/>
                </a:ext>
              </a:extLst>
            </p:cNvPr>
            <p:cNvSpPr>
              <a:spLocks noEditPoints="1"/>
            </p:cNvSpPr>
            <p:nvPr userDrawn="1"/>
          </p:nvSpPr>
          <p:spPr bwMode="auto">
            <a:xfrm>
              <a:off x="2906262" y="5507972"/>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8 w 17"/>
                <a:gd name="T13" fmla="*/ 11 h 17"/>
                <a:gd name="T14" fmla="*/ 7 w 17"/>
                <a:gd name="T15" fmla="*/ 10 h 17"/>
                <a:gd name="T16" fmla="*/ 6 w 17"/>
                <a:gd name="T17" fmla="*/ 8 h 17"/>
                <a:gd name="T18" fmla="*/ 6 w 17"/>
                <a:gd name="T19" fmla="*/ 7 h 17"/>
                <a:gd name="T20" fmla="*/ 6 w 17"/>
                <a:gd name="T21" fmla="*/ 7 h 17"/>
                <a:gd name="T22" fmla="*/ 8 w 17"/>
                <a:gd name="T23" fmla="*/ 0 h 17"/>
                <a:gd name="T24" fmla="*/ 8 w 17"/>
                <a:gd name="T25" fmla="*/ 0 h 17"/>
                <a:gd name="T26" fmla="*/ 1 w 17"/>
                <a:gd name="T27" fmla="*/ 4 h 17"/>
                <a:gd name="T28" fmla="*/ 3 w 17"/>
                <a:gd name="T29" fmla="*/ 6 h 17"/>
                <a:gd name="T30" fmla="*/ 1 w 17"/>
                <a:gd name="T31" fmla="*/ 4 h 17"/>
                <a:gd name="T32" fmla="*/ 0 w 17"/>
                <a:gd name="T33" fmla="*/ 8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8 h 17"/>
                <a:gd name="T48" fmla="*/ 12 w 17"/>
                <a:gd name="T49" fmla="*/ 0 h 17"/>
                <a:gd name="T50" fmla="*/ 12 w 17"/>
                <a:gd name="T51" fmla="*/ 0 h 17"/>
                <a:gd name="T52" fmla="*/ 8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7"/>
                  </a:moveTo>
                  <a:cubicBezTo>
                    <a:pt x="6" y="6"/>
                    <a:pt x="7" y="6"/>
                    <a:pt x="8" y="6"/>
                  </a:cubicBezTo>
                  <a:cubicBezTo>
                    <a:pt x="9" y="6"/>
                    <a:pt x="9" y="6"/>
                    <a:pt x="10" y="6"/>
                  </a:cubicBezTo>
                  <a:cubicBezTo>
                    <a:pt x="10" y="6"/>
                    <a:pt x="10" y="6"/>
                    <a:pt x="10"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cubicBezTo>
                    <a:pt x="6" y="7"/>
                    <a:pt x="6" y="7"/>
                    <a:pt x="6" y="7"/>
                  </a:cubicBezTo>
                  <a:moveTo>
                    <a:pt x="8" y="0"/>
                  </a:moveTo>
                  <a:cubicBezTo>
                    <a:pt x="8" y="0"/>
                    <a:pt x="8" y="0"/>
                    <a:pt x="8" y="0"/>
                  </a:cubicBezTo>
                  <a:cubicBezTo>
                    <a:pt x="5" y="0"/>
                    <a:pt x="2" y="1"/>
                    <a:pt x="1" y="4"/>
                  </a:cubicBezTo>
                  <a:cubicBezTo>
                    <a:pt x="3" y="6"/>
                    <a:pt x="3" y="6"/>
                    <a:pt x="3" y="6"/>
                  </a:cubicBezTo>
                  <a:cubicBezTo>
                    <a:pt x="1" y="4"/>
                    <a:pt x="1" y="4"/>
                    <a:pt x="1" y="4"/>
                  </a:cubicBezTo>
                  <a:cubicBezTo>
                    <a:pt x="0" y="5"/>
                    <a:pt x="0" y="7"/>
                    <a:pt x="0" y="8"/>
                  </a:cubicBezTo>
                  <a:cubicBezTo>
                    <a:pt x="0" y="11"/>
                    <a:pt x="1" y="14"/>
                    <a:pt x="4" y="16"/>
                  </a:cubicBezTo>
                  <a:cubicBezTo>
                    <a:pt x="4" y="16"/>
                    <a:pt x="4" y="16"/>
                    <a:pt x="4" y="16"/>
                  </a:cubicBezTo>
                  <a:cubicBezTo>
                    <a:pt x="6" y="16"/>
                    <a:pt x="7" y="17"/>
                    <a:pt x="8" y="17"/>
                  </a:cubicBezTo>
                  <a:cubicBezTo>
                    <a:pt x="8" y="17"/>
                    <a:pt x="8" y="17"/>
                    <a:pt x="8" y="17"/>
                  </a:cubicBezTo>
                  <a:cubicBezTo>
                    <a:pt x="8" y="17"/>
                    <a:pt x="8" y="17"/>
                    <a:pt x="8" y="17"/>
                  </a:cubicBezTo>
                  <a:cubicBezTo>
                    <a:pt x="11" y="17"/>
                    <a:pt x="15" y="15"/>
                    <a:pt x="16" y="12"/>
                  </a:cubicBezTo>
                  <a:cubicBezTo>
                    <a:pt x="17" y="11"/>
                    <a:pt x="17" y="9"/>
                    <a:pt x="17" y="8"/>
                  </a:cubicBezTo>
                  <a:cubicBezTo>
                    <a:pt x="17" y="5"/>
                    <a:pt x="15" y="2"/>
                    <a:pt x="12" y="0"/>
                  </a:cubicBezTo>
                  <a:cubicBezTo>
                    <a:pt x="12" y="0"/>
                    <a:pt x="12" y="0"/>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4" name="Freeform 1340">
              <a:extLst>
                <a:ext uri="{FF2B5EF4-FFF2-40B4-BE49-F238E27FC236}">
                  <a16:creationId xmlns:a16="http://schemas.microsoft.com/office/drawing/2014/main" id="{6F62348C-8544-497F-A3B3-78B2C122B636}"/>
                </a:ext>
              </a:extLst>
            </p:cNvPr>
            <p:cNvSpPr>
              <a:spLocks noEditPoints="1"/>
            </p:cNvSpPr>
            <p:nvPr userDrawn="1"/>
          </p:nvSpPr>
          <p:spPr bwMode="auto">
            <a:xfrm>
              <a:off x="2882179" y="5509979"/>
              <a:ext cx="24083" cy="22077"/>
            </a:xfrm>
            <a:custGeom>
              <a:avLst/>
              <a:gdLst>
                <a:gd name="T0" fmla="*/ 9 w 16"/>
                <a:gd name="T1" fmla="*/ 8 h 15"/>
                <a:gd name="T2" fmla="*/ 9 w 16"/>
                <a:gd name="T3" fmla="*/ 8 h 15"/>
                <a:gd name="T4" fmla="*/ 9 w 16"/>
                <a:gd name="T5" fmla="*/ 8 h 15"/>
                <a:gd name="T6" fmla="*/ 9 w 16"/>
                <a:gd name="T7" fmla="*/ 8 h 15"/>
                <a:gd name="T8" fmla="*/ 8 w 16"/>
                <a:gd name="T9" fmla="*/ 9 h 15"/>
                <a:gd name="T10" fmla="*/ 7 w 16"/>
                <a:gd name="T11" fmla="*/ 9 h 15"/>
                <a:gd name="T12" fmla="*/ 6 w 16"/>
                <a:gd name="T13" fmla="*/ 8 h 15"/>
                <a:gd name="T14" fmla="*/ 6 w 16"/>
                <a:gd name="T15" fmla="*/ 7 h 15"/>
                <a:gd name="T16" fmla="*/ 4 w 16"/>
                <a:gd name="T17" fmla="*/ 6 h 15"/>
                <a:gd name="T18" fmla="*/ 6 w 16"/>
                <a:gd name="T19" fmla="*/ 7 h 15"/>
                <a:gd name="T20" fmla="*/ 8 w 16"/>
                <a:gd name="T21" fmla="*/ 6 h 15"/>
                <a:gd name="T22" fmla="*/ 9 w 16"/>
                <a:gd name="T23" fmla="*/ 6 h 15"/>
                <a:gd name="T24" fmla="*/ 10 w 16"/>
                <a:gd name="T25" fmla="*/ 8 h 15"/>
                <a:gd name="T26" fmla="*/ 9 w 16"/>
                <a:gd name="T27" fmla="*/ 8 h 15"/>
                <a:gd name="T28" fmla="*/ 9 w 16"/>
                <a:gd name="T29" fmla="*/ 8 h 15"/>
                <a:gd name="T30" fmla="*/ 9 w 16"/>
                <a:gd name="T31" fmla="*/ 8 h 15"/>
                <a:gd name="T32" fmla="*/ 9 w 16"/>
                <a:gd name="T33" fmla="*/ 8 h 15"/>
                <a:gd name="T34" fmla="*/ 9 w 16"/>
                <a:gd name="T35" fmla="*/ 9 h 15"/>
                <a:gd name="T36" fmla="*/ 9 w 16"/>
                <a:gd name="T37" fmla="*/ 8 h 15"/>
                <a:gd name="T38" fmla="*/ 8 w 16"/>
                <a:gd name="T39" fmla="*/ 9 h 15"/>
                <a:gd name="T40" fmla="*/ 8 w 16"/>
                <a:gd name="T41" fmla="*/ 0 h 15"/>
                <a:gd name="T42" fmla="*/ 1 w 16"/>
                <a:gd name="T43" fmla="*/ 4 h 15"/>
                <a:gd name="T44" fmla="*/ 1 w 16"/>
                <a:gd name="T45" fmla="*/ 4 h 15"/>
                <a:gd name="T46" fmla="*/ 0 w 16"/>
                <a:gd name="T47" fmla="*/ 8 h 15"/>
                <a:gd name="T48" fmla="*/ 5 w 16"/>
                <a:gd name="T49" fmla="*/ 15 h 15"/>
                <a:gd name="T50" fmla="*/ 8 w 16"/>
                <a:gd name="T51" fmla="*/ 15 h 15"/>
                <a:gd name="T52" fmla="*/ 8 w 16"/>
                <a:gd name="T53" fmla="*/ 15 h 15"/>
                <a:gd name="T54" fmla="*/ 15 w 16"/>
                <a:gd name="T55" fmla="*/ 11 h 15"/>
                <a:gd name="T56" fmla="*/ 15 w 16"/>
                <a:gd name="T57" fmla="*/ 11 h 15"/>
                <a:gd name="T58" fmla="*/ 16 w 16"/>
                <a:gd name="T59" fmla="*/ 8 h 15"/>
                <a:gd name="T60" fmla="*/ 11 w 16"/>
                <a:gd name="T61" fmla="*/ 1 h 15"/>
                <a:gd name="T62" fmla="*/ 8 w 16"/>
                <a:gd name="T63" fmla="*/ 0 h 15"/>
                <a:gd name="T64" fmla="*/ 8 w 16"/>
                <a:gd name="T65" fmla="*/ 0 h 15"/>
                <a:gd name="T66" fmla="*/ 8 w 16"/>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5">
                  <a:moveTo>
                    <a:pt x="9" y="8"/>
                  </a:moveTo>
                  <a:cubicBezTo>
                    <a:pt x="9" y="8"/>
                    <a:pt x="9" y="8"/>
                    <a:pt x="9" y="8"/>
                  </a:cubicBezTo>
                  <a:cubicBezTo>
                    <a:pt x="9" y="8"/>
                    <a:pt x="9" y="8"/>
                    <a:pt x="9" y="8"/>
                  </a:cubicBezTo>
                  <a:cubicBezTo>
                    <a:pt x="9" y="8"/>
                    <a:pt x="9" y="8"/>
                    <a:pt x="9" y="8"/>
                  </a:cubicBezTo>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5" name="Freeform 1341">
              <a:extLst>
                <a:ext uri="{FF2B5EF4-FFF2-40B4-BE49-F238E27FC236}">
                  <a16:creationId xmlns:a16="http://schemas.microsoft.com/office/drawing/2014/main" id="{6B81F5F4-4B24-4A5F-9AA0-6BFDC2DA870C}"/>
                </a:ext>
              </a:extLst>
            </p:cNvPr>
            <p:cNvSpPr>
              <a:spLocks noEditPoints="1"/>
            </p:cNvSpPr>
            <p:nvPr userDrawn="1"/>
          </p:nvSpPr>
          <p:spPr bwMode="auto">
            <a:xfrm>
              <a:off x="2842041" y="4787491"/>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2 h 276"/>
                <a:gd name="T16" fmla="*/ 73 w 80"/>
                <a:gd name="T17" fmla="*/ 243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4 h 276"/>
                <a:gd name="T60" fmla="*/ 79 w 80"/>
                <a:gd name="T61" fmla="*/ 242 h 276"/>
                <a:gd name="T62" fmla="*/ 80 w 80"/>
                <a:gd name="T63" fmla="*/ 217 h 276"/>
                <a:gd name="T64" fmla="*/ 67 w 80"/>
                <a:gd name="T65" fmla="*/ 46 h 276"/>
                <a:gd name="T66" fmla="*/ 37 w 80"/>
                <a:gd name="T67" fmla="*/ 29 h 276"/>
                <a:gd name="T68" fmla="*/ 36 w 80"/>
                <a:gd name="T69" fmla="*/ 29 h 276"/>
                <a:gd name="T70" fmla="*/ 36 w 80"/>
                <a:gd name="T71" fmla="*/ 29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70"/>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6"/>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4"/>
                  </a:cubicBezTo>
                  <a:cubicBezTo>
                    <a:pt x="79" y="243"/>
                    <a:pt x="79" y="243"/>
                    <a:pt x="79" y="243"/>
                  </a:cubicBezTo>
                  <a:cubicBezTo>
                    <a:pt x="79" y="242"/>
                    <a:pt x="79" y="242"/>
                    <a:pt x="79" y="242"/>
                  </a:cubicBezTo>
                  <a:cubicBezTo>
                    <a:pt x="79" y="242"/>
                    <a:pt x="79" y="242"/>
                    <a:pt x="79" y="242"/>
                  </a:cubicBezTo>
                  <a:cubicBezTo>
                    <a:pt x="80" y="236"/>
                    <a:pt x="80" y="228"/>
                    <a:pt x="80" y="217"/>
                  </a:cubicBezTo>
                  <a:cubicBezTo>
                    <a:pt x="80" y="164"/>
                    <a:pt x="72" y="66"/>
                    <a:pt x="72" y="63"/>
                  </a:cubicBezTo>
                  <a:cubicBezTo>
                    <a:pt x="71" y="62"/>
                    <a:pt x="71" y="54"/>
                    <a:pt x="67" y="46"/>
                  </a:cubicBezTo>
                  <a:cubicBezTo>
                    <a:pt x="65" y="42"/>
                    <a:pt x="62"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6" name="Freeform 1342">
              <a:extLst>
                <a:ext uri="{FF2B5EF4-FFF2-40B4-BE49-F238E27FC236}">
                  <a16:creationId xmlns:a16="http://schemas.microsoft.com/office/drawing/2014/main" id="{E74734FF-9151-4CCF-B518-7C1B353D175B}"/>
                </a:ext>
              </a:extLst>
            </p:cNvPr>
            <p:cNvSpPr>
              <a:spLocks noEditPoints="1"/>
            </p:cNvSpPr>
            <p:nvPr userDrawn="1"/>
          </p:nvSpPr>
          <p:spPr bwMode="auto">
            <a:xfrm>
              <a:off x="2890207"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7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7" name="Freeform 1343">
              <a:extLst>
                <a:ext uri="{FF2B5EF4-FFF2-40B4-BE49-F238E27FC236}">
                  <a16:creationId xmlns:a16="http://schemas.microsoft.com/office/drawing/2014/main" id="{16A4B659-7161-40F4-A805-C8AA5C32B10C}"/>
                </a:ext>
              </a:extLst>
            </p:cNvPr>
            <p:cNvSpPr>
              <a:spLocks noEditPoints="1"/>
            </p:cNvSpPr>
            <p:nvPr userDrawn="1"/>
          </p:nvSpPr>
          <p:spPr bwMode="auto">
            <a:xfrm>
              <a:off x="2878165" y="4121195"/>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9 h 116"/>
                <a:gd name="T50" fmla="*/ 6 w 76"/>
                <a:gd name="T51" fmla="*/ 40 h 116"/>
                <a:gd name="T52" fmla="*/ 9 w 76"/>
                <a:gd name="T53" fmla="*/ 19 h 116"/>
                <a:gd name="T54" fmla="*/ 12 w 76"/>
                <a:gd name="T55" fmla="*/ 12 h 116"/>
                <a:gd name="T56" fmla="*/ 17 w 76"/>
                <a:gd name="T57" fmla="*/ 10 h 116"/>
                <a:gd name="T58" fmla="*/ 17 w 76"/>
                <a:gd name="T59" fmla="*/ 10 h 116"/>
                <a:gd name="T60" fmla="*/ 60 w 76"/>
                <a:gd name="T61" fmla="*/ 0 h 116"/>
                <a:gd name="T62" fmla="*/ 60 w 76"/>
                <a:gd name="T63" fmla="*/ 0 h 116"/>
                <a:gd name="T64" fmla="*/ 60 w 76"/>
                <a:gd name="T65" fmla="*/ 0 h 116"/>
                <a:gd name="T66" fmla="*/ 16 w 76"/>
                <a:gd name="T67" fmla="*/ 4 h 116"/>
                <a:gd name="T68" fmla="*/ 8 w 76"/>
                <a:gd name="T69" fmla="*/ 8 h 116"/>
                <a:gd name="T70" fmla="*/ 2 w 76"/>
                <a:gd name="T71" fmla="*/ 22 h 116"/>
                <a:gd name="T72" fmla="*/ 0 w 76"/>
                <a:gd name="T73" fmla="*/ 40 h 116"/>
                <a:gd name="T74" fmla="*/ 2 w 76"/>
                <a:gd name="T75" fmla="*/ 61 h 116"/>
                <a:gd name="T76" fmla="*/ 9 w 76"/>
                <a:gd name="T77" fmla="*/ 82 h 116"/>
                <a:gd name="T78" fmla="*/ 15 w 76"/>
                <a:gd name="T79" fmla="*/ 88 h 116"/>
                <a:gd name="T80" fmla="*/ 16 w 76"/>
                <a:gd name="T81" fmla="*/ 89 h 116"/>
                <a:gd name="T82" fmla="*/ 38 w 76"/>
                <a:gd name="T83" fmla="*/ 90 h 116"/>
                <a:gd name="T84" fmla="*/ 26 w 76"/>
                <a:gd name="T85" fmla="*/ 116 h 116"/>
                <a:gd name="T86" fmla="*/ 56 w 76"/>
                <a:gd name="T87" fmla="*/ 90 h 116"/>
                <a:gd name="T88" fmla="*/ 72 w 76"/>
                <a:gd name="T89" fmla="*/ 85 h 116"/>
                <a:gd name="T90" fmla="*/ 76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8" name="Freeform 1344">
              <a:extLst>
                <a:ext uri="{FF2B5EF4-FFF2-40B4-BE49-F238E27FC236}">
                  <a16:creationId xmlns:a16="http://schemas.microsoft.com/office/drawing/2014/main" id="{9C0D96C2-0975-4AEB-9179-E1AD0E9C2980}"/>
                </a:ext>
              </a:extLst>
            </p:cNvPr>
            <p:cNvSpPr>
              <a:spLocks noEditPoints="1"/>
            </p:cNvSpPr>
            <p:nvPr userDrawn="1"/>
          </p:nvSpPr>
          <p:spPr bwMode="auto">
            <a:xfrm>
              <a:off x="2791869" y="4333928"/>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58 w 165"/>
                <a:gd name="T31" fmla="*/ 59 h 65"/>
                <a:gd name="T32" fmla="*/ 11 w 165"/>
                <a:gd name="T33" fmla="*/ 47 h 65"/>
                <a:gd name="T34" fmla="*/ 9 w 165"/>
                <a:gd name="T35" fmla="*/ 46 h 65"/>
                <a:gd name="T36" fmla="*/ 12 w 165"/>
                <a:gd name="T37" fmla="*/ 13 h 65"/>
                <a:gd name="T38" fmla="*/ 17 w 165"/>
                <a:gd name="T39" fmla="*/ 10 h 65"/>
                <a:gd name="T40" fmla="*/ 58 w 165"/>
                <a:gd name="T41" fmla="*/ 0 h 65"/>
                <a:gd name="T42" fmla="*/ 15 w 165"/>
                <a:gd name="T43" fmla="*/ 4 h 65"/>
                <a:gd name="T44" fmla="*/ 15 w 165"/>
                <a:gd name="T45" fmla="*/ 4 h 65"/>
                <a:gd name="T46" fmla="*/ 0 w 165"/>
                <a:gd name="T47" fmla="*/ 29 h 65"/>
                <a:gd name="T48" fmla="*/ 4 w 165"/>
                <a:gd name="T49" fmla="*/ 48 h 65"/>
                <a:gd name="T50" fmla="*/ 15 w 165"/>
                <a:gd name="T51" fmla="*/ 57 h 65"/>
                <a:gd name="T52" fmla="*/ 58 w 165"/>
                <a:gd name="T53" fmla="*/ 65 h 65"/>
                <a:gd name="T54" fmla="*/ 71 w 165"/>
                <a:gd name="T55" fmla="*/ 65 h 65"/>
                <a:gd name="T56" fmla="*/ 165 w 165"/>
                <a:gd name="T57" fmla="*/ 48 h 65"/>
                <a:gd name="T58" fmla="*/ 116 w 165"/>
                <a:gd name="T59" fmla="*/ 46 h 65"/>
                <a:gd name="T60" fmla="*/ 114 w 165"/>
                <a:gd name="T61" fmla="*/ 43 h 65"/>
                <a:gd name="T62" fmla="*/ 119 w 165"/>
                <a:gd name="T63" fmla="*/ 23 h 65"/>
                <a:gd name="T64" fmla="*/ 115 w 165"/>
                <a:gd name="T65" fmla="*/ 12 h 65"/>
                <a:gd name="T66" fmla="*/ 113 w 165"/>
                <a:gd name="T67" fmla="*/ 14 h 65"/>
                <a:gd name="T68" fmla="*/ 113 w 165"/>
                <a:gd name="T69" fmla="*/ 14 h 65"/>
                <a:gd name="T70" fmla="*/ 58 w 165"/>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1"/>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8"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9" name="Freeform 1345">
              <a:extLst>
                <a:ext uri="{FF2B5EF4-FFF2-40B4-BE49-F238E27FC236}">
                  <a16:creationId xmlns:a16="http://schemas.microsoft.com/office/drawing/2014/main" id="{69ED5084-4705-45B1-85A7-5706C9F2E142}"/>
                </a:ext>
              </a:extLst>
            </p:cNvPr>
            <p:cNvSpPr>
              <a:spLocks noEditPoints="1"/>
            </p:cNvSpPr>
            <p:nvPr userDrawn="1"/>
          </p:nvSpPr>
          <p:spPr bwMode="auto">
            <a:xfrm>
              <a:off x="3118995" y="3846248"/>
              <a:ext cx="248857" cy="98339"/>
            </a:xfrm>
            <a:custGeom>
              <a:avLst/>
              <a:gdLst>
                <a:gd name="T0" fmla="*/ 116 w 165"/>
                <a:gd name="T1" fmla="*/ 34 h 65"/>
                <a:gd name="T2" fmla="*/ 116 w 165"/>
                <a:gd name="T3" fmla="*/ 34 h 65"/>
                <a:gd name="T4" fmla="*/ 112 w 165"/>
                <a:gd name="T5" fmla="*/ 17 h 65"/>
                <a:gd name="T6" fmla="*/ 112 w 165"/>
                <a:gd name="T7" fmla="*/ 17 h 65"/>
                <a:gd name="T8" fmla="*/ 16 w 165"/>
                <a:gd name="T9" fmla="*/ 9 h 65"/>
                <a:gd name="T10" fmla="*/ 58 w 165"/>
                <a:gd name="T11" fmla="*/ 6 h 65"/>
                <a:gd name="T12" fmla="*/ 109 w 165"/>
                <a:gd name="T13" fmla="*/ 15 h 65"/>
                <a:gd name="T14" fmla="*/ 111 w 165"/>
                <a:gd name="T15" fmla="*/ 16 h 65"/>
                <a:gd name="T16" fmla="*/ 112 w 165"/>
                <a:gd name="T17" fmla="*/ 29 h 65"/>
                <a:gd name="T18" fmla="*/ 111 w 165"/>
                <a:gd name="T19" fmla="*/ 31 h 65"/>
                <a:gd name="T20" fmla="*/ 111 w 165"/>
                <a:gd name="T21" fmla="*/ 31 h 65"/>
                <a:gd name="T22" fmla="*/ 111 w 165"/>
                <a:gd name="T23" fmla="*/ 31 h 65"/>
                <a:gd name="T24" fmla="*/ 109 w 165"/>
                <a:gd name="T25" fmla="*/ 48 h 65"/>
                <a:gd name="T26" fmla="*/ 115 w 165"/>
                <a:gd name="T27" fmla="*/ 52 h 65"/>
                <a:gd name="T28" fmla="*/ 127 w 165"/>
                <a:gd name="T29" fmla="*/ 53 h 65"/>
                <a:gd name="T30" fmla="*/ 64 w 165"/>
                <a:gd name="T31" fmla="*/ 59 h 65"/>
                <a:gd name="T32" fmla="*/ 62 w 165"/>
                <a:gd name="T33" fmla="*/ 59 h 65"/>
                <a:gd name="T34" fmla="*/ 61 w 165"/>
                <a:gd name="T35" fmla="*/ 59 h 65"/>
                <a:gd name="T36" fmla="*/ 18 w 165"/>
                <a:gd name="T37" fmla="*/ 52 h 65"/>
                <a:gd name="T38" fmla="*/ 9 w 165"/>
                <a:gd name="T39" fmla="*/ 46 h 65"/>
                <a:gd name="T40" fmla="*/ 6 w 165"/>
                <a:gd name="T41" fmla="*/ 29 h 65"/>
                <a:gd name="T42" fmla="*/ 15 w 165"/>
                <a:gd name="T43" fmla="*/ 11 h 65"/>
                <a:gd name="T44" fmla="*/ 17 w 165"/>
                <a:gd name="T45" fmla="*/ 10 h 65"/>
                <a:gd name="T46" fmla="*/ 58 w 165"/>
                <a:gd name="T47" fmla="*/ 0 h 65"/>
                <a:gd name="T48" fmla="*/ 15 w 165"/>
                <a:gd name="T49" fmla="*/ 4 h 65"/>
                <a:gd name="T50" fmla="*/ 7 w 165"/>
                <a:gd name="T51" fmla="*/ 9 h 65"/>
                <a:gd name="T52" fmla="*/ 3 w 165"/>
                <a:gd name="T53" fmla="*/ 48 h 65"/>
                <a:gd name="T54" fmla="*/ 4 w 165"/>
                <a:gd name="T55" fmla="*/ 49 h 65"/>
                <a:gd name="T56" fmla="*/ 58 w 165"/>
                <a:gd name="T57" fmla="*/ 65 h 65"/>
                <a:gd name="T58" fmla="*/ 61 w 165"/>
                <a:gd name="T59" fmla="*/ 65 h 65"/>
                <a:gd name="T60" fmla="*/ 148 w 165"/>
                <a:gd name="T61" fmla="*/ 53 h 65"/>
                <a:gd name="T62" fmla="*/ 116 w 165"/>
                <a:gd name="T63" fmla="*/ 46 h 65"/>
                <a:gd name="T64" fmla="*/ 114 w 165"/>
                <a:gd name="T65" fmla="*/ 45 h 65"/>
                <a:gd name="T66" fmla="*/ 116 w 165"/>
                <a:gd name="T67" fmla="*/ 34 h 65"/>
                <a:gd name="T68" fmla="*/ 116 w 165"/>
                <a:gd name="T69" fmla="*/ 12 h 65"/>
                <a:gd name="T70" fmla="*/ 115 w 165"/>
                <a:gd name="T71" fmla="*/ 12 h 65"/>
                <a:gd name="T72" fmla="*/ 111 w 165"/>
                <a:gd name="T73" fmla="*/ 16 h 65"/>
                <a:gd name="T74" fmla="*/ 115 w 165"/>
                <a:gd name="T75"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12" y="17"/>
                  </a:moveTo>
                  <a:cubicBezTo>
                    <a:pt x="112" y="17"/>
                    <a:pt x="112" y="17"/>
                    <a:pt x="112" y="17"/>
                  </a:cubicBezTo>
                  <a:cubicBezTo>
                    <a:pt x="112" y="17"/>
                    <a:pt x="112" y="17"/>
                    <a:pt x="112" y="17"/>
                  </a:cubicBezTo>
                  <a:cubicBezTo>
                    <a:pt x="112" y="17"/>
                    <a:pt x="112" y="17"/>
                    <a:pt x="112" y="17"/>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7"/>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9"/>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5"/>
                    <a:pt x="11" y="6"/>
                    <a:pt x="7" y="9"/>
                  </a:cubicBezTo>
                  <a:cubicBezTo>
                    <a:pt x="4" y="13"/>
                    <a:pt x="0" y="19"/>
                    <a:pt x="0" y="29"/>
                  </a:cubicBezTo>
                  <a:cubicBezTo>
                    <a:pt x="0" y="35"/>
                    <a:pt x="1" y="41"/>
                    <a:pt x="3" y="48"/>
                  </a:cubicBezTo>
                  <a:cubicBezTo>
                    <a:pt x="4" y="49"/>
                    <a:pt x="4" y="49"/>
                    <a:pt x="4" y="49"/>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0" name="Freeform 1346">
              <a:extLst>
                <a:ext uri="{FF2B5EF4-FFF2-40B4-BE49-F238E27FC236}">
                  <a16:creationId xmlns:a16="http://schemas.microsoft.com/office/drawing/2014/main" id="{EF730A06-4A36-4A6A-A4F8-8DBA3B46CC2A}"/>
                </a:ext>
              </a:extLst>
            </p:cNvPr>
            <p:cNvSpPr>
              <a:spLocks noEditPoints="1"/>
            </p:cNvSpPr>
            <p:nvPr userDrawn="1"/>
          </p:nvSpPr>
          <p:spPr bwMode="auto">
            <a:xfrm>
              <a:off x="2683496" y="5538076"/>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3 w 170"/>
                <a:gd name="T13" fmla="*/ 7 h 134"/>
                <a:gd name="T14" fmla="*/ 148 w 170"/>
                <a:gd name="T15" fmla="*/ 10 h 134"/>
                <a:gd name="T16" fmla="*/ 159 w 170"/>
                <a:gd name="T17" fmla="*/ 23 h 134"/>
                <a:gd name="T18" fmla="*/ 164 w 170"/>
                <a:gd name="T19" fmla="*/ 42 h 134"/>
                <a:gd name="T20" fmla="*/ 156 w 170"/>
                <a:gd name="T21" fmla="*/ 64 h 134"/>
                <a:gd name="T22" fmla="*/ 124 w 170"/>
                <a:gd name="T23" fmla="*/ 88 h 134"/>
                <a:gd name="T24" fmla="*/ 51 w 170"/>
                <a:gd name="T25" fmla="*/ 88 h 134"/>
                <a:gd name="T26" fmla="*/ 45 w 170"/>
                <a:gd name="T27" fmla="*/ 107 h 134"/>
                <a:gd name="T28" fmla="*/ 43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44 w 170"/>
                <a:gd name="T85" fmla="*/ 1 h 134"/>
                <a:gd name="T86" fmla="*/ 144 w 170"/>
                <a:gd name="T87" fmla="*/ 1 h 134"/>
                <a:gd name="T88" fmla="*/ 139 w 170"/>
                <a:gd name="T89" fmla="*/ 1 h 134"/>
                <a:gd name="T90" fmla="*/ 109 w 170"/>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3" y="7"/>
                    <a:pt x="143"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4" y="1"/>
                    <a:pt x="144" y="1"/>
                    <a:pt x="144" y="1"/>
                  </a:cubicBezTo>
                  <a:cubicBezTo>
                    <a:pt x="144" y="1"/>
                    <a:pt x="144" y="1"/>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1" name="Freeform 1347">
              <a:extLst>
                <a:ext uri="{FF2B5EF4-FFF2-40B4-BE49-F238E27FC236}">
                  <a16:creationId xmlns:a16="http://schemas.microsoft.com/office/drawing/2014/main" id="{2D87A9AD-5D1F-4B2A-A65B-B80E1CA01B0A}"/>
                </a:ext>
              </a:extLst>
            </p:cNvPr>
            <p:cNvSpPr>
              <a:spLocks noEditPoints="1"/>
            </p:cNvSpPr>
            <p:nvPr userDrawn="1"/>
          </p:nvSpPr>
          <p:spPr bwMode="auto">
            <a:xfrm>
              <a:off x="2793875" y="4560709"/>
              <a:ext cx="282975" cy="244843"/>
            </a:xfrm>
            <a:custGeom>
              <a:avLst/>
              <a:gdLst>
                <a:gd name="T0" fmla="*/ 100 w 188"/>
                <a:gd name="T1" fmla="*/ 23 h 162"/>
                <a:gd name="T2" fmla="*/ 111 w 188"/>
                <a:gd name="T3" fmla="*/ 6 h 162"/>
                <a:gd name="T4" fmla="*/ 120 w 188"/>
                <a:gd name="T5" fmla="*/ 12 h 162"/>
                <a:gd name="T6" fmla="*/ 123 w 188"/>
                <a:gd name="T7" fmla="*/ 24 h 162"/>
                <a:gd name="T8" fmla="*/ 147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7 w 188"/>
                <a:gd name="T29" fmla="*/ 132 h 162"/>
                <a:gd name="T30" fmla="*/ 65 w 188"/>
                <a:gd name="T31" fmla="*/ 139 h 162"/>
                <a:gd name="T32" fmla="*/ 50 w 188"/>
                <a:gd name="T33" fmla="*/ 133 h 162"/>
                <a:gd name="T34" fmla="*/ 49 w 188"/>
                <a:gd name="T35" fmla="*/ 115 h 162"/>
                <a:gd name="T36" fmla="*/ 17 w 188"/>
                <a:gd name="T37" fmla="*/ 144 h 162"/>
                <a:gd name="T38" fmla="*/ 28 w 188"/>
                <a:gd name="T39" fmla="*/ 97 h 162"/>
                <a:gd name="T40" fmla="*/ 8 w 188"/>
                <a:gd name="T41" fmla="*/ 84 h 162"/>
                <a:gd name="T42" fmla="*/ 10 w 188"/>
                <a:gd name="T43" fmla="*/ 64 h 162"/>
                <a:gd name="T44" fmla="*/ 15 w 188"/>
                <a:gd name="T45" fmla="*/ 63 h 162"/>
                <a:gd name="T46" fmla="*/ 36 w 188"/>
                <a:gd name="T47" fmla="*/ 51 h 162"/>
                <a:gd name="T48" fmla="*/ 35 w 188"/>
                <a:gd name="T49" fmla="*/ 24 h 162"/>
                <a:gd name="T50" fmla="*/ 64 w 188"/>
                <a:gd name="T51" fmla="*/ 10 h 162"/>
                <a:gd name="T52" fmla="*/ 94 w 188"/>
                <a:gd name="T53" fmla="*/ 24 h 162"/>
                <a:gd name="T54" fmla="*/ 95 w 188"/>
                <a:gd name="T55" fmla="*/ 24 h 162"/>
                <a:gd name="T56" fmla="*/ 111 w 188"/>
                <a:gd name="T57" fmla="*/ 0 h 162"/>
                <a:gd name="T58" fmla="*/ 95 w 188"/>
                <a:gd name="T59" fmla="*/ 17 h 162"/>
                <a:gd name="T60" fmla="*/ 64 w 188"/>
                <a:gd name="T61" fmla="*/ 4 h 162"/>
                <a:gd name="T62" fmla="*/ 24 w 188"/>
                <a:gd name="T63" fmla="*/ 35 h 162"/>
                <a:gd name="T64" fmla="*/ 28 w 188"/>
                <a:gd name="T65" fmla="*/ 55 h 162"/>
                <a:gd name="T66" fmla="*/ 16 w 188"/>
                <a:gd name="T67" fmla="*/ 57 h 162"/>
                <a:gd name="T68" fmla="*/ 8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0 h 162"/>
                <a:gd name="T90" fmla="*/ 78 w 188"/>
                <a:gd name="T91" fmla="*/ 139 h 162"/>
                <a:gd name="T92" fmla="*/ 86 w 188"/>
                <a:gd name="T93" fmla="*/ 139 h 162"/>
                <a:gd name="T94" fmla="*/ 96 w 188"/>
                <a:gd name="T95" fmla="*/ 150 h 162"/>
                <a:gd name="T96" fmla="*/ 147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2"/>
                    <a:pt x="167" y="35"/>
                  </a:cubicBezTo>
                  <a:cubicBezTo>
                    <a:pt x="170" y="39"/>
                    <a:pt x="171" y="44"/>
                    <a:pt x="171" y="47"/>
                  </a:cubicBezTo>
                  <a:cubicBezTo>
                    <a:pt x="171"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6"/>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3"/>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2" name="Freeform 1348">
              <a:extLst>
                <a:ext uri="{FF2B5EF4-FFF2-40B4-BE49-F238E27FC236}">
                  <a16:creationId xmlns:a16="http://schemas.microsoft.com/office/drawing/2014/main" id="{6BE91B24-2DC6-4F38-AEE8-EC4C7C405450}"/>
                </a:ext>
              </a:extLst>
            </p:cNvPr>
            <p:cNvSpPr>
              <a:spLocks noEditPoints="1"/>
            </p:cNvSpPr>
            <p:nvPr userDrawn="1"/>
          </p:nvSpPr>
          <p:spPr bwMode="auto">
            <a:xfrm>
              <a:off x="2545018" y="5214962"/>
              <a:ext cx="363252" cy="313078"/>
            </a:xfrm>
            <a:custGeom>
              <a:avLst/>
              <a:gdLst>
                <a:gd name="T0" fmla="*/ 3 w 242"/>
                <a:gd name="T1" fmla="*/ 203 h 208"/>
                <a:gd name="T2" fmla="*/ 135 w 242"/>
                <a:gd name="T3" fmla="*/ 10 h 208"/>
                <a:gd name="T4" fmla="*/ 148 w 242"/>
                <a:gd name="T5" fmla="*/ 8 h 208"/>
                <a:gd name="T6" fmla="*/ 157 w 242"/>
                <a:gd name="T7" fmla="*/ 23 h 208"/>
                <a:gd name="T8" fmla="*/ 190 w 242"/>
                <a:gd name="T9" fmla="*/ 34 h 208"/>
                <a:gd name="T10" fmla="*/ 220 w 242"/>
                <a:gd name="T11" fmla="*/ 69 h 208"/>
                <a:gd name="T12" fmla="*/ 217 w 242"/>
                <a:gd name="T13" fmla="*/ 103 h 208"/>
                <a:gd name="T14" fmla="*/ 233 w 242"/>
                <a:gd name="T15" fmla="*/ 136 h 208"/>
                <a:gd name="T16" fmla="*/ 206 w 242"/>
                <a:gd name="T17" fmla="*/ 143 h 208"/>
                <a:gd name="T18" fmla="*/ 183 w 242"/>
                <a:gd name="T19" fmla="*/ 171 h 208"/>
                <a:gd name="T20" fmla="*/ 127 w 242"/>
                <a:gd name="T21" fmla="*/ 189 h 208"/>
                <a:gd name="T22" fmla="*/ 105 w 242"/>
                <a:gd name="T23" fmla="*/ 170 h 208"/>
                <a:gd name="T24" fmla="*/ 94 w 242"/>
                <a:gd name="T25" fmla="*/ 177 h 208"/>
                <a:gd name="T26" fmla="*/ 63 w 242"/>
                <a:gd name="T27" fmla="*/ 173 h 208"/>
                <a:gd name="T28" fmla="*/ 58 w 242"/>
                <a:gd name="T29" fmla="*/ 145 h 208"/>
                <a:gd name="T30" fmla="*/ 34 w 242"/>
                <a:gd name="T31" fmla="*/ 163 h 208"/>
                <a:gd name="T32" fmla="*/ 14 w 242"/>
                <a:gd name="T33" fmla="*/ 118 h 208"/>
                <a:gd name="T34" fmla="*/ 12 w 242"/>
                <a:gd name="T35" fmla="*/ 82 h 208"/>
                <a:gd name="T36" fmla="*/ 39 w 242"/>
                <a:gd name="T37" fmla="*/ 76 h 208"/>
                <a:gd name="T38" fmla="*/ 44 w 242"/>
                <a:gd name="T39" fmla="*/ 30 h 208"/>
                <a:gd name="T40" fmla="*/ 111 w 242"/>
                <a:gd name="T41" fmla="*/ 21 h 208"/>
                <a:gd name="T42" fmla="*/ 122 w 242"/>
                <a:gd name="T43" fmla="*/ 30 h 208"/>
                <a:gd name="T44" fmla="*/ 142 w 242"/>
                <a:gd name="T45" fmla="*/ 0 h 208"/>
                <a:gd name="T46" fmla="*/ 114 w 242"/>
                <a:gd name="T47" fmla="*/ 15 h 208"/>
                <a:gd name="T48" fmla="*/ 31 w 242"/>
                <a:gd name="T49" fmla="*/ 45 h 208"/>
                <a:gd name="T50" fmla="*/ 23 w 242"/>
                <a:gd name="T51" fmla="*/ 75 h 208"/>
                <a:gd name="T52" fmla="*/ 9 w 242"/>
                <a:gd name="T53" fmla="*/ 76 h 208"/>
                <a:gd name="T54" fmla="*/ 10 w 242"/>
                <a:gd name="T55" fmla="*/ 122 h 208"/>
                <a:gd name="T56" fmla="*/ 29 w 242"/>
                <a:gd name="T57" fmla="*/ 160 h 208"/>
                <a:gd name="T58" fmla="*/ 1 w 242"/>
                <a:gd name="T59" fmla="*/ 203 h 208"/>
                <a:gd name="T60" fmla="*/ 2 w 242"/>
                <a:gd name="T61" fmla="*/ 208 h 208"/>
                <a:gd name="T62" fmla="*/ 18 w 242"/>
                <a:gd name="T63" fmla="*/ 200 h 208"/>
                <a:gd name="T64" fmla="*/ 56 w 242"/>
                <a:gd name="T65" fmla="*/ 173 h 208"/>
                <a:gd name="T66" fmla="*/ 83 w 242"/>
                <a:gd name="T67" fmla="*/ 187 h 208"/>
                <a:gd name="T68" fmla="*/ 99 w 242"/>
                <a:gd name="T69" fmla="*/ 180 h 208"/>
                <a:gd name="T70" fmla="*/ 111 w 242"/>
                <a:gd name="T71" fmla="*/ 179 h 208"/>
                <a:gd name="T72" fmla="*/ 146 w 242"/>
                <a:gd name="T73" fmla="*/ 198 h 208"/>
                <a:gd name="T74" fmla="*/ 189 w 242"/>
                <a:gd name="T75" fmla="*/ 178 h 208"/>
                <a:gd name="T76" fmla="*/ 197 w 242"/>
                <a:gd name="T77" fmla="*/ 151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5" y="206"/>
                  </a:moveTo>
                  <a:cubicBezTo>
                    <a:pt x="5" y="206"/>
                    <a:pt x="5" y="206"/>
                    <a:pt x="5" y="206"/>
                  </a:cubicBezTo>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50"/>
                    <a:pt x="221" y="55"/>
                    <a:pt x="221" y="61"/>
                  </a:cubicBezTo>
                  <a:cubicBezTo>
                    <a:pt x="221" y="64"/>
                    <a:pt x="221" y="67"/>
                    <a:pt x="220"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0" y="107"/>
                    <a:pt x="225" y="110"/>
                    <a:pt x="229" y="112"/>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90"/>
                    <a:pt x="128" y="189"/>
                    <a:pt x="127" y="189"/>
                  </a:cubicBezTo>
                  <a:cubicBezTo>
                    <a:pt x="127" y="189"/>
                    <a:pt x="127" y="189"/>
                    <a:pt x="127" y="189"/>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1"/>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1"/>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70"/>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6"/>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5"/>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6"/>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3" name="Freeform 1349">
              <a:extLst>
                <a:ext uri="{FF2B5EF4-FFF2-40B4-BE49-F238E27FC236}">
                  <a16:creationId xmlns:a16="http://schemas.microsoft.com/office/drawing/2014/main" id="{B42B8313-935D-40FB-A6B3-AD7F5AF3EEF2}"/>
                </a:ext>
              </a:extLst>
            </p:cNvPr>
            <p:cNvSpPr>
              <a:spLocks/>
            </p:cNvSpPr>
            <p:nvPr userDrawn="1"/>
          </p:nvSpPr>
          <p:spPr bwMode="auto">
            <a:xfrm>
              <a:off x="2545018" y="5524027"/>
              <a:ext cx="2008" cy="401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2"/>
                    <a:pt x="1" y="2"/>
                  </a:cubicBezTo>
                  <a:cubicBezTo>
                    <a:pt x="1" y="2"/>
                    <a:pt x="1" y="2"/>
                    <a:pt x="1" y="2"/>
                  </a:cubicBezTo>
                  <a:cubicBezTo>
                    <a:pt x="1"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4" name="Freeform 1350">
              <a:extLst>
                <a:ext uri="{FF2B5EF4-FFF2-40B4-BE49-F238E27FC236}">
                  <a16:creationId xmlns:a16="http://schemas.microsoft.com/office/drawing/2014/main" id="{8644F54D-5849-440F-9EAB-692EE252571E}"/>
                </a:ext>
              </a:extLst>
            </p:cNvPr>
            <p:cNvSpPr>
              <a:spLocks noEditPoints="1"/>
            </p:cNvSpPr>
            <p:nvPr userDrawn="1"/>
          </p:nvSpPr>
          <p:spPr bwMode="auto">
            <a:xfrm>
              <a:off x="3827436" y="4131229"/>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1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5" name="Freeform 1351">
              <a:extLst>
                <a:ext uri="{FF2B5EF4-FFF2-40B4-BE49-F238E27FC236}">
                  <a16:creationId xmlns:a16="http://schemas.microsoft.com/office/drawing/2014/main" id="{B076446B-EFA2-4141-9B70-691CE8BF4FB4}"/>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close/>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close/>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6" name="Freeform 1352">
              <a:extLst>
                <a:ext uri="{FF2B5EF4-FFF2-40B4-BE49-F238E27FC236}">
                  <a16:creationId xmlns:a16="http://schemas.microsoft.com/office/drawing/2014/main" id="{B09FCF6A-DECB-49CA-8349-209CB72AE1FA}"/>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7" name="Freeform 1353">
              <a:extLst>
                <a:ext uri="{FF2B5EF4-FFF2-40B4-BE49-F238E27FC236}">
                  <a16:creationId xmlns:a16="http://schemas.microsoft.com/office/drawing/2014/main" id="{40859E9A-995B-41B0-8886-EBDBDAC3DE6A}"/>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close/>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8" name="Freeform 1354">
              <a:extLst>
                <a:ext uri="{FF2B5EF4-FFF2-40B4-BE49-F238E27FC236}">
                  <a16:creationId xmlns:a16="http://schemas.microsoft.com/office/drawing/2014/main" id="{FAD3D18E-BFE4-4482-B9B2-F01096722EA6}"/>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9" name="Freeform 1355">
              <a:extLst>
                <a:ext uri="{FF2B5EF4-FFF2-40B4-BE49-F238E27FC236}">
                  <a16:creationId xmlns:a16="http://schemas.microsoft.com/office/drawing/2014/main" id="{D73F39F4-8358-4F03-B1C4-24F7A18E7AD4}"/>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0" name="Freeform 1356">
              <a:extLst>
                <a:ext uri="{FF2B5EF4-FFF2-40B4-BE49-F238E27FC236}">
                  <a16:creationId xmlns:a16="http://schemas.microsoft.com/office/drawing/2014/main" id="{26DC2836-A639-4DAA-A3D7-11C9D64FC133}"/>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1" name="Freeform 1357">
              <a:extLst>
                <a:ext uri="{FF2B5EF4-FFF2-40B4-BE49-F238E27FC236}">
                  <a16:creationId xmlns:a16="http://schemas.microsoft.com/office/drawing/2014/main" id="{C8ADBD76-B73C-4894-B58F-DF0A45BF995E}"/>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2" name="Freeform 1358">
              <a:extLst>
                <a:ext uri="{FF2B5EF4-FFF2-40B4-BE49-F238E27FC236}">
                  <a16:creationId xmlns:a16="http://schemas.microsoft.com/office/drawing/2014/main" id="{AE558F89-7AC9-4F2E-8CFD-B26CB8C9CA42}"/>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3" name="Freeform 1359">
              <a:extLst>
                <a:ext uri="{FF2B5EF4-FFF2-40B4-BE49-F238E27FC236}">
                  <a16:creationId xmlns:a16="http://schemas.microsoft.com/office/drawing/2014/main" id="{B71046E4-15D2-4DD6-B3BE-C9F373080C71}"/>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4" name="Freeform 1360">
              <a:extLst>
                <a:ext uri="{FF2B5EF4-FFF2-40B4-BE49-F238E27FC236}">
                  <a16:creationId xmlns:a16="http://schemas.microsoft.com/office/drawing/2014/main" id="{3541E6FE-1AA6-461B-8E9F-E58D6357ADB3}"/>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5" name="Freeform 1361">
              <a:extLst>
                <a:ext uri="{FF2B5EF4-FFF2-40B4-BE49-F238E27FC236}">
                  <a16:creationId xmlns:a16="http://schemas.microsoft.com/office/drawing/2014/main" id="{1E5D3A4A-0633-49C8-A651-50595AE912AC}"/>
                </a:ext>
              </a:extLst>
            </p:cNvPr>
            <p:cNvSpPr>
              <a:spLocks noEditPoints="1"/>
            </p:cNvSpPr>
            <p:nvPr userDrawn="1"/>
          </p:nvSpPr>
          <p:spPr bwMode="auto">
            <a:xfrm>
              <a:off x="5748051"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6" name="Freeform 1362">
              <a:extLst>
                <a:ext uri="{FF2B5EF4-FFF2-40B4-BE49-F238E27FC236}">
                  <a16:creationId xmlns:a16="http://schemas.microsoft.com/office/drawing/2014/main" id="{01E32678-C3B9-4725-9D28-5EC855D4B0C9}"/>
                </a:ext>
              </a:extLst>
            </p:cNvPr>
            <p:cNvSpPr>
              <a:spLocks noEditPoints="1"/>
            </p:cNvSpPr>
            <p:nvPr userDrawn="1"/>
          </p:nvSpPr>
          <p:spPr bwMode="auto">
            <a:xfrm>
              <a:off x="4465634" y="4815587"/>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7" name="Freeform 1363">
              <a:extLst>
                <a:ext uri="{FF2B5EF4-FFF2-40B4-BE49-F238E27FC236}">
                  <a16:creationId xmlns:a16="http://schemas.microsoft.com/office/drawing/2014/main" id="{52B82F7F-274C-466C-A5F8-F5D88480165F}"/>
                </a:ext>
              </a:extLst>
            </p:cNvPr>
            <p:cNvSpPr>
              <a:spLocks noEditPoints="1"/>
            </p:cNvSpPr>
            <p:nvPr userDrawn="1"/>
          </p:nvSpPr>
          <p:spPr bwMode="auto">
            <a:xfrm>
              <a:off x="5414903" y="4843684"/>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8 h 127"/>
                <a:gd name="T14" fmla="*/ 100 w 130"/>
                <a:gd name="T15" fmla="*/ 50 h 127"/>
                <a:gd name="T16" fmla="*/ 102 w 130"/>
                <a:gd name="T17" fmla="*/ 64 h 127"/>
                <a:gd name="T18" fmla="*/ 100 w 130"/>
                <a:gd name="T19" fmla="*/ 78 h 127"/>
                <a:gd name="T20" fmla="*/ 92 w 130"/>
                <a:gd name="T21" fmla="*/ 90 h 127"/>
                <a:gd name="T22" fmla="*/ 79 w 130"/>
                <a:gd name="T23" fmla="*/ 98 h 127"/>
                <a:gd name="T24" fmla="*/ 65 w 130"/>
                <a:gd name="T25" fmla="*/ 101 h 127"/>
                <a:gd name="T26" fmla="*/ 50 w 130"/>
                <a:gd name="T27" fmla="*/ 98 h 127"/>
                <a:gd name="T28" fmla="*/ 38 w 130"/>
                <a:gd name="T29" fmla="*/ 90 h 127"/>
                <a:gd name="T30" fmla="*/ 30 w 130"/>
                <a:gd name="T31" fmla="*/ 78 h 127"/>
                <a:gd name="T32" fmla="*/ 27 w 130"/>
                <a:gd name="T33" fmla="*/ 64 h 127"/>
                <a:gd name="T34" fmla="*/ 30 w 130"/>
                <a:gd name="T35" fmla="*/ 50 h 127"/>
                <a:gd name="T36" fmla="*/ 38 w 130"/>
                <a:gd name="T37" fmla="*/ 38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8"/>
                    <a:pt x="92" y="38"/>
                    <a:pt x="92" y="38"/>
                  </a:cubicBezTo>
                  <a:cubicBezTo>
                    <a:pt x="82" y="52"/>
                    <a:pt x="82" y="52"/>
                    <a:pt x="82" y="52"/>
                  </a:cubicBezTo>
                  <a:cubicBezTo>
                    <a:pt x="100" y="50"/>
                    <a:pt x="100" y="50"/>
                    <a:pt x="100" y="50"/>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8" name="Freeform 1364">
              <a:extLst>
                <a:ext uri="{FF2B5EF4-FFF2-40B4-BE49-F238E27FC236}">
                  <a16:creationId xmlns:a16="http://schemas.microsoft.com/office/drawing/2014/main" id="{0B5774A2-5B67-4BF4-A791-3C7C485F32BD}"/>
                </a:ext>
              </a:extLst>
            </p:cNvPr>
            <p:cNvSpPr>
              <a:spLocks noEditPoints="1"/>
            </p:cNvSpPr>
            <p:nvPr userDrawn="1"/>
          </p:nvSpPr>
          <p:spPr bwMode="auto">
            <a:xfrm>
              <a:off x="5770128" y="4195451"/>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9" name="Freeform 1365">
              <a:extLst>
                <a:ext uri="{FF2B5EF4-FFF2-40B4-BE49-F238E27FC236}">
                  <a16:creationId xmlns:a16="http://schemas.microsoft.com/office/drawing/2014/main" id="{41F74D94-4F22-4F22-BB08-5D613A716AF6}"/>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close/>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0" name="Freeform 1366">
              <a:extLst>
                <a:ext uri="{FF2B5EF4-FFF2-40B4-BE49-F238E27FC236}">
                  <a16:creationId xmlns:a16="http://schemas.microsoft.com/office/drawing/2014/main" id="{EECBBDB7-CDBE-4FF4-A7E6-FB469B20E202}"/>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1" name="Freeform 1367">
              <a:extLst>
                <a:ext uri="{FF2B5EF4-FFF2-40B4-BE49-F238E27FC236}">
                  <a16:creationId xmlns:a16="http://schemas.microsoft.com/office/drawing/2014/main" id="{C8C9B40A-6E96-46BC-AF85-291435CF8805}"/>
                </a:ext>
              </a:extLst>
            </p:cNvPr>
            <p:cNvSpPr>
              <a:spLocks noEditPoints="1"/>
            </p:cNvSpPr>
            <p:nvPr userDrawn="1"/>
          </p:nvSpPr>
          <p:spPr bwMode="auto">
            <a:xfrm>
              <a:off x="5326599" y="5690601"/>
              <a:ext cx="126436" cy="122422"/>
            </a:xfrm>
            <a:custGeom>
              <a:avLst/>
              <a:gdLst>
                <a:gd name="T0" fmla="*/ 75 w 84"/>
                <a:gd name="T1" fmla="*/ 39 h 82"/>
                <a:gd name="T2" fmla="*/ 74 w 84"/>
                <a:gd name="T3" fmla="*/ 39 h 82"/>
                <a:gd name="T4" fmla="*/ 40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40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40 w 84"/>
                <a:gd name="T37" fmla="*/ 28 h 82"/>
                <a:gd name="T38" fmla="*/ 38 w 84"/>
                <a:gd name="T39" fmla="*/ 19 h 82"/>
                <a:gd name="T40" fmla="*/ 29 w 84"/>
                <a:gd name="T41" fmla="*/ 22 h 82"/>
                <a:gd name="T42" fmla="*/ 15 w 84"/>
                <a:gd name="T43" fmla="*/ 15 h 82"/>
                <a:gd name="T44" fmla="*/ 4 w 84"/>
                <a:gd name="T45" fmla="*/ 25 h 82"/>
                <a:gd name="T46" fmla="*/ 0 w 84"/>
                <a:gd name="T47" fmla="*/ 41 h 82"/>
                <a:gd name="T48" fmla="*/ 4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1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2" name="Freeform 1368">
              <a:extLst>
                <a:ext uri="{FF2B5EF4-FFF2-40B4-BE49-F238E27FC236}">
                  <a16:creationId xmlns:a16="http://schemas.microsoft.com/office/drawing/2014/main" id="{9FA4560F-BD74-4C50-B596-9B83BC358D8E}"/>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3" name="Freeform 1369">
              <a:extLst>
                <a:ext uri="{FF2B5EF4-FFF2-40B4-BE49-F238E27FC236}">
                  <a16:creationId xmlns:a16="http://schemas.microsoft.com/office/drawing/2014/main" id="{3CCE0DB8-16EA-4041-AB55-CA73DF3F552D}"/>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4" name="Freeform 1370">
              <a:extLst>
                <a:ext uri="{FF2B5EF4-FFF2-40B4-BE49-F238E27FC236}">
                  <a16:creationId xmlns:a16="http://schemas.microsoft.com/office/drawing/2014/main" id="{34E9BC10-F5B9-4340-AC04-F31306C6986B}"/>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5" name="Freeform 1371">
              <a:extLst>
                <a:ext uri="{FF2B5EF4-FFF2-40B4-BE49-F238E27FC236}">
                  <a16:creationId xmlns:a16="http://schemas.microsoft.com/office/drawing/2014/main" id="{218FE103-75E6-4A67-B93E-CE0403FD4535}"/>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6" name="Freeform 1372">
              <a:extLst>
                <a:ext uri="{FF2B5EF4-FFF2-40B4-BE49-F238E27FC236}">
                  <a16:creationId xmlns:a16="http://schemas.microsoft.com/office/drawing/2014/main" id="{068813BB-1CC0-47A5-95FD-DCDAAD1DDBA4}"/>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7" name="Freeform 1373">
              <a:extLst>
                <a:ext uri="{FF2B5EF4-FFF2-40B4-BE49-F238E27FC236}">
                  <a16:creationId xmlns:a16="http://schemas.microsoft.com/office/drawing/2014/main" id="{7223ED2B-DCC8-4507-BB74-3C814E93E451}"/>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8" name="Freeform 1374">
              <a:extLst>
                <a:ext uri="{FF2B5EF4-FFF2-40B4-BE49-F238E27FC236}">
                  <a16:creationId xmlns:a16="http://schemas.microsoft.com/office/drawing/2014/main" id="{578861AE-9897-4A1A-BFE4-3C9EDE541C4F}"/>
                </a:ext>
              </a:extLst>
            </p:cNvPr>
            <p:cNvSpPr>
              <a:spLocks noEditPoints="1"/>
            </p:cNvSpPr>
            <p:nvPr userDrawn="1"/>
          </p:nvSpPr>
          <p:spPr bwMode="auto">
            <a:xfrm>
              <a:off x="3478233" y="4801538"/>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1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1 h 214"/>
                <a:gd name="T36" fmla="*/ 100 w 218"/>
                <a:gd name="T37" fmla="*/ 64 h 214"/>
                <a:gd name="T38" fmla="*/ 97 w 218"/>
                <a:gd name="T39" fmla="*/ 50 h 214"/>
                <a:gd name="T40" fmla="*/ 76 w 218"/>
                <a:gd name="T41" fmla="*/ 59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1"/>
                    <a:pt x="134" y="71"/>
                    <a:pt x="134" y="71"/>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1"/>
                    <a:pt x="84" y="71"/>
                    <a:pt x="84" y="71"/>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9"/>
                    <a:pt x="76" y="59"/>
                    <a:pt x="76" y="59"/>
                  </a:cubicBezTo>
                  <a:cubicBezTo>
                    <a:pt x="32" y="32"/>
                    <a:pt x="32" y="32"/>
                    <a:pt x="32" y="32"/>
                  </a:cubicBezTo>
                  <a:cubicBezTo>
                    <a:pt x="59" y="75"/>
                    <a:pt x="59" y="75"/>
                    <a:pt x="59" y="75"/>
                  </a:cubicBezTo>
                  <a:cubicBezTo>
                    <a:pt x="13" y="67"/>
                    <a:pt x="13" y="67"/>
                    <a:pt x="13" y="67"/>
                  </a:cubicBezTo>
                  <a:cubicBezTo>
                    <a:pt x="13" y="68"/>
                    <a:pt x="13" y="69"/>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9"/>
                    <a:pt x="142" y="59"/>
                    <a:pt x="142"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9" name="Freeform 1375">
              <a:extLst>
                <a:ext uri="{FF2B5EF4-FFF2-40B4-BE49-F238E27FC236}">
                  <a16:creationId xmlns:a16="http://schemas.microsoft.com/office/drawing/2014/main" id="{EF985CE9-9F7A-47C8-B071-969A2F921E40}"/>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close/>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close/>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0" name="Freeform 1376">
              <a:extLst>
                <a:ext uri="{FF2B5EF4-FFF2-40B4-BE49-F238E27FC236}">
                  <a16:creationId xmlns:a16="http://schemas.microsoft.com/office/drawing/2014/main" id="{867B373C-FFB5-48CC-9289-7C16BC4DF59D}"/>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1" name="Freeform 1377">
              <a:extLst>
                <a:ext uri="{FF2B5EF4-FFF2-40B4-BE49-F238E27FC236}">
                  <a16:creationId xmlns:a16="http://schemas.microsoft.com/office/drawing/2014/main" id="{5EA4CFD8-0779-4D31-A51C-A5F9B689F578}"/>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2" name="Freeform 1378">
              <a:extLst>
                <a:ext uri="{FF2B5EF4-FFF2-40B4-BE49-F238E27FC236}">
                  <a16:creationId xmlns:a16="http://schemas.microsoft.com/office/drawing/2014/main" id="{A0747591-6AB6-4958-A3AE-B3FB614BBC84}"/>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3" name="Freeform 1379">
              <a:extLst>
                <a:ext uri="{FF2B5EF4-FFF2-40B4-BE49-F238E27FC236}">
                  <a16:creationId xmlns:a16="http://schemas.microsoft.com/office/drawing/2014/main" id="{5C1BE2E3-DDF1-49E5-A2E1-85978AA75CAA}"/>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4" name="Freeform 1380">
              <a:extLst>
                <a:ext uri="{FF2B5EF4-FFF2-40B4-BE49-F238E27FC236}">
                  <a16:creationId xmlns:a16="http://schemas.microsoft.com/office/drawing/2014/main" id="{DF66F64C-CCF9-4B96-B357-F6EA58D519B8}"/>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5" name="Freeform 1381">
              <a:extLst>
                <a:ext uri="{FF2B5EF4-FFF2-40B4-BE49-F238E27FC236}">
                  <a16:creationId xmlns:a16="http://schemas.microsoft.com/office/drawing/2014/main" id="{476965CE-3988-4F3E-963C-4D98985DF124}"/>
                </a:ext>
              </a:extLst>
            </p:cNvPr>
            <p:cNvSpPr>
              <a:spLocks noEditPoints="1"/>
            </p:cNvSpPr>
            <p:nvPr userDrawn="1"/>
          </p:nvSpPr>
          <p:spPr bwMode="auto">
            <a:xfrm>
              <a:off x="3692972" y="4468391"/>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6" name="Freeform 1382">
              <a:extLst>
                <a:ext uri="{FF2B5EF4-FFF2-40B4-BE49-F238E27FC236}">
                  <a16:creationId xmlns:a16="http://schemas.microsoft.com/office/drawing/2014/main" id="{0849FCB9-DA02-435E-A9E2-C917A76F6006}"/>
                </a:ext>
              </a:extLst>
            </p:cNvPr>
            <p:cNvSpPr>
              <a:spLocks noEditPoints="1"/>
            </p:cNvSpPr>
            <p:nvPr userDrawn="1"/>
          </p:nvSpPr>
          <p:spPr bwMode="auto">
            <a:xfrm>
              <a:off x="3759201" y="4580778"/>
              <a:ext cx="26091" cy="28097"/>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7" name="Freeform 1383">
              <a:extLst>
                <a:ext uri="{FF2B5EF4-FFF2-40B4-BE49-F238E27FC236}">
                  <a16:creationId xmlns:a16="http://schemas.microsoft.com/office/drawing/2014/main" id="{164392C0-E110-4C94-87C1-463C7D6CE2DC}"/>
                </a:ext>
              </a:extLst>
            </p:cNvPr>
            <p:cNvSpPr>
              <a:spLocks/>
            </p:cNvSpPr>
            <p:nvPr userDrawn="1"/>
          </p:nvSpPr>
          <p:spPr bwMode="auto">
            <a:xfrm>
              <a:off x="3763215" y="4580778"/>
              <a:ext cx="10035"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8" name="Freeform 1384">
              <a:extLst>
                <a:ext uri="{FF2B5EF4-FFF2-40B4-BE49-F238E27FC236}">
                  <a16:creationId xmlns:a16="http://schemas.microsoft.com/office/drawing/2014/main" id="{450EE8FE-11EB-49B5-8B4E-D8BFB555481E}"/>
                </a:ext>
              </a:extLst>
            </p:cNvPr>
            <p:cNvSpPr>
              <a:spLocks/>
            </p:cNvSpPr>
            <p:nvPr userDrawn="1"/>
          </p:nvSpPr>
          <p:spPr bwMode="auto">
            <a:xfrm>
              <a:off x="3767229" y="4604861"/>
              <a:ext cx="22077"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9" name="Freeform 1385">
              <a:extLst>
                <a:ext uri="{FF2B5EF4-FFF2-40B4-BE49-F238E27FC236}">
                  <a16:creationId xmlns:a16="http://schemas.microsoft.com/office/drawing/2014/main" id="{B28614EE-817B-4EE3-A67A-0E0CD9F7517C}"/>
                </a:ext>
              </a:extLst>
            </p:cNvPr>
            <p:cNvSpPr>
              <a:spLocks/>
            </p:cNvSpPr>
            <p:nvPr userDrawn="1"/>
          </p:nvSpPr>
          <p:spPr bwMode="auto">
            <a:xfrm>
              <a:off x="3771242" y="4604861"/>
              <a:ext cx="8028"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0" name="Freeform 1386">
              <a:extLst>
                <a:ext uri="{FF2B5EF4-FFF2-40B4-BE49-F238E27FC236}">
                  <a16:creationId xmlns:a16="http://schemas.microsoft.com/office/drawing/2014/main" id="{9E373CB8-BF13-40C7-B85B-61FEC18D180B}"/>
                </a:ext>
              </a:extLst>
            </p:cNvPr>
            <p:cNvSpPr>
              <a:spLocks noEditPoints="1"/>
            </p:cNvSpPr>
            <p:nvPr userDrawn="1"/>
          </p:nvSpPr>
          <p:spPr bwMode="auto">
            <a:xfrm>
              <a:off x="3785290" y="4616902"/>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1" name="Freeform 1387">
              <a:extLst>
                <a:ext uri="{FF2B5EF4-FFF2-40B4-BE49-F238E27FC236}">
                  <a16:creationId xmlns:a16="http://schemas.microsoft.com/office/drawing/2014/main" id="{8717CA9F-082B-485D-BE1D-3BA14FA0F3BA}"/>
                </a:ext>
              </a:extLst>
            </p:cNvPr>
            <p:cNvSpPr>
              <a:spLocks/>
            </p:cNvSpPr>
            <p:nvPr userDrawn="1"/>
          </p:nvSpPr>
          <p:spPr bwMode="auto">
            <a:xfrm>
              <a:off x="3785290" y="4618910"/>
              <a:ext cx="4014"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2" name="Freeform 1388">
              <a:extLst>
                <a:ext uri="{FF2B5EF4-FFF2-40B4-BE49-F238E27FC236}">
                  <a16:creationId xmlns:a16="http://schemas.microsoft.com/office/drawing/2014/main" id="{39C1DDC3-D852-4A2E-BEEC-00BEA549ED0C}"/>
                </a:ext>
              </a:extLst>
            </p:cNvPr>
            <p:cNvSpPr>
              <a:spLocks noEditPoints="1"/>
            </p:cNvSpPr>
            <p:nvPr userDrawn="1"/>
          </p:nvSpPr>
          <p:spPr bwMode="auto">
            <a:xfrm>
              <a:off x="5390820" y="5423681"/>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3" name="Freeform 1389">
              <a:extLst>
                <a:ext uri="{FF2B5EF4-FFF2-40B4-BE49-F238E27FC236}">
                  <a16:creationId xmlns:a16="http://schemas.microsoft.com/office/drawing/2014/main" id="{072151CF-1DA5-4AE4-B4F8-09AA13D3C7DD}"/>
                </a:ext>
              </a:extLst>
            </p:cNvPr>
            <p:cNvSpPr>
              <a:spLocks noEditPoints="1"/>
            </p:cNvSpPr>
            <p:nvPr userDrawn="1"/>
          </p:nvSpPr>
          <p:spPr bwMode="auto">
            <a:xfrm>
              <a:off x="5388814" y="5520013"/>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4" name="Freeform 1390">
              <a:extLst>
                <a:ext uri="{FF2B5EF4-FFF2-40B4-BE49-F238E27FC236}">
                  <a16:creationId xmlns:a16="http://schemas.microsoft.com/office/drawing/2014/main" id="{CFE39A40-2CFD-4E98-AC25-FF3C982B59E7}"/>
                </a:ext>
              </a:extLst>
            </p:cNvPr>
            <p:cNvSpPr>
              <a:spLocks/>
            </p:cNvSpPr>
            <p:nvPr userDrawn="1"/>
          </p:nvSpPr>
          <p:spPr bwMode="auto">
            <a:xfrm>
              <a:off x="5408883" y="5520013"/>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5" name="Freeform 1391">
              <a:extLst>
                <a:ext uri="{FF2B5EF4-FFF2-40B4-BE49-F238E27FC236}">
                  <a16:creationId xmlns:a16="http://schemas.microsoft.com/office/drawing/2014/main" id="{BCCE661C-9235-46B7-A943-0F6A0DE64E5B}"/>
                </a:ext>
              </a:extLst>
            </p:cNvPr>
            <p:cNvSpPr>
              <a:spLocks noEditPoints="1"/>
            </p:cNvSpPr>
            <p:nvPr userDrawn="1"/>
          </p:nvSpPr>
          <p:spPr bwMode="auto">
            <a:xfrm>
              <a:off x="5376773" y="5540082"/>
              <a:ext cx="20069" cy="20069"/>
            </a:xfrm>
            <a:custGeom>
              <a:avLst/>
              <a:gdLst>
                <a:gd name="T0" fmla="*/ 8 w 14"/>
                <a:gd name="T1" fmla="*/ 8 h 14"/>
                <a:gd name="T2" fmla="*/ 8 w 14"/>
                <a:gd name="T3" fmla="*/ 8 h 14"/>
                <a:gd name="T4" fmla="*/ 7 w 14"/>
                <a:gd name="T5" fmla="*/ 8 h 14"/>
                <a:gd name="T6" fmla="*/ 6 w 14"/>
                <a:gd name="T7" fmla="*/ 8 h 14"/>
                <a:gd name="T8" fmla="*/ 6 w 14"/>
                <a:gd name="T9" fmla="*/ 7 h 14"/>
                <a:gd name="T10" fmla="*/ 6 w 14"/>
                <a:gd name="T11" fmla="*/ 6 h 14"/>
                <a:gd name="T12" fmla="*/ 7 w 14"/>
                <a:gd name="T13" fmla="*/ 6 h 14"/>
                <a:gd name="T14" fmla="*/ 8 w 14"/>
                <a:gd name="T15" fmla="*/ 7 h 14"/>
                <a:gd name="T16" fmla="*/ 8 w 14"/>
                <a:gd name="T17" fmla="*/ 7 h 14"/>
                <a:gd name="T18" fmla="*/ 8 w 14"/>
                <a:gd name="T19" fmla="*/ 8 h 14"/>
                <a:gd name="T20" fmla="*/ 7 w 14"/>
                <a:gd name="T21" fmla="*/ 8 h 14"/>
                <a:gd name="T22" fmla="*/ 7 w 14"/>
                <a:gd name="T23" fmla="*/ 0 h 14"/>
                <a:gd name="T24" fmla="*/ 7 w 14"/>
                <a:gd name="T25" fmla="*/ 0 h 14"/>
                <a:gd name="T26" fmla="*/ 7 w 14"/>
                <a:gd name="T27" fmla="*/ 0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0 w 14"/>
                <a:gd name="T51" fmla="*/ 1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8"/>
                  </a:moveTo>
                  <a:cubicBezTo>
                    <a:pt x="8" y="8"/>
                    <a:pt x="8" y="8"/>
                    <a:pt x="8" y="8"/>
                  </a:cubicBezTo>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11" y="13"/>
                    <a:pt x="11" y="13"/>
                    <a:pt x="11" y="13"/>
                  </a:cubicBezTo>
                  <a:cubicBezTo>
                    <a:pt x="13" y="12"/>
                    <a:pt x="14" y="10"/>
                    <a:pt x="14" y="7"/>
                  </a:cubicBezTo>
                  <a:cubicBezTo>
                    <a:pt x="14" y="6"/>
                    <a:pt x="14" y="5"/>
                    <a:pt x="14" y="4"/>
                  </a:cubicBezTo>
                  <a:cubicBezTo>
                    <a:pt x="12" y="3"/>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6" name="Freeform 1392">
              <a:extLst>
                <a:ext uri="{FF2B5EF4-FFF2-40B4-BE49-F238E27FC236}">
                  <a16:creationId xmlns:a16="http://schemas.microsoft.com/office/drawing/2014/main" id="{6E89D82F-42BC-42CB-A852-51BBCBD1E557}"/>
                </a:ext>
              </a:extLst>
            </p:cNvPr>
            <p:cNvSpPr>
              <a:spLocks/>
            </p:cNvSpPr>
            <p:nvPr userDrawn="1"/>
          </p:nvSpPr>
          <p:spPr bwMode="auto">
            <a:xfrm>
              <a:off x="5390820" y="5540082"/>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7" name="Freeform 1393">
              <a:extLst>
                <a:ext uri="{FF2B5EF4-FFF2-40B4-BE49-F238E27FC236}">
                  <a16:creationId xmlns:a16="http://schemas.microsoft.com/office/drawing/2014/main" id="{6D03A6FE-DEC8-4731-A600-131C06835C00}"/>
                </a:ext>
              </a:extLst>
            </p:cNvPr>
            <p:cNvSpPr>
              <a:spLocks noEditPoints="1"/>
            </p:cNvSpPr>
            <p:nvPr userDrawn="1"/>
          </p:nvSpPr>
          <p:spPr bwMode="auto">
            <a:xfrm>
              <a:off x="5378779" y="5560151"/>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6" y="0"/>
                    <a:pt x="5" y="0"/>
                    <a:pt x="4" y="0"/>
                  </a:cubicBezTo>
                  <a:cubicBezTo>
                    <a:pt x="4" y="0"/>
                    <a:pt x="4" y="0"/>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8" name="Freeform 1394">
              <a:extLst>
                <a:ext uri="{FF2B5EF4-FFF2-40B4-BE49-F238E27FC236}">
                  <a16:creationId xmlns:a16="http://schemas.microsoft.com/office/drawing/2014/main" id="{B365232E-ED79-4C51-8A68-91315A45ECA7}"/>
                </a:ext>
              </a:extLst>
            </p:cNvPr>
            <p:cNvSpPr>
              <a:spLocks/>
            </p:cNvSpPr>
            <p:nvPr userDrawn="1"/>
          </p:nvSpPr>
          <p:spPr bwMode="auto">
            <a:xfrm>
              <a:off x="5384800" y="5560151"/>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2"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9" name="Freeform 1395">
              <a:extLst>
                <a:ext uri="{FF2B5EF4-FFF2-40B4-BE49-F238E27FC236}">
                  <a16:creationId xmlns:a16="http://schemas.microsoft.com/office/drawing/2014/main" id="{DF5C724E-5944-4DF7-92BE-5B9F1736C80A}"/>
                </a:ext>
              </a:extLst>
            </p:cNvPr>
            <p:cNvSpPr>
              <a:spLocks noEditPoints="1"/>
            </p:cNvSpPr>
            <p:nvPr userDrawn="1"/>
          </p:nvSpPr>
          <p:spPr bwMode="auto">
            <a:xfrm>
              <a:off x="5587498" y="5136693"/>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0" name="Freeform 1396">
              <a:extLst>
                <a:ext uri="{FF2B5EF4-FFF2-40B4-BE49-F238E27FC236}">
                  <a16:creationId xmlns:a16="http://schemas.microsoft.com/office/drawing/2014/main" id="{060D9455-79E5-45BE-A810-6B5E9D7885C4}"/>
                </a:ext>
              </a:extLst>
            </p:cNvPr>
            <p:cNvSpPr>
              <a:spLocks noEditPoints="1"/>
            </p:cNvSpPr>
            <p:nvPr userDrawn="1"/>
          </p:nvSpPr>
          <p:spPr bwMode="auto">
            <a:xfrm>
              <a:off x="5583484"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7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1" name="Freeform 1397">
              <a:extLst>
                <a:ext uri="{FF2B5EF4-FFF2-40B4-BE49-F238E27FC236}">
                  <a16:creationId xmlns:a16="http://schemas.microsoft.com/office/drawing/2014/main" id="{D005F04E-E64B-45B4-8253-A119F835E7C0}"/>
                </a:ext>
              </a:extLst>
            </p:cNvPr>
            <p:cNvSpPr>
              <a:spLocks noEditPoints="1"/>
            </p:cNvSpPr>
            <p:nvPr userDrawn="1"/>
          </p:nvSpPr>
          <p:spPr bwMode="auto">
            <a:xfrm>
              <a:off x="5559401"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6 w 21"/>
                <a:gd name="T37" fmla="*/ 20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2" name="Freeform 1398">
              <a:extLst>
                <a:ext uri="{FF2B5EF4-FFF2-40B4-BE49-F238E27FC236}">
                  <a16:creationId xmlns:a16="http://schemas.microsoft.com/office/drawing/2014/main" id="{E38F8BDB-AF2A-4E6E-8E30-64802F98B42B}"/>
                </a:ext>
              </a:extLst>
            </p:cNvPr>
            <p:cNvSpPr>
              <a:spLocks noEditPoints="1"/>
            </p:cNvSpPr>
            <p:nvPr userDrawn="1"/>
          </p:nvSpPr>
          <p:spPr bwMode="auto">
            <a:xfrm>
              <a:off x="5563415" y="5377523"/>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0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10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10" y="13"/>
                  </a:moveTo>
                  <a:cubicBezTo>
                    <a:pt x="8" y="13"/>
                    <a:pt x="7" y="12"/>
                    <a:pt x="7" y="11"/>
                  </a:cubicBezTo>
                  <a:cubicBezTo>
                    <a:pt x="6" y="11"/>
                    <a:pt x="6" y="10"/>
                    <a:pt x="6" y="10"/>
                  </a:cubicBezTo>
                  <a:cubicBezTo>
                    <a:pt x="6" y="9"/>
                    <a:pt x="7" y="8"/>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3" name="Freeform 1399">
              <a:extLst>
                <a:ext uri="{FF2B5EF4-FFF2-40B4-BE49-F238E27FC236}">
                  <a16:creationId xmlns:a16="http://schemas.microsoft.com/office/drawing/2014/main" id="{7745FA90-5806-4972-92D0-17D56C07C8D1}"/>
                </a:ext>
              </a:extLst>
            </p:cNvPr>
            <p:cNvSpPr>
              <a:spLocks noEditPoints="1"/>
            </p:cNvSpPr>
            <p:nvPr userDrawn="1"/>
          </p:nvSpPr>
          <p:spPr bwMode="auto">
            <a:xfrm>
              <a:off x="5190129" y="3954621"/>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9"/>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4" name="Freeform 1400">
              <a:extLst>
                <a:ext uri="{FF2B5EF4-FFF2-40B4-BE49-F238E27FC236}">
                  <a16:creationId xmlns:a16="http://schemas.microsoft.com/office/drawing/2014/main" id="{E571DC33-677B-474F-93A2-8F430DF071ED}"/>
                </a:ext>
              </a:extLst>
            </p:cNvPr>
            <p:cNvSpPr>
              <a:spLocks noEditPoints="1"/>
            </p:cNvSpPr>
            <p:nvPr userDrawn="1"/>
          </p:nvSpPr>
          <p:spPr bwMode="auto">
            <a:xfrm>
              <a:off x="5186115" y="4050953"/>
              <a:ext cx="30104" cy="28097"/>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7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9"/>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7"/>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5" name="Freeform 1401">
              <a:extLst>
                <a:ext uri="{FF2B5EF4-FFF2-40B4-BE49-F238E27FC236}">
                  <a16:creationId xmlns:a16="http://schemas.microsoft.com/office/drawing/2014/main" id="{56C374D1-78DF-40B6-BD2A-69D60ACF20AC}"/>
                </a:ext>
              </a:extLst>
            </p:cNvPr>
            <p:cNvSpPr>
              <a:spLocks/>
            </p:cNvSpPr>
            <p:nvPr userDrawn="1"/>
          </p:nvSpPr>
          <p:spPr bwMode="auto">
            <a:xfrm>
              <a:off x="5206184" y="4052960"/>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6" name="Freeform 1402">
              <a:extLst>
                <a:ext uri="{FF2B5EF4-FFF2-40B4-BE49-F238E27FC236}">
                  <a16:creationId xmlns:a16="http://schemas.microsoft.com/office/drawing/2014/main" id="{EFD7B050-E8D1-4B8B-AAEB-FE6BD68D096C}"/>
                </a:ext>
              </a:extLst>
            </p:cNvPr>
            <p:cNvSpPr>
              <a:spLocks noEditPoints="1"/>
            </p:cNvSpPr>
            <p:nvPr userDrawn="1"/>
          </p:nvSpPr>
          <p:spPr bwMode="auto">
            <a:xfrm>
              <a:off x="5174074" y="4071022"/>
              <a:ext cx="24083" cy="22077"/>
            </a:xfrm>
            <a:custGeom>
              <a:avLst/>
              <a:gdLst>
                <a:gd name="T0" fmla="*/ 11 w 15"/>
                <a:gd name="T1" fmla="*/ 14 h 14"/>
                <a:gd name="T2" fmla="*/ 11 w 15"/>
                <a:gd name="T3" fmla="*/ 14 h 14"/>
                <a:gd name="T4" fmla="*/ 11 w 15"/>
                <a:gd name="T5" fmla="*/ 14 h 14"/>
                <a:gd name="T6" fmla="*/ 11 w 15"/>
                <a:gd name="T7" fmla="*/ 14 h 14"/>
                <a:gd name="T8" fmla="*/ 8 w 15"/>
                <a:gd name="T9" fmla="*/ 8 h 14"/>
                <a:gd name="T10" fmla="*/ 8 w 15"/>
                <a:gd name="T11" fmla="*/ 8 h 14"/>
                <a:gd name="T12" fmla="*/ 7 w 15"/>
                <a:gd name="T13" fmla="*/ 9 h 14"/>
                <a:gd name="T14" fmla="*/ 6 w 15"/>
                <a:gd name="T15" fmla="*/ 8 h 14"/>
                <a:gd name="T16" fmla="*/ 6 w 15"/>
                <a:gd name="T17" fmla="*/ 7 h 14"/>
                <a:gd name="T18" fmla="*/ 6 w 15"/>
                <a:gd name="T19" fmla="*/ 6 h 14"/>
                <a:gd name="T20" fmla="*/ 7 w 15"/>
                <a:gd name="T21" fmla="*/ 6 h 14"/>
                <a:gd name="T22" fmla="*/ 8 w 15"/>
                <a:gd name="T23" fmla="*/ 7 h 14"/>
                <a:gd name="T24" fmla="*/ 9 w 15"/>
                <a:gd name="T25" fmla="*/ 7 h 14"/>
                <a:gd name="T26" fmla="*/ 8 w 15"/>
                <a:gd name="T27" fmla="*/ 8 h 14"/>
                <a:gd name="T28" fmla="*/ 7 w 15"/>
                <a:gd name="T29" fmla="*/ 9 h 14"/>
                <a:gd name="T30" fmla="*/ 7 w 15"/>
                <a:gd name="T31" fmla="*/ 0 h 14"/>
                <a:gd name="T32" fmla="*/ 7 w 15"/>
                <a:gd name="T33" fmla="*/ 0 h 14"/>
                <a:gd name="T34" fmla="*/ 3 w 15"/>
                <a:gd name="T35" fmla="*/ 1 h 14"/>
                <a:gd name="T36" fmla="*/ 0 w 15"/>
                <a:gd name="T37" fmla="*/ 7 h 14"/>
                <a:gd name="T38" fmla="*/ 1 w 15"/>
                <a:gd name="T39" fmla="*/ 11 h 14"/>
                <a:gd name="T40" fmla="*/ 5 w 15"/>
                <a:gd name="T41" fmla="*/ 14 h 14"/>
                <a:gd name="T42" fmla="*/ 8 w 15"/>
                <a:gd name="T43" fmla="*/ 14 h 14"/>
                <a:gd name="T44" fmla="*/ 8 w 15"/>
                <a:gd name="T45" fmla="*/ 14 h 14"/>
                <a:gd name="T46" fmla="*/ 10 w 15"/>
                <a:gd name="T47" fmla="*/ 14 h 14"/>
                <a:gd name="T48" fmla="*/ 11 w 15"/>
                <a:gd name="T49" fmla="*/ 14 h 14"/>
                <a:gd name="T50" fmla="*/ 11 w 15"/>
                <a:gd name="T51" fmla="*/ 14 h 14"/>
                <a:gd name="T52" fmla="*/ 11 w 15"/>
                <a:gd name="T53" fmla="*/ 14 h 14"/>
                <a:gd name="T54" fmla="*/ 11 w 15"/>
                <a:gd name="T55" fmla="*/ 14 h 14"/>
                <a:gd name="T56" fmla="*/ 11 w 15"/>
                <a:gd name="T57" fmla="*/ 14 h 14"/>
                <a:gd name="T58" fmla="*/ 11 w 15"/>
                <a:gd name="T59" fmla="*/ 14 h 14"/>
                <a:gd name="T60" fmla="*/ 15 w 15"/>
                <a:gd name="T61" fmla="*/ 7 h 14"/>
                <a:gd name="T62" fmla="*/ 14 w 15"/>
                <a:gd name="T63" fmla="*/ 4 h 14"/>
                <a:gd name="T64" fmla="*/ 10 w 15"/>
                <a:gd name="T65" fmla="*/ 1 h 14"/>
                <a:gd name="T66" fmla="*/ 10 w 15"/>
                <a:gd name="T67" fmla="*/ 0 h 14"/>
                <a:gd name="T68" fmla="*/ 7 w 15"/>
                <a:gd name="T6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4">
                  <a:moveTo>
                    <a:pt x="11" y="14"/>
                  </a:moveTo>
                  <a:cubicBezTo>
                    <a:pt x="11" y="14"/>
                    <a:pt x="11" y="14"/>
                    <a:pt x="11" y="14"/>
                  </a:cubicBezTo>
                  <a:cubicBezTo>
                    <a:pt x="11" y="14"/>
                    <a:pt x="11" y="14"/>
                    <a:pt x="11" y="14"/>
                  </a:cubicBezTo>
                  <a:cubicBezTo>
                    <a:pt x="11" y="14"/>
                    <a:pt x="11" y="14"/>
                    <a:pt x="11" y="14"/>
                  </a:cubicBezTo>
                  <a:moveTo>
                    <a:pt x="8" y="8"/>
                  </a:moveTo>
                  <a:cubicBezTo>
                    <a:pt x="8" y="8"/>
                    <a:pt x="8" y="8"/>
                    <a:pt x="8" y="8"/>
                  </a:cubicBezTo>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7" y="9"/>
                    <a:pt x="7" y="9"/>
                    <a:pt x="7" y="9"/>
                  </a:cubicBezTo>
                  <a:moveTo>
                    <a:pt x="7" y="0"/>
                  </a:moveTo>
                  <a:cubicBezTo>
                    <a:pt x="7" y="0"/>
                    <a:pt x="7" y="0"/>
                    <a:pt x="7" y="0"/>
                  </a:cubicBezTo>
                  <a:cubicBezTo>
                    <a:pt x="6" y="0"/>
                    <a:pt x="5" y="0"/>
                    <a:pt x="3" y="1"/>
                  </a:cubicBezTo>
                  <a:cubicBezTo>
                    <a:pt x="1" y="3"/>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7" name="Freeform 1403">
              <a:extLst>
                <a:ext uri="{FF2B5EF4-FFF2-40B4-BE49-F238E27FC236}">
                  <a16:creationId xmlns:a16="http://schemas.microsoft.com/office/drawing/2014/main" id="{6BD33A76-3A65-43A5-8035-D9ED41670E33}"/>
                </a:ext>
              </a:extLst>
            </p:cNvPr>
            <p:cNvSpPr>
              <a:spLocks/>
            </p:cNvSpPr>
            <p:nvPr userDrawn="1"/>
          </p:nvSpPr>
          <p:spPr bwMode="auto">
            <a:xfrm>
              <a:off x="5190129" y="4071022"/>
              <a:ext cx="6021" cy="6021"/>
            </a:xfrm>
            <a:custGeom>
              <a:avLst/>
              <a:gdLst>
                <a:gd name="T0" fmla="*/ 0 w 4"/>
                <a:gd name="T1" fmla="*/ 0 h 4"/>
                <a:gd name="T2" fmla="*/ 0 w 4"/>
                <a:gd name="T3" fmla="*/ 1 h 4"/>
                <a:gd name="T4" fmla="*/ 4 w 4"/>
                <a:gd name="T5" fmla="*/ 4 h 4"/>
                <a:gd name="T6" fmla="*/ 3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4"/>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8" name="Freeform 1404">
              <a:extLst>
                <a:ext uri="{FF2B5EF4-FFF2-40B4-BE49-F238E27FC236}">
                  <a16:creationId xmlns:a16="http://schemas.microsoft.com/office/drawing/2014/main" id="{3E65F892-8510-4377-A05A-66B5CFEA19C2}"/>
                </a:ext>
              </a:extLst>
            </p:cNvPr>
            <p:cNvSpPr>
              <a:spLocks noEditPoints="1"/>
            </p:cNvSpPr>
            <p:nvPr userDrawn="1"/>
          </p:nvSpPr>
          <p:spPr bwMode="auto">
            <a:xfrm>
              <a:off x="5176081" y="4093099"/>
              <a:ext cx="20069" cy="18063"/>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9 w 13"/>
                <a:gd name="T19" fmla="*/ 9 h 13"/>
                <a:gd name="T20" fmla="*/ 7 w 13"/>
                <a:gd name="T21" fmla="*/ 7 h 13"/>
                <a:gd name="T22" fmla="*/ 7 w 13"/>
                <a:gd name="T23" fmla="*/ 7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1"/>
                    <a:pt x="4" y="1"/>
                    <a:pt x="3" y="1"/>
                  </a:cubicBezTo>
                  <a:cubicBezTo>
                    <a:pt x="3" y="1"/>
                    <a:pt x="3"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9" name="Freeform 1405">
              <a:extLst>
                <a:ext uri="{FF2B5EF4-FFF2-40B4-BE49-F238E27FC236}">
                  <a16:creationId xmlns:a16="http://schemas.microsoft.com/office/drawing/2014/main" id="{E15FFA41-7EB8-4A14-B639-9C47430CCC81}"/>
                </a:ext>
              </a:extLst>
            </p:cNvPr>
            <p:cNvSpPr>
              <a:spLocks/>
            </p:cNvSpPr>
            <p:nvPr userDrawn="1"/>
          </p:nvSpPr>
          <p:spPr bwMode="auto">
            <a:xfrm>
              <a:off x="5182102" y="4093099"/>
              <a:ext cx="8028" cy="0"/>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0" name="Freeform 1406">
              <a:extLst>
                <a:ext uri="{FF2B5EF4-FFF2-40B4-BE49-F238E27FC236}">
                  <a16:creationId xmlns:a16="http://schemas.microsoft.com/office/drawing/2014/main" id="{A0C5D1E5-3F2B-4A8F-B40F-D3271C3BD3A1}"/>
                </a:ext>
              </a:extLst>
            </p:cNvPr>
            <p:cNvSpPr>
              <a:spLocks noEditPoints="1"/>
            </p:cNvSpPr>
            <p:nvPr userDrawn="1"/>
          </p:nvSpPr>
          <p:spPr bwMode="auto">
            <a:xfrm>
              <a:off x="4567986" y="4356004"/>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1" y="88"/>
                  </a:cubicBezTo>
                  <a:cubicBezTo>
                    <a:pt x="12" y="80"/>
                    <a:pt x="6" y="68"/>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1" name="Freeform 1407">
              <a:extLst>
                <a:ext uri="{FF2B5EF4-FFF2-40B4-BE49-F238E27FC236}">
                  <a16:creationId xmlns:a16="http://schemas.microsoft.com/office/drawing/2014/main" id="{2D5EB4A7-E272-4A7F-AF4A-5D4AE8162671}"/>
                </a:ext>
              </a:extLst>
            </p:cNvPr>
            <p:cNvSpPr>
              <a:spLocks noEditPoints="1"/>
            </p:cNvSpPr>
            <p:nvPr userDrawn="1"/>
          </p:nvSpPr>
          <p:spPr bwMode="auto">
            <a:xfrm>
              <a:off x="4662312" y="4516557"/>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2" name="Freeform 1408">
              <a:extLst>
                <a:ext uri="{FF2B5EF4-FFF2-40B4-BE49-F238E27FC236}">
                  <a16:creationId xmlns:a16="http://schemas.microsoft.com/office/drawing/2014/main" id="{9D0B38CD-B1DB-453E-8CEA-8E4C14BEA2AC}"/>
                </a:ext>
              </a:extLst>
            </p:cNvPr>
            <p:cNvSpPr>
              <a:spLocks/>
            </p:cNvSpPr>
            <p:nvPr userDrawn="1"/>
          </p:nvSpPr>
          <p:spPr bwMode="auto">
            <a:xfrm>
              <a:off x="4674353" y="455268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3" name="Freeform 1409">
              <a:extLst>
                <a:ext uri="{FF2B5EF4-FFF2-40B4-BE49-F238E27FC236}">
                  <a16:creationId xmlns:a16="http://schemas.microsoft.com/office/drawing/2014/main" id="{DB3E7400-AA22-4351-8B2E-CF84680A87C9}"/>
                </a:ext>
              </a:extLst>
            </p:cNvPr>
            <p:cNvSpPr>
              <a:spLocks noEditPoints="1"/>
            </p:cNvSpPr>
            <p:nvPr userDrawn="1"/>
          </p:nvSpPr>
          <p:spPr bwMode="auto">
            <a:xfrm>
              <a:off x="4700442" y="456873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4" name="Freeform 1410">
              <a:extLst>
                <a:ext uri="{FF2B5EF4-FFF2-40B4-BE49-F238E27FC236}">
                  <a16:creationId xmlns:a16="http://schemas.microsoft.com/office/drawing/2014/main" id="{C25A91F7-FCAD-4176-9E2D-C88E61BCC740}"/>
                </a:ext>
              </a:extLst>
            </p:cNvPr>
            <p:cNvSpPr>
              <a:spLocks noEditPoints="1"/>
            </p:cNvSpPr>
            <p:nvPr userDrawn="1"/>
          </p:nvSpPr>
          <p:spPr bwMode="auto">
            <a:xfrm>
              <a:off x="4784733" y="5782919"/>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 name="Freeform 1412">
              <a:extLst>
                <a:ext uri="{FF2B5EF4-FFF2-40B4-BE49-F238E27FC236}">
                  <a16:creationId xmlns:a16="http://schemas.microsoft.com/office/drawing/2014/main" id="{ACFDF0D4-265D-41C1-9170-1EC83FE816F2}"/>
                </a:ext>
              </a:extLst>
            </p:cNvPr>
            <p:cNvSpPr>
              <a:spLocks noEditPoints="1"/>
            </p:cNvSpPr>
            <p:nvPr userDrawn="1"/>
          </p:nvSpPr>
          <p:spPr bwMode="auto">
            <a:xfrm>
              <a:off x="4895114" y="5975583"/>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 name="Freeform 1413">
              <a:extLst>
                <a:ext uri="{FF2B5EF4-FFF2-40B4-BE49-F238E27FC236}">
                  <a16:creationId xmlns:a16="http://schemas.microsoft.com/office/drawing/2014/main" id="{7EBB998F-8470-4D53-8333-2495BAAD255D}"/>
                </a:ext>
              </a:extLst>
            </p:cNvPr>
            <p:cNvSpPr>
              <a:spLocks/>
            </p:cNvSpPr>
            <p:nvPr userDrawn="1"/>
          </p:nvSpPr>
          <p:spPr bwMode="auto">
            <a:xfrm>
              <a:off x="4911169" y="6017729"/>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 name="Freeform 1414">
              <a:extLst>
                <a:ext uri="{FF2B5EF4-FFF2-40B4-BE49-F238E27FC236}">
                  <a16:creationId xmlns:a16="http://schemas.microsoft.com/office/drawing/2014/main" id="{EC22E232-6108-480C-9476-CA6008CBC2D9}"/>
                </a:ext>
              </a:extLst>
            </p:cNvPr>
            <p:cNvSpPr>
              <a:spLocks noEditPoints="1"/>
            </p:cNvSpPr>
            <p:nvPr userDrawn="1"/>
          </p:nvSpPr>
          <p:spPr bwMode="auto">
            <a:xfrm>
              <a:off x="4943280" y="6035790"/>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 name="Freeform 1415">
              <a:extLst>
                <a:ext uri="{FF2B5EF4-FFF2-40B4-BE49-F238E27FC236}">
                  <a16:creationId xmlns:a16="http://schemas.microsoft.com/office/drawing/2014/main" id="{F9E9A1A4-6EDD-4FF5-94A3-C5F70A82140B}"/>
                </a:ext>
              </a:extLst>
            </p:cNvPr>
            <p:cNvSpPr>
              <a:spLocks noEditPoints="1"/>
            </p:cNvSpPr>
            <p:nvPr userDrawn="1"/>
          </p:nvSpPr>
          <p:spPr bwMode="auto">
            <a:xfrm>
              <a:off x="4746602" y="4978148"/>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40"/>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 name="Freeform 1416">
              <a:extLst>
                <a:ext uri="{FF2B5EF4-FFF2-40B4-BE49-F238E27FC236}">
                  <a16:creationId xmlns:a16="http://schemas.microsoft.com/office/drawing/2014/main" id="{7D9F5BBA-5095-4CB2-806D-E2A9721A5483}"/>
                </a:ext>
              </a:extLst>
            </p:cNvPr>
            <p:cNvSpPr>
              <a:spLocks/>
            </p:cNvSpPr>
            <p:nvPr userDrawn="1"/>
          </p:nvSpPr>
          <p:spPr bwMode="auto">
            <a:xfrm>
              <a:off x="4838920" y="5138701"/>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 name="Freeform 1417">
              <a:extLst>
                <a:ext uri="{FF2B5EF4-FFF2-40B4-BE49-F238E27FC236}">
                  <a16:creationId xmlns:a16="http://schemas.microsoft.com/office/drawing/2014/main" id="{419F6491-AE69-4F47-B0CA-C1C043E62E3F}"/>
                </a:ext>
              </a:extLst>
            </p:cNvPr>
            <p:cNvSpPr>
              <a:spLocks/>
            </p:cNvSpPr>
            <p:nvPr userDrawn="1"/>
          </p:nvSpPr>
          <p:spPr bwMode="auto">
            <a:xfrm>
              <a:off x="4852968" y="5174825"/>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 name="Freeform 1418">
              <a:extLst>
                <a:ext uri="{FF2B5EF4-FFF2-40B4-BE49-F238E27FC236}">
                  <a16:creationId xmlns:a16="http://schemas.microsoft.com/office/drawing/2014/main" id="{6CA87C6F-1519-4785-BC39-9FC31EBA75CF}"/>
                </a:ext>
              </a:extLst>
            </p:cNvPr>
            <p:cNvSpPr>
              <a:spLocks noEditPoints="1"/>
            </p:cNvSpPr>
            <p:nvPr userDrawn="1"/>
          </p:nvSpPr>
          <p:spPr bwMode="auto">
            <a:xfrm>
              <a:off x="4879058" y="5190881"/>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 name="Freeform 1419">
              <a:extLst>
                <a:ext uri="{FF2B5EF4-FFF2-40B4-BE49-F238E27FC236}">
                  <a16:creationId xmlns:a16="http://schemas.microsoft.com/office/drawing/2014/main" id="{F135DF5D-0D8C-491B-A696-D2132CB7A4B8}"/>
                </a:ext>
              </a:extLst>
            </p:cNvPr>
            <p:cNvSpPr>
              <a:spLocks noEditPoints="1"/>
            </p:cNvSpPr>
            <p:nvPr userDrawn="1"/>
          </p:nvSpPr>
          <p:spPr bwMode="auto">
            <a:xfrm>
              <a:off x="4343212" y="5194894"/>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 name="Freeform 1420">
              <a:extLst>
                <a:ext uri="{FF2B5EF4-FFF2-40B4-BE49-F238E27FC236}">
                  <a16:creationId xmlns:a16="http://schemas.microsoft.com/office/drawing/2014/main" id="{5C7DCDCE-9844-44D0-AC79-CCDEA408899D}"/>
                </a:ext>
              </a:extLst>
            </p:cNvPr>
            <p:cNvSpPr>
              <a:spLocks noEditPoints="1"/>
            </p:cNvSpPr>
            <p:nvPr userDrawn="1"/>
          </p:nvSpPr>
          <p:spPr bwMode="auto">
            <a:xfrm>
              <a:off x="4507779" y="5335378"/>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1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9"/>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 name="Freeform 1421">
              <a:extLst>
                <a:ext uri="{FF2B5EF4-FFF2-40B4-BE49-F238E27FC236}">
                  <a16:creationId xmlns:a16="http://schemas.microsoft.com/office/drawing/2014/main" id="{66580AD4-F9AC-4A23-BD03-B3E3281BA541}"/>
                </a:ext>
              </a:extLst>
            </p:cNvPr>
            <p:cNvSpPr>
              <a:spLocks noEditPoints="1"/>
            </p:cNvSpPr>
            <p:nvPr userDrawn="1"/>
          </p:nvSpPr>
          <p:spPr bwMode="auto">
            <a:xfrm>
              <a:off x="4543903" y="5361468"/>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3" y="8"/>
                  </a:moveTo>
                  <a:cubicBezTo>
                    <a:pt x="15" y="6"/>
                    <a:pt x="15" y="6"/>
                    <a:pt x="15" y="6"/>
                  </a:cubicBezTo>
                  <a:cubicBezTo>
                    <a:pt x="13" y="8"/>
                    <a:pt x="13" y="8"/>
                    <a:pt x="13" y="8"/>
                  </a:cubicBezTo>
                  <a:cubicBezTo>
                    <a:pt x="14" y="9"/>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 name="Freeform 1422">
              <a:extLst>
                <a:ext uri="{FF2B5EF4-FFF2-40B4-BE49-F238E27FC236}">
                  <a16:creationId xmlns:a16="http://schemas.microsoft.com/office/drawing/2014/main" id="{0C695DF4-A175-4C9A-B773-ECE31E3D3E8A}"/>
                </a:ext>
              </a:extLst>
            </p:cNvPr>
            <p:cNvSpPr>
              <a:spLocks noEditPoints="1"/>
            </p:cNvSpPr>
            <p:nvPr userDrawn="1"/>
          </p:nvSpPr>
          <p:spPr bwMode="auto">
            <a:xfrm>
              <a:off x="4576014" y="5359461"/>
              <a:ext cx="28097" cy="26090"/>
            </a:xfrm>
            <a:custGeom>
              <a:avLst/>
              <a:gdLst>
                <a:gd name="T0" fmla="*/ 7 w 18"/>
                <a:gd name="T1" fmla="*/ 10 h 17"/>
                <a:gd name="T2" fmla="*/ 6 w 18"/>
                <a:gd name="T3" fmla="*/ 8 h 17"/>
                <a:gd name="T4" fmla="*/ 7 w 18"/>
                <a:gd name="T5" fmla="*/ 6 h 17"/>
                <a:gd name="T6" fmla="*/ 7 w 18"/>
                <a:gd name="T7" fmla="*/ 6 h 17"/>
                <a:gd name="T8" fmla="*/ 9 w 18"/>
                <a:gd name="T9" fmla="*/ 6 h 17"/>
                <a:gd name="T10" fmla="*/ 11 w 18"/>
                <a:gd name="T11" fmla="*/ 7 h 17"/>
                <a:gd name="T12" fmla="*/ 11 w 18"/>
                <a:gd name="T13" fmla="*/ 7 h 17"/>
                <a:gd name="T14" fmla="*/ 12 w 18"/>
                <a:gd name="T15" fmla="*/ 8 h 17"/>
                <a:gd name="T16" fmla="*/ 11 w 18"/>
                <a:gd name="T17" fmla="*/ 10 h 17"/>
                <a:gd name="T18" fmla="*/ 9 w 18"/>
                <a:gd name="T19" fmla="*/ 11 h 17"/>
                <a:gd name="T20" fmla="*/ 7 w 18"/>
                <a:gd name="T21" fmla="*/ 10 h 17"/>
                <a:gd name="T22" fmla="*/ 7 w 18"/>
                <a:gd name="T23" fmla="*/ 10 h 17"/>
                <a:gd name="T24" fmla="*/ 9 w 18"/>
                <a:gd name="T25" fmla="*/ 0 h 17"/>
                <a:gd name="T26" fmla="*/ 9 w 18"/>
                <a:gd name="T27" fmla="*/ 0 h 17"/>
                <a:gd name="T28" fmla="*/ 4 w 18"/>
                <a:gd name="T29" fmla="*/ 1 h 17"/>
                <a:gd name="T30" fmla="*/ 4 w 18"/>
                <a:gd name="T31" fmla="*/ 1 h 17"/>
                <a:gd name="T32" fmla="*/ 0 w 18"/>
                <a:gd name="T33" fmla="*/ 8 h 17"/>
                <a:gd name="T34" fmla="*/ 2 w 18"/>
                <a:gd name="T35" fmla="*/ 13 h 17"/>
                <a:gd name="T36" fmla="*/ 2 w 18"/>
                <a:gd name="T37" fmla="*/ 13 h 17"/>
                <a:gd name="T38" fmla="*/ 9 w 18"/>
                <a:gd name="T39" fmla="*/ 17 h 17"/>
                <a:gd name="T40" fmla="*/ 9 w 18"/>
                <a:gd name="T41" fmla="*/ 17 h 17"/>
                <a:gd name="T42" fmla="*/ 14 w 18"/>
                <a:gd name="T43" fmla="*/ 15 h 17"/>
                <a:gd name="T44" fmla="*/ 18 w 18"/>
                <a:gd name="T45" fmla="*/ 8 h 17"/>
                <a:gd name="T46" fmla="*/ 16 w 18"/>
                <a:gd name="T47" fmla="*/ 3 h 17"/>
                <a:gd name="T48" fmla="*/ 14 w 18"/>
                <a:gd name="T49" fmla="*/ 5 h 17"/>
                <a:gd name="T50" fmla="*/ 16 w 18"/>
                <a:gd name="T51" fmla="*/ 3 h 17"/>
                <a:gd name="T52" fmla="*/ 9 w 18"/>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7">
                  <a:moveTo>
                    <a:pt x="7" y="10"/>
                  </a:moveTo>
                  <a:cubicBezTo>
                    <a:pt x="7" y="9"/>
                    <a:pt x="6" y="9"/>
                    <a:pt x="6" y="8"/>
                  </a:cubicBezTo>
                  <a:cubicBezTo>
                    <a:pt x="6" y="7"/>
                    <a:pt x="7" y="7"/>
                    <a:pt x="7" y="6"/>
                  </a:cubicBezTo>
                  <a:cubicBezTo>
                    <a:pt x="7" y="6"/>
                    <a:pt x="7" y="6"/>
                    <a:pt x="7" y="6"/>
                  </a:cubicBezTo>
                  <a:cubicBezTo>
                    <a:pt x="8" y="6"/>
                    <a:pt x="8" y="6"/>
                    <a:pt x="9" y="6"/>
                  </a:cubicBezTo>
                  <a:cubicBezTo>
                    <a:pt x="10" y="6"/>
                    <a:pt x="11" y="6"/>
                    <a:pt x="11" y="7"/>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moveTo>
                    <a:pt x="9" y="0"/>
                  </a:moveTo>
                  <a:cubicBezTo>
                    <a:pt x="9" y="0"/>
                    <a:pt x="9" y="0"/>
                    <a:pt x="9" y="0"/>
                  </a:cubicBezTo>
                  <a:cubicBezTo>
                    <a:pt x="7" y="0"/>
                    <a:pt x="5" y="0"/>
                    <a:pt x="4" y="1"/>
                  </a:cubicBezTo>
                  <a:cubicBezTo>
                    <a:pt x="4" y="1"/>
                    <a:pt x="4" y="1"/>
                    <a:pt x="4" y="1"/>
                  </a:cubicBezTo>
                  <a:cubicBezTo>
                    <a:pt x="2"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7" y="13"/>
                    <a:pt x="18" y="11"/>
                    <a:pt x="18" y="8"/>
                  </a:cubicBezTo>
                  <a:cubicBezTo>
                    <a:pt x="18" y="6"/>
                    <a:pt x="17" y="4"/>
                    <a:pt x="16" y="3"/>
                  </a:cubicBezTo>
                  <a:cubicBezTo>
                    <a:pt x="14" y="5"/>
                    <a:pt x="14" y="5"/>
                    <a:pt x="14" y="5"/>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 name="Freeform 1423">
              <a:extLst>
                <a:ext uri="{FF2B5EF4-FFF2-40B4-BE49-F238E27FC236}">
                  <a16:creationId xmlns:a16="http://schemas.microsoft.com/office/drawing/2014/main" id="{8D0D4422-615E-453F-AE30-A3C0A2F1B325}"/>
                </a:ext>
              </a:extLst>
            </p:cNvPr>
            <p:cNvSpPr>
              <a:spLocks/>
            </p:cNvSpPr>
            <p:nvPr userDrawn="1"/>
          </p:nvSpPr>
          <p:spPr bwMode="auto">
            <a:xfrm>
              <a:off x="3014636"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3"/>
                    <a:pt x="51" y="193"/>
                    <a:pt x="51"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3"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 name="Freeform 1424">
              <a:extLst>
                <a:ext uri="{FF2B5EF4-FFF2-40B4-BE49-F238E27FC236}">
                  <a16:creationId xmlns:a16="http://schemas.microsoft.com/office/drawing/2014/main" id="{13C8202C-4911-482A-9584-99182A59853D}"/>
                </a:ext>
              </a:extLst>
            </p:cNvPr>
            <p:cNvSpPr>
              <a:spLocks noEditPoints="1"/>
            </p:cNvSpPr>
            <p:nvPr userDrawn="1"/>
          </p:nvSpPr>
          <p:spPr bwMode="auto">
            <a:xfrm>
              <a:off x="3068823" y="5104583"/>
              <a:ext cx="24083" cy="20069"/>
            </a:xfrm>
            <a:custGeom>
              <a:avLst/>
              <a:gdLst>
                <a:gd name="T0" fmla="*/ 17 w 17"/>
                <a:gd name="T1" fmla="*/ 11 h 14"/>
                <a:gd name="T2" fmla="*/ 14 w 17"/>
                <a:gd name="T3" fmla="*/ 13 h 14"/>
                <a:gd name="T4" fmla="*/ 16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6"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 name="Freeform 1425">
              <a:extLst>
                <a:ext uri="{FF2B5EF4-FFF2-40B4-BE49-F238E27FC236}">
                  <a16:creationId xmlns:a16="http://schemas.microsoft.com/office/drawing/2014/main" id="{88B6D40D-3B4B-4278-8E47-A87E5FAFAA6A}"/>
                </a:ext>
              </a:extLst>
            </p:cNvPr>
            <p:cNvSpPr>
              <a:spLocks noEditPoints="1"/>
            </p:cNvSpPr>
            <p:nvPr userDrawn="1"/>
          </p:nvSpPr>
          <p:spPr bwMode="auto">
            <a:xfrm>
              <a:off x="3307645" y="5080500"/>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1 w 41"/>
                <a:gd name="T21" fmla="*/ 35 h 41"/>
                <a:gd name="T22" fmla="*/ 21 w 41"/>
                <a:gd name="T23" fmla="*/ 0 h 41"/>
                <a:gd name="T24" fmla="*/ 21 w 41"/>
                <a:gd name="T25" fmla="*/ 0 h 41"/>
                <a:gd name="T26" fmla="*/ 8 w 41"/>
                <a:gd name="T27" fmla="*/ 5 h 41"/>
                <a:gd name="T28" fmla="*/ 0 w 41"/>
                <a:gd name="T29" fmla="*/ 21 h 41"/>
                <a:gd name="T30" fmla="*/ 4 w 41"/>
                <a:gd name="T31" fmla="*/ 33 h 41"/>
                <a:gd name="T32" fmla="*/ 21 w 41"/>
                <a:gd name="T33" fmla="*/ 41 h 41"/>
                <a:gd name="T34" fmla="*/ 21 w 41"/>
                <a:gd name="T35" fmla="*/ 41 h 41"/>
                <a:gd name="T36" fmla="*/ 33 w 41"/>
                <a:gd name="T37" fmla="*/ 37 h 41"/>
                <a:gd name="T38" fmla="*/ 41 w 41"/>
                <a:gd name="T39" fmla="*/ 21 h 41"/>
                <a:gd name="T40" fmla="*/ 37 w 41"/>
                <a:gd name="T41" fmla="*/ 9 h 41"/>
                <a:gd name="T42" fmla="*/ 37 w 41"/>
                <a:gd name="T43" fmla="*/ 9 h 41"/>
                <a:gd name="T44" fmla="*/ 21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9"/>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 name="Freeform 1426">
              <a:extLst>
                <a:ext uri="{FF2B5EF4-FFF2-40B4-BE49-F238E27FC236}">
                  <a16:creationId xmlns:a16="http://schemas.microsoft.com/office/drawing/2014/main" id="{6C9AEFB2-86FB-4283-9C34-5FBAA8EF3F43}"/>
                </a:ext>
              </a:extLst>
            </p:cNvPr>
            <p:cNvSpPr>
              <a:spLocks noEditPoints="1"/>
            </p:cNvSpPr>
            <p:nvPr userDrawn="1"/>
          </p:nvSpPr>
          <p:spPr bwMode="auto">
            <a:xfrm>
              <a:off x="3369860" y="5128666"/>
              <a:ext cx="44152" cy="44152"/>
            </a:xfrm>
            <a:custGeom>
              <a:avLst/>
              <a:gdLst>
                <a:gd name="T0" fmla="*/ 9 w 30"/>
                <a:gd name="T1" fmla="*/ 7 h 30"/>
                <a:gd name="T2" fmla="*/ 15 w 30"/>
                <a:gd name="T3" fmla="*/ 6 h 30"/>
                <a:gd name="T4" fmla="*/ 22 w 30"/>
                <a:gd name="T5" fmla="*/ 9 h 30"/>
                <a:gd name="T6" fmla="*/ 22 w 30"/>
                <a:gd name="T7" fmla="*/ 9 h 30"/>
                <a:gd name="T8" fmla="*/ 24 w 30"/>
                <a:gd name="T9" fmla="*/ 15 h 30"/>
                <a:gd name="T10" fmla="*/ 21 w 30"/>
                <a:gd name="T11" fmla="*/ 22 h 30"/>
                <a:gd name="T12" fmla="*/ 21 w 30"/>
                <a:gd name="T13" fmla="*/ 22 h 30"/>
                <a:gd name="T14" fmla="*/ 15 w 30"/>
                <a:gd name="T15" fmla="*/ 24 h 30"/>
                <a:gd name="T16" fmla="*/ 7 w 30"/>
                <a:gd name="T17" fmla="*/ 20 h 30"/>
                <a:gd name="T18" fmla="*/ 7 w 30"/>
                <a:gd name="T19" fmla="*/ 20 h 30"/>
                <a:gd name="T20" fmla="*/ 6 w 30"/>
                <a:gd name="T21" fmla="*/ 15 h 30"/>
                <a:gd name="T22" fmla="*/ 9 w 30"/>
                <a:gd name="T23" fmla="*/ 7 h 30"/>
                <a:gd name="T24" fmla="*/ 9 w 30"/>
                <a:gd name="T25" fmla="*/ 7 h 30"/>
                <a:gd name="T26" fmla="*/ 15 w 30"/>
                <a:gd name="T27" fmla="*/ 0 h 30"/>
                <a:gd name="T28" fmla="*/ 15 w 30"/>
                <a:gd name="T29" fmla="*/ 0 h 30"/>
                <a:gd name="T30" fmla="*/ 6 w 30"/>
                <a:gd name="T31" fmla="*/ 3 h 30"/>
                <a:gd name="T32" fmla="*/ 6 w 30"/>
                <a:gd name="T33" fmla="*/ 3 h 30"/>
                <a:gd name="T34" fmla="*/ 0 w 30"/>
                <a:gd name="T35" fmla="*/ 15 h 30"/>
                <a:gd name="T36" fmla="*/ 3 w 30"/>
                <a:gd name="T37" fmla="*/ 24 h 30"/>
                <a:gd name="T38" fmla="*/ 3 w 30"/>
                <a:gd name="T39" fmla="*/ 24 h 30"/>
                <a:gd name="T40" fmla="*/ 15 w 30"/>
                <a:gd name="T41" fmla="*/ 30 h 30"/>
                <a:gd name="T42" fmla="*/ 15 w 30"/>
                <a:gd name="T43" fmla="*/ 30 h 30"/>
                <a:gd name="T44" fmla="*/ 24 w 30"/>
                <a:gd name="T45" fmla="*/ 27 h 30"/>
                <a:gd name="T46" fmla="*/ 24 w 30"/>
                <a:gd name="T47" fmla="*/ 27 h 30"/>
                <a:gd name="T48" fmla="*/ 24 w 30"/>
                <a:gd name="T49" fmla="*/ 27 h 30"/>
                <a:gd name="T50" fmla="*/ 30 w 30"/>
                <a:gd name="T51" fmla="*/ 15 h 30"/>
                <a:gd name="T52" fmla="*/ 27 w 30"/>
                <a:gd name="T53" fmla="*/ 6 h 30"/>
                <a:gd name="T54" fmla="*/ 25 w 30"/>
                <a:gd name="T55" fmla="*/ 7 h 30"/>
                <a:gd name="T56" fmla="*/ 27 w 30"/>
                <a:gd name="T57" fmla="*/ 6 h 30"/>
                <a:gd name="T58" fmla="*/ 15 w 30"/>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0">
                  <a:moveTo>
                    <a:pt x="9" y="7"/>
                  </a:moveTo>
                  <a:cubicBezTo>
                    <a:pt x="11" y="6"/>
                    <a:pt x="13" y="6"/>
                    <a:pt x="15" y="6"/>
                  </a:cubicBezTo>
                  <a:cubicBezTo>
                    <a:pt x="18" y="6"/>
                    <a:pt x="21" y="7"/>
                    <a:pt x="22" y="9"/>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9"/>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 name="Freeform 1427">
              <a:extLst>
                <a:ext uri="{FF2B5EF4-FFF2-40B4-BE49-F238E27FC236}">
                  <a16:creationId xmlns:a16="http://schemas.microsoft.com/office/drawing/2014/main" id="{3CEE2761-D314-46F4-9582-281E18EF8561}"/>
                </a:ext>
              </a:extLst>
            </p:cNvPr>
            <p:cNvSpPr>
              <a:spLocks noEditPoints="1"/>
            </p:cNvSpPr>
            <p:nvPr userDrawn="1"/>
          </p:nvSpPr>
          <p:spPr bwMode="auto">
            <a:xfrm>
              <a:off x="3428060" y="5124652"/>
              <a:ext cx="38132" cy="36124"/>
            </a:xfrm>
            <a:custGeom>
              <a:avLst/>
              <a:gdLst>
                <a:gd name="T0" fmla="*/ 21 w 26"/>
                <a:gd name="T1" fmla="*/ 23 h 25"/>
                <a:gd name="T2" fmla="*/ 21 w 26"/>
                <a:gd name="T3" fmla="*/ 23 h 25"/>
                <a:gd name="T4" fmla="*/ 21 w 26"/>
                <a:gd name="T5" fmla="*/ 23 h 25"/>
                <a:gd name="T6" fmla="*/ 21 w 26"/>
                <a:gd name="T7" fmla="*/ 23 h 25"/>
                <a:gd name="T8" fmla="*/ 3 w 26"/>
                <a:gd name="T9" fmla="*/ 20 h 25"/>
                <a:gd name="T10" fmla="*/ 3 w 26"/>
                <a:gd name="T11" fmla="*/ 20 h 25"/>
                <a:gd name="T12" fmla="*/ 3 w 26"/>
                <a:gd name="T13" fmla="*/ 20 h 25"/>
                <a:gd name="T14" fmla="*/ 3 w 26"/>
                <a:gd name="T15" fmla="*/ 20 h 25"/>
                <a:gd name="T16" fmla="*/ 13 w 26"/>
                <a:gd name="T17" fmla="*/ 0 h 25"/>
                <a:gd name="T18" fmla="*/ 13 w 26"/>
                <a:gd name="T19" fmla="*/ 0 h 25"/>
                <a:gd name="T20" fmla="*/ 6 w 26"/>
                <a:gd name="T21" fmla="*/ 2 h 25"/>
                <a:gd name="T22" fmla="*/ 5 w 26"/>
                <a:gd name="T23" fmla="*/ 2 h 25"/>
                <a:gd name="T24" fmla="*/ 6 w 26"/>
                <a:gd name="T25" fmla="*/ 2 h 25"/>
                <a:gd name="T26" fmla="*/ 0 w 26"/>
                <a:gd name="T27" fmla="*/ 12 h 25"/>
                <a:gd name="T28" fmla="*/ 3 w 26"/>
                <a:gd name="T29" fmla="*/ 20 h 25"/>
                <a:gd name="T30" fmla="*/ 3 w 26"/>
                <a:gd name="T31" fmla="*/ 20 h 25"/>
                <a:gd name="T32" fmla="*/ 13 w 26"/>
                <a:gd name="T33" fmla="*/ 25 h 25"/>
                <a:gd name="T34" fmla="*/ 13 w 26"/>
                <a:gd name="T35" fmla="*/ 25 h 25"/>
                <a:gd name="T36" fmla="*/ 21 w 26"/>
                <a:gd name="T37" fmla="*/ 23 h 25"/>
                <a:gd name="T38" fmla="*/ 21 w 26"/>
                <a:gd name="T39" fmla="*/ 23 h 25"/>
                <a:gd name="T40" fmla="*/ 26 w 26"/>
                <a:gd name="T41" fmla="*/ 12 h 25"/>
                <a:gd name="T42" fmla="*/ 24 w 26"/>
                <a:gd name="T43" fmla="*/ 5 h 25"/>
                <a:gd name="T44" fmla="*/ 21 w 26"/>
                <a:gd name="T45" fmla="*/ 6 h 25"/>
                <a:gd name="T46" fmla="*/ 19 w 26"/>
                <a:gd name="T47" fmla="*/ 8 h 25"/>
                <a:gd name="T48" fmla="*/ 20 w 26"/>
                <a:gd name="T49" fmla="*/ 12 h 25"/>
                <a:gd name="T50" fmla="*/ 18 w 26"/>
                <a:gd name="T51" fmla="*/ 18 h 25"/>
                <a:gd name="T52" fmla="*/ 17 w 26"/>
                <a:gd name="T53" fmla="*/ 18 h 25"/>
                <a:gd name="T54" fmla="*/ 18 w 26"/>
                <a:gd name="T55" fmla="*/ 18 h 25"/>
                <a:gd name="T56" fmla="*/ 13 w 26"/>
                <a:gd name="T57" fmla="*/ 19 h 25"/>
                <a:gd name="T58" fmla="*/ 8 w 26"/>
                <a:gd name="T59" fmla="*/ 17 h 25"/>
                <a:gd name="T60" fmla="*/ 8 w 26"/>
                <a:gd name="T61" fmla="*/ 17 h 25"/>
                <a:gd name="T62" fmla="*/ 6 w 26"/>
                <a:gd name="T63" fmla="*/ 12 h 25"/>
                <a:gd name="T64" fmla="*/ 9 w 26"/>
                <a:gd name="T65" fmla="*/ 7 h 25"/>
                <a:gd name="T66" fmla="*/ 9 w 26"/>
                <a:gd name="T67" fmla="*/ 7 h 25"/>
                <a:gd name="T68" fmla="*/ 13 w 26"/>
                <a:gd name="T69" fmla="*/ 6 h 25"/>
                <a:gd name="T70" fmla="*/ 19 w 26"/>
                <a:gd name="T71" fmla="*/ 8 h 25"/>
                <a:gd name="T72" fmla="*/ 21 w 26"/>
                <a:gd name="T73" fmla="*/ 6 h 25"/>
                <a:gd name="T74" fmla="*/ 24 w 26"/>
                <a:gd name="T75" fmla="*/ 5 h 25"/>
                <a:gd name="T76" fmla="*/ 13 w 26"/>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25">
                  <a:moveTo>
                    <a:pt x="21" y="23"/>
                  </a:moveTo>
                  <a:cubicBezTo>
                    <a:pt x="21" y="23"/>
                    <a:pt x="21" y="23"/>
                    <a:pt x="21" y="23"/>
                  </a:cubicBezTo>
                  <a:cubicBezTo>
                    <a:pt x="21" y="23"/>
                    <a:pt x="21" y="23"/>
                    <a:pt x="21" y="23"/>
                  </a:cubicBezTo>
                  <a:cubicBezTo>
                    <a:pt x="21" y="23"/>
                    <a:pt x="21" y="23"/>
                    <a:pt x="21" y="23"/>
                  </a:cubicBezTo>
                  <a:moveTo>
                    <a:pt x="3" y="20"/>
                  </a:moveTo>
                  <a:cubicBezTo>
                    <a:pt x="3" y="20"/>
                    <a:pt x="3" y="20"/>
                    <a:pt x="3" y="20"/>
                  </a:cubicBezTo>
                  <a:cubicBezTo>
                    <a:pt x="3" y="20"/>
                    <a:pt x="3" y="20"/>
                    <a:pt x="3" y="20"/>
                  </a:cubicBezTo>
                  <a:cubicBezTo>
                    <a:pt x="3" y="20"/>
                    <a:pt x="3" y="20"/>
                    <a:pt x="3" y="20"/>
                  </a:cubicBezTo>
                  <a:moveTo>
                    <a:pt x="13" y="0"/>
                  </a:moveTo>
                  <a:cubicBezTo>
                    <a:pt x="13" y="0"/>
                    <a:pt x="13" y="0"/>
                    <a:pt x="13" y="0"/>
                  </a:cubicBezTo>
                  <a:cubicBezTo>
                    <a:pt x="11" y="0"/>
                    <a:pt x="8" y="0"/>
                    <a:pt x="6" y="2"/>
                  </a:cubicBezTo>
                  <a:cubicBezTo>
                    <a:pt x="5" y="2"/>
                    <a:pt x="5" y="2"/>
                    <a:pt x="5" y="2"/>
                  </a:cubicBezTo>
                  <a:cubicBezTo>
                    <a:pt x="6" y="2"/>
                    <a:pt x="6" y="2"/>
                    <a:pt x="6" y="2"/>
                  </a:cubicBezTo>
                  <a:cubicBezTo>
                    <a:pt x="2" y="5"/>
                    <a:pt x="0" y="9"/>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1" y="6"/>
                    <a:pt x="21" y="6"/>
                    <a:pt x="21" y="6"/>
                  </a:cubicBezTo>
                  <a:cubicBezTo>
                    <a:pt x="19" y="8"/>
                    <a:pt x="19" y="8"/>
                    <a:pt x="19" y="8"/>
                  </a:cubicBezTo>
                  <a:cubicBezTo>
                    <a:pt x="20" y="10"/>
                    <a:pt x="20" y="11"/>
                    <a:pt x="20" y="12"/>
                  </a:cubicBezTo>
                  <a:cubicBezTo>
                    <a:pt x="20" y="14"/>
                    <a:pt x="19" y="17"/>
                    <a:pt x="18" y="18"/>
                  </a:cubicBezTo>
                  <a:cubicBezTo>
                    <a:pt x="17" y="18"/>
                    <a:pt x="17" y="18"/>
                    <a:pt x="17" y="18"/>
                  </a:cubicBezTo>
                  <a:cubicBezTo>
                    <a:pt x="18" y="18"/>
                    <a:pt x="18" y="18"/>
                    <a:pt x="18" y="18"/>
                  </a:cubicBezTo>
                  <a:cubicBezTo>
                    <a:pt x="16" y="19"/>
                    <a:pt x="15" y="19"/>
                    <a:pt x="13" y="19"/>
                  </a:cubicBezTo>
                  <a:cubicBezTo>
                    <a:pt x="11" y="19"/>
                    <a:pt x="9" y="18"/>
                    <a:pt x="8" y="17"/>
                  </a:cubicBezTo>
                  <a:cubicBezTo>
                    <a:pt x="8" y="17"/>
                    <a:pt x="8" y="17"/>
                    <a:pt x="8" y="17"/>
                  </a:cubicBezTo>
                  <a:cubicBezTo>
                    <a:pt x="7" y="15"/>
                    <a:pt x="6" y="14"/>
                    <a:pt x="6" y="12"/>
                  </a:cubicBezTo>
                  <a:cubicBezTo>
                    <a:pt x="6" y="10"/>
                    <a:pt x="7" y="8"/>
                    <a:pt x="9" y="7"/>
                  </a:cubicBezTo>
                  <a:cubicBezTo>
                    <a:pt x="9" y="7"/>
                    <a:pt x="9" y="7"/>
                    <a:pt x="9" y="7"/>
                  </a:cubicBezTo>
                  <a:cubicBezTo>
                    <a:pt x="10" y="6"/>
                    <a:pt x="12" y="6"/>
                    <a:pt x="13" y="6"/>
                  </a:cubicBezTo>
                  <a:cubicBezTo>
                    <a:pt x="16" y="6"/>
                    <a:pt x="18" y="7"/>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 name="Freeform 1428">
              <a:extLst>
                <a:ext uri="{FF2B5EF4-FFF2-40B4-BE49-F238E27FC236}">
                  <a16:creationId xmlns:a16="http://schemas.microsoft.com/office/drawing/2014/main" id="{6A7DF287-A6B3-4734-A5C4-F6A558231122}"/>
                </a:ext>
              </a:extLst>
            </p:cNvPr>
            <p:cNvSpPr>
              <a:spLocks/>
            </p:cNvSpPr>
            <p:nvPr userDrawn="1"/>
          </p:nvSpPr>
          <p:spPr bwMode="auto">
            <a:xfrm>
              <a:off x="4224805" y="4514550"/>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10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10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10"/>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 name="Freeform 1429">
              <a:extLst>
                <a:ext uri="{FF2B5EF4-FFF2-40B4-BE49-F238E27FC236}">
                  <a16:creationId xmlns:a16="http://schemas.microsoft.com/office/drawing/2014/main" id="{92D3C85A-8F22-460F-8D9A-28B991D53E39}"/>
                </a:ext>
              </a:extLst>
            </p:cNvPr>
            <p:cNvSpPr>
              <a:spLocks noEditPoints="1"/>
            </p:cNvSpPr>
            <p:nvPr userDrawn="1"/>
          </p:nvSpPr>
          <p:spPr bwMode="auto">
            <a:xfrm>
              <a:off x="4206742" y="4516558"/>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 name="Freeform 1430">
              <a:extLst>
                <a:ext uri="{FF2B5EF4-FFF2-40B4-BE49-F238E27FC236}">
                  <a16:creationId xmlns:a16="http://schemas.microsoft.com/office/drawing/2014/main" id="{24280C73-8878-46CD-9373-2DB1A0B41C50}"/>
                </a:ext>
              </a:extLst>
            </p:cNvPr>
            <p:cNvSpPr>
              <a:spLocks/>
            </p:cNvSpPr>
            <p:nvPr userDrawn="1"/>
          </p:nvSpPr>
          <p:spPr bwMode="auto">
            <a:xfrm>
              <a:off x="4182659" y="4502509"/>
              <a:ext cx="28097" cy="26090"/>
            </a:xfrm>
            <a:custGeom>
              <a:avLst/>
              <a:gdLst>
                <a:gd name="T0" fmla="*/ 9 w 19"/>
                <a:gd name="T1" fmla="*/ 0 h 18"/>
                <a:gd name="T2" fmla="*/ 4 w 19"/>
                <a:gd name="T3" fmla="*/ 2 h 18"/>
                <a:gd name="T4" fmla="*/ 1 w 19"/>
                <a:gd name="T5" fmla="*/ 6 h 18"/>
                <a:gd name="T6" fmla="*/ 1 w 19"/>
                <a:gd name="T7" fmla="*/ 6 h 18"/>
                <a:gd name="T8" fmla="*/ 0 w 19"/>
                <a:gd name="T9" fmla="*/ 9 h 18"/>
                <a:gd name="T10" fmla="*/ 7 w 19"/>
                <a:gd name="T11" fmla="*/ 17 h 18"/>
                <a:gd name="T12" fmla="*/ 7 w 19"/>
                <a:gd name="T13" fmla="*/ 17 h 18"/>
                <a:gd name="T14" fmla="*/ 10 w 19"/>
                <a:gd name="T15" fmla="*/ 18 h 18"/>
                <a:gd name="T16" fmla="*/ 15 w 19"/>
                <a:gd name="T17" fmla="*/ 16 h 18"/>
                <a:gd name="T18" fmla="*/ 18 w 19"/>
                <a:gd name="T19" fmla="*/ 12 h 18"/>
                <a:gd name="T20" fmla="*/ 19 w 19"/>
                <a:gd name="T21" fmla="*/ 9 h 18"/>
                <a:gd name="T22" fmla="*/ 13 w 19"/>
                <a:gd name="T23" fmla="*/ 1 h 18"/>
                <a:gd name="T24" fmla="*/ 12 w 19"/>
                <a:gd name="T25" fmla="*/ 4 h 18"/>
                <a:gd name="T26" fmla="*/ 11 w 19"/>
                <a:gd name="T27" fmla="*/ 6 h 18"/>
                <a:gd name="T28" fmla="*/ 13 w 19"/>
                <a:gd name="T29" fmla="*/ 9 h 18"/>
                <a:gd name="T30" fmla="*/ 13 w 19"/>
                <a:gd name="T31" fmla="*/ 10 h 18"/>
                <a:gd name="T32" fmla="*/ 12 w 19"/>
                <a:gd name="T33" fmla="*/ 11 h 18"/>
                <a:gd name="T34" fmla="*/ 10 w 19"/>
                <a:gd name="T35" fmla="*/ 12 h 18"/>
                <a:gd name="T36" fmla="*/ 10 w 19"/>
                <a:gd name="T37" fmla="*/ 12 h 18"/>
                <a:gd name="T38" fmla="*/ 9 w 19"/>
                <a:gd name="T39" fmla="*/ 12 h 18"/>
                <a:gd name="T40" fmla="*/ 9 w 19"/>
                <a:gd name="T41" fmla="*/ 12 h 18"/>
                <a:gd name="T42" fmla="*/ 6 w 19"/>
                <a:gd name="T43" fmla="*/ 9 h 18"/>
                <a:gd name="T44" fmla="*/ 6 w 19"/>
                <a:gd name="T45" fmla="*/ 8 h 18"/>
                <a:gd name="T46" fmla="*/ 6 w 19"/>
                <a:gd name="T47" fmla="*/ 8 h 18"/>
                <a:gd name="T48" fmla="*/ 7 w 19"/>
                <a:gd name="T49" fmla="*/ 7 h 18"/>
                <a:gd name="T50" fmla="*/ 9 w 19"/>
                <a:gd name="T51" fmla="*/ 6 h 18"/>
                <a:gd name="T52" fmla="*/ 9 w 19"/>
                <a:gd name="T53" fmla="*/ 6 h 18"/>
                <a:gd name="T54" fmla="*/ 11 w 19"/>
                <a:gd name="T55" fmla="*/ 6 h 18"/>
                <a:gd name="T56" fmla="*/ 12 w 19"/>
                <a:gd name="T57" fmla="*/ 4 h 18"/>
                <a:gd name="T58" fmla="*/ 13 w 19"/>
                <a:gd name="T59" fmla="*/ 1 h 18"/>
                <a:gd name="T60" fmla="*/ 9 w 19"/>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8">
                  <a:moveTo>
                    <a:pt x="9" y="0"/>
                  </a:moveTo>
                  <a:cubicBezTo>
                    <a:pt x="7" y="0"/>
                    <a:pt x="6" y="1"/>
                    <a:pt x="4" y="2"/>
                  </a:cubicBezTo>
                  <a:cubicBezTo>
                    <a:pt x="3" y="3"/>
                    <a:pt x="1" y="4"/>
                    <a:pt x="1" y="6"/>
                  </a:cubicBezTo>
                  <a:cubicBezTo>
                    <a:pt x="1" y="6"/>
                    <a:pt x="1" y="6"/>
                    <a:pt x="1" y="6"/>
                  </a:cubicBezTo>
                  <a:cubicBezTo>
                    <a:pt x="0" y="7"/>
                    <a:pt x="0" y="8"/>
                    <a:pt x="0" y="9"/>
                  </a:cubicBezTo>
                  <a:cubicBezTo>
                    <a:pt x="0" y="13"/>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9" y="12"/>
                    <a:pt x="9" y="12"/>
                    <a:pt x="9"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 name="Freeform 1431">
              <a:extLst>
                <a:ext uri="{FF2B5EF4-FFF2-40B4-BE49-F238E27FC236}">
                  <a16:creationId xmlns:a16="http://schemas.microsoft.com/office/drawing/2014/main" id="{F967F2AE-054C-4979-879F-19309C5ADF93}"/>
                </a:ext>
              </a:extLst>
            </p:cNvPr>
            <p:cNvSpPr>
              <a:spLocks noEditPoints="1"/>
            </p:cNvSpPr>
            <p:nvPr userDrawn="1"/>
          </p:nvSpPr>
          <p:spPr bwMode="auto">
            <a:xfrm>
              <a:off x="4178645"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4 w 16"/>
                <a:gd name="T35" fmla="*/ 1 h 15"/>
                <a:gd name="T36" fmla="*/ 1 w 16"/>
                <a:gd name="T37" fmla="*/ 5 h 15"/>
                <a:gd name="T38" fmla="*/ 0 w 16"/>
                <a:gd name="T39" fmla="*/ 7 h 15"/>
                <a:gd name="T40" fmla="*/ 6 w 16"/>
                <a:gd name="T41" fmla="*/ 15 h 15"/>
                <a:gd name="T42" fmla="*/ 6 w 16"/>
                <a:gd name="T43" fmla="*/ 15 h 15"/>
                <a:gd name="T44" fmla="*/ 9 w 16"/>
                <a:gd name="T45" fmla="*/ 15 h 15"/>
                <a:gd name="T46" fmla="*/ 9 w 16"/>
                <a:gd name="T47" fmla="*/ 15 h 15"/>
                <a:gd name="T48" fmla="*/ 13 w 16"/>
                <a:gd name="T49" fmla="*/ 14 h 15"/>
                <a:gd name="T50" fmla="*/ 16 w 16"/>
                <a:gd name="T51" fmla="*/ 10 h 15"/>
                <a:gd name="T52" fmla="*/ 16 w 16"/>
                <a:gd name="T53" fmla="*/ 8 h 15"/>
                <a:gd name="T54" fmla="*/ 11 w 16"/>
                <a:gd name="T55" fmla="*/ 0 h 15"/>
                <a:gd name="T56" fmla="*/ 11 w 16"/>
                <a:gd name="T57" fmla="*/ 0 h 15"/>
                <a:gd name="T58" fmla="*/ 8 w 1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 name="Freeform 1432">
              <a:extLst>
                <a:ext uri="{FF2B5EF4-FFF2-40B4-BE49-F238E27FC236}">
                  <a16:creationId xmlns:a16="http://schemas.microsoft.com/office/drawing/2014/main" id="{C274B88B-6A8D-4154-8A78-12E62A7EA2AB}"/>
                </a:ext>
              </a:extLst>
            </p:cNvPr>
            <p:cNvSpPr>
              <a:spLocks noEditPoints="1"/>
            </p:cNvSpPr>
            <p:nvPr userDrawn="1"/>
          </p:nvSpPr>
          <p:spPr bwMode="auto">
            <a:xfrm>
              <a:off x="4128473" y="4259673"/>
              <a:ext cx="150519"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1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1" y="4"/>
                    <a:pt x="71" y="4"/>
                    <a:pt x="71"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 name="Freeform 1433">
              <a:extLst>
                <a:ext uri="{FF2B5EF4-FFF2-40B4-BE49-F238E27FC236}">
                  <a16:creationId xmlns:a16="http://schemas.microsoft.com/office/drawing/2014/main" id="{E4015915-5047-4A6F-8903-359A553093CD}"/>
                </a:ext>
              </a:extLst>
            </p:cNvPr>
            <p:cNvSpPr>
              <a:spLocks noEditPoints="1"/>
            </p:cNvSpPr>
            <p:nvPr userDrawn="1"/>
          </p:nvSpPr>
          <p:spPr bwMode="auto">
            <a:xfrm>
              <a:off x="4122451" y="4384102"/>
              <a:ext cx="34118" cy="34118"/>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6 w 22"/>
                <a:gd name="T19" fmla="*/ 11 h 22"/>
                <a:gd name="T20" fmla="*/ 6 w 22"/>
                <a:gd name="T21" fmla="*/ 9 h 22"/>
                <a:gd name="T22" fmla="*/ 6 w 22"/>
                <a:gd name="T23" fmla="*/ 9 h 22"/>
                <a:gd name="T24" fmla="*/ 11 w 22"/>
                <a:gd name="T25" fmla="*/ 0 h 22"/>
                <a:gd name="T26" fmla="*/ 1 w 22"/>
                <a:gd name="T27" fmla="*/ 6 h 22"/>
                <a:gd name="T28" fmla="*/ 1 w 22"/>
                <a:gd name="T29" fmla="*/ 6 h 22"/>
                <a:gd name="T30" fmla="*/ 0 w 22"/>
                <a:gd name="T31" fmla="*/ 11 h 22"/>
                <a:gd name="T32" fmla="*/ 6 w 22"/>
                <a:gd name="T33" fmla="*/ 21 h 22"/>
                <a:gd name="T34" fmla="*/ 6 w 22"/>
                <a:gd name="T35" fmla="*/ 21 h 22"/>
                <a:gd name="T36" fmla="*/ 11 w 22"/>
                <a:gd name="T37" fmla="*/ 22 h 22"/>
                <a:gd name="T38" fmla="*/ 11 w 22"/>
                <a:gd name="T39" fmla="*/ 22 h 22"/>
                <a:gd name="T40" fmla="*/ 21 w 22"/>
                <a:gd name="T41" fmla="*/ 16 h 22"/>
                <a:gd name="T42" fmla="*/ 22 w 22"/>
                <a:gd name="T43" fmla="*/ 11 h 22"/>
                <a:gd name="T44" fmla="*/ 16 w 22"/>
                <a:gd name="T45" fmla="*/ 1 h 22"/>
                <a:gd name="T46" fmla="*/ 16 w 22"/>
                <a:gd name="T47" fmla="*/ 1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 name="Freeform 1434">
              <a:extLst>
                <a:ext uri="{FF2B5EF4-FFF2-40B4-BE49-F238E27FC236}">
                  <a16:creationId xmlns:a16="http://schemas.microsoft.com/office/drawing/2014/main" id="{0270DB39-3805-491A-814E-E6E50C79351C}"/>
                </a:ext>
              </a:extLst>
            </p:cNvPr>
            <p:cNvSpPr>
              <a:spLocks noEditPoints="1"/>
            </p:cNvSpPr>
            <p:nvPr userDrawn="1"/>
          </p:nvSpPr>
          <p:spPr bwMode="auto">
            <a:xfrm>
              <a:off x="4106396" y="4410191"/>
              <a:ext cx="26091" cy="26090"/>
            </a:xfrm>
            <a:custGeom>
              <a:avLst/>
              <a:gdLst>
                <a:gd name="T0" fmla="*/ 4 w 17"/>
                <a:gd name="T1" fmla="*/ 16 h 17"/>
                <a:gd name="T2" fmla="*/ 5 w 17"/>
                <a:gd name="T3" fmla="*/ 17 h 17"/>
                <a:gd name="T4" fmla="*/ 4 w 17"/>
                <a:gd name="T5" fmla="*/ 16 h 17"/>
                <a:gd name="T6" fmla="*/ 4 w 17"/>
                <a:gd name="T7" fmla="*/ 16 h 17"/>
                <a:gd name="T8" fmla="*/ 6 w 17"/>
                <a:gd name="T9" fmla="*/ 7 h 17"/>
                <a:gd name="T10" fmla="*/ 8 w 17"/>
                <a:gd name="T11" fmla="*/ 6 h 17"/>
                <a:gd name="T12" fmla="*/ 9 w 17"/>
                <a:gd name="T13" fmla="*/ 6 h 17"/>
                <a:gd name="T14" fmla="*/ 10 w 17"/>
                <a:gd name="T15" fmla="*/ 7 h 17"/>
                <a:gd name="T16" fmla="*/ 9 w 17"/>
                <a:gd name="T17" fmla="*/ 6 h 17"/>
                <a:gd name="T18" fmla="*/ 11 w 17"/>
                <a:gd name="T19" fmla="*/ 9 h 17"/>
                <a:gd name="T20" fmla="*/ 11 w 17"/>
                <a:gd name="T21" fmla="*/ 10 h 17"/>
                <a:gd name="T22" fmla="*/ 8 w 17"/>
                <a:gd name="T23" fmla="*/ 11 h 17"/>
                <a:gd name="T24" fmla="*/ 7 w 17"/>
                <a:gd name="T25" fmla="*/ 11 h 17"/>
                <a:gd name="T26" fmla="*/ 7 w 17"/>
                <a:gd name="T27" fmla="*/ 11 h 17"/>
                <a:gd name="T28" fmla="*/ 6 w 17"/>
                <a:gd name="T29" fmla="*/ 9 h 17"/>
                <a:gd name="T30" fmla="*/ 6 w 17"/>
                <a:gd name="T31" fmla="*/ 7 h 17"/>
                <a:gd name="T32" fmla="*/ 6 w 17"/>
                <a:gd name="T33" fmla="*/ 7 h 17"/>
                <a:gd name="T34" fmla="*/ 8 w 17"/>
                <a:gd name="T35" fmla="*/ 0 h 17"/>
                <a:gd name="T36" fmla="*/ 0 w 17"/>
                <a:gd name="T37" fmla="*/ 5 h 17"/>
                <a:gd name="T38" fmla="*/ 3 w 17"/>
                <a:gd name="T39" fmla="*/ 6 h 17"/>
                <a:gd name="T40" fmla="*/ 0 w 17"/>
                <a:gd name="T41" fmla="*/ 5 h 17"/>
                <a:gd name="T42" fmla="*/ 0 w 17"/>
                <a:gd name="T43" fmla="*/ 9 h 17"/>
                <a:gd name="T44" fmla="*/ 4 w 17"/>
                <a:gd name="T45" fmla="*/ 16 h 17"/>
                <a:gd name="T46" fmla="*/ 4 w 17"/>
                <a:gd name="T47" fmla="*/ 16 h 17"/>
                <a:gd name="T48" fmla="*/ 8 w 17"/>
                <a:gd name="T49" fmla="*/ 17 h 17"/>
                <a:gd name="T50" fmla="*/ 8 w 17"/>
                <a:gd name="T51" fmla="*/ 17 h 17"/>
                <a:gd name="T52" fmla="*/ 8 w 17"/>
                <a:gd name="T53" fmla="*/ 17 h 17"/>
                <a:gd name="T54" fmla="*/ 16 w 17"/>
                <a:gd name="T55" fmla="*/ 12 h 17"/>
                <a:gd name="T56" fmla="*/ 17 w 17"/>
                <a:gd name="T57" fmla="*/ 9 h 17"/>
                <a:gd name="T58" fmla="*/ 12 w 17"/>
                <a:gd name="T59" fmla="*/ 1 h 17"/>
                <a:gd name="T60" fmla="*/ 12 w 17"/>
                <a:gd name="T61" fmla="*/ 1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4" y="16"/>
                  </a:moveTo>
                  <a:cubicBezTo>
                    <a:pt x="5" y="17"/>
                    <a:pt x="5" y="17"/>
                    <a:pt x="5" y="17"/>
                  </a:cubicBezTo>
                  <a:cubicBezTo>
                    <a:pt x="4" y="16"/>
                    <a:pt x="4" y="16"/>
                    <a:pt x="4" y="16"/>
                  </a:cubicBezTo>
                  <a:cubicBezTo>
                    <a:pt x="4" y="16"/>
                    <a:pt x="4" y="16"/>
                    <a:pt x="4" y="16"/>
                  </a:cubicBezTo>
                  <a:moveTo>
                    <a:pt x="6" y="7"/>
                  </a:moveTo>
                  <a:cubicBezTo>
                    <a:pt x="6" y="7"/>
                    <a:pt x="7" y="6"/>
                    <a:pt x="8" y="6"/>
                  </a:cubicBezTo>
                  <a:cubicBezTo>
                    <a:pt x="9" y="6"/>
                    <a:pt x="9" y="6"/>
                    <a:pt x="9" y="6"/>
                  </a:cubicBezTo>
                  <a:cubicBezTo>
                    <a:pt x="10" y="7"/>
                    <a:pt x="10" y="7"/>
                    <a:pt x="10" y="7"/>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 name="Freeform 1435">
              <a:extLst>
                <a:ext uri="{FF2B5EF4-FFF2-40B4-BE49-F238E27FC236}">
                  <a16:creationId xmlns:a16="http://schemas.microsoft.com/office/drawing/2014/main" id="{64B18054-6BFF-4A15-871D-AA3D6650FD85}"/>
                </a:ext>
              </a:extLst>
            </p:cNvPr>
            <p:cNvSpPr>
              <a:spLocks noEditPoints="1"/>
            </p:cNvSpPr>
            <p:nvPr userDrawn="1"/>
          </p:nvSpPr>
          <p:spPr bwMode="auto">
            <a:xfrm>
              <a:off x="4080307" y="4412198"/>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8 w 15"/>
                <a:gd name="T33" fmla="*/ 15 h 15"/>
                <a:gd name="T34" fmla="*/ 15 w 15"/>
                <a:gd name="T35" fmla="*/ 11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6" y="15"/>
                    <a:pt x="7" y="15"/>
                    <a:pt x="8" y="15"/>
                  </a:cubicBezTo>
                  <a:cubicBezTo>
                    <a:pt x="11" y="15"/>
                    <a:pt x="13" y="13"/>
                    <a:pt x="15" y="11"/>
                  </a:cubicBezTo>
                  <a:cubicBezTo>
                    <a:pt x="15" y="11"/>
                    <a:pt x="15" y="11"/>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 name="Freeform 1436">
              <a:extLst>
                <a:ext uri="{FF2B5EF4-FFF2-40B4-BE49-F238E27FC236}">
                  <a16:creationId xmlns:a16="http://schemas.microsoft.com/office/drawing/2014/main" id="{136A7D11-6847-4929-A4B9-FD1153B29426}"/>
                </a:ext>
              </a:extLst>
            </p:cNvPr>
            <p:cNvSpPr>
              <a:spLocks noEditPoints="1"/>
            </p:cNvSpPr>
            <p:nvPr userDrawn="1"/>
          </p:nvSpPr>
          <p:spPr bwMode="auto">
            <a:xfrm>
              <a:off x="3381901" y="3826180"/>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50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50 h 99"/>
                <a:gd name="T30" fmla="*/ 28 w 101"/>
                <a:gd name="T31" fmla="*/ 94 h 99"/>
                <a:gd name="T32" fmla="*/ 50 w 101"/>
                <a:gd name="T33" fmla="*/ 99 h 99"/>
                <a:gd name="T34" fmla="*/ 96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50"/>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5"/>
                    <a:pt x="0" y="42"/>
                    <a:pt x="0" y="50"/>
                  </a:cubicBezTo>
                  <a:cubicBezTo>
                    <a:pt x="0" y="68"/>
                    <a:pt x="10" y="85"/>
                    <a:pt x="28" y="94"/>
                  </a:cubicBezTo>
                  <a:cubicBezTo>
                    <a:pt x="35" y="97"/>
                    <a:pt x="43"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 name="Freeform 1437">
              <a:extLst>
                <a:ext uri="{FF2B5EF4-FFF2-40B4-BE49-F238E27FC236}">
                  <a16:creationId xmlns:a16="http://schemas.microsoft.com/office/drawing/2014/main" id="{211F16EF-143C-4BC8-ABA6-C8332AF0FE5B}"/>
                </a:ext>
              </a:extLst>
            </p:cNvPr>
            <p:cNvSpPr>
              <a:spLocks noEditPoints="1"/>
            </p:cNvSpPr>
            <p:nvPr userDrawn="1"/>
          </p:nvSpPr>
          <p:spPr bwMode="auto">
            <a:xfrm>
              <a:off x="3377887" y="3954622"/>
              <a:ext cx="34118" cy="30104"/>
            </a:xfrm>
            <a:custGeom>
              <a:avLst/>
              <a:gdLst>
                <a:gd name="T0" fmla="*/ 7 w 22"/>
                <a:gd name="T1" fmla="*/ 8 h 21"/>
                <a:gd name="T2" fmla="*/ 11 w 22"/>
                <a:gd name="T3" fmla="*/ 6 h 21"/>
                <a:gd name="T4" fmla="*/ 13 w 22"/>
                <a:gd name="T5" fmla="*/ 6 h 21"/>
                <a:gd name="T6" fmla="*/ 16 w 22"/>
                <a:gd name="T7" fmla="*/ 11 h 21"/>
                <a:gd name="T8" fmla="*/ 16 w 22"/>
                <a:gd name="T9" fmla="*/ 13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1 w 22"/>
                <a:gd name="T43" fmla="*/ 15 h 21"/>
                <a:gd name="T44" fmla="*/ 22 w 22"/>
                <a:gd name="T45" fmla="*/ 1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5" y="7"/>
                    <a:pt x="16" y="9"/>
                    <a:pt x="16" y="11"/>
                  </a:cubicBezTo>
                  <a:cubicBezTo>
                    <a:pt x="16" y="11"/>
                    <a:pt x="16" y="12"/>
                    <a:pt x="16" y="13"/>
                  </a:cubicBezTo>
                  <a:cubicBezTo>
                    <a:pt x="16" y="13"/>
                    <a:pt x="16" y="13"/>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1" y="15"/>
                    <a:pt x="21" y="15"/>
                    <a:pt x="21" y="15"/>
                  </a:cubicBezTo>
                  <a:cubicBezTo>
                    <a:pt x="22" y="14"/>
                    <a:pt x="22" y="12"/>
                    <a:pt x="22" y="11"/>
                  </a:cubicBezTo>
                  <a:cubicBezTo>
                    <a:pt x="22" y="7"/>
                    <a:pt x="20" y="3"/>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 name="Freeform 1438">
              <a:extLst>
                <a:ext uri="{FF2B5EF4-FFF2-40B4-BE49-F238E27FC236}">
                  <a16:creationId xmlns:a16="http://schemas.microsoft.com/office/drawing/2014/main" id="{058D86F0-10F7-4173-9832-9B575F71EC20}"/>
                </a:ext>
              </a:extLst>
            </p:cNvPr>
            <p:cNvSpPr>
              <a:spLocks noEditPoints="1"/>
            </p:cNvSpPr>
            <p:nvPr userDrawn="1"/>
          </p:nvSpPr>
          <p:spPr bwMode="auto">
            <a:xfrm>
              <a:off x="3361832" y="3978705"/>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11 w 17"/>
                <a:gd name="T13" fmla="*/ 9 h 17"/>
                <a:gd name="T14" fmla="*/ 8 w 17"/>
                <a:gd name="T15" fmla="*/ 11 h 17"/>
                <a:gd name="T16" fmla="*/ 7 w 17"/>
                <a:gd name="T17" fmla="*/ 10 h 17"/>
                <a:gd name="T18" fmla="*/ 7 w 17"/>
                <a:gd name="T19" fmla="*/ 10 h 17"/>
                <a:gd name="T20" fmla="*/ 6 w 17"/>
                <a:gd name="T21" fmla="*/ 8 h 17"/>
                <a:gd name="T22" fmla="*/ 6 w 17"/>
                <a:gd name="T23" fmla="*/ 7 h 17"/>
                <a:gd name="T24" fmla="*/ 6 w 17"/>
                <a:gd name="T25" fmla="*/ 7 h 17"/>
                <a:gd name="T26" fmla="*/ 1 w 17"/>
                <a:gd name="T27" fmla="*/ 4 h 17"/>
                <a:gd name="T28" fmla="*/ 1 w 17"/>
                <a:gd name="T29" fmla="*/ 4 h 17"/>
                <a:gd name="T30" fmla="*/ 1 w 17"/>
                <a:gd name="T31" fmla="*/ 4 h 17"/>
                <a:gd name="T32" fmla="*/ 1 w 17"/>
                <a:gd name="T33" fmla="*/ 4 h 17"/>
                <a:gd name="T34" fmla="*/ 8 w 17"/>
                <a:gd name="T35" fmla="*/ 0 h 17"/>
                <a:gd name="T36" fmla="*/ 1 w 17"/>
                <a:gd name="T37" fmla="*/ 4 h 17"/>
                <a:gd name="T38" fmla="*/ 1 w 17"/>
                <a:gd name="T39" fmla="*/ 4 h 17"/>
                <a:gd name="T40" fmla="*/ 0 w 17"/>
                <a:gd name="T41" fmla="*/ 8 h 17"/>
                <a:gd name="T42" fmla="*/ 5 w 17"/>
                <a:gd name="T43" fmla="*/ 16 h 17"/>
                <a:gd name="T44" fmla="*/ 5 w 17"/>
                <a:gd name="T45" fmla="*/ 16 h 17"/>
                <a:gd name="T46" fmla="*/ 8 w 17"/>
                <a:gd name="T47" fmla="*/ 17 h 17"/>
                <a:gd name="T48" fmla="*/ 8 w 17"/>
                <a:gd name="T49" fmla="*/ 17 h 17"/>
                <a:gd name="T50" fmla="*/ 8 w 17"/>
                <a:gd name="T51" fmla="*/ 17 h 17"/>
                <a:gd name="T52" fmla="*/ 16 w 17"/>
                <a:gd name="T53" fmla="*/ 12 h 17"/>
                <a:gd name="T54" fmla="*/ 16 w 17"/>
                <a:gd name="T55" fmla="*/ 12 h 17"/>
                <a:gd name="T56" fmla="*/ 17 w 17"/>
                <a:gd name="T57" fmla="*/ 8 h 17"/>
                <a:gd name="T58" fmla="*/ 12 w 17"/>
                <a:gd name="T59" fmla="*/ 0 h 17"/>
                <a:gd name="T60" fmla="*/ 12 w 17"/>
                <a:gd name="T61" fmla="*/ 0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6" y="7"/>
                  </a:moveTo>
                  <a:cubicBezTo>
                    <a:pt x="6" y="6"/>
                    <a:pt x="7" y="6"/>
                    <a:pt x="8" y="6"/>
                  </a:cubicBezTo>
                  <a:cubicBezTo>
                    <a:pt x="9" y="6"/>
                    <a:pt x="9" y="6"/>
                    <a:pt x="10" y="6"/>
                  </a:cubicBezTo>
                  <a:cubicBezTo>
                    <a:pt x="10" y="6"/>
                    <a:pt x="10" y="6"/>
                    <a:pt x="10" y="6"/>
                  </a:cubicBezTo>
                  <a:cubicBezTo>
                    <a:pt x="11" y="6"/>
                    <a:pt x="11" y="7"/>
                    <a:pt x="11" y="8"/>
                  </a:cubicBezTo>
                  <a:cubicBezTo>
                    <a:pt x="11" y="9"/>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6"/>
                    <a:pt x="0" y="7"/>
                    <a:pt x="0" y="8"/>
                  </a:cubicBezTo>
                  <a:cubicBezTo>
                    <a:pt x="0" y="11"/>
                    <a:pt x="2" y="14"/>
                    <a:pt x="5" y="16"/>
                  </a:cubicBezTo>
                  <a:cubicBezTo>
                    <a:pt x="5" y="16"/>
                    <a:pt x="5" y="16"/>
                    <a:pt x="5" y="16"/>
                  </a:cubicBezTo>
                  <a:cubicBezTo>
                    <a:pt x="6" y="16"/>
                    <a:pt x="7" y="17"/>
                    <a:pt x="8" y="17"/>
                  </a:cubicBezTo>
                  <a:cubicBezTo>
                    <a:pt x="8" y="17"/>
                    <a:pt x="8"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2" y="0"/>
                    <a:pt x="12" y="0"/>
                    <a:pt x="12" y="0"/>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 name="Freeform 1439">
              <a:extLst>
                <a:ext uri="{FF2B5EF4-FFF2-40B4-BE49-F238E27FC236}">
                  <a16:creationId xmlns:a16="http://schemas.microsoft.com/office/drawing/2014/main" id="{543C6D0A-FB1D-4FED-B7FA-AB3AA1DFF5F6}"/>
                </a:ext>
              </a:extLst>
            </p:cNvPr>
            <p:cNvSpPr>
              <a:spLocks noEditPoints="1"/>
            </p:cNvSpPr>
            <p:nvPr userDrawn="1"/>
          </p:nvSpPr>
          <p:spPr bwMode="auto">
            <a:xfrm>
              <a:off x="3335742" y="3980712"/>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1 w 16"/>
                <a:gd name="T23" fmla="*/ 4 h 15"/>
                <a:gd name="T24" fmla="*/ 1 w 16"/>
                <a:gd name="T25" fmla="*/ 4 h 15"/>
                <a:gd name="T26" fmla="*/ 1 w 16"/>
                <a:gd name="T27" fmla="*/ 4 h 15"/>
                <a:gd name="T28" fmla="*/ 1 w 16"/>
                <a:gd name="T29" fmla="*/ 4 h 15"/>
                <a:gd name="T30" fmla="*/ 1 w 16"/>
                <a:gd name="T31" fmla="*/ 4 h 15"/>
                <a:gd name="T32" fmla="*/ 0 w 16"/>
                <a:gd name="T33" fmla="*/ 8 h 15"/>
                <a:gd name="T34" fmla="*/ 5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11" y="15"/>
                    <a:pt x="14" y="14"/>
                    <a:pt x="15" y="11"/>
                  </a:cubicBezTo>
                  <a:cubicBezTo>
                    <a:pt x="15" y="10"/>
                    <a:pt x="16" y="9"/>
                    <a:pt x="16" y="8"/>
                  </a:cubicBezTo>
                  <a:cubicBezTo>
                    <a:pt x="16" y="5"/>
                    <a:pt x="14" y="2"/>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 name="Freeform 1440">
              <a:extLst>
                <a:ext uri="{FF2B5EF4-FFF2-40B4-BE49-F238E27FC236}">
                  <a16:creationId xmlns:a16="http://schemas.microsoft.com/office/drawing/2014/main" id="{1AC567A3-A3D9-4B58-A3AB-E693E3CB5162}"/>
                </a:ext>
              </a:extLst>
            </p:cNvPr>
            <p:cNvSpPr>
              <a:spLocks noEditPoints="1"/>
            </p:cNvSpPr>
            <p:nvPr userDrawn="1"/>
          </p:nvSpPr>
          <p:spPr bwMode="auto">
            <a:xfrm>
              <a:off x="4616152" y="5626380"/>
              <a:ext cx="152525"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8 w 101"/>
                <a:gd name="T19" fmla="*/ 28 h 99"/>
                <a:gd name="T20" fmla="*/ 10 w 101"/>
                <a:gd name="T21" fmla="*/ 30 h 99"/>
                <a:gd name="T22" fmla="*/ 50 w 101"/>
                <a:gd name="T23" fmla="*/ 0 h 99"/>
                <a:gd name="T24" fmla="*/ 50 w 101"/>
                <a:gd name="T25" fmla="*/ 0 h 99"/>
                <a:gd name="T26" fmla="*/ 5 w 101"/>
                <a:gd name="T27" fmla="*/ 27 h 99"/>
                <a:gd name="T28" fmla="*/ 5 w 101"/>
                <a:gd name="T29" fmla="*/ 27 h 99"/>
                <a:gd name="T30" fmla="*/ 0 w 101"/>
                <a:gd name="T31" fmla="*/ 49 h 99"/>
                <a:gd name="T32" fmla="*/ 28 w 101"/>
                <a:gd name="T33" fmla="*/ 93 h 99"/>
                <a:gd name="T34" fmla="*/ 50 w 101"/>
                <a:gd name="T35" fmla="*/ 99 h 99"/>
                <a:gd name="T36" fmla="*/ 50 w 101"/>
                <a:gd name="T37" fmla="*/ 99 h 99"/>
                <a:gd name="T38" fmla="*/ 95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3"/>
                    <a:pt x="50" y="93"/>
                  </a:cubicBezTo>
                  <a:cubicBezTo>
                    <a:pt x="44" y="93"/>
                    <a:pt x="37" y="91"/>
                    <a:pt x="30" y="88"/>
                  </a:cubicBezTo>
                  <a:cubicBezTo>
                    <a:pt x="15" y="80"/>
                    <a:pt x="6" y="65"/>
                    <a:pt x="6" y="49"/>
                  </a:cubicBezTo>
                  <a:cubicBezTo>
                    <a:pt x="6" y="43"/>
                    <a:pt x="7" y="36"/>
                    <a:pt x="10" y="30"/>
                  </a:cubicBezTo>
                  <a:cubicBezTo>
                    <a:pt x="8" y="28"/>
                    <a:pt x="8" y="28"/>
                    <a:pt x="8" y="28"/>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9"/>
                    <a:pt x="50" y="99"/>
                  </a:cubicBezTo>
                  <a:cubicBezTo>
                    <a:pt x="50" y="99"/>
                    <a:pt x="50" y="99"/>
                    <a:pt x="50" y="99"/>
                  </a:cubicBezTo>
                  <a:cubicBezTo>
                    <a:pt x="69" y="99"/>
                    <a:pt x="87"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 name="Freeform 1441">
              <a:extLst>
                <a:ext uri="{FF2B5EF4-FFF2-40B4-BE49-F238E27FC236}">
                  <a16:creationId xmlns:a16="http://schemas.microsoft.com/office/drawing/2014/main" id="{BA16C1CE-F0D9-4EEC-9D42-BEAC8CBD9E40}"/>
                </a:ext>
              </a:extLst>
            </p:cNvPr>
            <p:cNvSpPr>
              <a:spLocks noEditPoints="1"/>
            </p:cNvSpPr>
            <p:nvPr userDrawn="1"/>
          </p:nvSpPr>
          <p:spPr bwMode="auto">
            <a:xfrm>
              <a:off x="4612138" y="5752816"/>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3" y="7"/>
                    <a:pt x="13" y="7"/>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5" name="Freeform 1442">
              <a:extLst>
                <a:ext uri="{FF2B5EF4-FFF2-40B4-BE49-F238E27FC236}">
                  <a16:creationId xmlns:a16="http://schemas.microsoft.com/office/drawing/2014/main" id="{E8E5E705-C1B1-492A-823B-49FC5497091E}"/>
                </a:ext>
              </a:extLst>
            </p:cNvPr>
            <p:cNvSpPr>
              <a:spLocks noEditPoints="1"/>
            </p:cNvSpPr>
            <p:nvPr userDrawn="1"/>
          </p:nvSpPr>
          <p:spPr bwMode="auto">
            <a:xfrm>
              <a:off x="4596083" y="5776899"/>
              <a:ext cx="26091" cy="26090"/>
            </a:xfrm>
            <a:custGeom>
              <a:avLst/>
              <a:gdLst>
                <a:gd name="T0" fmla="*/ 6 w 17"/>
                <a:gd name="T1" fmla="*/ 8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8 w 17"/>
                <a:gd name="T19" fmla="*/ 0 h 17"/>
                <a:gd name="T20" fmla="*/ 0 w 17"/>
                <a:gd name="T21" fmla="*/ 5 h 17"/>
                <a:gd name="T22" fmla="*/ 3 w 17"/>
                <a:gd name="T23" fmla="*/ 6 h 17"/>
                <a:gd name="T24" fmla="*/ 0 w 17"/>
                <a:gd name="T25" fmla="*/ 5 h 17"/>
                <a:gd name="T26" fmla="*/ 0 w 17"/>
                <a:gd name="T27" fmla="*/ 9 h 17"/>
                <a:gd name="T28" fmla="*/ 4 w 17"/>
                <a:gd name="T29" fmla="*/ 16 h 17"/>
                <a:gd name="T30" fmla="*/ 8 w 17"/>
                <a:gd name="T31" fmla="*/ 17 h 17"/>
                <a:gd name="T32" fmla="*/ 16 w 17"/>
                <a:gd name="T33" fmla="*/ 12 h 17"/>
                <a:gd name="T34" fmla="*/ 17 w 17"/>
                <a:gd name="T35" fmla="*/ 9 h 17"/>
                <a:gd name="T36" fmla="*/ 12 w 17"/>
                <a:gd name="T37" fmla="*/ 1 h 17"/>
                <a:gd name="T38" fmla="*/ 8 w 17"/>
                <a:gd name="T39" fmla="*/ 0 h 17"/>
                <a:gd name="T40" fmla="*/ 8 w 17"/>
                <a:gd name="T41" fmla="*/ 0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8"/>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11" y="17"/>
                    <a:pt x="14" y="16"/>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6" name="Freeform 1443">
              <a:extLst>
                <a:ext uri="{FF2B5EF4-FFF2-40B4-BE49-F238E27FC236}">
                  <a16:creationId xmlns:a16="http://schemas.microsoft.com/office/drawing/2014/main" id="{A6756629-0AF9-4079-9F9C-7C166A9000CE}"/>
                </a:ext>
              </a:extLst>
            </p:cNvPr>
            <p:cNvSpPr>
              <a:spLocks noEditPoints="1"/>
            </p:cNvSpPr>
            <p:nvPr userDrawn="1"/>
          </p:nvSpPr>
          <p:spPr bwMode="auto">
            <a:xfrm>
              <a:off x="4569994" y="5780913"/>
              <a:ext cx="24083" cy="22077"/>
            </a:xfrm>
            <a:custGeom>
              <a:avLst/>
              <a:gdLst>
                <a:gd name="T0" fmla="*/ 6 w 16"/>
                <a:gd name="T1" fmla="*/ 7 h 15"/>
                <a:gd name="T2" fmla="*/ 8 w 16"/>
                <a:gd name="T3" fmla="*/ 6 h 15"/>
                <a:gd name="T4" fmla="*/ 9 w 16"/>
                <a:gd name="T5" fmla="*/ 6 h 15"/>
                <a:gd name="T6" fmla="*/ 9 w 16"/>
                <a:gd name="T7" fmla="*/ 6 h 15"/>
                <a:gd name="T8" fmla="*/ 10 w 16"/>
                <a:gd name="T9" fmla="*/ 7 h 15"/>
                <a:gd name="T10" fmla="*/ 9 w 16"/>
                <a:gd name="T11" fmla="*/ 8 h 15"/>
                <a:gd name="T12" fmla="*/ 8 w 16"/>
                <a:gd name="T13" fmla="*/ 9 h 15"/>
                <a:gd name="T14" fmla="*/ 7 w 16"/>
                <a:gd name="T15" fmla="*/ 9 h 15"/>
                <a:gd name="T16" fmla="*/ 6 w 16"/>
                <a:gd name="T17" fmla="*/ 7 h 15"/>
                <a:gd name="T18" fmla="*/ 6 w 16"/>
                <a:gd name="T19" fmla="*/ 7 h 15"/>
                <a:gd name="T20" fmla="*/ 6 w 16"/>
                <a:gd name="T21" fmla="*/ 7 h 15"/>
                <a:gd name="T22" fmla="*/ 8 w 16"/>
                <a:gd name="T23" fmla="*/ 0 h 15"/>
                <a:gd name="T24" fmla="*/ 1 w 16"/>
                <a:gd name="T25" fmla="*/ 4 h 15"/>
                <a:gd name="T26" fmla="*/ 4 w 16"/>
                <a:gd name="T27" fmla="*/ 5 h 15"/>
                <a:gd name="T28" fmla="*/ 1 w 16"/>
                <a:gd name="T29" fmla="*/ 4 h 15"/>
                <a:gd name="T30" fmla="*/ 0 w 16"/>
                <a:gd name="T31" fmla="*/ 7 h 15"/>
                <a:gd name="T32" fmla="*/ 5 w 16"/>
                <a:gd name="T33" fmla="*/ 14 h 15"/>
                <a:gd name="T34" fmla="*/ 8 w 16"/>
                <a:gd name="T35" fmla="*/ 15 h 15"/>
                <a:gd name="T36" fmla="*/ 8 w 16"/>
                <a:gd name="T37" fmla="*/ 15 h 15"/>
                <a:gd name="T38" fmla="*/ 15 w 16"/>
                <a:gd name="T39" fmla="*/ 11 h 15"/>
                <a:gd name="T40" fmla="*/ 15 w 16"/>
                <a:gd name="T41" fmla="*/ 11 h 15"/>
                <a:gd name="T42" fmla="*/ 16 w 16"/>
                <a:gd name="T43" fmla="*/ 7 h 15"/>
                <a:gd name="T44" fmla="*/ 11 w 16"/>
                <a:gd name="T45" fmla="*/ 1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6" y="7"/>
                  </a:move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9"/>
                    <a:pt x="9"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6" y="8"/>
                    <a:pt x="16" y="7"/>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7" name="Freeform 1444">
              <a:extLst>
                <a:ext uri="{FF2B5EF4-FFF2-40B4-BE49-F238E27FC236}">
                  <a16:creationId xmlns:a16="http://schemas.microsoft.com/office/drawing/2014/main" id="{CA0B67CE-91E7-4277-A409-FB02F1F31F0F}"/>
                </a:ext>
              </a:extLst>
            </p:cNvPr>
            <p:cNvSpPr>
              <a:spLocks noEditPoints="1"/>
            </p:cNvSpPr>
            <p:nvPr userDrawn="1"/>
          </p:nvSpPr>
          <p:spPr bwMode="auto">
            <a:xfrm>
              <a:off x="4032141" y="5794961"/>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8" name="Freeform 1445">
              <a:extLst>
                <a:ext uri="{FF2B5EF4-FFF2-40B4-BE49-F238E27FC236}">
                  <a16:creationId xmlns:a16="http://schemas.microsoft.com/office/drawing/2014/main" id="{800D6AA2-EC97-440A-AFEB-91E32856BC92}"/>
                </a:ext>
              </a:extLst>
            </p:cNvPr>
            <p:cNvSpPr>
              <a:spLocks noEditPoints="1"/>
            </p:cNvSpPr>
            <p:nvPr userDrawn="1"/>
          </p:nvSpPr>
          <p:spPr bwMode="auto">
            <a:xfrm>
              <a:off x="4028127" y="5921397"/>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6 w 22"/>
                <a:gd name="T17" fmla="*/ 11 h 22"/>
                <a:gd name="T18" fmla="*/ 7 w 22"/>
                <a:gd name="T19" fmla="*/ 9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1"/>
                    <a:pt x="6" y="10"/>
                    <a:pt x="7" y="9"/>
                  </a:cubicBezTo>
                  <a:cubicBezTo>
                    <a:pt x="7" y="9"/>
                    <a:pt x="7" y="9"/>
                    <a:pt x="7" y="9"/>
                  </a:cubicBezTo>
                  <a:moveTo>
                    <a:pt x="11" y="0"/>
                  </a:moveTo>
                  <a:cubicBezTo>
                    <a:pt x="11" y="0"/>
                    <a:pt x="11" y="0"/>
                    <a:pt x="11" y="0"/>
                  </a:cubicBezTo>
                  <a:cubicBezTo>
                    <a:pt x="7" y="0"/>
                    <a:pt x="3" y="3"/>
                    <a:pt x="1" y="6"/>
                  </a:cubicBezTo>
                  <a:cubicBezTo>
                    <a:pt x="1" y="6"/>
                    <a:pt x="1" y="6"/>
                    <a:pt x="1" y="6"/>
                  </a:cubicBezTo>
                  <a:cubicBezTo>
                    <a:pt x="1"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9" name="Freeform 1446">
              <a:extLst>
                <a:ext uri="{FF2B5EF4-FFF2-40B4-BE49-F238E27FC236}">
                  <a16:creationId xmlns:a16="http://schemas.microsoft.com/office/drawing/2014/main" id="{560AB10B-D389-486B-955E-A7A96985E228}"/>
                </a:ext>
              </a:extLst>
            </p:cNvPr>
            <p:cNvSpPr>
              <a:spLocks noEditPoints="1"/>
            </p:cNvSpPr>
            <p:nvPr userDrawn="1"/>
          </p:nvSpPr>
          <p:spPr bwMode="auto">
            <a:xfrm>
              <a:off x="4012072" y="5945480"/>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3 w 17"/>
                <a:gd name="T23" fmla="*/ 6 h 17"/>
                <a:gd name="T24" fmla="*/ 6 w 17"/>
                <a:gd name="T25" fmla="*/ 8 h 17"/>
                <a:gd name="T26" fmla="*/ 9 w 17"/>
                <a:gd name="T27" fmla="*/ 0 h 17"/>
                <a:gd name="T28" fmla="*/ 1 w 17"/>
                <a:gd name="T29" fmla="*/ 5 h 17"/>
                <a:gd name="T30" fmla="*/ 1 w 17"/>
                <a:gd name="T31" fmla="*/ 5 h 17"/>
                <a:gd name="T32" fmla="*/ 0 w 17"/>
                <a:gd name="T33" fmla="*/ 9 h 17"/>
                <a:gd name="T34" fmla="*/ 5 w 17"/>
                <a:gd name="T35" fmla="*/ 17 h 17"/>
                <a:gd name="T36" fmla="*/ 5 w 17"/>
                <a:gd name="T37" fmla="*/ 17 h 17"/>
                <a:gd name="T38" fmla="*/ 9 w 17"/>
                <a:gd name="T39" fmla="*/ 17 h 17"/>
                <a:gd name="T40" fmla="*/ 9 w 17"/>
                <a:gd name="T41" fmla="*/ 17 h 17"/>
                <a:gd name="T42" fmla="*/ 9 w 17"/>
                <a:gd name="T43" fmla="*/ 17 h 17"/>
                <a:gd name="T44" fmla="*/ 16 w 17"/>
                <a:gd name="T45" fmla="*/ 13 h 17"/>
                <a:gd name="T46" fmla="*/ 17 w 17"/>
                <a:gd name="T47" fmla="*/ 9 h 17"/>
                <a:gd name="T48" fmla="*/ 12 w 17"/>
                <a:gd name="T49" fmla="*/ 1 h 17"/>
                <a:gd name="T50" fmla="*/ 12 w 17"/>
                <a:gd name="T51" fmla="*/ 1 h 17"/>
                <a:gd name="T52" fmla="*/ 9 w 17"/>
                <a:gd name="T53" fmla="*/ 0 h 17"/>
                <a:gd name="T54" fmla="*/ 9 w 17"/>
                <a:gd name="T55" fmla="*/ 0 h 17"/>
                <a:gd name="T56" fmla="*/ 9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3" y="6"/>
                    <a:pt x="3" y="6"/>
                    <a:pt x="3" y="6"/>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0" name="Freeform 1447">
              <a:extLst>
                <a:ext uri="{FF2B5EF4-FFF2-40B4-BE49-F238E27FC236}">
                  <a16:creationId xmlns:a16="http://schemas.microsoft.com/office/drawing/2014/main" id="{EC2AE34B-EE27-4867-A78A-4548C246195F}"/>
                </a:ext>
              </a:extLst>
            </p:cNvPr>
            <p:cNvSpPr>
              <a:spLocks noEditPoints="1"/>
            </p:cNvSpPr>
            <p:nvPr userDrawn="1"/>
          </p:nvSpPr>
          <p:spPr bwMode="auto">
            <a:xfrm>
              <a:off x="3987989" y="5949494"/>
              <a:ext cx="22077" cy="22077"/>
            </a:xfrm>
            <a:custGeom>
              <a:avLst/>
              <a:gdLst>
                <a:gd name="T0" fmla="*/ 6 w 15"/>
                <a:gd name="T1" fmla="*/ 9 h 15"/>
                <a:gd name="T2" fmla="*/ 6 w 15"/>
                <a:gd name="T3" fmla="*/ 8 h 15"/>
                <a:gd name="T4" fmla="*/ 6 w 15"/>
                <a:gd name="T5" fmla="*/ 7 h 15"/>
                <a:gd name="T6" fmla="*/ 3 w 15"/>
                <a:gd name="T7" fmla="*/ 6 h 15"/>
                <a:gd name="T8" fmla="*/ 6 w 15"/>
                <a:gd name="T9" fmla="*/ 7 h 15"/>
                <a:gd name="T10" fmla="*/ 7 w 15"/>
                <a:gd name="T11" fmla="*/ 6 h 15"/>
                <a:gd name="T12" fmla="*/ 8 w 15"/>
                <a:gd name="T13" fmla="*/ 6 h 15"/>
                <a:gd name="T14" fmla="*/ 8 w 15"/>
                <a:gd name="T15" fmla="*/ 6 h 15"/>
                <a:gd name="T16" fmla="*/ 9 w 15"/>
                <a:gd name="T17" fmla="*/ 8 h 15"/>
                <a:gd name="T18" fmla="*/ 9 w 15"/>
                <a:gd name="T19" fmla="*/ 8 h 15"/>
                <a:gd name="T20" fmla="*/ 9 w 15"/>
                <a:gd name="T21" fmla="*/ 8 h 15"/>
                <a:gd name="T22" fmla="*/ 7 w 15"/>
                <a:gd name="T23" fmla="*/ 9 h 15"/>
                <a:gd name="T24" fmla="*/ 6 w 15"/>
                <a:gd name="T25" fmla="*/ 9 h 15"/>
                <a:gd name="T26" fmla="*/ 7 w 15"/>
                <a:gd name="T27" fmla="*/ 0 h 15"/>
                <a:gd name="T28" fmla="*/ 0 w 15"/>
                <a:gd name="T29" fmla="*/ 4 h 15"/>
                <a:gd name="T30" fmla="*/ 0 w 15"/>
                <a:gd name="T31" fmla="*/ 4 h 15"/>
                <a:gd name="T32" fmla="*/ 0 w 15"/>
                <a:gd name="T33" fmla="*/ 8 h 15"/>
                <a:gd name="T34" fmla="*/ 4 w 15"/>
                <a:gd name="T35" fmla="*/ 14 h 15"/>
                <a:gd name="T36" fmla="*/ 4 w 15"/>
                <a:gd name="T37" fmla="*/ 15 h 15"/>
                <a:gd name="T38" fmla="*/ 4 w 15"/>
                <a:gd name="T39" fmla="*/ 14 h 15"/>
                <a:gd name="T40" fmla="*/ 7 w 15"/>
                <a:gd name="T41" fmla="*/ 15 h 15"/>
                <a:gd name="T42" fmla="*/ 7 w 15"/>
                <a:gd name="T43" fmla="*/ 15 h 15"/>
                <a:gd name="T44" fmla="*/ 7 w 15"/>
                <a:gd name="T45" fmla="*/ 15 h 15"/>
                <a:gd name="T46" fmla="*/ 14 w 15"/>
                <a:gd name="T47" fmla="*/ 11 h 15"/>
                <a:gd name="T48" fmla="*/ 14 w 15"/>
                <a:gd name="T49" fmla="*/ 11 h 15"/>
                <a:gd name="T50" fmla="*/ 15 w 15"/>
                <a:gd name="T51" fmla="*/ 8 h 15"/>
                <a:gd name="T52" fmla="*/ 11 w 15"/>
                <a:gd name="T53" fmla="*/ 1 h 15"/>
                <a:gd name="T54" fmla="*/ 11 w 15"/>
                <a:gd name="T55" fmla="*/ 1 h 15"/>
                <a:gd name="T56" fmla="*/ 7 w 15"/>
                <a:gd name="T57" fmla="*/ 0 h 15"/>
                <a:gd name="T58" fmla="*/ 7 w 15"/>
                <a:gd name="T59" fmla="*/ 0 h 15"/>
                <a:gd name="T60" fmla="*/ 7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6" y="9"/>
                  </a:moveTo>
                  <a:cubicBezTo>
                    <a:pt x="6" y="9"/>
                    <a:pt x="6" y="8"/>
                    <a:pt x="6" y="8"/>
                  </a:cubicBezTo>
                  <a:cubicBezTo>
                    <a:pt x="6" y="7"/>
                    <a:pt x="6" y="7"/>
                    <a:pt x="6" y="7"/>
                  </a:cubicBezTo>
                  <a:cubicBezTo>
                    <a:pt x="3" y="6"/>
                    <a:pt x="3" y="6"/>
                    <a:pt x="3" y="6"/>
                  </a:cubicBezTo>
                  <a:cubicBezTo>
                    <a:pt x="6" y="7"/>
                    <a:pt x="6" y="7"/>
                    <a:pt x="6" y="7"/>
                  </a:cubicBezTo>
                  <a:cubicBezTo>
                    <a:pt x="6" y="6"/>
                    <a:pt x="7" y="6"/>
                    <a:pt x="7" y="6"/>
                  </a:cubicBezTo>
                  <a:cubicBezTo>
                    <a:pt x="8" y="6"/>
                    <a:pt x="8" y="6"/>
                    <a:pt x="8" y="6"/>
                  </a:cubicBezTo>
                  <a:cubicBezTo>
                    <a:pt x="8" y="6"/>
                    <a:pt x="8" y="6"/>
                    <a:pt x="8" y="6"/>
                  </a:cubicBezTo>
                  <a:cubicBezTo>
                    <a:pt x="8" y="6"/>
                    <a:pt x="9" y="7"/>
                    <a:pt x="9" y="8"/>
                  </a:cubicBezTo>
                  <a:cubicBezTo>
                    <a:pt x="9" y="8"/>
                    <a:pt x="9" y="8"/>
                    <a:pt x="9" y="8"/>
                  </a:cubicBezTo>
                  <a:cubicBezTo>
                    <a:pt x="9" y="8"/>
                    <a:pt x="9" y="8"/>
                    <a:pt x="9" y="8"/>
                  </a:cubicBezTo>
                  <a:cubicBezTo>
                    <a:pt x="8" y="9"/>
                    <a:pt x="8" y="9"/>
                    <a:pt x="7" y="9"/>
                  </a:cubicBezTo>
                  <a:cubicBezTo>
                    <a:pt x="6" y="9"/>
                    <a:pt x="6" y="9"/>
                    <a:pt x="6" y="9"/>
                  </a:cubicBezTo>
                  <a:moveTo>
                    <a:pt x="7" y="0"/>
                  </a:moveTo>
                  <a:cubicBezTo>
                    <a:pt x="4" y="0"/>
                    <a:pt x="2" y="1"/>
                    <a:pt x="0" y="4"/>
                  </a:cubicBezTo>
                  <a:cubicBezTo>
                    <a:pt x="0" y="4"/>
                    <a:pt x="0" y="4"/>
                    <a:pt x="0" y="4"/>
                  </a:cubicBezTo>
                  <a:cubicBezTo>
                    <a:pt x="0" y="5"/>
                    <a:pt x="0" y="6"/>
                    <a:pt x="0" y="8"/>
                  </a:cubicBezTo>
                  <a:cubicBezTo>
                    <a:pt x="0" y="10"/>
                    <a:pt x="1" y="13"/>
                    <a:pt x="4" y="14"/>
                  </a:cubicBezTo>
                  <a:cubicBezTo>
                    <a:pt x="4" y="15"/>
                    <a:pt x="4" y="15"/>
                    <a:pt x="4" y="15"/>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4" y="11"/>
                    <a:pt x="14" y="11"/>
                    <a:pt x="14" y="11"/>
                  </a:cubicBezTo>
                  <a:cubicBezTo>
                    <a:pt x="15" y="10"/>
                    <a:pt x="15" y="9"/>
                    <a:pt x="15" y="8"/>
                  </a:cubicBezTo>
                  <a:cubicBezTo>
                    <a:pt x="15" y="5"/>
                    <a:pt x="13" y="2"/>
                    <a:pt x="11" y="1"/>
                  </a:cubicBezTo>
                  <a:cubicBezTo>
                    <a:pt x="11" y="1"/>
                    <a:pt x="11" y="1"/>
                    <a:pt x="11" y="1"/>
                  </a:cubicBezTo>
                  <a:cubicBezTo>
                    <a:pt x="9" y="0"/>
                    <a:pt x="8"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1" name="Freeform 1448">
              <a:extLst>
                <a:ext uri="{FF2B5EF4-FFF2-40B4-BE49-F238E27FC236}">
                  <a16:creationId xmlns:a16="http://schemas.microsoft.com/office/drawing/2014/main" id="{E3B9563B-F01B-4CD5-A56F-FC047C132773}"/>
                </a:ext>
              </a:extLst>
            </p:cNvPr>
            <p:cNvSpPr>
              <a:spLocks noEditPoints="1"/>
            </p:cNvSpPr>
            <p:nvPr userDrawn="1"/>
          </p:nvSpPr>
          <p:spPr bwMode="auto">
            <a:xfrm>
              <a:off x="5075736"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2" name="Freeform 1449">
              <a:extLst>
                <a:ext uri="{FF2B5EF4-FFF2-40B4-BE49-F238E27FC236}">
                  <a16:creationId xmlns:a16="http://schemas.microsoft.com/office/drawing/2014/main" id="{7919453D-88BD-4F4C-AB97-4B46A3394246}"/>
                </a:ext>
              </a:extLst>
            </p:cNvPr>
            <p:cNvSpPr>
              <a:spLocks noEditPoints="1"/>
            </p:cNvSpPr>
            <p:nvPr userDrawn="1"/>
          </p:nvSpPr>
          <p:spPr bwMode="auto">
            <a:xfrm>
              <a:off x="5059680"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3" name="Freeform 1450">
              <a:extLst>
                <a:ext uri="{FF2B5EF4-FFF2-40B4-BE49-F238E27FC236}">
                  <a16:creationId xmlns:a16="http://schemas.microsoft.com/office/drawing/2014/main" id="{ECBCAC87-817F-4A64-8FE4-4ACFA9618718}"/>
                </a:ext>
              </a:extLst>
            </p:cNvPr>
            <p:cNvSpPr>
              <a:spLocks noEditPoints="1"/>
            </p:cNvSpPr>
            <p:nvPr userDrawn="1"/>
          </p:nvSpPr>
          <p:spPr bwMode="auto">
            <a:xfrm>
              <a:off x="5041618" y="5501952"/>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9 w 16"/>
                <a:gd name="T13" fmla="*/ 7 h 17"/>
                <a:gd name="T14" fmla="*/ 10 w 16"/>
                <a:gd name="T15" fmla="*/ 7 h 17"/>
                <a:gd name="T16" fmla="*/ 10 w 16"/>
                <a:gd name="T17" fmla="*/ 8 h 17"/>
                <a:gd name="T18" fmla="*/ 10 w 16"/>
                <a:gd name="T19" fmla="*/ 10 h 17"/>
                <a:gd name="T20" fmla="*/ 8 w 16"/>
                <a:gd name="T21" fmla="*/ 11 h 17"/>
                <a:gd name="T22" fmla="*/ 7 w 16"/>
                <a:gd name="T23" fmla="*/ 10 h 17"/>
                <a:gd name="T24" fmla="*/ 7 w 16"/>
                <a:gd name="T25" fmla="*/ 1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8 w 16"/>
                <a:gd name="T51" fmla="*/ 0 h 17"/>
                <a:gd name="T52" fmla="*/ 8 w 16"/>
                <a:gd name="T53" fmla="*/ 0 h 17"/>
                <a:gd name="T54" fmla="*/ 8 w 16"/>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7"/>
                  </a:cubicBezTo>
                  <a:cubicBezTo>
                    <a:pt x="10" y="7"/>
                    <a:pt x="10" y="7"/>
                    <a:pt x="10" y="7"/>
                  </a:cubicBezTo>
                  <a:cubicBezTo>
                    <a:pt x="10" y="7"/>
                    <a:pt x="10" y="8"/>
                    <a:pt x="10" y="8"/>
                  </a:cubicBezTo>
                  <a:cubicBezTo>
                    <a:pt x="10" y="9"/>
                    <a:pt x="10" y="9"/>
                    <a:pt x="10" y="10"/>
                  </a:cubicBezTo>
                  <a:cubicBezTo>
                    <a:pt x="9" y="10"/>
                    <a:pt x="9" y="11"/>
                    <a:pt x="8" y="11"/>
                  </a:cubicBezTo>
                  <a:cubicBezTo>
                    <a:pt x="8" y="11"/>
                    <a:pt x="7" y="10"/>
                    <a:pt x="7" y="10"/>
                  </a:cubicBezTo>
                  <a:cubicBezTo>
                    <a:pt x="7" y="10"/>
                    <a:pt x="7" y="10"/>
                    <a:pt x="7" y="10"/>
                  </a:cubicBezTo>
                  <a:moveTo>
                    <a:pt x="8" y="0"/>
                  </a:move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2"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4" name="Freeform 1451">
              <a:extLst>
                <a:ext uri="{FF2B5EF4-FFF2-40B4-BE49-F238E27FC236}">
                  <a16:creationId xmlns:a16="http://schemas.microsoft.com/office/drawing/2014/main" id="{A5AD2D4F-DC55-49A4-8585-C5B42A0D90DA}"/>
                </a:ext>
              </a:extLst>
            </p:cNvPr>
            <p:cNvSpPr>
              <a:spLocks noEditPoints="1"/>
            </p:cNvSpPr>
            <p:nvPr userDrawn="1"/>
          </p:nvSpPr>
          <p:spPr bwMode="auto">
            <a:xfrm>
              <a:off x="5017535" y="5499945"/>
              <a:ext cx="22077" cy="22077"/>
            </a:xfrm>
            <a:custGeom>
              <a:avLst/>
              <a:gdLst>
                <a:gd name="T0" fmla="*/ 7 w 15"/>
                <a:gd name="T1" fmla="*/ 8 h 14"/>
                <a:gd name="T2" fmla="*/ 6 w 15"/>
                <a:gd name="T3" fmla="*/ 7 h 14"/>
                <a:gd name="T4" fmla="*/ 7 w 15"/>
                <a:gd name="T5" fmla="*/ 6 h 14"/>
                <a:gd name="T6" fmla="*/ 4 w 15"/>
                <a:gd name="T7" fmla="*/ 4 h 14"/>
                <a:gd name="T8" fmla="*/ 7 w 15"/>
                <a:gd name="T9" fmla="*/ 6 h 14"/>
                <a:gd name="T10" fmla="*/ 8 w 15"/>
                <a:gd name="T11" fmla="*/ 6 h 14"/>
                <a:gd name="T12" fmla="*/ 9 w 15"/>
                <a:gd name="T13" fmla="*/ 6 h 14"/>
                <a:gd name="T14" fmla="*/ 9 w 15"/>
                <a:gd name="T15" fmla="*/ 7 h 14"/>
                <a:gd name="T16" fmla="*/ 9 w 15"/>
                <a:gd name="T17" fmla="*/ 8 h 14"/>
                <a:gd name="T18" fmla="*/ 9 w 15"/>
                <a:gd name="T19" fmla="*/ 8 h 14"/>
                <a:gd name="T20" fmla="*/ 8 w 15"/>
                <a:gd name="T21" fmla="*/ 8 h 14"/>
                <a:gd name="T22" fmla="*/ 7 w 15"/>
                <a:gd name="T23" fmla="*/ 8 h 14"/>
                <a:gd name="T24" fmla="*/ 8 w 15"/>
                <a:gd name="T25" fmla="*/ 0 h 14"/>
                <a:gd name="T26" fmla="*/ 2 w 15"/>
                <a:gd name="T27" fmla="*/ 3 h 14"/>
                <a:gd name="T28" fmla="*/ 2 w 15"/>
                <a:gd name="T29" fmla="*/ 3 h 14"/>
                <a:gd name="T30" fmla="*/ 0 w 15"/>
                <a:gd name="T31" fmla="*/ 7 h 14"/>
                <a:gd name="T32" fmla="*/ 3 w 15"/>
                <a:gd name="T33" fmla="*/ 13 h 14"/>
                <a:gd name="T34" fmla="*/ 3 w 15"/>
                <a:gd name="T35" fmla="*/ 13 h 14"/>
                <a:gd name="T36" fmla="*/ 8 w 15"/>
                <a:gd name="T37" fmla="*/ 14 h 14"/>
                <a:gd name="T38" fmla="*/ 8 w 15"/>
                <a:gd name="T39" fmla="*/ 14 h 14"/>
                <a:gd name="T40" fmla="*/ 14 w 15"/>
                <a:gd name="T41" fmla="*/ 11 h 14"/>
                <a:gd name="T42" fmla="*/ 14 w 15"/>
                <a:gd name="T43" fmla="*/ 11 h 14"/>
                <a:gd name="T44" fmla="*/ 15 w 15"/>
                <a:gd name="T45" fmla="*/ 7 h 14"/>
                <a:gd name="T46" fmla="*/ 12 w 15"/>
                <a:gd name="T47" fmla="*/ 1 h 14"/>
                <a:gd name="T48" fmla="*/ 8 w 15"/>
                <a:gd name="T49" fmla="*/ 0 h 14"/>
                <a:gd name="T50" fmla="*/ 8 w 15"/>
                <a:gd name="T51" fmla="*/ 0 h 14"/>
                <a:gd name="T52" fmla="*/ 8 w 1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4">
                  <a:moveTo>
                    <a:pt x="7" y="8"/>
                  </a:move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cubicBezTo>
                    <a:pt x="7" y="8"/>
                    <a:pt x="7" y="8"/>
                    <a:pt x="7" y="8"/>
                  </a:cubicBezTo>
                  <a:moveTo>
                    <a:pt x="8" y="0"/>
                  </a:moveTo>
                  <a:cubicBezTo>
                    <a:pt x="6" y="0"/>
                    <a:pt x="3" y="1"/>
                    <a:pt x="2" y="3"/>
                  </a:cubicBezTo>
                  <a:cubicBezTo>
                    <a:pt x="2" y="3"/>
                    <a:pt x="2" y="3"/>
                    <a:pt x="2" y="3"/>
                  </a:cubicBezTo>
                  <a:cubicBezTo>
                    <a:pt x="1" y="4"/>
                    <a:pt x="0" y="5"/>
                    <a:pt x="0" y="7"/>
                  </a:cubicBezTo>
                  <a:cubicBezTo>
                    <a:pt x="0" y="9"/>
                    <a:pt x="1" y="11"/>
                    <a:pt x="3" y="13"/>
                  </a:cubicBezTo>
                  <a:cubicBezTo>
                    <a:pt x="3" y="13"/>
                    <a:pt x="3" y="13"/>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5" name="Freeform 1452">
              <a:extLst>
                <a:ext uri="{FF2B5EF4-FFF2-40B4-BE49-F238E27FC236}">
                  <a16:creationId xmlns:a16="http://schemas.microsoft.com/office/drawing/2014/main" id="{41C5711C-3A5E-4CCA-9E53-C4485A8D3297}"/>
                </a:ext>
              </a:extLst>
            </p:cNvPr>
            <p:cNvSpPr>
              <a:spLocks noEditPoints="1"/>
            </p:cNvSpPr>
            <p:nvPr userDrawn="1"/>
          </p:nvSpPr>
          <p:spPr bwMode="auto">
            <a:xfrm>
              <a:off x="3913733"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74 w 240"/>
                <a:gd name="T11" fmla="*/ 8 h 203"/>
                <a:gd name="T12" fmla="*/ 190 w 240"/>
                <a:gd name="T13" fmla="*/ 9 h 203"/>
                <a:gd name="T14" fmla="*/ 201 w 240"/>
                <a:gd name="T15" fmla="*/ 17 h 203"/>
                <a:gd name="T16" fmla="*/ 198 w 240"/>
                <a:gd name="T17" fmla="*/ 48 h 203"/>
                <a:gd name="T18" fmla="*/ 209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4 w 240"/>
                <a:gd name="T33" fmla="*/ 155 h 203"/>
                <a:gd name="T34" fmla="*/ 125 w 240"/>
                <a:gd name="T35" fmla="*/ 141 h 203"/>
                <a:gd name="T36" fmla="*/ 127 w 240"/>
                <a:gd name="T37" fmla="*/ 152 h 203"/>
                <a:gd name="T38" fmla="*/ 78 w 240"/>
                <a:gd name="T39" fmla="*/ 171 h 203"/>
                <a:gd name="T40" fmla="*/ 58 w 240"/>
                <a:gd name="T41" fmla="*/ 164 h 203"/>
                <a:gd name="T42" fmla="*/ 59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1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10"/>
                    <a:pt x="129" y="9"/>
                  </a:cubicBezTo>
                  <a:cubicBezTo>
                    <a:pt x="138" y="9"/>
                    <a:pt x="158" y="8"/>
                    <a:pt x="173" y="8"/>
                  </a:cubicBezTo>
                  <a:cubicBezTo>
                    <a:pt x="173" y="8"/>
                    <a:pt x="173" y="8"/>
                    <a:pt x="174"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6"/>
                    <a:pt x="177"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5"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2" y="9"/>
                    <a:pt x="199" y="8"/>
                  </a:cubicBezTo>
                  <a:cubicBezTo>
                    <a:pt x="198" y="7"/>
                    <a:pt x="197" y="6"/>
                    <a:pt x="196" y="6"/>
                  </a:cubicBezTo>
                  <a:cubicBezTo>
                    <a:pt x="195" y="6"/>
                    <a:pt x="195" y="5"/>
                    <a:pt x="195" y="5"/>
                  </a:cubicBezTo>
                  <a:cubicBezTo>
                    <a:pt x="195" y="5"/>
                    <a:pt x="195" y="5"/>
                    <a:pt x="195" y="5"/>
                  </a:cubicBezTo>
                  <a:cubicBezTo>
                    <a:pt x="194" y="4"/>
                    <a:pt x="193" y="4"/>
                    <a:pt x="193" y="4"/>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6" name="Freeform 1453">
              <a:extLst>
                <a:ext uri="{FF2B5EF4-FFF2-40B4-BE49-F238E27FC236}">
                  <a16:creationId xmlns:a16="http://schemas.microsoft.com/office/drawing/2014/main" id="{30254D67-6D28-43BC-892C-CD1D416730FD}"/>
                </a:ext>
              </a:extLst>
            </p:cNvPr>
            <p:cNvSpPr>
              <a:spLocks/>
            </p:cNvSpPr>
            <p:nvPr userDrawn="1"/>
          </p:nvSpPr>
          <p:spPr bwMode="auto">
            <a:xfrm>
              <a:off x="3941829" y="4149292"/>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7" name="Freeform 1454">
              <a:extLst>
                <a:ext uri="{FF2B5EF4-FFF2-40B4-BE49-F238E27FC236}">
                  <a16:creationId xmlns:a16="http://schemas.microsoft.com/office/drawing/2014/main" id="{09030836-481A-4A53-8424-F877827A1E88}"/>
                </a:ext>
              </a:extLst>
            </p:cNvPr>
            <p:cNvSpPr>
              <a:spLocks/>
            </p:cNvSpPr>
            <p:nvPr userDrawn="1"/>
          </p:nvSpPr>
          <p:spPr bwMode="auto">
            <a:xfrm>
              <a:off x="4234839" y="4265693"/>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8" name="Freeform 1455">
              <a:extLst>
                <a:ext uri="{FF2B5EF4-FFF2-40B4-BE49-F238E27FC236}">
                  <a16:creationId xmlns:a16="http://schemas.microsoft.com/office/drawing/2014/main" id="{FAFC63C8-FFCF-4FA6-A246-79CDF06CB222}"/>
                </a:ext>
              </a:extLst>
            </p:cNvPr>
            <p:cNvSpPr>
              <a:spLocks noEditPoints="1"/>
            </p:cNvSpPr>
            <p:nvPr userDrawn="1"/>
          </p:nvSpPr>
          <p:spPr bwMode="auto">
            <a:xfrm>
              <a:off x="3550482" y="5780913"/>
              <a:ext cx="361244" cy="315086"/>
            </a:xfrm>
            <a:custGeom>
              <a:avLst/>
              <a:gdLst>
                <a:gd name="T0" fmla="*/ 118 w 240"/>
                <a:gd name="T1" fmla="*/ 5 h 209"/>
                <a:gd name="T2" fmla="*/ 213 w 240"/>
                <a:gd name="T3" fmla="*/ 189 h 209"/>
                <a:gd name="T4" fmla="*/ 111 w 240"/>
                <a:gd name="T5" fmla="*/ 6 h 209"/>
                <a:gd name="T6" fmla="*/ 119 w 240"/>
                <a:gd name="T7" fmla="*/ 12 h 209"/>
                <a:gd name="T8" fmla="*/ 129 w 240"/>
                <a:gd name="T9" fmla="*/ 9 h 209"/>
                <a:gd name="T10" fmla="*/ 190 w 240"/>
                <a:gd name="T11" fmla="*/ 8 h 209"/>
                <a:gd name="T12" fmla="*/ 203 w 240"/>
                <a:gd name="T13" fmla="*/ 24 h 209"/>
                <a:gd name="T14" fmla="*/ 202 w 240"/>
                <a:gd name="T15" fmla="*/ 57 h 209"/>
                <a:gd name="T16" fmla="*/ 218 w 240"/>
                <a:gd name="T17" fmla="*/ 59 h 209"/>
                <a:gd name="T18" fmla="*/ 231 w 240"/>
                <a:gd name="T19" fmla="*/ 91 h 209"/>
                <a:gd name="T20" fmla="*/ 197 w 240"/>
                <a:gd name="T21" fmla="*/ 119 h 209"/>
                <a:gd name="T22" fmla="*/ 176 w 240"/>
                <a:gd name="T23" fmla="*/ 126 h 209"/>
                <a:gd name="T24" fmla="*/ 158 w 240"/>
                <a:gd name="T25" fmla="*/ 154 h 209"/>
                <a:gd name="T26" fmla="*/ 140 w 240"/>
                <a:gd name="T27" fmla="*/ 147 h 209"/>
                <a:gd name="T28" fmla="*/ 128 w 240"/>
                <a:gd name="T29" fmla="*/ 149 h 209"/>
                <a:gd name="T30" fmla="*/ 78 w 240"/>
                <a:gd name="T31" fmla="*/ 170 h 209"/>
                <a:gd name="T32" fmla="*/ 56 w 240"/>
                <a:gd name="T33" fmla="*/ 157 h 209"/>
                <a:gd name="T34" fmla="*/ 43 w 240"/>
                <a:gd name="T35" fmla="*/ 121 h 209"/>
                <a:gd name="T36" fmla="*/ 8 w 240"/>
                <a:gd name="T37" fmla="*/ 91 h 209"/>
                <a:gd name="T38" fmla="*/ 27 w 240"/>
                <a:gd name="T39" fmla="*/ 77 h 209"/>
                <a:gd name="T40" fmla="*/ 27 w 240"/>
                <a:gd name="T41" fmla="*/ 24 h 209"/>
                <a:gd name="T42" fmla="*/ 67 w 240"/>
                <a:gd name="T43" fmla="*/ 21 h 209"/>
                <a:gd name="T44" fmla="*/ 81 w 240"/>
                <a:gd name="T45" fmla="*/ 9 h 209"/>
                <a:gd name="T46" fmla="*/ 195 w 240"/>
                <a:gd name="T47" fmla="*/ 4 h 209"/>
                <a:gd name="T48" fmla="*/ 105 w 240"/>
                <a:gd name="T49" fmla="*/ 0 h 209"/>
                <a:gd name="T50" fmla="*/ 75 w 240"/>
                <a:gd name="T51" fmla="*/ 6 h 209"/>
                <a:gd name="T52" fmla="*/ 67 w 240"/>
                <a:gd name="T53" fmla="*/ 15 h 209"/>
                <a:gd name="T54" fmla="*/ 40 w 240"/>
                <a:gd name="T55" fmla="*/ 4 h 209"/>
                <a:gd name="T56" fmla="*/ 17 w 240"/>
                <a:gd name="T57" fmla="*/ 66 h 209"/>
                <a:gd name="T58" fmla="*/ 21 w 240"/>
                <a:gd name="T59" fmla="*/ 77 h 209"/>
                <a:gd name="T60" fmla="*/ 0 w 240"/>
                <a:gd name="T61" fmla="*/ 97 h 209"/>
                <a:gd name="T62" fmla="*/ 16 w 240"/>
                <a:gd name="T63" fmla="*/ 126 h 209"/>
                <a:gd name="T64" fmla="*/ 45 w 240"/>
                <a:gd name="T65" fmla="*/ 128 h 209"/>
                <a:gd name="T66" fmla="*/ 50 w 240"/>
                <a:gd name="T67" fmla="*/ 157 h 209"/>
                <a:gd name="T68" fmla="*/ 114 w 240"/>
                <a:gd name="T69" fmla="*/ 168 h 209"/>
                <a:gd name="T70" fmla="*/ 141 w 240"/>
                <a:gd name="T71" fmla="*/ 154 h 209"/>
                <a:gd name="T72" fmla="*/ 158 w 240"/>
                <a:gd name="T73" fmla="*/ 160 h 209"/>
                <a:gd name="T74" fmla="*/ 216 w 240"/>
                <a:gd name="T75" fmla="*/ 209 h 209"/>
                <a:gd name="T76" fmla="*/ 204 w 240"/>
                <a:gd name="T77" fmla="*/ 123 h 209"/>
                <a:gd name="T78" fmla="*/ 221 w 240"/>
                <a:gd name="T79" fmla="*/ 103 h 209"/>
                <a:gd name="T80" fmla="*/ 232 w 240"/>
                <a:gd name="T81" fmla="*/ 58 h 209"/>
                <a:gd name="T82" fmla="*/ 214 w 240"/>
                <a:gd name="T83" fmla="*/ 53 h 209"/>
                <a:gd name="T84" fmla="*/ 206 w 240"/>
                <a:gd name="T85" fmla="*/ 38 h 209"/>
                <a:gd name="T86" fmla="*/ 196 w 240"/>
                <a:gd name="T87" fmla="*/ 5 h 209"/>
                <a:gd name="T88" fmla="*/ 195 w 240"/>
                <a:gd name="T89" fmla="*/ 4 h 209"/>
                <a:gd name="T90" fmla="*/ 173 w 240"/>
                <a:gd name="T91" fmla="*/ 1 h 209"/>
                <a:gd name="T92" fmla="*/ 121 w 240"/>
                <a:gd name="T93" fmla="*/ 4 h 209"/>
                <a:gd name="T94" fmla="*/ 119 w 240"/>
                <a:gd name="T95" fmla="*/ 5 h 209"/>
                <a:gd name="T96" fmla="*/ 105 w 240"/>
                <a:gd name="T9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118" y="5"/>
                  </a:moveTo>
                  <a:cubicBezTo>
                    <a:pt x="119" y="5"/>
                    <a:pt x="119" y="5"/>
                    <a:pt x="119" y="5"/>
                  </a:cubicBezTo>
                  <a:cubicBezTo>
                    <a:pt x="119" y="5"/>
                    <a:pt x="119" y="5"/>
                    <a:pt x="119" y="5"/>
                  </a:cubicBezTo>
                  <a:cubicBezTo>
                    <a:pt x="118" y="5"/>
                    <a:pt x="118" y="5"/>
                    <a:pt x="118" y="5"/>
                  </a:cubicBezTo>
                  <a:moveTo>
                    <a:pt x="211" y="191"/>
                  </a:moveTo>
                  <a:cubicBezTo>
                    <a:pt x="213" y="189"/>
                    <a:pt x="213" y="189"/>
                    <a:pt x="213" y="189"/>
                  </a:cubicBezTo>
                  <a:cubicBezTo>
                    <a:pt x="211" y="191"/>
                    <a:pt x="211" y="191"/>
                    <a:pt x="211" y="191"/>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5"/>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9"/>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0" y="75"/>
                    <a:pt x="20" y="75"/>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8" y="176"/>
                  </a:cubicBezTo>
                  <a:cubicBezTo>
                    <a:pt x="89" y="176"/>
                    <a:pt x="103" y="173"/>
                    <a:pt x="114" y="168"/>
                  </a:cubicBezTo>
                  <a:cubicBezTo>
                    <a:pt x="119" y="166"/>
                    <a:pt x="124" y="163"/>
                    <a:pt x="128" y="160"/>
                  </a:cubicBezTo>
                  <a:cubicBezTo>
                    <a:pt x="130"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5"/>
                  </a:cubicBezTo>
                  <a:cubicBezTo>
                    <a:pt x="235" y="62"/>
                    <a:pt x="234"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6"/>
                    <a:pt x="196" y="5"/>
                  </a:cubicBezTo>
                  <a:cubicBezTo>
                    <a:pt x="195" y="5"/>
                    <a:pt x="195" y="5"/>
                    <a:pt x="195" y="4"/>
                  </a:cubicBezTo>
                  <a:cubicBezTo>
                    <a:pt x="195" y="4"/>
                    <a:pt x="195" y="4"/>
                    <a:pt x="195" y="4"/>
                  </a:cubicBezTo>
                  <a:cubicBezTo>
                    <a:pt x="194" y="4"/>
                    <a:pt x="194" y="4"/>
                    <a:pt x="194" y="4"/>
                  </a:cubicBezTo>
                  <a:cubicBezTo>
                    <a:pt x="195" y="4"/>
                    <a:pt x="195" y="4"/>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9" name="Freeform 1456">
              <a:extLst>
                <a:ext uri="{FF2B5EF4-FFF2-40B4-BE49-F238E27FC236}">
                  <a16:creationId xmlns:a16="http://schemas.microsoft.com/office/drawing/2014/main" id="{39E40EED-66FB-425F-8886-2F502CE81B96}"/>
                </a:ext>
              </a:extLst>
            </p:cNvPr>
            <p:cNvSpPr>
              <a:spLocks noEditPoints="1"/>
            </p:cNvSpPr>
            <p:nvPr userDrawn="1"/>
          </p:nvSpPr>
          <p:spPr bwMode="auto">
            <a:xfrm>
              <a:off x="4299060" y="4002788"/>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8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0" name="Freeform 1457">
              <a:extLst>
                <a:ext uri="{FF2B5EF4-FFF2-40B4-BE49-F238E27FC236}">
                  <a16:creationId xmlns:a16="http://schemas.microsoft.com/office/drawing/2014/main" id="{1255AF40-52E3-4A3D-B02B-BA0BFFFF0A4F}"/>
                </a:ext>
              </a:extLst>
            </p:cNvPr>
            <p:cNvSpPr>
              <a:spLocks noEditPoints="1"/>
            </p:cNvSpPr>
            <p:nvPr userDrawn="1"/>
          </p:nvSpPr>
          <p:spPr bwMode="auto">
            <a:xfrm>
              <a:off x="5539332" y="3966664"/>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7"/>
                    <a:pt x="1" y="67"/>
                    <a:pt x="1" y="68"/>
                  </a:cubicBezTo>
                  <a:cubicBezTo>
                    <a:pt x="1" y="69"/>
                    <a:pt x="0" y="71"/>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1" name="Freeform 1458">
              <a:extLst>
                <a:ext uri="{FF2B5EF4-FFF2-40B4-BE49-F238E27FC236}">
                  <a16:creationId xmlns:a16="http://schemas.microsoft.com/office/drawing/2014/main" id="{63F2FFC5-0B58-4177-96C2-D9F416D5236A}"/>
                </a:ext>
              </a:extLst>
            </p:cNvPr>
            <p:cNvSpPr>
              <a:spLocks noEditPoints="1"/>
            </p:cNvSpPr>
            <p:nvPr userDrawn="1"/>
          </p:nvSpPr>
          <p:spPr bwMode="auto">
            <a:xfrm>
              <a:off x="5583484" y="4757387"/>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9 h 268"/>
                <a:gd name="T60" fmla="*/ 298 w 298"/>
                <a:gd name="T61" fmla="*/ 151 h 268"/>
                <a:gd name="T62" fmla="*/ 287 w 298"/>
                <a:gd name="T63" fmla="*/ 123 h 268"/>
                <a:gd name="T64" fmla="*/ 285 w 298"/>
                <a:gd name="T65" fmla="*/ 125 h 268"/>
                <a:gd name="T66" fmla="*/ 285 w 298"/>
                <a:gd name="T67" fmla="*/ 125 h 268"/>
                <a:gd name="T68" fmla="*/ 97 w 298"/>
                <a:gd name="T69" fmla="*/ 2 h 268"/>
                <a:gd name="T70" fmla="*/ 87 w 298"/>
                <a:gd name="T71" fmla="*/ 0 h 268"/>
                <a:gd name="T72" fmla="*/ 87 w 298"/>
                <a:gd name="T7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3"/>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9"/>
                  </a:cubicBezTo>
                  <a:cubicBezTo>
                    <a:pt x="271" y="218"/>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2" name="Freeform 1459">
              <a:extLst>
                <a:ext uri="{FF2B5EF4-FFF2-40B4-BE49-F238E27FC236}">
                  <a16:creationId xmlns:a16="http://schemas.microsoft.com/office/drawing/2014/main" id="{6D99800D-BA91-49A9-9B14-21AFF8C167E8}"/>
                </a:ext>
              </a:extLst>
            </p:cNvPr>
            <p:cNvSpPr>
              <a:spLocks noEditPoints="1"/>
            </p:cNvSpPr>
            <p:nvPr userDrawn="1"/>
          </p:nvSpPr>
          <p:spPr bwMode="auto">
            <a:xfrm>
              <a:off x="5583484"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3" name="Freeform 1460">
              <a:extLst>
                <a:ext uri="{FF2B5EF4-FFF2-40B4-BE49-F238E27FC236}">
                  <a16:creationId xmlns:a16="http://schemas.microsoft.com/office/drawing/2014/main" id="{1EE714D1-D5E0-4FA3-A7E7-B5BF3C47DC20}"/>
                </a:ext>
              </a:extLst>
            </p:cNvPr>
            <p:cNvSpPr>
              <a:spLocks noEditPoints="1"/>
            </p:cNvSpPr>
            <p:nvPr userDrawn="1"/>
          </p:nvSpPr>
          <p:spPr bwMode="auto">
            <a:xfrm>
              <a:off x="6018985" y="3896421"/>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5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90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 name="T122" fmla="*/ 39 w 133"/>
                <a:gd name="T1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5"/>
                    <a:pt x="115" y="95"/>
                    <a:pt x="115" y="95"/>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90"/>
                    <a:pt x="43" y="90"/>
                    <a:pt x="43" y="90"/>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8"/>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4" name="Freeform 1461">
              <a:extLst>
                <a:ext uri="{FF2B5EF4-FFF2-40B4-BE49-F238E27FC236}">
                  <a16:creationId xmlns:a16="http://schemas.microsoft.com/office/drawing/2014/main" id="{5501E6F2-4DE5-41E8-B1AA-92E39A214A26}"/>
                </a:ext>
              </a:extLst>
            </p:cNvPr>
            <p:cNvSpPr>
              <a:spLocks noEditPoints="1"/>
            </p:cNvSpPr>
            <p:nvPr userDrawn="1"/>
          </p:nvSpPr>
          <p:spPr bwMode="auto">
            <a:xfrm>
              <a:off x="4517814" y="4225555"/>
              <a:ext cx="178616" cy="108373"/>
            </a:xfrm>
            <a:custGeom>
              <a:avLst/>
              <a:gdLst>
                <a:gd name="T0" fmla="*/ 49 w 119"/>
                <a:gd name="T1" fmla="*/ 6 h 73"/>
                <a:gd name="T2" fmla="*/ 100 w 119"/>
                <a:gd name="T3" fmla="*/ 6 h 73"/>
                <a:gd name="T4" fmla="*/ 107 w 119"/>
                <a:gd name="T5" fmla="*/ 10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1 w 119"/>
                <a:gd name="T17" fmla="*/ 67 h 73"/>
                <a:gd name="T18" fmla="*/ 41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4 h 73"/>
                <a:gd name="T58" fmla="*/ 27 w 119"/>
                <a:gd name="T59" fmla="*/ 55 h 73"/>
                <a:gd name="T60" fmla="*/ 29 w 119"/>
                <a:gd name="T61" fmla="*/ 65 h 73"/>
                <a:gd name="T62" fmla="*/ 37 w 119"/>
                <a:gd name="T63" fmla="*/ 72 h 73"/>
                <a:gd name="T64" fmla="*/ 41 w 119"/>
                <a:gd name="T65" fmla="*/ 73 h 73"/>
                <a:gd name="T66" fmla="*/ 41 w 119"/>
                <a:gd name="T67" fmla="*/ 73 h 73"/>
                <a:gd name="T68" fmla="*/ 102 w 119"/>
                <a:gd name="T69" fmla="*/ 73 h 73"/>
                <a:gd name="T70" fmla="*/ 102 w 119"/>
                <a:gd name="T71" fmla="*/ 73 h 73"/>
                <a:gd name="T72" fmla="*/ 110 w 119"/>
                <a:gd name="T73" fmla="*/ 70 h 73"/>
                <a:gd name="T74" fmla="*/ 116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5" name="Freeform 1462">
              <a:extLst>
                <a:ext uri="{FF2B5EF4-FFF2-40B4-BE49-F238E27FC236}">
                  <a16:creationId xmlns:a16="http://schemas.microsoft.com/office/drawing/2014/main" id="{CC5440C4-9093-40FD-8C00-9EB00CFA8ECD}"/>
                </a:ext>
              </a:extLst>
            </p:cNvPr>
            <p:cNvSpPr>
              <a:spLocks noEditPoints="1"/>
            </p:cNvSpPr>
            <p:nvPr userDrawn="1"/>
          </p:nvSpPr>
          <p:spPr bwMode="auto">
            <a:xfrm>
              <a:off x="3269514" y="4458357"/>
              <a:ext cx="222768" cy="136470"/>
            </a:xfrm>
            <a:custGeom>
              <a:avLst/>
              <a:gdLst>
                <a:gd name="T0" fmla="*/ 50 w 148"/>
                <a:gd name="T1" fmla="*/ 85 h 91"/>
                <a:gd name="T2" fmla="*/ 50 w 148"/>
                <a:gd name="T3" fmla="*/ 85 h 91"/>
                <a:gd name="T4" fmla="*/ 50 w 148"/>
                <a:gd name="T5" fmla="*/ 85 h 91"/>
                <a:gd name="T6" fmla="*/ 50 w 148"/>
                <a:gd name="T7" fmla="*/ 85 h 91"/>
                <a:gd name="T8" fmla="*/ 39 w 148"/>
                <a:gd name="T9" fmla="*/ 24 h 91"/>
                <a:gd name="T10" fmla="*/ 39 w 148"/>
                <a:gd name="T11" fmla="*/ 24 h 91"/>
                <a:gd name="T12" fmla="*/ 39 w 148"/>
                <a:gd name="T13" fmla="*/ 24 h 91"/>
                <a:gd name="T14" fmla="*/ 39 w 148"/>
                <a:gd name="T15" fmla="*/ 24 h 91"/>
                <a:gd name="T16" fmla="*/ 39 w 148"/>
                <a:gd name="T17" fmla="*/ 24 h 91"/>
                <a:gd name="T18" fmla="*/ 39 w 148"/>
                <a:gd name="T19" fmla="*/ 24 h 91"/>
                <a:gd name="T20" fmla="*/ 39 w 148"/>
                <a:gd name="T21" fmla="*/ 24 h 91"/>
                <a:gd name="T22" fmla="*/ 39 w 148"/>
                <a:gd name="T23" fmla="*/ 24 h 91"/>
                <a:gd name="T24" fmla="*/ 59 w 148"/>
                <a:gd name="T25" fmla="*/ 6 h 91"/>
                <a:gd name="T26" fmla="*/ 125 w 148"/>
                <a:gd name="T27" fmla="*/ 6 h 91"/>
                <a:gd name="T28" fmla="*/ 134 w 148"/>
                <a:gd name="T29" fmla="*/ 11 h 91"/>
                <a:gd name="T30" fmla="*/ 140 w 148"/>
                <a:gd name="T31" fmla="*/ 17 h 91"/>
                <a:gd name="T32" fmla="*/ 142 w 148"/>
                <a:gd name="T33" fmla="*/ 25 h 91"/>
                <a:gd name="T34" fmla="*/ 142 w 148"/>
                <a:gd name="T35" fmla="*/ 73 h 91"/>
                <a:gd name="T36" fmla="*/ 138 w 148"/>
                <a:gd name="T37" fmla="*/ 79 h 91"/>
                <a:gd name="T38" fmla="*/ 133 w 148"/>
                <a:gd name="T39" fmla="*/ 83 h 91"/>
                <a:gd name="T40" fmla="*/ 127 w 148"/>
                <a:gd name="T41" fmla="*/ 85 h 91"/>
                <a:gd name="T42" fmla="*/ 50 w 148"/>
                <a:gd name="T43" fmla="*/ 85 h 91"/>
                <a:gd name="T44" fmla="*/ 43 w 148"/>
                <a:gd name="T45" fmla="*/ 83 h 91"/>
                <a:gd name="T46" fmla="*/ 39 w 148"/>
                <a:gd name="T47" fmla="*/ 79 h 91"/>
                <a:gd name="T48" fmla="*/ 38 w 148"/>
                <a:gd name="T49" fmla="*/ 70 h 91"/>
                <a:gd name="T50" fmla="*/ 38 w 148"/>
                <a:gd name="T51" fmla="*/ 67 h 91"/>
                <a:gd name="T52" fmla="*/ 38 w 148"/>
                <a:gd name="T53" fmla="*/ 65 h 91"/>
                <a:gd name="T54" fmla="*/ 21 w 148"/>
                <a:gd name="T55" fmla="*/ 44 h 91"/>
                <a:gd name="T56" fmla="*/ 38 w 148"/>
                <a:gd name="T57" fmla="*/ 52 h 91"/>
                <a:gd name="T58" fmla="*/ 39 w 148"/>
                <a:gd name="T59" fmla="*/ 24 h 91"/>
                <a:gd name="T60" fmla="*/ 43 w 148"/>
                <a:gd name="T61" fmla="*/ 16 h 91"/>
                <a:gd name="T62" fmla="*/ 59 w 148"/>
                <a:gd name="T63" fmla="*/ 6 h 91"/>
                <a:gd name="T64" fmla="*/ 126 w 148"/>
                <a:gd name="T65" fmla="*/ 0 h 91"/>
                <a:gd name="T66" fmla="*/ 59 w 148"/>
                <a:gd name="T67" fmla="*/ 0 h 91"/>
                <a:gd name="T68" fmla="*/ 59 w 148"/>
                <a:gd name="T69" fmla="*/ 0 h 91"/>
                <a:gd name="T70" fmla="*/ 37 w 148"/>
                <a:gd name="T71" fmla="*/ 13 h 91"/>
                <a:gd name="T72" fmla="*/ 33 w 148"/>
                <a:gd name="T73" fmla="*/ 23 h 91"/>
                <a:gd name="T74" fmla="*/ 33 w 148"/>
                <a:gd name="T75" fmla="*/ 23 h 91"/>
                <a:gd name="T76" fmla="*/ 33 w 148"/>
                <a:gd name="T77" fmla="*/ 43 h 91"/>
                <a:gd name="T78" fmla="*/ 0 w 148"/>
                <a:gd name="T79" fmla="*/ 27 h 91"/>
                <a:gd name="T80" fmla="*/ 32 w 148"/>
                <a:gd name="T81" fmla="*/ 67 h 91"/>
                <a:gd name="T82" fmla="*/ 32 w 148"/>
                <a:gd name="T83" fmla="*/ 70 h 91"/>
                <a:gd name="T84" fmla="*/ 34 w 148"/>
                <a:gd name="T85" fmla="*/ 82 h 91"/>
                <a:gd name="T86" fmla="*/ 44 w 148"/>
                <a:gd name="T87" fmla="*/ 90 h 91"/>
                <a:gd name="T88" fmla="*/ 49 w 148"/>
                <a:gd name="T89" fmla="*/ 91 h 91"/>
                <a:gd name="T90" fmla="*/ 50 w 148"/>
                <a:gd name="T91" fmla="*/ 91 h 91"/>
                <a:gd name="T92" fmla="*/ 127 w 148"/>
                <a:gd name="T93" fmla="*/ 91 h 91"/>
                <a:gd name="T94" fmla="*/ 127 w 148"/>
                <a:gd name="T95" fmla="*/ 91 h 91"/>
                <a:gd name="T96" fmla="*/ 136 w 148"/>
                <a:gd name="T97" fmla="*/ 88 h 91"/>
                <a:gd name="T98" fmla="*/ 145 w 148"/>
                <a:gd name="T99" fmla="*/ 79 h 91"/>
                <a:gd name="T100" fmla="*/ 148 w 148"/>
                <a:gd name="T101" fmla="*/ 74 h 91"/>
                <a:gd name="T102" fmla="*/ 148 w 148"/>
                <a:gd name="T103" fmla="*/ 74 h 91"/>
                <a:gd name="T104" fmla="*/ 148 w 148"/>
                <a:gd name="T105" fmla="*/ 24 h 91"/>
                <a:gd name="T106" fmla="*/ 148 w 148"/>
                <a:gd name="T107" fmla="*/ 24 h 91"/>
                <a:gd name="T108" fmla="*/ 144 w 148"/>
                <a:gd name="T109" fmla="*/ 13 h 91"/>
                <a:gd name="T110" fmla="*/ 133 w 148"/>
                <a:gd name="T111" fmla="*/ 3 h 91"/>
                <a:gd name="T112" fmla="*/ 127 w 148"/>
                <a:gd name="T113" fmla="*/ 0 h 91"/>
                <a:gd name="T114" fmla="*/ 126 w 148"/>
                <a:gd name="T11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91">
                  <a:moveTo>
                    <a:pt x="50" y="85"/>
                  </a:moveTo>
                  <a:cubicBezTo>
                    <a:pt x="50" y="85"/>
                    <a:pt x="50" y="85"/>
                    <a:pt x="50" y="85"/>
                  </a:cubicBezTo>
                  <a:cubicBezTo>
                    <a:pt x="50" y="85"/>
                    <a:pt x="50" y="85"/>
                    <a:pt x="50" y="85"/>
                  </a:cubicBezTo>
                  <a:cubicBezTo>
                    <a:pt x="50" y="85"/>
                    <a:pt x="50" y="85"/>
                    <a:pt x="50" y="85"/>
                  </a:cubicBezTo>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2"/>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8"/>
                    <a:pt x="59" y="6"/>
                  </a:cubicBezTo>
                  <a:moveTo>
                    <a:pt x="126" y="0"/>
                  </a:moveTo>
                  <a:cubicBezTo>
                    <a:pt x="59" y="0"/>
                    <a:pt x="59" y="0"/>
                    <a:pt x="59" y="0"/>
                  </a:cubicBezTo>
                  <a:cubicBezTo>
                    <a:pt x="59" y="0"/>
                    <a:pt x="59" y="0"/>
                    <a:pt x="59" y="0"/>
                  </a:cubicBezTo>
                  <a:cubicBezTo>
                    <a:pt x="47" y="2"/>
                    <a:pt x="41" y="8"/>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7"/>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6" name="Freeform 1463">
              <a:extLst>
                <a:ext uri="{FF2B5EF4-FFF2-40B4-BE49-F238E27FC236}">
                  <a16:creationId xmlns:a16="http://schemas.microsoft.com/office/drawing/2014/main" id="{5B527E88-D524-44EA-A490-0CB45E9685C0}"/>
                </a:ext>
              </a:extLst>
            </p:cNvPr>
            <p:cNvSpPr>
              <a:spLocks noEditPoints="1"/>
            </p:cNvSpPr>
            <p:nvPr userDrawn="1"/>
          </p:nvSpPr>
          <p:spPr bwMode="auto">
            <a:xfrm>
              <a:off x="4913175" y="5168804"/>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7" name="Freeform 1464">
              <a:extLst>
                <a:ext uri="{FF2B5EF4-FFF2-40B4-BE49-F238E27FC236}">
                  <a16:creationId xmlns:a16="http://schemas.microsoft.com/office/drawing/2014/main" id="{DDC8C29E-88CC-43E9-978A-74D0C0EEEE2C}"/>
                </a:ext>
              </a:extLst>
            </p:cNvPr>
            <p:cNvSpPr>
              <a:spLocks noEditPoints="1"/>
            </p:cNvSpPr>
            <p:nvPr userDrawn="1"/>
          </p:nvSpPr>
          <p:spPr bwMode="auto">
            <a:xfrm>
              <a:off x="3694980" y="4725277"/>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8" name="Freeform 1465">
              <a:extLst>
                <a:ext uri="{FF2B5EF4-FFF2-40B4-BE49-F238E27FC236}">
                  <a16:creationId xmlns:a16="http://schemas.microsoft.com/office/drawing/2014/main" id="{78BCBF05-0EF1-4241-87B5-0F73BBA0C1C9}"/>
                </a:ext>
              </a:extLst>
            </p:cNvPr>
            <p:cNvSpPr>
              <a:spLocks noEditPoints="1"/>
            </p:cNvSpPr>
            <p:nvPr userDrawn="1"/>
          </p:nvSpPr>
          <p:spPr bwMode="auto">
            <a:xfrm>
              <a:off x="4690408" y="4143272"/>
              <a:ext cx="640206" cy="192664"/>
            </a:xfrm>
            <a:custGeom>
              <a:avLst/>
              <a:gdLst>
                <a:gd name="T0" fmla="*/ 92 w 426"/>
                <a:gd name="T1" fmla="*/ 25 h 128"/>
                <a:gd name="T2" fmla="*/ 346 w 426"/>
                <a:gd name="T3" fmla="*/ 6 h 128"/>
                <a:gd name="T4" fmla="*/ 371 w 426"/>
                <a:gd name="T5" fmla="*/ 7 h 128"/>
                <a:gd name="T6" fmla="*/ 373 w 426"/>
                <a:gd name="T7" fmla="*/ 7 h 128"/>
                <a:gd name="T8" fmla="*/ 420 w 426"/>
                <a:gd name="T9" fmla="*/ 45 h 128"/>
                <a:gd name="T10" fmla="*/ 420 w 426"/>
                <a:gd name="T11" fmla="*/ 46 h 128"/>
                <a:gd name="T12" fmla="*/ 420 w 426"/>
                <a:gd name="T13" fmla="*/ 46 h 128"/>
                <a:gd name="T14" fmla="*/ 411 w 426"/>
                <a:gd name="T15" fmla="*/ 80 h 128"/>
                <a:gd name="T16" fmla="*/ 373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7 w 426"/>
                <a:gd name="T33" fmla="*/ 71 h 128"/>
                <a:gd name="T34" fmla="*/ 69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1 w 426"/>
                <a:gd name="T47" fmla="*/ 71 h 128"/>
                <a:gd name="T48" fmla="*/ 31 w 426"/>
                <a:gd name="T49" fmla="*/ 74 h 128"/>
                <a:gd name="T50" fmla="*/ 37 w 426"/>
                <a:gd name="T51" fmla="*/ 92 h 128"/>
                <a:gd name="T52" fmla="*/ 59 w 426"/>
                <a:gd name="T53" fmla="*/ 109 h 128"/>
                <a:gd name="T54" fmla="*/ 29 w 426"/>
                <a:gd name="T55" fmla="*/ 125 h 128"/>
                <a:gd name="T56" fmla="*/ 75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7"/>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7"/>
                  </a:cubicBezTo>
                  <a:cubicBezTo>
                    <a:pt x="369" y="107"/>
                    <a:pt x="369"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20"/>
                    <a:pt x="83" y="20"/>
                  </a:cubicBezTo>
                  <a:cubicBezTo>
                    <a:pt x="82" y="20"/>
                    <a:pt x="70" y="21"/>
                    <a:pt x="57" y="27"/>
                  </a:cubicBezTo>
                  <a:cubicBezTo>
                    <a:pt x="51" y="30"/>
                    <a:pt x="44" y="35"/>
                    <a:pt x="39" y="42"/>
                  </a:cubicBezTo>
                  <a:cubicBezTo>
                    <a:pt x="34" y="50"/>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9" name="Freeform 1466">
              <a:extLst>
                <a:ext uri="{FF2B5EF4-FFF2-40B4-BE49-F238E27FC236}">
                  <a16:creationId xmlns:a16="http://schemas.microsoft.com/office/drawing/2014/main" id="{AAC872DA-67DE-439E-9F7B-60256E8157F4}"/>
                </a:ext>
              </a:extLst>
            </p:cNvPr>
            <p:cNvSpPr>
              <a:spLocks/>
            </p:cNvSpPr>
            <p:nvPr userDrawn="1"/>
          </p:nvSpPr>
          <p:spPr bwMode="auto">
            <a:xfrm>
              <a:off x="3281556" y="4239604"/>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2 w 426"/>
                <a:gd name="T73" fmla="*/ 7 h 127"/>
                <a:gd name="T74" fmla="*/ 373 w 426"/>
                <a:gd name="T75" fmla="*/ 7 h 127"/>
                <a:gd name="T76" fmla="*/ 390 w 426"/>
                <a:gd name="T77" fmla="*/ 11 h 127"/>
                <a:gd name="T78" fmla="*/ 377 w 426"/>
                <a:gd name="T79" fmla="*/ 1 h 127"/>
                <a:gd name="T80" fmla="*/ 376 w 426"/>
                <a:gd name="T81" fmla="*/ 1 h 127"/>
                <a:gd name="T82" fmla="*/ 374 w 426"/>
                <a:gd name="T83" fmla="*/ 1 h 127"/>
                <a:gd name="T84" fmla="*/ 372 w 426"/>
                <a:gd name="T85" fmla="*/ 1 h 127"/>
                <a:gd name="T86" fmla="*/ 346 w 426"/>
                <a:gd name="T8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2" y="7"/>
                    <a:pt x="372" y="7"/>
                    <a:pt x="372"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4"/>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0" name="Freeform 1467">
              <a:extLst>
                <a:ext uri="{FF2B5EF4-FFF2-40B4-BE49-F238E27FC236}">
                  <a16:creationId xmlns:a16="http://schemas.microsoft.com/office/drawing/2014/main" id="{7AAA051B-D805-41E4-88BF-6A18A2DD3B4B}"/>
                </a:ext>
              </a:extLst>
            </p:cNvPr>
            <p:cNvSpPr>
              <a:spLocks noEditPoints="1"/>
            </p:cNvSpPr>
            <p:nvPr userDrawn="1"/>
          </p:nvSpPr>
          <p:spPr bwMode="auto">
            <a:xfrm>
              <a:off x="3847505" y="4241610"/>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1" name="Freeform 1468">
              <a:extLst>
                <a:ext uri="{FF2B5EF4-FFF2-40B4-BE49-F238E27FC236}">
                  <a16:creationId xmlns:a16="http://schemas.microsoft.com/office/drawing/2014/main" id="{92582A4B-A89E-4D36-9D64-DC3090943D98}"/>
                </a:ext>
              </a:extLst>
            </p:cNvPr>
            <p:cNvSpPr>
              <a:spLocks noEditPoints="1"/>
            </p:cNvSpPr>
            <p:nvPr userDrawn="1"/>
          </p:nvSpPr>
          <p:spPr bwMode="auto">
            <a:xfrm>
              <a:off x="3835464" y="4817595"/>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6 h 128"/>
                <a:gd name="T64" fmla="*/ 84 w 426"/>
                <a:gd name="T65" fmla="*/ 26 h 128"/>
                <a:gd name="T66" fmla="*/ 221 w 426"/>
                <a:gd name="T67" fmla="*/ 13 h 128"/>
                <a:gd name="T68" fmla="*/ 372 w 426"/>
                <a:gd name="T69" fmla="*/ 1 h 128"/>
                <a:gd name="T70" fmla="*/ 372 w 426"/>
                <a:gd name="T71" fmla="*/ 1 h 128"/>
                <a:gd name="T72" fmla="*/ 372 w 426"/>
                <a:gd name="T73" fmla="*/ 1 h 128"/>
                <a:gd name="T74" fmla="*/ 372 w 426"/>
                <a:gd name="T75" fmla="*/ 1 h 128"/>
                <a:gd name="T76" fmla="*/ 221 w 426"/>
                <a:gd name="T77" fmla="*/ 7 h 128"/>
                <a:gd name="T78" fmla="*/ 346 w 426"/>
                <a:gd name="T79" fmla="*/ 6 h 128"/>
                <a:gd name="T80" fmla="*/ 371 w 426"/>
                <a:gd name="T81" fmla="*/ 7 h 128"/>
                <a:gd name="T82" fmla="*/ 373 w 426"/>
                <a:gd name="T83" fmla="*/ 7 h 128"/>
                <a:gd name="T84" fmla="*/ 409 w 426"/>
                <a:gd name="T85" fmla="*/ 21 h 128"/>
                <a:gd name="T86" fmla="*/ 410 w 426"/>
                <a:gd name="T87" fmla="*/ 15 h 128"/>
                <a:gd name="T88" fmla="*/ 374 w 426"/>
                <a:gd name="T89" fmla="*/ 1 h 128"/>
                <a:gd name="T90" fmla="*/ 374 w 426"/>
                <a:gd name="T91" fmla="*/ 1 h 128"/>
                <a:gd name="T92" fmla="*/ 372 w 426"/>
                <a:gd name="T9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6" h="128">
                  <a:moveTo>
                    <a:pt x="211" y="8"/>
                  </a:moveTo>
                  <a:cubicBezTo>
                    <a:pt x="202" y="8"/>
                    <a:pt x="193"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3"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40" y="52"/>
                    <a:pt x="44" y="46"/>
                  </a:cubicBezTo>
                  <a:cubicBezTo>
                    <a:pt x="50" y="36"/>
                    <a:pt x="60" y="31"/>
                    <a:pt x="69" y="28"/>
                  </a:cubicBezTo>
                  <a:cubicBezTo>
                    <a:pt x="73" y="27"/>
                    <a:pt x="77" y="26"/>
                    <a:pt x="79" y="26"/>
                  </a:cubicBezTo>
                  <a:cubicBezTo>
                    <a:pt x="81" y="26"/>
                    <a:pt x="82" y="26"/>
                    <a:pt x="82" y="26"/>
                  </a:cubicBezTo>
                  <a:cubicBezTo>
                    <a:pt x="83" y="26"/>
                    <a:pt x="83" y="26"/>
                    <a:pt x="83" y="26"/>
                  </a:cubicBezTo>
                  <a:cubicBezTo>
                    <a:pt x="84" y="26"/>
                    <a:pt x="84" y="26"/>
                    <a:pt x="84" y="26"/>
                  </a:cubicBezTo>
                  <a:cubicBezTo>
                    <a:pt x="84" y="26"/>
                    <a:pt x="84" y="26"/>
                    <a:pt x="84" y="26"/>
                  </a:cubicBezTo>
                  <a:cubicBezTo>
                    <a:pt x="84" y="26"/>
                    <a:pt x="84" y="26"/>
                    <a:pt x="84" y="26"/>
                  </a:cubicBezTo>
                  <a:cubicBezTo>
                    <a:pt x="84" y="26"/>
                    <a:pt x="87" y="25"/>
                    <a:pt x="92" y="25"/>
                  </a:cubicBezTo>
                  <a:cubicBezTo>
                    <a:pt x="111" y="23"/>
                    <a:pt x="165" y="17"/>
                    <a:pt x="221" y="13"/>
                  </a:cubicBezTo>
                  <a:cubicBezTo>
                    <a:pt x="211" y="8"/>
                    <a:pt x="211" y="8"/>
                    <a:pt x="211" y="8"/>
                  </a:cubicBezTo>
                  <a:moveTo>
                    <a:pt x="372" y="1"/>
                  </a:moveTo>
                  <a:cubicBezTo>
                    <a:pt x="372" y="1"/>
                    <a:pt x="372" y="1"/>
                    <a:pt x="372" y="1"/>
                  </a:cubicBezTo>
                  <a:cubicBezTo>
                    <a:pt x="372" y="1"/>
                    <a:pt x="372" y="1"/>
                    <a:pt x="372" y="1"/>
                  </a:cubicBezTo>
                  <a:moveTo>
                    <a:pt x="372" y="1"/>
                  </a:moveTo>
                  <a:cubicBezTo>
                    <a:pt x="372" y="1"/>
                    <a:pt x="372" y="1"/>
                    <a:pt x="372" y="1"/>
                  </a:cubicBezTo>
                  <a:cubicBezTo>
                    <a:pt x="372" y="1"/>
                    <a:pt x="372" y="1"/>
                    <a:pt x="372" y="1"/>
                  </a:cubicBezTo>
                  <a:cubicBezTo>
                    <a:pt x="372" y="1"/>
                    <a:pt x="372" y="1"/>
                    <a:pt x="372" y="1"/>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2" name="Freeform 1469">
              <a:extLst>
                <a:ext uri="{FF2B5EF4-FFF2-40B4-BE49-F238E27FC236}">
                  <a16:creationId xmlns:a16="http://schemas.microsoft.com/office/drawing/2014/main" id="{9CF5ACB1-1E99-4367-BCC6-298A90807595}"/>
                </a:ext>
              </a:extLst>
            </p:cNvPr>
            <p:cNvSpPr>
              <a:spLocks noEditPoints="1"/>
            </p:cNvSpPr>
            <p:nvPr userDrawn="1"/>
          </p:nvSpPr>
          <p:spPr bwMode="auto">
            <a:xfrm>
              <a:off x="5408883"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9 w 80"/>
                <a:gd name="T63" fmla="*/ 242 h 276"/>
                <a:gd name="T64" fmla="*/ 71 w 80"/>
                <a:gd name="T65" fmla="*/ 63 h 276"/>
                <a:gd name="T66" fmla="*/ 56 w 80"/>
                <a:gd name="T67" fmla="*/ 34 h 276"/>
                <a:gd name="T68" fmla="*/ 37 w 80"/>
                <a:gd name="T69" fmla="*/ 28 h 276"/>
                <a:gd name="T70" fmla="*/ 36 w 80"/>
                <a:gd name="T71" fmla="*/ 28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3" name="Freeform 1470">
              <a:extLst>
                <a:ext uri="{FF2B5EF4-FFF2-40B4-BE49-F238E27FC236}">
                  <a16:creationId xmlns:a16="http://schemas.microsoft.com/office/drawing/2014/main" id="{0E36F2B5-F497-48EC-BC88-557B129F1F8D}"/>
                </a:ext>
              </a:extLst>
            </p:cNvPr>
            <p:cNvSpPr>
              <a:spLocks noEditPoints="1"/>
            </p:cNvSpPr>
            <p:nvPr userDrawn="1"/>
          </p:nvSpPr>
          <p:spPr bwMode="auto">
            <a:xfrm>
              <a:off x="5469091" y="4237596"/>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4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9"/>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3"/>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5"/>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2"/>
                    <a:pt x="78" y="242"/>
                  </a:cubicBezTo>
                  <a:cubicBezTo>
                    <a:pt x="78" y="242"/>
                    <a:pt x="78" y="242"/>
                    <a:pt x="78" y="241"/>
                  </a:cubicBezTo>
                  <a:cubicBezTo>
                    <a:pt x="78" y="239"/>
                    <a:pt x="78" y="237"/>
                    <a:pt x="78" y="235"/>
                  </a:cubicBezTo>
                  <a:cubicBezTo>
                    <a:pt x="78" y="230"/>
                    <a:pt x="78" y="226"/>
                    <a:pt x="80" y="220"/>
                  </a:cubicBezTo>
                  <a:cubicBezTo>
                    <a:pt x="80" y="219"/>
                    <a:pt x="80" y="218"/>
                    <a:pt x="80" y="216"/>
                  </a:cubicBezTo>
                  <a:cubicBezTo>
                    <a:pt x="80" y="163"/>
                    <a:pt x="71" y="65"/>
                    <a:pt x="71" y="62"/>
                  </a:cubicBezTo>
                  <a:cubicBezTo>
                    <a:pt x="71" y="61"/>
                    <a:pt x="70" y="54"/>
                    <a:pt x="66" y="46"/>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4" name="Freeform 1471">
              <a:extLst>
                <a:ext uri="{FF2B5EF4-FFF2-40B4-BE49-F238E27FC236}">
                  <a16:creationId xmlns:a16="http://schemas.microsoft.com/office/drawing/2014/main" id="{6A672188-D9D4-48CE-A2BE-E6A0E3F7448B}"/>
                </a:ext>
              </a:extLst>
            </p:cNvPr>
            <p:cNvSpPr>
              <a:spLocks noEditPoints="1"/>
            </p:cNvSpPr>
            <p:nvPr userDrawn="1"/>
          </p:nvSpPr>
          <p:spPr bwMode="auto">
            <a:xfrm>
              <a:off x="4736567" y="5572194"/>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5" name="Freeform 1472">
              <a:extLst>
                <a:ext uri="{FF2B5EF4-FFF2-40B4-BE49-F238E27FC236}">
                  <a16:creationId xmlns:a16="http://schemas.microsoft.com/office/drawing/2014/main" id="{D2A95BD6-FD92-45C5-8930-150C0B644E49}"/>
                </a:ext>
              </a:extLst>
            </p:cNvPr>
            <p:cNvSpPr>
              <a:spLocks/>
            </p:cNvSpPr>
            <p:nvPr userDrawn="1"/>
          </p:nvSpPr>
          <p:spPr bwMode="auto">
            <a:xfrm>
              <a:off x="5346668" y="5708664"/>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6" name="Freeform 1473">
              <a:extLst>
                <a:ext uri="{FF2B5EF4-FFF2-40B4-BE49-F238E27FC236}">
                  <a16:creationId xmlns:a16="http://schemas.microsoft.com/office/drawing/2014/main" id="{22AAD4DA-D294-4369-8307-9FD09E6C21C7}"/>
                </a:ext>
              </a:extLst>
            </p:cNvPr>
            <p:cNvSpPr>
              <a:spLocks noEditPoints="1"/>
            </p:cNvSpPr>
            <p:nvPr userDrawn="1"/>
          </p:nvSpPr>
          <p:spPr bwMode="auto">
            <a:xfrm>
              <a:off x="5282447" y="4303825"/>
              <a:ext cx="150519" cy="471625"/>
            </a:xfrm>
            <a:custGeom>
              <a:avLst/>
              <a:gdLst>
                <a:gd name="T0" fmla="*/ 19 w 99"/>
                <a:gd name="T1" fmla="*/ 247 h 313"/>
                <a:gd name="T2" fmla="*/ 19 w 99"/>
                <a:gd name="T3" fmla="*/ 247 h 313"/>
                <a:gd name="T4" fmla="*/ 90 w 99"/>
                <a:gd name="T5" fmla="*/ 233 h 313"/>
                <a:gd name="T6" fmla="*/ 22 w 99"/>
                <a:gd name="T7" fmla="*/ 246 h 313"/>
                <a:gd name="T8" fmla="*/ 13 w 99"/>
                <a:gd name="T9" fmla="*/ 157 h 313"/>
                <a:gd name="T10" fmla="*/ 7 w 99"/>
                <a:gd name="T11" fmla="*/ 41 h 313"/>
                <a:gd name="T12" fmla="*/ 21 w 99"/>
                <a:gd name="T13" fmla="*/ 11 h 313"/>
                <a:gd name="T14" fmla="*/ 34 w 99"/>
                <a:gd name="T15" fmla="*/ 6 h 313"/>
                <a:gd name="T16" fmla="*/ 35 w 99"/>
                <a:gd name="T17" fmla="*/ 6 h 313"/>
                <a:gd name="T18" fmla="*/ 35 w 99"/>
                <a:gd name="T19" fmla="*/ 6 h 313"/>
                <a:gd name="T20" fmla="*/ 60 w 99"/>
                <a:gd name="T21" fmla="*/ 12 h 313"/>
                <a:gd name="T22" fmla="*/ 79 w 99"/>
                <a:gd name="T23" fmla="*/ 39 h 313"/>
                <a:gd name="T24" fmla="*/ 80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2 w 99"/>
                <a:gd name="T55" fmla="*/ 266 h 313"/>
                <a:gd name="T56" fmla="*/ 55 w 99"/>
                <a:gd name="T57" fmla="*/ 285 h 313"/>
                <a:gd name="T58" fmla="*/ 58 w 99"/>
                <a:gd name="T59" fmla="*/ 285 h 313"/>
                <a:gd name="T60" fmla="*/ 58 w 99"/>
                <a:gd name="T61" fmla="*/ 285 h 313"/>
                <a:gd name="T62" fmla="*/ 81 w 99"/>
                <a:gd name="T63" fmla="*/ 271 h 313"/>
                <a:gd name="T64" fmla="*/ 99 w 99"/>
                <a:gd name="T65" fmla="*/ 313 h 313"/>
                <a:gd name="T66" fmla="*/ 96 w 99"/>
                <a:gd name="T67" fmla="*/ 278 h 313"/>
                <a:gd name="T68" fmla="*/ 92 w 99"/>
                <a:gd name="T69" fmla="*/ 240 h 313"/>
                <a:gd name="T70" fmla="*/ 91 w 99"/>
                <a:gd name="T71" fmla="*/ 233 h 313"/>
                <a:gd name="T72" fmla="*/ 86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7" name="Freeform 1474">
              <a:extLst>
                <a:ext uri="{FF2B5EF4-FFF2-40B4-BE49-F238E27FC236}">
                  <a16:creationId xmlns:a16="http://schemas.microsoft.com/office/drawing/2014/main" id="{099F40B2-3EC3-44E6-A9BC-7C203F995B33}"/>
                </a:ext>
              </a:extLst>
            </p:cNvPr>
            <p:cNvSpPr>
              <a:spLocks noEditPoints="1"/>
            </p:cNvSpPr>
            <p:nvPr userDrawn="1"/>
          </p:nvSpPr>
          <p:spPr bwMode="auto">
            <a:xfrm>
              <a:off x="3064809" y="4311853"/>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41 w 116"/>
                <a:gd name="T25" fmla="*/ 6 h 365"/>
                <a:gd name="T26" fmla="*/ 91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4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6"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6"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8" name="Freeform 1475">
              <a:extLst>
                <a:ext uri="{FF2B5EF4-FFF2-40B4-BE49-F238E27FC236}">
                  <a16:creationId xmlns:a16="http://schemas.microsoft.com/office/drawing/2014/main" id="{CD13A8CC-F058-4C01-9946-0999D7CFFA19}"/>
                </a:ext>
              </a:extLst>
            </p:cNvPr>
            <p:cNvSpPr>
              <a:spLocks/>
            </p:cNvSpPr>
            <p:nvPr userDrawn="1"/>
          </p:nvSpPr>
          <p:spPr bwMode="auto">
            <a:xfrm>
              <a:off x="3233390" y="4845692"/>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9" name="Freeform 1476">
              <a:extLst>
                <a:ext uri="{FF2B5EF4-FFF2-40B4-BE49-F238E27FC236}">
                  <a16:creationId xmlns:a16="http://schemas.microsoft.com/office/drawing/2014/main" id="{6395B44E-6846-437A-94EF-E386830E6514}"/>
                </a:ext>
              </a:extLst>
            </p:cNvPr>
            <p:cNvSpPr>
              <a:spLocks noEditPoints="1"/>
            </p:cNvSpPr>
            <p:nvPr userDrawn="1"/>
          </p:nvSpPr>
          <p:spPr bwMode="auto">
            <a:xfrm>
              <a:off x="4760650" y="4351991"/>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0" name="Freeform 1477">
              <a:extLst>
                <a:ext uri="{FF2B5EF4-FFF2-40B4-BE49-F238E27FC236}">
                  <a16:creationId xmlns:a16="http://schemas.microsoft.com/office/drawing/2014/main" id="{C90325A8-F0A3-4B64-93B2-314415D80E1C}"/>
                </a:ext>
              </a:extLst>
            </p:cNvPr>
            <p:cNvSpPr>
              <a:spLocks noEditPoints="1"/>
            </p:cNvSpPr>
            <p:nvPr userDrawn="1"/>
          </p:nvSpPr>
          <p:spPr bwMode="auto">
            <a:xfrm>
              <a:off x="3036712" y="3992753"/>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8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1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2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8"/>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3"/>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1" y="13"/>
                    <a:pt x="15" y="10"/>
                    <a:pt x="19" y="8"/>
                  </a:cubicBezTo>
                  <a:cubicBezTo>
                    <a:pt x="21" y="7"/>
                    <a:pt x="22" y="7"/>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9"/>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2"/>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1" name="Freeform 1478">
              <a:extLst>
                <a:ext uri="{FF2B5EF4-FFF2-40B4-BE49-F238E27FC236}">
                  <a16:creationId xmlns:a16="http://schemas.microsoft.com/office/drawing/2014/main" id="{617A29FC-7E4C-4CE1-BBFE-BC19966D9A71}"/>
                </a:ext>
              </a:extLst>
            </p:cNvPr>
            <p:cNvSpPr>
              <a:spLocks noEditPoints="1"/>
            </p:cNvSpPr>
            <p:nvPr userDrawn="1"/>
          </p:nvSpPr>
          <p:spPr bwMode="auto">
            <a:xfrm>
              <a:off x="5105839" y="5160776"/>
              <a:ext cx="238823" cy="180622"/>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4 h 121"/>
                <a:gd name="T38" fmla="*/ 6 w 159"/>
                <a:gd name="T39" fmla="*/ 45 h 121"/>
                <a:gd name="T40" fmla="*/ 11 w 159"/>
                <a:gd name="T41" fmla="*/ 39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4"/>
                    <a:pt x="6" y="94"/>
                    <a:pt x="6" y="94"/>
                  </a:cubicBezTo>
                  <a:cubicBezTo>
                    <a:pt x="6" y="45"/>
                    <a:pt x="6" y="45"/>
                    <a:pt x="6" y="45"/>
                  </a:cubicBezTo>
                  <a:cubicBezTo>
                    <a:pt x="6" y="44"/>
                    <a:pt x="8" y="41"/>
                    <a:pt x="11" y="39"/>
                  </a:cubicBezTo>
                  <a:cubicBezTo>
                    <a:pt x="15" y="35"/>
                    <a:pt x="23" y="31"/>
                    <a:pt x="35" y="31"/>
                  </a:cubicBezTo>
                  <a:cubicBezTo>
                    <a:pt x="38" y="31"/>
                    <a:pt x="41" y="32"/>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8"/>
                    <a:pt x="159" y="57"/>
                    <a:pt x="159" y="56"/>
                  </a:cubicBezTo>
                  <a:cubicBezTo>
                    <a:pt x="159" y="49"/>
                    <a:pt x="156" y="44"/>
                    <a:pt x="153" y="40"/>
                  </a:cubicBezTo>
                  <a:cubicBezTo>
                    <a:pt x="148" y="35"/>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2" name="Freeform 1479">
              <a:extLst>
                <a:ext uri="{FF2B5EF4-FFF2-40B4-BE49-F238E27FC236}">
                  <a16:creationId xmlns:a16="http://schemas.microsoft.com/office/drawing/2014/main" id="{8E9F858E-DA0E-41CF-85A6-89F1657A0345}"/>
                </a:ext>
              </a:extLst>
            </p:cNvPr>
            <p:cNvSpPr>
              <a:spLocks noEditPoints="1"/>
            </p:cNvSpPr>
            <p:nvPr userDrawn="1"/>
          </p:nvSpPr>
          <p:spPr bwMode="auto">
            <a:xfrm>
              <a:off x="4746602" y="4502509"/>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20"/>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3" name="Freeform 1480">
              <a:extLst>
                <a:ext uri="{FF2B5EF4-FFF2-40B4-BE49-F238E27FC236}">
                  <a16:creationId xmlns:a16="http://schemas.microsoft.com/office/drawing/2014/main" id="{CA91BDFA-6EA6-4968-BEAA-63DAC8E6E4AE}"/>
                </a:ext>
              </a:extLst>
            </p:cNvPr>
            <p:cNvSpPr>
              <a:spLocks noEditPoints="1"/>
            </p:cNvSpPr>
            <p:nvPr userDrawn="1"/>
          </p:nvSpPr>
          <p:spPr bwMode="auto">
            <a:xfrm>
              <a:off x="5553381" y="5674546"/>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4"/>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5"/>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4" name="Freeform 1481">
              <a:extLst>
                <a:ext uri="{FF2B5EF4-FFF2-40B4-BE49-F238E27FC236}">
                  <a16:creationId xmlns:a16="http://schemas.microsoft.com/office/drawing/2014/main" id="{67C28474-4D91-474C-B781-334BA5F8B45F}"/>
                </a:ext>
              </a:extLst>
            </p:cNvPr>
            <p:cNvSpPr>
              <a:spLocks/>
            </p:cNvSpPr>
            <p:nvPr userDrawn="1"/>
          </p:nvSpPr>
          <p:spPr bwMode="auto">
            <a:xfrm>
              <a:off x="5760092" y="5839113"/>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5" name="Freeform 1482">
              <a:extLst>
                <a:ext uri="{FF2B5EF4-FFF2-40B4-BE49-F238E27FC236}">
                  <a16:creationId xmlns:a16="http://schemas.microsoft.com/office/drawing/2014/main" id="{CEC40AFC-F2E4-421A-9D47-5E6314D45960}"/>
                </a:ext>
              </a:extLst>
            </p:cNvPr>
            <p:cNvSpPr>
              <a:spLocks noEditPoints="1"/>
            </p:cNvSpPr>
            <p:nvPr userDrawn="1"/>
          </p:nvSpPr>
          <p:spPr bwMode="auto">
            <a:xfrm>
              <a:off x="4730547" y="5281191"/>
              <a:ext cx="315086" cy="280968"/>
            </a:xfrm>
            <a:custGeom>
              <a:avLst/>
              <a:gdLst>
                <a:gd name="T0" fmla="*/ 85 w 209"/>
                <a:gd name="T1" fmla="*/ 8 h 187"/>
                <a:gd name="T2" fmla="*/ 108 w 209"/>
                <a:gd name="T3" fmla="*/ 6 h 187"/>
                <a:gd name="T4" fmla="*/ 198 w 209"/>
                <a:gd name="T5" fmla="*/ 50 h 187"/>
                <a:gd name="T6" fmla="*/ 194 w 209"/>
                <a:gd name="T7" fmla="*/ 116 h 187"/>
                <a:gd name="T8" fmla="*/ 154 w 209"/>
                <a:gd name="T9" fmla="*/ 156 h 187"/>
                <a:gd name="T10" fmla="*/ 111 w 209"/>
                <a:gd name="T11" fmla="*/ 165 h 187"/>
                <a:gd name="T12" fmla="*/ 89 w 209"/>
                <a:gd name="T13" fmla="*/ 160 h 187"/>
                <a:gd name="T14" fmla="*/ 88 w 209"/>
                <a:gd name="T15" fmla="*/ 159 h 187"/>
                <a:gd name="T16" fmla="*/ 61 w 209"/>
                <a:gd name="T17" fmla="*/ 147 h 187"/>
                <a:gd name="T18" fmla="*/ 39 w 209"/>
                <a:gd name="T19" fmla="*/ 134 h 187"/>
                <a:gd name="T20" fmla="*/ 21 w 209"/>
                <a:gd name="T21" fmla="*/ 152 h 187"/>
                <a:gd name="T22" fmla="*/ 14 w 209"/>
                <a:gd name="T23" fmla="*/ 115 h 187"/>
                <a:gd name="T24" fmla="*/ 13 w 209"/>
                <a:gd name="T25" fmla="*/ 115 h 187"/>
                <a:gd name="T26" fmla="*/ 6 w 209"/>
                <a:gd name="T27" fmla="*/ 96 h 187"/>
                <a:gd name="T28" fmla="*/ 14 w 209"/>
                <a:gd name="T29" fmla="*/ 69 h 187"/>
                <a:gd name="T30" fmla="*/ 14 w 209"/>
                <a:gd name="T31" fmla="*/ 69 h 187"/>
                <a:gd name="T32" fmla="*/ 85 w 209"/>
                <a:gd name="T33" fmla="*/ 8 h 187"/>
                <a:gd name="T34" fmla="*/ 83 w 209"/>
                <a:gd name="T35" fmla="*/ 2 h 187"/>
                <a:gd name="T36" fmla="*/ 83 w 209"/>
                <a:gd name="T37" fmla="*/ 2 h 187"/>
                <a:gd name="T38" fmla="*/ 9 w 209"/>
                <a:gd name="T39" fmla="*/ 67 h 187"/>
                <a:gd name="T40" fmla="*/ 5 w 209"/>
                <a:gd name="T41" fmla="*/ 113 h 187"/>
                <a:gd name="T42" fmla="*/ 15 w 209"/>
                <a:gd name="T43" fmla="*/ 152 h 187"/>
                <a:gd name="T44" fmla="*/ 14 w 209"/>
                <a:gd name="T45" fmla="*/ 172 h 187"/>
                <a:gd name="T46" fmla="*/ 14 w 209"/>
                <a:gd name="T47" fmla="*/ 173 h 187"/>
                <a:gd name="T48" fmla="*/ 19 w 209"/>
                <a:gd name="T49" fmla="*/ 175 h 187"/>
                <a:gd name="T50" fmla="*/ 51 w 209"/>
                <a:gd name="T51" fmla="*/ 148 h 187"/>
                <a:gd name="T52" fmla="*/ 111 w 209"/>
                <a:gd name="T53" fmla="*/ 171 h 187"/>
                <a:gd name="T54" fmla="*/ 157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5"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2"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5"/>
                    <a:pt x="13" y="115"/>
                    <a:pt x="13" y="115"/>
                  </a:cubicBezTo>
                  <a:cubicBezTo>
                    <a:pt x="13" y="115"/>
                    <a:pt x="12"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5" y="68"/>
                    <a:pt x="18" y="56"/>
                    <a:pt x="28" y="43"/>
                  </a:cubicBezTo>
                  <a:cubicBezTo>
                    <a:pt x="39" y="30"/>
                    <a:pt x="56" y="16"/>
                    <a:pt x="85" y="8"/>
                  </a:cubicBezTo>
                  <a:moveTo>
                    <a:pt x="108" y="0"/>
                  </a:moveTo>
                  <a:cubicBezTo>
                    <a:pt x="93" y="0"/>
                    <a:pt x="83" y="2"/>
                    <a:pt x="83" y="2"/>
                  </a:cubicBezTo>
                  <a:cubicBezTo>
                    <a:pt x="83" y="2"/>
                    <a:pt x="83" y="2"/>
                    <a:pt x="83" y="2"/>
                  </a:cubicBezTo>
                  <a:cubicBezTo>
                    <a:pt x="83" y="2"/>
                    <a:pt x="83" y="2"/>
                    <a:pt x="83" y="2"/>
                  </a:cubicBezTo>
                  <a:cubicBezTo>
                    <a:pt x="52" y="10"/>
                    <a:pt x="33" y="27"/>
                    <a:pt x="23" y="41"/>
                  </a:cubicBezTo>
                  <a:cubicBezTo>
                    <a:pt x="13" y="54"/>
                    <a:pt x="9" y="65"/>
                    <a:pt x="9" y="67"/>
                  </a:cubicBezTo>
                  <a:cubicBezTo>
                    <a:pt x="3" y="79"/>
                    <a:pt x="0" y="88"/>
                    <a:pt x="0" y="96"/>
                  </a:cubicBezTo>
                  <a:cubicBezTo>
                    <a:pt x="0" y="104"/>
                    <a:pt x="3"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4" y="173"/>
                  </a:cubicBezTo>
                  <a:cubicBezTo>
                    <a:pt x="14" y="173"/>
                    <a:pt x="14" y="173"/>
                    <a:pt x="14"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7"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6" name="Freeform 1483">
              <a:extLst>
                <a:ext uri="{FF2B5EF4-FFF2-40B4-BE49-F238E27FC236}">
                  <a16:creationId xmlns:a16="http://schemas.microsoft.com/office/drawing/2014/main" id="{B37E3462-4B2B-4EFE-AED9-993ED0843C9E}"/>
                </a:ext>
              </a:extLst>
            </p:cNvPr>
            <p:cNvSpPr>
              <a:spLocks noEditPoints="1"/>
            </p:cNvSpPr>
            <p:nvPr userDrawn="1"/>
          </p:nvSpPr>
          <p:spPr bwMode="auto">
            <a:xfrm>
              <a:off x="5083763" y="5768872"/>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7" name="Freeform 1484">
              <a:extLst>
                <a:ext uri="{FF2B5EF4-FFF2-40B4-BE49-F238E27FC236}">
                  <a16:creationId xmlns:a16="http://schemas.microsoft.com/office/drawing/2014/main" id="{B1EF64D4-F98C-4B41-8DC3-23FCA3DD6706}"/>
                </a:ext>
              </a:extLst>
            </p:cNvPr>
            <p:cNvSpPr>
              <a:spLocks noEditPoints="1"/>
            </p:cNvSpPr>
            <p:nvPr userDrawn="1"/>
          </p:nvSpPr>
          <p:spPr bwMode="auto">
            <a:xfrm>
              <a:off x="3572557" y="5106590"/>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2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8"/>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2"/>
                    <a:pt x="111" y="172"/>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8" name="Freeform 1485">
              <a:extLst>
                <a:ext uri="{FF2B5EF4-FFF2-40B4-BE49-F238E27FC236}">
                  <a16:creationId xmlns:a16="http://schemas.microsoft.com/office/drawing/2014/main" id="{C6222646-2BCF-499A-993F-6BD95EACA2C5}"/>
                </a:ext>
              </a:extLst>
            </p:cNvPr>
            <p:cNvSpPr>
              <a:spLocks/>
            </p:cNvSpPr>
            <p:nvPr userDrawn="1"/>
          </p:nvSpPr>
          <p:spPr bwMode="auto">
            <a:xfrm>
              <a:off x="3703007"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9" name="Freeform 1486">
              <a:extLst>
                <a:ext uri="{FF2B5EF4-FFF2-40B4-BE49-F238E27FC236}">
                  <a16:creationId xmlns:a16="http://schemas.microsoft.com/office/drawing/2014/main" id="{831602BA-A0FB-48FD-B818-766012AD8D07}"/>
                </a:ext>
              </a:extLst>
            </p:cNvPr>
            <p:cNvSpPr>
              <a:spLocks/>
            </p:cNvSpPr>
            <p:nvPr userDrawn="1"/>
          </p:nvSpPr>
          <p:spPr bwMode="auto">
            <a:xfrm>
              <a:off x="4433524" y="4576765"/>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3 h 177"/>
                <a:gd name="T12" fmla="*/ 17 w 209"/>
                <a:gd name="T13" fmla="*/ 177 h 177"/>
                <a:gd name="T14" fmla="*/ 40 w 209"/>
                <a:gd name="T15" fmla="*/ 144 h 177"/>
                <a:gd name="T16" fmla="*/ 85 w 209"/>
                <a:gd name="T17" fmla="*/ 166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3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1"/>
                    <a:pt x="4" y="114"/>
                  </a:cubicBezTo>
                  <a:cubicBezTo>
                    <a:pt x="6" y="117"/>
                    <a:pt x="7" y="119"/>
                    <a:pt x="8" y="120"/>
                  </a:cubicBezTo>
                  <a:cubicBezTo>
                    <a:pt x="13" y="130"/>
                    <a:pt x="14" y="143"/>
                    <a:pt x="14" y="153"/>
                  </a:cubicBezTo>
                  <a:cubicBezTo>
                    <a:pt x="14" y="159"/>
                    <a:pt x="14" y="164"/>
                    <a:pt x="13" y="168"/>
                  </a:cubicBezTo>
                  <a:cubicBezTo>
                    <a:pt x="13" y="170"/>
                    <a:pt x="13" y="172"/>
                    <a:pt x="13" y="173"/>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6"/>
                  </a:cubicBezTo>
                  <a:cubicBezTo>
                    <a:pt x="92" y="171"/>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3"/>
                    <a:pt x="20" y="163"/>
                    <a:pt x="20" y="163"/>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7"/>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0" name="Freeform 1487">
              <a:extLst>
                <a:ext uri="{FF2B5EF4-FFF2-40B4-BE49-F238E27FC236}">
                  <a16:creationId xmlns:a16="http://schemas.microsoft.com/office/drawing/2014/main" id="{F122615B-5418-4485-BCD5-F1BBE26106B2}"/>
                </a:ext>
              </a:extLst>
            </p:cNvPr>
            <p:cNvSpPr>
              <a:spLocks/>
            </p:cNvSpPr>
            <p:nvPr userDrawn="1"/>
          </p:nvSpPr>
          <p:spPr bwMode="auto">
            <a:xfrm>
              <a:off x="4608124" y="4825623"/>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1" name="Freeform 1488">
              <a:extLst>
                <a:ext uri="{FF2B5EF4-FFF2-40B4-BE49-F238E27FC236}">
                  <a16:creationId xmlns:a16="http://schemas.microsoft.com/office/drawing/2014/main" id="{C06F6466-D38C-49CD-BE67-308BE741F266}"/>
                </a:ext>
              </a:extLst>
            </p:cNvPr>
            <p:cNvSpPr>
              <a:spLocks/>
            </p:cNvSpPr>
            <p:nvPr userDrawn="1"/>
          </p:nvSpPr>
          <p:spPr bwMode="auto">
            <a:xfrm>
              <a:off x="4447571"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2" name="Freeform 1489">
              <a:extLst>
                <a:ext uri="{FF2B5EF4-FFF2-40B4-BE49-F238E27FC236}">
                  <a16:creationId xmlns:a16="http://schemas.microsoft.com/office/drawing/2014/main" id="{D30A64A2-1484-4A82-8B77-4B58089D954A}"/>
                </a:ext>
              </a:extLst>
            </p:cNvPr>
            <p:cNvSpPr>
              <a:spLocks/>
            </p:cNvSpPr>
            <p:nvPr userDrawn="1"/>
          </p:nvSpPr>
          <p:spPr bwMode="auto">
            <a:xfrm>
              <a:off x="4451585" y="4837664"/>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3" name="Freeform 1490">
              <a:extLst>
                <a:ext uri="{FF2B5EF4-FFF2-40B4-BE49-F238E27FC236}">
                  <a16:creationId xmlns:a16="http://schemas.microsoft.com/office/drawing/2014/main" id="{4B61B1B4-A8C7-4756-A20D-89AAF666306F}"/>
                </a:ext>
              </a:extLst>
            </p:cNvPr>
            <p:cNvSpPr>
              <a:spLocks noEditPoints="1"/>
            </p:cNvSpPr>
            <p:nvPr userDrawn="1"/>
          </p:nvSpPr>
          <p:spPr bwMode="auto">
            <a:xfrm>
              <a:off x="5585492" y="4378080"/>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1"/>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4" name="Freeform 1491">
              <a:extLst>
                <a:ext uri="{FF2B5EF4-FFF2-40B4-BE49-F238E27FC236}">
                  <a16:creationId xmlns:a16="http://schemas.microsoft.com/office/drawing/2014/main" id="{D3720396-731C-4EB1-8D0B-B82E7AB6E495}"/>
                </a:ext>
              </a:extLst>
            </p:cNvPr>
            <p:cNvSpPr>
              <a:spLocks noEditPoints="1"/>
            </p:cNvSpPr>
            <p:nvPr userDrawn="1"/>
          </p:nvSpPr>
          <p:spPr bwMode="auto">
            <a:xfrm>
              <a:off x="5830335" y="4378080"/>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5" name="Freeform 1492">
              <a:extLst>
                <a:ext uri="{FF2B5EF4-FFF2-40B4-BE49-F238E27FC236}">
                  <a16:creationId xmlns:a16="http://schemas.microsoft.com/office/drawing/2014/main" id="{716D3EC4-8975-42B5-A050-54887354798F}"/>
                </a:ext>
              </a:extLst>
            </p:cNvPr>
            <p:cNvSpPr>
              <a:spLocks/>
            </p:cNvSpPr>
            <p:nvPr userDrawn="1"/>
          </p:nvSpPr>
          <p:spPr bwMode="auto">
            <a:xfrm>
              <a:off x="5585492" y="4568738"/>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6" name="Freeform 1493">
              <a:extLst>
                <a:ext uri="{FF2B5EF4-FFF2-40B4-BE49-F238E27FC236}">
                  <a16:creationId xmlns:a16="http://schemas.microsoft.com/office/drawing/2014/main" id="{A9243094-F3F8-4AC8-9134-AA6C79245DB0}"/>
                </a:ext>
              </a:extLst>
            </p:cNvPr>
            <p:cNvSpPr>
              <a:spLocks noEditPoints="1"/>
            </p:cNvSpPr>
            <p:nvPr userDrawn="1"/>
          </p:nvSpPr>
          <p:spPr bwMode="auto">
            <a:xfrm>
              <a:off x="3420032" y="5439738"/>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5 w 233"/>
                <a:gd name="T31" fmla="*/ 77 h 208"/>
                <a:gd name="T32" fmla="*/ 93 w 233"/>
                <a:gd name="T33" fmla="*/ 8 h 208"/>
                <a:gd name="T34" fmla="*/ 92 w 233"/>
                <a:gd name="T35" fmla="*/ 2 h 208"/>
                <a:gd name="T36" fmla="*/ 92 w 233"/>
                <a:gd name="T37" fmla="*/ 3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8"/>
                  </a:cubicBezTo>
                  <a:cubicBezTo>
                    <a:pt x="6" y="100"/>
                    <a:pt x="8" y="90"/>
                    <a:pt x="14" y="78"/>
                  </a:cubicBezTo>
                  <a:cubicBezTo>
                    <a:pt x="14" y="77"/>
                    <a:pt x="14" y="77"/>
                    <a:pt x="14" y="77"/>
                  </a:cubicBezTo>
                  <a:cubicBezTo>
                    <a:pt x="15" y="77"/>
                    <a:pt x="15" y="77"/>
                    <a:pt x="15" y="77"/>
                  </a:cubicBezTo>
                  <a:cubicBezTo>
                    <a:pt x="15" y="77"/>
                    <a:pt x="15" y="77"/>
                    <a:pt x="15"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7" name="Freeform 1494">
              <a:extLst>
                <a:ext uri="{FF2B5EF4-FFF2-40B4-BE49-F238E27FC236}">
                  <a16:creationId xmlns:a16="http://schemas.microsoft.com/office/drawing/2014/main" id="{57704021-762E-4C2E-8983-D43397DBDBDE}"/>
                </a:ext>
              </a:extLst>
            </p:cNvPr>
            <p:cNvSpPr>
              <a:spLocks noEditPoints="1"/>
            </p:cNvSpPr>
            <p:nvPr userDrawn="1"/>
          </p:nvSpPr>
          <p:spPr bwMode="auto">
            <a:xfrm>
              <a:off x="4993452" y="4606868"/>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7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6 h 117"/>
                <a:gd name="T50" fmla="*/ 136 w 168"/>
                <a:gd name="T51" fmla="*/ 6 h 117"/>
                <a:gd name="T52" fmla="*/ 136 w 168"/>
                <a:gd name="T53" fmla="*/ 6 h 117"/>
                <a:gd name="T54" fmla="*/ 136 w 168"/>
                <a:gd name="T55" fmla="*/ 6 h 117"/>
                <a:gd name="T56" fmla="*/ 136 w 168"/>
                <a:gd name="T57" fmla="*/ 0 h 117"/>
                <a:gd name="T58" fmla="*/ 72 w 168"/>
                <a:gd name="T59" fmla="*/ 0 h 117"/>
                <a:gd name="T60" fmla="*/ 72 w 168"/>
                <a:gd name="T61" fmla="*/ 0 h 117"/>
                <a:gd name="T62" fmla="*/ 53 w 168"/>
                <a:gd name="T63" fmla="*/ 5 h 117"/>
                <a:gd name="T64" fmla="*/ 39 w 168"/>
                <a:gd name="T65" fmla="*/ 21 h 117"/>
                <a:gd name="T66" fmla="*/ 36 w 168"/>
                <a:gd name="T67" fmla="*/ 31 h 117"/>
                <a:gd name="T68" fmla="*/ 36 w 168"/>
                <a:gd name="T69" fmla="*/ 31 h 117"/>
                <a:gd name="T70" fmla="*/ 36 w 168"/>
                <a:gd name="T71" fmla="*/ 57 h 117"/>
                <a:gd name="T72" fmla="*/ 0 w 168"/>
                <a:gd name="T73" fmla="*/ 38 h 117"/>
                <a:gd name="T74" fmla="*/ 8 w 168"/>
                <a:gd name="T75" fmla="*/ 48 h 117"/>
                <a:gd name="T76" fmla="*/ 10 w 168"/>
                <a:gd name="T77" fmla="*/ 47 h 117"/>
                <a:gd name="T78" fmla="*/ 8 w 168"/>
                <a:gd name="T79" fmla="*/ 48 h 117"/>
                <a:gd name="T80" fmla="*/ 36 w 168"/>
                <a:gd name="T81" fmla="*/ 86 h 117"/>
                <a:gd name="T82" fmla="*/ 40 w 168"/>
                <a:gd name="T83" fmla="*/ 102 h 117"/>
                <a:gd name="T84" fmla="*/ 53 w 168"/>
                <a:gd name="T85" fmla="*/ 114 h 117"/>
                <a:gd name="T86" fmla="*/ 61 w 168"/>
                <a:gd name="T87" fmla="*/ 117 h 117"/>
                <a:gd name="T88" fmla="*/ 62 w 168"/>
                <a:gd name="T89" fmla="*/ 117 h 117"/>
                <a:gd name="T90" fmla="*/ 132 w 168"/>
                <a:gd name="T91" fmla="*/ 117 h 117"/>
                <a:gd name="T92" fmla="*/ 132 w 168"/>
                <a:gd name="T93" fmla="*/ 117 h 117"/>
                <a:gd name="T94" fmla="*/ 162 w 168"/>
                <a:gd name="T95" fmla="*/ 106 h 117"/>
                <a:gd name="T96" fmla="*/ 168 w 168"/>
                <a:gd name="T97" fmla="*/ 92 h 117"/>
                <a:gd name="T98" fmla="*/ 168 w 168"/>
                <a:gd name="T99" fmla="*/ 90 h 117"/>
                <a:gd name="T100" fmla="*/ 168 w 168"/>
                <a:gd name="T101" fmla="*/ 32 h 117"/>
                <a:gd name="T102" fmla="*/ 168 w 168"/>
                <a:gd name="T103" fmla="*/ 32 h 117"/>
                <a:gd name="T104" fmla="*/ 150 w 168"/>
                <a:gd name="T105" fmla="*/ 5 h 117"/>
                <a:gd name="T106" fmla="*/ 136 w 168"/>
                <a:gd name="T107" fmla="*/ 0 h 117"/>
                <a:gd name="T108" fmla="*/ 136 w 168"/>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7"/>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7"/>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8" name="Freeform 1495">
              <a:extLst>
                <a:ext uri="{FF2B5EF4-FFF2-40B4-BE49-F238E27FC236}">
                  <a16:creationId xmlns:a16="http://schemas.microsoft.com/office/drawing/2014/main" id="{9BEDA429-DDF1-46F0-9B56-C343B19E7854}"/>
                </a:ext>
              </a:extLst>
            </p:cNvPr>
            <p:cNvSpPr>
              <a:spLocks noEditPoints="1"/>
            </p:cNvSpPr>
            <p:nvPr userDrawn="1"/>
          </p:nvSpPr>
          <p:spPr bwMode="auto">
            <a:xfrm>
              <a:off x="3755187" y="5664512"/>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4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6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9" name="Freeform 1496">
              <a:extLst>
                <a:ext uri="{FF2B5EF4-FFF2-40B4-BE49-F238E27FC236}">
                  <a16:creationId xmlns:a16="http://schemas.microsoft.com/office/drawing/2014/main" id="{503F98E4-31D3-4CB4-A964-93F45BE4CDC9}"/>
                </a:ext>
              </a:extLst>
            </p:cNvPr>
            <p:cNvSpPr>
              <a:spLocks noEditPoints="1"/>
            </p:cNvSpPr>
            <p:nvPr userDrawn="1"/>
          </p:nvSpPr>
          <p:spPr bwMode="auto">
            <a:xfrm>
              <a:off x="3199272" y="5794961"/>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7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0" name="Freeform 1497">
              <a:extLst>
                <a:ext uri="{FF2B5EF4-FFF2-40B4-BE49-F238E27FC236}">
                  <a16:creationId xmlns:a16="http://schemas.microsoft.com/office/drawing/2014/main" id="{DD9D583A-223C-4E41-9108-569FFDA8C2DA}"/>
                </a:ext>
              </a:extLst>
            </p:cNvPr>
            <p:cNvSpPr>
              <a:spLocks noEditPoints="1"/>
            </p:cNvSpPr>
            <p:nvPr userDrawn="1"/>
          </p:nvSpPr>
          <p:spPr bwMode="auto">
            <a:xfrm>
              <a:off x="4086327" y="5285205"/>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5 h 76"/>
                <a:gd name="T32" fmla="*/ 32 w 112"/>
                <a:gd name="T33" fmla="*/ 54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6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1" name="Freeform 1498">
              <a:extLst>
                <a:ext uri="{FF2B5EF4-FFF2-40B4-BE49-F238E27FC236}">
                  <a16:creationId xmlns:a16="http://schemas.microsoft.com/office/drawing/2014/main" id="{9C9C2118-DB77-4257-928E-D9E281F7E768}"/>
                </a:ext>
              </a:extLst>
            </p:cNvPr>
            <p:cNvSpPr>
              <a:spLocks noEditPoints="1"/>
            </p:cNvSpPr>
            <p:nvPr userDrawn="1"/>
          </p:nvSpPr>
          <p:spPr bwMode="auto">
            <a:xfrm>
              <a:off x="4072279" y="5010258"/>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8"/>
                    <a:pt x="41" y="88"/>
                    <a:pt x="41" y="88"/>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2" name="Freeform 1499">
              <a:extLst>
                <a:ext uri="{FF2B5EF4-FFF2-40B4-BE49-F238E27FC236}">
                  <a16:creationId xmlns:a16="http://schemas.microsoft.com/office/drawing/2014/main" id="{63C8E947-68A6-4E2F-9967-65F58F29A750}"/>
                </a:ext>
              </a:extLst>
            </p:cNvPr>
            <p:cNvSpPr>
              <a:spLocks noEditPoints="1"/>
            </p:cNvSpPr>
            <p:nvPr userDrawn="1"/>
          </p:nvSpPr>
          <p:spPr bwMode="auto">
            <a:xfrm>
              <a:off x="3448129" y="4548669"/>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1 h 156"/>
                <a:gd name="T96" fmla="*/ 168 w 168"/>
                <a:gd name="T97" fmla="*/ 43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1"/>
                  </a:cubicBezTo>
                  <a:cubicBezTo>
                    <a:pt x="168" y="43"/>
                    <a:pt x="168" y="43"/>
                    <a:pt x="168" y="43"/>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3" name="Freeform 1500">
              <a:extLst>
                <a:ext uri="{FF2B5EF4-FFF2-40B4-BE49-F238E27FC236}">
                  <a16:creationId xmlns:a16="http://schemas.microsoft.com/office/drawing/2014/main" id="{147A6275-4166-442C-ACD3-0C400672E806}"/>
                </a:ext>
              </a:extLst>
            </p:cNvPr>
            <p:cNvSpPr>
              <a:spLocks/>
            </p:cNvSpPr>
            <p:nvPr userDrawn="1"/>
          </p:nvSpPr>
          <p:spPr bwMode="auto">
            <a:xfrm>
              <a:off x="3688958" y="4753374"/>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4" name="Freeform 1501">
              <a:extLst>
                <a:ext uri="{FF2B5EF4-FFF2-40B4-BE49-F238E27FC236}">
                  <a16:creationId xmlns:a16="http://schemas.microsoft.com/office/drawing/2014/main" id="{92D34DE3-49CF-4248-BDE8-076FDBC50370}"/>
                </a:ext>
              </a:extLst>
            </p:cNvPr>
            <p:cNvSpPr>
              <a:spLocks noEditPoints="1"/>
            </p:cNvSpPr>
            <p:nvPr userDrawn="1"/>
          </p:nvSpPr>
          <p:spPr bwMode="auto">
            <a:xfrm>
              <a:off x="4224805"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1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9 w 119"/>
                <a:gd name="T89" fmla="*/ 133 h 166"/>
                <a:gd name="T90" fmla="*/ 119 w 119"/>
                <a:gd name="T91" fmla="*/ 132 h 166"/>
                <a:gd name="T92" fmla="*/ 118 w 119"/>
                <a:gd name="T93" fmla="*/ 70 h 166"/>
                <a:gd name="T94" fmla="*/ 118 w 119"/>
                <a:gd name="T95" fmla="*/ 70 h 166"/>
                <a:gd name="T96" fmla="*/ 113 w 119"/>
                <a:gd name="T97" fmla="*/ 51 h 166"/>
                <a:gd name="T98" fmla="*/ 96 w 119"/>
                <a:gd name="T99" fmla="*/ 38 h 166"/>
                <a:gd name="T100" fmla="*/ 87 w 119"/>
                <a:gd name="T101" fmla="*/ 35 h 166"/>
                <a:gd name="T102" fmla="*/ 86 w 119"/>
                <a:gd name="T103" fmla="*/ 35 h 166"/>
                <a:gd name="T104" fmla="*/ 60 w 119"/>
                <a:gd name="T105" fmla="*/ 35 h 166"/>
                <a:gd name="T106" fmla="*/ 79 w 119"/>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5" name="Freeform 1502">
              <a:extLst>
                <a:ext uri="{FF2B5EF4-FFF2-40B4-BE49-F238E27FC236}">
                  <a16:creationId xmlns:a16="http://schemas.microsoft.com/office/drawing/2014/main" id="{34C7074E-B5CE-4FE6-AD6D-6A5174FEC22E}"/>
                </a:ext>
              </a:extLst>
            </p:cNvPr>
            <p:cNvSpPr>
              <a:spLocks noEditPoints="1"/>
            </p:cNvSpPr>
            <p:nvPr userDrawn="1"/>
          </p:nvSpPr>
          <p:spPr bwMode="auto">
            <a:xfrm>
              <a:off x="3319686" y="4697180"/>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0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8 w 119"/>
                <a:gd name="T89" fmla="*/ 138 h 166"/>
                <a:gd name="T90" fmla="*/ 114 w 119"/>
                <a:gd name="T91" fmla="*/ 135 h 166"/>
                <a:gd name="T92" fmla="*/ 119 w 119"/>
                <a:gd name="T93" fmla="*/ 136 h 166"/>
                <a:gd name="T94" fmla="*/ 119 w 119"/>
                <a:gd name="T95" fmla="*/ 132 h 166"/>
                <a:gd name="T96" fmla="*/ 119 w 119"/>
                <a:gd name="T97" fmla="*/ 132 h 166"/>
                <a:gd name="T98" fmla="*/ 118 w 119"/>
                <a:gd name="T99" fmla="*/ 70 h 166"/>
                <a:gd name="T100" fmla="*/ 118 w 119"/>
                <a:gd name="T101" fmla="*/ 70 h 166"/>
                <a:gd name="T102" fmla="*/ 113 w 119"/>
                <a:gd name="T103" fmla="*/ 51 h 166"/>
                <a:gd name="T104" fmla="*/ 96 w 119"/>
                <a:gd name="T105" fmla="*/ 38 h 166"/>
                <a:gd name="T106" fmla="*/ 87 w 119"/>
                <a:gd name="T107" fmla="*/ 35 h 166"/>
                <a:gd name="T108" fmla="*/ 86 w 119"/>
                <a:gd name="T109" fmla="*/ 35 h 166"/>
                <a:gd name="T110" fmla="*/ 60 w 119"/>
                <a:gd name="T111" fmla="*/ 35 h 166"/>
                <a:gd name="T112" fmla="*/ 79 w 119"/>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6" name="Freeform 1503">
              <a:extLst>
                <a:ext uri="{FF2B5EF4-FFF2-40B4-BE49-F238E27FC236}">
                  <a16:creationId xmlns:a16="http://schemas.microsoft.com/office/drawing/2014/main" id="{7C3A4BA7-F9CF-4BCE-8AB5-6865F11B31F0}"/>
                </a:ext>
              </a:extLst>
            </p:cNvPr>
            <p:cNvSpPr>
              <a:spLocks/>
            </p:cNvSpPr>
            <p:nvPr userDrawn="1"/>
          </p:nvSpPr>
          <p:spPr bwMode="auto">
            <a:xfrm>
              <a:off x="3490275" y="4901885"/>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7" name="Freeform 1504">
              <a:extLst>
                <a:ext uri="{FF2B5EF4-FFF2-40B4-BE49-F238E27FC236}">
                  <a16:creationId xmlns:a16="http://schemas.microsoft.com/office/drawing/2014/main" id="{D42FF9BB-407C-460A-BF03-A7A468197D99}"/>
                </a:ext>
              </a:extLst>
            </p:cNvPr>
            <p:cNvSpPr>
              <a:spLocks noEditPoints="1"/>
            </p:cNvSpPr>
            <p:nvPr userDrawn="1"/>
          </p:nvSpPr>
          <p:spPr bwMode="auto">
            <a:xfrm>
              <a:off x="4730547" y="4751366"/>
              <a:ext cx="329134" cy="198685"/>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6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6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8" name="Freeform 1505">
              <a:extLst>
                <a:ext uri="{FF2B5EF4-FFF2-40B4-BE49-F238E27FC236}">
                  <a16:creationId xmlns:a16="http://schemas.microsoft.com/office/drawing/2014/main" id="{EDBF40FF-8865-4FF6-A10B-214CA1C4FD6E}"/>
                </a:ext>
              </a:extLst>
            </p:cNvPr>
            <p:cNvSpPr>
              <a:spLocks noEditPoints="1"/>
            </p:cNvSpPr>
            <p:nvPr userDrawn="1"/>
          </p:nvSpPr>
          <p:spPr bwMode="auto">
            <a:xfrm>
              <a:off x="5079750"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5 w 140"/>
                <a:gd name="T9" fmla="*/ 8 h 137"/>
                <a:gd name="T10" fmla="*/ 100 w 140"/>
                <a:gd name="T11" fmla="*/ 6 h 137"/>
                <a:gd name="T12" fmla="*/ 100 w 140"/>
                <a:gd name="T13" fmla="*/ 6 h 137"/>
                <a:gd name="T14" fmla="*/ 117 w 140"/>
                <a:gd name="T15" fmla="*/ 10 h 137"/>
                <a:gd name="T16" fmla="*/ 127 w 140"/>
                <a:gd name="T17" fmla="*/ 16 h 137"/>
                <a:gd name="T18" fmla="*/ 134 w 140"/>
                <a:gd name="T19" fmla="*/ 27 h 137"/>
                <a:gd name="T20" fmla="*/ 134 w 140"/>
                <a:gd name="T21" fmla="*/ 82 h 137"/>
                <a:gd name="T22" fmla="*/ 131 w 140"/>
                <a:gd name="T23" fmla="*/ 91 h 137"/>
                <a:gd name="T24" fmla="*/ 107 w 140"/>
                <a:gd name="T25" fmla="*/ 103 h 137"/>
                <a:gd name="T26" fmla="*/ 64 w 140"/>
                <a:gd name="T27" fmla="*/ 104 h 137"/>
                <a:gd name="T28" fmla="*/ 77 w 140"/>
                <a:gd name="T29" fmla="*/ 122 h 137"/>
                <a:gd name="T30" fmla="*/ 43 w 140"/>
                <a:gd name="T31" fmla="*/ 105 h 137"/>
                <a:gd name="T32" fmla="*/ 42 w 140"/>
                <a:gd name="T33" fmla="*/ 105 h 137"/>
                <a:gd name="T34" fmla="*/ 42 w 140"/>
                <a:gd name="T35" fmla="*/ 106 h 137"/>
                <a:gd name="T36" fmla="*/ 38 w 140"/>
                <a:gd name="T37" fmla="*/ 106 h 137"/>
                <a:gd name="T38" fmla="*/ 37 w 140"/>
                <a:gd name="T39" fmla="*/ 106 h 137"/>
                <a:gd name="T40" fmla="*/ 22 w 140"/>
                <a:gd name="T41" fmla="*/ 104 h 137"/>
                <a:gd name="T42" fmla="*/ 14 w 140"/>
                <a:gd name="T43" fmla="*/ 100 h 137"/>
                <a:gd name="T44" fmla="*/ 9 w 140"/>
                <a:gd name="T45" fmla="*/ 95 h 137"/>
                <a:gd name="T46" fmla="*/ 6 w 140"/>
                <a:gd name="T47" fmla="*/ 27 h 137"/>
                <a:gd name="T48" fmla="*/ 10 w 140"/>
                <a:gd name="T49" fmla="*/ 17 h 137"/>
                <a:gd name="T50" fmla="*/ 16 w 140"/>
                <a:gd name="T51" fmla="*/ 11 h 137"/>
                <a:gd name="T52" fmla="*/ 25 w 140"/>
                <a:gd name="T53" fmla="*/ 8 h 137"/>
                <a:gd name="T54" fmla="*/ 25 w 140"/>
                <a:gd name="T55" fmla="*/ 8 h 137"/>
                <a:gd name="T56" fmla="*/ 100 w 140"/>
                <a:gd name="T57" fmla="*/ 0 h 137"/>
                <a:gd name="T58" fmla="*/ 25 w 140"/>
                <a:gd name="T59" fmla="*/ 2 h 137"/>
                <a:gd name="T60" fmla="*/ 12 w 140"/>
                <a:gd name="T61" fmla="*/ 6 h 137"/>
                <a:gd name="T62" fmla="*/ 3 w 140"/>
                <a:gd name="T63" fmla="*/ 19 h 137"/>
                <a:gd name="T64" fmla="*/ 0 w 140"/>
                <a:gd name="T65" fmla="*/ 26 h 137"/>
                <a:gd name="T66" fmla="*/ 0 w 140"/>
                <a:gd name="T67" fmla="*/ 26 h 137"/>
                <a:gd name="T68" fmla="*/ 3 w 140"/>
                <a:gd name="T69" fmla="*/ 96 h 137"/>
                <a:gd name="T70" fmla="*/ 3 w 140"/>
                <a:gd name="T71" fmla="*/ 97 h 137"/>
                <a:gd name="T72" fmla="*/ 10 w 140"/>
                <a:gd name="T73" fmla="*/ 105 h 137"/>
                <a:gd name="T74" fmla="*/ 25 w 140"/>
                <a:gd name="T75" fmla="*/ 111 h 137"/>
                <a:gd name="T76" fmla="*/ 38 w 140"/>
                <a:gd name="T77" fmla="*/ 112 h 137"/>
                <a:gd name="T78" fmla="*/ 41 w 140"/>
                <a:gd name="T79" fmla="*/ 112 h 137"/>
                <a:gd name="T80" fmla="*/ 95 w 140"/>
                <a:gd name="T81" fmla="*/ 137 h 137"/>
                <a:gd name="T82" fmla="*/ 75 w 140"/>
                <a:gd name="T83" fmla="*/ 110 h 137"/>
                <a:gd name="T84" fmla="*/ 108 w 140"/>
                <a:gd name="T85" fmla="*/ 109 h 137"/>
                <a:gd name="T86" fmla="*/ 108 w 140"/>
                <a:gd name="T87" fmla="*/ 109 h 137"/>
                <a:gd name="T88" fmla="*/ 136 w 140"/>
                <a:gd name="T89" fmla="*/ 94 h 137"/>
                <a:gd name="T90" fmla="*/ 140 w 140"/>
                <a:gd name="T91" fmla="*/ 82 h 137"/>
                <a:gd name="T92" fmla="*/ 140 w 140"/>
                <a:gd name="T93" fmla="*/ 82 h 137"/>
                <a:gd name="T94" fmla="*/ 140 w 140"/>
                <a:gd name="T95" fmla="*/ 26 h 137"/>
                <a:gd name="T96" fmla="*/ 140 w 140"/>
                <a:gd name="T97" fmla="*/ 26 h 137"/>
                <a:gd name="T98" fmla="*/ 131 w 140"/>
                <a:gd name="T99" fmla="*/ 11 h 137"/>
                <a:gd name="T100" fmla="*/ 111 w 140"/>
                <a:gd name="T101" fmla="*/ 2 h 137"/>
                <a:gd name="T102" fmla="*/ 100 w 140"/>
                <a:gd name="T103" fmla="*/ 0 h 137"/>
                <a:gd name="T104" fmla="*/ 100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6"/>
                    <a:pt x="42" y="106"/>
                    <a:pt x="42" y="106"/>
                  </a:cubicBezTo>
                  <a:cubicBezTo>
                    <a:pt x="41" y="106"/>
                    <a:pt x="40" y="106"/>
                    <a:pt x="38" y="106"/>
                  </a:cubicBezTo>
                  <a:cubicBezTo>
                    <a:pt x="38"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8"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9" name="Freeform 1506">
              <a:extLst>
                <a:ext uri="{FF2B5EF4-FFF2-40B4-BE49-F238E27FC236}">
                  <a16:creationId xmlns:a16="http://schemas.microsoft.com/office/drawing/2014/main" id="{8A0164DE-18A5-4A81-8C04-E45E4FE94872}"/>
                </a:ext>
              </a:extLst>
            </p:cNvPr>
            <p:cNvSpPr>
              <a:spLocks noEditPoints="1"/>
            </p:cNvSpPr>
            <p:nvPr userDrawn="1"/>
          </p:nvSpPr>
          <p:spPr bwMode="auto">
            <a:xfrm>
              <a:off x="4034147" y="4632959"/>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2 h 137"/>
                <a:gd name="T86" fmla="*/ 41 w 140"/>
                <a:gd name="T87" fmla="*/ 111 h 137"/>
                <a:gd name="T88" fmla="*/ 79 w 140"/>
                <a:gd name="T89" fmla="*/ 130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2"/>
                    <a:pt x="37" y="112"/>
                  </a:cubicBezTo>
                  <a:cubicBezTo>
                    <a:pt x="39" y="112"/>
                    <a:pt x="40" y="111"/>
                    <a:pt x="41" y="111"/>
                  </a:cubicBezTo>
                  <a:cubicBezTo>
                    <a:pt x="79" y="130"/>
                    <a:pt x="79" y="130"/>
                    <a:pt x="79" y="130"/>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0" name="Freeform 1507">
              <a:extLst>
                <a:ext uri="{FF2B5EF4-FFF2-40B4-BE49-F238E27FC236}">
                  <a16:creationId xmlns:a16="http://schemas.microsoft.com/office/drawing/2014/main" id="{CC417652-F4EF-4380-B7B6-65692656B711}"/>
                </a:ext>
              </a:extLst>
            </p:cNvPr>
            <p:cNvSpPr>
              <a:spLocks/>
            </p:cNvSpPr>
            <p:nvPr userDrawn="1"/>
          </p:nvSpPr>
          <p:spPr bwMode="auto">
            <a:xfrm>
              <a:off x="4152556" y="4827629"/>
              <a:ext cx="22077" cy="8028"/>
            </a:xfrm>
            <a:custGeom>
              <a:avLst/>
              <a:gdLst>
                <a:gd name="T0" fmla="*/ 10 w 14"/>
                <a:gd name="T1" fmla="*/ 0 h 6"/>
                <a:gd name="T2" fmla="*/ 0 w 14"/>
                <a:gd name="T3" fmla="*/ 1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1"/>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1" name="Freeform 1508">
              <a:extLst>
                <a:ext uri="{FF2B5EF4-FFF2-40B4-BE49-F238E27FC236}">
                  <a16:creationId xmlns:a16="http://schemas.microsoft.com/office/drawing/2014/main" id="{55B79FF2-D82D-4C42-A398-DA79F72513E8}"/>
                </a:ext>
              </a:extLst>
            </p:cNvPr>
            <p:cNvSpPr>
              <a:spLocks noEditPoints="1"/>
            </p:cNvSpPr>
            <p:nvPr userDrawn="1"/>
          </p:nvSpPr>
          <p:spPr bwMode="auto">
            <a:xfrm>
              <a:off x="3875602" y="4412198"/>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9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6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10"/>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9"/>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6"/>
                    <a:pt x="124" y="76"/>
                    <a:pt x="124"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2" name="Freeform 1509">
              <a:extLst>
                <a:ext uri="{FF2B5EF4-FFF2-40B4-BE49-F238E27FC236}">
                  <a16:creationId xmlns:a16="http://schemas.microsoft.com/office/drawing/2014/main" id="{1CCA28B5-760E-4744-9E68-DB5F6C840461}"/>
                </a:ext>
              </a:extLst>
            </p:cNvPr>
            <p:cNvSpPr>
              <a:spLocks noEditPoints="1"/>
            </p:cNvSpPr>
            <p:nvPr userDrawn="1"/>
          </p:nvSpPr>
          <p:spPr bwMode="auto">
            <a:xfrm>
              <a:off x="5300510" y="4769429"/>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1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7"/>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80"/>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3" name="Freeform 1510">
              <a:extLst>
                <a:ext uri="{FF2B5EF4-FFF2-40B4-BE49-F238E27FC236}">
                  <a16:creationId xmlns:a16="http://schemas.microsoft.com/office/drawing/2014/main" id="{CABF4E73-6222-477F-895B-F4DABE9D76AC}"/>
                </a:ext>
              </a:extLst>
            </p:cNvPr>
            <p:cNvSpPr>
              <a:spLocks noEditPoints="1"/>
            </p:cNvSpPr>
            <p:nvPr userDrawn="1"/>
          </p:nvSpPr>
          <p:spPr bwMode="auto">
            <a:xfrm>
              <a:off x="5589505" y="4233583"/>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6 h 115"/>
                <a:gd name="T62" fmla="*/ 60 w 76"/>
                <a:gd name="T63" fmla="*/ 6 h 115"/>
                <a:gd name="T64" fmla="*/ 60 w 76"/>
                <a:gd name="T65" fmla="*/ 6 h 115"/>
                <a:gd name="T66" fmla="*/ 60 w 76"/>
                <a:gd name="T67" fmla="*/ 6 h 115"/>
                <a:gd name="T68" fmla="*/ 60 w 76"/>
                <a:gd name="T69" fmla="*/ 0 h 115"/>
                <a:gd name="T70" fmla="*/ 59 w 76"/>
                <a:gd name="T71" fmla="*/ 0 h 115"/>
                <a:gd name="T72" fmla="*/ 59 w 76"/>
                <a:gd name="T73" fmla="*/ 0 h 115"/>
                <a:gd name="T74" fmla="*/ 16 w 76"/>
                <a:gd name="T75" fmla="*/ 3 h 115"/>
                <a:gd name="T76" fmla="*/ 17 w 76"/>
                <a:gd name="T77" fmla="*/ 6 h 115"/>
                <a:gd name="T78" fmla="*/ 16 w 76"/>
                <a:gd name="T79" fmla="*/ 3 h 115"/>
                <a:gd name="T80" fmla="*/ 8 w 76"/>
                <a:gd name="T81" fmla="*/ 8 h 115"/>
                <a:gd name="T82" fmla="*/ 1 w 76"/>
                <a:gd name="T83" fmla="*/ 22 h 115"/>
                <a:gd name="T84" fmla="*/ 0 w 76"/>
                <a:gd name="T85" fmla="*/ 39 h 115"/>
                <a:gd name="T86" fmla="*/ 1 w 76"/>
                <a:gd name="T87" fmla="*/ 61 h 115"/>
                <a:gd name="T88" fmla="*/ 9 w 76"/>
                <a:gd name="T89" fmla="*/ 81 h 115"/>
                <a:gd name="T90" fmla="*/ 15 w 76"/>
                <a:gd name="T91" fmla="*/ 88 h 115"/>
                <a:gd name="T92" fmla="*/ 16 w 76"/>
                <a:gd name="T93" fmla="*/ 88 h 115"/>
                <a:gd name="T94" fmla="*/ 38 w 76"/>
                <a:gd name="T95" fmla="*/ 89 h 115"/>
                <a:gd name="T96" fmla="*/ 26 w 76"/>
                <a:gd name="T97" fmla="*/ 115 h 115"/>
                <a:gd name="T98" fmla="*/ 56 w 76"/>
                <a:gd name="T99" fmla="*/ 90 h 115"/>
                <a:gd name="T100" fmla="*/ 72 w 76"/>
                <a:gd name="T101" fmla="*/ 85 h 115"/>
                <a:gd name="T102" fmla="*/ 75 w 76"/>
                <a:gd name="T103" fmla="*/ 80 h 115"/>
                <a:gd name="T104" fmla="*/ 76 w 76"/>
                <a:gd name="T105" fmla="*/ 77 h 115"/>
                <a:gd name="T106" fmla="*/ 76 w 76"/>
                <a:gd name="T107" fmla="*/ 76 h 115"/>
                <a:gd name="T108" fmla="*/ 76 w 76"/>
                <a:gd name="T109" fmla="*/ 28 h 115"/>
                <a:gd name="T110" fmla="*/ 69 w 76"/>
                <a:gd name="T111" fmla="*/ 4 h 115"/>
                <a:gd name="T112" fmla="*/ 63 w 76"/>
                <a:gd name="T113" fmla="*/ 1 h 115"/>
                <a:gd name="T114" fmla="*/ 60 w 76"/>
                <a:gd name="T11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6"/>
                    <a:pt x="11" y="13"/>
                    <a:pt x="12" y="12"/>
                  </a:cubicBezTo>
                  <a:cubicBezTo>
                    <a:pt x="13"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4"/>
                    <a:pt x="10" y="5"/>
                    <a:pt x="8" y="8"/>
                  </a:cubicBezTo>
                  <a:cubicBezTo>
                    <a:pt x="4" y="11"/>
                    <a:pt x="3" y="16"/>
                    <a:pt x="1" y="22"/>
                  </a:cubicBezTo>
                  <a:cubicBezTo>
                    <a:pt x="0" y="27"/>
                    <a:pt x="0" y="34"/>
                    <a:pt x="0" y="39"/>
                  </a:cubicBezTo>
                  <a:cubicBezTo>
                    <a:pt x="0" y="50"/>
                    <a:pt x="1" y="60"/>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4" name="Freeform 1511">
              <a:extLst>
                <a:ext uri="{FF2B5EF4-FFF2-40B4-BE49-F238E27FC236}">
                  <a16:creationId xmlns:a16="http://schemas.microsoft.com/office/drawing/2014/main" id="{3F521831-EE58-4B7B-9F38-56AE97B381E9}"/>
                </a:ext>
              </a:extLst>
            </p:cNvPr>
            <p:cNvSpPr>
              <a:spLocks noEditPoints="1"/>
            </p:cNvSpPr>
            <p:nvPr userDrawn="1"/>
          </p:nvSpPr>
          <p:spPr bwMode="auto">
            <a:xfrm>
              <a:off x="4963349" y="3960642"/>
              <a:ext cx="114395" cy="174602"/>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5" name="Freeform 1512">
              <a:extLst>
                <a:ext uri="{FF2B5EF4-FFF2-40B4-BE49-F238E27FC236}">
                  <a16:creationId xmlns:a16="http://schemas.microsoft.com/office/drawing/2014/main" id="{3FA37668-AAD0-4D76-885B-1144EAD6C446}"/>
                </a:ext>
              </a:extLst>
            </p:cNvPr>
            <p:cNvSpPr>
              <a:spLocks noEditPoints="1"/>
            </p:cNvSpPr>
            <p:nvPr userDrawn="1"/>
          </p:nvSpPr>
          <p:spPr bwMode="auto">
            <a:xfrm>
              <a:off x="3899685" y="4677111"/>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6" name="Freeform 1513">
              <a:extLst>
                <a:ext uri="{FF2B5EF4-FFF2-40B4-BE49-F238E27FC236}">
                  <a16:creationId xmlns:a16="http://schemas.microsoft.com/office/drawing/2014/main" id="{2C2C7992-A02B-4F33-808D-3BF26CC84C60}"/>
                </a:ext>
              </a:extLst>
            </p:cNvPr>
            <p:cNvSpPr>
              <a:spLocks noEditPoints="1"/>
            </p:cNvSpPr>
            <p:nvPr userDrawn="1"/>
          </p:nvSpPr>
          <p:spPr bwMode="auto">
            <a:xfrm>
              <a:off x="3209307" y="4197458"/>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7" name="Freeform 1514">
              <a:extLst>
                <a:ext uri="{FF2B5EF4-FFF2-40B4-BE49-F238E27FC236}">
                  <a16:creationId xmlns:a16="http://schemas.microsoft.com/office/drawing/2014/main" id="{25F42944-6E7D-4434-943B-32A6DFE2A828}"/>
                </a:ext>
              </a:extLst>
            </p:cNvPr>
            <p:cNvSpPr>
              <a:spLocks noEditPoints="1"/>
            </p:cNvSpPr>
            <p:nvPr userDrawn="1"/>
          </p:nvSpPr>
          <p:spPr bwMode="auto">
            <a:xfrm>
              <a:off x="4357261" y="5010258"/>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3"/>
                    <a:pt x="76" y="28"/>
                  </a:cubicBezTo>
                  <a:cubicBezTo>
                    <a:pt x="76" y="16"/>
                    <a:pt x="72" y="8"/>
                    <a:pt x="68" y="5"/>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8" name="Freeform 1515">
              <a:extLst>
                <a:ext uri="{FF2B5EF4-FFF2-40B4-BE49-F238E27FC236}">
                  <a16:creationId xmlns:a16="http://schemas.microsoft.com/office/drawing/2014/main" id="{04828E8B-713F-4223-A57B-B95F4D10021C}"/>
                </a:ext>
              </a:extLst>
            </p:cNvPr>
            <p:cNvSpPr>
              <a:spLocks noEditPoints="1"/>
            </p:cNvSpPr>
            <p:nvPr userDrawn="1"/>
          </p:nvSpPr>
          <p:spPr bwMode="auto">
            <a:xfrm>
              <a:off x="3929788" y="5034341"/>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6 h 116"/>
                <a:gd name="T68" fmla="*/ 60 w 76"/>
                <a:gd name="T69" fmla="*/ 0 h 116"/>
                <a:gd name="T70" fmla="*/ 60 w 76"/>
                <a:gd name="T71" fmla="*/ 0 h 116"/>
                <a:gd name="T72" fmla="*/ 59 w 76"/>
                <a:gd name="T73" fmla="*/ 0 h 116"/>
                <a:gd name="T74" fmla="*/ 16 w 76"/>
                <a:gd name="T75" fmla="*/ 4 h 116"/>
                <a:gd name="T76" fmla="*/ 8 w 76"/>
                <a:gd name="T77" fmla="*/ 8 h 116"/>
                <a:gd name="T78" fmla="*/ 2 w 76"/>
                <a:gd name="T79" fmla="*/ 22 h 116"/>
                <a:gd name="T80" fmla="*/ 0 w 76"/>
                <a:gd name="T81" fmla="*/ 40 h 116"/>
                <a:gd name="T82" fmla="*/ 2 w 76"/>
                <a:gd name="T83" fmla="*/ 61 h 116"/>
                <a:gd name="T84" fmla="*/ 9 w 76"/>
                <a:gd name="T85" fmla="*/ 82 h 116"/>
                <a:gd name="T86" fmla="*/ 15 w 76"/>
                <a:gd name="T87" fmla="*/ 88 h 116"/>
                <a:gd name="T88" fmla="*/ 16 w 76"/>
                <a:gd name="T89" fmla="*/ 89 h 116"/>
                <a:gd name="T90" fmla="*/ 38 w 76"/>
                <a:gd name="T91" fmla="*/ 90 h 116"/>
                <a:gd name="T92" fmla="*/ 26 w 76"/>
                <a:gd name="T93" fmla="*/ 116 h 116"/>
                <a:gd name="T94" fmla="*/ 56 w 76"/>
                <a:gd name="T95" fmla="*/ 90 h 116"/>
                <a:gd name="T96" fmla="*/ 72 w 76"/>
                <a:gd name="T97" fmla="*/ 85 h 116"/>
                <a:gd name="T98" fmla="*/ 75 w 76"/>
                <a:gd name="T99" fmla="*/ 81 h 116"/>
                <a:gd name="T100" fmla="*/ 76 w 76"/>
                <a:gd name="T101" fmla="*/ 77 h 116"/>
                <a:gd name="T102" fmla="*/ 76 w 76"/>
                <a:gd name="T103" fmla="*/ 76 h 116"/>
                <a:gd name="T104" fmla="*/ 76 w 76"/>
                <a:gd name="T105" fmla="*/ 28 h 116"/>
                <a:gd name="T106" fmla="*/ 69 w 76"/>
                <a:gd name="T107" fmla="*/ 5 h 116"/>
                <a:gd name="T108" fmla="*/ 63 w 76"/>
                <a:gd name="T109" fmla="*/ 1 h 116"/>
                <a:gd name="T110" fmla="*/ 60 w 7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9" name="Freeform 1516">
              <a:extLst>
                <a:ext uri="{FF2B5EF4-FFF2-40B4-BE49-F238E27FC236}">
                  <a16:creationId xmlns:a16="http://schemas.microsoft.com/office/drawing/2014/main" id="{59E715D2-1B81-4151-9B68-40D5A6202082}"/>
                </a:ext>
              </a:extLst>
            </p:cNvPr>
            <p:cNvSpPr>
              <a:spLocks noEditPoints="1"/>
            </p:cNvSpPr>
            <p:nvPr userDrawn="1"/>
          </p:nvSpPr>
          <p:spPr bwMode="auto">
            <a:xfrm>
              <a:off x="3436087"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0" name="Freeform 1517">
              <a:extLst>
                <a:ext uri="{FF2B5EF4-FFF2-40B4-BE49-F238E27FC236}">
                  <a16:creationId xmlns:a16="http://schemas.microsoft.com/office/drawing/2014/main" id="{58FD33ED-97C9-4D4D-BEE2-0E5BC16DCE3D}"/>
                </a:ext>
              </a:extLst>
            </p:cNvPr>
            <p:cNvSpPr>
              <a:spLocks noEditPoints="1"/>
            </p:cNvSpPr>
            <p:nvPr userDrawn="1"/>
          </p:nvSpPr>
          <p:spPr bwMode="auto">
            <a:xfrm>
              <a:off x="3877608" y="548790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1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1"/>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1" name="Freeform 1518">
              <a:extLst>
                <a:ext uri="{FF2B5EF4-FFF2-40B4-BE49-F238E27FC236}">
                  <a16:creationId xmlns:a16="http://schemas.microsoft.com/office/drawing/2014/main" id="{53E2C62E-FFCD-45BB-9E5B-81C4BB576B98}"/>
                </a:ext>
              </a:extLst>
            </p:cNvPr>
            <p:cNvSpPr>
              <a:spLocks noEditPoints="1"/>
            </p:cNvSpPr>
            <p:nvPr userDrawn="1"/>
          </p:nvSpPr>
          <p:spPr bwMode="auto">
            <a:xfrm>
              <a:off x="3064809" y="5429703"/>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7"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7" y="16"/>
                  </a:cubicBezTo>
                  <a:cubicBezTo>
                    <a:pt x="10" y="24"/>
                    <a:pt x="6" y="35"/>
                    <a:pt x="4" y="47"/>
                  </a:cubicBezTo>
                  <a:cubicBezTo>
                    <a:pt x="1" y="60"/>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2" name="Freeform 1519">
              <a:extLst>
                <a:ext uri="{FF2B5EF4-FFF2-40B4-BE49-F238E27FC236}">
                  <a16:creationId xmlns:a16="http://schemas.microsoft.com/office/drawing/2014/main" id="{7CAC07FE-A757-4D51-A374-2B474FA22E25}"/>
                </a:ext>
              </a:extLst>
            </p:cNvPr>
            <p:cNvSpPr>
              <a:spLocks noEditPoints="1"/>
            </p:cNvSpPr>
            <p:nvPr userDrawn="1"/>
          </p:nvSpPr>
          <p:spPr bwMode="auto">
            <a:xfrm>
              <a:off x="3929788" y="5622366"/>
              <a:ext cx="367266" cy="148512"/>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156 w 244"/>
                <a:gd name="T63" fmla="*/ 0 h 98"/>
                <a:gd name="T64" fmla="*/ 69 w 244"/>
                <a:gd name="T65" fmla="*/ 18 h 98"/>
                <a:gd name="T66" fmla="*/ 69 w 244"/>
                <a:gd name="T67" fmla="*/ 18 h 98"/>
                <a:gd name="T68" fmla="*/ 68 w 244"/>
                <a:gd name="T69" fmla="*/ 19 h 98"/>
                <a:gd name="T70" fmla="*/ 63 w 244"/>
                <a:gd name="T71" fmla="*/ 34 h 98"/>
                <a:gd name="T72" fmla="*/ 67 w 244"/>
                <a:gd name="T73" fmla="*/ 51 h 98"/>
                <a:gd name="T74" fmla="*/ 72 w 244"/>
                <a:gd name="T75" fmla="*/ 65 h 98"/>
                <a:gd name="T76" fmla="*/ 71 w 244"/>
                <a:gd name="T77" fmla="*/ 69 h 98"/>
                <a:gd name="T78" fmla="*/ 68 w 244"/>
                <a:gd name="T79" fmla="*/ 72 h 98"/>
                <a:gd name="T80" fmla="*/ 67 w 244"/>
                <a:gd name="T81" fmla="*/ 72 h 98"/>
                <a:gd name="T82" fmla="*/ 67 w 244"/>
                <a:gd name="T83" fmla="*/ 72 h 98"/>
                <a:gd name="T84" fmla="*/ 0 w 244"/>
                <a:gd name="T85" fmla="*/ 74 h 98"/>
                <a:gd name="T86" fmla="*/ 17 w 244"/>
                <a:gd name="T87" fmla="*/ 79 h 98"/>
                <a:gd name="T88" fmla="*/ 136 w 244"/>
                <a:gd name="T89" fmla="*/ 98 h 98"/>
                <a:gd name="T90" fmla="*/ 151 w 244"/>
                <a:gd name="T91" fmla="*/ 98 h 98"/>
                <a:gd name="T92" fmla="*/ 157 w 244"/>
                <a:gd name="T93" fmla="*/ 98 h 98"/>
                <a:gd name="T94" fmla="*/ 222 w 244"/>
                <a:gd name="T95" fmla="*/ 86 h 98"/>
                <a:gd name="T96" fmla="*/ 239 w 244"/>
                <a:gd name="T97" fmla="*/ 74 h 98"/>
                <a:gd name="T98" fmla="*/ 239 w 244"/>
                <a:gd name="T99" fmla="*/ 73 h 98"/>
                <a:gd name="T100" fmla="*/ 239 w 244"/>
                <a:gd name="T101" fmla="*/ 73 h 98"/>
                <a:gd name="T102" fmla="*/ 244 w 244"/>
                <a:gd name="T103" fmla="*/ 44 h 98"/>
                <a:gd name="T104" fmla="*/ 234 w 244"/>
                <a:gd name="T105" fmla="*/ 14 h 98"/>
                <a:gd name="T106" fmla="*/ 223 w 244"/>
                <a:gd name="T107" fmla="*/ 7 h 98"/>
                <a:gd name="T108" fmla="*/ 222 w 244"/>
                <a:gd name="T109" fmla="*/ 7 h 98"/>
                <a:gd name="T110" fmla="*/ 222 w 244"/>
                <a:gd name="T111" fmla="*/ 7 h 98"/>
                <a:gd name="T112" fmla="*/ 156 w 244"/>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3" name="Freeform 1520">
              <a:extLst>
                <a:ext uri="{FF2B5EF4-FFF2-40B4-BE49-F238E27FC236}">
                  <a16:creationId xmlns:a16="http://schemas.microsoft.com/office/drawing/2014/main" id="{C442D923-45E6-423E-8CF1-568FDA87EC29}"/>
                </a:ext>
              </a:extLst>
            </p:cNvPr>
            <p:cNvSpPr>
              <a:spLocks noEditPoints="1"/>
            </p:cNvSpPr>
            <p:nvPr userDrawn="1"/>
          </p:nvSpPr>
          <p:spPr bwMode="auto">
            <a:xfrm>
              <a:off x="4939266" y="5000223"/>
              <a:ext cx="297023" cy="118408"/>
            </a:xfrm>
            <a:custGeom>
              <a:avLst/>
              <a:gdLst>
                <a:gd name="T0" fmla="*/ 142 w 198"/>
                <a:gd name="T1" fmla="*/ 41 h 79"/>
                <a:gd name="T2" fmla="*/ 142 w 198"/>
                <a:gd name="T3" fmla="*/ 41 h 79"/>
                <a:gd name="T4" fmla="*/ 141 w 198"/>
                <a:gd name="T5" fmla="*/ 57 h 79"/>
                <a:gd name="T6" fmla="*/ 19 w 198"/>
                <a:gd name="T7" fmla="*/ 10 h 79"/>
                <a:gd name="T8" fmla="*/ 19 w 198"/>
                <a:gd name="T9" fmla="*/ 11 h 79"/>
                <a:gd name="T10" fmla="*/ 121 w 198"/>
                <a:gd name="T11" fmla="*/ 13 h 79"/>
                <a:gd name="T12" fmla="*/ 136 w 198"/>
                <a:gd name="T13" fmla="*/ 19 h 79"/>
                <a:gd name="T14" fmla="*/ 139 w 198"/>
                <a:gd name="T15" fmla="*/ 27 h 79"/>
                <a:gd name="T16" fmla="*/ 137 w 198"/>
                <a:gd name="T17" fmla="*/ 37 h 79"/>
                <a:gd name="T18" fmla="*/ 136 w 198"/>
                <a:gd name="T19" fmla="*/ 38 h 79"/>
                <a:gd name="T20" fmla="*/ 136 w 198"/>
                <a:gd name="T21" fmla="*/ 38 h 79"/>
                <a:gd name="T22" fmla="*/ 136 w 198"/>
                <a:gd name="T23" fmla="*/ 38 h 79"/>
                <a:gd name="T24" fmla="*/ 133 w 198"/>
                <a:gd name="T25" fmla="*/ 58 h 79"/>
                <a:gd name="T26" fmla="*/ 141 w 198"/>
                <a:gd name="T27" fmla="*/ 63 h 79"/>
                <a:gd name="T28" fmla="*/ 160 w 198"/>
                <a:gd name="T29" fmla="*/ 64 h 79"/>
                <a:gd name="T30" fmla="*/ 78 w 198"/>
                <a:gd name="T31" fmla="*/ 73 h 79"/>
                <a:gd name="T32" fmla="*/ 75 w 198"/>
                <a:gd name="T33" fmla="*/ 73 h 79"/>
                <a:gd name="T34" fmla="*/ 74 w 198"/>
                <a:gd name="T35" fmla="*/ 73 h 79"/>
                <a:gd name="T36" fmla="*/ 20 w 198"/>
                <a:gd name="T37" fmla="*/ 64 h 79"/>
                <a:gd name="T38" fmla="*/ 9 w 198"/>
                <a:gd name="T39" fmla="*/ 56 h 79"/>
                <a:gd name="T40" fmla="*/ 6 w 198"/>
                <a:gd name="T41" fmla="*/ 35 h 79"/>
                <a:gd name="T42" fmla="*/ 17 w 198"/>
                <a:gd name="T43" fmla="*/ 12 h 79"/>
                <a:gd name="T44" fmla="*/ 19 w 198"/>
                <a:gd name="T45" fmla="*/ 11 h 79"/>
                <a:gd name="T46" fmla="*/ 71 w 198"/>
                <a:gd name="T47" fmla="*/ 0 h 79"/>
                <a:gd name="T48" fmla="*/ 18 w 198"/>
                <a:gd name="T49" fmla="*/ 5 h 79"/>
                <a:gd name="T50" fmla="*/ 8 w 198"/>
                <a:gd name="T51" fmla="*/ 11 h 79"/>
                <a:gd name="T52" fmla="*/ 4 w 198"/>
                <a:gd name="T53" fmla="*/ 58 h 79"/>
                <a:gd name="T54" fmla="*/ 4 w 198"/>
                <a:gd name="T55" fmla="*/ 59 h 79"/>
                <a:gd name="T56" fmla="*/ 70 w 198"/>
                <a:gd name="T57" fmla="*/ 79 h 79"/>
                <a:gd name="T58" fmla="*/ 74 w 198"/>
                <a:gd name="T59" fmla="*/ 79 h 79"/>
                <a:gd name="T60" fmla="*/ 181 w 198"/>
                <a:gd name="T61" fmla="*/ 64 h 79"/>
                <a:gd name="T62" fmla="*/ 141 w 198"/>
                <a:gd name="T63" fmla="*/ 57 h 79"/>
                <a:gd name="T64" fmla="*/ 139 w 198"/>
                <a:gd name="T65" fmla="*/ 55 h 79"/>
                <a:gd name="T66" fmla="*/ 142 w 198"/>
                <a:gd name="T67" fmla="*/ 41 h 79"/>
                <a:gd name="T68" fmla="*/ 141 w 198"/>
                <a:gd name="T69" fmla="*/ 15 h 79"/>
                <a:gd name="T70" fmla="*/ 140 w 198"/>
                <a:gd name="T71" fmla="*/ 14 h 79"/>
                <a:gd name="T72" fmla="*/ 136 w 198"/>
                <a:gd name="T73" fmla="*/ 18 h 79"/>
                <a:gd name="T74" fmla="*/ 140 w 198"/>
                <a:gd name="T75"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5"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4" name="Freeform 1521">
              <a:extLst>
                <a:ext uri="{FF2B5EF4-FFF2-40B4-BE49-F238E27FC236}">
                  <a16:creationId xmlns:a16="http://schemas.microsoft.com/office/drawing/2014/main" id="{098180C9-E658-4DFE-B4DD-E38BB335AEEF}"/>
                </a:ext>
              </a:extLst>
            </p:cNvPr>
            <p:cNvSpPr>
              <a:spLocks noEditPoints="1"/>
            </p:cNvSpPr>
            <p:nvPr userDrawn="1"/>
          </p:nvSpPr>
          <p:spPr bwMode="auto">
            <a:xfrm>
              <a:off x="3369860" y="4046940"/>
              <a:ext cx="387335" cy="156539"/>
            </a:xfrm>
            <a:custGeom>
              <a:avLst/>
              <a:gdLst>
                <a:gd name="T0" fmla="*/ 188 w 258"/>
                <a:gd name="T1" fmla="*/ 54 h 104"/>
                <a:gd name="T2" fmla="*/ 188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8 h 104"/>
                <a:gd name="T28" fmla="*/ 99 w 258"/>
                <a:gd name="T29" fmla="*/ 98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9 w 258"/>
                <a:gd name="T55" fmla="*/ 104 h 104"/>
                <a:gd name="T56" fmla="*/ 241 w 258"/>
                <a:gd name="T57" fmla="*/ 84 h 104"/>
                <a:gd name="T58" fmla="*/ 188 w 258"/>
                <a:gd name="T59" fmla="*/ 77 h 104"/>
                <a:gd name="T60" fmla="*/ 185 w 258"/>
                <a:gd name="T61" fmla="*/ 75 h 104"/>
                <a:gd name="T62" fmla="*/ 188 w 258"/>
                <a:gd name="T63" fmla="*/ 54 h 104"/>
                <a:gd name="T64" fmla="*/ 187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2"/>
                  </a:cubicBezTo>
                  <a:cubicBezTo>
                    <a:pt x="186" y="82"/>
                    <a:pt x="187" y="83"/>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4"/>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5" name="Freeform 1522">
              <a:extLst>
                <a:ext uri="{FF2B5EF4-FFF2-40B4-BE49-F238E27FC236}">
                  <a16:creationId xmlns:a16="http://schemas.microsoft.com/office/drawing/2014/main" id="{F636B9BF-2163-4C2A-9735-70C1B4000764}"/>
                </a:ext>
              </a:extLst>
            </p:cNvPr>
            <p:cNvSpPr>
              <a:spLocks noEditPoints="1"/>
            </p:cNvSpPr>
            <p:nvPr userDrawn="1"/>
          </p:nvSpPr>
          <p:spPr bwMode="auto">
            <a:xfrm>
              <a:off x="3036712" y="5227005"/>
              <a:ext cx="415432" cy="170588"/>
            </a:xfrm>
            <a:custGeom>
              <a:avLst/>
              <a:gdLst>
                <a:gd name="T0" fmla="*/ 100 w 276"/>
                <a:gd name="T1" fmla="*/ 6 h 112"/>
                <a:gd name="T2" fmla="*/ 190 w 276"/>
                <a:gd name="T3" fmla="*/ 23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4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3"/>
                  </a:cubicBezTo>
                  <a:cubicBezTo>
                    <a:pt x="192" y="23"/>
                    <a:pt x="194" y="24"/>
                    <a:pt x="195" y="25"/>
                  </a:cubicBezTo>
                  <a:cubicBezTo>
                    <a:pt x="195" y="25"/>
                    <a:pt x="195" y="25"/>
                    <a:pt x="196" y="25"/>
                  </a:cubicBezTo>
                  <a:cubicBezTo>
                    <a:pt x="199" y="29"/>
                    <a:pt x="200" y="34"/>
                    <a:pt x="200" y="39"/>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9"/>
                    <a:pt x="27" y="92"/>
                  </a:cubicBezTo>
                  <a:cubicBezTo>
                    <a:pt x="21" y="89"/>
                    <a:pt x="16" y="86"/>
                    <a:pt x="14" y="84"/>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9"/>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6" name="Freeform 1523">
              <a:extLst>
                <a:ext uri="{FF2B5EF4-FFF2-40B4-BE49-F238E27FC236}">
                  <a16:creationId xmlns:a16="http://schemas.microsoft.com/office/drawing/2014/main" id="{C4ECCA8B-C600-4C1A-99B6-59D6C8A7D7ED}"/>
                </a:ext>
              </a:extLst>
            </p:cNvPr>
            <p:cNvSpPr>
              <a:spLocks/>
            </p:cNvSpPr>
            <p:nvPr userDrawn="1"/>
          </p:nvSpPr>
          <p:spPr bwMode="auto">
            <a:xfrm>
              <a:off x="3068823" y="5241053"/>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7" name="Freeform 1524">
              <a:extLst>
                <a:ext uri="{FF2B5EF4-FFF2-40B4-BE49-F238E27FC236}">
                  <a16:creationId xmlns:a16="http://schemas.microsoft.com/office/drawing/2014/main" id="{DE367D8F-046D-42F7-AD08-903AA20CE9B5}"/>
                </a:ext>
              </a:extLst>
            </p:cNvPr>
            <p:cNvSpPr>
              <a:spLocks noEditPoints="1"/>
            </p:cNvSpPr>
            <p:nvPr userDrawn="1"/>
          </p:nvSpPr>
          <p:spPr bwMode="auto">
            <a:xfrm>
              <a:off x="3833456" y="5245067"/>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4 w 245"/>
                <a:gd name="T97" fmla="*/ 123 h 161"/>
                <a:gd name="T98" fmla="*/ 243 w 245"/>
                <a:gd name="T99" fmla="*/ 121 h 161"/>
                <a:gd name="T100" fmla="*/ 240 w 245"/>
                <a:gd name="T101" fmla="*/ 121 h 161"/>
                <a:gd name="T102" fmla="*/ 230 w 245"/>
                <a:gd name="T103" fmla="*/ 120 h 161"/>
                <a:gd name="T104" fmla="*/ 199 w 245"/>
                <a:gd name="T105" fmla="*/ 121 h 161"/>
                <a:gd name="T106" fmla="*/ 178 w 245"/>
                <a:gd name="T107" fmla="*/ 112 h 161"/>
                <a:gd name="T108" fmla="*/ 162 w 245"/>
                <a:gd name="T109" fmla="*/ 84 h 161"/>
                <a:gd name="T110" fmla="*/ 158 w 245"/>
                <a:gd name="T111" fmla="*/ 73 h 161"/>
                <a:gd name="T112" fmla="*/ 158 w 245"/>
                <a:gd name="T113" fmla="*/ 69 h 161"/>
                <a:gd name="T114" fmla="*/ 157 w 245"/>
                <a:gd name="T115" fmla="*/ 68 h 161"/>
                <a:gd name="T116" fmla="*/ 157 w 245"/>
                <a:gd name="T117" fmla="*/ 68 h 161"/>
                <a:gd name="T118" fmla="*/ 136 w 245"/>
                <a:gd name="T119" fmla="*/ 16 h 161"/>
                <a:gd name="T120" fmla="*/ 136 w 245"/>
                <a:gd name="T121" fmla="*/ 16 h 161"/>
                <a:gd name="T122" fmla="*/ 135 w 245"/>
                <a:gd name="T123" fmla="*/ 16 h 161"/>
                <a:gd name="T124" fmla="*/ 83 w 245"/>
                <a:gd name="T12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1"/>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5"/>
                    <a:pt x="245" y="124"/>
                    <a:pt x="244" y="123"/>
                  </a:cubicBezTo>
                  <a:cubicBezTo>
                    <a:pt x="244" y="123"/>
                    <a:pt x="244" y="123"/>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8" name="Freeform 1525">
              <a:extLst>
                <a:ext uri="{FF2B5EF4-FFF2-40B4-BE49-F238E27FC236}">
                  <a16:creationId xmlns:a16="http://schemas.microsoft.com/office/drawing/2014/main" id="{EEA93638-7FBA-4A3D-BC11-29D94EA81E4A}"/>
                </a:ext>
              </a:extLst>
            </p:cNvPr>
            <p:cNvSpPr>
              <a:spLocks/>
            </p:cNvSpPr>
            <p:nvPr userDrawn="1"/>
          </p:nvSpPr>
          <p:spPr bwMode="auto">
            <a:xfrm>
              <a:off x="3857539" y="5287212"/>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9" name="Freeform 1526">
              <a:extLst>
                <a:ext uri="{FF2B5EF4-FFF2-40B4-BE49-F238E27FC236}">
                  <a16:creationId xmlns:a16="http://schemas.microsoft.com/office/drawing/2014/main" id="{F1895604-39DB-446B-9547-7AFF6C43EE93}"/>
                </a:ext>
              </a:extLst>
            </p:cNvPr>
            <p:cNvSpPr>
              <a:spLocks noEditPoints="1"/>
            </p:cNvSpPr>
            <p:nvPr userDrawn="1"/>
          </p:nvSpPr>
          <p:spPr bwMode="auto">
            <a:xfrm>
              <a:off x="4206742" y="5728733"/>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20 w 354"/>
                <a:gd name="T65" fmla="*/ 0 h 231"/>
                <a:gd name="T66" fmla="*/ 120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7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20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5"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0" name="Freeform 1527">
              <a:extLst>
                <a:ext uri="{FF2B5EF4-FFF2-40B4-BE49-F238E27FC236}">
                  <a16:creationId xmlns:a16="http://schemas.microsoft.com/office/drawing/2014/main" id="{6FE740B0-0C31-41DB-A02F-1631F1615C0B}"/>
                </a:ext>
              </a:extLst>
            </p:cNvPr>
            <p:cNvSpPr>
              <a:spLocks noEditPoints="1"/>
            </p:cNvSpPr>
            <p:nvPr userDrawn="1"/>
          </p:nvSpPr>
          <p:spPr bwMode="auto">
            <a:xfrm>
              <a:off x="4549925" y="5130673"/>
              <a:ext cx="256885"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6"/>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1"/>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1" name="Freeform 1528">
              <a:extLst>
                <a:ext uri="{FF2B5EF4-FFF2-40B4-BE49-F238E27FC236}">
                  <a16:creationId xmlns:a16="http://schemas.microsoft.com/office/drawing/2014/main" id="{A2BFDF52-AE28-4A73-92DC-FEF4B754EF8B}"/>
                </a:ext>
              </a:extLst>
            </p:cNvPr>
            <p:cNvSpPr>
              <a:spLocks noEditPoints="1"/>
            </p:cNvSpPr>
            <p:nvPr userDrawn="1"/>
          </p:nvSpPr>
          <p:spPr bwMode="auto">
            <a:xfrm>
              <a:off x="5521270" y="5501952"/>
              <a:ext cx="254879" cy="200691"/>
            </a:xfrm>
            <a:custGeom>
              <a:avLst/>
              <a:gdLst>
                <a:gd name="T0" fmla="*/ 27 w 170"/>
                <a:gd name="T1" fmla="*/ 7 h 133"/>
                <a:gd name="T2" fmla="*/ 35 w 170"/>
                <a:gd name="T3" fmla="*/ 7 h 133"/>
                <a:gd name="T4" fmla="*/ 109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6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9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9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8"/>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2" name="Freeform 1529">
              <a:extLst>
                <a:ext uri="{FF2B5EF4-FFF2-40B4-BE49-F238E27FC236}">
                  <a16:creationId xmlns:a16="http://schemas.microsoft.com/office/drawing/2014/main" id="{B25331A8-CE9B-4B54-B799-39D25843ED52}"/>
                </a:ext>
              </a:extLst>
            </p:cNvPr>
            <p:cNvSpPr>
              <a:spLocks/>
            </p:cNvSpPr>
            <p:nvPr userDrawn="1"/>
          </p:nvSpPr>
          <p:spPr bwMode="auto">
            <a:xfrm>
              <a:off x="5585492" y="5700637"/>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3" name="Freeform 1530">
              <a:extLst>
                <a:ext uri="{FF2B5EF4-FFF2-40B4-BE49-F238E27FC236}">
                  <a16:creationId xmlns:a16="http://schemas.microsoft.com/office/drawing/2014/main" id="{3F65F9E3-5324-40EF-B10C-16722325B311}"/>
                </a:ext>
              </a:extLst>
            </p:cNvPr>
            <p:cNvSpPr>
              <a:spLocks noEditPoints="1"/>
            </p:cNvSpPr>
            <p:nvPr userDrawn="1"/>
          </p:nvSpPr>
          <p:spPr bwMode="auto">
            <a:xfrm>
              <a:off x="4272971" y="4273721"/>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3 w 188"/>
                <a:gd name="T15" fmla="*/ 64 h 162"/>
                <a:gd name="T16" fmla="*/ 182 w 188"/>
                <a:gd name="T17" fmla="*/ 75 h 162"/>
                <a:gd name="T18" fmla="*/ 159 w 188"/>
                <a:gd name="T19" fmla="*/ 98 h 162"/>
                <a:gd name="T20" fmla="*/ 144 w 188"/>
                <a:gd name="T21" fmla="*/ 112 h 162"/>
                <a:gd name="T22" fmla="*/ 138 w 188"/>
                <a:gd name="T23" fmla="*/ 134 h 162"/>
                <a:gd name="T24" fmla="*/ 115 w 188"/>
                <a:gd name="T25" fmla="*/ 137 h 162"/>
                <a:gd name="T26" fmla="*/ 106 w 188"/>
                <a:gd name="T27" fmla="*/ 131 h 162"/>
                <a:gd name="T28" fmla="*/ 74 w 188"/>
                <a:gd name="T29" fmla="*/ 148 h 162"/>
                <a:gd name="T30" fmla="*/ 38 w 188"/>
                <a:gd name="T31" fmla="*/ 113 h 162"/>
                <a:gd name="T32" fmla="*/ 12 w 188"/>
                <a:gd name="T33" fmla="*/ 110 h 162"/>
                <a:gd name="T34" fmla="*/ 14 w 188"/>
                <a:gd name="T35" fmla="*/ 86 h 162"/>
                <a:gd name="T36" fmla="*/ 17 w 188"/>
                <a:gd name="T37" fmla="*/ 48 h 162"/>
                <a:gd name="T38" fmla="*/ 53 w 188"/>
                <a:gd name="T39" fmla="*/ 30 h 162"/>
                <a:gd name="T40" fmla="*/ 66 w 188"/>
                <a:gd name="T41" fmla="*/ 15 h 162"/>
                <a:gd name="T42" fmla="*/ 63 w 188"/>
                <a:gd name="T43" fmla="*/ 9 h 162"/>
                <a:gd name="T44" fmla="*/ 61 w 188"/>
                <a:gd name="T45" fmla="*/ 19 h 162"/>
                <a:gd name="T46" fmla="*/ 53 w 188"/>
                <a:gd name="T47" fmla="*/ 24 h 162"/>
                <a:gd name="T48" fmla="*/ 36 w 188"/>
                <a:gd name="T49" fmla="*/ 21 h 162"/>
                <a:gd name="T50" fmla="*/ 16 w 188"/>
                <a:gd name="T51" fmla="*/ 32 h 162"/>
                <a:gd name="T52" fmla="*/ 13 w 188"/>
                <a:gd name="T53" fmla="*/ 60 h 162"/>
                <a:gd name="T54" fmla="*/ 5 w 188"/>
                <a:gd name="T55" fmla="*/ 83 h 162"/>
                <a:gd name="T56" fmla="*/ 2 w 188"/>
                <a:gd name="T57" fmla="*/ 84 h 162"/>
                <a:gd name="T58" fmla="*/ 13 w 188"/>
                <a:gd name="T59" fmla="*/ 117 h 162"/>
                <a:gd name="T60" fmla="*/ 28 w 188"/>
                <a:gd name="T61" fmla="*/ 117 h 162"/>
                <a:gd name="T62" fmla="*/ 41 w 188"/>
                <a:gd name="T63" fmla="*/ 137 h 162"/>
                <a:gd name="T64" fmla="*/ 40 w 188"/>
                <a:gd name="T65" fmla="*/ 140 h 162"/>
                <a:gd name="T66" fmla="*/ 92 w 188"/>
                <a:gd name="T67" fmla="*/ 151 h 162"/>
                <a:gd name="T68" fmla="*/ 106 w 188"/>
                <a:gd name="T69" fmla="*/ 137 h 162"/>
                <a:gd name="T70" fmla="*/ 110 w 188"/>
                <a:gd name="T71" fmla="*/ 140 h 162"/>
                <a:gd name="T72" fmla="*/ 123 w 188"/>
                <a:gd name="T73" fmla="*/ 146 h 162"/>
                <a:gd name="T74" fmla="*/ 145 w 188"/>
                <a:gd name="T75" fmla="*/ 136 h 162"/>
                <a:gd name="T76" fmla="*/ 172 w 188"/>
                <a:gd name="T77" fmla="*/ 155 h 162"/>
                <a:gd name="T78" fmla="*/ 183 w 188"/>
                <a:gd name="T79" fmla="*/ 162 h 162"/>
                <a:gd name="T80" fmla="*/ 187 w 188"/>
                <a:gd name="T81" fmla="*/ 159 h 162"/>
                <a:gd name="T82" fmla="*/ 165 w 188"/>
                <a:gd name="T83" fmla="*/ 124 h 162"/>
                <a:gd name="T84" fmla="*/ 179 w 188"/>
                <a:gd name="T85" fmla="*/ 96 h 162"/>
                <a:gd name="T86" fmla="*/ 180 w 188"/>
                <a:gd name="T87" fmla="*/ 59 h 162"/>
                <a:gd name="T88" fmla="*/ 172 w 188"/>
                <a:gd name="T89" fmla="*/ 58 h 162"/>
                <a:gd name="T90" fmla="*/ 160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3"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1"/>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9"/>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7" y="158"/>
                    <a:pt x="186" y="157"/>
                    <a:pt x="186" y="157"/>
                  </a:cubicBezTo>
                  <a:cubicBezTo>
                    <a:pt x="165" y="124"/>
                    <a:pt x="165" y="124"/>
                    <a:pt x="165" y="124"/>
                  </a:cubicBezTo>
                  <a:cubicBezTo>
                    <a:pt x="165" y="124"/>
                    <a:pt x="165" y="124"/>
                    <a:pt x="165" y="124"/>
                  </a:cubicBezTo>
                  <a:cubicBezTo>
                    <a:pt x="161" y="118"/>
                    <a:pt x="160" y="114"/>
                    <a:pt x="160" y="111"/>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2" y="58"/>
                    <a:pt x="172"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4" name="Freeform 1531">
              <a:extLst>
                <a:ext uri="{FF2B5EF4-FFF2-40B4-BE49-F238E27FC236}">
                  <a16:creationId xmlns:a16="http://schemas.microsoft.com/office/drawing/2014/main" id="{3C129C22-D977-48AF-BBE1-DE3F502C9939}"/>
                </a:ext>
              </a:extLst>
            </p:cNvPr>
            <p:cNvSpPr>
              <a:spLocks noEditPoints="1"/>
            </p:cNvSpPr>
            <p:nvPr userDrawn="1"/>
          </p:nvSpPr>
          <p:spPr bwMode="auto">
            <a:xfrm>
              <a:off x="2882179" y="3812131"/>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19 w 130"/>
                <a:gd name="T21" fmla="*/ 62 h 112"/>
                <a:gd name="T22" fmla="*/ 99 w 130"/>
                <a:gd name="T23" fmla="*/ 75 h 112"/>
                <a:gd name="T24" fmla="*/ 94 w 130"/>
                <a:gd name="T25" fmla="*/ 91 h 112"/>
                <a:gd name="T26" fmla="*/ 80 w 130"/>
                <a:gd name="T27" fmla="*/ 93 h 112"/>
                <a:gd name="T28" fmla="*/ 74 w 130"/>
                <a:gd name="T29" fmla="*/ 88 h 112"/>
                <a:gd name="T30" fmla="*/ 52 w 130"/>
                <a:gd name="T31" fmla="*/ 100 h 112"/>
                <a:gd name="T32" fmla="*/ 28 w 130"/>
                <a:gd name="T33" fmla="*/ 76 h 112"/>
                <a:gd name="T34" fmla="*/ 10 w 130"/>
                <a:gd name="T35" fmla="*/ 74 h 112"/>
                <a:gd name="T36" fmla="*/ 12 w 130"/>
                <a:gd name="T37" fmla="*/ 60 h 112"/>
                <a:gd name="T38" fmla="*/ 14 w 130"/>
                <a:gd name="T39" fmla="*/ 33 h 112"/>
                <a:gd name="T40" fmla="*/ 37 w 130"/>
                <a:gd name="T41" fmla="*/ 22 h 112"/>
                <a:gd name="T42" fmla="*/ 47 w 130"/>
                <a:gd name="T43" fmla="*/ 11 h 112"/>
                <a:gd name="T44" fmla="*/ 43 w 130"/>
                <a:gd name="T45" fmla="*/ 6 h 112"/>
                <a:gd name="T46" fmla="*/ 42 w 130"/>
                <a:gd name="T47" fmla="*/ 14 h 112"/>
                <a:gd name="T48" fmla="*/ 37 w 130"/>
                <a:gd name="T49" fmla="*/ 16 h 112"/>
                <a:gd name="T50" fmla="*/ 27 w 130"/>
                <a:gd name="T51" fmla="*/ 14 h 112"/>
                <a:gd name="T52" fmla="*/ 11 w 130"/>
                <a:gd name="T53" fmla="*/ 22 h 112"/>
                <a:gd name="T54" fmla="*/ 10 w 130"/>
                <a:gd name="T55" fmla="*/ 41 h 112"/>
                <a:gd name="T56" fmla="*/ 5 w 130"/>
                <a:gd name="T57" fmla="*/ 56 h 112"/>
                <a:gd name="T58" fmla="*/ 4 w 130"/>
                <a:gd name="T59" fmla="*/ 56 h 112"/>
                <a:gd name="T60" fmla="*/ 3 w 130"/>
                <a:gd name="T61" fmla="*/ 75 h 112"/>
                <a:gd name="T62" fmla="*/ 16 w 130"/>
                <a:gd name="T63" fmla="*/ 82 h 112"/>
                <a:gd name="T64" fmla="*/ 28 w 130"/>
                <a:gd name="T65" fmla="*/ 91 h 112"/>
                <a:gd name="T66" fmla="*/ 28 w 130"/>
                <a:gd name="T67" fmla="*/ 94 h 112"/>
                <a:gd name="T68" fmla="*/ 52 w 130"/>
                <a:gd name="T69" fmla="*/ 106 h 112"/>
                <a:gd name="T70" fmla="*/ 71 w 130"/>
                <a:gd name="T71" fmla="*/ 96 h 112"/>
                <a:gd name="T72" fmla="*/ 75 w 130"/>
                <a:gd name="T73" fmla="*/ 96 h 112"/>
                <a:gd name="T74" fmla="*/ 85 w 130"/>
                <a:gd name="T75" fmla="*/ 100 h 112"/>
                <a:gd name="T76" fmla="*/ 101 w 130"/>
                <a:gd name="T77" fmla="*/ 93 h 112"/>
                <a:gd name="T78" fmla="*/ 118 w 130"/>
                <a:gd name="T79" fmla="*/ 107 h 112"/>
                <a:gd name="T80" fmla="*/ 126 w 130"/>
                <a:gd name="T81" fmla="*/ 112 h 112"/>
                <a:gd name="T82" fmla="*/ 129 w 130"/>
                <a:gd name="T83" fmla="*/ 107 h 112"/>
                <a:gd name="T84" fmla="*/ 111 w 130"/>
                <a:gd name="T85" fmla="*/ 75 h 112"/>
                <a:gd name="T86" fmla="*/ 124 w 130"/>
                <a:gd name="T87" fmla="*/ 66 h 112"/>
                <a:gd name="T88" fmla="*/ 124 w 130"/>
                <a:gd name="T89" fmla="*/ 40 h 112"/>
                <a:gd name="T90" fmla="*/ 118 w 130"/>
                <a:gd name="T91" fmla="*/ 39 h 112"/>
                <a:gd name="T92" fmla="*/ 109 w 130"/>
                <a:gd name="T93" fmla="*/ 35 h 112"/>
                <a:gd name="T94" fmla="*/ 95 w 130"/>
                <a:gd name="T95" fmla="*/ 5 h 112"/>
                <a:gd name="T96" fmla="*/ 65 w 130"/>
                <a:gd name="T97"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9" y="62"/>
                    <a:pt x="119" y="62"/>
                    <a:pt x="119" y="62"/>
                  </a:cubicBezTo>
                  <a:cubicBezTo>
                    <a:pt x="115" y="63"/>
                    <a:pt x="112" y="64"/>
                    <a:pt x="109" y="66"/>
                  </a:cubicBezTo>
                  <a:cubicBezTo>
                    <a:pt x="106" y="68"/>
                    <a:pt x="105" y="72"/>
                    <a:pt x="105" y="75"/>
                  </a:cubicBezTo>
                  <a:cubicBezTo>
                    <a:pt x="105" y="79"/>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3"/>
                    <a:pt x="8" y="71"/>
                  </a:cubicBezTo>
                  <a:cubicBezTo>
                    <a:pt x="7" y="70"/>
                    <a:pt x="6" y="69"/>
                    <a:pt x="6" y="67"/>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20"/>
                    <a:pt x="46" y="19"/>
                    <a:pt x="47" y="17"/>
                  </a:cubicBezTo>
                  <a:cubicBezTo>
                    <a:pt x="47" y="16"/>
                    <a:pt x="48" y="15"/>
                    <a:pt x="48" y="14"/>
                  </a:cubicBezTo>
                  <a:cubicBezTo>
                    <a:pt x="48" y="13"/>
                    <a:pt x="47" y="12"/>
                    <a:pt x="47" y="11"/>
                  </a:cubicBezTo>
                  <a:moveTo>
                    <a:pt x="54" y="0"/>
                  </a:moveTo>
                  <a:cubicBezTo>
                    <a:pt x="54" y="0"/>
                    <a:pt x="54" y="0"/>
                    <a:pt x="54" y="0"/>
                  </a:cubicBezTo>
                  <a:cubicBezTo>
                    <a:pt x="52" y="0"/>
                    <a:pt x="50" y="1"/>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5"/>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7"/>
                  </a:cubicBezTo>
                  <a:cubicBezTo>
                    <a:pt x="0" y="70"/>
                    <a:pt x="1" y="73"/>
                    <a:pt x="3" y="75"/>
                  </a:cubicBezTo>
                  <a:cubicBezTo>
                    <a:pt x="5" y="78"/>
                    <a:pt x="8" y="80"/>
                    <a:pt x="10" y="81"/>
                  </a:cubicBezTo>
                  <a:cubicBezTo>
                    <a:pt x="13" y="81"/>
                    <a:pt x="14" y="82"/>
                    <a:pt x="15" y="82"/>
                  </a:cubicBezTo>
                  <a:cubicBezTo>
                    <a:pt x="15" y="82"/>
                    <a:pt x="15" y="82"/>
                    <a:pt x="15" y="82"/>
                  </a:cubicBezTo>
                  <a:cubicBezTo>
                    <a:pt x="16" y="82"/>
                    <a:pt x="16" y="82"/>
                    <a:pt x="16" y="82"/>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7"/>
                    <a:pt x="118" y="107"/>
                    <a:pt x="118" y="107"/>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2"/>
                    <a:pt x="128" y="111"/>
                  </a:cubicBezTo>
                  <a:cubicBezTo>
                    <a:pt x="129" y="111"/>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9"/>
                    <a:pt x="119" y="68"/>
                  </a:cubicBezTo>
                  <a:cubicBezTo>
                    <a:pt x="119" y="68"/>
                    <a:pt x="119" y="68"/>
                    <a:pt x="119" y="68"/>
                  </a:cubicBezTo>
                  <a:cubicBezTo>
                    <a:pt x="121" y="68"/>
                    <a:pt x="123" y="68"/>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8" y="39"/>
                    <a:pt x="118" y="39"/>
                  </a:cubicBezTo>
                  <a:cubicBezTo>
                    <a:pt x="118" y="39"/>
                    <a:pt x="117" y="39"/>
                    <a:pt x="116" y="39"/>
                  </a:cubicBezTo>
                  <a:cubicBezTo>
                    <a:pt x="113" y="39"/>
                    <a:pt x="111" y="38"/>
                    <a:pt x="111" y="38"/>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1"/>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5" name="Freeform 1532">
              <a:extLst>
                <a:ext uri="{FF2B5EF4-FFF2-40B4-BE49-F238E27FC236}">
                  <a16:creationId xmlns:a16="http://schemas.microsoft.com/office/drawing/2014/main" id="{DF0CAFB3-444D-47BF-9F8A-4DE9F8FA199B}"/>
                </a:ext>
              </a:extLst>
            </p:cNvPr>
            <p:cNvSpPr>
              <a:spLocks noEditPoints="1"/>
            </p:cNvSpPr>
            <p:nvPr userDrawn="1"/>
          </p:nvSpPr>
          <p:spPr bwMode="auto">
            <a:xfrm>
              <a:off x="4983418" y="4315867"/>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8 h 162"/>
                <a:gd name="T10" fmla="*/ 169 w 188"/>
                <a:gd name="T11" fmla="*/ 54 h 162"/>
                <a:gd name="T12" fmla="*/ 167 w 188"/>
                <a:gd name="T13" fmla="*/ 80 h 162"/>
                <a:gd name="T14" fmla="*/ 179 w 188"/>
                <a:gd name="T15" fmla="*/ 105 h 162"/>
                <a:gd name="T16" fmla="*/ 159 w 188"/>
                <a:gd name="T17" fmla="*/ 111 h 162"/>
                <a:gd name="T18" fmla="*/ 141 w 188"/>
                <a:gd name="T19" fmla="*/ 133 h 162"/>
                <a:gd name="T20" fmla="*/ 99 w 188"/>
                <a:gd name="T21" fmla="*/ 146 h 162"/>
                <a:gd name="T22" fmla="*/ 81 w 188"/>
                <a:gd name="T23" fmla="*/ 131 h 162"/>
                <a:gd name="T24" fmla="*/ 72 w 188"/>
                <a:gd name="T25" fmla="*/ 137 h 162"/>
                <a:gd name="T26" fmla="*/ 49 w 188"/>
                <a:gd name="T27" fmla="*/ 134 h 162"/>
                <a:gd name="T28" fmla="*/ 45 w 188"/>
                <a:gd name="T29" fmla="*/ 112 h 162"/>
                <a:gd name="T30" fmla="*/ 34 w 188"/>
                <a:gd name="T31" fmla="*/ 110 h 162"/>
                <a:gd name="T32" fmla="*/ 8 w 188"/>
                <a:gd name="T33" fmla="*/ 85 h 162"/>
                <a:gd name="T34" fmla="*/ 13 w 188"/>
                <a:gd name="T35" fmla="*/ 64 h 162"/>
                <a:gd name="T36" fmla="*/ 36 w 188"/>
                <a:gd name="T37" fmla="*/ 51 h 162"/>
                <a:gd name="T38" fmla="*/ 52 w 188"/>
                <a:gd name="T39" fmla="*/ 13 h 162"/>
                <a:gd name="T40" fmla="*/ 92 w 188"/>
                <a:gd name="T41" fmla="*/ 22 h 162"/>
                <a:gd name="T42" fmla="*/ 94 w 188"/>
                <a:gd name="T43" fmla="*/ 25 h 162"/>
                <a:gd name="T44" fmla="*/ 105 w 188"/>
                <a:gd name="T45" fmla="*/ 2 h 162"/>
                <a:gd name="T46" fmla="*/ 64 w 188"/>
                <a:gd name="T47" fmla="*/ 4 h 162"/>
                <a:gd name="T48" fmla="*/ 24 w 188"/>
                <a:gd name="T49" fmla="*/ 36 h 162"/>
                <a:gd name="T50" fmla="*/ 18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2 h 162"/>
                <a:gd name="T62" fmla="*/ 15 w 188"/>
                <a:gd name="T63" fmla="*/ 155 h 162"/>
                <a:gd name="T64" fmla="*/ 43 w 188"/>
                <a:gd name="T65" fmla="*/ 134 h 162"/>
                <a:gd name="T66" fmla="*/ 64 w 188"/>
                <a:gd name="T67" fmla="*/ 146 h 162"/>
                <a:gd name="T68" fmla="*/ 78 w 188"/>
                <a:gd name="T69" fmla="*/ 140 h 162"/>
                <a:gd name="T70" fmla="*/ 79 w 188"/>
                <a:gd name="T71" fmla="*/ 138 h 162"/>
                <a:gd name="T72" fmla="*/ 94 w 188"/>
                <a:gd name="T73" fmla="*/ 150 h 162"/>
                <a:gd name="T74" fmla="*/ 146 w 188"/>
                <a:gd name="T75" fmla="*/ 141 h 162"/>
                <a:gd name="T76" fmla="*/ 147 w 188"/>
                <a:gd name="T77" fmla="*/ 133 h 162"/>
                <a:gd name="T78" fmla="*/ 159 w 188"/>
                <a:gd name="T79" fmla="*/ 117 h 162"/>
                <a:gd name="T80" fmla="*/ 178 w 188"/>
                <a:gd name="T81" fmla="*/ 115 h 162"/>
                <a:gd name="T82" fmla="*/ 185 w 188"/>
                <a:gd name="T83" fmla="*/ 84 h 162"/>
                <a:gd name="T84" fmla="*/ 171 w 188"/>
                <a:gd name="T85" fmla="*/ 77 h 162"/>
                <a:gd name="T86" fmla="*/ 174 w 188"/>
                <a:gd name="T87" fmla="*/ 59 h 162"/>
                <a:gd name="T88" fmla="*/ 152 w 188"/>
                <a:gd name="T89" fmla="*/ 20 h 162"/>
                <a:gd name="T90" fmla="*/ 134 w 188"/>
                <a:gd name="T91" fmla="*/ 23 h 162"/>
                <a:gd name="T92" fmla="*/ 127 w 188"/>
                <a:gd name="T93" fmla="*/ 19 h 162"/>
                <a:gd name="T94" fmla="*/ 122 w 188"/>
                <a:gd name="T95" fmla="*/ 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8"/>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3"/>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5"/>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50" y="127"/>
                    <a:pt x="50" y="125"/>
                  </a:cubicBezTo>
                  <a:cubicBezTo>
                    <a:pt x="50"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3"/>
                    <a:pt x="13" y="92"/>
                    <a:pt x="12" y="91"/>
                  </a:cubicBezTo>
                  <a:cubicBezTo>
                    <a:pt x="10" y="90"/>
                    <a:pt x="9" y="88"/>
                    <a:pt x="8" y="85"/>
                  </a:cubicBezTo>
                  <a:cubicBezTo>
                    <a:pt x="6" y="82"/>
                    <a:pt x="6" y="78"/>
                    <a:pt x="6" y="75"/>
                  </a:cubicBezTo>
                  <a:cubicBezTo>
                    <a:pt x="6" y="72"/>
                    <a:pt x="7"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2"/>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8"/>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9"/>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6" name="Freeform 1533">
              <a:extLst>
                <a:ext uri="{FF2B5EF4-FFF2-40B4-BE49-F238E27FC236}">
                  <a16:creationId xmlns:a16="http://schemas.microsoft.com/office/drawing/2014/main" id="{C18C9A85-0462-4434-B58F-BABDEAF92B51}"/>
                </a:ext>
              </a:extLst>
            </p:cNvPr>
            <p:cNvSpPr>
              <a:spLocks noEditPoints="1"/>
            </p:cNvSpPr>
            <p:nvPr userDrawn="1"/>
          </p:nvSpPr>
          <p:spPr bwMode="auto">
            <a:xfrm>
              <a:off x="4413455" y="5413647"/>
              <a:ext cx="282975" cy="242837"/>
            </a:xfrm>
            <a:custGeom>
              <a:avLst/>
              <a:gdLst>
                <a:gd name="T0" fmla="*/ 105 w 188"/>
                <a:gd name="T1" fmla="*/ 9 h 162"/>
                <a:gd name="T2" fmla="*/ 114 w 188"/>
                <a:gd name="T3" fmla="*/ 7 h 162"/>
                <a:gd name="T4" fmla="*/ 122 w 188"/>
                <a:gd name="T5" fmla="*/ 24 h 162"/>
                <a:gd name="T6" fmla="*/ 152 w 188"/>
                <a:gd name="T7" fmla="*/ 26 h 162"/>
                <a:gd name="T8" fmla="*/ 169 w 188"/>
                <a:gd name="T9" fmla="*/ 56 h 162"/>
                <a:gd name="T10" fmla="*/ 177 w 188"/>
                <a:gd name="T11" fmla="*/ 87 h 162"/>
                <a:gd name="T12" fmla="*/ 172 w 188"/>
                <a:gd name="T13" fmla="*/ 111 h 162"/>
                <a:gd name="T14" fmla="*/ 159 w 188"/>
                <a:gd name="T15" fmla="*/ 110 h 162"/>
                <a:gd name="T16" fmla="*/ 141 w 188"/>
                <a:gd name="T17" fmla="*/ 137 h 162"/>
                <a:gd name="T18" fmla="*/ 99 w 188"/>
                <a:gd name="T19" fmla="*/ 145 h 162"/>
                <a:gd name="T20" fmla="*/ 81 w 188"/>
                <a:gd name="T21" fmla="*/ 131 h 162"/>
                <a:gd name="T22" fmla="*/ 65 w 188"/>
                <a:gd name="T23" fmla="*/ 139 h 162"/>
                <a:gd name="T24" fmla="*/ 49 w 188"/>
                <a:gd name="T25" fmla="*/ 133 h 162"/>
                <a:gd name="T26" fmla="*/ 44 w 188"/>
                <a:gd name="T27" fmla="*/ 111 h 162"/>
                <a:gd name="T28" fmla="*/ 28 w 188"/>
                <a:gd name="T29" fmla="*/ 97 h 162"/>
                <a:gd name="T30" fmla="*/ 6 w 188"/>
                <a:gd name="T31" fmla="*/ 75 h 162"/>
                <a:gd name="T32" fmla="*/ 15 w 188"/>
                <a:gd name="T33" fmla="*/ 63 h 162"/>
                <a:gd name="T34" fmla="*/ 31 w 188"/>
                <a:gd name="T35" fmla="*/ 60 h 162"/>
                <a:gd name="T36" fmla="*/ 35 w 188"/>
                <a:gd name="T37" fmla="*/ 24 h 162"/>
                <a:gd name="T38" fmla="*/ 85 w 188"/>
                <a:gd name="T39" fmla="*/ 17 h 162"/>
                <a:gd name="T40" fmla="*/ 94 w 188"/>
                <a:gd name="T41" fmla="*/ 24 h 162"/>
                <a:gd name="T42" fmla="*/ 110 w 188"/>
                <a:gd name="T43" fmla="*/ 0 h 162"/>
                <a:gd name="T44" fmla="*/ 89 w 188"/>
                <a:gd name="T45" fmla="*/ 12 h 162"/>
                <a:gd name="T46" fmla="*/ 30 w 188"/>
                <a:gd name="T47" fmla="*/ 20 h 162"/>
                <a:gd name="T48" fmla="*/ 28 w 188"/>
                <a:gd name="T49" fmla="*/ 55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1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5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1"/>
                  </a:cubicBezTo>
                  <a:cubicBezTo>
                    <a:pt x="171" y="111"/>
                    <a:pt x="170" y="111"/>
                    <a:pt x="169" y="111"/>
                  </a:cubicBezTo>
                  <a:cubicBezTo>
                    <a:pt x="168" y="112"/>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6"/>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9"/>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7"/>
                    <a:pt x="28" y="127"/>
                    <a:pt x="28" y="127"/>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5" y="63"/>
                    <a:pt x="15" y="63"/>
                    <a:pt x="15" y="63"/>
                  </a:cubicBezTo>
                  <a:cubicBezTo>
                    <a:pt x="16" y="64"/>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6"/>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1"/>
                    <a:pt x="43" y="121"/>
                    <a:pt x="43" y="121"/>
                  </a:cubicBezTo>
                  <a:cubicBezTo>
                    <a:pt x="44"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7" name="Freeform 1534">
              <a:extLst>
                <a:ext uri="{FF2B5EF4-FFF2-40B4-BE49-F238E27FC236}">
                  <a16:creationId xmlns:a16="http://schemas.microsoft.com/office/drawing/2014/main" id="{86F852B1-5FAA-47A7-B0DD-10C68DAAD282}"/>
                </a:ext>
              </a:extLst>
            </p:cNvPr>
            <p:cNvSpPr>
              <a:spLocks noEditPoints="1"/>
            </p:cNvSpPr>
            <p:nvPr userDrawn="1"/>
          </p:nvSpPr>
          <p:spPr bwMode="auto">
            <a:xfrm>
              <a:off x="5760092" y="5214964"/>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4 w 243"/>
                <a:gd name="T33" fmla="*/ 181 h 208"/>
                <a:gd name="T34" fmla="*/ 63 w 243"/>
                <a:gd name="T35" fmla="*/ 173 h 208"/>
                <a:gd name="T36" fmla="*/ 62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9 w 243"/>
                <a:gd name="T73" fmla="*/ 126 h 208"/>
                <a:gd name="T74" fmla="*/ 30 w 243"/>
                <a:gd name="T75" fmla="*/ 160 h 208"/>
                <a:gd name="T76" fmla="*/ 2 w 243"/>
                <a:gd name="T77" fmla="*/ 203 h 208"/>
                <a:gd name="T78" fmla="*/ 1 w 243"/>
                <a:gd name="T79" fmla="*/ 205 h 208"/>
                <a:gd name="T80" fmla="*/ 4 w 243"/>
                <a:gd name="T81" fmla="*/ 208 h 208"/>
                <a:gd name="T82" fmla="*/ 19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7 w 243"/>
                <a:gd name="T117" fmla="*/ 26 h 208"/>
                <a:gd name="T118" fmla="*/ 174 w 243"/>
                <a:gd name="T119" fmla="*/ 30 h 208"/>
                <a:gd name="T120" fmla="*/ 164 w 243"/>
                <a:gd name="T121" fmla="*/ 27 h 208"/>
                <a:gd name="T122" fmla="*/ 165 w 243"/>
                <a:gd name="T123" fmla="*/ 17 h 208"/>
                <a:gd name="T124" fmla="*/ 152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1" y="70"/>
                    <a:pt x="220" y="71"/>
                    <a:pt x="220" y="72"/>
                  </a:cubicBezTo>
                  <a:cubicBezTo>
                    <a:pt x="220" y="72"/>
                    <a:pt x="220" y="72"/>
                    <a:pt x="220" y="72"/>
                  </a:cubicBezTo>
                  <a:cubicBezTo>
                    <a:pt x="215" y="80"/>
                    <a:pt x="213" y="86"/>
                    <a:pt x="213" y="91"/>
                  </a:cubicBezTo>
                  <a:cubicBezTo>
                    <a:pt x="213" y="96"/>
                    <a:pt x="215" y="100"/>
                    <a:pt x="217" y="103"/>
                  </a:cubicBezTo>
                  <a:cubicBezTo>
                    <a:pt x="221" y="107"/>
                    <a:pt x="226" y="110"/>
                    <a:pt x="229" y="112"/>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90"/>
                    <a:pt x="129" y="189"/>
                    <a:pt x="128" y="189"/>
                  </a:cubicBezTo>
                  <a:cubicBezTo>
                    <a:pt x="127" y="189"/>
                    <a:pt x="127" y="189"/>
                    <a:pt x="127" y="189"/>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8" name="Freeform 1535">
              <a:extLst>
                <a:ext uri="{FF2B5EF4-FFF2-40B4-BE49-F238E27FC236}">
                  <a16:creationId xmlns:a16="http://schemas.microsoft.com/office/drawing/2014/main" id="{E69B3C42-561E-4997-BA6C-104840B1FD2F}"/>
                </a:ext>
              </a:extLst>
            </p:cNvPr>
            <p:cNvSpPr>
              <a:spLocks/>
            </p:cNvSpPr>
            <p:nvPr userDrawn="1"/>
          </p:nvSpPr>
          <p:spPr bwMode="auto">
            <a:xfrm>
              <a:off x="5762100" y="5524028"/>
              <a:ext cx="2008"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9" name="Freeform 1536">
              <a:extLst>
                <a:ext uri="{FF2B5EF4-FFF2-40B4-BE49-F238E27FC236}">
                  <a16:creationId xmlns:a16="http://schemas.microsoft.com/office/drawing/2014/main" id="{6CDAA9D9-C807-4B9E-8673-4EC387D53472}"/>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close/>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0" name="Freeform 1537">
              <a:extLst>
                <a:ext uri="{FF2B5EF4-FFF2-40B4-BE49-F238E27FC236}">
                  <a16:creationId xmlns:a16="http://schemas.microsoft.com/office/drawing/2014/main" id="{D0FB904A-ED2E-43A9-B72E-F01BEAC64FCF}"/>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1" name="Freeform 1538">
              <a:extLst>
                <a:ext uri="{FF2B5EF4-FFF2-40B4-BE49-F238E27FC236}">
                  <a16:creationId xmlns:a16="http://schemas.microsoft.com/office/drawing/2014/main" id="{DB129388-37A3-438E-A553-4DE26C137427}"/>
                </a:ext>
              </a:extLst>
            </p:cNvPr>
            <p:cNvSpPr>
              <a:spLocks noEditPoints="1"/>
            </p:cNvSpPr>
            <p:nvPr userDrawn="1"/>
          </p:nvSpPr>
          <p:spPr bwMode="auto">
            <a:xfrm>
              <a:off x="6181544" y="5100569"/>
              <a:ext cx="152525" cy="146505"/>
            </a:xfrm>
            <a:custGeom>
              <a:avLst/>
              <a:gdLst>
                <a:gd name="T0" fmla="*/ 87 w 101"/>
                <a:gd name="T1" fmla="*/ 49 h 98"/>
                <a:gd name="T2" fmla="*/ 87 w 101"/>
                <a:gd name="T3" fmla="*/ 49 h 98"/>
                <a:gd name="T4" fmla="*/ 87 w 101"/>
                <a:gd name="T5" fmla="*/ 49 h 98"/>
                <a:gd name="T6" fmla="*/ 50 w 101"/>
                <a:gd name="T7" fmla="*/ 26 h 98"/>
                <a:gd name="T8" fmla="*/ 59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59 w 101"/>
                <a:gd name="T23" fmla="*/ 70 h 98"/>
                <a:gd name="T24" fmla="*/ 50 w 101"/>
                <a:gd name="T25" fmla="*/ 72 h 98"/>
                <a:gd name="T26" fmla="*/ 41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3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7"/>
                    <a:pt x="84" y="17"/>
                    <a:pt x="84"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2" name="Freeform 1539">
              <a:extLst>
                <a:ext uri="{FF2B5EF4-FFF2-40B4-BE49-F238E27FC236}">
                  <a16:creationId xmlns:a16="http://schemas.microsoft.com/office/drawing/2014/main" id="{0C87CF1A-2C38-4DBC-B228-9D8D53E8F36B}"/>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close/>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close/>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3" name="Freeform 1540">
              <a:extLst>
                <a:ext uri="{FF2B5EF4-FFF2-40B4-BE49-F238E27FC236}">
                  <a16:creationId xmlns:a16="http://schemas.microsoft.com/office/drawing/2014/main" id="{E39EDCF0-3889-4D3B-AE8F-0B69FF1C4C13}"/>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4" name="Freeform 1541">
              <a:extLst>
                <a:ext uri="{FF2B5EF4-FFF2-40B4-BE49-F238E27FC236}">
                  <a16:creationId xmlns:a16="http://schemas.microsoft.com/office/drawing/2014/main" id="{84402AF8-9277-40C4-AF8B-8EA42D68E2C4}"/>
                </a:ext>
              </a:extLst>
            </p:cNvPr>
            <p:cNvSpPr>
              <a:spLocks noEditPoints="1"/>
            </p:cNvSpPr>
            <p:nvPr userDrawn="1"/>
          </p:nvSpPr>
          <p:spPr bwMode="auto">
            <a:xfrm>
              <a:off x="5956770" y="4069016"/>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5" name="Freeform 1542">
              <a:extLst>
                <a:ext uri="{FF2B5EF4-FFF2-40B4-BE49-F238E27FC236}">
                  <a16:creationId xmlns:a16="http://schemas.microsoft.com/office/drawing/2014/main" id="{0D09B260-B1B6-41DC-AEA9-B145C3EE0ABB}"/>
                </a:ext>
              </a:extLst>
            </p:cNvPr>
            <p:cNvSpPr>
              <a:spLocks noEditPoints="1"/>
            </p:cNvSpPr>
            <p:nvPr userDrawn="1"/>
          </p:nvSpPr>
          <p:spPr bwMode="auto">
            <a:xfrm>
              <a:off x="5952756" y="4165348"/>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5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6" name="Freeform 1543">
              <a:extLst>
                <a:ext uri="{FF2B5EF4-FFF2-40B4-BE49-F238E27FC236}">
                  <a16:creationId xmlns:a16="http://schemas.microsoft.com/office/drawing/2014/main" id="{10CA56BC-4498-4C9B-95EC-80BBC2172D1B}"/>
                </a:ext>
              </a:extLst>
            </p:cNvPr>
            <p:cNvSpPr>
              <a:spLocks/>
            </p:cNvSpPr>
            <p:nvPr userDrawn="1"/>
          </p:nvSpPr>
          <p:spPr bwMode="auto">
            <a:xfrm>
              <a:off x="5970819" y="4167355"/>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7" name="Freeform 1544">
              <a:extLst>
                <a:ext uri="{FF2B5EF4-FFF2-40B4-BE49-F238E27FC236}">
                  <a16:creationId xmlns:a16="http://schemas.microsoft.com/office/drawing/2014/main" id="{2A073C29-DB4D-4903-80E4-60B1BCF5F2E4}"/>
                </a:ext>
              </a:extLst>
            </p:cNvPr>
            <p:cNvSpPr>
              <a:spLocks noEditPoints="1"/>
            </p:cNvSpPr>
            <p:nvPr userDrawn="1"/>
          </p:nvSpPr>
          <p:spPr bwMode="auto">
            <a:xfrm>
              <a:off x="5938708" y="4185417"/>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8" name="Freeform 1545">
              <a:extLst>
                <a:ext uri="{FF2B5EF4-FFF2-40B4-BE49-F238E27FC236}">
                  <a16:creationId xmlns:a16="http://schemas.microsoft.com/office/drawing/2014/main" id="{B4140DAD-8956-42A9-B581-A56B675C6427}"/>
                </a:ext>
              </a:extLst>
            </p:cNvPr>
            <p:cNvSpPr>
              <a:spLocks/>
            </p:cNvSpPr>
            <p:nvPr userDrawn="1"/>
          </p:nvSpPr>
          <p:spPr bwMode="auto">
            <a:xfrm>
              <a:off x="5954764" y="4187424"/>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9" name="Freeform 1546">
              <a:extLst>
                <a:ext uri="{FF2B5EF4-FFF2-40B4-BE49-F238E27FC236}">
                  <a16:creationId xmlns:a16="http://schemas.microsoft.com/office/drawing/2014/main" id="{F5362300-7A8E-41EF-A08A-B88FDA208BCA}"/>
                </a:ext>
              </a:extLst>
            </p:cNvPr>
            <p:cNvSpPr>
              <a:spLocks noEditPoints="1"/>
            </p:cNvSpPr>
            <p:nvPr userDrawn="1"/>
          </p:nvSpPr>
          <p:spPr bwMode="auto">
            <a:xfrm>
              <a:off x="5942722" y="4207493"/>
              <a:ext cx="20069"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6 w 13"/>
                <a:gd name="T15" fmla="*/ 7 h 13"/>
                <a:gd name="T16" fmla="*/ 6 w 13"/>
                <a:gd name="T17" fmla="*/ 7 h 13"/>
                <a:gd name="T18" fmla="*/ 6 w 13"/>
                <a:gd name="T19" fmla="*/ 7 h 13"/>
                <a:gd name="T20" fmla="*/ 8 w 13"/>
                <a:gd name="T21" fmla="*/ 0 h 13"/>
                <a:gd name="T22" fmla="*/ 5 w 13"/>
                <a:gd name="T23" fmla="*/ 1 h 13"/>
                <a:gd name="T24" fmla="*/ 5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3 w 13"/>
                <a:gd name="T43" fmla="*/ 7 h 13"/>
                <a:gd name="T44" fmla="*/ 12 w 13"/>
                <a:gd name="T45" fmla="*/ 3 h 13"/>
                <a:gd name="T46" fmla="*/ 12 w 13"/>
                <a:gd name="T47" fmla="*/ 3 h 13"/>
                <a:gd name="T48" fmla="*/ 8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0" name="Freeform 1547">
              <a:extLst>
                <a:ext uri="{FF2B5EF4-FFF2-40B4-BE49-F238E27FC236}">
                  <a16:creationId xmlns:a16="http://schemas.microsoft.com/office/drawing/2014/main" id="{19AE22C7-0E97-4335-83CB-8F19FDAE0E2E}"/>
                </a:ext>
              </a:extLst>
            </p:cNvPr>
            <p:cNvSpPr>
              <a:spLocks/>
            </p:cNvSpPr>
            <p:nvPr userDrawn="1"/>
          </p:nvSpPr>
          <p:spPr bwMode="auto">
            <a:xfrm>
              <a:off x="5948742" y="4207493"/>
              <a:ext cx="6021" cy="0"/>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1" name="Freeform 1548">
              <a:extLst>
                <a:ext uri="{FF2B5EF4-FFF2-40B4-BE49-F238E27FC236}">
                  <a16:creationId xmlns:a16="http://schemas.microsoft.com/office/drawing/2014/main" id="{7830E784-A911-4A4F-8B9B-57D07DBA8150}"/>
                </a:ext>
              </a:extLst>
            </p:cNvPr>
            <p:cNvSpPr>
              <a:spLocks noEditPoints="1"/>
            </p:cNvSpPr>
            <p:nvPr userDrawn="1"/>
          </p:nvSpPr>
          <p:spPr bwMode="auto">
            <a:xfrm>
              <a:off x="6145420" y="5355448"/>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8 w 101"/>
                <a:gd name="T19" fmla="*/ 29 h 99"/>
                <a:gd name="T20" fmla="*/ 10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8"/>
                    <a:pt x="70" y="11"/>
                  </a:cubicBezTo>
                  <a:cubicBezTo>
                    <a:pt x="86" y="18"/>
                    <a:pt x="95" y="34"/>
                    <a:pt x="95" y="50"/>
                  </a:cubicBezTo>
                  <a:cubicBezTo>
                    <a:pt x="95" y="56"/>
                    <a:pt x="93" y="63"/>
                    <a:pt x="90" y="69"/>
                  </a:cubicBezTo>
                  <a:cubicBezTo>
                    <a:pt x="82" y="84"/>
                    <a:pt x="66" y="93"/>
                    <a:pt x="50" y="93"/>
                  </a:cubicBezTo>
                  <a:cubicBezTo>
                    <a:pt x="43" y="93"/>
                    <a:pt x="37" y="92"/>
                    <a:pt x="30" y="88"/>
                  </a:cubicBezTo>
                  <a:cubicBezTo>
                    <a:pt x="15" y="81"/>
                    <a:pt x="6" y="65"/>
                    <a:pt x="6" y="49"/>
                  </a:cubicBezTo>
                  <a:cubicBezTo>
                    <a:pt x="6" y="43"/>
                    <a:pt x="7" y="36"/>
                    <a:pt x="10" y="30"/>
                  </a:cubicBezTo>
                  <a:cubicBezTo>
                    <a:pt x="8" y="29"/>
                    <a:pt x="8" y="29"/>
                    <a:pt x="8" y="29"/>
                  </a:cubicBezTo>
                  <a:cubicBezTo>
                    <a:pt x="10" y="30"/>
                    <a:pt x="10" y="30"/>
                    <a:pt x="10" y="30"/>
                  </a:cubicBezTo>
                  <a:moveTo>
                    <a:pt x="50" y="0"/>
                  </a:moveTo>
                  <a:cubicBezTo>
                    <a:pt x="32" y="0"/>
                    <a:pt x="14" y="10"/>
                    <a:pt x="5" y="27"/>
                  </a:cubicBezTo>
                  <a:cubicBezTo>
                    <a:pt x="5" y="27"/>
                    <a:pt x="5" y="27"/>
                    <a:pt x="5" y="27"/>
                  </a:cubicBezTo>
                  <a:cubicBezTo>
                    <a:pt x="1" y="35"/>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5"/>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2" name="Freeform 1549">
              <a:extLst>
                <a:ext uri="{FF2B5EF4-FFF2-40B4-BE49-F238E27FC236}">
                  <a16:creationId xmlns:a16="http://schemas.microsoft.com/office/drawing/2014/main" id="{4EE25570-5393-468E-994C-7B1E656723B0}"/>
                </a:ext>
              </a:extLst>
            </p:cNvPr>
            <p:cNvSpPr>
              <a:spLocks noEditPoints="1"/>
            </p:cNvSpPr>
            <p:nvPr userDrawn="1"/>
          </p:nvSpPr>
          <p:spPr bwMode="auto">
            <a:xfrm>
              <a:off x="6141406" y="5481882"/>
              <a:ext cx="32111" cy="32111"/>
            </a:xfrm>
            <a:custGeom>
              <a:avLst/>
              <a:gdLst>
                <a:gd name="T0" fmla="*/ 6 w 22"/>
                <a:gd name="T1" fmla="*/ 8 h 21"/>
                <a:gd name="T2" fmla="*/ 11 w 22"/>
                <a:gd name="T3" fmla="*/ 6 h 21"/>
                <a:gd name="T4" fmla="*/ 13 w 22"/>
                <a:gd name="T5" fmla="*/ 6 h 21"/>
                <a:gd name="T6" fmla="*/ 16 w 22"/>
                <a:gd name="T7" fmla="*/ 11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1 w 22"/>
                <a:gd name="T25" fmla="*/ 0 h 21"/>
                <a:gd name="T26" fmla="*/ 1 w 22"/>
                <a:gd name="T27" fmla="*/ 6 h 21"/>
                <a:gd name="T28" fmla="*/ 1 w 22"/>
                <a:gd name="T29" fmla="*/ 6 h 21"/>
                <a:gd name="T30" fmla="*/ 0 w 22"/>
                <a:gd name="T31" fmla="*/ 10 h 21"/>
                <a:gd name="T32" fmla="*/ 6 w 22"/>
                <a:gd name="T33" fmla="*/ 20 h 21"/>
                <a:gd name="T34" fmla="*/ 11 w 22"/>
                <a:gd name="T35" fmla="*/ 21 h 21"/>
                <a:gd name="T36" fmla="*/ 11 w 22"/>
                <a:gd name="T37" fmla="*/ 21 h 21"/>
                <a:gd name="T38" fmla="*/ 21 w 22"/>
                <a:gd name="T39" fmla="*/ 15 h 21"/>
                <a:gd name="T40" fmla="*/ 22 w 22"/>
                <a:gd name="T41" fmla="*/ 11 h 21"/>
                <a:gd name="T42" fmla="*/ 16 w 22"/>
                <a:gd name="T43" fmla="*/ 1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6" y="8"/>
                  </a:moveTo>
                  <a:cubicBezTo>
                    <a:pt x="7" y="7"/>
                    <a:pt x="9" y="6"/>
                    <a:pt x="11" y="6"/>
                  </a:cubicBezTo>
                  <a:cubicBezTo>
                    <a:pt x="12" y="6"/>
                    <a:pt x="13" y="6"/>
                    <a:pt x="13" y="6"/>
                  </a:cubicBezTo>
                  <a:cubicBezTo>
                    <a:pt x="15" y="7"/>
                    <a:pt x="16" y="9"/>
                    <a:pt x="16" y="11"/>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3" name="Freeform 1550">
              <a:extLst>
                <a:ext uri="{FF2B5EF4-FFF2-40B4-BE49-F238E27FC236}">
                  <a16:creationId xmlns:a16="http://schemas.microsoft.com/office/drawing/2014/main" id="{97BB9B5C-05B5-453C-AFEC-999A089001E8}"/>
                </a:ext>
              </a:extLst>
            </p:cNvPr>
            <p:cNvSpPr>
              <a:spLocks noEditPoints="1"/>
            </p:cNvSpPr>
            <p:nvPr userDrawn="1"/>
          </p:nvSpPr>
          <p:spPr bwMode="auto">
            <a:xfrm>
              <a:off x="6125351" y="5507973"/>
              <a:ext cx="24083" cy="26090"/>
            </a:xfrm>
            <a:custGeom>
              <a:avLst/>
              <a:gdLst>
                <a:gd name="T0" fmla="*/ 6 w 17"/>
                <a:gd name="T1" fmla="*/ 7 h 17"/>
                <a:gd name="T2" fmla="*/ 8 w 17"/>
                <a:gd name="T3" fmla="*/ 6 h 17"/>
                <a:gd name="T4" fmla="*/ 9 w 17"/>
                <a:gd name="T5" fmla="*/ 6 h 17"/>
                <a:gd name="T6" fmla="*/ 11 w 17"/>
                <a:gd name="T7" fmla="*/ 8 h 17"/>
                <a:gd name="T8" fmla="*/ 11 w 17"/>
                <a:gd name="T9" fmla="*/ 9 h 17"/>
                <a:gd name="T10" fmla="*/ 8 w 17"/>
                <a:gd name="T11" fmla="*/ 11 h 17"/>
                <a:gd name="T12" fmla="*/ 7 w 17"/>
                <a:gd name="T13" fmla="*/ 10 h 17"/>
                <a:gd name="T14" fmla="*/ 6 w 17"/>
                <a:gd name="T15" fmla="*/ 8 h 17"/>
                <a:gd name="T16" fmla="*/ 6 w 17"/>
                <a:gd name="T17" fmla="*/ 7 h 17"/>
                <a:gd name="T18" fmla="*/ 8 w 17"/>
                <a:gd name="T19" fmla="*/ 0 h 17"/>
                <a:gd name="T20" fmla="*/ 8 w 17"/>
                <a:gd name="T21" fmla="*/ 0 h 17"/>
                <a:gd name="T22" fmla="*/ 0 w 17"/>
                <a:gd name="T23" fmla="*/ 4 h 17"/>
                <a:gd name="T24" fmla="*/ 3 w 17"/>
                <a:gd name="T25" fmla="*/ 6 h 17"/>
                <a:gd name="T26" fmla="*/ 0 w 17"/>
                <a:gd name="T27" fmla="*/ 4 h 17"/>
                <a:gd name="T28" fmla="*/ 0 w 17"/>
                <a:gd name="T29" fmla="*/ 8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9"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moveTo>
                    <a:pt x="8" y="0"/>
                  </a:moveTo>
                  <a:cubicBezTo>
                    <a:pt x="8" y="0"/>
                    <a:pt x="8" y="0"/>
                    <a:pt x="8" y="0"/>
                  </a:cubicBezTo>
                  <a:cubicBezTo>
                    <a:pt x="5" y="0"/>
                    <a:pt x="2" y="1"/>
                    <a:pt x="0" y="4"/>
                  </a:cubicBezTo>
                  <a:cubicBezTo>
                    <a:pt x="3" y="6"/>
                    <a:pt x="3" y="6"/>
                    <a:pt x="3" y="6"/>
                  </a:cubicBezTo>
                  <a:cubicBezTo>
                    <a:pt x="0" y="4"/>
                    <a:pt x="0" y="4"/>
                    <a:pt x="0" y="4"/>
                  </a:cubicBezTo>
                  <a:cubicBezTo>
                    <a:pt x="0" y="5"/>
                    <a:pt x="0" y="7"/>
                    <a:pt x="0" y="8"/>
                  </a:cubicBezTo>
                  <a:cubicBezTo>
                    <a:pt x="0" y="11"/>
                    <a:pt x="1" y="14"/>
                    <a:pt x="4" y="16"/>
                  </a:cubicBezTo>
                  <a:cubicBezTo>
                    <a:pt x="6" y="16"/>
                    <a:pt x="7" y="17"/>
                    <a:pt x="8" y="17"/>
                  </a:cubicBezTo>
                  <a:cubicBezTo>
                    <a:pt x="8" y="17"/>
                    <a:pt x="8" y="17"/>
                    <a:pt x="8" y="17"/>
                  </a:cubicBezTo>
                  <a:cubicBezTo>
                    <a:pt x="8" y="17"/>
                    <a:pt x="8" y="17"/>
                    <a:pt x="8" y="17"/>
                  </a:cubicBezTo>
                  <a:cubicBezTo>
                    <a:pt x="11" y="17"/>
                    <a:pt x="14" y="15"/>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4" name="Freeform 1551">
              <a:extLst>
                <a:ext uri="{FF2B5EF4-FFF2-40B4-BE49-F238E27FC236}">
                  <a16:creationId xmlns:a16="http://schemas.microsoft.com/office/drawing/2014/main" id="{FACAEE44-DAE2-4042-9AAE-B645C5A641D2}"/>
                </a:ext>
              </a:extLst>
            </p:cNvPr>
            <p:cNvSpPr>
              <a:spLocks noEditPoints="1"/>
            </p:cNvSpPr>
            <p:nvPr userDrawn="1"/>
          </p:nvSpPr>
          <p:spPr bwMode="auto">
            <a:xfrm>
              <a:off x="6099261" y="5509979"/>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5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5"/>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5" name="Freeform 1552">
              <a:extLst>
                <a:ext uri="{FF2B5EF4-FFF2-40B4-BE49-F238E27FC236}">
                  <a16:creationId xmlns:a16="http://schemas.microsoft.com/office/drawing/2014/main" id="{10195781-72E6-4410-9A3D-C0A43AD84C02}"/>
                </a:ext>
              </a:extLst>
            </p:cNvPr>
            <p:cNvSpPr>
              <a:spLocks noEditPoints="1"/>
            </p:cNvSpPr>
            <p:nvPr userDrawn="1"/>
          </p:nvSpPr>
          <p:spPr bwMode="auto">
            <a:xfrm>
              <a:off x="6059123" y="4787491"/>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2 h 276"/>
                <a:gd name="T16" fmla="*/ 73 w 80"/>
                <a:gd name="T17" fmla="*/ 243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4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70"/>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6"/>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4"/>
                  </a:cubicBezTo>
                  <a:cubicBezTo>
                    <a:pt x="79" y="242"/>
                    <a:pt x="79" y="242"/>
                    <a:pt x="79" y="242"/>
                  </a:cubicBezTo>
                  <a:cubicBezTo>
                    <a:pt x="79" y="242"/>
                    <a:pt x="79" y="242"/>
                    <a:pt x="79" y="242"/>
                  </a:cubicBezTo>
                  <a:cubicBezTo>
                    <a:pt x="80" y="236"/>
                    <a:pt x="80" y="228"/>
                    <a:pt x="80" y="217"/>
                  </a:cubicBezTo>
                  <a:cubicBezTo>
                    <a:pt x="80" y="164"/>
                    <a:pt x="72" y="66"/>
                    <a:pt x="71" y="63"/>
                  </a:cubicBezTo>
                  <a:cubicBezTo>
                    <a:pt x="71" y="62"/>
                    <a:pt x="71" y="54"/>
                    <a:pt x="67" y="46"/>
                  </a:cubicBezTo>
                  <a:cubicBezTo>
                    <a:pt x="65" y="42"/>
                    <a:pt x="61"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6" name="Freeform 1553">
              <a:extLst>
                <a:ext uri="{FF2B5EF4-FFF2-40B4-BE49-F238E27FC236}">
                  <a16:creationId xmlns:a16="http://schemas.microsoft.com/office/drawing/2014/main" id="{56558AE1-8784-466C-8D00-0FE4431B0365}"/>
                </a:ext>
              </a:extLst>
            </p:cNvPr>
            <p:cNvSpPr>
              <a:spLocks noEditPoints="1"/>
            </p:cNvSpPr>
            <p:nvPr userDrawn="1"/>
          </p:nvSpPr>
          <p:spPr bwMode="auto">
            <a:xfrm>
              <a:off x="6107289"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6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2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6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7"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7" name="Freeform 1554">
              <a:extLst>
                <a:ext uri="{FF2B5EF4-FFF2-40B4-BE49-F238E27FC236}">
                  <a16:creationId xmlns:a16="http://schemas.microsoft.com/office/drawing/2014/main" id="{A2FB5929-611C-4192-98FD-0835D2D61C85}"/>
                </a:ext>
              </a:extLst>
            </p:cNvPr>
            <p:cNvSpPr>
              <a:spLocks noEditPoints="1"/>
            </p:cNvSpPr>
            <p:nvPr userDrawn="1"/>
          </p:nvSpPr>
          <p:spPr bwMode="auto">
            <a:xfrm>
              <a:off x="6095248" y="412119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8" name="Freeform 1555">
              <a:extLst>
                <a:ext uri="{FF2B5EF4-FFF2-40B4-BE49-F238E27FC236}">
                  <a16:creationId xmlns:a16="http://schemas.microsoft.com/office/drawing/2014/main" id="{E4D52515-E41D-4E65-8128-DE76DFEAA673}"/>
                </a:ext>
              </a:extLst>
            </p:cNvPr>
            <p:cNvSpPr>
              <a:spLocks noEditPoints="1"/>
            </p:cNvSpPr>
            <p:nvPr userDrawn="1"/>
          </p:nvSpPr>
          <p:spPr bwMode="auto">
            <a:xfrm>
              <a:off x="6008950" y="4333928"/>
              <a:ext cx="248857" cy="96332"/>
            </a:xfrm>
            <a:custGeom>
              <a:avLst/>
              <a:gdLst>
                <a:gd name="T0" fmla="*/ 116 w 165"/>
                <a:gd name="T1" fmla="*/ 34 h 65"/>
                <a:gd name="T2" fmla="*/ 116 w 165"/>
                <a:gd name="T3" fmla="*/ 34 h 65"/>
                <a:gd name="T4" fmla="*/ 16 w 165"/>
                <a:gd name="T5" fmla="*/ 9 h 65"/>
                <a:gd name="T6" fmla="*/ 17 w 165"/>
                <a:gd name="T7" fmla="*/ 10 h 65"/>
                <a:gd name="T8" fmla="*/ 99 w 165"/>
                <a:gd name="T9" fmla="*/ 11 h 65"/>
                <a:gd name="T10" fmla="*/ 111 w 165"/>
                <a:gd name="T11" fmla="*/ 16 h 65"/>
                <a:gd name="T12" fmla="*/ 113 w 165"/>
                <a:gd name="T13" fmla="*/ 23 h 65"/>
                <a:gd name="T14" fmla="*/ 111 w 165"/>
                <a:gd name="T15" fmla="*/ 31 h 65"/>
                <a:gd name="T16" fmla="*/ 111 w 165"/>
                <a:gd name="T17" fmla="*/ 31 h 65"/>
                <a:gd name="T18" fmla="*/ 111 w 165"/>
                <a:gd name="T19" fmla="*/ 31 h 65"/>
                <a:gd name="T20" fmla="*/ 111 w 165"/>
                <a:gd name="T21" fmla="*/ 31 h 65"/>
                <a:gd name="T22" fmla="*/ 109 w 165"/>
                <a:gd name="T23" fmla="*/ 48 h 65"/>
                <a:gd name="T24" fmla="*/ 115 w 165"/>
                <a:gd name="T25" fmla="*/ 52 h 65"/>
                <a:gd name="T26" fmla="*/ 127 w 165"/>
                <a:gd name="T27" fmla="*/ 53 h 65"/>
                <a:gd name="T28" fmla="*/ 64 w 165"/>
                <a:gd name="T29" fmla="*/ 59 h 65"/>
                <a:gd name="T30" fmla="*/ 62 w 165"/>
                <a:gd name="T31" fmla="*/ 59 h 65"/>
                <a:gd name="T32" fmla="*/ 61 w 165"/>
                <a:gd name="T33" fmla="*/ 59 h 65"/>
                <a:gd name="T34" fmla="*/ 18 w 165"/>
                <a:gd name="T35" fmla="*/ 52 h 65"/>
                <a:gd name="T36" fmla="*/ 9 w 165"/>
                <a:gd name="T37" fmla="*/ 46 h 65"/>
                <a:gd name="T38" fmla="*/ 6 w 165"/>
                <a:gd name="T39" fmla="*/ 29 h 65"/>
                <a:gd name="T40" fmla="*/ 15 w 165"/>
                <a:gd name="T41" fmla="*/ 11 h 65"/>
                <a:gd name="T42" fmla="*/ 17 w 165"/>
                <a:gd name="T43" fmla="*/ 10 h 65"/>
                <a:gd name="T44" fmla="*/ 58 w 165"/>
                <a:gd name="T45" fmla="*/ 0 h 65"/>
                <a:gd name="T46" fmla="*/ 15 w 165"/>
                <a:gd name="T47" fmla="*/ 4 h 65"/>
                <a:gd name="T48" fmla="*/ 7 w 165"/>
                <a:gd name="T49" fmla="*/ 9 h 65"/>
                <a:gd name="T50" fmla="*/ 4 w 165"/>
                <a:gd name="T51" fmla="*/ 48 h 65"/>
                <a:gd name="T52" fmla="*/ 4 w 165"/>
                <a:gd name="T53" fmla="*/ 49 h 65"/>
                <a:gd name="T54" fmla="*/ 58 w 165"/>
                <a:gd name="T55" fmla="*/ 65 h 65"/>
                <a:gd name="T56" fmla="*/ 61 w 165"/>
                <a:gd name="T57" fmla="*/ 65 h 65"/>
                <a:gd name="T58" fmla="*/ 148 w 165"/>
                <a:gd name="T59" fmla="*/ 53 h 65"/>
                <a:gd name="T60" fmla="*/ 116 w 165"/>
                <a:gd name="T61" fmla="*/ 46 h 65"/>
                <a:gd name="T62" fmla="*/ 114 w 165"/>
                <a:gd name="T63" fmla="*/ 45 h 65"/>
                <a:gd name="T64" fmla="*/ 116 w 165"/>
                <a:gd name="T65" fmla="*/ 34 h 65"/>
                <a:gd name="T66" fmla="*/ 116 w 165"/>
                <a:gd name="T67" fmla="*/ 12 h 65"/>
                <a:gd name="T68" fmla="*/ 115 w 165"/>
                <a:gd name="T69" fmla="*/ 12 h 65"/>
                <a:gd name="T70" fmla="*/ 111 w 165"/>
                <a:gd name="T71" fmla="*/ 16 h 65"/>
                <a:gd name="T72" fmla="*/ 115 w 165"/>
                <a:gd name="T7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65">
                  <a:moveTo>
                    <a:pt x="116" y="34"/>
                  </a:moveTo>
                  <a:cubicBezTo>
                    <a:pt x="116" y="34"/>
                    <a:pt x="116" y="34"/>
                    <a:pt x="116" y="34"/>
                  </a:cubicBez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9" name="Freeform 1556">
              <a:extLst>
                <a:ext uri="{FF2B5EF4-FFF2-40B4-BE49-F238E27FC236}">
                  <a16:creationId xmlns:a16="http://schemas.microsoft.com/office/drawing/2014/main" id="{1EAC61FB-1AAD-4542-A093-FD7FD775733E}"/>
                </a:ext>
              </a:extLst>
            </p:cNvPr>
            <p:cNvSpPr>
              <a:spLocks noEditPoints="1"/>
            </p:cNvSpPr>
            <p:nvPr userDrawn="1"/>
          </p:nvSpPr>
          <p:spPr bwMode="auto">
            <a:xfrm>
              <a:off x="5902584" y="5538076"/>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27 w 170"/>
                <a:gd name="T31" fmla="*/ 81 h 134"/>
                <a:gd name="T32" fmla="*/ 8 w 170"/>
                <a:gd name="T33" fmla="*/ 44 h 134"/>
                <a:gd name="T34" fmla="*/ 8 w 170"/>
                <a:gd name="T35" fmla="*/ 44 h 134"/>
                <a:gd name="T36" fmla="*/ 8 w 170"/>
                <a:gd name="T37" fmla="*/ 44 h 134"/>
                <a:gd name="T38" fmla="*/ 8 w 170"/>
                <a:gd name="T39" fmla="*/ 44 h 134"/>
                <a:gd name="T40" fmla="*/ 6 w 170"/>
                <a:gd name="T41" fmla="*/ 32 h 134"/>
                <a:gd name="T42" fmla="*/ 10 w 170"/>
                <a:gd name="T43" fmla="*/ 18 h 134"/>
                <a:gd name="T44" fmla="*/ 27 w 170"/>
                <a:gd name="T45" fmla="*/ 7 h 134"/>
                <a:gd name="T46" fmla="*/ 109 w 170"/>
                <a:gd name="T47" fmla="*/ 0 h 134"/>
                <a:gd name="T48" fmla="*/ 27 w 170"/>
                <a:gd name="T49" fmla="*/ 1 h 134"/>
                <a:gd name="T50" fmla="*/ 27 w 170"/>
                <a:gd name="T51" fmla="*/ 1 h 134"/>
                <a:gd name="T52" fmla="*/ 26 w 170"/>
                <a:gd name="T53" fmla="*/ 1 h 134"/>
                <a:gd name="T54" fmla="*/ 5 w 170"/>
                <a:gd name="T55" fmla="*/ 14 h 134"/>
                <a:gd name="T56" fmla="*/ 0 w 170"/>
                <a:gd name="T57" fmla="*/ 32 h 134"/>
                <a:gd name="T58" fmla="*/ 2 w 170"/>
                <a:gd name="T59" fmla="*/ 46 h 134"/>
                <a:gd name="T60" fmla="*/ 24 w 170"/>
                <a:gd name="T61" fmla="*/ 87 h 134"/>
                <a:gd name="T62" fmla="*/ 37 w 170"/>
                <a:gd name="T63" fmla="*/ 93 h 134"/>
                <a:gd name="T64" fmla="*/ 43 w 170"/>
                <a:gd name="T65" fmla="*/ 134 h 134"/>
                <a:gd name="T66" fmla="*/ 56 w 170"/>
                <a:gd name="T67" fmla="*/ 94 h 134"/>
                <a:gd name="T68" fmla="*/ 125 w 170"/>
                <a:gd name="T69" fmla="*/ 94 h 134"/>
                <a:gd name="T70" fmla="*/ 126 w 170"/>
                <a:gd name="T71" fmla="*/ 93 h 134"/>
                <a:gd name="T72" fmla="*/ 160 w 170"/>
                <a:gd name="T73" fmla="*/ 68 h 134"/>
                <a:gd name="T74" fmla="*/ 170 w 170"/>
                <a:gd name="T75" fmla="*/ 42 h 134"/>
                <a:gd name="T76" fmla="*/ 160 w 170"/>
                <a:gd name="T77" fmla="*/ 14 h 134"/>
                <a:gd name="T78" fmla="*/ 152 w 170"/>
                <a:gd name="T79" fmla="*/ 5 h 134"/>
                <a:gd name="T80" fmla="*/ 144 w 170"/>
                <a:gd name="T81" fmla="*/ 1 h 134"/>
                <a:gd name="T82" fmla="*/ 139 w 170"/>
                <a:gd name="T83" fmla="*/ 1 h 134"/>
                <a:gd name="T84" fmla="*/ 109 w 170"/>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0" name="Freeform 1557">
              <a:extLst>
                <a:ext uri="{FF2B5EF4-FFF2-40B4-BE49-F238E27FC236}">
                  <a16:creationId xmlns:a16="http://schemas.microsoft.com/office/drawing/2014/main" id="{995E86C1-1C22-43DA-B0C4-0F84A4FFB9C8}"/>
                </a:ext>
              </a:extLst>
            </p:cNvPr>
            <p:cNvSpPr>
              <a:spLocks noEditPoints="1"/>
            </p:cNvSpPr>
            <p:nvPr userDrawn="1"/>
          </p:nvSpPr>
          <p:spPr bwMode="auto">
            <a:xfrm>
              <a:off x="6010957" y="4560710"/>
              <a:ext cx="282975" cy="244843"/>
            </a:xfrm>
            <a:custGeom>
              <a:avLst/>
              <a:gdLst>
                <a:gd name="T0" fmla="*/ 77 w 188"/>
                <a:gd name="T1" fmla="*/ 139 h 162"/>
                <a:gd name="T2" fmla="*/ 106 w 188"/>
                <a:gd name="T3" fmla="*/ 9 h 162"/>
                <a:gd name="T4" fmla="*/ 110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2 w 188"/>
                <a:gd name="T19" fmla="*/ 111 h 162"/>
                <a:gd name="T20" fmla="*/ 159 w 188"/>
                <a:gd name="T21" fmla="*/ 110 h 162"/>
                <a:gd name="T22" fmla="*/ 142 w 188"/>
                <a:gd name="T23" fmla="*/ 122 h 162"/>
                <a:gd name="T24" fmla="*/ 113 w 188"/>
                <a:gd name="T25" fmla="*/ 148 h 162"/>
                <a:gd name="T26" fmla="*/ 99 w 188"/>
                <a:gd name="T27" fmla="*/ 145 h 162"/>
                <a:gd name="T28" fmla="*/ 82 w 188"/>
                <a:gd name="T29" fmla="*/ 131 h 162"/>
                <a:gd name="T30" fmla="*/ 74 w 188"/>
                <a:gd name="T31" fmla="*/ 135 h 162"/>
                <a:gd name="T32" fmla="*/ 65 w 188"/>
                <a:gd name="T33" fmla="*/ 139 h 162"/>
                <a:gd name="T34" fmla="*/ 49 w 188"/>
                <a:gd name="T35" fmla="*/ 133 h 162"/>
                <a:gd name="T36" fmla="*/ 46 w 188"/>
                <a:gd name="T37" fmla="*/ 112 h 162"/>
                <a:gd name="T38" fmla="*/ 28 w 188"/>
                <a:gd name="T39" fmla="*/ 127 h 162"/>
                <a:gd name="T40" fmla="*/ 15 w 188"/>
                <a:gd name="T41" fmla="*/ 92 h 162"/>
                <a:gd name="T42" fmla="*/ 6 w 188"/>
                <a:gd name="T43" fmla="*/ 75 h 162"/>
                <a:gd name="T44" fmla="*/ 14 w 188"/>
                <a:gd name="T45" fmla="*/ 63 h 162"/>
                <a:gd name="T46" fmla="*/ 32 w 188"/>
                <a:gd name="T47" fmla="*/ 60 h 162"/>
                <a:gd name="T48" fmla="*/ 30 w 188"/>
                <a:gd name="T49" fmla="*/ 35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0 h 162"/>
                <a:gd name="T64" fmla="*/ 30 w 188"/>
                <a:gd name="T65" fmla="*/ 51 h 162"/>
                <a:gd name="T66" fmla="*/ 15 w 188"/>
                <a:gd name="T67" fmla="*/ 57 h 162"/>
                <a:gd name="T68" fmla="*/ 7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0 w 188"/>
                <a:gd name="T87" fmla="*/ 141 h 162"/>
                <a:gd name="T88" fmla="*/ 77 w 188"/>
                <a:gd name="T89" fmla="*/ 140 h 162"/>
                <a:gd name="T90" fmla="*/ 78 w 188"/>
                <a:gd name="T91" fmla="*/ 139 h 162"/>
                <a:gd name="T92" fmla="*/ 86 w 188"/>
                <a:gd name="T93" fmla="*/ 139 h 162"/>
                <a:gd name="T94" fmla="*/ 96 w 188"/>
                <a:gd name="T95" fmla="*/ 150 h 162"/>
                <a:gd name="T96" fmla="*/ 146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2"/>
                    <a:pt x="167" y="35"/>
                  </a:cubicBezTo>
                  <a:cubicBezTo>
                    <a:pt x="170" y="39"/>
                    <a:pt x="170" y="44"/>
                    <a:pt x="170" y="47"/>
                  </a:cubicBezTo>
                  <a:cubicBezTo>
                    <a:pt x="170"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6"/>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3"/>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1" name="Freeform 1558">
              <a:extLst>
                <a:ext uri="{FF2B5EF4-FFF2-40B4-BE49-F238E27FC236}">
                  <a16:creationId xmlns:a16="http://schemas.microsoft.com/office/drawing/2014/main" id="{6669EA81-4A5F-45F5-A8C9-7A4DD6AEBB5C}"/>
                </a:ext>
              </a:extLst>
            </p:cNvPr>
            <p:cNvSpPr>
              <a:spLocks noEditPoints="1"/>
            </p:cNvSpPr>
            <p:nvPr userDrawn="1"/>
          </p:nvSpPr>
          <p:spPr bwMode="auto">
            <a:xfrm>
              <a:off x="7046524" y="4131231"/>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1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2" name="Freeform 1559">
              <a:extLst>
                <a:ext uri="{FF2B5EF4-FFF2-40B4-BE49-F238E27FC236}">
                  <a16:creationId xmlns:a16="http://schemas.microsoft.com/office/drawing/2014/main" id="{D024319A-7E0F-45FB-B3A5-0B96CD3DC32D}"/>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close/>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3" name="Freeform 1560">
              <a:extLst>
                <a:ext uri="{FF2B5EF4-FFF2-40B4-BE49-F238E27FC236}">
                  <a16:creationId xmlns:a16="http://schemas.microsoft.com/office/drawing/2014/main" id="{24440B5D-2552-436A-9874-BC53231878EC}"/>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4" name="Freeform 1561">
              <a:extLst>
                <a:ext uri="{FF2B5EF4-FFF2-40B4-BE49-F238E27FC236}">
                  <a16:creationId xmlns:a16="http://schemas.microsoft.com/office/drawing/2014/main" id="{FF579910-F67D-41FF-A09C-E173B20DEFA2}"/>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5" name="Freeform 1562">
              <a:extLst>
                <a:ext uri="{FF2B5EF4-FFF2-40B4-BE49-F238E27FC236}">
                  <a16:creationId xmlns:a16="http://schemas.microsoft.com/office/drawing/2014/main" id="{6E5D4498-7926-424C-9CE1-68BDE4C68E13}"/>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6" name="Freeform 1563">
              <a:extLst>
                <a:ext uri="{FF2B5EF4-FFF2-40B4-BE49-F238E27FC236}">
                  <a16:creationId xmlns:a16="http://schemas.microsoft.com/office/drawing/2014/main" id="{6EF64F73-25F0-420B-AB4B-F962E55F6F7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7" name="Freeform 1564">
              <a:extLst>
                <a:ext uri="{FF2B5EF4-FFF2-40B4-BE49-F238E27FC236}">
                  <a16:creationId xmlns:a16="http://schemas.microsoft.com/office/drawing/2014/main" id="{3016C39A-315D-479A-B27D-59FBBE282E4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8" name="Freeform 1565">
              <a:extLst>
                <a:ext uri="{FF2B5EF4-FFF2-40B4-BE49-F238E27FC236}">
                  <a16:creationId xmlns:a16="http://schemas.microsoft.com/office/drawing/2014/main" id="{91B35DF4-2B2C-470A-A4AC-D1B156FC0675}"/>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9" name="Freeform 1566">
              <a:extLst>
                <a:ext uri="{FF2B5EF4-FFF2-40B4-BE49-F238E27FC236}">
                  <a16:creationId xmlns:a16="http://schemas.microsoft.com/office/drawing/2014/main" id="{AB16AD31-811C-47DB-9DAC-C24AFCA1ACAC}"/>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0" name="Freeform 1567">
              <a:extLst>
                <a:ext uri="{FF2B5EF4-FFF2-40B4-BE49-F238E27FC236}">
                  <a16:creationId xmlns:a16="http://schemas.microsoft.com/office/drawing/2014/main" id="{5F71FFBF-D5D7-40B6-913C-E6CADCB6F4B4}"/>
                </a:ext>
              </a:extLst>
            </p:cNvPr>
            <p:cNvSpPr>
              <a:spLocks noEditPoints="1"/>
            </p:cNvSpPr>
            <p:nvPr userDrawn="1"/>
          </p:nvSpPr>
          <p:spPr bwMode="auto">
            <a:xfrm>
              <a:off x="8967139"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1" name="Freeform 1568">
              <a:extLst>
                <a:ext uri="{FF2B5EF4-FFF2-40B4-BE49-F238E27FC236}">
                  <a16:creationId xmlns:a16="http://schemas.microsoft.com/office/drawing/2014/main" id="{271271C0-53BC-402A-A65E-A94AF3F82DCC}"/>
                </a:ext>
              </a:extLst>
            </p:cNvPr>
            <p:cNvSpPr>
              <a:spLocks noEditPoints="1"/>
            </p:cNvSpPr>
            <p:nvPr userDrawn="1"/>
          </p:nvSpPr>
          <p:spPr bwMode="auto">
            <a:xfrm>
              <a:off x="7682715" y="4815587"/>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1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2" name="Freeform 1569">
              <a:extLst>
                <a:ext uri="{FF2B5EF4-FFF2-40B4-BE49-F238E27FC236}">
                  <a16:creationId xmlns:a16="http://schemas.microsoft.com/office/drawing/2014/main" id="{9FE34473-9B4B-4C79-83EA-F5AF1FF55C67}"/>
                </a:ext>
              </a:extLst>
            </p:cNvPr>
            <p:cNvSpPr>
              <a:spLocks noEditPoints="1"/>
            </p:cNvSpPr>
            <p:nvPr userDrawn="1"/>
          </p:nvSpPr>
          <p:spPr bwMode="auto">
            <a:xfrm>
              <a:off x="8633992" y="4843684"/>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5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3" name="Freeform 1570">
              <a:extLst>
                <a:ext uri="{FF2B5EF4-FFF2-40B4-BE49-F238E27FC236}">
                  <a16:creationId xmlns:a16="http://schemas.microsoft.com/office/drawing/2014/main" id="{F58373BC-1C7D-40DF-8A2C-E889912C5F14}"/>
                </a:ext>
              </a:extLst>
            </p:cNvPr>
            <p:cNvSpPr>
              <a:spLocks noEditPoints="1"/>
            </p:cNvSpPr>
            <p:nvPr userDrawn="1"/>
          </p:nvSpPr>
          <p:spPr bwMode="auto">
            <a:xfrm>
              <a:off x="8987208" y="41954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4" name="Freeform 1571">
              <a:extLst>
                <a:ext uri="{FF2B5EF4-FFF2-40B4-BE49-F238E27FC236}">
                  <a16:creationId xmlns:a16="http://schemas.microsoft.com/office/drawing/2014/main" id="{01494B26-75C0-40DA-A7AC-C4DCDB5D1F5F}"/>
                </a:ext>
              </a:extLst>
            </p:cNvPr>
            <p:cNvSpPr>
              <a:spLocks noEditPoints="1"/>
            </p:cNvSpPr>
            <p:nvPr userDrawn="1"/>
          </p:nvSpPr>
          <p:spPr bwMode="auto">
            <a:xfrm>
              <a:off x="8545688" y="5690601"/>
              <a:ext cx="126436" cy="122422"/>
            </a:xfrm>
            <a:custGeom>
              <a:avLst/>
              <a:gdLst>
                <a:gd name="T0" fmla="*/ 75 w 84"/>
                <a:gd name="T1" fmla="*/ 39 h 82"/>
                <a:gd name="T2" fmla="*/ 74 w 84"/>
                <a:gd name="T3" fmla="*/ 39 h 82"/>
                <a:gd name="T4" fmla="*/ 39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39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39 w 84"/>
                <a:gd name="T37" fmla="*/ 28 h 82"/>
                <a:gd name="T38" fmla="*/ 38 w 84"/>
                <a:gd name="T39" fmla="*/ 19 h 82"/>
                <a:gd name="T40" fmla="*/ 29 w 84"/>
                <a:gd name="T41" fmla="*/ 22 h 82"/>
                <a:gd name="T42" fmla="*/ 15 w 84"/>
                <a:gd name="T43" fmla="*/ 15 h 82"/>
                <a:gd name="T44" fmla="*/ 3 w 84"/>
                <a:gd name="T45" fmla="*/ 25 h 82"/>
                <a:gd name="T46" fmla="*/ 0 w 84"/>
                <a:gd name="T47" fmla="*/ 41 h 82"/>
                <a:gd name="T48" fmla="*/ 3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0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3" y="25"/>
                    <a:pt x="3" y="25"/>
                    <a:pt x="3"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5" name="Freeform 1572">
              <a:extLst>
                <a:ext uri="{FF2B5EF4-FFF2-40B4-BE49-F238E27FC236}">
                  <a16:creationId xmlns:a16="http://schemas.microsoft.com/office/drawing/2014/main" id="{76C94AD4-828D-43C3-AACB-5A6EBF3987E4}"/>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6" name="Freeform 1573">
              <a:extLst>
                <a:ext uri="{FF2B5EF4-FFF2-40B4-BE49-F238E27FC236}">
                  <a16:creationId xmlns:a16="http://schemas.microsoft.com/office/drawing/2014/main" id="{EE80D878-3E63-4E11-824C-C2BFD76E3596}"/>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7" name="Freeform 1574">
              <a:extLst>
                <a:ext uri="{FF2B5EF4-FFF2-40B4-BE49-F238E27FC236}">
                  <a16:creationId xmlns:a16="http://schemas.microsoft.com/office/drawing/2014/main" id="{4C01EA35-4A82-421F-A41F-BEA8CE67C5EB}"/>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8" name="Freeform 1575">
              <a:extLst>
                <a:ext uri="{FF2B5EF4-FFF2-40B4-BE49-F238E27FC236}">
                  <a16:creationId xmlns:a16="http://schemas.microsoft.com/office/drawing/2014/main" id="{AC07AF8E-56B5-4693-B107-DE4BB1E749CF}"/>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9" name="Freeform 1576">
              <a:extLst>
                <a:ext uri="{FF2B5EF4-FFF2-40B4-BE49-F238E27FC236}">
                  <a16:creationId xmlns:a16="http://schemas.microsoft.com/office/drawing/2014/main" id="{D938A5D1-713C-4771-968A-5D73FA81EEE1}"/>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0" name="Freeform 1577">
              <a:extLst>
                <a:ext uri="{FF2B5EF4-FFF2-40B4-BE49-F238E27FC236}">
                  <a16:creationId xmlns:a16="http://schemas.microsoft.com/office/drawing/2014/main" id="{461C75ED-3313-44B4-A5B7-F91E77EE674B}"/>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1" name="Freeform 1578">
              <a:extLst>
                <a:ext uri="{FF2B5EF4-FFF2-40B4-BE49-F238E27FC236}">
                  <a16:creationId xmlns:a16="http://schemas.microsoft.com/office/drawing/2014/main" id="{F85610A2-1A5C-49C2-A5FD-934058B474A7}"/>
                </a:ext>
              </a:extLst>
            </p:cNvPr>
            <p:cNvSpPr>
              <a:spLocks noEditPoints="1"/>
            </p:cNvSpPr>
            <p:nvPr userDrawn="1"/>
          </p:nvSpPr>
          <p:spPr bwMode="auto">
            <a:xfrm>
              <a:off x="6695314" y="4801540"/>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1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1 h 214"/>
                <a:gd name="T36" fmla="*/ 101 w 219"/>
                <a:gd name="T37" fmla="*/ 64 h 214"/>
                <a:gd name="T38" fmla="*/ 98 w 219"/>
                <a:gd name="T39" fmla="*/ 50 h 214"/>
                <a:gd name="T40" fmla="*/ 77 w 219"/>
                <a:gd name="T41" fmla="*/ 59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1"/>
                    <a:pt x="135" y="71"/>
                    <a:pt x="135" y="71"/>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1"/>
                    <a:pt x="85" y="71"/>
                    <a:pt x="85" y="71"/>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9"/>
                    <a:pt x="77" y="59"/>
                    <a:pt x="77" y="59"/>
                  </a:cubicBezTo>
                  <a:cubicBezTo>
                    <a:pt x="33" y="32"/>
                    <a:pt x="33" y="32"/>
                    <a:pt x="33" y="32"/>
                  </a:cubicBezTo>
                  <a:cubicBezTo>
                    <a:pt x="60" y="75"/>
                    <a:pt x="60" y="75"/>
                    <a:pt x="60" y="75"/>
                  </a:cubicBezTo>
                  <a:cubicBezTo>
                    <a:pt x="14" y="67"/>
                    <a:pt x="14" y="67"/>
                    <a:pt x="14" y="67"/>
                  </a:cubicBezTo>
                  <a:cubicBezTo>
                    <a:pt x="14" y="68"/>
                    <a:pt x="13" y="69"/>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9"/>
                    <a:pt x="143" y="59"/>
                    <a:pt x="143" y="59"/>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2" name="Freeform 1579">
              <a:extLst>
                <a:ext uri="{FF2B5EF4-FFF2-40B4-BE49-F238E27FC236}">
                  <a16:creationId xmlns:a16="http://schemas.microsoft.com/office/drawing/2014/main" id="{3E6CC505-87EF-4586-825A-D353A8F40387}"/>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3" name="Freeform 1580">
              <a:extLst>
                <a:ext uri="{FF2B5EF4-FFF2-40B4-BE49-F238E27FC236}">
                  <a16:creationId xmlns:a16="http://schemas.microsoft.com/office/drawing/2014/main" id="{2B80D51C-F6CA-4F76-BAA7-CEA9B29C6C96}"/>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4" name="Freeform 1581">
              <a:extLst>
                <a:ext uri="{FF2B5EF4-FFF2-40B4-BE49-F238E27FC236}">
                  <a16:creationId xmlns:a16="http://schemas.microsoft.com/office/drawing/2014/main" id="{3A2903E1-C657-4B6D-BD5C-41A908EACF12}"/>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5" name="Freeform 1582">
              <a:extLst>
                <a:ext uri="{FF2B5EF4-FFF2-40B4-BE49-F238E27FC236}">
                  <a16:creationId xmlns:a16="http://schemas.microsoft.com/office/drawing/2014/main" id="{1FF95DDC-D2C4-466B-8AAF-58575656642B}"/>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6" name="Freeform 1583">
              <a:extLst>
                <a:ext uri="{FF2B5EF4-FFF2-40B4-BE49-F238E27FC236}">
                  <a16:creationId xmlns:a16="http://schemas.microsoft.com/office/drawing/2014/main" id="{5EFE8D9C-91B8-44CC-98B6-A347C6C23B70}"/>
                </a:ext>
              </a:extLst>
            </p:cNvPr>
            <p:cNvSpPr>
              <a:spLocks noEditPoints="1"/>
            </p:cNvSpPr>
            <p:nvPr userDrawn="1"/>
          </p:nvSpPr>
          <p:spPr bwMode="auto">
            <a:xfrm>
              <a:off x="6910054" y="4468392"/>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7" name="Freeform 1584">
              <a:extLst>
                <a:ext uri="{FF2B5EF4-FFF2-40B4-BE49-F238E27FC236}">
                  <a16:creationId xmlns:a16="http://schemas.microsoft.com/office/drawing/2014/main" id="{3EC07E4E-343A-4552-947B-BCBAFF6AA2E0}"/>
                </a:ext>
              </a:extLst>
            </p:cNvPr>
            <p:cNvSpPr>
              <a:spLocks noEditPoints="1"/>
            </p:cNvSpPr>
            <p:nvPr userDrawn="1"/>
          </p:nvSpPr>
          <p:spPr bwMode="auto">
            <a:xfrm>
              <a:off x="6974275" y="4580779"/>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8" name="Freeform 1585">
              <a:extLst>
                <a:ext uri="{FF2B5EF4-FFF2-40B4-BE49-F238E27FC236}">
                  <a16:creationId xmlns:a16="http://schemas.microsoft.com/office/drawing/2014/main" id="{EE3602F9-01AD-4845-A67E-EE4861759E55}"/>
                </a:ext>
              </a:extLst>
            </p:cNvPr>
            <p:cNvSpPr>
              <a:spLocks/>
            </p:cNvSpPr>
            <p:nvPr userDrawn="1"/>
          </p:nvSpPr>
          <p:spPr bwMode="auto">
            <a:xfrm>
              <a:off x="6980296" y="4580779"/>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9" name="Freeform 1586">
              <a:extLst>
                <a:ext uri="{FF2B5EF4-FFF2-40B4-BE49-F238E27FC236}">
                  <a16:creationId xmlns:a16="http://schemas.microsoft.com/office/drawing/2014/main" id="{ED6F1659-8012-466A-B678-185EED75352E}"/>
                </a:ext>
              </a:extLst>
            </p:cNvPr>
            <p:cNvSpPr>
              <a:spLocks/>
            </p:cNvSpPr>
            <p:nvPr userDrawn="1"/>
          </p:nvSpPr>
          <p:spPr bwMode="auto">
            <a:xfrm>
              <a:off x="6986317" y="4604862"/>
              <a:ext cx="20069"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0" name="Freeform 1587">
              <a:extLst>
                <a:ext uri="{FF2B5EF4-FFF2-40B4-BE49-F238E27FC236}">
                  <a16:creationId xmlns:a16="http://schemas.microsoft.com/office/drawing/2014/main" id="{403A4CAC-D373-4A59-83DF-4CA7ABFB5718}"/>
                </a:ext>
              </a:extLst>
            </p:cNvPr>
            <p:cNvSpPr>
              <a:spLocks/>
            </p:cNvSpPr>
            <p:nvPr userDrawn="1"/>
          </p:nvSpPr>
          <p:spPr bwMode="auto">
            <a:xfrm>
              <a:off x="6988323" y="4604862"/>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1" name="Freeform 1588">
              <a:extLst>
                <a:ext uri="{FF2B5EF4-FFF2-40B4-BE49-F238E27FC236}">
                  <a16:creationId xmlns:a16="http://schemas.microsoft.com/office/drawing/2014/main" id="{40B3671F-4BC5-4D1E-AD57-ADAEEFF41061}"/>
                </a:ext>
              </a:extLst>
            </p:cNvPr>
            <p:cNvSpPr>
              <a:spLocks noEditPoints="1"/>
            </p:cNvSpPr>
            <p:nvPr userDrawn="1"/>
          </p:nvSpPr>
          <p:spPr bwMode="auto">
            <a:xfrm>
              <a:off x="7004378" y="4616904"/>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2" name="Freeform 1589">
              <a:extLst>
                <a:ext uri="{FF2B5EF4-FFF2-40B4-BE49-F238E27FC236}">
                  <a16:creationId xmlns:a16="http://schemas.microsoft.com/office/drawing/2014/main" id="{6A5A7208-0640-4DF4-BE09-594B4ECB9C20}"/>
                </a:ext>
              </a:extLst>
            </p:cNvPr>
            <p:cNvSpPr>
              <a:spLocks/>
            </p:cNvSpPr>
            <p:nvPr userDrawn="1"/>
          </p:nvSpPr>
          <p:spPr bwMode="auto">
            <a:xfrm>
              <a:off x="7004378" y="4618910"/>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3" name="Freeform 1590">
              <a:extLst>
                <a:ext uri="{FF2B5EF4-FFF2-40B4-BE49-F238E27FC236}">
                  <a16:creationId xmlns:a16="http://schemas.microsoft.com/office/drawing/2014/main" id="{E8A99D90-CACB-483F-94DC-280294BF79AC}"/>
                </a:ext>
              </a:extLst>
            </p:cNvPr>
            <p:cNvSpPr>
              <a:spLocks noEditPoints="1"/>
            </p:cNvSpPr>
            <p:nvPr userDrawn="1"/>
          </p:nvSpPr>
          <p:spPr bwMode="auto">
            <a:xfrm>
              <a:off x="8609909" y="5423683"/>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4" name="Freeform 1591">
              <a:extLst>
                <a:ext uri="{FF2B5EF4-FFF2-40B4-BE49-F238E27FC236}">
                  <a16:creationId xmlns:a16="http://schemas.microsoft.com/office/drawing/2014/main" id="{4FCB09AF-EE57-4133-B1A2-B608B28E8523}"/>
                </a:ext>
              </a:extLst>
            </p:cNvPr>
            <p:cNvSpPr>
              <a:spLocks noEditPoints="1"/>
            </p:cNvSpPr>
            <p:nvPr userDrawn="1"/>
          </p:nvSpPr>
          <p:spPr bwMode="auto">
            <a:xfrm>
              <a:off x="8605895" y="5520014"/>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5" name="Freeform 1592">
              <a:extLst>
                <a:ext uri="{FF2B5EF4-FFF2-40B4-BE49-F238E27FC236}">
                  <a16:creationId xmlns:a16="http://schemas.microsoft.com/office/drawing/2014/main" id="{7AC4CFDA-A146-4FA2-BC29-40CBB3F3C5E3}"/>
                </a:ext>
              </a:extLst>
            </p:cNvPr>
            <p:cNvSpPr>
              <a:spLocks/>
            </p:cNvSpPr>
            <p:nvPr userDrawn="1"/>
          </p:nvSpPr>
          <p:spPr bwMode="auto">
            <a:xfrm>
              <a:off x="8625964" y="5520014"/>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6" name="Freeform 1593">
              <a:extLst>
                <a:ext uri="{FF2B5EF4-FFF2-40B4-BE49-F238E27FC236}">
                  <a16:creationId xmlns:a16="http://schemas.microsoft.com/office/drawing/2014/main" id="{E272EBEC-502D-402A-AE7B-00CECAE705BC}"/>
                </a:ext>
              </a:extLst>
            </p:cNvPr>
            <p:cNvSpPr>
              <a:spLocks noEditPoints="1"/>
            </p:cNvSpPr>
            <p:nvPr userDrawn="1"/>
          </p:nvSpPr>
          <p:spPr bwMode="auto">
            <a:xfrm>
              <a:off x="8593854" y="5540083"/>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7 w 14"/>
                <a:gd name="T23" fmla="*/ 0 h 14"/>
                <a:gd name="T24" fmla="*/ 3 w 14"/>
                <a:gd name="T25" fmla="*/ 1 h 14"/>
                <a:gd name="T26" fmla="*/ 0 w 14"/>
                <a:gd name="T27" fmla="*/ 7 h 14"/>
                <a:gd name="T28" fmla="*/ 1 w 14"/>
                <a:gd name="T29" fmla="*/ 11 h 14"/>
                <a:gd name="T30" fmla="*/ 5 w 14"/>
                <a:gd name="T31" fmla="*/ 14 h 14"/>
                <a:gd name="T32" fmla="*/ 8 w 14"/>
                <a:gd name="T33" fmla="*/ 14 h 14"/>
                <a:gd name="T34" fmla="*/ 8 w 14"/>
                <a:gd name="T35" fmla="*/ 14 h 14"/>
                <a:gd name="T36" fmla="*/ 10 w 14"/>
                <a:gd name="T37" fmla="*/ 14 h 14"/>
                <a:gd name="T38" fmla="*/ 11 w 14"/>
                <a:gd name="T39" fmla="*/ 13 h 14"/>
                <a:gd name="T40" fmla="*/ 9 w 14"/>
                <a:gd name="T41" fmla="*/ 11 h 14"/>
                <a:gd name="T42" fmla="*/ 11 w 14"/>
                <a:gd name="T43" fmla="*/ 13 h 14"/>
                <a:gd name="T44" fmla="*/ 14 w 14"/>
                <a:gd name="T45" fmla="*/ 7 h 14"/>
                <a:gd name="T46" fmla="*/ 14 w 14"/>
                <a:gd name="T47" fmla="*/ 4 h 14"/>
                <a:gd name="T48" fmla="*/ 10 w 14"/>
                <a:gd name="T49" fmla="*/ 1 h 14"/>
                <a:gd name="T50" fmla="*/ 9 w 14"/>
                <a:gd name="T51" fmla="*/ 0 h 14"/>
                <a:gd name="T52" fmla="*/ 7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1"/>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7" name="Freeform 1594">
              <a:extLst>
                <a:ext uri="{FF2B5EF4-FFF2-40B4-BE49-F238E27FC236}">
                  <a16:creationId xmlns:a16="http://schemas.microsoft.com/office/drawing/2014/main" id="{53F89B13-DE07-4F86-B487-446D72F9397B}"/>
                </a:ext>
              </a:extLst>
            </p:cNvPr>
            <p:cNvSpPr>
              <a:spLocks/>
            </p:cNvSpPr>
            <p:nvPr userDrawn="1"/>
          </p:nvSpPr>
          <p:spPr bwMode="auto">
            <a:xfrm>
              <a:off x="8607903" y="5540083"/>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1"/>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8" name="Freeform 1595">
              <a:extLst>
                <a:ext uri="{FF2B5EF4-FFF2-40B4-BE49-F238E27FC236}">
                  <a16:creationId xmlns:a16="http://schemas.microsoft.com/office/drawing/2014/main" id="{E386732D-5605-4567-97A8-BFB16FEFC308}"/>
                </a:ext>
              </a:extLst>
            </p:cNvPr>
            <p:cNvSpPr>
              <a:spLocks noEditPoints="1"/>
            </p:cNvSpPr>
            <p:nvPr userDrawn="1"/>
          </p:nvSpPr>
          <p:spPr bwMode="auto">
            <a:xfrm>
              <a:off x="8595861" y="5560153"/>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9" name="Freeform 1596">
              <a:extLst>
                <a:ext uri="{FF2B5EF4-FFF2-40B4-BE49-F238E27FC236}">
                  <a16:creationId xmlns:a16="http://schemas.microsoft.com/office/drawing/2014/main" id="{95AC3F26-313E-4D76-84FE-E2A4665FE0CD}"/>
                </a:ext>
              </a:extLst>
            </p:cNvPr>
            <p:cNvSpPr>
              <a:spLocks/>
            </p:cNvSpPr>
            <p:nvPr userDrawn="1"/>
          </p:nvSpPr>
          <p:spPr bwMode="auto">
            <a:xfrm>
              <a:off x="8601881" y="5560153"/>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0" name="Freeform 1597">
              <a:extLst>
                <a:ext uri="{FF2B5EF4-FFF2-40B4-BE49-F238E27FC236}">
                  <a16:creationId xmlns:a16="http://schemas.microsoft.com/office/drawing/2014/main" id="{D490CAF9-3287-40C2-8883-5BD398AC4263}"/>
                </a:ext>
              </a:extLst>
            </p:cNvPr>
            <p:cNvSpPr>
              <a:spLocks noEditPoints="1"/>
            </p:cNvSpPr>
            <p:nvPr userDrawn="1"/>
          </p:nvSpPr>
          <p:spPr bwMode="auto">
            <a:xfrm>
              <a:off x="8804580" y="5136693"/>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1" name="Freeform 1598">
              <a:extLst>
                <a:ext uri="{FF2B5EF4-FFF2-40B4-BE49-F238E27FC236}">
                  <a16:creationId xmlns:a16="http://schemas.microsoft.com/office/drawing/2014/main" id="{FC1E5F54-C321-4CC1-A3F2-60FB5C69EDA8}"/>
                </a:ext>
              </a:extLst>
            </p:cNvPr>
            <p:cNvSpPr>
              <a:spLocks noEditPoints="1"/>
            </p:cNvSpPr>
            <p:nvPr userDrawn="1"/>
          </p:nvSpPr>
          <p:spPr bwMode="auto">
            <a:xfrm>
              <a:off x="8800566"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2" name="Freeform 1599">
              <a:extLst>
                <a:ext uri="{FF2B5EF4-FFF2-40B4-BE49-F238E27FC236}">
                  <a16:creationId xmlns:a16="http://schemas.microsoft.com/office/drawing/2014/main" id="{97D8C460-4DA0-4398-BFA1-2C5DA972927E}"/>
                </a:ext>
              </a:extLst>
            </p:cNvPr>
            <p:cNvSpPr>
              <a:spLocks noEditPoints="1"/>
            </p:cNvSpPr>
            <p:nvPr userDrawn="1"/>
          </p:nvSpPr>
          <p:spPr bwMode="auto">
            <a:xfrm>
              <a:off x="8778490"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6 w 21"/>
                <a:gd name="T37" fmla="*/ 20 h 21"/>
                <a:gd name="T38" fmla="*/ 21 w 21"/>
                <a:gd name="T39" fmla="*/ 11 h 21"/>
                <a:gd name="T40" fmla="*/ 19 w 21"/>
                <a:gd name="T41" fmla="*/ 5 h 21"/>
                <a:gd name="T42" fmla="*/ 10 w 21"/>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3" name="Freeform 1600">
              <a:extLst>
                <a:ext uri="{FF2B5EF4-FFF2-40B4-BE49-F238E27FC236}">
                  <a16:creationId xmlns:a16="http://schemas.microsoft.com/office/drawing/2014/main" id="{00FC741C-1866-4307-ACC7-FF3C4BF285EC}"/>
                </a:ext>
              </a:extLst>
            </p:cNvPr>
            <p:cNvSpPr>
              <a:spLocks noEditPoints="1"/>
            </p:cNvSpPr>
            <p:nvPr userDrawn="1"/>
          </p:nvSpPr>
          <p:spPr bwMode="auto">
            <a:xfrm>
              <a:off x="8780497" y="5377523"/>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9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9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9" y="13"/>
                  </a:moveTo>
                  <a:cubicBezTo>
                    <a:pt x="8" y="13"/>
                    <a:pt x="7" y="12"/>
                    <a:pt x="7" y="11"/>
                  </a:cubicBezTo>
                  <a:cubicBezTo>
                    <a:pt x="6" y="11"/>
                    <a:pt x="6" y="10"/>
                    <a:pt x="6" y="10"/>
                  </a:cubicBezTo>
                  <a:cubicBezTo>
                    <a:pt x="6" y="9"/>
                    <a:pt x="7" y="8"/>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4" name="Freeform 1601">
              <a:extLst>
                <a:ext uri="{FF2B5EF4-FFF2-40B4-BE49-F238E27FC236}">
                  <a16:creationId xmlns:a16="http://schemas.microsoft.com/office/drawing/2014/main" id="{DA58F9AE-4B52-40CF-A735-68708CD9237B}"/>
                </a:ext>
              </a:extLst>
            </p:cNvPr>
            <p:cNvSpPr>
              <a:spLocks noEditPoints="1"/>
            </p:cNvSpPr>
            <p:nvPr userDrawn="1"/>
          </p:nvSpPr>
          <p:spPr bwMode="auto">
            <a:xfrm>
              <a:off x="8407211" y="3984725"/>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5" name="Freeform 1602">
              <a:extLst>
                <a:ext uri="{FF2B5EF4-FFF2-40B4-BE49-F238E27FC236}">
                  <a16:creationId xmlns:a16="http://schemas.microsoft.com/office/drawing/2014/main" id="{9319802A-64B3-4A0D-B5C4-B400E31146F1}"/>
                </a:ext>
              </a:extLst>
            </p:cNvPr>
            <p:cNvSpPr>
              <a:spLocks noEditPoints="1"/>
            </p:cNvSpPr>
            <p:nvPr userDrawn="1"/>
          </p:nvSpPr>
          <p:spPr bwMode="auto">
            <a:xfrm>
              <a:off x="8405204" y="4081057"/>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6" name="Freeform 1603">
              <a:extLst>
                <a:ext uri="{FF2B5EF4-FFF2-40B4-BE49-F238E27FC236}">
                  <a16:creationId xmlns:a16="http://schemas.microsoft.com/office/drawing/2014/main" id="{C3C0F10B-81FC-45CF-8E2D-DB89731BFE26}"/>
                </a:ext>
              </a:extLst>
            </p:cNvPr>
            <p:cNvSpPr>
              <a:spLocks/>
            </p:cNvSpPr>
            <p:nvPr userDrawn="1"/>
          </p:nvSpPr>
          <p:spPr bwMode="auto">
            <a:xfrm>
              <a:off x="8425273" y="4081057"/>
              <a:ext cx="6021" cy="6021"/>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7" name="Freeform 1604">
              <a:extLst>
                <a:ext uri="{FF2B5EF4-FFF2-40B4-BE49-F238E27FC236}">
                  <a16:creationId xmlns:a16="http://schemas.microsoft.com/office/drawing/2014/main" id="{7853F592-8DD3-4FA8-93E6-B279B78ECABA}"/>
                </a:ext>
              </a:extLst>
            </p:cNvPr>
            <p:cNvSpPr>
              <a:spLocks noEditPoints="1"/>
            </p:cNvSpPr>
            <p:nvPr userDrawn="1"/>
          </p:nvSpPr>
          <p:spPr bwMode="auto">
            <a:xfrm>
              <a:off x="8393162" y="4099120"/>
              <a:ext cx="20069" cy="22077"/>
            </a:xfrm>
            <a:custGeom>
              <a:avLst/>
              <a:gdLst>
                <a:gd name="T0" fmla="*/ 7 w 14"/>
                <a:gd name="T1" fmla="*/ 9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9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9"/>
                  </a:moveTo>
                  <a:cubicBezTo>
                    <a:pt x="7" y="9"/>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9"/>
                    <a:pt x="7" y="9"/>
                    <a:pt x="7" y="9"/>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8" name="Freeform 1605">
              <a:extLst>
                <a:ext uri="{FF2B5EF4-FFF2-40B4-BE49-F238E27FC236}">
                  <a16:creationId xmlns:a16="http://schemas.microsoft.com/office/drawing/2014/main" id="{56F9D50C-8297-424F-BE83-FCCDCDE8C899}"/>
                </a:ext>
              </a:extLst>
            </p:cNvPr>
            <p:cNvSpPr>
              <a:spLocks/>
            </p:cNvSpPr>
            <p:nvPr userDrawn="1"/>
          </p:nvSpPr>
          <p:spPr bwMode="auto">
            <a:xfrm>
              <a:off x="8407211" y="4099120"/>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9" name="Freeform 1606">
              <a:extLst>
                <a:ext uri="{FF2B5EF4-FFF2-40B4-BE49-F238E27FC236}">
                  <a16:creationId xmlns:a16="http://schemas.microsoft.com/office/drawing/2014/main" id="{FC22302E-7800-4D7D-B1AD-3642109F1E09}"/>
                </a:ext>
              </a:extLst>
            </p:cNvPr>
            <p:cNvSpPr>
              <a:spLocks noEditPoints="1"/>
            </p:cNvSpPr>
            <p:nvPr userDrawn="1"/>
          </p:nvSpPr>
          <p:spPr bwMode="auto">
            <a:xfrm>
              <a:off x="8395170" y="4121195"/>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6 w 13"/>
                <a:gd name="T29" fmla="*/ 1 h 13"/>
                <a:gd name="T30" fmla="*/ 4 w 13"/>
                <a:gd name="T31" fmla="*/ 0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6" y="1"/>
                    <a:pt x="6" y="1"/>
                  </a:cubicBezTo>
                  <a:cubicBezTo>
                    <a:pt x="5" y="1"/>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0" name="Freeform 1607">
              <a:extLst>
                <a:ext uri="{FF2B5EF4-FFF2-40B4-BE49-F238E27FC236}">
                  <a16:creationId xmlns:a16="http://schemas.microsoft.com/office/drawing/2014/main" id="{27937658-EE31-4B2E-8569-5BDA3E30694E}"/>
                </a:ext>
              </a:extLst>
            </p:cNvPr>
            <p:cNvSpPr>
              <a:spLocks/>
            </p:cNvSpPr>
            <p:nvPr userDrawn="1"/>
          </p:nvSpPr>
          <p:spPr bwMode="auto">
            <a:xfrm>
              <a:off x="8401190" y="4121195"/>
              <a:ext cx="6021" cy="2008"/>
            </a:xfrm>
            <a:custGeom>
              <a:avLst/>
              <a:gdLst>
                <a:gd name="T0" fmla="*/ 3 w 5"/>
                <a:gd name="T1" fmla="*/ 0 h 1"/>
                <a:gd name="T2" fmla="*/ 3 w 5"/>
                <a:gd name="T3" fmla="*/ 0 h 1"/>
                <a:gd name="T4" fmla="*/ 0 w 5"/>
                <a:gd name="T5" fmla="*/ 0 h 1"/>
                <a:gd name="T6" fmla="*/ 2 w 5"/>
                <a:gd name="T7" fmla="*/ 1 h 1"/>
                <a:gd name="T8" fmla="*/ 2 w 5"/>
                <a:gd name="T9" fmla="*/ 1 h 1"/>
                <a:gd name="T10" fmla="*/ 2 w 5"/>
                <a:gd name="T11" fmla="*/ 1 h 1"/>
                <a:gd name="T12" fmla="*/ 5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3" y="0"/>
                    <a:pt x="3" y="0"/>
                    <a:pt x="3" y="0"/>
                  </a:cubicBezTo>
                  <a:cubicBezTo>
                    <a:pt x="2" y="0"/>
                    <a:pt x="1" y="0"/>
                    <a:pt x="0" y="0"/>
                  </a:cubicBezTo>
                  <a:cubicBezTo>
                    <a:pt x="1" y="0"/>
                    <a:pt x="1" y="1"/>
                    <a:pt x="2" y="1"/>
                  </a:cubicBezTo>
                  <a:cubicBezTo>
                    <a:pt x="2"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1" name="Freeform 1608">
              <a:extLst>
                <a:ext uri="{FF2B5EF4-FFF2-40B4-BE49-F238E27FC236}">
                  <a16:creationId xmlns:a16="http://schemas.microsoft.com/office/drawing/2014/main" id="{9B395A3D-5B57-4F41-B78D-C940E1856349}"/>
                </a:ext>
              </a:extLst>
            </p:cNvPr>
            <p:cNvSpPr>
              <a:spLocks noEditPoints="1"/>
            </p:cNvSpPr>
            <p:nvPr userDrawn="1"/>
          </p:nvSpPr>
          <p:spPr bwMode="auto">
            <a:xfrm>
              <a:off x="7785068" y="4356005"/>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0" y="88"/>
                  </a:cubicBezTo>
                  <a:cubicBezTo>
                    <a:pt x="12" y="80"/>
                    <a:pt x="6" y="68"/>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2" name="Freeform 1609">
              <a:extLst>
                <a:ext uri="{FF2B5EF4-FFF2-40B4-BE49-F238E27FC236}">
                  <a16:creationId xmlns:a16="http://schemas.microsoft.com/office/drawing/2014/main" id="{E1D304B8-E7C9-4814-873A-CED62F5EBBA7}"/>
                </a:ext>
              </a:extLst>
            </p:cNvPr>
            <p:cNvSpPr>
              <a:spLocks noEditPoints="1"/>
            </p:cNvSpPr>
            <p:nvPr userDrawn="1"/>
          </p:nvSpPr>
          <p:spPr bwMode="auto">
            <a:xfrm>
              <a:off x="7877386" y="4516558"/>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4"/>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3" name="Freeform 1610">
              <a:extLst>
                <a:ext uri="{FF2B5EF4-FFF2-40B4-BE49-F238E27FC236}">
                  <a16:creationId xmlns:a16="http://schemas.microsoft.com/office/drawing/2014/main" id="{1DE94B45-F788-4122-AD5C-CAF168D7629A}"/>
                </a:ext>
              </a:extLst>
            </p:cNvPr>
            <p:cNvSpPr>
              <a:spLocks/>
            </p:cNvSpPr>
            <p:nvPr userDrawn="1"/>
          </p:nvSpPr>
          <p:spPr bwMode="auto">
            <a:xfrm>
              <a:off x="7891434" y="4552682"/>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4" name="Freeform 1611">
              <a:extLst>
                <a:ext uri="{FF2B5EF4-FFF2-40B4-BE49-F238E27FC236}">
                  <a16:creationId xmlns:a16="http://schemas.microsoft.com/office/drawing/2014/main" id="{19EB4A53-CC0E-4F71-88B2-F14443F55A14}"/>
                </a:ext>
              </a:extLst>
            </p:cNvPr>
            <p:cNvSpPr>
              <a:spLocks noEditPoints="1"/>
            </p:cNvSpPr>
            <p:nvPr userDrawn="1"/>
          </p:nvSpPr>
          <p:spPr bwMode="auto">
            <a:xfrm>
              <a:off x="7919531" y="4568738"/>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 name="Freeform 1613">
              <a:extLst>
                <a:ext uri="{FF2B5EF4-FFF2-40B4-BE49-F238E27FC236}">
                  <a16:creationId xmlns:a16="http://schemas.microsoft.com/office/drawing/2014/main" id="{148904FF-D368-45D5-B4D0-CD7D81A052E1}"/>
                </a:ext>
              </a:extLst>
            </p:cNvPr>
            <p:cNvSpPr>
              <a:spLocks noEditPoints="1"/>
            </p:cNvSpPr>
            <p:nvPr userDrawn="1"/>
          </p:nvSpPr>
          <p:spPr bwMode="auto">
            <a:xfrm>
              <a:off x="8003821" y="5782919"/>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 name="Freeform 1614">
              <a:extLst>
                <a:ext uri="{FF2B5EF4-FFF2-40B4-BE49-F238E27FC236}">
                  <a16:creationId xmlns:a16="http://schemas.microsoft.com/office/drawing/2014/main" id="{26142344-7154-4A4F-ABC3-9D9041C563C8}"/>
                </a:ext>
              </a:extLst>
            </p:cNvPr>
            <p:cNvSpPr>
              <a:spLocks noEditPoints="1"/>
            </p:cNvSpPr>
            <p:nvPr userDrawn="1"/>
          </p:nvSpPr>
          <p:spPr bwMode="auto">
            <a:xfrm>
              <a:off x="8106174" y="5963541"/>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 name="Freeform 1615">
              <a:extLst>
                <a:ext uri="{FF2B5EF4-FFF2-40B4-BE49-F238E27FC236}">
                  <a16:creationId xmlns:a16="http://schemas.microsoft.com/office/drawing/2014/main" id="{C1715E2D-B416-4033-9174-41B0172AE168}"/>
                </a:ext>
              </a:extLst>
            </p:cNvPr>
            <p:cNvSpPr>
              <a:spLocks/>
            </p:cNvSpPr>
            <p:nvPr userDrawn="1"/>
          </p:nvSpPr>
          <p:spPr bwMode="auto">
            <a:xfrm>
              <a:off x="8122230" y="6005686"/>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 name="Freeform 1616">
              <a:extLst>
                <a:ext uri="{FF2B5EF4-FFF2-40B4-BE49-F238E27FC236}">
                  <a16:creationId xmlns:a16="http://schemas.microsoft.com/office/drawing/2014/main" id="{EDD43DFC-DF83-407F-B50A-C36D423BF192}"/>
                </a:ext>
              </a:extLst>
            </p:cNvPr>
            <p:cNvSpPr>
              <a:spLocks noEditPoints="1"/>
            </p:cNvSpPr>
            <p:nvPr userDrawn="1"/>
          </p:nvSpPr>
          <p:spPr bwMode="auto">
            <a:xfrm>
              <a:off x="8154340" y="6021741"/>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 name="Freeform 1617">
              <a:extLst>
                <a:ext uri="{FF2B5EF4-FFF2-40B4-BE49-F238E27FC236}">
                  <a16:creationId xmlns:a16="http://schemas.microsoft.com/office/drawing/2014/main" id="{91BCDA7F-7298-4C60-8DD4-A23EA67B67D4}"/>
                </a:ext>
              </a:extLst>
            </p:cNvPr>
            <p:cNvSpPr>
              <a:spLocks noEditPoints="1"/>
            </p:cNvSpPr>
            <p:nvPr userDrawn="1"/>
          </p:nvSpPr>
          <p:spPr bwMode="auto">
            <a:xfrm>
              <a:off x="7961677" y="4978147"/>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40"/>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 name="Freeform 1618">
              <a:extLst>
                <a:ext uri="{FF2B5EF4-FFF2-40B4-BE49-F238E27FC236}">
                  <a16:creationId xmlns:a16="http://schemas.microsoft.com/office/drawing/2014/main" id="{9EB9BC69-97D8-44BD-AA9C-510F1B0E0A51}"/>
                </a:ext>
              </a:extLst>
            </p:cNvPr>
            <p:cNvSpPr>
              <a:spLocks/>
            </p:cNvSpPr>
            <p:nvPr userDrawn="1"/>
          </p:nvSpPr>
          <p:spPr bwMode="auto">
            <a:xfrm>
              <a:off x="8058008" y="5138700"/>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 name="Freeform 1619">
              <a:extLst>
                <a:ext uri="{FF2B5EF4-FFF2-40B4-BE49-F238E27FC236}">
                  <a16:creationId xmlns:a16="http://schemas.microsoft.com/office/drawing/2014/main" id="{451D4979-F28C-4043-8A27-E4DD6C9BD42C}"/>
                </a:ext>
              </a:extLst>
            </p:cNvPr>
            <p:cNvSpPr>
              <a:spLocks/>
            </p:cNvSpPr>
            <p:nvPr userDrawn="1"/>
          </p:nvSpPr>
          <p:spPr bwMode="auto">
            <a:xfrm>
              <a:off x="8070050" y="5174824"/>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 name="Freeform 1620">
              <a:extLst>
                <a:ext uri="{FF2B5EF4-FFF2-40B4-BE49-F238E27FC236}">
                  <a16:creationId xmlns:a16="http://schemas.microsoft.com/office/drawing/2014/main" id="{28DA7775-7862-496B-832C-5F935A6C0842}"/>
                </a:ext>
              </a:extLst>
            </p:cNvPr>
            <p:cNvSpPr>
              <a:spLocks noEditPoints="1"/>
            </p:cNvSpPr>
            <p:nvPr userDrawn="1"/>
          </p:nvSpPr>
          <p:spPr bwMode="auto">
            <a:xfrm>
              <a:off x="8098147" y="5190879"/>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 name="Freeform 1621">
              <a:extLst>
                <a:ext uri="{FF2B5EF4-FFF2-40B4-BE49-F238E27FC236}">
                  <a16:creationId xmlns:a16="http://schemas.microsoft.com/office/drawing/2014/main" id="{C559E091-7109-48EF-9A18-37260BE552B5}"/>
                </a:ext>
              </a:extLst>
            </p:cNvPr>
            <p:cNvSpPr>
              <a:spLocks noEditPoints="1"/>
            </p:cNvSpPr>
            <p:nvPr userDrawn="1"/>
          </p:nvSpPr>
          <p:spPr bwMode="auto">
            <a:xfrm>
              <a:off x="7560294" y="5194893"/>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 name="Freeform 1622">
              <a:extLst>
                <a:ext uri="{FF2B5EF4-FFF2-40B4-BE49-F238E27FC236}">
                  <a16:creationId xmlns:a16="http://schemas.microsoft.com/office/drawing/2014/main" id="{554A7DB6-16CC-482B-B708-F7FE9E5EB3C9}"/>
                </a:ext>
              </a:extLst>
            </p:cNvPr>
            <p:cNvSpPr>
              <a:spLocks noEditPoints="1"/>
            </p:cNvSpPr>
            <p:nvPr userDrawn="1"/>
          </p:nvSpPr>
          <p:spPr bwMode="auto">
            <a:xfrm>
              <a:off x="7726867" y="5335377"/>
              <a:ext cx="38132" cy="38132"/>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0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9"/>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 name="Freeform 1623">
              <a:extLst>
                <a:ext uri="{FF2B5EF4-FFF2-40B4-BE49-F238E27FC236}">
                  <a16:creationId xmlns:a16="http://schemas.microsoft.com/office/drawing/2014/main" id="{944C2ABB-DC79-4F23-B9B3-CD54BEB02C55}"/>
                </a:ext>
              </a:extLst>
            </p:cNvPr>
            <p:cNvSpPr>
              <a:spLocks noEditPoints="1"/>
            </p:cNvSpPr>
            <p:nvPr userDrawn="1"/>
          </p:nvSpPr>
          <p:spPr bwMode="auto">
            <a:xfrm>
              <a:off x="7760985" y="5361468"/>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0 w 20"/>
                <a:gd name="T43" fmla="*/ 20 h 20"/>
                <a:gd name="T44" fmla="*/ 16 w 20"/>
                <a:gd name="T45" fmla="*/ 18 h 20"/>
                <a:gd name="T46" fmla="*/ 20 w 20"/>
                <a:gd name="T47" fmla="*/ 10 h 20"/>
                <a:gd name="T48" fmla="*/ 18 w 20"/>
                <a:gd name="T49" fmla="*/ 4 h 20"/>
                <a:gd name="T50" fmla="*/ 18 w 20"/>
                <a:gd name="T51" fmla="*/ 4 h 20"/>
                <a:gd name="T52" fmla="*/ 10 w 20"/>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9"/>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 name="Freeform 1624">
              <a:extLst>
                <a:ext uri="{FF2B5EF4-FFF2-40B4-BE49-F238E27FC236}">
                  <a16:creationId xmlns:a16="http://schemas.microsoft.com/office/drawing/2014/main" id="{424DAA87-5A11-4E6E-A9C3-6E190ECCAD43}"/>
                </a:ext>
              </a:extLst>
            </p:cNvPr>
            <p:cNvSpPr>
              <a:spLocks noEditPoints="1"/>
            </p:cNvSpPr>
            <p:nvPr userDrawn="1"/>
          </p:nvSpPr>
          <p:spPr bwMode="auto">
            <a:xfrm>
              <a:off x="7793096" y="5359460"/>
              <a:ext cx="28097" cy="26090"/>
            </a:xfrm>
            <a:custGeom>
              <a:avLst/>
              <a:gdLst>
                <a:gd name="T0" fmla="*/ 11 w 18"/>
                <a:gd name="T1" fmla="*/ 7 h 17"/>
                <a:gd name="T2" fmla="*/ 14 w 18"/>
                <a:gd name="T3" fmla="*/ 5 h 17"/>
                <a:gd name="T4" fmla="*/ 11 w 18"/>
                <a:gd name="T5" fmla="*/ 7 h 17"/>
                <a:gd name="T6" fmla="*/ 12 w 18"/>
                <a:gd name="T7" fmla="*/ 8 h 17"/>
                <a:gd name="T8" fmla="*/ 11 w 18"/>
                <a:gd name="T9" fmla="*/ 10 h 17"/>
                <a:gd name="T10" fmla="*/ 9 w 18"/>
                <a:gd name="T11" fmla="*/ 11 h 17"/>
                <a:gd name="T12" fmla="*/ 7 w 18"/>
                <a:gd name="T13" fmla="*/ 10 h 17"/>
                <a:gd name="T14" fmla="*/ 7 w 18"/>
                <a:gd name="T15" fmla="*/ 10 h 17"/>
                <a:gd name="T16" fmla="*/ 6 w 18"/>
                <a:gd name="T17" fmla="*/ 8 h 17"/>
                <a:gd name="T18" fmla="*/ 7 w 18"/>
                <a:gd name="T19" fmla="*/ 6 h 17"/>
                <a:gd name="T20" fmla="*/ 9 w 18"/>
                <a:gd name="T21" fmla="*/ 6 h 17"/>
                <a:gd name="T22" fmla="*/ 11 w 18"/>
                <a:gd name="T23" fmla="*/ 7 h 17"/>
                <a:gd name="T24" fmla="*/ 9 w 18"/>
                <a:gd name="T25" fmla="*/ 0 h 17"/>
                <a:gd name="T26" fmla="*/ 9 w 18"/>
                <a:gd name="T27" fmla="*/ 0 h 17"/>
                <a:gd name="T28" fmla="*/ 4 w 18"/>
                <a:gd name="T29" fmla="*/ 1 h 17"/>
                <a:gd name="T30" fmla="*/ 0 w 18"/>
                <a:gd name="T31" fmla="*/ 8 h 17"/>
                <a:gd name="T32" fmla="*/ 2 w 18"/>
                <a:gd name="T33" fmla="*/ 13 h 17"/>
                <a:gd name="T34" fmla="*/ 2 w 18"/>
                <a:gd name="T35" fmla="*/ 13 h 17"/>
                <a:gd name="T36" fmla="*/ 9 w 18"/>
                <a:gd name="T37" fmla="*/ 17 h 17"/>
                <a:gd name="T38" fmla="*/ 9 w 18"/>
                <a:gd name="T39" fmla="*/ 17 h 17"/>
                <a:gd name="T40" fmla="*/ 14 w 18"/>
                <a:gd name="T41" fmla="*/ 15 h 17"/>
                <a:gd name="T42" fmla="*/ 18 w 18"/>
                <a:gd name="T43" fmla="*/ 8 h 17"/>
                <a:gd name="T44" fmla="*/ 16 w 18"/>
                <a:gd name="T45" fmla="*/ 3 h 17"/>
                <a:gd name="T46" fmla="*/ 16 w 18"/>
                <a:gd name="T47" fmla="*/ 3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1" y="7"/>
                  </a:moveTo>
                  <a:cubicBezTo>
                    <a:pt x="14" y="5"/>
                    <a:pt x="14" y="5"/>
                    <a:pt x="14" y="5"/>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cubicBezTo>
                    <a:pt x="6" y="9"/>
                    <a:pt x="6" y="9"/>
                    <a:pt x="6" y="8"/>
                  </a:cubicBezTo>
                  <a:cubicBezTo>
                    <a:pt x="6" y="7"/>
                    <a:pt x="7" y="7"/>
                    <a:pt x="7" y="6"/>
                  </a:cubicBezTo>
                  <a:cubicBezTo>
                    <a:pt x="8" y="6"/>
                    <a:pt x="8" y="6"/>
                    <a:pt x="9" y="6"/>
                  </a:cubicBezTo>
                  <a:cubicBezTo>
                    <a:pt x="10" y="6"/>
                    <a:pt x="11" y="6"/>
                    <a:pt x="11" y="7"/>
                  </a:cubicBezTo>
                  <a:moveTo>
                    <a:pt x="9" y="0"/>
                  </a:moveTo>
                  <a:cubicBezTo>
                    <a:pt x="9" y="0"/>
                    <a:pt x="9" y="0"/>
                    <a:pt x="9" y="0"/>
                  </a:cubicBezTo>
                  <a:cubicBezTo>
                    <a:pt x="7" y="0"/>
                    <a:pt x="5" y="0"/>
                    <a:pt x="4" y="1"/>
                  </a:cubicBezTo>
                  <a:cubicBezTo>
                    <a:pt x="1"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6" y="13"/>
                    <a:pt x="18" y="11"/>
                    <a:pt x="18" y="8"/>
                  </a:cubicBezTo>
                  <a:cubicBezTo>
                    <a:pt x="18" y="6"/>
                    <a:pt x="17" y="4"/>
                    <a:pt x="16" y="3"/>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 name="Freeform 1625">
              <a:extLst>
                <a:ext uri="{FF2B5EF4-FFF2-40B4-BE49-F238E27FC236}">
                  <a16:creationId xmlns:a16="http://schemas.microsoft.com/office/drawing/2014/main" id="{94DF89AD-2D4D-47C2-B6CB-E9F073E0CC80}"/>
                </a:ext>
              </a:extLst>
            </p:cNvPr>
            <p:cNvSpPr>
              <a:spLocks/>
            </p:cNvSpPr>
            <p:nvPr userDrawn="1"/>
          </p:nvSpPr>
          <p:spPr bwMode="auto">
            <a:xfrm>
              <a:off x="6233724"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3"/>
                    <a:pt x="50" y="193"/>
                    <a:pt x="50"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2"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 name="Freeform 1626">
              <a:extLst>
                <a:ext uri="{FF2B5EF4-FFF2-40B4-BE49-F238E27FC236}">
                  <a16:creationId xmlns:a16="http://schemas.microsoft.com/office/drawing/2014/main" id="{CAA6E94D-CAB8-47ED-8379-D7328D5449E7}"/>
                </a:ext>
              </a:extLst>
            </p:cNvPr>
            <p:cNvSpPr>
              <a:spLocks noEditPoints="1"/>
            </p:cNvSpPr>
            <p:nvPr userDrawn="1"/>
          </p:nvSpPr>
          <p:spPr bwMode="auto">
            <a:xfrm>
              <a:off x="6285904" y="5104583"/>
              <a:ext cx="26091" cy="20069"/>
            </a:xfrm>
            <a:custGeom>
              <a:avLst/>
              <a:gdLst>
                <a:gd name="T0" fmla="*/ 17 w 17"/>
                <a:gd name="T1" fmla="*/ 11 h 14"/>
                <a:gd name="T2" fmla="*/ 14 w 17"/>
                <a:gd name="T3" fmla="*/ 13 h 14"/>
                <a:gd name="T4" fmla="*/ 15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5"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 name="Freeform 1627">
              <a:extLst>
                <a:ext uri="{FF2B5EF4-FFF2-40B4-BE49-F238E27FC236}">
                  <a16:creationId xmlns:a16="http://schemas.microsoft.com/office/drawing/2014/main" id="{FEE48329-49E5-4A2E-A08A-46E1E2D0FBBB}"/>
                </a:ext>
              </a:extLst>
            </p:cNvPr>
            <p:cNvSpPr>
              <a:spLocks noEditPoints="1"/>
            </p:cNvSpPr>
            <p:nvPr userDrawn="1"/>
          </p:nvSpPr>
          <p:spPr bwMode="auto">
            <a:xfrm>
              <a:off x="6524727" y="5080500"/>
              <a:ext cx="62215" cy="62215"/>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9"/>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 name="Freeform 1628">
              <a:extLst>
                <a:ext uri="{FF2B5EF4-FFF2-40B4-BE49-F238E27FC236}">
                  <a16:creationId xmlns:a16="http://schemas.microsoft.com/office/drawing/2014/main" id="{69CF81AB-2B79-4C34-B858-52C3C5D89A6B}"/>
                </a:ext>
              </a:extLst>
            </p:cNvPr>
            <p:cNvSpPr>
              <a:spLocks noEditPoints="1"/>
            </p:cNvSpPr>
            <p:nvPr userDrawn="1"/>
          </p:nvSpPr>
          <p:spPr bwMode="auto">
            <a:xfrm>
              <a:off x="6584934" y="5128666"/>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8 w 31"/>
                <a:gd name="T15" fmla="*/ 6 h 30"/>
                <a:gd name="T16" fmla="*/ 26 w 31"/>
                <a:gd name="T17" fmla="*/ 7 h 30"/>
                <a:gd name="T18" fmla="*/ 23 w 31"/>
                <a:gd name="T19" fmla="*/ 9 h 30"/>
                <a:gd name="T20" fmla="*/ 25 w 31"/>
                <a:gd name="T21" fmla="*/ 15 h 30"/>
                <a:gd name="T22" fmla="*/ 21 w 31"/>
                <a:gd name="T23" fmla="*/ 22 h 30"/>
                <a:gd name="T24" fmla="*/ 16 w 31"/>
                <a:gd name="T25" fmla="*/ 24 h 30"/>
                <a:gd name="T26" fmla="*/ 16 w 31"/>
                <a:gd name="T27" fmla="*/ 0 h 30"/>
                <a:gd name="T28" fmla="*/ 16 w 31"/>
                <a:gd name="T29" fmla="*/ 0 h 30"/>
                <a:gd name="T30" fmla="*/ 7 w 31"/>
                <a:gd name="T31" fmla="*/ 3 h 30"/>
                <a:gd name="T32" fmla="*/ 0 w 31"/>
                <a:gd name="T33" fmla="*/ 15 h 30"/>
                <a:gd name="T34" fmla="*/ 4 w 31"/>
                <a:gd name="T35" fmla="*/ 24 h 30"/>
                <a:gd name="T36" fmla="*/ 16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6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9"/>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8" y="6"/>
                    <a:pt x="28" y="6"/>
                    <a:pt x="28" y="6"/>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 name="Freeform 1629">
              <a:extLst>
                <a:ext uri="{FF2B5EF4-FFF2-40B4-BE49-F238E27FC236}">
                  <a16:creationId xmlns:a16="http://schemas.microsoft.com/office/drawing/2014/main" id="{29974465-FFDE-4CBD-9BAC-4BE5FD541896}"/>
                </a:ext>
              </a:extLst>
            </p:cNvPr>
            <p:cNvSpPr>
              <a:spLocks noEditPoints="1"/>
            </p:cNvSpPr>
            <p:nvPr userDrawn="1"/>
          </p:nvSpPr>
          <p:spPr bwMode="auto">
            <a:xfrm>
              <a:off x="6645142" y="5124652"/>
              <a:ext cx="40138" cy="36124"/>
            </a:xfrm>
            <a:custGeom>
              <a:avLst/>
              <a:gdLst>
                <a:gd name="T0" fmla="*/ 13 w 26"/>
                <a:gd name="T1" fmla="*/ 19 h 25"/>
                <a:gd name="T2" fmla="*/ 8 w 26"/>
                <a:gd name="T3" fmla="*/ 17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5 w 26"/>
                <a:gd name="T25" fmla="*/ 2 h 25"/>
                <a:gd name="T26" fmla="*/ 0 w 26"/>
                <a:gd name="T27" fmla="*/ 12 h 25"/>
                <a:gd name="T28" fmla="*/ 3 w 26"/>
                <a:gd name="T29" fmla="*/ 20 h 25"/>
                <a:gd name="T30" fmla="*/ 13 w 26"/>
                <a:gd name="T31" fmla="*/ 25 h 25"/>
                <a:gd name="T32" fmla="*/ 13 w 26"/>
                <a:gd name="T33" fmla="*/ 25 h 25"/>
                <a:gd name="T34" fmla="*/ 21 w 26"/>
                <a:gd name="T35" fmla="*/ 23 h 25"/>
                <a:gd name="T36" fmla="*/ 26 w 26"/>
                <a:gd name="T37" fmla="*/ 12 h 25"/>
                <a:gd name="T38" fmla="*/ 24 w 26"/>
                <a:gd name="T39" fmla="*/ 5 h 25"/>
                <a:gd name="T40" fmla="*/ 21 w 26"/>
                <a:gd name="T41" fmla="*/ 6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7"/>
                  </a:cubicBezTo>
                  <a:cubicBezTo>
                    <a:pt x="7" y="15"/>
                    <a:pt x="6" y="14"/>
                    <a:pt x="6" y="12"/>
                  </a:cubicBezTo>
                  <a:cubicBezTo>
                    <a:pt x="6" y="10"/>
                    <a:pt x="7" y="8"/>
                    <a:pt x="9" y="7"/>
                  </a:cubicBezTo>
                  <a:cubicBezTo>
                    <a:pt x="10" y="6"/>
                    <a:pt x="12" y="6"/>
                    <a:pt x="13" y="6"/>
                  </a:cubicBezTo>
                  <a:cubicBezTo>
                    <a:pt x="15" y="6"/>
                    <a:pt x="18" y="7"/>
                    <a:pt x="19" y="8"/>
                  </a:cubicBezTo>
                  <a:cubicBezTo>
                    <a:pt x="19" y="8"/>
                    <a:pt x="19" y="8"/>
                    <a:pt x="19" y="8"/>
                  </a:cubicBezTo>
                  <a:cubicBezTo>
                    <a:pt x="20" y="10"/>
                    <a:pt x="20" y="11"/>
                    <a:pt x="20" y="12"/>
                  </a:cubicBezTo>
                  <a:cubicBezTo>
                    <a:pt x="20" y="14"/>
                    <a:pt x="19" y="17"/>
                    <a:pt x="18" y="18"/>
                  </a:cubicBezTo>
                  <a:cubicBezTo>
                    <a:pt x="16" y="19"/>
                    <a:pt x="15" y="19"/>
                    <a:pt x="13" y="19"/>
                  </a:cubicBezTo>
                  <a:moveTo>
                    <a:pt x="13" y="0"/>
                  </a:moveTo>
                  <a:cubicBezTo>
                    <a:pt x="13" y="0"/>
                    <a:pt x="13" y="0"/>
                    <a:pt x="13" y="0"/>
                  </a:cubicBezTo>
                  <a:cubicBezTo>
                    <a:pt x="11" y="0"/>
                    <a:pt x="8" y="0"/>
                    <a:pt x="5" y="2"/>
                  </a:cubicBezTo>
                  <a:cubicBezTo>
                    <a:pt x="2" y="5"/>
                    <a:pt x="0" y="9"/>
                    <a:pt x="0" y="12"/>
                  </a:cubicBezTo>
                  <a:cubicBezTo>
                    <a:pt x="0" y="15"/>
                    <a:pt x="1" y="18"/>
                    <a:pt x="3" y="20"/>
                  </a:cubicBezTo>
                  <a:cubicBezTo>
                    <a:pt x="5" y="24"/>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 name="Freeform 1630">
              <a:extLst>
                <a:ext uri="{FF2B5EF4-FFF2-40B4-BE49-F238E27FC236}">
                  <a16:creationId xmlns:a16="http://schemas.microsoft.com/office/drawing/2014/main" id="{977E8E75-BDA9-4EBD-9261-CCC4B53A0E1D}"/>
                </a:ext>
              </a:extLst>
            </p:cNvPr>
            <p:cNvSpPr>
              <a:spLocks noEditPoints="1"/>
            </p:cNvSpPr>
            <p:nvPr userDrawn="1"/>
          </p:nvSpPr>
          <p:spPr bwMode="auto">
            <a:xfrm>
              <a:off x="7443893" y="4514550"/>
              <a:ext cx="166574" cy="156539"/>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10 h 103"/>
                <a:gd name="T14" fmla="*/ 72 w 111"/>
                <a:gd name="T15" fmla="*/ 7 h 103"/>
                <a:gd name="T16" fmla="*/ 71 w 111"/>
                <a:gd name="T17" fmla="*/ 10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10"/>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 name="Freeform 1631">
              <a:extLst>
                <a:ext uri="{FF2B5EF4-FFF2-40B4-BE49-F238E27FC236}">
                  <a16:creationId xmlns:a16="http://schemas.microsoft.com/office/drawing/2014/main" id="{FDD4098F-BA31-4990-B1A9-E58C7E49262F}"/>
                </a:ext>
              </a:extLst>
            </p:cNvPr>
            <p:cNvSpPr>
              <a:spLocks noEditPoints="1"/>
            </p:cNvSpPr>
            <p:nvPr userDrawn="1"/>
          </p:nvSpPr>
          <p:spPr bwMode="auto">
            <a:xfrm>
              <a:off x="7423824" y="4516557"/>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 name="Freeform 1632">
              <a:extLst>
                <a:ext uri="{FF2B5EF4-FFF2-40B4-BE49-F238E27FC236}">
                  <a16:creationId xmlns:a16="http://schemas.microsoft.com/office/drawing/2014/main" id="{E27162E0-017F-4626-879C-93AB8434C66B}"/>
                </a:ext>
              </a:extLst>
            </p:cNvPr>
            <p:cNvSpPr>
              <a:spLocks noEditPoints="1"/>
            </p:cNvSpPr>
            <p:nvPr userDrawn="1"/>
          </p:nvSpPr>
          <p:spPr bwMode="auto">
            <a:xfrm>
              <a:off x="7399741" y="4502509"/>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3"/>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 name="Freeform 1633">
              <a:extLst>
                <a:ext uri="{FF2B5EF4-FFF2-40B4-BE49-F238E27FC236}">
                  <a16:creationId xmlns:a16="http://schemas.microsoft.com/office/drawing/2014/main" id="{4C291B4C-A80F-4892-8590-DC50FDA25EE7}"/>
                </a:ext>
              </a:extLst>
            </p:cNvPr>
            <p:cNvSpPr>
              <a:spLocks noEditPoints="1"/>
            </p:cNvSpPr>
            <p:nvPr userDrawn="1"/>
          </p:nvSpPr>
          <p:spPr bwMode="auto">
            <a:xfrm>
              <a:off x="7395727"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8 w 16"/>
                <a:gd name="T43" fmla="*/ 15 h 15"/>
                <a:gd name="T44" fmla="*/ 13 w 16"/>
                <a:gd name="T45" fmla="*/ 14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 name="Freeform 1634">
              <a:extLst>
                <a:ext uri="{FF2B5EF4-FFF2-40B4-BE49-F238E27FC236}">
                  <a16:creationId xmlns:a16="http://schemas.microsoft.com/office/drawing/2014/main" id="{3788B64C-71D4-4BCA-9438-0D9854446228}"/>
                </a:ext>
              </a:extLst>
            </p:cNvPr>
            <p:cNvSpPr>
              <a:spLocks noEditPoints="1"/>
            </p:cNvSpPr>
            <p:nvPr userDrawn="1"/>
          </p:nvSpPr>
          <p:spPr bwMode="auto">
            <a:xfrm>
              <a:off x="7345554" y="4259672"/>
              <a:ext cx="152525"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0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0" y="4"/>
                    <a:pt x="70" y="4"/>
                    <a:pt x="70"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 name="Freeform 1635">
              <a:extLst>
                <a:ext uri="{FF2B5EF4-FFF2-40B4-BE49-F238E27FC236}">
                  <a16:creationId xmlns:a16="http://schemas.microsoft.com/office/drawing/2014/main" id="{19F21FDD-D0AA-44EE-AE95-52CA3B86C1A3}"/>
                </a:ext>
              </a:extLst>
            </p:cNvPr>
            <p:cNvSpPr>
              <a:spLocks noEditPoints="1"/>
            </p:cNvSpPr>
            <p:nvPr userDrawn="1"/>
          </p:nvSpPr>
          <p:spPr bwMode="auto">
            <a:xfrm>
              <a:off x="7341540" y="4384100"/>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 name="Freeform 1636">
              <a:extLst>
                <a:ext uri="{FF2B5EF4-FFF2-40B4-BE49-F238E27FC236}">
                  <a16:creationId xmlns:a16="http://schemas.microsoft.com/office/drawing/2014/main" id="{13869D2F-E4F2-41D8-888B-441C0AB882C6}"/>
                </a:ext>
              </a:extLst>
            </p:cNvPr>
            <p:cNvSpPr>
              <a:spLocks noEditPoints="1"/>
            </p:cNvSpPr>
            <p:nvPr userDrawn="1"/>
          </p:nvSpPr>
          <p:spPr bwMode="auto">
            <a:xfrm>
              <a:off x="7323478" y="4410191"/>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 name="Freeform 1637">
              <a:extLst>
                <a:ext uri="{FF2B5EF4-FFF2-40B4-BE49-F238E27FC236}">
                  <a16:creationId xmlns:a16="http://schemas.microsoft.com/office/drawing/2014/main" id="{CCD7323E-F408-4AB8-A2B4-4FC9FB488D45}"/>
                </a:ext>
              </a:extLst>
            </p:cNvPr>
            <p:cNvSpPr>
              <a:spLocks noEditPoints="1"/>
            </p:cNvSpPr>
            <p:nvPr userDrawn="1"/>
          </p:nvSpPr>
          <p:spPr bwMode="auto">
            <a:xfrm>
              <a:off x="7299395" y="4412197"/>
              <a:ext cx="22077"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 name="Freeform 1638">
              <a:extLst>
                <a:ext uri="{FF2B5EF4-FFF2-40B4-BE49-F238E27FC236}">
                  <a16:creationId xmlns:a16="http://schemas.microsoft.com/office/drawing/2014/main" id="{DA25813B-1FB2-4113-8732-E164D7F0E3D1}"/>
                </a:ext>
              </a:extLst>
            </p:cNvPr>
            <p:cNvSpPr>
              <a:spLocks noEditPoints="1"/>
            </p:cNvSpPr>
            <p:nvPr userDrawn="1"/>
          </p:nvSpPr>
          <p:spPr bwMode="auto">
            <a:xfrm>
              <a:off x="5418917" y="3832200"/>
              <a:ext cx="152525" cy="148512"/>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9"/>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50" y="99"/>
                    <a:pt x="50"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 name="Freeform 1639">
              <a:extLst>
                <a:ext uri="{FF2B5EF4-FFF2-40B4-BE49-F238E27FC236}">
                  <a16:creationId xmlns:a16="http://schemas.microsoft.com/office/drawing/2014/main" id="{E40C9BE4-81C9-4BE9-9221-CA140E523B2F}"/>
                </a:ext>
              </a:extLst>
            </p:cNvPr>
            <p:cNvSpPr>
              <a:spLocks noEditPoints="1"/>
            </p:cNvSpPr>
            <p:nvPr userDrawn="1"/>
          </p:nvSpPr>
          <p:spPr bwMode="auto">
            <a:xfrm>
              <a:off x="5414903" y="3958635"/>
              <a:ext cx="32111" cy="32111"/>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21 w 22"/>
                <a:gd name="T33" fmla="*/ 16 h 22"/>
                <a:gd name="T34" fmla="*/ 22 w 22"/>
                <a:gd name="T35" fmla="*/ 11 h 22"/>
                <a:gd name="T36" fmla="*/ 16 w 22"/>
                <a:gd name="T37" fmla="*/ 1 h 22"/>
                <a:gd name="T38" fmla="*/ 11 w 22"/>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22">
                  <a:moveTo>
                    <a:pt x="7" y="9"/>
                  </a:moveTo>
                  <a:cubicBezTo>
                    <a:pt x="7" y="7"/>
                    <a:pt x="9" y="6"/>
                    <a:pt x="11" y="6"/>
                  </a:cubicBezTo>
                  <a:cubicBezTo>
                    <a:pt x="12" y="6"/>
                    <a:pt x="13" y="6"/>
                    <a:pt x="13" y="6"/>
                  </a:cubicBezTo>
                  <a:cubicBezTo>
                    <a:pt x="15" y="7"/>
                    <a:pt x="16" y="9"/>
                    <a:pt x="16" y="11"/>
                  </a:cubicBezTo>
                  <a:cubicBezTo>
                    <a:pt x="16" y="12"/>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5" y="22"/>
                    <a:pt x="19" y="20"/>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 name="Freeform 1640">
              <a:extLst>
                <a:ext uri="{FF2B5EF4-FFF2-40B4-BE49-F238E27FC236}">
                  <a16:creationId xmlns:a16="http://schemas.microsoft.com/office/drawing/2014/main" id="{9950BD3D-34BF-469A-8ECB-11BD028AB2F8}"/>
                </a:ext>
              </a:extLst>
            </p:cNvPr>
            <p:cNvSpPr>
              <a:spLocks noEditPoints="1"/>
            </p:cNvSpPr>
            <p:nvPr userDrawn="1"/>
          </p:nvSpPr>
          <p:spPr bwMode="auto">
            <a:xfrm>
              <a:off x="5396842" y="3984725"/>
              <a:ext cx="26091" cy="2408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1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2"/>
                    <a:pt x="1" y="5"/>
                  </a:cubicBezTo>
                  <a:cubicBezTo>
                    <a:pt x="1" y="5"/>
                    <a:pt x="1" y="5"/>
                    <a:pt x="1" y="5"/>
                  </a:cubicBezTo>
                  <a:cubicBezTo>
                    <a:pt x="0" y="6"/>
                    <a:pt x="0" y="7"/>
                    <a:pt x="0" y="8"/>
                  </a:cubicBezTo>
                  <a:cubicBezTo>
                    <a:pt x="0" y="12"/>
                    <a:pt x="1" y="15"/>
                    <a:pt x="5" y="16"/>
                  </a:cubicBezTo>
                  <a:cubicBezTo>
                    <a:pt x="6" y="17"/>
                    <a:pt x="7" y="17"/>
                    <a:pt x="8" y="17"/>
                  </a:cubicBezTo>
                  <a:cubicBezTo>
                    <a:pt x="8" y="17"/>
                    <a:pt x="8" y="17"/>
                    <a:pt x="8" y="17"/>
                  </a:cubicBezTo>
                  <a:cubicBezTo>
                    <a:pt x="8" y="17"/>
                    <a:pt x="8" y="17"/>
                    <a:pt x="8" y="17"/>
                  </a:cubicBezTo>
                  <a:cubicBezTo>
                    <a:pt x="12" y="17"/>
                    <a:pt x="15" y="15"/>
                    <a:pt x="16" y="12"/>
                  </a:cubicBezTo>
                  <a:cubicBezTo>
                    <a:pt x="17" y="11"/>
                    <a:pt x="17" y="10"/>
                    <a:pt x="17" y="8"/>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 name="Freeform 1641">
              <a:extLst>
                <a:ext uri="{FF2B5EF4-FFF2-40B4-BE49-F238E27FC236}">
                  <a16:creationId xmlns:a16="http://schemas.microsoft.com/office/drawing/2014/main" id="{994244B8-B2A7-4956-AD4B-24146744832D}"/>
                </a:ext>
              </a:extLst>
            </p:cNvPr>
            <p:cNvSpPr>
              <a:spLocks noEditPoints="1"/>
            </p:cNvSpPr>
            <p:nvPr userDrawn="1"/>
          </p:nvSpPr>
          <p:spPr bwMode="auto">
            <a:xfrm>
              <a:off x="5372759" y="3984725"/>
              <a:ext cx="24083" cy="24083"/>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8 w 16"/>
                <a:gd name="T35" fmla="*/ 16 h 16"/>
                <a:gd name="T36" fmla="*/ 8 w 16"/>
                <a:gd name="T37" fmla="*/ 16 h 16"/>
                <a:gd name="T38" fmla="*/ 15 w 16"/>
                <a:gd name="T39" fmla="*/ 11 h 16"/>
                <a:gd name="T40" fmla="*/ 16 w 16"/>
                <a:gd name="T41" fmla="*/ 8 h 16"/>
                <a:gd name="T42" fmla="*/ 11 w 16"/>
                <a:gd name="T43" fmla="*/ 1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7"/>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8" y="16"/>
                    <a:pt x="8" y="16"/>
                    <a:pt x="8" y="16"/>
                  </a:cubicBezTo>
                  <a:cubicBezTo>
                    <a:pt x="8" y="16"/>
                    <a:pt x="8" y="16"/>
                    <a:pt x="8" y="16"/>
                  </a:cubicBezTo>
                  <a:cubicBezTo>
                    <a:pt x="11" y="16"/>
                    <a:pt x="13" y="14"/>
                    <a:pt x="15" y="11"/>
                  </a:cubicBezTo>
                  <a:cubicBezTo>
                    <a:pt x="15" y="10"/>
                    <a:pt x="16" y="9"/>
                    <a:pt x="16" y="8"/>
                  </a:cubicBezTo>
                  <a:cubicBezTo>
                    <a:pt x="16" y="5"/>
                    <a:pt x="14" y="3"/>
                    <a:pt x="11" y="1"/>
                  </a:cubicBezTo>
                  <a:cubicBezTo>
                    <a:pt x="10" y="1"/>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 name="Freeform 1642">
              <a:extLst>
                <a:ext uri="{FF2B5EF4-FFF2-40B4-BE49-F238E27FC236}">
                  <a16:creationId xmlns:a16="http://schemas.microsoft.com/office/drawing/2014/main" id="{64B7B3DC-4F2B-4F0E-8180-ED6D5AF2E47E}"/>
                </a:ext>
              </a:extLst>
            </p:cNvPr>
            <p:cNvSpPr>
              <a:spLocks noEditPoints="1"/>
            </p:cNvSpPr>
            <p:nvPr userDrawn="1"/>
          </p:nvSpPr>
          <p:spPr bwMode="auto">
            <a:xfrm>
              <a:off x="7835240" y="5626380"/>
              <a:ext cx="150519"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9 h 99"/>
                <a:gd name="T34" fmla="*/ 50 w 101"/>
                <a:gd name="T35" fmla="*/ 99 h 99"/>
                <a:gd name="T36" fmla="*/ 95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3"/>
                    <a:pt x="50" y="93"/>
                  </a:cubicBezTo>
                  <a:cubicBezTo>
                    <a:pt x="43" y="93"/>
                    <a:pt x="37" y="91"/>
                    <a:pt x="30" y="88"/>
                  </a:cubicBezTo>
                  <a:cubicBezTo>
                    <a:pt x="15" y="80"/>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9"/>
                    <a:pt x="50" y="99"/>
                  </a:cubicBezTo>
                  <a:cubicBezTo>
                    <a:pt x="50" y="99"/>
                    <a:pt x="50" y="99"/>
                    <a:pt x="50" y="99"/>
                  </a:cubicBezTo>
                  <a:cubicBezTo>
                    <a:pt x="69" y="99"/>
                    <a:pt x="86"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 name="Freeform 1643">
              <a:extLst>
                <a:ext uri="{FF2B5EF4-FFF2-40B4-BE49-F238E27FC236}">
                  <a16:creationId xmlns:a16="http://schemas.microsoft.com/office/drawing/2014/main" id="{B3E7F861-C1F2-4F16-ADE6-338EAA85C03C}"/>
                </a:ext>
              </a:extLst>
            </p:cNvPr>
            <p:cNvSpPr>
              <a:spLocks noEditPoints="1"/>
            </p:cNvSpPr>
            <p:nvPr userDrawn="1"/>
          </p:nvSpPr>
          <p:spPr bwMode="auto">
            <a:xfrm>
              <a:off x="7829220" y="5752815"/>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4" y="8"/>
                    <a:pt x="4" y="8"/>
                    <a:pt x="4" y="8"/>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 name="Freeform 1644">
              <a:extLst>
                <a:ext uri="{FF2B5EF4-FFF2-40B4-BE49-F238E27FC236}">
                  <a16:creationId xmlns:a16="http://schemas.microsoft.com/office/drawing/2014/main" id="{F5781049-AA5E-4290-90F5-6376DA415663}"/>
                </a:ext>
              </a:extLst>
            </p:cNvPr>
            <p:cNvSpPr>
              <a:spLocks noEditPoints="1"/>
            </p:cNvSpPr>
            <p:nvPr userDrawn="1"/>
          </p:nvSpPr>
          <p:spPr bwMode="auto">
            <a:xfrm>
              <a:off x="7811158" y="5776898"/>
              <a:ext cx="28097" cy="26090"/>
            </a:xfrm>
            <a:custGeom>
              <a:avLst/>
              <a:gdLst>
                <a:gd name="T0" fmla="*/ 7 w 18"/>
                <a:gd name="T1" fmla="*/ 8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 name="T42" fmla="*/ 9 w 18"/>
                <a:gd name="T43" fmla="*/ 0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12" y="17"/>
                    <a:pt x="15" y="16"/>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 name="Freeform 1645">
              <a:extLst>
                <a:ext uri="{FF2B5EF4-FFF2-40B4-BE49-F238E27FC236}">
                  <a16:creationId xmlns:a16="http://schemas.microsoft.com/office/drawing/2014/main" id="{5B921CD5-813D-4A3B-9D86-BAC3AF7CAF79}"/>
                </a:ext>
              </a:extLst>
            </p:cNvPr>
            <p:cNvSpPr>
              <a:spLocks noEditPoints="1"/>
            </p:cNvSpPr>
            <p:nvPr userDrawn="1"/>
          </p:nvSpPr>
          <p:spPr bwMode="auto">
            <a:xfrm>
              <a:off x="7787075" y="5780912"/>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 name="Freeform 1646">
              <a:extLst>
                <a:ext uri="{FF2B5EF4-FFF2-40B4-BE49-F238E27FC236}">
                  <a16:creationId xmlns:a16="http://schemas.microsoft.com/office/drawing/2014/main" id="{3570FC01-D032-4208-A332-1C9CFE6F6705}"/>
                </a:ext>
              </a:extLst>
            </p:cNvPr>
            <p:cNvSpPr>
              <a:spLocks noEditPoints="1"/>
            </p:cNvSpPr>
            <p:nvPr userDrawn="1"/>
          </p:nvSpPr>
          <p:spPr bwMode="auto">
            <a:xfrm>
              <a:off x="7251229" y="5794961"/>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 name="Freeform 1647">
              <a:extLst>
                <a:ext uri="{FF2B5EF4-FFF2-40B4-BE49-F238E27FC236}">
                  <a16:creationId xmlns:a16="http://schemas.microsoft.com/office/drawing/2014/main" id="{D55EBC6C-C225-465E-99C3-507A94B99460}"/>
                </a:ext>
              </a:extLst>
            </p:cNvPr>
            <p:cNvSpPr>
              <a:spLocks noEditPoints="1"/>
            </p:cNvSpPr>
            <p:nvPr userDrawn="1"/>
          </p:nvSpPr>
          <p:spPr bwMode="auto">
            <a:xfrm>
              <a:off x="7245208" y="5921396"/>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1"/>
                    <a:pt x="6" y="10"/>
                    <a:pt x="7" y="9"/>
                  </a:cubicBezTo>
                  <a:cubicBezTo>
                    <a:pt x="4" y="8"/>
                    <a:pt x="4" y="8"/>
                    <a:pt x="4" y="8"/>
                  </a:cubicBezTo>
                  <a:cubicBezTo>
                    <a:pt x="7" y="9"/>
                    <a:pt x="7" y="9"/>
                    <a:pt x="7"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 name="Freeform 1648">
              <a:extLst>
                <a:ext uri="{FF2B5EF4-FFF2-40B4-BE49-F238E27FC236}">
                  <a16:creationId xmlns:a16="http://schemas.microsoft.com/office/drawing/2014/main" id="{35D2120C-62F6-4703-B27F-A4AE1C554C4A}"/>
                </a:ext>
              </a:extLst>
            </p:cNvPr>
            <p:cNvSpPr>
              <a:spLocks noEditPoints="1"/>
            </p:cNvSpPr>
            <p:nvPr userDrawn="1"/>
          </p:nvSpPr>
          <p:spPr bwMode="auto">
            <a:xfrm>
              <a:off x="7229153" y="5945479"/>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 name="T44" fmla="*/ 8 w 17"/>
                <a:gd name="T45" fmla="*/ 0 h 17"/>
                <a:gd name="T46" fmla="*/ 8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 name="Freeform 1649">
              <a:extLst>
                <a:ext uri="{FF2B5EF4-FFF2-40B4-BE49-F238E27FC236}">
                  <a16:creationId xmlns:a16="http://schemas.microsoft.com/office/drawing/2014/main" id="{DEB426DE-0DF7-4F6A-8C6B-E6B619E8B20A}"/>
                </a:ext>
              </a:extLst>
            </p:cNvPr>
            <p:cNvSpPr>
              <a:spLocks noEditPoints="1"/>
            </p:cNvSpPr>
            <p:nvPr userDrawn="1"/>
          </p:nvSpPr>
          <p:spPr bwMode="auto">
            <a:xfrm>
              <a:off x="7203064" y="5949492"/>
              <a:ext cx="24083" cy="22077"/>
            </a:xfrm>
            <a:custGeom>
              <a:avLst/>
              <a:gdLst>
                <a:gd name="T0" fmla="*/ 8 w 16"/>
                <a:gd name="T1" fmla="*/ 9 h 15"/>
                <a:gd name="T2" fmla="*/ 7 w 16"/>
                <a:gd name="T3" fmla="*/ 9 h 15"/>
                <a:gd name="T4" fmla="*/ 6 w 16"/>
                <a:gd name="T5" fmla="*/ 8 h 15"/>
                <a:gd name="T6" fmla="*/ 7 w 16"/>
                <a:gd name="T7" fmla="*/ 7 h 15"/>
                <a:gd name="T8" fmla="*/ 4 w 16"/>
                <a:gd name="T9" fmla="*/ 6 h 15"/>
                <a:gd name="T10" fmla="*/ 7 w 16"/>
                <a:gd name="T11" fmla="*/ 7 h 15"/>
                <a:gd name="T12" fmla="*/ 8 w 16"/>
                <a:gd name="T13" fmla="*/ 6 h 15"/>
                <a:gd name="T14" fmla="*/ 9 w 16"/>
                <a:gd name="T15" fmla="*/ 6 h 15"/>
                <a:gd name="T16" fmla="*/ 10 w 16"/>
                <a:gd name="T17" fmla="*/ 8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8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8" y="9"/>
                  </a:moveTo>
                  <a:cubicBezTo>
                    <a:pt x="7" y="9"/>
                    <a:pt x="7" y="9"/>
                    <a:pt x="7" y="9"/>
                  </a:cubicBezTo>
                  <a:cubicBezTo>
                    <a:pt x="7" y="9"/>
                    <a:pt x="6" y="8"/>
                    <a:pt x="6" y="8"/>
                  </a:cubicBezTo>
                  <a:cubicBezTo>
                    <a:pt x="7" y="7"/>
                    <a:pt x="7" y="7"/>
                    <a:pt x="7" y="7"/>
                  </a:cubicBezTo>
                  <a:cubicBezTo>
                    <a:pt x="4" y="6"/>
                    <a:pt x="4" y="6"/>
                    <a:pt x="4" y="6"/>
                  </a:cubicBezTo>
                  <a:cubicBezTo>
                    <a:pt x="7" y="7"/>
                    <a:pt x="7" y="7"/>
                    <a:pt x="7" y="7"/>
                  </a:cubicBezTo>
                  <a:cubicBezTo>
                    <a:pt x="7" y="6"/>
                    <a:pt x="7" y="6"/>
                    <a:pt x="8" y="6"/>
                  </a:cubicBezTo>
                  <a:cubicBezTo>
                    <a:pt x="9" y="6"/>
                    <a:pt x="9" y="6"/>
                    <a:pt x="9" y="6"/>
                  </a:cubicBezTo>
                  <a:cubicBezTo>
                    <a:pt x="9" y="6"/>
                    <a:pt x="10" y="7"/>
                    <a:pt x="10" y="8"/>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8"/>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 name="Freeform 1650">
              <a:extLst>
                <a:ext uri="{FF2B5EF4-FFF2-40B4-BE49-F238E27FC236}">
                  <a16:creationId xmlns:a16="http://schemas.microsoft.com/office/drawing/2014/main" id="{33405F5C-92C5-4A90-B7B9-667DB6EBFEBB}"/>
                </a:ext>
              </a:extLst>
            </p:cNvPr>
            <p:cNvSpPr>
              <a:spLocks noEditPoints="1"/>
            </p:cNvSpPr>
            <p:nvPr userDrawn="1"/>
          </p:nvSpPr>
          <p:spPr bwMode="auto">
            <a:xfrm>
              <a:off x="8292817"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 name="Freeform 1651">
              <a:extLst>
                <a:ext uri="{FF2B5EF4-FFF2-40B4-BE49-F238E27FC236}">
                  <a16:creationId xmlns:a16="http://schemas.microsoft.com/office/drawing/2014/main" id="{AD9FB7A2-624A-4218-96D4-EEE5183CF57B}"/>
                </a:ext>
              </a:extLst>
            </p:cNvPr>
            <p:cNvSpPr>
              <a:spLocks noEditPoints="1"/>
            </p:cNvSpPr>
            <p:nvPr userDrawn="1"/>
          </p:nvSpPr>
          <p:spPr bwMode="auto">
            <a:xfrm>
              <a:off x="8278769"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 name="Freeform 1652">
              <a:extLst>
                <a:ext uri="{FF2B5EF4-FFF2-40B4-BE49-F238E27FC236}">
                  <a16:creationId xmlns:a16="http://schemas.microsoft.com/office/drawing/2014/main" id="{23E8C529-CC94-427C-822B-C5C21E0B3128}"/>
                </a:ext>
              </a:extLst>
            </p:cNvPr>
            <p:cNvSpPr>
              <a:spLocks noEditPoints="1"/>
            </p:cNvSpPr>
            <p:nvPr userDrawn="1"/>
          </p:nvSpPr>
          <p:spPr bwMode="auto">
            <a:xfrm>
              <a:off x="8258700" y="5501952"/>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7 h 17"/>
                <a:gd name="T16" fmla="*/ 10 w 16"/>
                <a:gd name="T17" fmla="*/ 8 h 17"/>
                <a:gd name="T18" fmla="*/ 10 w 16"/>
                <a:gd name="T19" fmla="*/ 10 h 17"/>
                <a:gd name="T20" fmla="*/ 8 w 16"/>
                <a:gd name="T21" fmla="*/ 11 h 17"/>
                <a:gd name="T22" fmla="*/ 8 w 16"/>
                <a:gd name="T23" fmla="*/ 0 h 17"/>
                <a:gd name="T24" fmla="*/ 1 w 16"/>
                <a:gd name="T25" fmla="*/ 3 h 17"/>
                <a:gd name="T26" fmla="*/ 1 w 16"/>
                <a:gd name="T27" fmla="*/ 3 h 17"/>
                <a:gd name="T28" fmla="*/ 0 w 16"/>
                <a:gd name="T29" fmla="*/ 8 h 17"/>
                <a:gd name="T30" fmla="*/ 3 w 16"/>
                <a:gd name="T31" fmla="*/ 15 h 17"/>
                <a:gd name="T32" fmla="*/ 8 w 16"/>
                <a:gd name="T33" fmla="*/ 17 h 17"/>
                <a:gd name="T34" fmla="*/ 8 w 16"/>
                <a:gd name="T35" fmla="*/ 17 h 17"/>
                <a:gd name="T36" fmla="*/ 15 w 16"/>
                <a:gd name="T37" fmla="*/ 13 h 17"/>
                <a:gd name="T38" fmla="*/ 16 w 16"/>
                <a:gd name="T39" fmla="*/ 8 h 17"/>
                <a:gd name="T40" fmla="*/ 13 w 16"/>
                <a:gd name="T41" fmla="*/ 2 h 17"/>
                <a:gd name="T42" fmla="*/ 8 w 16"/>
                <a:gd name="T43" fmla="*/ 0 h 17"/>
                <a:gd name="T44" fmla="*/ 8 w 16"/>
                <a:gd name="T45" fmla="*/ 0 h 17"/>
                <a:gd name="T46" fmla="*/ 8 w 16"/>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7"/>
                  </a:cubicBezTo>
                  <a:cubicBezTo>
                    <a:pt x="10" y="7"/>
                    <a:pt x="10" y="8"/>
                    <a:pt x="10" y="8"/>
                  </a:cubicBezTo>
                  <a:cubicBezTo>
                    <a:pt x="10" y="9"/>
                    <a:pt x="10" y="9"/>
                    <a:pt x="10" y="10"/>
                  </a:cubicBezTo>
                  <a:cubicBezTo>
                    <a:pt x="9" y="10"/>
                    <a:pt x="9" y="11"/>
                    <a:pt x="8" y="11"/>
                  </a:cubicBezTo>
                  <a:moveTo>
                    <a:pt x="8" y="0"/>
                  </a:move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 name="Freeform 1653">
              <a:extLst>
                <a:ext uri="{FF2B5EF4-FFF2-40B4-BE49-F238E27FC236}">
                  <a16:creationId xmlns:a16="http://schemas.microsoft.com/office/drawing/2014/main" id="{81E1DB1E-166B-4483-8631-AD84F791A366}"/>
                </a:ext>
              </a:extLst>
            </p:cNvPr>
            <p:cNvSpPr>
              <a:spLocks noEditPoints="1"/>
            </p:cNvSpPr>
            <p:nvPr userDrawn="1"/>
          </p:nvSpPr>
          <p:spPr bwMode="auto">
            <a:xfrm>
              <a:off x="8234617" y="5499944"/>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3 h 14"/>
                <a:gd name="T26" fmla="*/ 2 w 15"/>
                <a:gd name="T27" fmla="*/ 3 h 14"/>
                <a:gd name="T28" fmla="*/ 0 w 15"/>
                <a:gd name="T29" fmla="*/ 7 h 14"/>
                <a:gd name="T30" fmla="*/ 3 w 15"/>
                <a:gd name="T31" fmla="*/ 13 h 14"/>
                <a:gd name="T32" fmla="*/ 8 w 15"/>
                <a:gd name="T33" fmla="*/ 14 h 14"/>
                <a:gd name="T34" fmla="*/ 8 w 15"/>
                <a:gd name="T35" fmla="*/ 14 h 14"/>
                <a:gd name="T36" fmla="*/ 14 w 15"/>
                <a:gd name="T37" fmla="*/ 11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3"/>
                  </a:cubicBezTo>
                  <a:cubicBezTo>
                    <a:pt x="2" y="3"/>
                    <a:pt x="2" y="3"/>
                    <a:pt x="2" y="3"/>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 name="Freeform 1654">
              <a:extLst>
                <a:ext uri="{FF2B5EF4-FFF2-40B4-BE49-F238E27FC236}">
                  <a16:creationId xmlns:a16="http://schemas.microsoft.com/office/drawing/2014/main" id="{2CBBE9BE-0B9F-4A53-BD31-EA0AD7D668B7}"/>
                </a:ext>
              </a:extLst>
            </p:cNvPr>
            <p:cNvSpPr>
              <a:spLocks noEditPoints="1"/>
            </p:cNvSpPr>
            <p:nvPr userDrawn="1"/>
          </p:nvSpPr>
          <p:spPr bwMode="auto">
            <a:xfrm>
              <a:off x="7130815"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73 w 240"/>
                <a:gd name="T11" fmla="*/ 8 h 203"/>
                <a:gd name="T12" fmla="*/ 190 w 240"/>
                <a:gd name="T13" fmla="*/ 9 h 203"/>
                <a:gd name="T14" fmla="*/ 201 w 240"/>
                <a:gd name="T15" fmla="*/ 17 h 203"/>
                <a:gd name="T16" fmla="*/ 198 w 240"/>
                <a:gd name="T17" fmla="*/ 48 h 203"/>
                <a:gd name="T18" fmla="*/ 208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3 w 240"/>
                <a:gd name="T33" fmla="*/ 155 h 203"/>
                <a:gd name="T34" fmla="*/ 125 w 240"/>
                <a:gd name="T35" fmla="*/ 141 h 203"/>
                <a:gd name="T36" fmla="*/ 127 w 240"/>
                <a:gd name="T37" fmla="*/ 152 h 203"/>
                <a:gd name="T38" fmla="*/ 78 w 240"/>
                <a:gd name="T39" fmla="*/ 171 h 203"/>
                <a:gd name="T40" fmla="*/ 58 w 240"/>
                <a:gd name="T41" fmla="*/ 164 h 203"/>
                <a:gd name="T42" fmla="*/ 58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0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8 h 203"/>
                <a:gd name="T112" fmla="*/ 195 w 240"/>
                <a:gd name="T113" fmla="*/ 5 h 203"/>
                <a:gd name="T114" fmla="*/ 173 w 240"/>
                <a:gd name="T115" fmla="*/ 2 h 203"/>
                <a:gd name="T116" fmla="*/ 122 w 240"/>
                <a:gd name="T117" fmla="*/ 5 h 203"/>
                <a:gd name="T118" fmla="*/ 119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10"/>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6"/>
                    <a:pt x="176"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4"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1" y="9"/>
                    <a:pt x="199" y="8"/>
                  </a:cubicBezTo>
                  <a:cubicBezTo>
                    <a:pt x="198" y="7"/>
                    <a:pt x="196" y="6"/>
                    <a:pt x="196" y="6"/>
                  </a:cubicBezTo>
                  <a:cubicBezTo>
                    <a:pt x="195" y="6"/>
                    <a:pt x="195" y="5"/>
                    <a:pt x="195" y="5"/>
                  </a:cubicBezTo>
                  <a:cubicBezTo>
                    <a:pt x="195" y="5"/>
                    <a:pt x="195" y="5"/>
                    <a:pt x="195" y="5"/>
                  </a:cubicBezTo>
                  <a:cubicBezTo>
                    <a:pt x="194" y="4"/>
                    <a:pt x="193" y="4"/>
                    <a:pt x="193" y="4"/>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 name="Freeform 1655">
              <a:extLst>
                <a:ext uri="{FF2B5EF4-FFF2-40B4-BE49-F238E27FC236}">
                  <a16:creationId xmlns:a16="http://schemas.microsoft.com/office/drawing/2014/main" id="{9300BE31-B322-4FF9-A41B-5A0916FEABD8}"/>
                </a:ext>
              </a:extLst>
            </p:cNvPr>
            <p:cNvSpPr>
              <a:spLocks/>
            </p:cNvSpPr>
            <p:nvPr userDrawn="1"/>
          </p:nvSpPr>
          <p:spPr bwMode="auto">
            <a:xfrm>
              <a:off x="7158911" y="4149292"/>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 name="Freeform 1656">
              <a:extLst>
                <a:ext uri="{FF2B5EF4-FFF2-40B4-BE49-F238E27FC236}">
                  <a16:creationId xmlns:a16="http://schemas.microsoft.com/office/drawing/2014/main" id="{6A4C0358-5B53-45F2-8052-6C9B0A7FF707}"/>
                </a:ext>
              </a:extLst>
            </p:cNvPr>
            <p:cNvSpPr>
              <a:spLocks/>
            </p:cNvSpPr>
            <p:nvPr userDrawn="1"/>
          </p:nvSpPr>
          <p:spPr bwMode="auto">
            <a:xfrm>
              <a:off x="7449913" y="4265693"/>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 name="Freeform 1657">
              <a:extLst>
                <a:ext uri="{FF2B5EF4-FFF2-40B4-BE49-F238E27FC236}">
                  <a16:creationId xmlns:a16="http://schemas.microsoft.com/office/drawing/2014/main" id="{06141DCB-8BD0-4DF5-B791-D590B4F93373}"/>
                </a:ext>
              </a:extLst>
            </p:cNvPr>
            <p:cNvSpPr>
              <a:spLocks noEditPoints="1"/>
            </p:cNvSpPr>
            <p:nvPr userDrawn="1"/>
          </p:nvSpPr>
          <p:spPr bwMode="auto">
            <a:xfrm>
              <a:off x="6767563" y="5780912"/>
              <a:ext cx="361244" cy="315086"/>
            </a:xfrm>
            <a:custGeom>
              <a:avLst/>
              <a:gdLst>
                <a:gd name="T0" fmla="*/ 210 w 240"/>
                <a:gd name="T1" fmla="*/ 191 h 209"/>
                <a:gd name="T2" fmla="*/ 105 w 240"/>
                <a:gd name="T3" fmla="*/ 6 h 209"/>
                <a:gd name="T4" fmla="*/ 113 w 240"/>
                <a:gd name="T5" fmla="*/ 7 h 209"/>
                <a:gd name="T6" fmla="*/ 119 w 240"/>
                <a:gd name="T7" fmla="*/ 12 h 209"/>
                <a:gd name="T8" fmla="*/ 125 w 240"/>
                <a:gd name="T9" fmla="*/ 9 h 209"/>
                <a:gd name="T10" fmla="*/ 186 w 240"/>
                <a:gd name="T11" fmla="*/ 8 h 209"/>
                <a:gd name="T12" fmla="*/ 191 w 240"/>
                <a:gd name="T13" fmla="*/ 10 h 209"/>
                <a:gd name="T14" fmla="*/ 203 w 240"/>
                <a:gd name="T15" fmla="*/ 24 h 209"/>
                <a:gd name="T16" fmla="*/ 199 w 240"/>
                <a:gd name="T17" fmla="*/ 54 h 209"/>
                <a:gd name="T18" fmla="*/ 214 w 240"/>
                <a:gd name="T19" fmla="*/ 59 h 209"/>
                <a:gd name="T20" fmla="*/ 225 w 240"/>
                <a:gd name="T21" fmla="*/ 60 h 209"/>
                <a:gd name="T22" fmla="*/ 231 w 240"/>
                <a:gd name="T23" fmla="*/ 91 h 209"/>
                <a:gd name="T24" fmla="*/ 197 w 240"/>
                <a:gd name="T25" fmla="*/ 119 h 209"/>
                <a:gd name="T26" fmla="*/ 182 w 240"/>
                <a:gd name="T27" fmla="*/ 124 h 209"/>
                <a:gd name="T28" fmla="*/ 176 w 240"/>
                <a:gd name="T29" fmla="*/ 147 h 209"/>
                <a:gd name="T30" fmla="*/ 158 w 240"/>
                <a:gd name="T31" fmla="*/ 154 h 209"/>
                <a:gd name="T32" fmla="*/ 140 w 240"/>
                <a:gd name="T33" fmla="*/ 147 h 209"/>
                <a:gd name="T34" fmla="*/ 127 w 240"/>
                <a:gd name="T35" fmla="*/ 147 h 209"/>
                <a:gd name="T36" fmla="*/ 120 w 240"/>
                <a:gd name="T37" fmla="*/ 158 h 209"/>
                <a:gd name="T38" fmla="*/ 77 w 240"/>
                <a:gd name="T39" fmla="*/ 170 h 209"/>
                <a:gd name="T40" fmla="*/ 56 w 240"/>
                <a:gd name="T41" fmla="*/ 157 h 209"/>
                <a:gd name="T42" fmla="*/ 55 w 240"/>
                <a:gd name="T43" fmla="*/ 130 h 209"/>
                <a:gd name="T44" fmla="*/ 16 w 240"/>
                <a:gd name="T45" fmla="*/ 119 h 209"/>
                <a:gd name="T46" fmla="*/ 18 w 240"/>
                <a:gd name="T47" fmla="*/ 85 h 209"/>
                <a:gd name="T48" fmla="*/ 27 w 240"/>
                <a:gd name="T49" fmla="*/ 77 h 209"/>
                <a:gd name="T50" fmla="*/ 22 w 240"/>
                <a:gd name="T51" fmla="*/ 54 h 209"/>
                <a:gd name="T52" fmla="*/ 40 w 240"/>
                <a:gd name="T53" fmla="*/ 10 h 209"/>
                <a:gd name="T54" fmla="*/ 67 w 240"/>
                <a:gd name="T55" fmla="*/ 21 h 209"/>
                <a:gd name="T56" fmla="*/ 81 w 240"/>
                <a:gd name="T57" fmla="*/ 9 h 209"/>
                <a:gd name="T58" fmla="*/ 105 w 240"/>
                <a:gd name="T59" fmla="*/ 6 h 209"/>
                <a:gd name="T60" fmla="*/ 76 w 240"/>
                <a:gd name="T61" fmla="*/ 4 h 209"/>
                <a:gd name="T62" fmla="*/ 74 w 240"/>
                <a:gd name="T63" fmla="*/ 11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4 w 240"/>
                <a:gd name="T97" fmla="*/ 123 h 209"/>
                <a:gd name="T98" fmla="*/ 203 w 240"/>
                <a:gd name="T99" fmla="*/ 119 h 209"/>
                <a:gd name="T100" fmla="*/ 236 w 240"/>
                <a:gd name="T101" fmla="*/ 94 h 209"/>
                <a:gd name="T102" fmla="*/ 232 w 240"/>
                <a:gd name="T103" fmla="*/ 58 h 209"/>
                <a:gd name="T104" fmla="*/ 214 w 240"/>
                <a:gd name="T105" fmla="*/ 53 h 209"/>
                <a:gd name="T106" fmla="*/ 204 w 240"/>
                <a:gd name="T107" fmla="*/ 51 h 209"/>
                <a:gd name="T108" fmla="*/ 209 w 240"/>
                <a:gd name="T109" fmla="*/ 24 h 209"/>
                <a:gd name="T110" fmla="*/ 195 w 240"/>
                <a:gd name="T111" fmla="*/ 5 h 209"/>
                <a:gd name="T112" fmla="*/ 192 w 240"/>
                <a:gd name="T113" fmla="*/ 3 h 209"/>
                <a:gd name="T114" fmla="*/ 124 w 240"/>
                <a:gd name="T115" fmla="*/ 3 h 209"/>
                <a:gd name="T116" fmla="*/ 121 w 240"/>
                <a:gd name="T117" fmla="*/ 4 h 209"/>
                <a:gd name="T118" fmla="*/ 119 w 240"/>
                <a:gd name="T119" fmla="*/ 6 h 209"/>
                <a:gd name="T120" fmla="*/ 111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0" y="191"/>
                  </a:moveTo>
                  <a:cubicBezTo>
                    <a:pt x="213" y="189"/>
                    <a:pt x="213" y="189"/>
                    <a:pt x="213" y="189"/>
                  </a:cubicBezTo>
                  <a:cubicBezTo>
                    <a:pt x="210" y="191"/>
                    <a:pt x="210" y="191"/>
                    <a:pt x="210" y="191"/>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5"/>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9"/>
                    <a:pt x="81" y="8"/>
                    <a:pt x="81" y="8"/>
                  </a:cubicBezTo>
                  <a:cubicBezTo>
                    <a:pt x="86" y="8"/>
                    <a:pt x="97" y="6"/>
                    <a:pt x="105" y="6"/>
                  </a:cubicBezTo>
                  <a:cubicBezTo>
                    <a:pt x="105" y="6"/>
                    <a:pt x="105" y="6"/>
                    <a:pt x="105" y="6"/>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7" y="176"/>
                  </a:cubicBezTo>
                  <a:cubicBezTo>
                    <a:pt x="89" y="176"/>
                    <a:pt x="103" y="173"/>
                    <a:pt x="114" y="168"/>
                  </a:cubicBezTo>
                  <a:cubicBezTo>
                    <a:pt x="119" y="166"/>
                    <a:pt x="124" y="163"/>
                    <a:pt x="128" y="160"/>
                  </a:cubicBezTo>
                  <a:cubicBezTo>
                    <a:pt x="129"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5"/>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6"/>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 name="Freeform 1658">
              <a:extLst>
                <a:ext uri="{FF2B5EF4-FFF2-40B4-BE49-F238E27FC236}">
                  <a16:creationId xmlns:a16="http://schemas.microsoft.com/office/drawing/2014/main" id="{62DDA3D0-4AA8-4110-A344-5A6D5EDE8BCF}"/>
                </a:ext>
              </a:extLst>
            </p:cNvPr>
            <p:cNvSpPr>
              <a:spLocks noEditPoints="1"/>
            </p:cNvSpPr>
            <p:nvPr userDrawn="1"/>
          </p:nvSpPr>
          <p:spPr bwMode="auto">
            <a:xfrm>
              <a:off x="7516142" y="4002787"/>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7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 name="Freeform 1659">
              <a:extLst>
                <a:ext uri="{FF2B5EF4-FFF2-40B4-BE49-F238E27FC236}">
                  <a16:creationId xmlns:a16="http://schemas.microsoft.com/office/drawing/2014/main" id="{CB8E4B0E-4912-4A88-A35F-B303EB95EB98}"/>
                </a:ext>
              </a:extLst>
            </p:cNvPr>
            <p:cNvSpPr>
              <a:spLocks noEditPoints="1"/>
            </p:cNvSpPr>
            <p:nvPr userDrawn="1"/>
          </p:nvSpPr>
          <p:spPr bwMode="auto">
            <a:xfrm>
              <a:off x="8756414" y="3966663"/>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7"/>
                    <a:pt x="1" y="67"/>
                    <a:pt x="1" y="68"/>
                  </a:cubicBezTo>
                  <a:cubicBezTo>
                    <a:pt x="0" y="69"/>
                    <a:pt x="0" y="71"/>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 name="Freeform 1660">
              <a:extLst>
                <a:ext uri="{FF2B5EF4-FFF2-40B4-BE49-F238E27FC236}">
                  <a16:creationId xmlns:a16="http://schemas.microsoft.com/office/drawing/2014/main" id="{284F9702-2080-46B8-884B-7B12D56A575A}"/>
                </a:ext>
              </a:extLst>
            </p:cNvPr>
            <p:cNvSpPr>
              <a:spLocks noEditPoints="1"/>
            </p:cNvSpPr>
            <p:nvPr userDrawn="1"/>
          </p:nvSpPr>
          <p:spPr bwMode="auto">
            <a:xfrm>
              <a:off x="8802573" y="4757386"/>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3"/>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9"/>
                  </a:cubicBezTo>
                  <a:cubicBezTo>
                    <a:pt x="271" y="217"/>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 name="Freeform 1661">
              <a:extLst>
                <a:ext uri="{FF2B5EF4-FFF2-40B4-BE49-F238E27FC236}">
                  <a16:creationId xmlns:a16="http://schemas.microsoft.com/office/drawing/2014/main" id="{503347A6-C055-4F2B-99A1-3A838B957B49}"/>
                </a:ext>
              </a:extLst>
            </p:cNvPr>
            <p:cNvSpPr>
              <a:spLocks noEditPoints="1"/>
            </p:cNvSpPr>
            <p:nvPr userDrawn="1"/>
          </p:nvSpPr>
          <p:spPr bwMode="auto">
            <a:xfrm>
              <a:off x="8802573"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 name="Freeform 1662">
              <a:extLst>
                <a:ext uri="{FF2B5EF4-FFF2-40B4-BE49-F238E27FC236}">
                  <a16:creationId xmlns:a16="http://schemas.microsoft.com/office/drawing/2014/main" id="{F6D0ECE6-9339-47C2-B19E-EA324306A992}"/>
                </a:ext>
              </a:extLst>
            </p:cNvPr>
            <p:cNvSpPr>
              <a:spLocks noEditPoints="1"/>
            </p:cNvSpPr>
            <p:nvPr userDrawn="1"/>
          </p:nvSpPr>
          <p:spPr bwMode="auto">
            <a:xfrm>
              <a:off x="7734895" y="4225555"/>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4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 name="Freeform 1663">
              <a:extLst>
                <a:ext uri="{FF2B5EF4-FFF2-40B4-BE49-F238E27FC236}">
                  <a16:creationId xmlns:a16="http://schemas.microsoft.com/office/drawing/2014/main" id="{2C2C4805-8B88-4849-90C8-3D53ED7B194B}"/>
                </a:ext>
              </a:extLst>
            </p:cNvPr>
            <p:cNvSpPr>
              <a:spLocks noEditPoints="1"/>
            </p:cNvSpPr>
            <p:nvPr userDrawn="1"/>
          </p:nvSpPr>
          <p:spPr bwMode="auto">
            <a:xfrm>
              <a:off x="6486595" y="4458357"/>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2"/>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8"/>
                    <a:pt x="59" y="6"/>
                  </a:cubicBezTo>
                  <a:moveTo>
                    <a:pt x="126" y="0"/>
                  </a:moveTo>
                  <a:cubicBezTo>
                    <a:pt x="59" y="0"/>
                    <a:pt x="59" y="0"/>
                    <a:pt x="59" y="0"/>
                  </a:cubicBezTo>
                  <a:cubicBezTo>
                    <a:pt x="58" y="0"/>
                    <a:pt x="58" y="0"/>
                    <a:pt x="58" y="0"/>
                  </a:cubicBezTo>
                  <a:cubicBezTo>
                    <a:pt x="47" y="2"/>
                    <a:pt x="41" y="8"/>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7"/>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 name="Freeform 1664">
              <a:extLst>
                <a:ext uri="{FF2B5EF4-FFF2-40B4-BE49-F238E27FC236}">
                  <a16:creationId xmlns:a16="http://schemas.microsoft.com/office/drawing/2014/main" id="{FCC84059-4814-4001-9608-8BB2D65E6B9E}"/>
                </a:ext>
              </a:extLst>
            </p:cNvPr>
            <p:cNvSpPr>
              <a:spLocks noEditPoints="1"/>
            </p:cNvSpPr>
            <p:nvPr userDrawn="1"/>
          </p:nvSpPr>
          <p:spPr bwMode="auto">
            <a:xfrm>
              <a:off x="8130257" y="5168804"/>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9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9"/>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 name="Freeform 1665">
              <a:extLst>
                <a:ext uri="{FF2B5EF4-FFF2-40B4-BE49-F238E27FC236}">
                  <a16:creationId xmlns:a16="http://schemas.microsoft.com/office/drawing/2014/main" id="{A0ADF177-44EB-4CDD-9D7D-E0009D6E3DFA}"/>
                </a:ext>
              </a:extLst>
            </p:cNvPr>
            <p:cNvSpPr>
              <a:spLocks noEditPoints="1"/>
            </p:cNvSpPr>
            <p:nvPr userDrawn="1"/>
          </p:nvSpPr>
          <p:spPr bwMode="auto">
            <a:xfrm>
              <a:off x="8479460" y="3910469"/>
              <a:ext cx="132456" cy="80277"/>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4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3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6"/>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4"/>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3"/>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 name="Freeform 1666">
              <a:extLst>
                <a:ext uri="{FF2B5EF4-FFF2-40B4-BE49-F238E27FC236}">
                  <a16:creationId xmlns:a16="http://schemas.microsoft.com/office/drawing/2014/main" id="{4B5FFC45-9B85-4B3D-8C08-BEF120C853C6}"/>
                </a:ext>
              </a:extLst>
            </p:cNvPr>
            <p:cNvSpPr>
              <a:spLocks noEditPoints="1"/>
            </p:cNvSpPr>
            <p:nvPr userDrawn="1"/>
          </p:nvSpPr>
          <p:spPr bwMode="auto">
            <a:xfrm>
              <a:off x="8208526" y="3952615"/>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 name="Freeform 1667">
              <a:extLst>
                <a:ext uri="{FF2B5EF4-FFF2-40B4-BE49-F238E27FC236}">
                  <a16:creationId xmlns:a16="http://schemas.microsoft.com/office/drawing/2014/main" id="{980E4243-CCAE-4FA1-913D-910D3EF2C657}"/>
                </a:ext>
              </a:extLst>
            </p:cNvPr>
            <p:cNvSpPr>
              <a:spLocks noEditPoints="1"/>
            </p:cNvSpPr>
            <p:nvPr userDrawn="1"/>
          </p:nvSpPr>
          <p:spPr bwMode="auto">
            <a:xfrm>
              <a:off x="6912061" y="4725276"/>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 name="Freeform 1668">
              <a:extLst>
                <a:ext uri="{FF2B5EF4-FFF2-40B4-BE49-F238E27FC236}">
                  <a16:creationId xmlns:a16="http://schemas.microsoft.com/office/drawing/2014/main" id="{123B8D6D-5265-4692-8853-74BB2786BEF3}"/>
                </a:ext>
              </a:extLst>
            </p:cNvPr>
            <p:cNvSpPr>
              <a:spLocks noEditPoints="1"/>
            </p:cNvSpPr>
            <p:nvPr userDrawn="1"/>
          </p:nvSpPr>
          <p:spPr bwMode="auto">
            <a:xfrm>
              <a:off x="7907489" y="4143271"/>
              <a:ext cx="642212" cy="192664"/>
            </a:xfrm>
            <a:custGeom>
              <a:avLst/>
              <a:gdLst>
                <a:gd name="T0" fmla="*/ 92 w 426"/>
                <a:gd name="T1" fmla="*/ 25 h 128"/>
                <a:gd name="T2" fmla="*/ 346 w 426"/>
                <a:gd name="T3" fmla="*/ 6 h 128"/>
                <a:gd name="T4" fmla="*/ 373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0 w 426"/>
                <a:gd name="T47" fmla="*/ 71 h 128"/>
                <a:gd name="T48" fmla="*/ 31 w 426"/>
                <a:gd name="T49" fmla="*/ 74 h 128"/>
                <a:gd name="T50" fmla="*/ 37 w 426"/>
                <a:gd name="T51" fmla="*/ 92 h 128"/>
                <a:gd name="T52" fmla="*/ 59 w 426"/>
                <a:gd name="T53" fmla="*/ 109 h 128"/>
                <a:gd name="T54" fmla="*/ 29 w 426"/>
                <a:gd name="T55" fmla="*/ 125 h 128"/>
                <a:gd name="T56" fmla="*/ 74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7"/>
                    <a:pt x="371" y="7"/>
                  </a:cubicBezTo>
                  <a:cubicBezTo>
                    <a:pt x="372" y="7"/>
                    <a:pt x="372" y="7"/>
                    <a:pt x="373" y="7"/>
                  </a:cubicBezTo>
                  <a:cubicBezTo>
                    <a:pt x="373" y="7"/>
                    <a:pt x="373" y="7"/>
                    <a:pt x="373" y="7"/>
                  </a:cubicBezTo>
                  <a:cubicBezTo>
                    <a:pt x="395"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7"/>
                  </a:cubicBezTo>
                  <a:cubicBezTo>
                    <a:pt x="369" y="107"/>
                    <a:pt x="368"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20"/>
                    <a:pt x="83" y="20"/>
                  </a:cubicBezTo>
                  <a:cubicBezTo>
                    <a:pt x="82" y="20"/>
                    <a:pt x="69" y="21"/>
                    <a:pt x="57" y="27"/>
                  </a:cubicBezTo>
                  <a:cubicBezTo>
                    <a:pt x="50" y="30"/>
                    <a:pt x="44" y="35"/>
                    <a:pt x="39" y="42"/>
                  </a:cubicBezTo>
                  <a:cubicBezTo>
                    <a:pt x="34" y="50"/>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 name="Freeform 1669">
              <a:extLst>
                <a:ext uri="{FF2B5EF4-FFF2-40B4-BE49-F238E27FC236}">
                  <a16:creationId xmlns:a16="http://schemas.microsoft.com/office/drawing/2014/main" id="{FCC6DCE9-69CD-43F2-8074-8CFA3230A837}"/>
                </a:ext>
              </a:extLst>
            </p:cNvPr>
            <p:cNvSpPr>
              <a:spLocks/>
            </p:cNvSpPr>
            <p:nvPr userDrawn="1"/>
          </p:nvSpPr>
          <p:spPr bwMode="auto">
            <a:xfrm>
              <a:off x="6498636" y="4239603"/>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3 w 426"/>
                <a:gd name="T73" fmla="*/ 7 h 127"/>
                <a:gd name="T74" fmla="*/ 391 w 426"/>
                <a:gd name="T75" fmla="*/ 5 h 127"/>
                <a:gd name="T76" fmla="*/ 376 w 426"/>
                <a:gd name="T77" fmla="*/ 2 h 127"/>
                <a:gd name="T78" fmla="*/ 374 w 426"/>
                <a:gd name="T79" fmla="*/ 1 h 127"/>
                <a:gd name="T80" fmla="*/ 346 w 426"/>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4"/>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 name="Freeform 1670">
              <a:extLst>
                <a:ext uri="{FF2B5EF4-FFF2-40B4-BE49-F238E27FC236}">
                  <a16:creationId xmlns:a16="http://schemas.microsoft.com/office/drawing/2014/main" id="{A47CB4C9-2050-4775-9CCF-FD09DDBC071A}"/>
                </a:ext>
              </a:extLst>
            </p:cNvPr>
            <p:cNvSpPr>
              <a:spLocks noEditPoints="1"/>
            </p:cNvSpPr>
            <p:nvPr userDrawn="1"/>
          </p:nvSpPr>
          <p:spPr bwMode="auto">
            <a:xfrm>
              <a:off x="7064586" y="4241610"/>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 name="Freeform 1671">
              <a:extLst>
                <a:ext uri="{FF2B5EF4-FFF2-40B4-BE49-F238E27FC236}">
                  <a16:creationId xmlns:a16="http://schemas.microsoft.com/office/drawing/2014/main" id="{001FD931-5E98-4228-8E2A-1AE29E475051}"/>
                </a:ext>
              </a:extLst>
            </p:cNvPr>
            <p:cNvSpPr>
              <a:spLocks noEditPoints="1"/>
            </p:cNvSpPr>
            <p:nvPr userDrawn="1"/>
          </p:nvSpPr>
          <p:spPr bwMode="auto">
            <a:xfrm>
              <a:off x="7052544" y="4817594"/>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6 h 128"/>
                <a:gd name="T64" fmla="*/ 84 w 426"/>
                <a:gd name="T65" fmla="*/ 26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09 w 426"/>
                <a:gd name="T77" fmla="*/ 21 h 128"/>
                <a:gd name="T78" fmla="*/ 410 w 426"/>
                <a:gd name="T79" fmla="*/ 15 h 128"/>
                <a:gd name="T80" fmla="*/ 374 w 426"/>
                <a:gd name="T81" fmla="*/ 1 h 128"/>
                <a:gd name="T82" fmla="*/ 374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8"/>
                  </a:moveTo>
                  <a:cubicBezTo>
                    <a:pt x="202" y="8"/>
                    <a:pt x="193" y="9"/>
                    <a:pt x="184" y="10"/>
                  </a:cubicBezTo>
                  <a:cubicBezTo>
                    <a:pt x="130" y="15"/>
                    <a:pt x="85" y="19"/>
                    <a:pt x="83" y="20"/>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2"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8" y="28"/>
                  </a:cubicBezTo>
                  <a:cubicBezTo>
                    <a:pt x="73" y="27"/>
                    <a:pt x="76" y="26"/>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6" y="25"/>
                    <a:pt x="92" y="25"/>
                  </a:cubicBezTo>
                  <a:cubicBezTo>
                    <a:pt x="111" y="23"/>
                    <a:pt x="165" y="17"/>
                    <a:pt x="221" y="13"/>
                  </a:cubicBezTo>
                  <a:cubicBezTo>
                    <a:pt x="211" y="8"/>
                    <a:pt x="211" y="8"/>
                    <a:pt x="211" y="8"/>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 name="Freeform 1672">
              <a:extLst>
                <a:ext uri="{FF2B5EF4-FFF2-40B4-BE49-F238E27FC236}">
                  <a16:creationId xmlns:a16="http://schemas.microsoft.com/office/drawing/2014/main" id="{D23AEA35-9D67-47DA-B932-647A09F12ED2}"/>
                </a:ext>
              </a:extLst>
            </p:cNvPr>
            <p:cNvSpPr>
              <a:spLocks noEditPoints="1"/>
            </p:cNvSpPr>
            <p:nvPr userDrawn="1"/>
          </p:nvSpPr>
          <p:spPr bwMode="auto">
            <a:xfrm>
              <a:off x="8627972"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1 h 276"/>
                <a:gd name="T58" fmla="*/ 79 w 80"/>
                <a:gd name="T59" fmla="*/ 242 h 276"/>
                <a:gd name="T60" fmla="*/ 80 w 80"/>
                <a:gd name="T61" fmla="*/ 216 h 276"/>
                <a:gd name="T62" fmla="*/ 67 w 80"/>
                <a:gd name="T63" fmla="*/ 46 h 276"/>
                <a:gd name="T64" fmla="*/ 37 w 80"/>
                <a:gd name="T65" fmla="*/ 28 h 276"/>
                <a:gd name="T66" fmla="*/ 36 w 80"/>
                <a:gd name="T67" fmla="*/ 28 h 276"/>
                <a:gd name="T68" fmla="*/ 36 w 80"/>
                <a:gd name="T69" fmla="*/ 28 h 276"/>
                <a:gd name="T70" fmla="*/ 15 w 80"/>
                <a:gd name="T71" fmla="*/ 40 h 276"/>
                <a:gd name="T72" fmla="*/ 0 w 80"/>
                <a:gd name="T73"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 name="Freeform 1673">
              <a:extLst>
                <a:ext uri="{FF2B5EF4-FFF2-40B4-BE49-F238E27FC236}">
                  <a16:creationId xmlns:a16="http://schemas.microsoft.com/office/drawing/2014/main" id="{85EB2774-E601-4F38-83A1-E975209D059A}"/>
                </a:ext>
              </a:extLst>
            </p:cNvPr>
            <p:cNvSpPr>
              <a:spLocks noEditPoints="1"/>
            </p:cNvSpPr>
            <p:nvPr userDrawn="1"/>
          </p:nvSpPr>
          <p:spPr bwMode="auto">
            <a:xfrm>
              <a:off x="8644027" y="3822165"/>
              <a:ext cx="94326" cy="331141"/>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56 w 63"/>
                <a:gd name="T17" fmla="*/ 193 h 220"/>
                <a:gd name="T18" fmla="*/ 39 w 63"/>
                <a:gd name="T19" fmla="*/ 214 h 220"/>
                <a:gd name="T20" fmla="*/ 38 w 63"/>
                <a:gd name="T21" fmla="*/ 214 h 220"/>
                <a:gd name="T22" fmla="*/ 38 w 63"/>
                <a:gd name="T23" fmla="*/ 214 h 220"/>
                <a:gd name="T24" fmla="*/ 12 w 63"/>
                <a:gd name="T25" fmla="*/ 197 h 220"/>
                <a:gd name="T26" fmla="*/ 10 w 63"/>
                <a:gd name="T27" fmla="*/ 190 h 220"/>
                <a:gd name="T28" fmla="*/ 10 w 63"/>
                <a:gd name="T29" fmla="*/ 190 h 220"/>
                <a:gd name="T30" fmla="*/ 10 w 63"/>
                <a:gd name="T31" fmla="*/ 63 h 220"/>
                <a:gd name="T32" fmla="*/ 10 w 63"/>
                <a:gd name="T33" fmla="*/ 54 h 220"/>
                <a:gd name="T34" fmla="*/ 14 w 63"/>
                <a:gd name="T35" fmla="*/ 48 h 220"/>
                <a:gd name="T36" fmla="*/ 24 w 63"/>
                <a:gd name="T37" fmla="*/ 34 h 220"/>
                <a:gd name="T38" fmla="*/ 29 w 63"/>
                <a:gd name="T39" fmla="*/ 33 h 220"/>
                <a:gd name="T40" fmla="*/ 0 w 63"/>
                <a:gd name="T41" fmla="*/ 0 h 220"/>
                <a:gd name="T42" fmla="*/ 3 w 63"/>
                <a:gd name="T43" fmla="*/ 43 h 220"/>
                <a:gd name="T44" fmla="*/ 4 w 63"/>
                <a:gd name="T45" fmla="*/ 62 h 220"/>
                <a:gd name="T46" fmla="*/ 4 w 63"/>
                <a:gd name="T47" fmla="*/ 62 h 220"/>
                <a:gd name="T48" fmla="*/ 4 w 63"/>
                <a:gd name="T49" fmla="*/ 190 h 220"/>
                <a:gd name="T50" fmla="*/ 19 w 63"/>
                <a:gd name="T51" fmla="*/ 215 h 220"/>
                <a:gd name="T52" fmla="*/ 39 w 63"/>
                <a:gd name="T53" fmla="*/ 220 h 220"/>
                <a:gd name="T54" fmla="*/ 62 w 63"/>
                <a:gd name="T55" fmla="*/ 194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3"/>
                  </a:cubicBezTo>
                  <a:cubicBezTo>
                    <a:pt x="56" y="193"/>
                    <a:pt x="56" y="193"/>
                    <a:pt x="56" y="193"/>
                  </a:cubicBezTo>
                  <a:cubicBezTo>
                    <a:pt x="56" y="193"/>
                    <a:pt x="56" y="193"/>
                    <a:pt x="56" y="193"/>
                  </a:cubicBezTo>
                  <a:cubicBezTo>
                    <a:pt x="56" y="193"/>
                    <a:pt x="56" y="193"/>
                    <a:pt x="56" y="193"/>
                  </a:cubicBezTo>
                  <a:cubicBezTo>
                    <a:pt x="55" y="204"/>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4"/>
                    <a:pt x="62" y="194"/>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 name="Freeform 1674">
              <a:extLst>
                <a:ext uri="{FF2B5EF4-FFF2-40B4-BE49-F238E27FC236}">
                  <a16:creationId xmlns:a16="http://schemas.microsoft.com/office/drawing/2014/main" id="{8DB959D8-D366-476B-B416-BEB768F4B840}"/>
                </a:ext>
              </a:extLst>
            </p:cNvPr>
            <p:cNvSpPr>
              <a:spLocks noEditPoints="1"/>
            </p:cNvSpPr>
            <p:nvPr userDrawn="1"/>
          </p:nvSpPr>
          <p:spPr bwMode="auto">
            <a:xfrm>
              <a:off x="8684165" y="4237596"/>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1 h 275"/>
                <a:gd name="T62" fmla="*/ 80 w 80"/>
                <a:gd name="T63" fmla="*/ 220 h 275"/>
                <a:gd name="T64" fmla="*/ 72 w 80"/>
                <a:gd name="T65" fmla="*/ 62 h 275"/>
                <a:gd name="T66" fmla="*/ 57 w 80"/>
                <a:gd name="T67" fmla="*/ 34 h 275"/>
                <a:gd name="T68" fmla="*/ 37 w 80"/>
                <a:gd name="T69" fmla="*/ 28 h 275"/>
                <a:gd name="T70" fmla="*/ 36 w 80"/>
                <a:gd name="T71" fmla="*/ 28 h 275"/>
                <a:gd name="T72" fmla="*/ 24 w 80"/>
                <a:gd name="T73" fmla="*/ 32 h 275"/>
                <a:gd name="T74" fmla="*/ 13 w 80"/>
                <a:gd name="T75"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5">
                  <a:moveTo>
                    <a:pt x="36" y="34"/>
                  </a:moveTo>
                  <a:cubicBezTo>
                    <a:pt x="37" y="34"/>
                    <a:pt x="37" y="34"/>
                    <a:pt x="37" y="34"/>
                  </a:cubicBezTo>
                  <a:cubicBezTo>
                    <a:pt x="44" y="34"/>
                    <a:pt x="50" y="36"/>
                    <a:pt x="54" y="39"/>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3"/>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5"/>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2" y="62"/>
                  </a:cubicBezTo>
                  <a:cubicBezTo>
                    <a:pt x="72" y="61"/>
                    <a:pt x="71" y="54"/>
                    <a:pt x="67" y="46"/>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 name="Freeform 1675">
              <a:extLst>
                <a:ext uri="{FF2B5EF4-FFF2-40B4-BE49-F238E27FC236}">
                  <a16:creationId xmlns:a16="http://schemas.microsoft.com/office/drawing/2014/main" id="{F4CF9F08-22D1-4304-81CE-CA059D1793FF}"/>
                </a:ext>
              </a:extLst>
            </p:cNvPr>
            <p:cNvSpPr>
              <a:spLocks noEditPoints="1"/>
            </p:cNvSpPr>
            <p:nvPr userDrawn="1"/>
          </p:nvSpPr>
          <p:spPr bwMode="auto">
            <a:xfrm>
              <a:off x="7955655" y="5572193"/>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 name="Freeform 1676">
              <a:extLst>
                <a:ext uri="{FF2B5EF4-FFF2-40B4-BE49-F238E27FC236}">
                  <a16:creationId xmlns:a16="http://schemas.microsoft.com/office/drawing/2014/main" id="{C9F04F5C-AC23-466C-9198-7A184BBB70EB}"/>
                </a:ext>
              </a:extLst>
            </p:cNvPr>
            <p:cNvSpPr>
              <a:spLocks/>
            </p:cNvSpPr>
            <p:nvPr userDrawn="1"/>
          </p:nvSpPr>
          <p:spPr bwMode="auto">
            <a:xfrm>
              <a:off x="8563750" y="5708663"/>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 name="Freeform 1677">
              <a:extLst>
                <a:ext uri="{FF2B5EF4-FFF2-40B4-BE49-F238E27FC236}">
                  <a16:creationId xmlns:a16="http://schemas.microsoft.com/office/drawing/2014/main" id="{EC87ACBB-2DA2-4149-BE9F-6BAF033F603C}"/>
                </a:ext>
              </a:extLst>
            </p:cNvPr>
            <p:cNvSpPr>
              <a:spLocks noEditPoints="1"/>
            </p:cNvSpPr>
            <p:nvPr userDrawn="1"/>
          </p:nvSpPr>
          <p:spPr bwMode="auto">
            <a:xfrm>
              <a:off x="8501536" y="4303824"/>
              <a:ext cx="148512" cy="471625"/>
            </a:xfrm>
            <a:custGeom>
              <a:avLst/>
              <a:gdLst>
                <a:gd name="T0" fmla="*/ 19 w 99"/>
                <a:gd name="T1" fmla="*/ 247 h 313"/>
                <a:gd name="T2" fmla="*/ 19 w 99"/>
                <a:gd name="T3" fmla="*/ 247 h 313"/>
                <a:gd name="T4" fmla="*/ 91 w 99"/>
                <a:gd name="T5" fmla="*/ 233 h 313"/>
                <a:gd name="T6" fmla="*/ 91 w 99"/>
                <a:gd name="T7" fmla="*/ 233 h 313"/>
                <a:gd name="T8" fmla="*/ 91 w 99"/>
                <a:gd name="T9" fmla="*/ 233 h 313"/>
                <a:gd name="T10" fmla="*/ 91 w 99"/>
                <a:gd name="T11" fmla="*/ 233 h 313"/>
                <a:gd name="T12" fmla="*/ 91 w 99"/>
                <a:gd name="T13" fmla="*/ 233 h 313"/>
                <a:gd name="T14" fmla="*/ 90 w 99"/>
                <a:gd name="T15" fmla="*/ 233 h 313"/>
                <a:gd name="T16" fmla="*/ 22 w 99"/>
                <a:gd name="T17" fmla="*/ 246 h 313"/>
                <a:gd name="T18" fmla="*/ 13 w 99"/>
                <a:gd name="T19" fmla="*/ 157 h 313"/>
                <a:gd name="T20" fmla="*/ 7 w 99"/>
                <a:gd name="T21" fmla="*/ 41 h 313"/>
                <a:gd name="T22" fmla="*/ 21 w 99"/>
                <a:gd name="T23" fmla="*/ 11 h 313"/>
                <a:gd name="T24" fmla="*/ 34 w 99"/>
                <a:gd name="T25" fmla="*/ 6 h 313"/>
                <a:gd name="T26" fmla="*/ 35 w 99"/>
                <a:gd name="T27" fmla="*/ 6 h 313"/>
                <a:gd name="T28" fmla="*/ 35 w 99"/>
                <a:gd name="T29" fmla="*/ 6 h 313"/>
                <a:gd name="T30" fmla="*/ 60 w 99"/>
                <a:gd name="T31" fmla="*/ 12 h 313"/>
                <a:gd name="T32" fmla="*/ 79 w 99"/>
                <a:gd name="T33" fmla="*/ 39 h 313"/>
                <a:gd name="T34" fmla="*/ 79 w 99"/>
                <a:gd name="T35" fmla="*/ 42 h 313"/>
                <a:gd name="T36" fmla="*/ 85 w 99"/>
                <a:gd name="T37" fmla="*/ 233 h 313"/>
                <a:gd name="T38" fmla="*/ 86 w 99"/>
                <a:gd name="T39" fmla="*/ 244 h 313"/>
                <a:gd name="T40" fmla="*/ 80 w 99"/>
                <a:gd name="T41" fmla="*/ 237 h 313"/>
                <a:gd name="T42" fmla="*/ 76 w 99"/>
                <a:gd name="T43" fmla="*/ 268 h 313"/>
                <a:gd name="T44" fmla="*/ 59 w 99"/>
                <a:gd name="T45" fmla="*/ 279 h 313"/>
                <a:gd name="T46" fmla="*/ 57 w 99"/>
                <a:gd name="T47" fmla="*/ 279 h 313"/>
                <a:gd name="T48" fmla="*/ 55 w 99"/>
                <a:gd name="T49" fmla="*/ 279 h 313"/>
                <a:gd name="T50" fmla="*/ 24 w 99"/>
                <a:gd name="T51" fmla="*/ 257 h 313"/>
                <a:gd name="T52" fmla="*/ 22 w 99"/>
                <a:gd name="T53" fmla="*/ 247 h 313"/>
                <a:gd name="T54" fmla="*/ 22 w 99"/>
                <a:gd name="T55" fmla="*/ 247 h 313"/>
                <a:gd name="T56" fmla="*/ 22 w 99"/>
                <a:gd name="T57" fmla="*/ 246 h 313"/>
                <a:gd name="T58" fmla="*/ 17 w 99"/>
                <a:gd name="T59" fmla="*/ 6 h 313"/>
                <a:gd name="T60" fmla="*/ 1 w 99"/>
                <a:gd name="T61" fmla="*/ 40 h 313"/>
                <a:gd name="T62" fmla="*/ 8 w 99"/>
                <a:gd name="T63" fmla="*/ 173 h 313"/>
                <a:gd name="T64" fmla="*/ 21 w 99"/>
                <a:gd name="T65" fmla="*/ 266 h 313"/>
                <a:gd name="T66" fmla="*/ 55 w 99"/>
                <a:gd name="T67" fmla="*/ 285 h 313"/>
                <a:gd name="T68" fmla="*/ 58 w 99"/>
                <a:gd name="T69" fmla="*/ 285 h 313"/>
                <a:gd name="T70" fmla="*/ 58 w 99"/>
                <a:gd name="T71" fmla="*/ 285 h 313"/>
                <a:gd name="T72" fmla="*/ 81 w 99"/>
                <a:gd name="T73" fmla="*/ 271 h 313"/>
                <a:gd name="T74" fmla="*/ 99 w 99"/>
                <a:gd name="T75" fmla="*/ 313 h 313"/>
                <a:gd name="T76" fmla="*/ 95 w 99"/>
                <a:gd name="T77" fmla="*/ 278 h 313"/>
                <a:gd name="T78" fmla="*/ 92 w 99"/>
                <a:gd name="T79" fmla="*/ 240 h 313"/>
                <a:gd name="T80" fmla="*/ 91 w 99"/>
                <a:gd name="T81" fmla="*/ 233 h 313"/>
                <a:gd name="T82" fmla="*/ 85 w 99"/>
                <a:gd name="T83" fmla="*/ 42 h 313"/>
                <a:gd name="T84" fmla="*/ 78 w 99"/>
                <a:gd name="T85" fmla="*/ 21 h 313"/>
                <a:gd name="T86" fmla="*/ 35 w 99"/>
                <a:gd name="T8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1" y="233"/>
                  </a:moveTo>
                  <a:cubicBezTo>
                    <a:pt x="91" y="233"/>
                    <a:pt x="91" y="233"/>
                    <a:pt x="91" y="233"/>
                  </a:cubicBezTo>
                  <a:moveTo>
                    <a:pt x="91" y="233"/>
                  </a:moveTo>
                  <a:cubicBezTo>
                    <a:pt x="91" y="233"/>
                    <a:pt x="91" y="233"/>
                    <a:pt x="91" y="233"/>
                  </a:cubicBezTo>
                  <a:moveTo>
                    <a:pt x="91" y="233"/>
                  </a:moveTo>
                  <a:cubicBezTo>
                    <a:pt x="91" y="233"/>
                    <a:pt x="91" y="233"/>
                    <a:pt x="91" y="233"/>
                  </a:cubicBezTo>
                  <a:cubicBezTo>
                    <a:pt x="91" y="233"/>
                    <a:pt x="91" y="233"/>
                    <a:pt x="91" y="233"/>
                  </a:cubicBezTo>
                  <a:moveTo>
                    <a:pt x="91" y="233"/>
                  </a:moveTo>
                  <a:cubicBezTo>
                    <a:pt x="91" y="233"/>
                    <a:pt x="91" y="233"/>
                    <a:pt x="91" y="233"/>
                  </a:cubicBezTo>
                  <a:cubicBezTo>
                    <a:pt x="91" y="233"/>
                    <a:pt x="91" y="233"/>
                    <a:pt x="91" y="233"/>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 name="Freeform 1678">
              <a:extLst>
                <a:ext uri="{FF2B5EF4-FFF2-40B4-BE49-F238E27FC236}">
                  <a16:creationId xmlns:a16="http://schemas.microsoft.com/office/drawing/2014/main" id="{F6DF1225-5340-4C5B-A4F0-B77848B199C9}"/>
                </a:ext>
              </a:extLst>
            </p:cNvPr>
            <p:cNvSpPr>
              <a:spLocks noEditPoints="1"/>
            </p:cNvSpPr>
            <p:nvPr userDrawn="1"/>
          </p:nvSpPr>
          <p:spPr bwMode="auto">
            <a:xfrm>
              <a:off x="6281890" y="4311852"/>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0 w 116"/>
                <a:gd name="T21" fmla="*/ 6 h 365"/>
                <a:gd name="T22" fmla="*/ 41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3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39"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5"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5"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 name="Freeform 1679">
              <a:extLst>
                <a:ext uri="{FF2B5EF4-FFF2-40B4-BE49-F238E27FC236}">
                  <a16:creationId xmlns:a16="http://schemas.microsoft.com/office/drawing/2014/main" id="{7AA5D8E5-BAB6-4AED-B704-E08F1568ECC5}"/>
                </a:ext>
              </a:extLst>
            </p:cNvPr>
            <p:cNvSpPr>
              <a:spLocks/>
            </p:cNvSpPr>
            <p:nvPr userDrawn="1"/>
          </p:nvSpPr>
          <p:spPr bwMode="auto">
            <a:xfrm>
              <a:off x="6450471" y="4845690"/>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 name="Freeform 1680">
              <a:extLst>
                <a:ext uri="{FF2B5EF4-FFF2-40B4-BE49-F238E27FC236}">
                  <a16:creationId xmlns:a16="http://schemas.microsoft.com/office/drawing/2014/main" id="{4459C6BF-D52E-4412-A8D3-67CA700ABCE3}"/>
                </a:ext>
              </a:extLst>
            </p:cNvPr>
            <p:cNvSpPr>
              <a:spLocks noEditPoints="1"/>
            </p:cNvSpPr>
            <p:nvPr userDrawn="1"/>
          </p:nvSpPr>
          <p:spPr bwMode="auto">
            <a:xfrm>
              <a:off x="7977732" y="4351990"/>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 name="Freeform 1681">
              <a:extLst>
                <a:ext uri="{FF2B5EF4-FFF2-40B4-BE49-F238E27FC236}">
                  <a16:creationId xmlns:a16="http://schemas.microsoft.com/office/drawing/2014/main" id="{3510E7CA-4E6E-45F1-9C61-ED81440D7271}"/>
                </a:ext>
              </a:extLst>
            </p:cNvPr>
            <p:cNvSpPr>
              <a:spLocks noEditPoints="1"/>
            </p:cNvSpPr>
            <p:nvPr userDrawn="1"/>
          </p:nvSpPr>
          <p:spPr bwMode="auto">
            <a:xfrm>
              <a:off x="6251787" y="3992753"/>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3"/>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1"/>
                    <a:pt x="6" y="31"/>
                    <a:pt x="6" y="31"/>
                  </a:cubicBezTo>
                  <a:cubicBezTo>
                    <a:pt x="6" y="30"/>
                    <a:pt x="6" y="30"/>
                    <a:pt x="6" y="29"/>
                  </a:cubicBezTo>
                  <a:cubicBezTo>
                    <a:pt x="6" y="25"/>
                    <a:pt x="8" y="21"/>
                    <a:pt x="9" y="18"/>
                  </a:cubicBezTo>
                  <a:cubicBezTo>
                    <a:pt x="12" y="13"/>
                    <a:pt x="16" y="10"/>
                    <a:pt x="20" y="8"/>
                  </a:cubicBezTo>
                  <a:cubicBezTo>
                    <a:pt x="21" y="7"/>
                    <a:pt x="23" y="7"/>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9"/>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 name="Freeform 1682">
              <a:extLst>
                <a:ext uri="{FF2B5EF4-FFF2-40B4-BE49-F238E27FC236}">
                  <a16:creationId xmlns:a16="http://schemas.microsoft.com/office/drawing/2014/main" id="{77AFD2C7-7A44-4FEE-9782-DB252D5FB746}"/>
                </a:ext>
              </a:extLst>
            </p:cNvPr>
            <p:cNvSpPr>
              <a:spLocks noEditPoints="1"/>
            </p:cNvSpPr>
            <p:nvPr userDrawn="1"/>
          </p:nvSpPr>
          <p:spPr bwMode="auto">
            <a:xfrm>
              <a:off x="8322921" y="5160776"/>
              <a:ext cx="240830" cy="180622"/>
            </a:xfrm>
            <a:custGeom>
              <a:avLst/>
              <a:gdLst>
                <a:gd name="T0" fmla="*/ 6 w 160"/>
                <a:gd name="T1" fmla="*/ 46 h 121"/>
                <a:gd name="T2" fmla="*/ 6 w 160"/>
                <a:gd name="T3" fmla="*/ 46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4 h 121"/>
                <a:gd name="T42" fmla="*/ 6 w 160"/>
                <a:gd name="T43" fmla="*/ 45 h 121"/>
                <a:gd name="T44" fmla="*/ 12 w 160"/>
                <a:gd name="T45" fmla="*/ 39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6"/>
                  </a:moveTo>
                  <a:cubicBezTo>
                    <a:pt x="6" y="46"/>
                    <a:pt x="6" y="46"/>
                    <a:pt x="6" y="46"/>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4"/>
                    <a:pt x="7" y="94"/>
                    <a:pt x="7" y="94"/>
                  </a:cubicBezTo>
                  <a:cubicBezTo>
                    <a:pt x="6" y="45"/>
                    <a:pt x="6" y="45"/>
                    <a:pt x="6" y="45"/>
                  </a:cubicBezTo>
                  <a:cubicBezTo>
                    <a:pt x="7" y="44"/>
                    <a:pt x="9" y="41"/>
                    <a:pt x="12" y="39"/>
                  </a:cubicBezTo>
                  <a:cubicBezTo>
                    <a:pt x="16" y="35"/>
                    <a:pt x="24" y="31"/>
                    <a:pt x="36" y="31"/>
                  </a:cubicBezTo>
                  <a:cubicBezTo>
                    <a:pt x="39" y="31"/>
                    <a:pt x="42" y="32"/>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4"/>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8"/>
                    <a:pt x="160" y="57"/>
                    <a:pt x="160" y="56"/>
                  </a:cubicBezTo>
                  <a:cubicBezTo>
                    <a:pt x="160" y="49"/>
                    <a:pt x="157" y="44"/>
                    <a:pt x="154" y="40"/>
                  </a:cubicBezTo>
                  <a:cubicBezTo>
                    <a:pt x="148" y="35"/>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 name="Freeform 1683">
              <a:extLst>
                <a:ext uri="{FF2B5EF4-FFF2-40B4-BE49-F238E27FC236}">
                  <a16:creationId xmlns:a16="http://schemas.microsoft.com/office/drawing/2014/main" id="{17F29FFB-B656-43EF-8464-28CE62286D45}"/>
                </a:ext>
              </a:extLst>
            </p:cNvPr>
            <p:cNvSpPr>
              <a:spLocks noEditPoints="1"/>
            </p:cNvSpPr>
            <p:nvPr userDrawn="1"/>
          </p:nvSpPr>
          <p:spPr bwMode="auto">
            <a:xfrm>
              <a:off x="7963683" y="4502509"/>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20"/>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8"/>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 name="Freeform 1684">
              <a:extLst>
                <a:ext uri="{FF2B5EF4-FFF2-40B4-BE49-F238E27FC236}">
                  <a16:creationId xmlns:a16="http://schemas.microsoft.com/office/drawing/2014/main" id="{02F8B4A2-2A39-4A5C-9DB9-954E47A88F02}"/>
                </a:ext>
              </a:extLst>
            </p:cNvPr>
            <p:cNvSpPr>
              <a:spLocks noEditPoints="1"/>
            </p:cNvSpPr>
            <p:nvPr userDrawn="1"/>
          </p:nvSpPr>
          <p:spPr bwMode="auto">
            <a:xfrm>
              <a:off x="8772469" y="5674546"/>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5"/>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 name="Freeform 1685">
              <a:extLst>
                <a:ext uri="{FF2B5EF4-FFF2-40B4-BE49-F238E27FC236}">
                  <a16:creationId xmlns:a16="http://schemas.microsoft.com/office/drawing/2014/main" id="{5633B976-45EE-44D0-BEFE-DE994F41D3B4}"/>
                </a:ext>
              </a:extLst>
            </p:cNvPr>
            <p:cNvSpPr>
              <a:spLocks/>
            </p:cNvSpPr>
            <p:nvPr userDrawn="1"/>
          </p:nvSpPr>
          <p:spPr bwMode="auto">
            <a:xfrm>
              <a:off x="8979181" y="5839113"/>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 name="Freeform 1686">
              <a:extLst>
                <a:ext uri="{FF2B5EF4-FFF2-40B4-BE49-F238E27FC236}">
                  <a16:creationId xmlns:a16="http://schemas.microsoft.com/office/drawing/2014/main" id="{C9032F7D-7F01-479C-BCA3-72EB612FA6A5}"/>
                </a:ext>
              </a:extLst>
            </p:cNvPr>
            <p:cNvSpPr>
              <a:spLocks noEditPoints="1"/>
            </p:cNvSpPr>
            <p:nvPr userDrawn="1"/>
          </p:nvSpPr>
          <p:spPr bwMode="auto">
            <a:xfrm>
              <a:off x="7949635" y="5281191"/>
              <a:ext cx="313078" cy="280968"/>
            </a:xfrm>
            <a:custGeom>
              <a:avLst/>
              <a:gdLst>
                <a:gd name="T0" fmla="*/ 84 w 209"/>
                <a:gd name="T1" fmla="*/ 8 h 187"/>
                <a:gd name="T2" fmla="*/ 85 w 209"/>
                <a:gd name="T3" fmla="*/ 8 h 187"/>
                <a:gd name="T4" fmla="*/ 108 w 209"/>
                <a:gd name="T5" fmla="*/ 6 h 187"/>
                <a:gd name="T6" fmla="*/ 108 w 209"/>
                <a:gd name="T7" fmla="*/ 6 h 187"/>
                <a:gd name="T8" fmla="*/ 153 w 209"/>
                <a:gd name="T9" fmla="*/ 14 h 187"/>
                <a:gd name="T10" fmla="*/ 198 w 209"/>
                <a:gd name="T11" fmla="*/ 50 h 187"/>
                <a:gd name="T12" fmla="*/ 203 w 209"/>
                <a:gd name="T13" fmla="*/ 79 h 187"/>
                <a:gd name="T14" fmla="*/ 194 w 209"/>
                <a:gd name="T15" fmla="*/ 116 h 187"/>
                <a:gd name="T16" fmla="*/ 154 w 209"/>
                <a:gd name="T17" fmla="*/ 156 h 187"/>
                <a:gd name="T18" fmla="*/ 154 w 209"/>
                <a:gd name="T19" fmla="*/ 156 h 187"/>
                <a:gd name="T20" fmla="*/ 111 w 209"/>
                <a:gd name="T21" fmla="*/ 165 h 187"/>
                <a:gd name="T22" fmla="*/ 111 w 209"/>
                <a:gd name="T23" fmla="*/ 165 h 187"/>
                <a:gd name="T24" fmla="*/ 111 w 209"/>
                <a:gd name="T25" fmla="*/ 165 h 187"/>
                <a:gd name="T26" fmla="*/ 89 w 209"/>
                <a:gd name="T27" fmla="*/ 160 h 187"/>
                <a:gd name="T28" fmla="*/ 89 w 209"/>
                <a:gd name="T29" fmla="*/ 159 h 187"/>
                <a:gd name="T30" fmla="*/ 88 w 209"/>
                <a:gd name="T31" fmla="*/ 159 h 187"/>
                <a:gd name="T32" fmla="*/ 83 w 209"/>
                <a:gd name="T33" fmla="*/ 157 h 187"/>
                <a:gd name="T34" fmla="*/ 61 w 209"/>
                <a:gd name="T35" fmla="*/ 147 h 187"/>
                <a:gd name="T36" fmla="*/ 41 w 209"/>
                <a:gd name="T37" fmla="*/ 136 h 187"/>
                <a:gd name="T38" fmla="*/ 39 w 209"/>
                <a:gd name="T39" fmla="*/ 134 h 187"/>
                <a:gd name="T40" fmla="*/ 21 w 209"/>
                <a:gd name="T41" fmla="*/ 162 h 187"/>
                <a:gd name="T42" fmla="*/ 21 w 209"/>
                <a:gd name="T43" fmla="*/ 152 h 187"/>
                <a:gd name="T44" fmla="*/ 14 w 209"/>
                <a:gd name="T45" fmla="*/ 116 h 187"/>
                <a:gd name="T46" fmla="*/ 14 w 209"/>
                <a:gd name="T47" fmla="*/ 115 h 187"/>
                <a:gd name="T48" fmla="*/ 13 w 209"/>
                <a:gd name="T49" fmla="*/ 115 h 187"/>
                <a:gd name="T50" fmla="*/ 10 w 209"/>
                <a:gd name="T51" fmla="*/ 110 h 187"/>
                <a:gd name="T52" fmla="*/ 6 w 209"/>
                <a:gd name="T53" fmla="*/ 96 h 187"/>
                <a:gd name="T54" fmla="*/ 14 w 209"/>
                <a:gd name="T55" fmla="*/ 69 h 187"/>
                <a:gd name="T56" fmla="*/ 14 w 209"/>
                <a:gd name="T57" fmla="*/ 69 h 187"/>
                <a:gd name="T58" fmla="*/ 14 w 209"/>
                <a:gd name="T59" fmla="*/ 69 h 187"/>
                <a:gd name="T60" fmla="*/ 14 w 209"/>
                <a:gd name="T61" fmla="*/ 69 h 187"/>
                <a:gd name="T62" fmla="*/ 28 w 209"/>
                <a:gd name="T63" fmla="*/ 43 h 187"/>
                <a:gd name="T64" fmla="*/ 84 w 209"/>
                <a:gd name="T65" fmla="*/ 8 h 187"/>
                <a:gd name="T66" fmla="*/ 108 w 209"/>
                <a:gd name="T67" fmla="*/ 0 h 187"/>
                <a:gd name="T68" fmla="*/ 83 w 209"/>
                <a:gd name="T69" fmla="*/ 2 h 187"/>
                <a:gd name="T70" fmla="*/ 83 w 209"/>
                <a:gd name="T71" fmla="*/ 2 h 187"/>
                <a:gd name="T72" fmla="*/ 83 w 209"/>
                <a:gd name="T73" fmla="*/ 2 h 187"/>
                <a:gd name="T74" fmla="*/ 22 w 209"/>
                <a:gd name="T75" fmla="*/ 41 h 187"/>
                <a:gd name="T76" fmla="*/ 8 w 209"/>
                <a:gd name="T77" fmla="*/ 67 h 187"/>
                <a:gd name="T78" fmla="*/ 0 w 209"/>
                <a:gd name="T79" fmla="*/ 96 h 187"/>
                <a:gd name="T80" fmla="*/ 5 w 209"/>
                <a:gd name="T81" fmla="*/ 113 h 187"/>
                <a:gd name="T82" fmla="*/ 9 w 209"/>
                <a:gd name="T83" fmla="*/ 119 h 187"/>
                <a:gd name="T84" fmla="*/ 15 w 209"/>
                <a:gd name="T85" fmla="*/ 152 h 187"/>
                <a:gd name="T86" fmla="*/ 14 w 209"/>
                <a:gd name="T87" fmla="*/ 167 h 187"/>
                <a:gd name="T88" fmla="*/ 14 w 209"/>
                <a:gd name="T89" fmla="*/ 172 h 187"/>
                <a:gd name="T90" fmla="*/ 13 w 209"/>
                <a:gd name="T91" fmla="*/ 173 h 187"/>
                <a:gd name="T92" fmla="*/ 13 w 209"/>
                <a:gd name="T93" fmla="*/ 173 h 187"/>
                <a:gd name="T94" fmla="*/ 11 w 209"/>
                <a:gd name="T95" fmla="*/ 187 h 187"/>
                <a:gd name="T96" fmla="*/ 19 w 209"/>
                <a:gd name="T97" fmla="*/ 175 h 187"/>
                <a:gd name="T98" fmla="*/ 40 w 209"/>
                <a:gd name="T99" fmla="*/ 143 h 187"/>
                <a:gd name="T100" fmla="*/ 51 w 209"/>
                <a:gd name="T101" fmla="*/ 148 h 187"/>
                <a:gd name="T102" fmla="*/ 86 w 209"/>
                <a:gd name="T103" fmla="*/ 165 h 187"/>
                <a:gd name="T104" fmla="*/ 111 w 209"/>
                <a:gd name="T105" fmla="*/ 171 h 187"/>
                <a:gd name="T106" fmla="*/ 156 w 209"/>
                <a:gd name="T107" fmla="*/ 161 h 187"/>
                <a:gd name="T108" fmla="*/ 157 w 209"/>
                <a:gd name="T109" fmla="*/ 161 h 187"/>
                <a:gd name="T110" fmla="*/ 157 w 209"/>
                <a:gd name="T111" fmla="*/ 161 h 187"/>
                <a:gd name="T112" fmla="*/ 199 w 209"/>
                <a:gd name="T113" fmla="*/ 119 h 187"/>
                <a:gd name="T114" fmla="*/ 209 w 209"/>
                <a:gd name="T115" fmla="*/ 79 h 187"/>
                <a:gd name="T116" fmla="*/ 203 w 209"/>
                <a:gd name="T117" fmla="*/ 47 h 187"/>
                <a:gd name="T118" fmla="*/ 203 w 209"/>
                <a:gd name="T119" fmla="*/ 47 h 187"/>
                <a:gd name="T120" fmla="*/ 203 w 209"/>
                <a:gd name="T121" fmla="*/ 47 h 187"/>
                <a:gd name="T122" fmla="*/ 155 w 209"/>
                <a:gd name="T123" fmla="*/ 8 h 187"/>
                <a:gd name="T124" fmla="*/ 108 w 209"/>
                <a:gd name="T1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7">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1"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4"/>
                    <a:pt x="11"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8" y="56"/>
                    <a:pt x="28" y="43"/>
                  </a:cubicBezTo>
                  <a:cubicBezTo>
                    <a:pt x="39" y="30"/>
                    <a:pt x="56"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3" y="54"/>
                    <a:pt x="9" y="65"/>
                    <a:pt x="8" y="67"/>
                  </a:cubicBezTo>
                  <a:cubicBezTo>
                    <a:pt x="2" y="79"/>
                    <a:pt x="0" y="88"/>
                    <a:pt x="0" y="96"/>
                  </a:cubicBezTo>
                  <a:cubicBezTo>
                    <a:pt x="0" y="104"/>
                    <a:pt x="2"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6"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 name="Freeform 1687">
              <a:extLst>
                <a:ext uri="{FF2B5EF4-FFF2-40B4-BE49-F238E27FC236}">
                  <a16:creationId xmlns:a16="http://schemas.microsoft.com/office/drawing/2014/main" id="{566620E1-B846-4F9C-AD8E-C39D47588B4F}"/>
                </a:ext>
              </a:extLst>
            </p:cNvPr>
            <p:cNvSpPr>
              <a:spLocks noEditPoints="1"/>
            </p:cNvSpPr>
            <p:nvPr userDrawn="1"/>
          </p:nvSpPr>
          <p:spPr bwMode="auto">
            <a:xfrm>
              <a:off x="6534761" y="3830192"/>
              <a:ext cx="218754" cy="202699"/>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10 w 146"/>
                <a:gd name="T51" fmla="*/ 80 h 135"/>
                <a:gd name="T52" fmla="*/ 6 w 146"/>
                <a:gd name="T53" fmla="*/ 68 h 135"/>
                <a:gd name="T54" fmla="*/ 11 w 146"/>
                <a:gd name="T55" fmla="*/ 50 h 135"/>
                <a:gd name="T56" fmla="*/ 11 w 146"/>
                <a:gd name="T57" fmla="*/ 50 h 135"/>
                <a:gd name="T58" fmla="*/ 11 w 146"/>
                <a:gd name="T59" fmla="*/ 49 h 135"/>
                <a:gd name="T60" fmla="*/ 11 w 146"/>
                <a:gd name="T61" fmla="*/ 49 h 135"/>
                <a:gd name="T62" fmla="*/ 21 w 146"/>
                <a:gd name="T63" fmla="*/ 32 h 135"/>
                <a:gd name="T64" fmla="*/ 59 w 146"/>
                <a:gd name="T65" fmla="*/ 8 h 135"/>
                <a:gd name="T66" fmla="*/ 75 w 146"/>
                <a:gd name="T67" fmla="*/ 0 h 135"/>
                <a:gd name="T68" fmla="*/ 58 w 146"/>
                <a:gd name="T69" fmla="*/ 2 h 135"/>
                <a:gd name="T70" fmla="*/ 58 w 146"/>
                <a:gd name="T71" fmla="*/ 2 h 135"/>
                <a:gd name="T72" fmla="*/ 58 w 146"/>
                <a:gd name="T73" fmla="*/ 2 h 135"/>
                <a:gd name="T74" fmla="*/ 16 w 146"/>
                <a:gd name="T75" fmla="*/ 29 h 135"/>
                <a:gd name="T76" fmla="*/ 6 w 146"/>
                <a:gd name="T77" fmla="*/ 47 h 135"/>
                <a:gd name="T78" fmla="*/ 0 w 146"/>
                <a:gd name="T79" fmla="*/ 68 h 135"/>
                <a:gd name="T80" fmla="*/ 3 w 146"/>
                <a:gd name="T81" fmla="*/ 80 h 135"/>
                <a:gd name="T82" fmla="*/ 6 w 146"/>
                <a:gd name="T83" fmla="*/ 84 h 135"/>
                <a:gd name="T84" fmla="*/ 10 w 146"/>
                <a:gd name="T85" fmla="*/ 107 h 135"/>
                <a:gd name="T86" fmla="*/ 10 w 146"/>
                <a:gd name="T87" fmla="*/ 117 h 135"/>
                <a:gd name="T88" fmla="*/ 9 w 146"/>
                <a:gd name="T89" fmla="*/ 120 h 135"/>
                <a:gd name="T90" fmla="*/ 9 w 146"/>
                <a:gd name="T91" fmla="*/ 121 h 135"/>
                <a:gd name="T92" fmla="*/ 9 w 146"/>
                <a:gd name="T93" fmla="*/ 121 h 135"/>
                <a:gd name="T94" fmla="*/ 7 w 146"/>
                <a:gd name="T95" fmla="*/ 135 h 135"/>
                <a:gd name="T96" fmla="*/ 15 w 146"/>
                <a:gd name="T97" fmla="*/ 123 h 135"/>
                <a:gd name="T98" fmla="*/ 29 w 146"/>
                <a:gd name="T99" fmla="*/ 101 h 135"/>
                <a:gd name="T100" fmla="*/ 35 w 146"/>
                <a:gd name="T101" fmla="*/ 105 h 135"/>
                <a:gd name="T102" fmla="*/ 59 w 146"/>
                <a:gd name="T103" fmla="*/ 116 h 135"/>
                <a:gd name="T104" fmla="*/ 78 w 146"/>
                <a:gd name="T105" fmla="*/ 121 h 135"/>
                <a:gd name="T106" fmla="*/ 109 w 146"/>
                <a:gd name="T107" fmla="*/ 114 h 135"/>
                <a:gd name="T108" fmla="*/ 109 w 146"/>
                <a:gd name="T109" fmla="*/ 114 h 135"/>
                <a:gd name="T110" fmla="*/ 110 w 146"/>
                <a:gd name="T111" fmla="*/ 114 h 135"/>
                <a:gd name="T112" fmla="*/ 139 w 146"/>
                <a:gd name="T113" fmla="*/ 84 h 135"/>
                <a:gd name="T114" fmla="*/ 146 w 146"/>
                <a:gd name="T115" fmla="*/ 56 h 135"/>
                <a:gd name="T116" fmla="*/ 142 w 146"/>
                <a:gd name="T117" fmla="*/ 34 h 135"/>
                <a:gd name="T118" fmla="*/ 142 w 146"/>
                <a:gd name="T119" fmla="*/ 34 h 135"/>
                <a:gd name="T120" fmla="*/ 142 w 146"/>
                <a:gd name="T121" fmla="*/ 33 h 135"/>
                <a:gd name="T122" fmla="*/ 108 w 146"/>
                <a:gd name="T123" fmla="*/ 6 h 135"/>
                <a:gd name="T124" fmla="*/ 75 w 146"/>
                <a:gd name="T1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10" y="80"/>
                    <a:pt x="10" y="80"/>
                    <a:pt x="10" y="80"/>
                  </a:cubicBezTo>
                  <a:cubicBezTo>
                    <a:pt x="9" y="79"/>
                    <a:pt x="6" y="75"/>
                    <a:pt x="6" y="68"/>
                  </a:cubicBezTo>
                  <a:cubicBezTo>
                    <a:pt x="6" y="63"/>
                    <a:pt x="7" y="58"/>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3"/>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4"/>
                    <a:pt x="142" y="34"/>
                    <a:pt x="142" y="34"/>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 name="Freeform 1688">
              <a:extLst>
                <a:ext uri="{FF2B5EF4-FFF2-40B4-BE49-F238E27FC236}">
                  <a16:creationId xmlns:a16="http://schemas.microsoft.com/office/drawing/2014/main" id="{6E9EB268-E02D-46ED-85DC-A369113E140C}"/>
                </a:ext>
              </a:extLst>
            </p:cNvPr>
            <p:cNvSpPr>
              <a:spLocks noEditPoints="1"/>
            </p:cNvSpPr>
            <p:nvPr userDrawn="1"/>
          </p:nvSpPr>
          <p:spPr bwMode="auto">
            <a:xfrm>
              <a:off x="8302852" y="5768870"/>
              <a:ext cx="315086" cy="282975"/>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8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9"/>
                    <a:pt x="191" y="134"/>
                    <a:pt x="199" y="119"/>
                  </a:cubicBezTo>
                  <a:cubicBezTo>
                    <a:pt x="206" y="105"/>
                    <a:pt x="209" y="91"/>
                    <a:pt x="209" y="79"/>
                  </a:cubicBezTo>
                  <a:cubicBezTo>
                    <a:pt x="209" y="61"/>
                    <a:pt x="203" y="48"/>
                    <a:pt x="203" y="48"/>
                  </a:cubicBezTo>
                  <a:cubicBezTo>
                    <a:pt x="203" y="48"/>
                    <a:pt x="203" y="48"/>
                    <a:pt x="203" y="48"/>
                  </a:cubicBezTo>
                  <a:cubicBezTo>
                    <a:pt x="202" y="48"/>
                    <a:pt x="202" y="48"/>
                    <a:pt x="202" y="48"/>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 name="Freeform 1689">
              <a:extLst>
                <a:ext uri="{FF2B5EF4-FFF2-40B4-BE49-F238E27FC236}">
                  <a16:creationId xmlns:a16="http://schemas.microsoft.com/office/drawing/2014/main" id="{7327625B-CB13-44F4-B1B2-E61862AFDB86}"/>
                </a:ext>
              </a:extLst>
            </p:cNvPr>
            <p:cNvSpPr>
              <a:spLocks noEditPoints="1"/>
            </p:cNvSpPr>
            <p:nvPr userDrawn="1"/>
          </p:nvSpPr>
          <p:spPr bwMode="auto">
            <a:xfrm>
              <a:off x="6789639" y="5106589"/>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8"/>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2"/>
                    <a:pt x="111" y="172"/>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 name="Freeform 1690">
              <a:extLst>
                <a:ext uri="{FF2B5EF4-FFF2-40B4-BE49-F238E27FC236}">
                  <a16:creationId xmlns:a16="http://schemas.microsoft.com/office/drawing/2014/main" id="{A70A5157-207B-405E-BDF6-A3BD4E793CBB}"/>
                </a:ext>
              </a:extLst>
            </p:cNvPr>
            <p:cNvSpPr>
              <a:spLocks/>
            </p:cNvSpPr>
            <p:nvPr userDrawn="1"/>
          </p:nvSpPr>
          <p:spPr bwMode="auto">
            <a:xfrm>
              <a:off x="6920088"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 name="Freeform 1691">
              <a:extLst>
                <a:ext uri="{FF2B5EF4-FFF2-40B4-BE49-F238E27FC236}">
                  <a16:creationId xmlns:a16="http://schemas.microsoft.com/office/drawing/2014/main" id="{0ED10942-0764-42EF-8998-B53FA2CCA6FC}"/>
                </a:ext>
              </a:extLst>
            </p:cNvPr>
            <p:cNvSpPr>
              <a:spLocks/>
            </p:cNvSpPr>
            <p:nvPr userDrawn="1"/>
          </p:nvSpPr>
          <p:spPr bwMode="auto">
            <a:xfrm>
              <a:off x="7648598" y="4576764"/>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1"/>
                    <a:pt x="5" y="114"/>
                  </a:cubicBezTo>
                  <a:cubicBezTo>
                    <a:pt x="7" y="117"/>
                    <a:pt x="8" y="119"/>
                    <a:pt x="9" y="120"/>
                  </a:cubicBezTo>
                  <a:cubicBezTo>
                    <a:pt x="14" y="130"/>
                    <a:pt x="15" y="143"/>
                    <a:pt x="15" y="153"/>
                  </a:cubicBezTo>
                  <a:cubicBezTo>
                    <a:pt x="15" y="159"/>
                    <a:pt x="15" y="164"/>
                    <a:pt x="14" y="168"/>
                  </a:cubicBezTo>
                  <a:cubicBezTo>
                    <a:pt x="14" y="170"/>
                    <a:pt x="14" y="172"/>
                    <a:pt x="14" y="173"/>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6"/>
                  </a:cubicBezTo>
                  <a:cubicBezTo>
                    <a:pt x="93" y="171"/>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7"/>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 name="Freeform 1692">
              <a:extLst>
                <a:ext uri="{FF2B5EF4-FFF2-40B4-BE49-F238E27FC236}">
                  <a16:creationId xmlns:a16="http://schemas.microsoft.com/office/drawing/2014/main" id="{9437C4B0-D6C4-44A1-8AEA-B31E61631B9E}"/>
                </a:ext>
              </a:extLst>
            </p:cNvPr>
            <p:cNvSpPr>
              <a:spLocks/>
            </p:cNvSpPr>
            <p:nvPr userDrawn="1"/>
          </p:nvSpPr>
          <p:spPr bwMode="auto">
            <a:xfrm>
              <a:off x="7825207" y="4825621"/>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 name="Freeform 1693">
              <a:extLst>
                <a:ext uri="{FF2B5EF4-FFF2-40B4-BE49-F238E27FC236}">
                  <a16:creationId xmlns:a16="http://schemas.microsoft.com/office/drawing/2014/main" id="{4ECAA3D3-C397-45BB-834F-C724EE30B426}"/>
                </a:ext>
              </a:extLst>
            </p:cNvPr>
            <p:cNvSpPr>
              <a:spLocks/>
            </p:cNvSpPr>
            <p:nvPr userDrawn="1"/>
          </p:nvSpPr>
          <p:spPr bwMode="auto">
            <a:xfrm>
              <a:off x="7666660"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 name="Freeform 1694">
              <a:extLst>
                <a:ext uri="{FF2B5EF4-FFF2-40B4-BE49-F238E27FC236}">
                  <a16:creationId xmlns:a16="http://schemas.microsoft.com/office/drawing/2014/main" id="{DE6B5FC0-767E-4C4D-A3D1-08A6436CE9FB}"/>
                </a:ext>
              </a:extLst>
            </p:cNvPr>
            <p:cNvSpPr>
              <a:spLocks/>
            </p:cNvSpPr>
            <p:nvPr userDrawn="1"/>
          </p:nvSpPr>
          <p:spPr bwMode="auto">
            <a:xfrm>
              <a:off x="7668667" y="4837663"/>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 name="Freeform 1695">
              <a:extLst>
                <a:ext uri="{FF2B5EF4-FFF2-40B4-BE49-F238E27FC236}">
                  <a16:creationId xmlns:a16="http://schemas.microsoft.com/office/drawing/2014/main" id="{C309973E-5D68-4ABC-931E-56648F8899F2}"/>
                </a:ext>
              </a:extLst>
            </p:cNvPr>
            <p:cNvSpPr>
              <a:spLocks noEditPoints="1"/>
            </p:cNvSpPr>
            <p:nvPr userDrawn="1"/>
          </p:nvSpPr>
          <p:spPr bwMode="auto">
            <a:xfrm>
              <a:off x="8804580" y="4378080"/>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1"/>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 name="Freeform 1696">
              <a:extLst>
                <a:ext uri="{FF2B5EF4-FFF2-40B4-BE49-F238E27FC236}">
                  <a16:creationId xmlns:a16="http://schemas.microsoft.com/office/drawing/2014/main" id="{6730DB4A-C3CC-4BC5-9F04-A2A412DA27E7}"/>
                </a:ext>
              </a:extLst>
            </p:cNvPr>
            <p:cNvSpPr>
              <a:spLocks noEditPoints="1"/>
            </p:cNvSpPr>
            <p:nvPr userDrawn="1"/>
          </p:nvSpPr>
          <p:spPr bwMode="auto">
            <a:xfrm>
              <a:off x="9047416" y="4378080"/>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 name="Freeform 1697">
              <a:extLst>
                <a:ext uri="{FF2B5EF4-FFF2-40B4-BE49-F238E27FC236}">
                  <a16:creationId xmlns:a16="http://schemas.microsoft.com/office/drawing/2014/main" id="{7EAB256A-A08F-4DA6-AA51-4DB6D64F9649}"/>
                </a:ext>
              </a:extLst>
            </p:cNvPr>
            <p:cNvSpPr>
              <a:spLocks/>
            </p:cNvSpPr>
            <p:nvPr userDrawn="1"/>
          </p:nvSpPr>
          <p:spPr bwMode="auto">
            <a:xfrm>
              <a:off x="8804580"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 name="Freeform 1698">
              <a:extLst>
                <a:ext uri="{FF2B5EF4-FFF2-40B4-BE49-F238E27FC236}">
                  <a16:creationId xmlns:a16="http://schemas.microsoft.com/office/drawing/2014/main" id="{96E150E9-C45A-4FA4-8A4B-BAFB8B277DA0}"/>
                </a:ext>
              </a:extLst>
            </p:cNvPr>
            <p:cNvSpPr>
              <a:spLocks noEditPoints="1"/>
            </p:cNvSpPr>
            <p:nvPr userDrawn="1"/>
          </p:nvSpPr>
          <p:spPr bwMode="auto">
            <a:xfrm>
              <a:off x="6637114" y="5439737"/>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4 w 233"/>
                <a:gd name="T31" fmla="*/ 77 h 208"/>
                <a:gd name="T32" fmla="*/ 93 w 233"/>
                <a:gd name="T33" fmla="*/ 8 h 208"/>
                <a:gd name="T34" fmla="*/ 92 w 233"/>
                <a:gd name="T35" fmla="*/ 2 h 208"/>
                <a:gd name="T36" fmla="*/ 92 w 233"/>
                <a:gd name="T37" fmla="*/ 3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5"/>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8"/>
                  </a:cubicBezTo>
                  <a:cubicBezTo>
                    <a:pt x="6" y="100"/>
                    <a:pt x="8" y="90"/>
                    <a:pt x="14" y="78"/>
                  </a:cubicBezTo>
                  <a:cubicBezTo>
                    <a:pt x="14" y="77"/>
                    <a:pt x="14" y="77"/>
                    <a:pt x="14" y="77"/>
                  </a:cubicBezTo>
                  <a:cubicBezTo>
                    <a:pt x="14" y="77"/>
                    <a:pt x="14" y="77"/>
                    <a:pt x="14" y="77"/>
                  </a:cubicBezTo>
                  <a:cubicBezTo>
                    <a:pt x="14" y="77"/>
                    <a:pt x="14" y="77"/>
                    <a:pt x="14"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 name="Freeform 1699">
              <a:extLst>
                <a:ext uri="{FF2B5EF4-FFF2-40B4-BE49-F238E27FC236}">
                  <a16:creationId xmlns:a16="http://schemas.microsoft.com/office/drawing/2014/main" id="{19551D9A-5E7C-4BF1-BD26-4FE0C820EA52}"/>
                </a:ext>
              </a:extLst>
            </p:cNvPr>
            <p:cNvSpPr>
              <a:spLocks noEditPoints="1"/>
            </p:cNvSpPr>
            <p:nvPr userDrawn="1"/>
          </p:nvSpPr>
          <p:spPr bwMode="auto">
            <a:xfrm>
              <a:off x="8208526" y="4606868"/>
              <a:ext cx="254879" cy="17660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7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6 w 169"/>
                <a:gd name="T49" fmla="*/ 6 h 117"/>
                <a:gd name="T50" fmla="*/ 136 w 169"/>
                <a:gd name="T51" fmla="*/ 6 h 117"/>
                <a:gd name="T52" fmla="*/ 136 w 169"/>
                <a:gd name="T53" fmla="*/ 6 h 117"/>
                <a:gd name="T54" fmla="*/ 136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7"/>
                    <a:pt x="143"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7"/>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6" y="6"/>
                  </a:moveTo>
                  <a:cubicBezTo>
                    <a:pt x="136" y="6"/>
                    <a:pt x="136" y="6"/>
                    <a:pt x="136" y="6"/>
                  </a:cubicBezTo>
                  <a:cubicBezTo>
                    <a:pt x="136" y="6"/>
                    <a:pt x="136" y="6"/>
                    <a:pt x="136" y="6"/>
                  </a:cubicBezTo>
                  <a:cubicBezTo>
                    <a:pt x="136" y="6"/>
                    <a:pt x="136" y="6"/>
                    <a:pt x="136"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 name="Freeform 1700">
              <a:extLst>
                <a:ext uri="{FF2B5EF4-FFF2-40B4-BE49-F238E27FC236}">
                  <a16:creationId xmlns:a16="http://schemas.microsoft.com/office/drawing/2014/main" id="{01D7B3A9-7531-4B3D-9C31-13DAB2EFEB59}"/>
                </a:ext>
              </a:extLst>
            </p:cNvPr>
            <p:cNvSpPr>
              <a:spLocks noEditPoints="1"/>
            </p:cNvSpPr>
            <p:nvPr userDrawn="1"/>
          </p:nvSpPr>
          <p:spPr bwMode="auto">
            <a:xfrm>
              <a:off x="6972268" y="5664511"/>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5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 name="Freeform 1701">
              <a:extLst>
                <a:ext uri="{FF2B5EF4-FFF2-40B4-BE49-F238E27FC236}">
                  <a16:creationId xmlns:a16="http://schemas.microsoft.com/office/drawing/2014/main" id="{DC0E4370-123C-4762-9BB7-3538A143412E}"/>
                </a:ext>
              </a:extLst>
            </p:cNvPr>
            <p:cNvSpPr>
              <a:spLocks noEditPoints="1"/>
            </p:cNvSpPr>
            <p:nvPr userDrawn="1"/>
          </p:nvSpPr>
          <p:spPr bwMode="auto">
            <a:xfrm>
              <a:off x="6416354" y="5794961"/>
              <a:ext cx="214740" cy="148512"/>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7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7"/>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 name="Freeform 1702">
              <a:extLst>
                <a:ext uri="{FF2B5EF4-FFF2-40B4-BE49-F238E27FC236}">
                  <a16:creationId xmlns:a16="http://schemas.microsoft.com/office/drawing/2014/main" id="{79B0E451-C393-44C1-9ED2-E715374D2F84}"/>
                </a:ext>
              </a:extLst>
            </p:cNvPr>
            <p:cNvSpPr>
              <a:spLocks noEditPoints="1"/>
            </p:cNvSpPr>
            <p:nvPr userDrawn="1"/>
          </p:nvSpPr>
          <p:spPr bwMode="auto">
            <a:xfrm>
              <a:off x="7303409" y="5285205"/>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50 w 112"/>
                <a:gd name="T15" fmla="*/ 6 h 76"/>
                <a:gd name="T16" fmla="*/ 90 w 112"/>
                <a:gd name="T17" fmla="*/ 6 h 76"/>
                <a:gd name="T18" fmla="*/ 97 w 112"/>
                <a:gd name="T19" fmla="*/ 9 h 76"/>
                <a:gd name="T20" fmla="*/ 106 w 112"/>
                <a:gd name="T21" fmla="*/ 22 h 76"/>
                <a:gd name="T22" fmla="*/ 106 w 112"/>
                <a:gd name="T23" fmla="*/ 58 h 76"/>
                <a:gd name="T24" fmla="*/ 106 w 112"/>
                <a:gd name="T25" fmla="*/ 58 h 76"/>
                <a:gd name="T26" fmla="*/ 106 w 112"/>
                <a:gd name="T27" fmla="*/ 59 h 76"/>
                <a:gd name="T28" fmla="*/ 103 w 112"/>
                <a:gd name="T29" fmla="*/ 65 h 76"/>
                <a:gd name="T30" fmla="*/ 87 w 112"/>
                <a:gd name="T31" fmla="*/ 70 h 76"/>
                <a:gd name="T32" fmla="*/ 44 w 112"/>
                <a:gd name="T33" fmla="*/ 70 h 76"/>
                <a:gd name="T34" fmla="*/ 38 w 112"/>
                <a:gd name="T35" fmla="*/ 67 h 76"/>
                <a:gd name="T36" fmla="*/ 34 w 112"/>
                <a:gd name="T37" fmla="*/ 63 h 76"/>
                <a:gd name="T38" fmla="*/ 32 w 112"/>
                <a:gd name="T39" fmla="*/ 55 h 76"/>
                <a:gd name="T40" fmla="*/ 32 w 112"/>
                <a:gd name="T41" fmla="*/ 54 h 76"/>
                <a:gd name="T42" fmla="*/ 21 w 112"/>
                <a:gd name="T43" fmla="*/ 39 h 76"/>
                <a:gd name="T44" fmla="*/ 32 w 112"/>
                <a:gd name="T45" fmla="*/ 45 h 76"/>
                <a:gd name="T46" fmla="*/ 32 w 112"/>
                <a:gd name="T47" fmla="*/ 21 h 76"/>
                <a:gd name="T48" fmla="*/ 35 w 112"/>
                <a:gd name="T49" fmla="*/ 13 h 76"/>
                <a:gd name="T50" fmla="*/ 40 w 112"/>
                <a:gd name="T51" fmla="*/ 8 h 76"/>
                <a:gd name="T52" fmla="*/ 50 w 112"/>
                <a:gd name="T53" fmla="*/ 6 h 76"/>
                <a:gd name="T54" fmla="*/ 50 w 112"/>
                <a:gd name="T55" fmla="*/ 6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6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 name="Freeform 1703">
              <a:extLst>
                <a:ext uri="{FF2B5EF4-FFF2-40B4-BE49-F238E27FC236}">
                  <a16:creationId xmlns:a16="http://schemas.microsoft.com/office/drawing/2014/main" id="{73FD47EE-1D2B-458D-814B-A4F631DDE844}"/>
                </a:ext>
              </a:extLst>
            </p:cNvPr>
            <p:cNvSpPr>
              <a:spLocks noEditPoints="1"/>
            </p:cNvSpPr>
            <p:nvPr userDrawn="1"/>
          </p:nvSpPr>
          <p:spPr bwMode="auto">
            <a:xfrm>
              <a:off x="7289360" y="5010257"/>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 name="Freeform 1704">
              <a:extLst>
                <a:ext uri="{FF2B5EF4-FFF2-40B4-BE49-F238E27FC236}">
                  <a16:creationId xmlns:a16="http://schemas.microsoft.com/office/drawing/2014/main" id="{2004D554-FE4E-4D9D-97DA-2C43642C96E2}"/>
                </a:ext>
              </a:extLst>
            </p:cNvPr>
            <p:cNvSpPr>
              <a:spLocks noEditPoints="1"/>
            </p:cNvSpPr>
            <p:nvPr userDrawn="1"/>
          </p:nvSpPr>
          <p:spPr bwMode="auto">
            <a:xfrm>
              <a:off x="6667217" y="4548667"/>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1 h 156"/>
                <a:gd name="T96" fmla="*/ 167 w 168"/>
                <a:gd name="T97" fmla="*/ 43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1"/>
                  </a:cubicBezTo>
                  <a:cubicBezTo>
                    <a:pt x="167" y="43"/>
                    <a:pt x="167" y="43"/>
                    <a:pt x="167" y="43"/>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 name="Freeform 1705">
              <a:extLst>
                <a:ext uri="{FF2B5EF4-FFF2-40B4-BE49-F238E27FC236}">
                  <a16:creationId xmlns:a16="http://schemas.microsoft.com/office/drawing/2014/main" id="{A77ACFBF-A311-4F42-B4FD-5B472259C09C}"/>
                </a:ext>
              </a:extLst>
            </p:cNvPr>
            <p:cNvSpPr>
              <a:spLocks/>
            </p:cNvSpPr>
            <p:nvPr userDrawn="1"/>
          </p:nvSpPr>
          <p:spPr bwMode="auto">
            <a:xfrm>
              <a:off x="6908047"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 name="Freeform 1706">
              <a:extLst>
                <a:ext uri="{FF2B5EF4-FFF2-40B4-BE49-F238E27FC236}">
                  <a16:creationId xmlns:a16="http://schemas.microsoft.com/office/drawing/2014/main" id="{3FD2417F-577B-47B4-A1D3-980E5713B102}"/>
                </a:ext>
              </a:extLst>
            </p:cNvPr>
            <p:cNvSpPr>
              <a:spLocks noEditPoints="1"/>
            </p:cNvSpPr>
            <p:nvPr userDrawn="1"/>
          </p:nvSpPr>
          <p:spPr bwMode="auto">
            <a:xfrm>
              <a:off x="7441886"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6 w 119"/>
                <a:gd name="T41" fmla="*/ 160 h 166"/>
                <a:gd name="T42" fmla="*/ 16 w 119"/>
                <a:gd name="T43" fmla="*/ 156 h 166"/>
                <a:gd name="T44" fmla="*/ 7 w 119"/>
                <a:gd name="T45" fmla="*/ 130 h 166"/>
                <a:gd name="T46" fmla="*/ 6 w 119"/>
                <a:gd name="T47" fmla="*/ 62 h 166"/>
                <a:gd name="T48" fmla="*/ 70 w 119"/>
                <a:gd name="T49" fmla="*/ 10 h 166"/>
                <a:gd name="T50" fmla="*/ 68 w 119"/>
                <a:gd name="T51" fmla="*/ 9 h 166"/>
                <a:gd name="T52" fmla="*/ 70 w 119"/>
                <a:gd name="T53" fmla="*/ 10 h 166"/>
                <a:gd name="T54" fmla="*/ 79 w 119"/>
                <a:gd name="T55" fmla="*/ 0 h 166"/>
                <a:gd name="T56" fmla="*/ 68 w 119"/>
                <a:gd name="T57" fmla="*/ 8 h 166"/>
                <a:gd name="T58" fmla="*/ 31 w 119"/>
                <a:gd name="T59" fmla="*/ 36 h 166"/>
                <a:gd name="T60" fmla="*/ 14 w 119"/>
                <a:gd name="T61" fmla="*/ 40 h 166"/>
                <a:gd name="T62" fmla="*/ 2 w 119"/>
                <a:gd name="T63" fmla="*/ 53 h 166"/>
                <a:gd name="T64" fmla="*/ 0 w 119"/>
                <a:gd name="T65" fmla="*/ 61 h 166"/>
                <a:gd name="T66" fmla="*/ 0 w 119"/>
                <a:gd name="T67" fmla="*/ 62 h 166"/>
                <a:gd name="T68" fmla="*/ 1 w 119"/>
                <a:gd name="T69" fmla="*/ 130 h 166"/>
                <a:gd name="T70" fmla="*/ 1 w 119"/>
                <a:gd name="T71" fmla="*/ 131 h 166"/>
                <a:gd name="T72" fmla="*/ 12 w 119"/>
                <a:gd name="T73" fmla="*/ 160 h 166"/>
                <a:gd name="T74" fmla="*/ 26 w 119"/>
                <a:gd name="T75" fmla="*/ 166 h 166"/>
                <a:gd name="T76" fmla="*/ 26 w 119"/>
                <a:gd name="T77" fmla="*/ 166 h 166"/>
                <a:gd name="T78" fmla="*/ 29 w 119"/>
                <a:gd name="T79" fmla="*/ 166 h 166"/>
                <a:gd name="T80" fmla="*/ 87 w 119"/>
                <a:gd name="T81" fmla="*/ 165 h 166"/>
                <a:gd name="T82" fmla="*/ 88 w 119"/>
                <a:gd name="T83" fmla="*/ 165 h 166"/>
                <a:gd name="T84" fmla="*/ 115 w 119"/>
                <a:gd name="T85" fmla="*/ 146 h 166"/>
                <a:gd name="T86" fmla="*/ 119 w 119"/>
                <a:gd name="T87" fmla="*/ 133 h 166"/>
                <a:gd name="T88" fmla="*/ 119 w 119"/>
                <a:gd name="T89" fmla="*/ 132 h 166"/>
                <a:gd name="T90" fmla="*/ 118 w 119"/>
                <a:gd name="T91" fmla="*/ 70 h 166"/>
                <a:gd name="T92" fmla="*/ 118 w 119"/>
                <a:gd name="T93" fmla="*/ 70 h 166"/>
                <a:gd name="T94" fmla="*/ 113 w 119"/>
                <a:gd name="T95" fmla="*/ 51 h 166"/>
                <a:gd name="T96" fmla="*/ 96 w 119"/>
                <a:gd name="T97" fmla="*/ 38 h 166"/>
                <a:gd name="T98" fmla="*/ 87 w 119"/>
                <a:gd name="T99" fmla="*/ 35 h 166"/>
                <a:gd name="T100" fmla="*/ 86 w 119"/>
                <a:gd name="T101" fmla="*/ 35 h 166"/>
                <a:gd name="T102" fmla="*/ 60 w 119"/>
                <a:gd name="T103" fmla="*/ 35 h 166"/>
                <a:gd name="T104" fmla="*/ 79 w 119"/>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 name="Freeform 1707">
              <a:extLst>
                <a:ext uri="{FF2B5EF4-FFF2-40B4-BE49-F238E27FC236}">
                  <a16:creationId xmlns:a16="http://schemas.microsoft.com/office/drawing/2014/main" id="{44A39395-2004-4B00-A411-2BCD43BC8EAB}"/>
                </a:ext>
              </a:extLst>
            </p:cNvPr>
            <p:cNvSpPr>
              <a:spLocks noEditPoints="1"/>
            </p:cNvSpPr>
            <p:nvPr userDrawn="1"/>
          </p:nvSpPr>
          <p:spPr bwMode="auto">
            <a:xfrm>
              <a:off x="6536768" y="4697179"/>
              <a:ext cx="178616" cy="250865"/>
            </a:xfrm>
            <a:custGeom>
              <a:avLst/>
              <a:gdLst>
                <a:gd name="T0" fmla="*/ 113 w 119"/>
                <a:gd name="T1" fmla="*/ 132 h 166"/>
                <a:gd name="T2" fmla="*/ 113 w 119"/>
                <a:gd name="T3" fmla="*/ 132 h 166"/>
                <a:gd name="T4" fmla="*/ 113 w 119"/>
                <a:gd name="T5" fmla="*/ 132 h 166"/>
                <a:gd name="T6" fmla="*/ 113 w 119"/>
                <a:gd name="T7" fmla="*/ 132 h 166"/>
                <a:gd name="T8" fmla="*/ 113 w 119"/>
                <a:gd name="T9" fmla="*/ 132 h 166"/>
                <a:gd name="T10" fmla="*/ 113 w 119"/>
                <a:gd name="T11" fmla="*/ 132 h 166"/>
                <a:gd name="T12" fmla="*/ 113 w 119"/>
                <a:gd name="T13" fmla="*/ 132 h 166"/>
                <a:gd name="T14" fmla="*/ 6 w 119"/>
                <a:gd name="T15" fmla="*/ 62 h 166"/>
                <a:gd name="T16" fmla="*/ 10 w 119"/>
                <a:gd name="T17" fmla="*/ 52 h 166"/>
                <a:gd name="T18" fmla="*/ 18 w 119"/>
                <a:gd name="T19" fmla="*/ 45 h 166"/>
                <a:gd name="T20" fmla="*/ 32 w 119"/>
                <a:gd name="T21" fmla="*/ 42 h 166"/>
                <a:gd name="T22" fmla="*/ 33 w 119"/>
                <a:gd name="T23" fmla="*/ 42 h 166"/>
                <a:gd name="T24" fmla="*/ 61 w 119"/>
                <a:gd name="T25" fmla="*/ 20 h 166"/>
                <a:gd name="T26" fmla="*/ 50 w 119"/>
                <a:gd name="T27" fmla="*/ 42 h 166"/>
                <a:gd name="T28" fmla="*/ 86 w 119"/>
                <a:gd name="T29" fmla="*/ 41 h 166"/>
                <a:gd name="T30" fmla="*/ 99 w 119"/>
                <a:gd name="T31" fmla="*/ 46 h 166"/>
                <a:gd name="T32" fmla="*/ 108 w 119"/>
                <a:gd name="T33" fmla="*/ 55 h 166"/>
                <a:gd name="T34" fmla="*/ 112 w 119"/>
                <a:gd name="T35" fmla="*/ 70 h 166"/>
                <a:gd name="T36" fmla="*/ 112 w 119"/>
                <a:gd name="T37" fmla="*/ 70 h 166"/>
                <a:gd name="T38" fmla="*/ 113 w 119"/>
                <a:gd name="T39" fmla="*/ 132 h 166"/>
                <a:gd name="T40" fmla="*/ 110 w 119"/>
                <a:gd name="T41" fmla="*/ 144 h 166"/>
                <a:gd name="T42" fmla="*/ 87 w 119"/>
                <a:gd name="T43" fmla="*/ 159 h 166"/>
                <a:gd name="T44" fmla="*/ 28 w 119"/>
                <a:gd name="T45" fmla="*/ 160 h 166"/>
                <a:gd name="T46" fmla="*/ 28 w 119"/>
                <a:gd name="T47" fmla="*/ 160 h 166"/>
                <a:gd name="T48" fmla="*/ 28 w 119"/>
                <a:gd name="T49" fmla="*/ 160 h 166"/>
                <a:gd name="T50" fmla="*/ 26 w 119"/>
                <a:gd name="T51" fmla="*/ 160 h 166"/>
                <a:gd name="T52" fmla="*/ 16 w 119"/>
                <a:gd name="T53" fmla="*/ 156 h 166"/>
                <a:gd name="T54" fmla="*/ 7 w 119"/>
                <a:gd name="T55" fmla="*/ 130 h 166"/>
                <a:gd name="T56" fmla="*/ 6 w 119"/>
                <a:gd name="T57" fmla="*/ 62 h 166"/>
                <a:gd name="T58" fmla="*/ 70 w 119"/>
                <a:gd name="T59" fmla="*/ 10 h 166"/>
                <a:gd name="T60" fmla="*/ 68 w 119"/>
                <a:gd name="T61" fmla="*/ 9 h 166"/>
                <a:gd name="T62" fmla="*/ 70 w 119"/>
                <a:gd name="T63" fmla="*/ 10 h 166"/>
                <a:gd name="T64" fmla="*/ 79 w 119"/>
                <a:gd name="T65" fmla="*/ 0 h 166"/>
                <a:gd name="T66" fmla="*/ 68 w 119"/>
                <a:gd name="T67" fmla="*/ 8 h 166"/>
                <a:gd name="T68" fmla="*/ 31 w 119"/>
                <a:gd name="T69" fmla="*/ 36 h 166"/>
                <a:gd name="T70" fmla="*/ 14 w 119"/>
                <a:gd name="T71" fmla="*/ 40 h 166"/>
                <a:gd name="T72" fmla="*/ 2 w 119"/>
                <a:gd name="T73" fmla="*/ 53 h 166"/>
                <a:gd name="T74" fmla="*/ 0 w 119"/>
                <a:gd name="T75" fmla="*/ 61 h 166"/>
                <a:gd name="T76" fmla="*/ 0 w 119"/>
                <a:gd name="T77" fmla="*/ 62 h 166"/>
                <a:gd name="T78" fmla="*/ 1 w 119"/>
                <a:gd name="T79" fmla="*/ 130 h 166"/>
                <a:gd name="T80" fmla="*/ 1 w 119"/>
                <a:gd name="T81" fmla="*/ 130 h 166"/>
                <a:gd name="T82" fmla="*/ 12 w 119"/>
                <a:gd name="T83" fmla="*/ 160 h 166"/>
                <a:gd name="T84" fmla="*/ 26 w 119"/>
                <a:gd name="T85" fmla="*/ 166 h 166"/>
                <a:gd name="T86" fmla="*/ 26 w 119"/>
                <a:gd name="T87" fmla="*/ 166 h 166"/>
                <a:gd name="T88" fmla="*/ 29 w 119"/>
                <a:gd name="T89" fmla="*/ 166 h 166"/>
                <a:gd name="T90" fmla="*/ 87 w 119"/>
                <a:gd name="T91" fmla="*/ 165 h 166"/>
                <a:gd name="T92" fmla="*/ 88 w 119"/>
                <a:gd name="T93" fmla="*/ 165 h 166"/>
                <a:gd name="T94" fmla="*/ 115 w 119"/>
                <a:gd name="T95" fmla="*/ 146 h 166"/>
                <a:gd name="T96" fmla="*/ 118 w 119"/>
                <a:gd name="T97" fmla="*/ 138 h 166"/>
                <a:gd name="T98" fmla="*/ 114 w 119"/>
                <a:gd name="T99" fmla="*/ 135 h 166"/>
                <a:gd name="T100" fmla="*/ 119 w 119"/>
                <a:gd name="T101" fmla="*/ 136 h 166"/>
                <a:gd name="T102" fmla="*/ 119 w 119"/>
                <a:gd name="T103" fmla="*/ 132 h 166"/>
                <a:gd name="T104" fmla="*/ 119 w 119"/>
                <a:gd name="T105" fmla="*/ 132 h 166"/>
                <a:gd name="T106" fmla="*/ 118 w 119"/>
                <a:gd name="T107" fmla="*/ 70 h 166"/>
                <a:gd name="T108" fmla="*/ 118 w 119"/>
                <a:gd name="T109" fmla="*/ 70 h 166"/>
                <a:gd name="T110" fmla="*/ 113 w 119"/>
                <a:gd name="T111" fmla="*/ 51 h 166"/>
                <a:gd name="T112" fmla="*/ 96 w 119"/>
                <a:gd name="T113" fmla="*/ 38 h 166"/>
                <a:gd name="T114" fmla="*/ 86 w 119"/>
                <a:gd name="T115" fmla="*/ 35 h 166"/>
                <a:gd name="T116" fmla="*/ 86 w 119"/>
                <a:gd name="T117" fmla="*/ 35 h 166"/>
                <a:gd name="T118" fmla="*/ 60 w 119"/>
                <a:gd name="T119" fmla="*/ 35 h 166"/>
                <a:gd name="T120" fmla="*/ 79 w 119"/>
                <a:gd name="T1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66">
                  <a:moveTo>
                    <a:pt x="113" y="132"/>
                  </a:moveTo>
                  <a:cubicBezTo>
                    <a:pt x="113" y="132"/>
                    <a:pt x="113" y="132"/>
                    <a:pt x="113" y="132"/>
                  </a:cubicBezTo>
                  <a:cubicBezTo>
                    <a:pt x="113" y="132"/>
                    <a:pt x="113" y="132"/>
                    <a:pt x="113" y="132"/>
                  </a:cubicBezTo>
                  <a:cubicBezTo>
                    <a:pt x="113" y="132"/>
                    <a:pt x="113" y="132"/>
                    <a:pt x="113" y="132"/>
                  </a:cubicBezTo>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99"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6"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 name="Freeform 1708">
              <a:extLst>
                <a:ext uri="{FF2B5EF4-FFF2-40B4-BE49-F238E27FC236}">
                  <a16:creationId xmlns:a16="http://schemas.microsoft.com/office/drawing/2014/main" id="{ABBE9C65-EB5E-409B-AC54-DF617F42B5F2}"/>
                </a:ext>
              </a:extLst>
            </p:cNvPr>
            <p:cNvSpPr>
              <a:spLocks/>
            </p:cNvSpPr>
            <p:nvPr userDrawn="1"/>
          </p:nvSpPr>
          <p:spPr bwMode="auto">
            <a:xfrm>
              <a:off x="6709363" y="4901884"/>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 name="Freeform 1709">
              <a:extLst>
                <a:ext uri="{FF2B5EF4-FFF2-40B4-BE49-F238E27FC236}">
                  <a16:creationId xmlns:a16="http://schemas.microsoft.com/office/drawing/2014/main" id="{71D4D8D4-5E48-4D01-9252-BAB85F61A1DC}"/>
                </a:ext>
              </a:extLst>
            </p:cNvPr>
            <p:cNvSpPr>
              <a:spLocks noEditPoints="1"/>
            </p:cNvSpPr>
            <p:nvPr userDrawn="1"/>
          </p:nvSpPr>
          <p:spPr bwMode="auto">
            <a:xfrm>
              <a:off x="7947628"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3 w 219"/>
                <a:gd name="T21" fmla="*/ 37 h 131"/>
                <a:gd name="T22" fmla="*/ 213 w 219"/>
                <a:gd name="T23" fmla="*/ 102 h 131"/>
                <a:gd name="T24" fmla="*/ 213 w 219"/>
                <a:gd name="T25" fmla="*/ 102 h 131"/>
                <a:gd name="T26" fmla="*/ 213 w 219"/>
                <a:gd name="T27" fmla="*/ 104 h 131"/>
                <a:gd name="T28" fmla="*/ 208 w 219"/>
                <a:gd name="T29" fmla="*/ 115 h 131"/>
                <a:gd name="T30" fmla="*/ 178 w 219"/>
                <a:gd name="T31" fmla="*/ 125 h 131"/>
                <a:gd name="T32" fmla="*/ 99 w 219"/>
                <a:gd name="T33" fmla="*/ 125 h 131"/>
                <a:gd name="T34" fmla="*/ 87 w 219"/>
                <a:gd name="T35" fmla="*/ 120 h 131"/>
                <a:gd name="T36" fmla="*/ 80 w 219"/>
                <a:gd name="T37" fmla="*/ 111 h 131"/>
                <a:gd name="T38" fmla="*/ 76 w 219"/>
                <a:gd name="T39" fmla="*/ 95 h 131"/>
                <a:gd name="T40" fmla="*/ 76 w 219"/>
                <a:gd name="T41" fmla="*/ 94 h 131"/>
                <a:gd name="T42" fmla="*/ 34 w 219"/>
                <a:gd name="T43" fmla="*/ 51 h 131"/>
                <a:gd name="T44" fmla="*/ 76 w 219"/>
                <a:gd name="T45" fmla="*/ 74 h 131"/>
                <a:gd name="T46" fmla="*/ 76 w 219"/>
                <a:gd name="T47" fmla="*/ 35 h 131"/>
                <a:gd name="T48" fmla="*/ 82 w 219"/>
                <a:gd name="T49" fmla="*/ 20 h 131"/>
                <a:gd name="T50" fmla="*/ 92 w 219"/>
                <a:gd name="T51" fmla="*/ 11 h 131"/>
                <a:gd name="T52" fmla="*/ 110 w 219"/>
                <a:gd name="T53" fmla="*/ 6 h 131"/>
                <a:gd name="T54" fmla="*/ 110 w 219"/>
                <a:gd name="T55" fmla="*/ 6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6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6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 name="Freeform 1710">
              <a:extLst>
                <a:ext uri="{FF2B5EF4-FFF2-40B4-BE49-F238E27FC236}">
                  <a16:creationId xmlns:a16="http://schemas.microsoft.com/office/drawing/2014/main" id="{1AE5FBB1-64EA-4F50-BD38-F11B329F5B31}"/>
                </a:ext>
              </a:extLst>
            </p:cNvPr>
            <p:cNvSpPr>
              <a:spLocks noEditPoints="1"/>
            </p:cNvSpPr>
            <p:nvPr userDrawn="1"/>
          </p:nvSpPr>
          <p:spPr bwMode="auto">
            <a:xfrm>
              <a:off x="8298838" y="4811573"/>
              <a:ext cx="210726" cy="204705"/>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6 h 137"/>
                <a:gd name="T28" fmla="*/ 37 w 140"/>
                <a:gd name="T29" fmla="*/ 106 h 137"/>
                <a:gd name="T30" fmla="*/ 37 w 140"/>
                <a:gd name="T31" fmla="*/ 106 h 137"/>
                <a:gd name="T32" fmla="*/ 22 w 140"/>
                <a:gd name="T33" fmla="*/ 104 h 137"/>
                <a:gd name="T34" fmla="*/ 14 w 140"/>
                <a:gd name="T35" fmla="*/ 100 h 137"/>
                <a:gd name="T36" fmla="*/ 9 w 140"/>
                <a:gd name="T37" fmla="*/ 95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1 h 137"/>
                <a:gd name="T68" fmla="*/ 37 w 140"/>
                <a:gd name="T69" fmla="*/ 112 h 137"/>
                <a:gd name="T70" fmla="*/ 41 w 140"/>
                <a:gd name="T71" fmla="*/ 112 h 137"/>
                <a:gd name="T72" fmla="*/ 95 w 140"/>
                <a:gd name="T73" fmla="*/ 137 h 137"/>
                <a:gd name="T74" fmla="*/ 75 w 140"/>
                <a:gd name="T75" fmla="*/ 110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6"/>
                    <a:pt x="41" y="106"/>
                    <a:pt x="41" y="106"/>
                  </a:cubicBezTo>
                  <a:cubicBezTo>
                    <a:pt x="41" y="106"/>
                    <a:pt x="39" y="106"/>
                    <a:pt x="37" y="106"/>
                  </a:cubicBezTo>
                  <a:cubicBezTo>
                    <a:pt x="37"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7"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 name="Freeform 1711">
              <a:extLst>
                <a:ext uri="{FF2B5EF4-FFF2-40B4-BE49-F238E27FC236}">
                  <a16:creationId xmlns:a16="http://schemas.microsoft.com/office/drawing/2014/main" id="{C9A90B68-9AC2-4B00-8833-0A2245F64E72}"/>
                </a:ext>
              </a:extLst>
            </p:cNvPr>
            <p:cNvSpPr>
              <a:spLocks noEditPoints="1"/>
            </p:cNvSpPr>
            <p:nvPr userDrawn="1"/>
          </p:nvSpPr>
          <p:spPr bwMode="auto">
            <a:xfrm>
              <a:off x="7251229" y="4632958"/>
              <a:ext cx="210726" cy="206713"/>
            </a:xfrm>
            <a:custGeom>
              <a:avLst/>
              <a:gdLst>
                <a:gd name="T0" fmla="*/ 93 w 140"/>
                <a:gd name="T1" fmla="*/ 134 h 137"/>
                <a:gd name="T2" fmla="*/ 89 w 140"/>
                <a:gd name="T3" fmla="*/ 135 h 137"/>
                <a:gd name="T4" fmla="*/ 94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99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3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99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2 w 140"/>
                <a:gd name="T77" fmla="*/ 96 h 137"/>
                <a:gd name="T78" fmla="*/ 3 w 140"/>
                <a:gd name="T79" fmla="*/ 97 h 137"/>
                <a:gd name="T80" fmla="*/ 10 w 140"/>
                <a:gd name="T81" fmla="*/ 105 h 137"/>
                <a:gd name="T82" fmla="*/ 24 w 140"/>
                <a:gd name="T83" fmla="*/ 110 h 137"/>
                <a:gd name="T84" fmla="*/ 37 w 140"/>
                <a:gd name="T85" fmla="*/ 112 h 137"/>
                <a:gd name="T86" fmla="*/ 41 w 140"/>
                <a:gd name="T87" fmla="*/ 111 h 137"/>
                <a:gd name="T88" fmla="*/ 79 w 140"/>
                <a:gd name="T89" fmla="*/ 130 h 137"/>
                <a:gd name="T90" fmla="*/ 88 w 140"/>
                <a:gd name="T91" fmla="*/ 129 h 137"/>
                <a:gd name="T92" fmla="*/ 75 w 140"/>
                <a:gd name="T93" fmla="*/ 109 h 137"/>
                <a:gd name="T94" fmla="*/ 107 w 140"/>
                <a:gd name="T95" fmla="*/ 109 h 137"/>
                <a:gd name="T96" fmla="*/ 107 w 140"/>
                <a:gd name="T97" fmla="*/ 109 h 137"/>
                <a:gd name="T98" fmla="*/ 135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99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2"/>
                    <a:pt x="37" y="112"/>
                  </a:cubicBezTo>
                  <a:cubicBezTo>
                    <a:pt x="39" y="112"/>
                    <a:pt x="40" y="111"/>
                    <a:pt x="41" y="111"/>
                  </a:cubicBezTo>
                  <a:cubicBezTo>
                    <a:pt x="79" y="130"/>
                    <a:pt x="79" y="130"/>
                    <a:pt x="79" y="130"/>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 name="Freeform 1712">
              <a:extLst>
                <a:ext uri="{FF2B5EF4-FFF2-40B4-BE49-F238E27FC236}">
                  <a16:creationId xmlns:a16="http://schemas.microsoft.com/office/drawing/2014/main" id="{C1553947-E101-49D9-9675-F9796A45AEC8}"/>
                </a:ext>
              </a:extLst>
            </p:cNvPr>
            <p:cNvSpPr>
              <a:spLocks/>
            </p:cNvSpPr>
            <p:nvPr userDrawn="1"/>
          </p:nvSpPr>
          <p:spPr bwMode="auto">
            <a:xfrm>
              <a:off x="7371644" y="4827629"/>
              <a:ext cx="20069" cy="8028"/>
            </a:xfrm>
            <a:custGeom>
              <a:avLst/>
              <a:gdLst>
                <a:gd name="T0" fmla="*/ 9 w 14"/>
                <a:gd name="T1" fmla="*/ 0 h 6"/>
                <a:gd name="T2" fmla="*/ 0 w 14"/>
                <a:gd name="T3" fmla="*/ 1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1"/>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 name="Freeform 1713">
              <a:extLst>
                <a:ext uri="{FF2B5EF4-FFF2-40B4-BE49-F238E27FC236}">
                  <a16:creationId xmlns:a16="http://schemas.microsoft.com/office/drawing/2014/main" id="{4CC5800E-CAF7-4239-9CFE-CFD1302F84F9}"/>
                </a:ext>
              </a:extLst>
            </p:cNvPr>
            <p:cNvSpPr>
              <a:spLocks noEditPoints="1"/>
            </p:cNvSpPr>
            <p:nvPr userDrawn="1"/>
          </p:nvSpPr>
          <p:spPr bwMode="auto">
            <a:xfrm>
              <a:off x="7092683" y="4412197"/>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9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6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10"/>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9"/>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6"/>
                    <a:pt x="123" y="76"/>
                    <a:pt x="123"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 name="Freeform 1714">
              <a:extLst>
                <a:ext uri="{FF2B5EF4-FFF2-40B4-BE49-F238E27FC236}">
                  <a16:creationId xmlns:a16="http://schemas.microsoft.com/office/drawing/2014/main" id="{8F4B3E6F-ECD6-4456-B350-6C1BFE561DEA}"/>
                </a:ext>
              </a:extLst>
            </p:cNvPr>
            <p:cNvSpPr>
              <a:spLocks noEditPoints="1"/>
            </p:cNvSpPr>
            <p:nvPr userDrawn="1"/>
          </p:nvSpPr>
          <p:spPr bwMode="auto">
            <a:xfrm>
              <a:off x="8517591" y="476942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1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1"/>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1"/>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1"/>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 name="Freeform 1715">
              <a:extLst>
                <a:ext uri="{FF2B5EF4-FFF2-40B4-BE49-F238E27FC236}">
                  <a16:creationId xmlns:a16="http://schemas.microsoft.com/office/drawing/2014/main" id="{D4CDCE35-B554-4B3C-988C-D1242DE8E55A}"/>
                </a:ext>
              </a:extLst>
            </p:cNvPr>
            <p:cNvSpPr>
              <a:spLocks noEditPoints="1"/>
            </p:cNvSpPr>
            <p:nvPr userDrawn="1"/>
          </p:nvSpPr>
          <p:spPr bwMode="auto">
            <a:xfrm>
              <a:off x="8808594" y="4233583"/>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70 w 76"/>
                <a:gd name="T19" fmla="*/ 78 h 115"/>
                <a:gd name="T20" fmla="*/ 67 w 76"/>
                <a:gd name="T21" fmla="*/ 81 h 115"/>
                <a:gd name="T22" fmla="*/ 55 w 76"/>
                <a:gd name="T23" fmla="*/ 84 h 115"/>
                <a:gd name="T24" fmla="*/ 55 w 76"/>
                <a:gd name="T25" fmla="*/ 84 h 115"/>
                <a:gd name="T26" fmla="*/ 54 w 76"/>
                <a:gd name="T27" fmla="*/ 84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7 w 76"/>
                <a:gd name="T63" fmla="*/ 8 h 115"/>
                <a:gd name="T64" fmla="*/ 1 w 76"/>
                <a:gd name="T65" fmla="*/ 22 h 115"/>
                <a:gd name="T66" fmla="*/ 0 w 76"/>
                <a:gd name="T67" fmla="*/ 39 h 115"/>
                <a:gd name="T68" fmla="*/ 1 w 76"/>
                <a:gd name="T69" fmla="*/ 61 h 115"/>
                <a:gd name="T70" fmla="*/ 8 w 76"/>
                <a:gd name="T71" fmla="*/ 81 h 115"/>
                <a:gd name="T72" fmla="*/ 15 w 76"/>
                <a:gd name="T73" fmla="*/ 88 h 115"/>
                <a:gd name="T74" fmla="*/ 15 w 76"/>
                <a:gd name="T75" fmla="*/ 88 h 115"/>
                <a:gd name="T76" fmla="*/ 37 w 76"/>
                <a:gd name="T77" fmla="*/ 89 h 115"/>
                <a:gd name="T78" fmla="*/ 26 w 76"/>
                <a:gd name="T79" fmla="*/ 115 h 115"/>
                <a:gd name="T80" fmla="*/ 56 w 76"/>
                <a:gd name="T81" fmla="*/ 90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1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6"/>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4"/>
                    <a:pt x="10" y="5"/>
                    <a:pt x="7" y="8"/>
                  </a:cubicBezTo>
                  <a:cubicBezTo>
                    <a:pt x="4" y="11"/>
                    <a:pt x="2" y="16"/>
                    <a:pt x="1" y="22"/>
                  </a:cubicBezTo>
                  <a:cubicBezTo>
                    <a:pt x="0" y="27"/>
                    <a:pt x="0" y="34"/>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 name="Freeform 1716">
              <a:extLst>
                <a:ext uri="{FF2B5EF4-FFF2-40B4-BE49-F238E27FC236}">
                  <a16:creationId xmlns:a16="http://schemas.microsoft.com/office/drawing/2014/main" id="{8F220597-D692-4C44-9CBF-774FB1DC213E}"/>
                </a:ext>
              </a:extLst>
            </p:cNvPr>
            <p:cNvSpPr>
              <a:spLocks noEditPoints="1"/>
            </p:cNvSpPr>
            <p:nvPr userDrawn="1"/>
          </p:nvSpPr>
          <p:spPr bwMode="auto">
            <a:xfrm>
              <a:off x="7116766" y="4677110"/>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 name="Freeform 1717">
              <a:extLst>
                <a:ext uri="{FF2B5EF4-FFF2-40B4-BE49-F238E27FC236}">
                  <a16:creationId xmlns:a16="http://schemas.microsoft.com/office/drawing/2014/main" id="{12DCA683-7747-49B1-AA09-E6DCC3807BB7}"/>
                </a:ext>
              </a:extLst>
            </p:cNvPr>
            <p:cNvSpPr>
              <a:spLocks noEditPoints="1"/>
            </p:cNvSpPr>
            <p:nvPr userDrawn="1"/>
          </p:nvSpPr>
          <p:spPr bwMode="auto">
            <a:xfrm>
              <a:off x="6426388" y="4197458"/>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0 h 115"/>
                <a:gd name="T64" fmla="*/ 60 w 76"/>
                <a:gd name="T65" fmla="*/ 0 h 115"/>
                <a:gd name="T66" fmla="*/ 60 w 76"/>
                <a:gd name="T67" fmla="*/ 0 h 115"/>
                <a:gd name="T68" fmla="*/ 16 w 76"/>
                <a:gd name="T69" fmla="*/ 3 h 115"/>
                <a:gd name="T70" fmla="*/ 17 w 76"/>
                <a:gd name="T71" fmla="*/ 6 h 115"/>
                <a:gd name="T72" fmla="*/ 16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7" y="9"/>
                  </a:moveTo>
                  <a:cubicBezTo>
                    <a:pt x="60" y="6"/>
                    <a:pt x="60" y="6"/>
                    <a:pt x="60" y="6"/>
                  </a:cubicBezTo>
                  <a:cubicBezTo>
                    <a:pt x="60" y="6"/>
                    <a:pt x="61" y="6"/>
                    <a:pt x="61" y="6"/>
                  </a:cubicBezTo>
                  <a:cubicBezTo>
                    <a:pt x="63" y="6"/>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 name="Freeform 1718">
              <a:extLst>
                <a:ext uri="{FF2B5EF4-FFF2-40B4-BE49-F238E27FC236}">
                  <a16:creationId xmlns:a16="http://schemas.microsoft.com/office/drawing/2014/main" id="{552511B5-8A0B-43D5-850C-2ADFD024112E}"/>
                </a:ext>
              </a:extLst>
            </p:cNvPr>
            <p:cNvSpPr>
              <a:spLocks noEditPoints="1"/>
            </p:cNvSpPr>
            <p:nvPr userDrawn="1"/>
          </p:nvSpPr>
          <p:spPr bwMode="auto">
            <a:xfrm>
              <a:off x="7574342" y="5010257"/>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5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 name="Freeform 1719">
              <a:extLst>
                <a:ext uri="{FF2B5EF4-FFF2-40B4-BE49-F238E27FC236}">
                  <a16:creationId xmlns:a16="http://schemas.microsoft.com/office/drawing/2014/main" id="{716AD5FA-34E0-404C-B9F9-AE8E5D2B340B}"/>
                </a:ext>
              </a:extLst>
            </p:cNvPr>
            <p:cNvSpPr>
              <a:spLocks noEditPoints="1"/>
            </p:cNvSpPr>
            <p:nvPr userDrawn="1"/>
          </p:nvSpPr>
          <p:spPr bwMode="auto">
            <a:xfrm>
              <a:off x="7148876" y="5034340"/>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9 w 76"/>
                <a:gd name="T83" fmla="*/ 82 h 116"/>
                <a:gd name="T84" fmla="*/ 15 w 76"/>
                <a:gd name="T85" fmla="*/ 88 h 116"/>
                <a:gd name="T86" fmla="*/ 16 w 76"/>
                <a:gd name="T87" fmla="*/ 89 h 116"/>
                <a:gd name="T88" fmla="*/ 37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 name="Freeform 1720">
              <a:extLst>
                <a:ext uri="{FF2B5EF4-FFF2-40B4-BE49-F238E27FC236}">
                  <a16:creationId xmlns:a16="http://schemas.microsoft.com/office/drawing/2014/main" id="{7AAB559F-7B69-4FE7-9D36-4C024B931DC3}"/>
                </a:ext>
              </a:extLst>
            </p:cNvPr>
            <p:cNvSpPr>
              <a:spLocks noEditPoints="1"/>
            </p:cNvSpPr>
            <p:nvPr userDrawn="1"/>
          </p:nvSpPr>
          <p:spPr bwMode="auto">
            <a:xfrm>
              <a:off x="6655176"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 name="Freeform 1721">
              <a:extLst>
                <a:ext uri="{FF2B5EF4-FFF2-40B4-BE49-F238E27FC236}">
                  <a16:creationId xmlns:a16="http://schemas.microsoft.com/office/drawing/2014/main" id="{AA108D4B-5C98-4EBB-92F7-7859B4252AA9}"/>
                </a:ext>
              </a:extLst>
            </p:cNvPr>
            <p:cNvSpPr>
              <a:spLocks noEditPoints="1"/>
            </p:cNvSpPr>
            <p:nvPr userDrawn="1"/>
          </p:nvSpPr>
          <p:spPr bwMode="auto">
            <a:xfrm>
              <a:off x="7094690" y="5487903"/>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7"/>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 name="Freeform 1722">
              <a:extLst>
                <a:ext uri="{FF2B5EF4-FFF2-40B4-BE49-F238E27FC236}">
                  <a16:creationId xmlns:a16="http://schemas.microsoft.com/office/drawing/2014/main" id="{440C7F72-F60C-4ED9-BAAB-233D92B62EB2}"/>
                </a:ext>
              </a:extLst>
            </p:cNvPr>
            <p:cNvSpPr>
              <a:spLocks noEditPoints="1"/>
            </p:cNvSpPr>
            <p:nvPr userDrawn="1"/>
          </p:nvSpPr>
          <p:spPr bwMode="auto">
            <a:xfrm>
              <a:off x="6281890" y="5429703"/>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6"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6" y="16"/>
                  </a:cubicBezTo>
                  <a:cubicBezTo>
                    <a:pt x="10" y="24"/>
                    <a:pt x="6" y="35"/>
                    <a:pt x="3" y="47"/>
                  </a:cubicBezTo>
                  <a:cubicBezTo>
                    <a:pt x="1" y="60"/>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 name="Freeform 1723">
              <a:extLst>
                <a:ext uri="{FF2B5EF4-FFF2-40B4-BE49-F238E27FC236}">
                  <a16:creationId xmlns:a16="http://schemas.microsoft.com/office/drawing/2014/main" id="{92051EEB-0AE3-440F-9434-9AC70B6A7498}"/>
                </a:ext>
              </a:extLst>
            </p:cNvPr>
            <p:cNvSpPr>
              <a:spLocks noEditPoints="1"/>
            </p:cNvSpPr>
            <p:nvPr userDrawn="1"/>
          </p:nvSpPr>
          <p:spPr bwMode="auto">
            <a:xfrm>
              <a:off x="7146870" y="5622366"/>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4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 name="Freeform 1724">
              <a:extLst>
                <a:ext uri="{FF2B5EF4-FFF2-40B4-BE49-F238E27FC236}">
                  <a16:creationId xmlns:a16="http://schemas.microsoft.com/office/drawing/2014/main" id="{7106E2BA-C68F-40C9-AB8B-973BE9106CF9}"/>
                </a:ext>
              </a:extLst>
            </p:cNvPr>
            <p:cNvSpPr>
              <a:spLocks noEditPoints="1"/>
            </p:cNvSpPr>
            <p:nvPr userDrawn="1"/>
          </p:nvSpPr>
          <p:spPr bwMode="auto">
            <a:xfrm>
              <a:off x="8156347" y="5000223"/>
              <a:ext cx="299031" cy="118408"/>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4"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8"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 name="Freeform 1725">
              <a:extLst>
                <a:ext uri="{FF2B5EF4-FFF2-40B4-BE49-F238E27FC236}">
                  <a16:creationId xmlns:a16="http://schemas.microsoft.com/office/drawing/2014/main" id="{2B3C5FE2-625F-456F-A892-F46C5A614702}"/>
                </a:ext>
              </a:extLst>
            </p:cNvPr>
            <p:cNvSpPr>
              <a:spLocks noEditPoints="1"/>
            </p:cNvSpPr>
            <p:nvPr userDrawn="1"/>
          </p:nvSpPr>
          <p:spPr bwMode="auto">
            <a:xfrm>
              <a:off x="6586941" y="4046939"/>
              <a:ext cx="387335" cy="156539"/>
            </a:xfrm>
            <a:custGeom>
              <a:avLst/>
              <a:gdLst>
                <a:gd name="T0" fmla="*/ 187 w 258"/>
                <a:gd name="T1" fmla="*/ 54 h 104"/>
                <a:gd name="T2" fmla="*/ 187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76 w 258"/>
                <a:gd name="T17" fmla="*/ 69 h 104"/>
                <a:gd name="T18" fmla="*/ 184 w 258"/>
                <a:gd name="T19" fmla="*/ 82 h 104"/>
                <a:gd name="T20" fmla="*/ 187 w 258"/>
                <a:gd name="T21" fmla="*/ 83 h 104"/>
                <a:gd name="T22" fmla="*/ 115 w 258"/>
                <a:gd name="T23" fmla="*/ 98 h 104"/>
                <a:gd name="T24" fmla="*/ 100 w 258"/>
                <a:gd name="T25" fmla="*/ 98 h 104"/>
                <a:gd name="T26" fmla="*/ 99 w 258"/>
                <a:gd name="T27" fmla="*/ 98 h 104"/>
                <a:gd name="T28" fmla="*/ 99 w 258"/>
                <a:gd name="T29" fmla="*/ 98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8 h 104"/>
                <a:gd name="T44" fmla="*/ 23 w 258"/>
                <a:gd name="T45" fmla="*/ 8 h 104"/>
                <a:gd name="T46" fmla="*/ 0 w 258"/>
                <a:gd name="T47" fmla="*/ 47 h 104"/>
                <a:gd name="T48" fmla="*/ 5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2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2"/>
                  </a:cubicBezTo>
                  <a:cubicBezTo>
                    <a:pt x="186" y="82"/>
                    <a:pt x="187" y="83"/>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4"/>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 name="Freeform 1726">
              <a:extLst>
                <a:ext uri="{FF2B5EF4-FFF2-40B4-BE49-F238E27FC236}">
                  <a16:creationId xmlns:a16="http://schemas.microsoft.com/office/drawing/2014/main" id="{B47D3FA3-35D9-48AD-9C60-1B06A99C895E}"/>
                </a:ext>
              </a:extLst>
            </p:cNvPr>
            <p:cNvSpPr>
              <a:spLocks noEditPoints="1"/>
            </p:cNvSpPr>
            <p:nvPr userDrawn="1"/>
          </p:nvSpPr>
          <p:spPr bwMode="auto">
            <a:xfrm>
              <a:off x="6251787" y="5227004"/>
              <a:ext cx="417438" cy="170588"/>
            </a:xfrm>
            <a:custGeom>
              <a:avLst/>
              <a:gdLst>
                <a:gd name="T0" fmla="*/ 11 w 277"/>
                <a:gd name="T1" fmla="*/ 80 h 112"/>
                <a:gd name="T2" fmla="*/ 11 w 277"/>
                <a:gd name="T3" fmla="*/ 80 h 112"/>
                <a:gd name="T4" fmla="*/ 11 w 277"/>
                <a:gd name="T5" fmla="*/ 80 h 112"/>
                <a:gd name="T6" fmla="*/ 101 w 277"/>
                <a:gd name="T7" fmla="*/ 6 h 112"/>
                <a:gd name="T8" fmla="*/ 191 w 277"/>
                <a:gd name="T9" fmla="*/ 23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4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3"/>
                  </a:cubicBezTo>
                  <a:cubicBezTo>
                    <a:pt x="193" y="23"/>
                    <a:pt x="195" y="24"/>
                    <a:pt x="196" y="25"/>
                  </a:cubicBezTo>
                  <a:cubicBezTo>
                    <a:pt x="196" y="25"/>
                    <a:pt x="196" y="25"/>
                    <a:pt x="197" y="25"/>
                  </a:cubicBezTo>
                  <a:cubicBezTo>
                    <a:pt x="200" y="29"/>
                    <a:pt x="201" y="34"/>
                    <a:pt x="201" y="39"/>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9"/>
                    <a:pt x="28" y="92"/>
                  </a:cubicBezTo>
                  <a:cubicBezTo>
                    <a:pt x="22" y="89"/>
                    <a:pt x="17" y="86"/>
                    <a:pt x="15" y="84"/>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9"/>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 name="Freeform 1727">
              <a:extLst>
                <a:ext uri="{FF2B5EF4-FFF2-40B4-BE49-F238E27FC236}">
                  <a16:creationId xmlns:a16="http://schemas.microsoft.com/office/drawing/2014/main" id="{8351C604-9976-4816-9D7F-5AEEE8F4284F}"/>
                </a:ext>
              </a:extLst>
            </p:cNvPr>
            <p:cNvSpPr>
              <a:spLocks/>
            </p:cNvSpPr>
            <p:nvPr userDrawn="1"/>
          </p:nvSpPr>
          <p:spPr bwMode="auto">
            <a:xfrm>
              <a:off x="6285904" y="5241053"/>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 name="Freeform 1728">
              <a:extLst>
                <a:ext uri="{FF2B5EF4-FFF2-40B4-BE49-F238E27FC236}">
                  <a16:creationId xmlns:a16="http://schemas.microsoft.com/office/drawing/2014/main" id="{018FBA2D-D8FD-4C39-BC34-5D04A47CD0B6}"/>
                </a:ext>
              </a:extLst>
            </p:cNvPr>
            <p:cNvSpPr>
              <a:spLocks/>
            </p:cNvSpPr>
            <p:nvPr userDrawn="1"/>
          </p:nvSpPr>
          <p:spPr bwMode="auto">
            <a:xfrm>
              <a:off x="6548810" y="530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 name="Freeform 1729">
              <a:extLst>
                <a:ext uri="{FF2B5EF4-FFF2-40B4-BE49-F238E27FC236}">
                  <a16:creationId xmlns:a16="http://schemas.microsoft.com/office/drawing/2014/main" id="{0C023FCD-8380-4924-87A0-7EFDE4797790}"/>
                </a:ext>
              </a:extLst>
            </p:cNvPr>
            <p:cNvSpPr>
              <a:spLocks noEditPoints="1"/>
            </p:cNvSpPr>
            <p:nvPr userDrawn="1"/>
          </p:nvSpPr>
          <p:spPr bwMode="auto">
            <a:xfrm>
              <a:off x="7052544" y="5245067"/>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1"/>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5"/>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 name="Freeform 1730">
              <a:extLst>
                <a:ext uri="{FF2B5EF4-FFF2-40B4-BE49-F238E27FC236}">
                  <a16:creationId xmlns:a16="http://schemas.microsoft.com/office/drawing/2014/main" id="{A92E1BD5-694A-4B12-983B-7E01AADEA013}"/>
                </a:ext>
              </a:extLst>
            </p:cNvPr>
            <p:cNvSpPr>
              <a:spLocks/>
            </p:cNvSpPr>
            <p:nvPr userDrawn="1"/>
          </p:nvSpPr>
          <p:spPr bwMode="auto">
            <a:xfrm>
              <a:off x="7076627" y="5287211"/>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 name="Freeform 1731">
              <a:extLst>
                <a:ext uri="{FF2B5EF4-FFF2-40B4-BE49-F238E27FC236}">
                  <a16:creationId xmlns:a16="http://schemas.microsoft.com/office/drawing/2014/main" id="{B5C3AE79-9664-4A0E-B9DC-A7579D580F32}"/>
                </a:ext>
              </a:extLst>
            </p:cNvPr>
            <p:cNvSpPr>
              <a:spLocks noEditPoints="1"/>
            </p:cNvSpPr>
            <p:nvPr userDrawn="1"/>
          </p:nvSpPr>
          <p:spPr bwMode="auto">
            <a:xfrm>
              <a:off x="6197599" y="3784034"/>
              <a:ext cx="258892" cy="170588"/>
            </a:xfrm>
            <a:custGeom>
              <a:avLst/>
              <a:gdLst>
                <a:gd name="T0" fmla="*/ 19 w 171"/>
                <a:gd name="T1" fmla="*/ 27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9 h 112"/>
                <a:gd name="T28" fmla="*/ 160 w 171"/>
                <a:gd name="T29" fmla="*/ 89 h 112"/>
                <a:gd name="T30" fmla="*/ 163 w 171"/>
                <a:gd name="T31" fmla="*/ 89 h 112"/>
                <a:gd name="T32" fmla="*/ 159 w 171"/>
                <a:gd name="T33" fmla="*/ 90 h 112"/>
                <a:gd name="T34" fmla="*/ 140 w 171"/>
                <a:gd name="T35" fmla="*/ 97 h 112"/>
                <a:gd name="T36" fmla="*/ 140 w 171"/>
                <a:gd name="T37" fmla="*/ 97 h 112"/>
                <a:gd name="T38" fmla="*/ 140 w 171"/>
                <a:gd name="T39" fmla="*/ 97 h 112"/>
                <a:gd name="T40" fmla="*/ 140 w 171"/>
                <a:gd name="T41" fmla="*/ 97 h 112"/>
                <a:gd name="T42" fmla="*/ 77 w 171"/>
                <a:gd name="T43" fmla="*/ 106 h 112"/>
                <a:gd name="T44" fmla="*/ 77 w 171"/>
                <a:gd name="T45" fmla="*/ 106 h 112"/>
                <a:gd name="T46" fmla="*/ 77 w 171"/>
                <a:gd name="T47" fmla="*/ 106 h 112"/>
                <a:gd name="T48" fmla="*/ 26 w 171"/>
                <a:gd name="T49" fmla="*/ 97 h 112"/>
                <a:gd name="T50" fmla="*/ 26 w 171"/>
                <a:gd name="T51" fmla="*/ 97 h 112"/>
                <a:gd name="T52" fmla="*/ 26 w 171"/>
                <a:gd name="T53" fmla="*/ 97 h 112"/>
                <a:gd name="T54" fmla="*/ 26 w 171"/>
                <a:gd name="T55" fmla="*/ 97 h 112"/>
                <a:gd name="T56" fmla="*/ 16 w 171"/>
                <a:gd name="T57" fmla="*/ 90 h 112"/>
                <a:gd name="T58" fmla="*/ 6 w 171"/>
                <a:gd name="T59" fmla="*/ 66 h 112"/>
                <a:gd name="T60" fmla="*/ 19 w 171"/>
                <a:gd name="T61" fmla="*/ 27 h 112"/>
                <a:gd name="T62" fmla="*/ 58 w 171"/>
                <a:gd name="T63" fmla="*/ 0 h 112"/>
                <a:gd name="T64" fmla="*/ 58 w 171"/>
                <a:gd name="T65" fmla="*/ 0 h 112"/>
                <a:gd name="T66" fmla="*/ 25 w 171"/>
                <a:gd name="T67" fmla="*/ 11 h 112"/>
                <a:gd name="T68" fmla="*/ 14 w 171"/>
                <a:gd name="T69" fmla="*/ 23 h 112"/>
                <a:gd name="T70" fmla="*/ 14 w 171"/>
                <a:gd name="T71" fmla="*/ 23 h 112"/>
                <a:gd name="T72" fmla="*/ 13 w 171"/>
                <a:gd name="T73" fmla="*/ 23 h 112"/>
                <a:gd name="T74" fmla="*/ 0 w 171"/>
                <a:gd name="T75" fmla="*/ 66 h 112"/>
                <a:gd name="T76" fmla="*/ 12 w 171"/>
                <a:gd name="T77" fmla="*/ 95 h 112"/>
                <a:gd name="T78" fmla="*/ 24 w 171"/>
                <a:gd name="T79" fmla="*/ 103 h 112"/>
                <a:gd name="T80" fmla="*/ 77 w 171"/>
                <a:gd name="T81" fmla="*/ 112 h 112"/>
                <a:gd name="T82" fmla="*/ 142 w 171"/>
                <a:gd name="T83" fmla="*/ 103 h 112"/>
                <a:gd name="T84" fmla="*/ 142 w 171"/>
                <a:gd name="T85" fmla="*/ 103 h 112"/>
                <a:gd name="T86" fmla="*/ 165 w 171"/>
                <a:gd name="T87" fmla="*/ 94 h 112"/>
                <a:gd name="T88" fmla="*/ 169 w 171"/>
                <a:gd name="T89" fmla="*/ 91 h 112"/>
                <a:gd name="T90" fmla="*/ 171 w 171"/>
                <a:gd name="T91" fmla="*/ 87 h 112"/>
                <a:gd name="T92" fmla="*/ 170 w 171"/>
                <a:gd name="T93" fmla="*/ 85 h 112"/>
                <a:gd name="T94" fmla="*/ 169 w 171"/>
                <a:gd name="T95" fmla="*/ 83 h 112"/>
                <a:gd name="T96" fmla="*/ 167 w 171"/>
                <a:gd name="T97" fmla="*/ 83 h 112"/>
                <a:gd name="T98" fmla="*/ 160 w 171"/>
                <a:gd name="T99" fmla="*/ 83 h 112"/>
                <a:gd name="T100" fmla="*/ 138 w 171"/>
                <a:gd name="T101" fmla="*/ 83 h 112"/>
                <a:gd name="T102" fmla="*/ 125 w 171"/>
                <a:gd name="T103" fmla="*/ 77 h 112"/>
                <a:gd name="T104" fmla="*/ 113 w 171"/>
                <a:gd name="T105" fmla="*/ 58 h 112"/>
                <a:gd name="T106" fmla="*/ 111 w 171"/>
                <a:gd name="T107" fmla="*/ 50 h 112"/>
                <a:gd name="T108" fmla="*/ 111 w 171"/>
                <a:gd name="T109" fmla="*/ 48 h 112"/>
                <a:gd name="T110" fmla="*/ 110 w 171"/>
                <a:gd name="T111" fmla="*/ 47 h 112"/>
                <a:gd name="T112" fmla="*/ 110 w 171"/>
                <a:gd name="T113" fmla="*/ 47 h 112"/>
                <a:gd name="T114" fmla="*/ 95 w 171"/>
                <a:gd name="T115" fmla="*/ 11 h 112"/>
                <a:gd name="T116" fmla="*/ 95 w 171"/>
                <a:gd name="T117" fmla="*/ 11 h 112"/>
                <a:gd name="T118" fmla="*/ 95 w 171"/>
                <a:gd name="T119" fmla="*/ 11 h 112"/>
                <a:gd name="T120" fmla="*/ 58 w 171"/>
                <a:gd name="T1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 h="112">
                  <a:moveTo>
                    <a:pt x="19" y="27"/>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9"/>
                    <a:pt x="160" y="89"/>
                  </a:cubicBezTo>
                  <a:cubicBezTo>
                    <a:pt x="160" y="89"/>
                    <a:pt x="160" y="89"/>
                    <a:pt x="160" y="89"/>
                  </a:cubicBezTo>
                  <a:cubicBezTo>
                    <a:pt x="161" y="89"/>
                    <a:pt x="162" y="89"/>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7"/>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1" y="112"/>
                    <a:pt x="141"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6"/>
                    <a:pt x="170" y="85"/>
                  </a:cubicBezTo>
                  <a:cubicBezTo>
                    <a:pt x="170" y="84"/>
                    <a:pt x="169" y="84"/>
                    <a:pt x="169" y="83"/>
                  </a:cubicBezTo>
                  <a:cubicBezTo>
                    <a:pt x="168" y="83"/>
                    <a:pt x="168" y="83"/>
                    <a:pt x="167" y="83"/>
                  </a:cubicBezTo>
                  <a:cubicBezTo>
                    <a:pt x="165" y="83"/>
                    <a:pt x="163" y="83"/>
                    <a:pt x="160" y="83"/>
                  </a:cubicBezTo>
                  <a:cubicBezTo>
                    <a:pt x="151" y="83"/>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 name="Freeform 1732">
              <a:extLst>
                <a:ext uri="{FF2B5EF4-FFF2-40B4-BE49-F238E27FC236}">
                  <a16:creationId xmlns:a16="http://schemas.microsoft.com/office/drawing/2014/main" id="{FA398FE7-AE9B-43DD-9BCE-4222F92BEBF0}"/>
                </a:ext>
              </a:extLst>
            </p:cNvPr>
            <p:cNvSpPr>
              <a:spLocks noEditPoints="1"/>
            </p:cNvSpPr>
            <p:nvPr userDrawn="1"/>
          </p:nvSpPr>
          <p:spPr bwMode="auto">
            <a:xfrm>
              <a:off x="7423824" y="5728732"/>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19 w 354"/>
                <a:gd name="T65" fmla="*/ 0 h 231"/>
                <a:gd name="T66" fmla="*/ 119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342 w 354"/>
                <a:gd name="T87" fmla="*/ 194 h 231"/>
                <a:gd name="T88" fmla="*/ 351 w 354"/>
                <a:gd name="T89" fmla="*/ 187 h 231"/>
                <a:gd name="T90" fmla="*/ 354 w 354"/>
                <a:gd name="T91" fmla="*/ 181 h 231"/>
                <a:gd name="T92" fmla="*/ 353 w 354"/>
                <a:gd name="T93" fmla="*/ 178 h 231"/>
                <a:gd name="T94" fmla="*/ 351 w 354"/>
                <a:gd name="T95" fmla="*/ 177 h 231"/>
                <a:gd name="T96" fmla="*/ 348 w 354"/>
                <a:gd name="T97" fmla="*/ 176 h 231"/>
                <a:gd name="T98" fmla="*/ 333 w 354"/>
                <a:gd name="T99" fmla="*/ 175 h 231"/>
                <a:gd name="T100" fmla="*/ 288 w 354"/>
                <a:gd name="T101" fmla="*/ 177 h 231"/>
                <a:gd name="T102" fmla="*/ 257 w 354"/>
                <a:gd name="T103" fmla="*/ 163 h 231"/>
                <a:gd name="T104" fmla="*/ 232 w 354"/>
                <a:gd name="T105" fmla="*/ 122 h 231"/>
                <a:gd name="T106" fmla="*/ 227 w 354"/>
                <a:gd name="T107" fmla="*/ 105 h 231"/>
                <a:gd name="T108" fmla="*/ 226 w 354"/>
                <a:gd name="T109" fmla="*/ 100 h 231"/>
                <a:gd name="T110" fmla="*/ 226 w 354"/>
                <a:gd name="T111" fmla="*/ 98 h 231"/>
                <a:gd name="T112" fmla="*/ 226 w 354"/>
                <a:gd name="T113" fmla="*/ 98 h 231"/>
                <a:gd name="T114" fmla="*/ 195 w 354"/>
                <a:gd name="T115" fmla="*/ 23 h 231"/>
                <a:gd name="T116" fmla="*/ 195 w 354"/>
                <a:gd name="T117" fmla="*/ 23 h 231"/>
                <a:gd name="T118" fmla="*/ 194 w 354"/>
                <a:gd name="T119" fmla="*/ 23 h 231"/>
                <a:gd name="T120" fmla="*/ 119 w 354"/>
                <a:gd name="T1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4"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 name="Freeform 1733">
              <a:extLst>
                <a:ext uri="{FF2B5EF4-FFF2-40B4-BE49-F238E27FC236}">
                  <a16:creationId xmlns:a16="http://schemas.microsoft.com/office/drawing/2014/main" id="{F32CE36C-EECF-4BC2-82DD-D64D23D3318B}"/>
                </a:ext>
              </a:extLst>
            </p:cNvPr>
            <p:cNvSpPr>
              <a:spLocks noEditPoints="1"/>
            </p:cNvSpPr>
            <p:nvPr userDrawn="1"/>
          </p:nvSpPr>
          <p:spPr bwMode="auto">
            <a:xfrm>
              <a:off x="7769013" y="5130672"/>
              <a:ext cx="254879"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6"/>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1"/>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 name="Freeform 1734">
              <a:extLst>
                <a:ext uri="{FF2B5EF4-FFF2-40B4-BE49-F238E27FC236}">
                  <a16:creationId xmlns:a16="http://schemas.microsoft.com/office/drawing/2014/main" id="{DBB46B56-0792-4B47-916A-CA7DBA3765A9}"/>
                </a:ext>
              </a:extLst>
            </p:cNvPr>
            <p:cNvSpPr>
              <a:spLocks noEditPoints="1"/>
            </p:cNvSpPr>
            <p:nvPr userDrawn="1"/>
          </p:nvSpPr>
          <p:spPr bwMode="auto">
            <a:xfrm>
              <a:off x="8738351" y="5501952"/>
              <a:ext cx="256885" cy="200691"/>
            </a:xfrm>
            <a:custGeom>
              <a:avLst/>
              <a:gdLst>
                <a:gd name="T0" fmla="*/ 27 w 170"/>
                <a:gd name="T1" fmla="*/ 7 h 133"/>
                <a:gd name="T2" fmla="*/ 35 w 170"/>
                <a:gd name="T3" fmla="*/ 7 h 133"/>
                <a:gd name="T4" fmla="*/ 108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5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8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8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8"/>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 name="Freeform 1735">
              <a:extLst>
                <a:ext uri="{FF2B5EF4-FFF2-40B4-BE49-F238E27FC236}">
                  <a16:creationId xmlns:a16="http://schemas.microsoft.com/office/drawing/2014/main" id="{64D2B78D-B93C-498B-BE63-0D0181E89E41}"/>
                </a:ext>
              </a:extLst>
            </p:cNvPr>
            <p:cNvSpPr>
              <a:spLocks/>
            </p:cNvSpPr>
            <p:nvPr userDrawn="1"/>
          </p:nvSpPr>
          <p:spPr bwMode="auto">
            <a:xfrm>
              <a:off x="8804580" y="5700635"/>
              <a:ext cx="0"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 name="Freeform 1736">
              <a:extLst>
                <a:ext uri="{FF2B5EF4-FFF2-40B4-BE49-F238E27FC236}">
                  <a16:creationId xmlns:a16="http://schemas.microsoft.com/office/drawing/2014/main" id="{F5924EF8-D47C-4A4D-880C-3027D6CB7B28}"/>
                </a:ext>
              </a:extLst>
            </p:cNvPr>
            <p:cNvSpPr>
              <a:spLocks noEditPoints="1"/>
            </p:cNvSpPr>
            <p:nvPr userDrawn="1"/>
          </p:nvSpPr>
          <p:spPr bwMode="auto">
            <a:xfrm>
              <a:off x="7492059" y="4273721"/>
              <a:ext cx="280968" cy="242837"/>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6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4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1"/>
                  </a:cubicBezTo>
                  <a:cubicBezTo>
                    <a:pt x="153" y="116"/>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9"/>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6" y="158"/>
                    <a:pt x="186" y="157"/>
                    <a:pt x="186" y="157"/>
                  </a:cubicBezTo>
                  <a:cubicBezTo>
                    <a:pt x="165" y="124"/>
                    <a:pt x="165" y="124"/>
                    <a:pt x="165" y="124"/>
                  </a:cubicBezTo>
                  <a:cubicBezTo>
                    <a:pt x="165" y="124"/>
                    <a:pt x="165" y="124"/>
                    <a:pt x="165" y="124"/>
                  </a:cubicBezTo>
                  <a:cubicBezTo>
                    <a:pt x="161" y="118"/>
                    <a:pt x="159" y="114"/>
                    <a:pt x="159" y="111"/>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 name="Freeform 1737">
              <a:extLst>
                <a:ext uri="{FF2B5EF4-FFF2-40B4-BE49-F238E27FC236}">
                  <a16:creationId xmlns:a16="http://schemas.microsoft.com/office/drawing/2014/main" id="{406A1E85-00A5-4964-8DE8-6B3D7ABE206E}"/>
                </a:ext>
              </a:extLst>
            </p:cNvPr>
            <p:cNvSpPr>
              <a:spLocks noEditPoints="1"/>
            </p:cNvSpPr>
            <p:nvPr userDrawn="1"/>
          </p:nvSpPr>
          <p:spPr bwMode="auto">
            <a:xfrm>
              <a:off x="8740359" y="3747910"/>
              <a:ext cx="194671" cy="168581"/>
            </a:xfrm>
            <a:custGeom>
              <a:avLst/>
              <a:gdLst>
                <a:gd name="T0" fmla="*/ 15 w 129"/>
                <a:gd name="T1" fmla="*/ 39 h 112"/>
                <a:gd name="T2" fmla="*/ 63 w 129"/>
                <a:gd name="T3" fmla="*/ 16 h 112"/>
                <a:gd name="T4" fmla="*/ 66 w 129"/>
                <a:gd name="T5" fmla="*/ 15 h 112"/>
                <a:gd name="T6" fmla="*/ 52 w 129"/>
                <a:gd name="T7" fmla="*/ 7 h 112"/>
                <a:gd name="T8" fmla="*/ 57 w 129"/>
                <a:gd name="T9" fmla="*/ 9 h 112"/>
                <a:gd name="T10" fmla="*/ 65 w 129"/>
                <a:gd name="T11" fmla="*/ 18 h 112"/>
                <a:gd name="T12" fmla="*/ 92 w 129"/>
                <a:gd name="T13" fmla="*/ 10 h 112"/>
                <a:gd name="T14" fmla="*/ 103 w 129"/>
                <a:gd name="T15" fmla="*/ 35 h 112"/>
                <a:gd name="T16" fmla="*/ 119 w 129"/>
                <a:gd name="T17" fmla="*/ 45 h 112"/>
                <a:gd name="T18" fmla="*/ 121 w 129"/>
                <a:gd name="T19" fmla="*/ 60 h 112"/>
                <a:gd name="T20" fmla="*/ 104 w 129"/>
                <a:gd name="T21" fmla="*/ 76 h 112"/>
                <a:gd name="T22" fmla="*/ 95 w 129"/>
                <a:gd name="T23" fmla="*/ 79 h 112"/>
                <a:gd name="T24" fmla="*/ 85 w 129"/>
                <a:gd name="T25" fmla="*/ 94 h 112"/>
                <a:gd name="T26" fmla="*/ 76 w 129"/>
                <a:gd name="T27" fmla="*/ 89 h 112"/>
                <a:gd name="T28" fmla="*/ 61 w 129"/>
                <a:gd name="T29" fmla="*/ 99 h 112"/>
                <a:gd name="T30" fmla="*/ 34 w 129"/>
                <a:gd name="T31" fmla="*/ 91 h 112"/>
                <a:gd name="T32" fmla="*/ 20 w 129"/>
                <a:gd name="T33" fmla="*/ 75 h 112"/>
                <a:gd name="T34" fmla="*/ 6 w 129"/>
                <a:gd name="T35" fmla="*/ 67 h 112"/>
                <a:gd name="T36" fmla="*/ 18 w 129"/>
                <a:gd name="T37" fmla="*/ 49 h 112"/>
                <a:gd name="T38" fmla="*/ 25 w 129"/>
                <a:gd name="T39" fmla="*/ 20 h 112"/>
                <a:gd name="T40" fmla="*/ 46 w 129"/>
                <a:gd name="T41" fmla="*/ 18 h 112"/>
                <a:gd name="T42" fmla="*/ 54 w 129"/>
                <a:gd name="T43" fmla="*/ 0 h 112"/>
                <a:gd name="T44" fmla="*/ 40 w 129"/>
                <a:gd name="T45" fmla="*/ 10 h 112"/>
                <a:gd name="T46" fmla="*/ 40 w 129"/>
                <a:gd name="T47" fmla="*/ 15 h 112"/>
                <a:gd name="T48" fmla="*/ 30 w 129"/>
                <a:gd name="T49" fmla="*/ 15 h 112"/>
                <a:gd name="T50" fmla="*/ 25 w 129"/>
                <a:gd name="T51" fmla="*/ 13 h 112"/>
                <a:gd name="T52" fmla="*/ 9 w 129"/>
                <a:gd name="T53" fmla="*/ 41 h 112"/>
                <a:gd name="T54" fmla="*/ 11 w 129"/>
                <a:gd name="T55" fmla="*/ 52 h 112"/>
                <a:gd name="T56" fmla="*/ 4 w 129"/>
                <a:gd name="T57" fmla="*/ 56 h 112"/>
                <a:gd name="T58" fmla="*/ 2 w 129"/>
                <a:gd name="T59" fmla="*/ 58 h 112"/>
                <a:gd name="T60" fmla="*/ 14 w 129"/>
                <a:gd name="T61" fmla="*/ 82 h 112"/>
                <a:gd name="T62" fmla="*/ 24 w 129"/>
                <a:gd name="T63" fmla="*/ 82 h 112"/>
                <a:gd name="T64" fmla="*/ 28 w 129"/>
                <a:gd name="T65" fmla="*/ 94 h 112"/>
                <a:gd name="T66" fmla="*/ 29 w 129"/>
                <a:gd name="T67" fmla="*/ 97 h 112"/>
                <a:gd name="T68" fmla="*/ 65 w 129"/>
                <a:gd name="T69" fmla="*/ 103 h 112"/>
                <a:gd name="T70" fmla="*/ 74 w 129"/>
                <a:gd name="T71" fmla="*/ 95 h 112"/>
                <a:gd name="T72" fmla="*/ 75 w 129"/>
                <a:gd name="T73" fmla="*/ 96 h 112"/>
                <a:gd name="T74" fmla="*/ 95 w 129"/>
                <a:gd name="T75" fmla="*/ 97 h 112"/>
                <a:gd name="T76" fmla="*/ 100 w 129"/>
                <a:gd name="T77" fmla="*/ 85 h 112"/>
                <a:gd name="T78" fmla="*/ 124 w 129"/>
                <a:gd name="T79" fmla="*/ 111 h 112"/>
                <a:gd name="T80" fmla="*/ 129 w 129"/>
                <a:gd name="T81" fmla="*/ 110 h 112"/>
                <a:gd name="T82" fmla="*/ 114 w 129"/>
                <a:gd name="T83" fmla="*/ 84 h 112"/>
                <a:gd name="T84" fmla="*/ 118 w 129"/>
                <a:gd name="T85" fmla="*/ 69 h 112"/>
                <a:gd name="T86" fmla="*/ 127 w 129"/>
                <a:gd name="T87" fmla="*/ 43 h 112"/>
                <a:gd name="T88" fmla="*/ 118 w 129"/>
                <a:gd name="T89" fmla="*/ 39 h 112"/>
                <a:gd name="T90" fmla="*/ 110 w 129"/>
                <a:gd name="T91" fmla="*/ 32 h 112"/>
                <a:gd name="T92" fmla="*/ 85 w 129"/>
                <a:gd name="T93" fmla="*/ 3 h 112"/>
                <a:gd name="T94" fmla="*/ 61 w 129"/>
                <a:gd name="T95"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9"/>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90"/>
                    <a:pt x="67" y="91"/>
                  </a:cubicBezTo>
                  <a:cubicBezTo>
                    <a:pt x="65" y="93"/>
                    <a:pt x="63" y="95"/>
                    <a:pt x="61" y="99"/>
                  </a:cubicBezTo>
                  <a:cubicBezTo>
                    <a:pt x="59" y="99"/>
                    <a:pt x="56" y="100"/>
                    <a:pt x="52" y="100"/>
                  </a:cubicBezTo>
                  <a:cubicBezTo>
                    <a:pt x="52" y="100"/>
                    <a:pt x="52" y="100"/>
                    <a:pt x="52" y="100"/>
                  </a:cubicBezTo>
                  <a:cubicBezTo>
                    <a:pt x="46" y="100"/>
                    <a:pt x="40" y="99"/>
                    <a:pt x="34" y="94"/>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4"/>
                    <a:pt x="8" y="73"/>
                    <a:pt x="7" y="72"/>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3"/>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2"/>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9"/>
                    <a:pt x="122" y="68"/>
                    <a:pt x="123" y="67"/>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 name="Freeform 1738">
              <a:extLst>
                <a:ext uri="{FF2B5EF4-FFF2-40B4-BE49-F238E27FC236}">
                  <a16:creationId xmlns:a16="http://schemas.microsoft.com/office/drawing/2014/main" id="{7232C61B-CDE8-4FFB-8F0A-FBA060826953}"/>
                </a:ext>
              </a:extLst>
            </p:cNvPr>
            <p:cNvSpPr>
              <a:spLocks noEditPoints="1"/>
            </p:cNvSpPr>
            <p:nvPr userDrawn="1"/>
          </p:nvSpPr>
          <p:spPr bwMode="auto">
            <a:xfrm>
              <a:off x="8202506" y="4315865"/>
              <a:ext cx="282975" cy="242837"/>
            </a:xfrm>
            <a:custGeom>
              <a:avLst/>
              <a:gdLst>
                <a:gd name="T0" fmla="*/ 167 w 188"/>
                <a:gd name="T1" fmla="*/ 112 h 162"/>
                <a:gd name="T2" fmla="*/ 105 w 188"/>
                <a:gd name="T3" fmla="*/ 9 h 162"/>
                <a:gd name="T4" fmla="*/ 110 w 188"/>
                <a:gd name="T5" fmla="*/ 6 h 162"/>
                <a:gd name="T6" fmla="*/ 121 w 188"/>
                <a:gd name="T7" fmla="*/ 15 h 162"/>
                <a:gd name="T8" fmla="*/ 127 w 188"/>
                <a:gd name="T9" fmla="*/ 29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3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5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4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8"/>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3"/>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5"/>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49" y="127"/>
                    <a:pt x="49" y="125"/>
                  </a:cubicBezTo>
                  <a:cubicBezTo>
                    <a:pt x="49"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3"/>
                    <a:pt x="13" y="92"/>
                    <a:pt x="12" y="91"/>
                  </a:cubicBezTo>
                  <a:cubicBezTo>
                    <a:pt x="10" y="90"/>
                    <a:pt x="8" y="88"/>
                    <a:pt x="7" y="85"/>
                  </a:cubicBezTo>
                  <a:cubicBezTo>
                    <a:pt x="6" y="82"/>
                    <a:pt x="6" y="78"/>
                    <a:pt x="6" y="75"/>
                  </a:cubicBezTo>
                  <a:cubicBezTo>
                    <a:pt x="6" y="72"/>
                    <a:pt x="6"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4"/>
                    <a:pt x="22" y="124"/>
                    <a:pt x="22" y="124"/>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2"/>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8"/>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9"/>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 name="Freeform 1739">
              <a:extLst>
                <a:ext uri="{FF2B5EF4-FFF2-40B4-BE49-F238E27FC236}">
                  <a16:creationId xmlns:a16="http://schemas.microsoft.com/office/drawing/2014/main" id="{EEF8C6FF-D2C4-499A-82D5-A1FA143A67BE}"/>
                </a:ext>
              </a:extLst>
            </p:cNvPr>
            <p:cNvSpPr>
              <a:spLocks noEditPoints="1"/>
            </p:cNvSpPr>
            <p:nvPr userDrawn="1"/>
          </p:nvSpPr>
          <p:spPr bwMode="auto">
            <a:xfrm>
              <a:off x="7630535" y="5413647"/>
              <a:ext cx="282975" cy="242837"/>
            </a:xfrm>
            <a:custGeom>
              <a:avLst/>
              <a:gdLst>
                <a:gd name="T0" fmla="*/ 99 w 188"/>
                <a:gd name="T1" fmla="*/ 23 h 162"/>
                <a:gd name="T2" fmla="*/ 110 w 188"/>
                <a:gd name="T3" fmla="*/ 6 h 162"/>
                <a:gd name="T4" fmla="*/ 120 w 188"/>
                <a:gd name="T5" fmla="*/ 12 h 162"/>
                <a:gd name="T6" fmla="*/ 122 w 188"/>
                <a:gd name="T7" fmla="*/ 24 h 162"/>
                <a:gd name="T8" fmla="*/ 147 w 188"/>
                <a:gd name="T9" fmla="*/ 27 h 162"/>
                <a:gd name="T10" fmla="*/ 170 w 188"/>
                <a:gd name="T11" fmla="*/ 47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5 h 162"/>
                <a:gd name="T26" fmla="*/ 81 w 188"/>
                <a:gd name="T27" fmla="*/ 131 h 162"/>
                <a:gd name="T28" fmla="*/ 77 w 188"/>
                <a:gd name="T29" fmla="*/ 132 h 162"/>
                <a:gd name="T30" fmla="*/ 64 w 188"/>
                <a:gd name="T31" fmla="*/ 139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0 h 162"/>
                <a:gd name="T48" fmla="*/ 52 w 188"/>
                <a:gd name="T49" fmla="*/ 12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7 h 162"/>
                <a:gd name="T68" fmla="*/ 0 w 188"/>
                <a:gd name="T69" fmla="*/ 75 h 162"/>
                <a:gd name="T70" fmla="*/ 14 w 188"/>
                <a:gd name="T71" fmla="*/ 98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4 h 162"/>
                <a:gd name="T84" fmla="*/ 44 w 188"/>
                <a:gd name="T85" fmla="*/ 137 h 162"/>
                <a:gd name="T86" fmla="*/ 65 w 188"/>
                <a:gd name="T87" fmla="*/ 145 h 162"/>
                <a:gd name="T88" fmla="*/ 78 w 188"/>
                <a:gd name="T89" fmla="*/ 139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59 w 188"/>
                <a:gd name="T101" fmla="*/ 116 h 162"/>
                <a:gd name="T102" fmla="*/ 168 w 188"/>
                <a:gd name="T103" fmla="*/ 118 h 162"/>
                <a:gd name="T104" fmla="*/ 188 w 188"/>
                <a:gd name="T105" fmla="*/ 97 h 162"/>
                <a:gd name="T106" fmla="*/ 183 w 188"/>
                <a:gd name="T107" fmla="*/ 83 h 162"/>
                <a:gd name="T108" fmla="*/ 171 w 188"/>
                <a:gd name="T109" fmla="*/ 76 h 162"/>
                <a:gd name="T110" fmla="*/ 174 w 188"/>
                <a:gd name="T111" fmla="*/ 59 h 162"/>
                <a:gd name="T112" fmla="*/ 172 w 188"/>
                <a:gd name="T113" fmla="*/ 32 h 162"/>
                <a:gd name="T114" fmla="*/ 151 w 188"/>
                <a:gd name="T115" fmla="*/ 20 h 162"/>
                <a:gd name="T116" fmla="*/ 134 w 188"/>
                <a:gd name="T117" fmla="*/ 23 h 162"/>
                <a:gd name="T118" fmla="*/ 127 w 188"/>
                <a:gd name="T119" fmla="*/ 21 h 162"/>
                <a:gd name="T120" fmla="*/ 128 w 188"/>
                <a:gd name="T121" fmla="*/ 14 h 162"/>
                <a:gd name="T122" fmla="*/ 117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6"/>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 name="Freeform 1740">
              <a:extLst>
                <a:ext uri="{FF2B5EF4-FFF2-40B4-BE49-F238E27FC236}">
                  <a16:creationId xmlns:a16="http://schemas.microsoft.com/office/drawing/2014/main" id="{94EEE044-26CC-42E2-90AE-AAB2B244F70C}"/>
                </a:ext>
              </a:extLst>
            </p:cNvPr>
            <p:cNvSpPr>
              <a:spLocks noEditPoints="1"/>
            </p:cNvSpPr>
            <p:nvPr userDrawn="1"/>
          </p:nvSpPr>
          <p:spPr bwMode="auto">
            <a:xfrm>
              <a:off x="7905483" y="3906455"/>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1 h 162"/>
                <a:gd name="T20" fmla="*/ 159 w 188"/>
                <a:gd name="T21" fmla="*/ 110 h 162"/>
                <a:gd name="T22" fmla="*/ 142 w 188"/>
                <a:gd name="T23" fmla="*/ 122 h 162"/>
                <a:gd name="T24" fmla="*/ 113 w 188"/>
                <a:gd name="T25" fmla="*/ 148 h 162"/>
                <a:gd name="T26" fmla="*/ 98 w 188"/>
                <a:gd name="T27" fmla="*/ 145 h 162"/>
                <a:gd name="T28" fmla="*/ 81 w 188"/>
                <a:gd name="T29" fmla="*/ 131 h 162"/>
                <a:gd name="T30" fmla="*/ 73 w 188"/>
                <a:gd name="T31" fmla="*/ 135 h 162"/>
                <a:gd name="T32" fmla="*/ 64 w 188"/>
                <a:gd name="T33" fmla="*/ 139 h 162"/>
                <a:gd name="T34" fmla="*/ 49 w 188"/>
                <a:gd name="T35" fmla="*/ 133 h 162"/>
                <a:gd name="T36" fmla="*/ 45 w 188"/>
                <a:gd name="T37" fmla="*/ 112 h 162"/>
                <a:gd name="T38" fmla="*/ 27 w 188"/>
                <a:gd name="T39" fmla="*/ 127 h 162"/>
                <a:gd name="T40" fmla="*/ 15 w 188"/>
                <a:gd name="T41" fmla="*/ 92 h 162"/>
                <a:gd name="T42" fmla="*/ 6 w 188"/>
                <a:gd name="T43" fmla="*/ 75 h 162"/>
                <a:gd name="T44" fmla="*/ 13 w 188"/>
                <a:gd name="T45" fmla="*/ 63 h 162"/>
                <a:gd name="T46" fmla="*/ 31 w 188"/>
                <a:gd name="T47" fmla="*/ 60 h 162"/>
                <a:gd name="T48" fmla="*/ 30 w 188"/>
                <a:gd name="T49" fmla="*/ 35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0 h 162"/>
                <a:gd name="T64" fmla="*/ 30 w 188"/>
                <a:gd name="T65" fmla="*/ 50 h 162"/>
                <a:gd name="T66" fmla="*/ 15 w 188"/>
                <a:gd name="T67" fmla="*/ 57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0 h 162"/>
                <a:gd name="T90" fmla="*/ 78 w 188"/>
                <a:gd name="T91" fmla="*/ 139 h 162"/>
                <a:gd name="T92" fmla="*/ 81 w 188"/>
                <a:gd name="T93" fmla="*/ 137 h 162"/>
                <a:gd name="T94" fmla="*/ 94 w 188"/>
                <a:gd name="T95" fmla="*/ 150 h 162"/>
                <a:gd name="T96" fmla="*/ 113 w 188"/>
                <a:gd name="T97" fmla="*/ 154 h 162"/>
                <a:gd name="T98" fmla="*/ 147 w 188"/>
                <a:gd name="T99" fmla="*/ 138 h 162"/>
                <a:gd name="T100" fmla="*/ 149 w 188"/>
                <a:gd name="T101" fmla="*/ 12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4"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1"/>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 name="Freeform 1741">
              <a:extLst>
                <a:ext uri="{FF2B5EF4-FFF2-40B4-BE49-F238E27FC236}">
                  <a16:creationId xmlns:a16="http://schemas.microsoft.com/office/drawing/2014/main" id="{496EACE8-7B8E-41E9-85E5-AFDEA3E4779F}"/>
                </a:ext>
              </a:extLst>
            </p:cNvPr>
            <p:cNvSpPr>
              <a:spLocks noEditPoints="1"/>
            </p:cNvSpPr>
            <p:nvPr userDrawn="1"/>
          </p:nvSpPr>
          <p:spPr bwMode="auto">
            <a:xfrm>
              <a:off x="8979181" y="5214962"/>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6 w 243"/>
                <a:gd name="T117" fmla="*/ 26 h 208"/>
                <a:gd name="T118" fmla="*/ 174 w 243"/>
                <a:gd name="T119" fmla="*/ 30 h 208"/>
                <a:gd name="T120" fmla="*/ 164 w 243"/>
                <a:gd name="T121" fmla="*/ 27 h 208"/>
                <a:gd name="T122" fmla="*/ 165 w 243"/>
                <a:gd name="T123" fmla="*/ 17 h 208"/>
                <a:gd name="T124" fmla="*/ 151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1" y="107"/>
                    <a:pt x="225" y="110"/>
                    <a:pt x="229" y="112"/>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90"/>
                    <a:pt x="129" y="189"/>
                    <a:pt x="128" y="189"/>
                  </a:cubicBezTo>
                  <a:cubicBezTo>
                    <a:pt x="127" y="189"/>
                    <a:pt x="127" y="189"/>
                    <a:pt x="127" y="189"/>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 name="Freeform 1742">
              <a:extLst>
                <a:ext uri="{FF2B5EF4-FFF2-40B4-BE49-F238E27FC236}">
                  <a16:creationId xmlns:a16="http://schemas.microsoft.com/office/drawing/2014/main" id="{BFC6557F-748C-4D9A-90AF-BAA48F33BFAE}"/>
                </a:ext>
              </a:extLst>
            </p:cNvPr>
            <p:cNvSpPr>
              <a:spLocks/>
            </p:cNvSpPr>
            <p:nvPr userDrawn="1"/>
          </p:nvSpPr>
          <p:spPr bwMode="auto">
            <a:xfrm>
              <a:off x="8979181" y="5524027"/>
              <a:ext cx="4014"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Tree>
    <p:extLst>
      <p:ext uri="{BB962C8B-B14F-4D97-AF65-F5344CB8AC3E}">
        <p14:creationId xmlns:p14="http://schemas.microsoft.com/office/powerpoint/2010/main" val="370313788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_Nokia White 1">
    <p:spTree>
      <p:nvGrpSpPr>
        <p:cNvPr id="1" name=""/>
        <p:cNvGrpSpPr/>
        <p:nvPr/>
      </p:nvGrpSpPr>
      <p:grpSpPr>
        <a:xfrm>
          <a:off x="0" y="0"/>
          <a:ext cx="0" cy="0"/>
          <a:chOff x="0" y="0"/>
          <a:chExt cx="0" cy="0"/>
        </a:xfrm>
      </p:grpSpPr>
      <p:sp>
        <p:nvSpPr>
          <p:cNvPr id="3" name="Content Placeholder 2"/>
          <p:cNvSpPr>
            <a:spLocks noGrp="1"/>
          </p:cNvSpPr>
          <p:nvPr>
            <p:ph sz="quarter" idx="15"/>
          </p:nvPr>
        </p:nvSpPr>
        <p:spPr>
          <a:xfrm>
            <a:off x="557491" y="1440000"/>
            <a:ext cx="11078400" cy="4747200"/>
          </a:xfrm>
          <a:prstGeom prst="rect">
            <a:avLst/>
          </a:prstGeom>
        </p:spPr>
        <p:txBody>
          <a:bodyPr lIns="0" tIns="0" rIns="0" bIns="0"/>
          <a:lstStyle>
            <a:lvl1pPr>
              <a:defRPr sz="2133">
                <a:solidFill>
                  <a:schemeClr val="bg1"/>
                </a:solidFill>
              </a:defRPr>
            </a:lvl1pPr>
            <a:lvl2pPr marL="614385">
              <a:defRPr sz="1867"/>
            </a:lvl2pPr>
            <a:lvl3pPr marL="921577" indent="-307192">
              <a:defRPr sz="1600"/>
            </a:lvl3pPr>
            <a:lvl4pPr marL="1228769">
              <a:defRPr sz="1333"/>
            </a:lvl4pPr>
            <a:lvl5pPr marL="1535962">
              <a:defRPr sz="1067"/>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
        <p:nvSpPr>
          <p:cNvPr id="8" name="Title 1"/>
          <p:cNvSpPr>
            <a:spLocks noGrp="1"/>
          </p:cNvSpPr>
          <p:nvPr>
            <p:ph type="title" hasCustomPrompt="1"/>
          </p:nvPr>
        </p:nvSpPr>
        <p:spPr>
          <a:xfrm>
            <a:off x="557493" y="372332"/>
            <a:ext cx="11078400" cy="412800"/>
          </a:xfrm>
        </p:spPr>
        <p:txBody>
          <a:bodyPr/>
          <a:lstStyle>
            <a:lvl1pPr>
              <a:defRPr sz="2667" b="0">
                <a:solidFill>
                  <a:schemeClr val="bg1"/>
                </a:solidFill>
                <a:latin typeface="+mj-lt"/>
              </a:defRPr>
            </a:lvl1pPr>
          </a:lstStyle>
          <a:p>
            <a:r>
              <a:rPr lang="en-GB" noProof="0" dirty="0"/>
              <a:t>Click to edit headline</a:t>
            </a:r>
          </a:p>
        </p:txBody>
      </p:sp>
      <p:sp>
        <p:nvSpPr>
          <p:cNvPr id="7"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1"/>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pic>
        <p:nvPicPr>
          <p:cNvPr id="9" name="Picture 8">
            <a:extLst>
              <a:ext uri="{FF2B5EF4-FFF2-40B4-BE49-F238E27FC236}">
                <a16:creationId xmlns:a16="http://schemas.microsoft.com/office/drawing/2014/main" id="{4A9FE3B2-D9A0-4F21-AECC-43D9C08EE142}"/>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sp>
        <p:nvSpPr>
          <p:cNvPr id="11" name="Footer Placeholder 14">
            <a:extLst>
              <a:ext uri="{FF2B5EF4-FFF2-40B4-BE49-F238E27FC236}">
                <a16:creationId xmlns:a16="http://schemas.microsoft.com/office/drawing/2014/main" id="{B6791FF5-5D0D-46BD-A9D2-6DCEF4D6BBD1}"/>
              </a:ext>
            </a:extLst>
          </p:cNvPr>
          <p:cNvSpPr>
            <a:spLocks noGrp="1"/>
          </p:cNvSpPr>
          <p:nvPr>
            <p:ph type="ftr" sz="quarter" idx="3"/>
          </p:nvPr>
        </p:nvSpPr>
        <p:spPr>
          <a:xfrm>
            <a:off x="3072000" y="6422400"/>
            <a:ext cx="6048000" cy="163200"/>
          </a:xfrm>
          <a:prstGeom prst="rect">
            <a:avLst/>
          </a:prstGeom>
        </p:spPr>
        <p:txBody>
          <a:bodyPr vert="horz" lIns="0" tIns="0" rIns="0" bIns="0" rtlCol="0" anchor="ctr"/>
          <a:lstStyle>
            <a:lvl1pPr algn="ctr">
              <a:defRPr sz="1067">
                <a:solidFill>
                  <a:schemeClr val="bg1"/>
                </a:solidFill>
                <a:latin typeface="+mn-lt"/>
              </a:defRPr>
            </a:lvl1pPr>
          </a:lstStyle>
          <a:p>
            <a:r>
              <a:rPr lang="en-GB"/>
              <a:t>Nokia internal use</a:t>
            </a:r>
            <a:endParaRPr lang="en-US" dirty="0"/>
          </a:p>
        </p:txBody>
      </p:sp>
    </p:spTree>
    <p:extLst>
      <p:ext uri="{BB962C8B-B14F-4D97-AF65-F5344CB8AC3E}">
        <p14:creationId xmlns:p14="http://schemas.microsoft.com/office/powerpoint/2010/main" val="74547433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p:cSld name="Nokia Blue Separator">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4943069" y="3240618"/>
            <a:ext cx="2321432" cy="376767"/>
          </a:xfrm>
          <a:prstGeom prst="rect">
            <a:avLst/>
          </a:prstGeom>
        </p:spPr>
      </p:pic>
    </p:spTree>
    <p:extLst>
      <p:ext uri="{BB962C8B-B14F-4D97-AF65-F5344CB8AC3E}">
        <p14:creationId xmlns:p14="http://schemas.microsoft.com/office/powerpoint/2010/main" val="181320797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3 Conten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a:xfrm>
            <a:off x="3072000" y="6422400"/>
            <a:ext cx="6048000" cy="163200"/>
          </a:xfrm>
          <a:prstGeom prst="rect">
            <a:avLst/>
          </a:prstGeom>
        </p:spPr>
        <p:txBody>
          <a:bodyPr/>
          <a:lstStyle/>
          <a:p>
            <a:r>
              <a:rPr lang="en-GB" dirty="0"/>
              <a:t>Nokia internal use</a:t>
            </a:r>
            <a:endParaRPr lang="en-US" dirty="0"/>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
        <p:nvSpPr>
          <p:cNvPr id="6" name="Content Placeholder 5">
            <a:extLst>
              <a:ext uri="{FF2B5EF4-FFF2-40B4-BE49-F238E27FC236}">
                <a16:creationId xmlns:a16="http://schemas.microsoft.com/office/drawing/2014/main" id="{6192CEEA-D10B-4027-B574-871A2D467B46}"/>
              </a:ext>
            </a:extLst>
          </p:cNvPr>
          <p:cNvSpPr>
            <a:spLocks noGrp="1"/>
          </p:cNvSpPr>
          <p:nvPr>
            <p:ph sz="quarter" idx="13" hasCustomPrompt="1"/>
          </p:nvPr>
        </p:nvSpPr>
        <p:spPr>
          <a:xfrm>
            <a:off x="556684" y="1440000"/>
            <a:ext cx="11078400" cy="4656000"/>
          </a:xfrm>
          <a:prstGeom prst="rect">
            <a:avLst/>
          </a:prstGeom>
        </p:spPr>
        <p:txBody>
          <a:bodyPr lIns="0" tIns="0" rIns="0" bIns="0"/>
          <a:lstStyle>
            <a:lvl1pPr marL="0" indent="0">
              <a:lnSpc>
                <a:spcPct val="100000"/>
              </a:lnSpc>
              <a:spcBef>
                <a:spcPts val="0"/>
              </a:spcBef>
              <a:spcAft>
                <a:spcPts val="800"/>
              </a:spcAft>
              <a:buNone/>
              <a:defRPr sz="2133">
                <a:solidFill>
                  <a:schemeClr val="tx2"/>
                </a:solidFill>
              </a:defRPr>
            </a:lvl1pPr>
            <a:lvl2pPr marL="307192" indent="0">
              <a:lnSpc>
                <a:spcPct val="100000"/>
              </a:lnSpc>
              <a:spcBef>
                <a:spcPts val="0"/>
              </a:spcBef>
              <a:spcAft>
                <a:spcPts val="800"/>
              </a:spcAft>
              <a:buNone/>
              <a:defRPr sz="1867">
                <a:solidFill>
                  <a:schemeClr val="tx2"/>
                </a:solidFill>
              </a:defRPr>
            </a:lvl2pPr>
            <a:lvl3pPr marL="619185" indent="0">
              <a:lnSpc>
                <a:spcPct val="100000"/>
              </a:lnSpc>
              <a:spcBef>
                <a:spcPts val="0"/>
              </a:spcBef>
              <a:spcAft>
                <a:spcPts val="800"/>
              </a:spcAft>
              <a:buNone/>
              <a:defRPr sz="1600">
                <a:solidFill>
                  <a:schemeClr val="tx2"/>
                </a:solidFill>
              </a:defRPr>
            </a:lvl3pPr>
            <a:lvl4pPr marL="926377" indent="0">
              <a:lnSpc>
                <a:spcPct val="100000"/>
              </a:lnSpc>
              <a:spcBef>
                <a:spcPts val="0"/>
              </a:spcBef>
              <a:spcAft>
                <a:spcPts val="800"/>
              </a:spcAft>
              <a:buNone/>
              <a:defRPr sz="1333">
                <a:solidFill>
                  <a:schemeClr val="tx2"/>
                </a:solidFill>
              </a:defRPr>
            </a:lvl4pPr>
            <a:lvl5pPr marL="1828754" indent="0">
              <a:buNone/>
              <a:defRPr sz="1067">
                <a:solidFill>
                  <a:schemeClr val="tx2"/>
                </a:solidFill>
              </a:defRPr>
            </a:lvl5p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143832802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10"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
        <p:nvSpPr>
          <p:cNvPr id="7"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mn-lt"/>
              </a:defRPr>
            </a:lvl1pPr>
          </a:lstStyle>
          <a:p>
            <a:r>
              <a:rPr lang="en-US" dirty="0">
                <a:cs typeface="Arial" panose="020B0604020202020204" pitchFamily="34" charset="0"/>
              </a:rPr>
              <a:t>Confidential</a:t>
            </a:r>
          </a:p>
        </p:txBody>
      </p:sp>
    </p:spTree>
    <p:extLst>
      <p:ext uri="{BB962C8B-B14F-4D97-AF65-F5344CB8AC3E}">
        <p14:creationId xmlns:p14="http://schemas.microsoft.com/office/powerpoint/2010/main" val="266474495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3_Nokia White 1">
    <p:spTree>
      <p:nvGrpSpPr>
        <p:cNvPr id="1" name=""/>
        <p:cNvGrpSpPr/>
        <p:nvPr/>
      </p:nvGrpSpPr>
      <p:grpSpPr>
        <a:xfrm>
          <a:off x="0" y="0"/>
          <a:ext cx="0" cy="0"/>
          <a:chOff x="0" y="0"/>
          <a:chExt cx="0" cy="0"/>
        </a:xfrm>
      </p:grpSpPr>
      <p:sp>
        <p:nvSpPr>
          <p:cNvPr id="8" name="Title 1"/>
          <p:cNvSpPr>
            <a:spLocks noGrp="1"/>
          </p:cNvSpPr>
          <p:nvPr>
            <p:ph type="title" hasCustomPrompt="1"/>
          </p:nvPr>
        </p:nvSpPr>
        <p:spPr>
          <a:xfrm>
            <a:off x="557493" y="372332"/>
            <a:ext cx="11078400" cy="902811"/>
          </a:xfrm>
        </p:spPr>
        <p:txBody>
          <a:bodyPr>
            <a:spAutoFit/>
          </a:bodyPr>
          <a:lstStyle>
            <a:lvl1pPr marL="829713" indent="-829713">
              <a:tabLst/>
              <a:defRPr sz="5867" b="0">
                <a:solidFill>
                  <a:schemeClr val="bg1"/>
                </a:solidFill>
                <a:latin typeface="+mj-lt"/>
              </a:defRPr>
            </a:lvl1pPr>
          </a:lstStyle>
          <a:p>
            <a:r>
              <a:rPr lang="en-GB" noProof="0" dirty="0"/>
              <a:t>Click to edit headline</a:t>
            </a:r>
          </a:p>
        </p:txBody>
      </p:sp>
      <p:sp>
        <p:nvSpPr>
          <p:cNvPr id="7" name="Rectangle 6">
            <a:extLst>
              <a:ext uri="{FF2B5EF4-FFF2-40B4-BE49-F238E27FC236}">
                <a16:creationId xmlns:a16="http://schemas.microsoft.com/office/drawing/2014/main" id="{55FD61C6-9C3F-0B44-9700-07B1156A3642}"/>
              </a:ext>
            </a:extLst>
          </p:cNvPr>
          <p:cNvSpPr/>
          <p:nvPr userDrawn="1"/>
        </p:nvSpPr>
        <p:spPr>
          <a:xfrm>
            <a:off x="344739" y="6244426"/>
            <a:ext cx="1637787" cy="477077"/>
          </a:xfrm>
          <a:prstGeom prst="rect">
            <a:avLst/>
          </a:prstGeom>
          <a:solidFill>
            <a:schemeClr val="tx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tIns="120000" bIns="120000" rtlCol="0" anchor="t" anchorCtr="0"/>
          <a:lstStyle/>
          <a:p>
            <a:pPr algn="ctr" fontAlgn="auto">
              <a:spcBef>
                <a:spcPts val="0"/>
              </a:spcBef>
              <a:spcAft>
                <a:spcPts val="0"/>
              </a:spcAft>
            </a:pPr>
            <a:endParaRPr lang="en-US" sz="2400" dirty="0">
              <a:solidFill>
                <a:schemeClr val="accent4"/>
              </a:solidFill>
            </a:endParaRPr>
          </a:p>
        </p:txBody>
      </p:sp>
    </p:spTree>
    <p:extLst>
      <p:ext uri="{BB962C8B-B14F-4D97-AF65-F5344CB8AC3E}">
        <p14:creationId xmlns:p14="http://schemas.microsoft.com/office/powerpoint/2010/main" val="224997610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3869CE-13AA-4A11-B4C0-EFDBCBC34897}"/>
              </a:ext>
            </a:extLst>
          </p:cNvPr>
          <p:cNvSpPr>
            <a:spLocks noGrp="1"/>
          </p:cNvSpPr>
          <p:nvPr>
            <p:ph type="ctrTitle"/>
          </p:nvPr>
        </p:nvSpPr>
        <p:spPr>
          <a:xfrm>
            <a:off x="1524000" y="2586633"/>
            <a:ext cx="9144000" cy="92333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566DE996-8311-40DF-9590-DE1F56EB195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27F6FCD4-8DC3-4DF1-8068-4E9FCFCC0F38}"/>
              </a:ext>
            </a:extLst>
          </p:cNvPr>
          <p:cNvSpPr>
            <a:spLocks noGrp="1"/>
          </p:cNvSpPr>
          <p:nvPr>
            <p:ph type="dt" sz="half" idx="10"/>
          </p:nvPr>
        </p:nvSpPr>
        <p:spPr/>
        <p:txBody>
          <a:bodyPr/>
          <a:lstStyle/>
          <a:p>
            <a:fld id="{F95114AD-8D48-432F-B927-A7CBD614477B}" type="datetimeFigureOut">
              <a:rPr lang="en-GB" smtClean="0"/>
              <a:t>13/04/2023</a:t>
            </a:fld>
            <a:endParaRPr lang="en-GB"/>
          </a:p>
        </p:txBody>
      </p:sp>
      <p:sp>
        <p:nvSpPr>
          <p:cNvPr id="5" name="Footer Placeholder 4">
            <a:extLst>
              <a:ext uri="{FF2B5EF4-FFF2-40B4-BE49-F238E27FC236}">
                <a16:creationId xmlns:a16="http://schemas.microsoft.com/office/drawing/2014/main" id="{600DE72A-BDC6-46AE-AEE0-EC8094BA563C}"/>
              </a:ext>
            </a:extLst>
          </p:cNvPr>
          <p:cNvSpPr>
            <a:spLocks noGrp="1"/>
          </p:cNvSpPr>
          <p:nvPr>
            <p:ph type="ftr" sz="quarter" idx="11"/>
          </p:nvPr>
        </p:nvSpPr>
        <p:spPr>
          <a:xfrm>
            <a:off x="3072000" y="6422400"/>
            <a:ext cx="6048000" cy="163200"/>
          </a:xfrm>
          <a:prstGeom prst="rect">
            <a:avLst/>
          </a:prstGeom>
        </p:spPr>
        <p:txBody>
          <a:bodyPr/>
          <a:lstStyle/>
          <a:p>
            <a:endParaRPr lang="en-GB"/>
          </a:p>
        </p:txBody>
      </p:sp>
      <p:sp>
        <p:nvSpPr>
          <p:cNvPr id="6" name="Slide Number Placeholder 5">
            <a:extLst>
              <a:ext uri="{FF2B5EF4-FFF2-40B4-BE49-F238E27FC236}">
                <a16:creationId xmlns:a16="http://schemas.microsoft.com/office/drawing/2014/main" id="{AA51C941-8D21-4D85-B41F-5057929EF1DC}"/>
              </a:ext>
            </a:extLst>
          </p:cNvPr>
          <p:cNvSpPr>
            <a:spLocks noGrp="1"/>
          </p:cNvSpPr>
          <p:nvPr>
            <p:ph type="sldNum" sz="quarter" idx="12"/>
          </p:nvPr>
        </p:nvSpPr>
        <p:spPr/>
        <p:txBody>
          <a:bodyPr/>
          <a:lstStyle/>
          <a:p>
            <a:fld id="{E31ED26E-352E-4474-A42E-112A5F33EA1C}" type="slidenum">
              <a:rPr lang="en-GB" smtClean="0"/>
              <a:t>‹#›</a:t>
            </a:fld>
            <a:endParaRPr lang="en-GB"/>
          </a:p>
        </p:txBody>
      </p:sp>
    </p:spTree>
    <p:extLst>
      <p:ext uri="{BB962C8B-B14F-4D97-AF65-F5344CB8AC3E}">
        <p14:creationId xmlns:p14="http://schemas.microsoft.com/office/powerpoint/2010/main" val="292021349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1-1 White - plain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68"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5" name="Footer Placeholder 27"/>
          <p:cNvSpPr>
            <a:spLocks noGrp="1"/>
          </p:cNvSpPr>
          <p:nvPr>
            <p:ph type="ftr" sz="quarter" idx="3"/>
          </p:nvPr>
        </p:nvSpPr>
        <p:spPr>
          <a:xfrm>
            <a:off x="3072000" y="6422400"/>
            <a:ext cx="6048000" cy="163200"/>
          </a:xfrm>
          <a:prstGeom prst="rect">
            <a:avLst/>
          </a:prstGeom>
        </p:spPr>
        <p:txBody>
          <a:bodyPr vert="horz" lIns="0" tIns="0" rIns="0" bIns="0" rtlCol="0" anchor="b"/>
          <a:lstStyle>
            <a:lvl1pPr algn="l">
              <a:defRPr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defRPr>
            </a:lvl1pPr>
          </a:lstStyle>
          <a:p>
            <a:r>
              <a:rPr lang="en-US"/>
              <a:t>&lt;Change information classification in footer&gt;</a:t>
            </a:r>
            <a:endParaRPr lang="en-US" dirty="0"/>
          </a:p>
        </p:txBody>
      </p:sp>
    </p:spTree>
    <p:extLst>
      <p:ext uri="{BB962C8B-B14F-4D97-AF65-F5344CB8AC3E}">
        <p14:creationId xmlns:p14="http://schemas.microsoft.com/office/powerpoint/2010/main" val="15820659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Confidential</a:t>
            </a:r>
            <a:endParaRPr lang="en-US" dirty="0"/>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396004836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Picture Placeholder 2">
            <a:extLst>
              <a:ext uri="{FF2B5EF4-FFF2-40B4-BE49-F238E27FC236}">
                <a16:creationId xmlns:a16="http://schemas.microsoft.com/office/drawing/2014/main" id="{49AC4A1E-8B43-41AC-B80A-9536A7B19A96}"/>
              </a:ext>
            </a:extLst>
          </p:cNvPr>
          <p:cNvSpPr>
            <a:spLocks noGrp="1"/>
          </p:cNvSpPr>
          <p:nvPr>
            <p:ph type="pic" idx="1" hasCustomPrompt="1"/>
          </p:nvPr>
        </p:nvSpPr>
        <p:spPr>
          <a:xfrm>
            <a:off x="5049636" y="1749575"/>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a:extLst>
              <a:ext uri="{FF2B5EF4-FFF2-40B4-BE49-F238E27FC236}">
                <a16:creationId xmlns:a16="http://schemas.microsoft.com/office/drawing/2014/main" id="{DEFFE00B-8A7D-494E-A28F-6EFFE0B67136}"/>
              </a:ext>
            </a:extLst>
          </p:cNvPr>
          <p:cNvSpPr>
            <a:spLocks noGrp="1"/>
          </p:cNvSpPr>
          <p:nvPr>
            <p:ph type="pic" idx="12" hasCustomPrompt="1"/>
          </p:nvPr>
        </p:nvSpPr>
        <p:spPr>
          <a:xfrm>
            <a:off x="2745380"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a:extLst>
              <a:ext uri="{FF2B5EF4-FFF2-40B4-BE49-F238E27FC236}">
                <a16:creationId xmlns:a16="http://schemas.microsoft.com/office/drawing/2014/main" id="{69273BF6-6A30-485D-BB2E-5D50A6DE770D}"/>
              </a:ext>
            </a:extLst>
          </p:cNvPr>
          <p:cNvSpPr>
            <a:spLocks noGrp="1"/>
          </p:cNvSpPr>
          <p:nvPr>
            <p:ph type="pic" idx="13" hasCustomPrompt="1"/>
          </p:nvPr>
        </p:nvSpPr>
        <p:spPr>
          <a:xfrm>
            <a:off x="441124"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a:extLst>
              <a:ext uri="{FF2B5EF4-FFF2-40B4-BE49-F238E27FC236}">
                <a16:creationId xmlns:a16="http://schemas.microsoft.com/office/drawing/2014/main" id="{5594527B-50BA-4678-9EFC-574E274EC3E6}"/>
              </a:ext>
            </a:extLst>
          </p:cNvPr>
          <p:cNvSpPr>
            <a:spLocks noGrp="1"/>
          </p:cNvSpPr>
          <p:nvPr>
            <p:ph type="pic" idx="14" hasCustomPrompt="1"/>
          </p:nvPr>
        </p:nvSpPr>
        <p:spPr>
          <a:xfrm>
            <a:off x="9658148"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a:extLst>
              <a:ext uri="{FF2B5EF4-FFF2-40B4-BE49-F238E27FC236}">
                <a16:creationId xmlns:a16="http://schemas.microsoft.com/office/drawing/2014/main" id="{E6960263-8498-4373-8C7B-6D6B7D484482}"/>
              </a:ext>
            </a:extLst>
          </p:cNvPr>
          <p:cNvSpPr>
            <a:spLocks noGrp="1"/>
          </p:cNvSpPr>
          <p:nvPr>
            <p:ph type="pic" idx="15" hasCustomPrompt="1"/>
          </p:nvPr>
        </p:nvSpPr>
        <p:spPr>
          <a:xfrm>
            <a:off x="7353892"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itle 1">
            <a:extLst>
              <a:ext uri="{FF2B5EF4-FFF2-40B4-BE49-F238E27FC236}">
                <a16:creationId xmlns:a16="http://schemas.microsoft.com/office/drawing/2014/main" id="{49DB2CC1-2BD7-4EA8-A698-02DBEEA2B585}"/>
              </a:ext>
            </a:extLst>
          </p:cNvPr>
          <p:cNvSpPr>
            <a:spLocks noGrp="1"/>
          </p:cNvSpPr>
          <p:nvPr>
            <p:ph type="title" hasCustomPrompt="1"/>
          </p:nvPr>
        </p:nvSpPr>
        <p:spPr>
          <a:xfrm>
            <a:off x="556800" y="372332"/>
            <a:ext cx="10198469"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0" name="Text Placeholder 2">
            <a:extLst>
              <a:ext uri="{FF2B5EF4-FFF2-40B4-BE49-F238E27FC236}">
                <a16:creationId xmlns:a16="http://schemas.microsoft.com/office/drawing/2014/main" id="{128B3F13-9C4C-4437-83EE-0EE7A4699E5C}"/>
              </a:ext>
            </a:extLst>
          </p:cNvPr>
          <p:cNvSpPr>
            <a:spLocks noGrp="1"/>
          </p:cNvSpPr>
          <p:nvPr>
            <p:ph type="body" sz="quarter" idx="16" hasCustomPrompt="1"/>
          </p:nvPr>
        </p:nvSpPr>
        <p:spPr>
          <a:xfrm>
            <a:off x="556683" y="787200"/>
            <a:ext cx="10198469"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333102555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FB9143-E2C7-4146-A635-8FB534F1A853}"/>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2366ABAA-19CF-4FF7-A8C5-5D14A035C7DF}"/>
              </a:ext>
            </a:extLst>
          </p:cNvPr>
          <p:cNvSpPr>
            <a:spLocks noGrp="1"/>
          </p:cNvSpPr>
          <p:nvPr>
            <p:ph type="pic" idx="1" hasCustomPrompt="1"/>
          </p:nvPr>
        </p:nvSpPr>
        <p:spPr>
          <a:xfrm>
            <a:off x="0" y="-1"/>
            <a:ext cx="12192000" cy="4102100"/>
          </a:xfrm>
          <a:prstGeom prst="rect">
            <a:avLst/>
          </a:prstGeom>
          <a:solidFill>
            <a:schemeClr val="bg1">
              <a:lumMod val="85000"/>
            </a:schemeClr>
          </a:solidFill>
        </p:spPr>
        <p:txBody>
          <a:bodyPr anchor="ctr"/>
          <a:lstStyle>
            <a:lvl1pPr marL="0" indent="0" algn="ctr">
              <a:buNone/>
              <a:defRPr sz="2133"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55535023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FB9143-E2C7-4146-A635-8FB534F1A853}"/>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2366ABAA-19CF-4FF7-A8C5-5D14A035C7DF}"/>
              </a:ext>
            </a:extLst>
          </p:cNvPr>
          <p:cNvSpPr>
            <a:spLocks noGrp="1"/>
          </p:cNvSpPr>
          <p:nvPr>
            <p:ph type="pic" idx="1" hasCustomPrompt="1"/>
          </p:nvPr>
        </p:nvSpPr>
        <p:spPr>
          <a:xfrm>
            <a:off x="0" y="2095500"/>
            <a:ext cx="12192000" cy="2717799"/>
          </a:xfrm>
          <a:prstGeom prst="rect">
            <a:avLst/>
          </a:prstGeom>
          <a:solidFill>
            <a:schemeClr val="bg1">
              <a:lumMod val="85000"/>
            </a:schemeClr>
          </a:solidFill>
        </p:spPr>
        <p:txBody>
          <a:bodyPr anchor="ctr"/>
          <a:lstStyle>
            <a:lvl1pPr marL="0" indent="0" algn="ctr">
              <a:buNone/>
              <a:defRPr sz="2133"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13405794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D3D5DA43-D3B2-48C7-AABF-658E3D8C4712}"/>
              </a:ext>
            </a:extLst>
          </p:cNvPr>
          <p:cNvGraphicFramePr>
            <a:graphicFrameLocks noChangeAspect="1"/>
          </p:cNvGraphicFramePr>
          <p:nvPr userDrawn="1">
            <p:custDataLst>
              <p:tags r:id="rId2"/>
            </p:custDataLst>
            <p:extLst>
              <p:ext uri="{D42A27DB-BD31-4B8C-83A1-F6EECF244321}">
                <p14:modId xmlns:p14="http://schemas.microsoft.com/office/powerpoint/2010/main" val="3337783437"/>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5379" name="think-cell Slide" r:id="rId4" imgW="270" imgH="270" progId="TCLayout.ActiveDocument.1">
                  <p:embed/>
                </p:oleObj>
              </mc:Choice>
              <mc:Fallback>
                <p:oleObj name="think-cell Slide" r:id="rId4" imgW="270" imgH="270" progId="TCLayout.ActiveDocument.1">
                  <p:embed/>
                  <p:pic>
                    <p:nvPicPr>
                      <p:cNvPr id="6" name="Object 5" hidden="1">
                        <a:extLst>
                          <a:ext uri="{FF2B5EF4-FFF2-40B4-BE49-F238E27FC236}">
                            <a16:creationId xmlns:a16="http://schemas.microsoft.com/office/drawing/2014/main" id="{D3D5DA43-D3B2-48C7-AABF-658E3D8C4712}"/>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7B60C18F-9B77-4DCD-8497-0447A4A7FA1F}"/>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72E1D441-2084-4925-965B-C0FA5A76E09D}"/>
              </a:ext>
            </a:extLst>
          </p:cNvPr>
          <p:cNvSpPr>
            <a:spLocks noGrp="1"/>
          </p:cNvSpPr>
          <p:nvPr>
            <p:ph type="pic" idx="11" hasCustomPrompt="1"/>
          </p:nvPr>
        </p:nvSpPr>
        <p:spPr>
          <a:xfrm>
            <a:off x="3887755" y="0"/>
            <a:ext cx="4416491" cy="6858000"/>
          </a:xfrm>
          <a:prstGeom prst="rect">
            <a:avLst/>
          </a:prstGeom>
          <a:solidFill>
            <a:schemeClr val="bg1">
              <a:lumMod val="95000"/>
            </a:schemeClr>
          </a:solidFill>
          <a:effectLst/>
        </p:spPr>
        <p:txBody>
          <a:bodyPr anchor="ctr"/>
          <a:lstStyle>
            <a:lvl1pPr marL="0" indent="0" algn="ctr">
              <a:buNone/>
              <a:defRPr sz="1600" b="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57828021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EE9D86-53A1-4375-A699-FD3E7C6D80B9}"/>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4DF892E0-3762-4A4C-BABA-33BD9EDCB502}"/>
              </a:ext>
            </a:extLst>
          </p:cNvPr>
          <p:cNvSpPr>
            <a:spLocks noGrp="1"/>
          </p:cNvSpPr>
          <p:nvPr>
            <p:ph type="pic" idx="11" hasCustomPrompt="1"/>
          </p:nvPr>
        </p:nvSpPr>
        <p:spPr>
          <a:xfrm>
            <a:off x="9144000" y="931704"/>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a:extLst>
              <a:ext uri="{FF2B5EF4-FFF2-40B4-BE49-F238E27FC236}">
                <a16:creationId xmlns:a16="http://schemas.microsoft.com/office/drawing/2014/main" id="{A66A9D25-AA4A-4C83-9A86-ABD5DD9B067D}"/>
              </a:ext>
            </a:extLst>
          </p:cNvPr>
          <p:cNvSpPr>
            <a:spLocks noGrp="1"/>
          </p:cNvSpPr>
          <p:nvPr>
            <p:ph type="pic" idx="12" hasCustomPrompt="1"/>
          </p:nvPr>
        </p:nvSpPr>
        <p:spPr>
          <a:xfrm>
            <a:off x="6099847" y="3438142"/>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a:extLst>
              <a:ext uri="{FF2B5EF4-FFF2-40B4-BE49-F238E27FC236}">
                <a16:creationId xmlns:a16="http://schemas.microsoft.com/office/drawing/2014/main" id="{71ED421E-EB81-4736-82BC-6302B4493C3A}"/>
              </a:ext>
            </a:extLst>
          </p:cNvPr>
          <p:cNvSpPr>
            <a:spLocks noGrp="1"/>
          </p:cNvSpPr>
          <p:nvPr>
            <p:ph type="pic" idx="13" hasCustomPrompt="1"/>
          </p:nvPr>
        </p:nvSpPr>
        <p:spPr>
          <a:xfrm>
            <a:off x="3052571" y="932723"/>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a:extLst>
              <a:ext uri="{FF2B5EF4-FFF2-40B4-BE49-F238E27FC236}">
                <a16:creationId xmlns:a16="http://schemas.microsoft.com/office/drawing/2014/main" id="{7B34B74E-A410-4714-A11B-9A0A269B99FE}"/>
              </a:ext>
            </a:extLst>
          </p:cNvPr>
          <p:cNvSpPr>
            <a:spLocks noGrp="1"/>
          </p:cNvSpPr>
          <p:nvPr>
            <p:ph type="pic" idx="14" hasCustomPrompt="1"/>
          </p:nvPr>
        </p:nvSpPr>
        <p:spPr>
          <a:xfrm>
            <a:off x="0" y="3439160"/>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63607474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_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6"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mn-lt"/>
              </a:defRPr>
            </a:lvl1pPr>
          </a:lstStyle>
          <a:p>
            <a:r>
              <a:rPr lang="en-US" dirty="0">
                <a:cs typeface="Arial" panose="020B0604020202020204" pitchFamily="34" charset="0"/>
              </a:rPr>
              <a:t>&lt;Change information classification in footer&gt;</a:t>
            </a:r>
          </a:p>
        </p:txBody>
      </p:sp>
      <p:sp>
        <p:nvSpPr>
          <p:cNvPr id="10" name="Title 1"/>
          <p:cNvSpPr>
            <a:spLocks noGrp="1"/>
          </p:cNvSpPr>
          <p:nvPr>
            <p:ph type="title" hasCustomPrompt="1"/>
          </p:nvPr>
        </p:nvSpPr>
        <p:spPr>
          <a:xfrm>
            <a:off x="556800" y="372332"/>
            <a:ext cx="10200211"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0200211"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174622728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AF1D52EE-5F29-45A3-98CD-5F037AE64712}"/>
              </a:ext>
            </a:extLst>
          </p:cNvPr>
          <p:cNvSpPr>
            <a:spLocks noGrp="1"/>
          </p:cNvSpPr>
          <p:nvPr>
            <p:ph type="ftr" sz="quarter" idx="10"/>
          </p:nvPr>
        </p:nvSpPr>
        <p:spPr/>
        <p:txBody>
          <a:bodyPr/>
          <a:lstStyle/>
          <a:p>
            <a:r>
              <a:rPr lang="en-US"/>
              <a:t>Nokia confidential</a:t>
            </a:r>
            <a:endParaRPr lang="en-US" dirty="0"/>
          </a:p>
        </p:txBody>
      </p:sp>
      <p:sp>
        <p:nvSpPr>
          <p:cNvPr id="4" name="Content Placeholder 2">
            <a:extLst>
              <a:ext uri="{FF2B5EF4-FFF2-40B4-BE49-F238E27FC236}">
                <a16:creationId xmlns:a16="http://schemas.microsoft.com/office/drawing/2014/main" id="{BB43E62B-49EF-4E21-BA35-612BAA7552A8}"/>
              </a:ext>
            </a:extLst>
          </p:cNvPr>
          <p:cNvSpPr>
            <a:spLocks noGrp="1"/>
          </p:cNvSpPr>
          <p:nvPr>
            <p:ph sz="quarter" idx="15"/>
          </p:nvPr>
        </p:nvSpPr>
        <p:spPr>
          <a:xfrm>
            <a:off x="557491" y="1440000"/>
            <a:ext cx="5335309" cy="4747200"/>
          </a:xfrm>
          <a:prstGeom prst="rect">
            <a:avLst/>
          </a:prstGeom>
        </p:spPr>
        <p:txBody>
          <a:bodyPr lIns="0" tIns="0" rIns="0" bIns="0"/>
          <a:lstStyle>
            <a:lvl1pPr algn="l">
              <a:defRPr sz="1867">
                <a:solidFill>
                  <a:schemeClr val="tx2"/>
                </a:solidFill>
              </a:defRPr>
            </a:lvl1pPr>
            <a:lvl2pPr marL="614385" algn="l">
              <a:defRPr sz="1600">
                <a:solidFill>
                  <a:schemeClr val="tx2"/>
                </a:solidFill>
              </a:defRPr>
            </a:lvl2pPr>
            <a:lvl3pPr marL="921577" indent="-307192" algn="l">
              <a:defRPr sz="1467">
                <a:solidFill>
                  <a:schemeClr val="tx2"/>
                </a:solidFill>
              </a:defRPr>
            </a:lvl3pPr>
            <a:lvl4pPr marL="1228769" algn="l">
              <a:defRPr sz="1200">
                <a:solidFill>
                  <a:schemeClr val="tx2"/>
                </a:solidFill>
              </a:defRPr>
            </a:lvl4pPr>
            <a:lvl5pPr marL="1535962" algn="l">
              <a:defRPr sz="933">
                <a:solidFill>
                  <a:schemeClr val="tx2"/>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
        <p:nvSpPr>
          <p:cNvPr id="5" name="Title 1">
            <a:extLst>
              <a:ext uri="{FF2B5EF4-FFF2-40B4-BE49-F238E27FC236}">
                <a16:creationId xmlns:a16="http://schemas.microsoft.com/office/drawing/2014/main" id="{74ADECBA-7437-4ECA-A85F-54455848E082}"/>
              </a:ext>
            </a:extLst>
          </p:cNvPr>
          <p:cNvSpPr>
            <a:spLocks noGrp="1"/>
          </p:cNvSpPr>
          <p:nvPr>
            <p:ph type="title" hasCustomPrompt="1"/>
          </p:nvPr>
        </p:nvSpPr>
        <p:spPr>
          <a:xfrm>
            <a:off x="556800" y="372332"/>
            <a:ext cx="11078400" cy="412800"/>
          </a:xfrm>
        </p:spPr>
        <p:txBody>
          <a:bodyPr lIns="0" rIns="0"/>
          <a:lstStyle>
            <a:lvl1pPr>
              <a:defRPr sz="2667" b="0">
                <a:solidFill>
                  <a:schemeClr val="tx1"/>
                </a:solidFill>
                <a:latin typeface="+mj-lt"/>
              </a:defRPr>
            </a:lvl1pPr>
          </a:lstStyle>
          <a:p>
            <a:r>
              <a:rPr lang="en-GB" dirty="0"/>
              <a:t>Click to edit headline</a:t>
            </a:r>
            <a:endParaRPr lang="en-US" dirty="0"/>
          </a:p>
        </p:txBody>
      </p:sp>
      <p:sp>
        <p:nvSpPr>
          <p:cNvPr id="6" name="Text Placeholder 2">
            <a:extLst>
              <a:ext uri="{FF2B5EF4-FFF2-40B4-BE49-F238E27FC236}">
                <a16:creationId xmlns:a16="http://schemas.microsoft.com/office/drawing/2014/main" id="{300E3D5F-385D-43C1-9EE5-8B70EFA6537E}"/>
              </a:ext>
            </a:extLst>
          </p:cNvPr>
          <p:cNvSpPr>
            <a:spLocks noGrp="1"/>
          </p:cNvSpPr>
          <p:nvPr>
            <p:ph type="body" sz="quarter" idx="16"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
        <p:nvSpPr>
          <p:cNvPr id="7" name="Content Placeholder 2">
            <a:extLst>
              <a:ext uri="{FF2B5EF4-FFF2-40B4-BE49-F238E27FC236}">
                <a16:creationId xmlns:a16="http://schemas.microsoft.com/office/drawing/2014/main" id="{7B428507-C362-409D-AF2D-7E7DF4F1ABC1}"/>
              </a:ext>
            </a:extLst>
          </p:cNvPr>
          <p:cNvSpPr>
            <a:spLocks noGrp="1"/>
          </p:cNvSpPr>
          <p:nvPr>
            <p:ph sz="quarter" idx="17"/>
          </p:nvPr>
        </p:nvSpPr>
        <p:spPr>
          <a:xfrm>
            <a:off x="6294246" y="1435200"/>
            <a:ext cx="5335309" cy="4747200"/>
          </a:xfrm>
          <a:prstGeom prst="rect">
            <a:avLst/>
          </a:prstGeom>
        </p:spPr>
        <p:txBody>
          <a:bodyPr lIns="0" tIns="0" rIns="0" bIns="0"/>
          <a:lstStyle>
            <a:lvl1pPr algn="l">
              <a:defRPr sz="1867">
                <a:solidFill>
                  <a:schemeClr val="tx2"/>
                </a:solidFill>
              </a:defRPr>
            </a:lvl1pPr>
            <a:lvl2pPr marL="614385" algn="l">
              <a:defRPr sz="1600">
                <a:solidFill>
                  <a:schemeClr val="tx2"/>
                </a:solidFill>
              </a:defRPr>
            </a:lvl2pPr>
            <a:lvl3pPr marL="921577" indent="-307192" algn="l">
              <a:defRPr sz="1467">
                <a:solidFill>
                  <a:schemeClr val="tx2"/>
                </a:solidFill>
              </a:defRPr>
            </a:lvl3pPr>
            <a:lvl4pPr marL="1228769" algn="l">
              <a:defRPr sz="1200">
                <a:solidFill>
                  <a:schemeClr val="tx2"/>
                </a:solidFill>
              </a:defRPr>
            </a:lvl4pPr>
            <a:lvl5pPr marL="1535962" algn="l">
              <a:defRPr sz="933">
                <a:solidFill>
                  <a:schemeClr val="tx2"/>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Tree>
    <p:extLst>
      <p:ext uri="{BB962C8B-B14F-4D97-AF65-F5344CB8AC3E}">
        <p14:creationId xmlns:p14="http://schemas.microsoft.com/office/powerpoint/2010/main" val="396839455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1.2 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Nokia confidential</a:t>
            </a:r>
            <a:endParaRPr lang="en-US" dirty="0"/>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597822697"/>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252773711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7427"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1522135687"/>
      </p:ext>
    </p:extLst>
  </p:cSld>
  <p:clrMapOvr>
    <a:masterClrMapping/>
  </p:clrMapOvr>
  <p:hf sldNum="0" hdr="0"/>
</p:sldLayout>
</file>

<file path=ppt/slideLayouts/slideLayout65.xml><?xml version="1.0" encoding="utf-8"?>
<p:sldLayout xmlns:a="http://schemas.openxmlformats.org/drawingml/2006/main" xmlns:r="http://schemas.openxmlformats.org/officeDocument/2006/relationships" xmlns:p="http://schemas.openxmlformats.org/presentationml/2006/main">
  <p:cSld name="4_Nokia Blue Plain">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7E74539-BCD2-4FA8-ABCE-459FFBD5ADD3}"/>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sp>
        <p:nvSpPr>
          <p:cNvPr id="7" name="Footer Placeholder 14">
            <a:extLst>
              <a:ext uri="{FF2B5EF4-FFF2-40B4-BE49-F238E27FC236}">
                <a16:creationId xmlns:a16="http://schemas.microsoft.com/office/drawing/2014/main" id="{936CE62D-D81E-40DF-9CF7-9D0F0857C10E}"/>
              </a:ext>
            </a:extLst>
          </p:cNvPr>
          <p:cNvSpPr>
            <a:spLocks noGrp="1"/>
          </p:cNvSpPr>
          <p:nvPr>
            <p:ph type="ftr" sz="quarter" idx="3"/>
          </p:nvPr>
        </p:nvSpPr>
        <p:spPr>
          <a:xfrm>
            <a:off x="3072000" y="6422400"/>
            <a:ext cx="6048000" cy="163200"/>
          </a:xfrm>
          <a:prstGeom prst="rect">
            <a:avLst/>
          </a:prstGeom>
        </p:spPr>
        <p:txBody>
          <a:bodyPr vert="horz" lIns="0" tIns="0" rIns="0" bIns="0" rtlCol="0" anchor="ctr"/>
          <a:lstStyle>
            <a:lvl1pPr algn="ctr">
              <a:defRPr sz="1067">
                <a:solidFill>
                  <a:schemeClr val="bg1"/>
                </a:solidFill>
                <a:latin typeface="+mn-lt"/>
              </a:defRPr>
            </a:lvl1pPr>
          </a:lstStyle>
          <a:p>
            <a:r>
              <a:rPr lang="en-GB"/>
              <a:t>Nokia internal use</a:t>
            </a:r>
            <a:endParaRPr lang="en-US" dirty="0"/>
          </a:p>
        </p:txBody>
      </p:sp>
      <p:grpSp>
        <p:nvGrpSpPr>
          <p:cNvPr id="1746" name="Group 1745">
            <a:extLst>
              <a:ext uri="{FF2B5EF4-FFF2-40B4-BE49-F238E27FC236}">
                <a16:creationId xmlns:a16="http://schemas.microsoft.com/office/drawing/2014/main" id="{4450FA0A-BB0F-4938-A15B-2F29108AE768}"/>
              </a:ext>
            </a:extLst>
          </p:cNvPr>
          <p:cNvGrpSpPr/>
          <p:nvPr userDrawn="1"/>
        </p:nvGrpSpPr>
        <p:grpSpPr>
          <a:xfrm>
            <a:off x="-267252" y="-541866"/>
            <a:ext cx="12726504" cy="8669865"/>
            <a:chOff x="-200439" y="-406400"/>
            <a:chExt cx="9544878" cy="6502399"/>
          </a:xfrm>
          <a:solidFill>
            <a:schemeClr val="bg1">
              <a:alpha val="10000"/>
            </a:schemeClr>
          </a:solidFill>
        </p:grpSpPr>
        <p:sp>
          <p:nvSpPr>
            <p:cNvPr id="1545" name="Freeform 5">
              <a:extLst>
                <a:ext uri="{FF2B5EF4-FFF2-40B4-BE49-F238E27FC236}">
                  <a16:creationId xmlns:a16="http://schemas.microsoft.com/office/drawing/2014/main" id="{2FB48C98-E9CE-49B9-A449-77D7F01DB126}"/>
                </a:ext>
              </a:extLst>
            </p:cNvPr>
            <p:cNvSpPr>
              <a:spLocks noEditPoints="1"/>
            </p:cNvSpPr>
            <p:nvPr userDrawn="1"/>
          </p:nvSpPr>
          <p:spPr bwMode="auto">
            <a:xfrm>
              <a:off x="610354" y="-13747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6"/>
                    <a:pt x="86" y="26"/>
                    <a:pt x="86" y="26"/>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6" name="Freeform 6">
              <a:extLst>
                <a:ext uri="{FF2B5EF4-FFF2-40B4-BE49-F238E27FC236}">
                  <a16:creationId xmlns:a16="http://schemas.microsoft.com/office/drawing/2014/main" id="{57C9CB61-E54C-40F5-9EDC-B210D32519F3}"/>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7" name="Freeform 7">
              <a:extLst>
                <a:ext uri="{FF2B5EF4-FFF2-40B4-BE49-F238E27FC236}">
                  <a16:creationId xmlns:a16="http://schemas.microsoft.com/office/drawing/2014/main" id="{F8213690-8583-4C7A-BB03-F034E67E0241}"/>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8" name="Freeform 8">
              <a:extLst>
                <a:ext uri="{FF2B5EF4-FFF2-40B4-BE49-F238E27FC236}">
                  <a16:creationId xmlns:a16="http://schemas.microsoft.com/office/drawing/2014/main" id="{688EEFD4-4881-4DD9-8519-2C8935C89572}"/>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9" name="Freeform 9">
              <a:extLst>
                <a:ext uri="{FF2B5EF4-FFF2-40B4-BE49-F238E27FC236}">
                  <a16:creationId xmlns:a16="http://schemas.microsoft.com/office/drawing/2014/main" id="{A2EF0BD1-21F0-4623-AFE0-14F613FCB9F4}"/>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0" name="Freeform 10">
              <a:extLst>
                <a:ext uri="{FF2B5EF4-FFF2-40B4-BE49-F238E27FC236}">
                  <a16:creationId xmlns:a16="http://schemas.microsoft.com/office/drawing/2014/main" id="{AE0096BB-176C-4745-A2BC-50B5859D040D}"/>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1" name="Freeform 11">
              <a:extLst>
                <a:ext uri="{FF2B5EF4-FFF2-40B4-BE49-F238E27FC236}">
                  <a16:creationId xmlns:a16="http://schemas.microsoft.com/office/drawing/2014/main" id="{DA5EF227-C234-413C-989B-E4F8F55E6F40}"/>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2" name="Freeform 12">
              <a:extLst>
                <a:ext uri="{FF2B5EF4-FFF2-40B4-BE49-F238E27FC236}">
                  <a16:creationId xmlns:a16="http://schemas.microsoft.com/office/drawing/2014/main" id="{E8CB77DF-F93D-4182-B061-7616EA2BFEB2}"/>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3" name="Freeform 13">
              <a:extLst>
                <a:ext uri="{FF2B5EF4-FFF2-40B4-BE49-F238E27FC236}">
                  <a16:creationId xmlns:a16="http://schemas.microsoft.com/office/drawing/2014/main" id="{BAD6F146-7DDD-4978-9D9F-843D09A8ED28}"/>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4" name="Freeform 14">
              <a:extLst>
                <a:ext uri="{FF2B5EF4-FFF2-40B4-BE49-F238E27FC236}">
                  <a16:creationId xmlns:a16="http://schemas.microsoft.com/office/drawing/2014/main" id="{2B4AE744-1626-4C42-809F-40E421F5FEED}"/>
                </a:ext>
              </a:extLst>
            </p:cNvPr>
            <p:cNvSpPr>
              <a:spLocks noEditPoints="1"/>
            </p:cNvSpPr>
            <p:nvPr userDrawn="1"/>
          </p:nvSpPr>
          <p:spPr bwMode="auto">
            <a:xfrm>
              <a:off x="2530970" y="1470064"/>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5" name="Freeform 15">
              <a:extLst>
                <a:ext uri="{FF2B5EF4-FFF2-40B4-BE49-F238E27FC236}">
                  <a16:creationId xmlns:a16="http://schemas.microsoft.com/office/drawing/2014/main" id="{758E0115-1047-41BB-A6AF-F7B1A25F2BF3}"/>
                </a:ext>
              </a:extLst>
            </p:cNvPr>
            <p:cNvSpPr>
              <a:spLocks noEditPoints="1"/>
            </p:cNvSpPr>
            <p:nvPr userDrawn="1"/>
          </p:nvSpPr>
          <p:spPr bwMode="auto">
            <a:xfrm>
              <a:off x="1248552" y="546884"/>
              <a:ext cx="295017" cy="291003"/>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68 w 196"/>
                <a:gd name="T39" fmla="*/ 53 h 193"/>
                <a:gd name="T40" fmla="*/ 53 w 196"/>
                <a:gd name="T41" fmla="*/ 67 h 193"/>
                <a:gd name="T42" fmla="*/ 45 w 196"/>
                <a:gd name="T43" fmla="*/ 86 h 193"/>
                <a:gd name="T44" fmla="*/ 45 w 196"/>
                <a:gd name="T45" fmla="*/ 107 h 193"/>
                <a:gd name="T46" fmla="*/ 53 w 196"/>
                <a:gd name="T47" fmla="*/ 126 h 193"/>
                <a:gd name="T48" fmla="*/ 68 w 196"/>
                <a:gd name="T49" fmla="*/ 141 h 193"/>
                <a:gd name="T50" fmla="*/ 88 w 196"/>
                <a:gd name="T51" fmla="*/ 148 h 193"/>
                <a:gd name="T52" fmla="*/ 109 w 196"/>
                <a:gd name="T53" fmla="*/ 148 h 193"/>
                <a:gd name="T54" fmla="*/ 128 w 196"/>
                <a:gd name="T55" fmla="*/ 141 h 193"/>
                <a:gd name="T56" fmla="*/ 143 w 196"/>
                <a:gd name="T57" fmla="*/ 126 h 193"/>
                <a:gd name="T58" fmla="*/ 151 w 196"/>
                <a:gd name="T59" fmla="*/ 107 h 193"/>
                <a:gd name="T60" fmla="*/ 184 w 196"/>
                <a:gd name="T61" fmla="*/ 94 h 193"/>
                <a:gd name="T62" fmla="*/ 189 w 196"/>
                <a:gd name="T63" fmla="*/ 60 h 193"/>
                <a:gd name="T64" fmla="*/ 168 w 196"/>
                <a:gd name="T65" fmla="*/ 29 h 193"/>
                <a:gd name="T66" fmla="*/ 136 w 196"/>
                <a:gd name="T67" fmla="*/ 8 h 193"/>
                <a:gd name="T68" fmla="*/ 101 w 196"/>
                <a:gd name="T69" fmla="*/ 13 h 193"/>
                <a:gd name="T70" fmla="*/ 88 w 196"/>
                <a:gd name="T71" fmla="*/ 45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60" y="8"/>
                  </a:move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6" name="Freeform 16">
              <a:extLst>
                <a:ext uri="{FF2B5EF4-FFF2-40B4-BE49-F238E27FC236}">
                  <a16:creationId xmlns:a16="http://schemas.microsoft.com/office/drawing/2014/main" id="{1EF10799-7EA4-400C-8C6E-399B1B26F9B4}"/>
                </a:ext>
              </a:extLst>
            </p:cNvPr>
            <p:cNvSpPr>
              <a:spLocks noEditPoints="1"/>
            </p:cNvSpPr>
            <p:nvPr userDrawn="1"/>
          </p:nvSpPr>
          <p:spPr bwMode="auto">
            <a:xfrm>
              <a:off x="2199829" y="574981"/>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7" name="Freeform 17">
              <a:extLst>
                <a:ext uri="{FF2B5EF4-FFF2-40B4-BE49-F238E27FC236}">
                  <a16:creationId xmlns:a16="http://schemas.microsoft.com/office/drawing/2014/main" id="{C0D566DF-0B51-48BC-9C92-0DED2C282EFC}"/>
                </a:ext>
              </a:extLst>
            </p:cNvPr>
            <p:cNvSpPr>
              <a:spLocks noEditPoints="1"/>
            </p:cNvSpPr>
            <p:nvPr userDrawn="1"/>
          </p:nvSpPr>
          <p:spPr bwMode="auto">
            <a:xfrm>
              <a:off x="2553046" y="-73252"/>
              <a:ext cx="194671" cy="186644"/>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8" name="Freeform 18">
              <a:extLst>
                <a:ext uri="{FF2B5EF4-FFF2-40B4-BE49-F238E27FC236}">
                  <a16:creationId xmlns:a16="http://schemas.microsoft.com/office/drawing/2014/main" id="{6F0C6B77-C7E0-4AF0-9EB8-093ED73635F9}"/>
                </a:ext>
              </a:extLst>
            </p:cNvPr>
            <p:cNvSpPr>
              <a:spLocks noEditPoints="1"/>
            </p:cNvSpPr>
            <p:nvPr userDrawn="1"/>
          </p:nvSpPr>
          <p:spPr bwMode="auto">
            <a:xfrm>
              <a:off x="2111525" y="1421898"/>
              <a:ext cx="124429" cy="122422"/>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9" name="Freeform 19">
              <a:extLst>
                <a:ext uri="{FF2B5EF4-FFF2-40B4-BE49-F238E27FC236}">
                  <a16:creationId xmlns:a16="http://schemas.microsoft.com/office/drawing/2014/main" id="{432A0F20-DC98-41EF-9D22-ED6308F8363D}"/>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0" name="Freeform 20">
              <a:extLst>
                <a:ext uri="{FF2B5EF4-FFF2-40B4-BE49-F238E27FC236}">
                  <a16:creationId xmlns:a16="http://schemas.microsoft.com/office/drawing/2014/main" id="{F726FB74-B101-4790-8EED-4359690AD9D8}"/>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1" name="Freeform 21">
              <a:extLst>
                <a:ext uri="{FF2B5EF4-FFF2-40B4-BE49-F238E27FC236}">
                  <a16:creationId xmlns:a16="http://schemas.microsoft.com/office/drawing/2014/main" id="{416C9149-C8B0-4AE9-A065-DE1624144574}"/>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2" name="Freeform 22">
              <a:extLst>
                <a:ext uri="{FF2B5EF4-FFF2-40B4-BE49-F238E27FC236}">
                  <a16:creationId xmlns:a16="http://schemas.microsoft.com/office/drawing/2014/main" id="{760A0034-9CF2-4355-BF7D-C427D6B66442}"/>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3" name="Freeform 23">
              <a:extLst>
                <a:ext uri="{FF2B5EF4-FFF2-40B4-BE49-F238E27FC236}">
                  <a16:creationId xmlns:a16="http://schemas.microsoft.com/office/drawing/2014/main" id="{83C025FC-E6E9-434A-8400-1D04E1BD8509}"/>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4" name="Freeform 24">
              <a:extLst>
                <a:ext uri="{FF2B5EF4-FFF2-40B4-BE49-F238E27FC236}">
                  <a16:creationId xmlns:a16="http://schemas.microsoft.com/office/drawing/2014/main" id="{CD80D7A2-8863-4711-AA2E-1A60DF55DB87}"/>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5" name="Freeform 25">
              <a:extLst>
                <a:ext uri="{FF2B5EF4-FFF2-40B4-BE49-F238E27FC236}">
                  <a16:creationId xmlns:a16="http://schemas.microsoft.com/office/drawing/2014/main" id="{603225AE-4EBF-4004-B367-CE472CAD08BF}"/>
                </a:ext>
              </a:extLst>
            </p:cNvPr>
            <p:cNvSpPr>
              <a:spLocks noEditPoints="1"/>
            </p:cNvSpPr>
            <p:nvPr userDrawn="1"/>
          </p:nvSpPr>
          <p:spPr bwMode="auto">
            <a:xfrm>
              <a:off x="261151" y="532835"/>
              <a:ext cx="329134" cy="323114"/>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6" name="Freeform 26">
              <a:extLst>
                <a:ext uri="{FF2B5EF4-FFF2-40B4-BE49-F238E27FC236}">
                  <a16:creationId xmlns:a16="http://schemas.microsoft.com/office/drawing/2014/main" id="{E6D29670-F9E8-4FAA-A3DA-3B8699E912E3}"/>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7" name="Freeform 27">
              <a:extLst>
                <a:ext uri="{FF2B5EF4-FFF2-40B4-BE49-F238E27FC236}">
                  <a16:creationId xmlns:a16="http://schemas.microsoft.com/office/drawing/2014/main" id="{832BF7B1-101C-4F55-9AD7-DD95C681444D}"/>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8" name="Freeform 28">
              <a:extLst>
                <a:ext uri="{FF2B5EF4-FFF2-40B4-BE49-F238E27FC236}">
                  <a16:creationId xmlns:a16="http://schemas.microsoft.com/office/drawing/2014/main" id="{48C77F52-A778-40DA-A7EA-15E2A62B31F8}"/>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9" name="Freeform 29">
              <a:extLst>
                <a:ext uri="{FF2B5EF4-FFF2-40B4-BE49-F238E27FC236}">
                  <a16:creationId xmlns:a16="http://schemas.microsoft.com/office/drawing/2014/main" id="{5391C78E-D1FE-4CD2-8B11-1E24148F7CE2}"/>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0" name="Freeform 30">
              <a:extLst>
                <a:ext uri="{FF2B5EF4-FFF2-40B4-BE49-F238E27FC236}">
                  <a16:creationId xmlns:a16="http://schemas.microsoft.com/office/drawing/2014/main" id="{CFC4A79F-CCA0-4C45-BC68-44375656F0ED}"/>
                </a:ext>
              </a:extLst>
            </p:cNvPr>
            <p:cNvSpPr>
              <a:spLocks noEditPoints="1"/>
            </p:cNvSpPr>
            <p:nvPr userDrawn="1"/>
          </p:nvSpPr>
          <p:spPr bwMode="auto">
            <a:xfrm>
              <a:off x="475891" y="199688"/>
              <a:ext cx="118408" cy="118408"/>
            </a:xfrm>
            <a:custGeom>
              <a:avLst/>
              <a:gdLst>
                <a:gd name="T0" fmla="*/ 78 w 78"/>
                <a:gd name="T1" fmla="*/ 39 h 78"/>
                <a:gd name="T2" fmla="*/ 78 w 78"/>
                <a:gd name="T3" fmla="*/ 39 h 78"/>
                <a:gd name="T4" fmla="*/ 78 w 78"/>
                <a:gd name="T5" fmla="*/ 39 h 78"/>
                <a:gd name="T6" fmla="*/ 39 w 78"/>
                <a:gd name="T7" fmla="*/ 0 h 78"/>
                <a:gd name="T8" fmla="*/ 11 w 78"/>
                <a:gd name="T9" fmla="*/ 12 h 78"/>
                <a:gd name="T10" fmla="*/ 0 w 78"/>
                <a:gd name="T11" fmla="*/ 39 h 78"/>
                <a:gd name="T12" fmla="*/ 11 w 78"/>
                <a:gd name="T13" fmla="*/ 66 h 78"/>
                <a:gd name="T14" fmla="*/ 39 w 78"/>
                <a:gd name="T15" fmla="*/ 78 h 78"/>
                <a:gd name="T16" fmla="*/ 39 w 78"/>
                <a:gd name="T17" fmla="*/ 78 h 78"/>
                <a:gd name="T18" fmla="*/ 47 w 78"/>
                <a:gd name="T19" fmla="*/ 77 h 78"/>
                <a:gd name="T20" fmla="*/ 52 w 78"/>
                <a:gd name="T21" fmla="*/ 75 h 78"/>
                <a:gd name="T22" fmla="*/ 53 w 78"/>
                <a:gd name="T23" fmla="*/ 75 h 78"/>
                <a:gd name="T24" fmla="*/ 67 w 78"/>
                <a:gd name="T25" fmla="*/ 66 h 78"/>
                <a:gd name="T26" fmla="*/ 78 w 78"/>
                <a:gd name="T27" fmla="*/ 39 h 78"/>
                <a:gd name="T28" fmla="*/ 75 w 78"/>
                <a:gd name="T29" fmla="*/ 39 h 78"/>
                <a:gd name="T30" fmla="*/ 72 w 78"/>
                <a:gd name="T31" fmla="*/ 39 h 78"/>
                <a:gd name="T32" fmla="*/ 63 w 78"/>
                <a:gd name="T33" fmla="*/ 62 h 78"/>
                <a:gd name="T34" fmla="*/ 39 w 78"/>
                <a:gd name="T35" fmla="*/ 72 h 78"/>
                <a:gd name="T36" fmla="*/ 15 w 78"/>
                <a:gd name="T37" fmla="*/ 62 h 78"/>
                <a:gd name="T38" fmla="*/ 6 w 78"/>
                <a:gd name="T39" fmla="*/ 39 h 78"/>
                <a:gd name="T40" fmla="*/ 15 w 78"/>
                <a:gd name="T41" fmla="*/ 16 h 78"/>
                <a:gd name="T42" fmla="*/ 39 w 78"/>
                <a:gd name="T43" fmla="*/ 6 h 78"/>
                <a:gd name="T44" fmla="*/ 63 w 78"/>
                <a:gd name="T45" fmla="*/ 16 h 78"/>
                <a:gd name="T46" fmla="*/ 72 w 78"/>
                <a:gd name="T47" fmla="*/ 39 h 78"/>
                <a:gd name="T48" fmla="*/ 75 w 78"/>
                <a:gd name="T49" fmla="*/ 39 h 78"/>
                <a:gd name="T50" fmla="*/ 78 w 78"/>
                <a:gd name="T51" fmla="*/ 39 h 78"/>
                <a:gd name="T52" fmla="*/ 78 w 78"/>
                <a:gd name="T53" fmla="*/ 39 h 78"/>
                <a:gd name="T54" fmla="*/ 67 w 78"/>
                <a:gd name="T55" fmla="*/ 12 h 78"/>
                <a:gd name="T56" fmla="*/ 39 w 78"/>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78">
                  <a:moveTo>
                    <a:pt x="78" y="39"/>
                  </a:moveTo>
                  <a:cubicBezTo>
                    <a:pt x="78" y="39"/>
                    <a:pt x="78" y="39"/>
                    <a:pt x="78" y="39"/>
                  </a:cubicBezTo>
                  <a:cubicBezTo>
                    <a:pt x="78" y="39"/>
                    <a:pt x="78" y="39"/>
                    <a:pt x="78" y="39"/>
                  </a:cubicBezTo>
                  <a:moveTo>
                    <a:pt x="39" y="0"/>
                  </a:move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1" name="Freeform 31">
              <a:extLst>
                <a:ext uri="{FF2B5EF4-FFF2-40B4-BE49-F238E27FC236}">
                  <a16:creationId xmlns:a16="http://schemas.microsoft.com/office/drawing/2014/main" id="{5506607F-8B84-45F6-AAF7-5F98D7734595}"/>
                </a:ext>
              </a:extLst>
            </p:cNvPr>
            <p:cNvSpPr>
              <a:spLocks noEditPoints="1"/>
            </p:cNvSpPr>
            <p:nvPr userDrawn="1"/>
          </p:nvSpPr>
          <p:spPr bwMode="auto">
            <a:xfrm>
              <a:off x="542119" y="312075"/>
              <a:ext cx="26091" cy="28097"/>
            </a:xfrm>
            <a:custGeom>
              <a:avLst/>
              <a:gdLst>
                <a:gd name="T0" fmla="*/ 18 w 18"/>
                <a:gd name="T1" fmla="*/ 9 h 18"/>
                <a:gd name="T2" fmla="*/ 18 w 18"/>
                <a:gd name="T3" fmla="*/ 9 h 18"/>
                <a:gd name="T4" fmla="*/ 18 w 18"/>
                <a:gd name="T5" fmla="*/ 9 h 18"/>
                <a:gd name="T6" fmla="*/ 9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2" name="Freeform 32">
              <a:extLst>
                <a:ext uri="{FF2B5EF4-FFF2-40B4-BE49-F238E27FC236}">
                  <a16:creationId xmlns:a16="http://schemas.microsoft.com/office/drawing/2014/main" id="{0F6AEAAD-9BFC-4172-9D15-ABB85B9A4642}"/>
                </a:ext>
              </a:extLst>
            </p:cNvPr>
            <p:cNvSpPr>
              <a:spLocks noEditPoints="1"/>
            </p:cNvSpPr>
            <p:nvPr userDrawn="1"/>
          </p:nvSpPr>
          <p:spPr bwMode="auto">
            <a:xfrm>
              <a:off x="550146" y="336158"/>
              <a:ext cx="22077" cy="24083"/>
            </a:xfrm>
            <a:custGeom>
              <a:avLst/>
              <a:gdLst>
                <a:gd name="T0" fmla="*/ 15 w 15"/>
                <a:gd name="T1" fmla="*/ 8 h 15"/>
                <a:gd name="T2" fmla="*/ 15 w 15"/>
                <a:gd name="T3" fmla="*/ 8 h 15"/>
                <a:gd name="T4" fmla="*/ 15 w 15"/>
                <a:gd name="T5" fmla="*/ 8 h 15"/>
                <a:gd name="T6" fmla="*/ 8 w 15"/>
                <a:gd name="T7" fmla="*/ 0 h 15"/>
                <a:gd name="T8" fmla="*/ 3 w 15"/>
                <a:gd name="T9" fmla="*/ 2 h 15"/>
                <a:gd name="T10" fmla="*/ 0 w 15"/>
                <a:gd name="T11" fmla="*/ 8 h 15"/>
                <a:gd name="T12" fmla="*/ 8 w 15"/>
                <a:gd name="T13" fmla="*/ 15 h 15"/>
                <a:gd name="T14" fmla="*/ 13 w 15"/>
                <a:gd name="T15" fmla="*/ 13 h 15"/>
                <a:gd name="T16" fmla="*/ 15 w 15"/>
                <a:gd name="T17" fmla="*/ 9 h 15"/>
                <a:gd name="T18" fmla="*/ 15 w 15"/>
                <a:gd name="T19" fmla="*/ 8 h 15"/>
                <a:gd name="T20" fmla="*/ 12 w 15"/>
                <a:gd name="T21" fmla="*/ 8 h 15"/>
                <a:gd name="T22" fmla="*/ 9 w 15"/>
                <a:gd name="T23" fmla="*/ 8 h 15"/>
                <a:gd name="T24" fmla="*/ 8 w 15"/>
                <a:gd name="T25" fmla="*/ 9 h 15"/>
                <a:gd name="T26" fmla="*/ 6 w 15"/>
                <a:gd name="T27" fmla="*/ 8 h 15"/>
                <a:gd name="T28" fmla="*/ 8 w 15"/>
                <a:gd name="T29" fmla="*/ 6 h 15"/>
                <a:gd name="T30" fmla="*/ 9 w 15"/>
                <a:gd name="T31" fmla="*/ 8 h 15"/>
                <a:gd name="T32" fmla="*/ 12 w 15"/>
                <a:gd name="T33" fmla="*/ 8 h 15"/>
                <a:gd name="T34" fmla="*/ 15 w 15"/>
                <a:gd name="T35" fmla="*/ 8 h 15"/>
                <a:gd name="T36" fmla="*/ 15 w 15"/>
                <a:gd name="T37" fmla="*/ 8 h 15"/>
                <a:gd name="T38" fmla="*/ 9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15" y="8"/>
                  </a:moveTo>
                  <a:cubicBezTo>
                    <a:pt x="15" y="8"/>
                    <a:pt x="15" y="8"/>
                    <a:pt x="15" y="8"/>
                  </a:cubicBezTo>
                  <a:cubicBezTo>
                    <a:pt x="15" y="8"/>
                    <a:pt x="15" y="8"/>
                    <a:pt x="15" y="8"/>
                  </a:cubicBezTo>
                  <a:moveTo>
                    <a:pt x="8" y="0"/>
                  </a:moveTo>
                  <a:cubicBezTo>
                    <a:pt x="6" y="0"/>
                    <a:pt x="4" y="1"/>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3" name="Freeform 33">
              <a:extLst>
                <a:ext uri="{FF2B5EF4-FFF2-40B4-BE49-F238E27FC236}">
                  <a16:creationId xmlns:a16="http://schemas.microsoft.com/office/drawing/2014/main" id="{DE57903C-6FA0-4ACA-B458-AFC3A1681B70}"/>
                </a:ext>
              </a:extLst>
            </p:cNvPr>
            <p:cNvSpPr>
              <a:spLocks noEditPoints="1"/>
            </p:cNvSpPr>
            <p:nvPr userDrawn="1"/>
          </p:nvSpPr>
          <p:spPr bwMode="auto">
            <a:xfrm>
              <a:off x="570216" y="348199"/>
              <a:ext cx="20069" cy="18063"/>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1" y="3"/>
                    <a:pt x="0" y="4"/>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4" name="Freeform 34">
              <a:extLst>
                <a:ext uri="{FF2B5EF4-FFF2-40B4-BE49-F238E27FC236}">
                  <a16:creationId xmlns:a16="http://schemas.microsoft.com/office/drawing/2014/main" id="{6F98865E-0A92-4C98-AA59-9EDEA8A568D7}"/>
                </a:ext>
              </a:extLst>
            </p:cNvPr>
            <p:cNvSpPr>
              <a:spLocks noEditPoints="1"/>
            </p:cNvSpPr>
            <p:nvPr userDrawn="1"/>
          </p:nvSpPr>
          <p:spPr bwMode="auto">
            <a:xfrm>
              <a:off x="2175746" y="1154978"/>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58 w 79"/>
                <a:gd name="T43" fmla="*/ 69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58" y="69"/>
                    <a:pt x="58" y="69"/>
                    <a:pt x="58" y="69"/>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5" name="Freeform 35">
              <a:extLst>
                <a:ext uri="{FF2B5EF4-FFF2-40B4-BE49-F238E27FC236}">
                  <a16:creationId xmlns:a16="http://schemas.microsoft.com/office/drawing/2014/main" id="{10DD7E47-3A7C-4E65-A8DE-9BE086499A82}"/>
                </a:ext>
              </a:extLst>
            </p:cNvPr>
            <p:cNvSpPr>
              <a:spLocks noEditPoints="1"/>
            </p:cNvSpPr>
            <p:nvPr userDrawn="1"/>
          </p:nvSpPr>
          <p:spPr bwMode="auto">
            <a:xfrm>
              <a:off x="2171732" y="1251310"/>
              <a:ext cx="28097" cy="28097"/>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2"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6" name="Freeform 36">
              <a:extLst>
                <a:ext uri="{FF2B5EF4-FFF2-40B4-BE49-F238E27FC236}">
                  <a16:creationId xmlns:a16="http://schemas.microsoft.com/office/drawing/2014/main" id="{019AD22B-BE07-4AE1-8165-2928D4AA531C}"/>
                </a:ext>
              </a:extLst>
            </p:cNvPr>
            <p:cNvSpPr>
              <a:spLocks noEditPoints="1"/>
            </p:cNvSpPr>
            <p:nvPr userDrawn="1"/>
          </p:nvSpPr>
          <p:spPr bwMode="auto">
            <a:xfrm>
              <a:off x="2159691" y="1271379"/>
              <a:ext cx="22077" cy="20069"/>
            </a:xfrm>
            <a:custGeom>
              <a:avLst/>
              <a:gdLst>
                <a:gd name="T0" fmla="*/ 8 w 15"/>
                <a:gd name="T1" fmla="*/ 8 h 14"/>
                <a:gd name="T2" fmla="*/ 7 w 15"/>
                <a:gd name="T3" fmla="*/ 8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7" y="6"/>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4" y="1"/>
                    <a:pt x="4" y="1"/>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7" name="Freeform 37">
              <a:extLst>
                <a:ext uri="{FF2B5EF4-FFF2-40B4-BE49-F238E27FC236}">
                  <a16:creationId xmlns:a16="http://schemas.microsoft.com/office/drawing/2014/main" id="{1E69AF7A-1989-48D9-BC80-3F601938A24E}"/>
                </a:ext>
              </a:extLst>
            </p:cNvPr>
            <p:cNvSpPr>
              <a:spLocks noEditPoints="1"/>
            </p:cNvSpPr>
            <p:nvPr userDrawn="1"/>
          </p:nvSpPr>
          <p:spPr bwMode="auto">
            <a:xfrm>
              <a:off x="2161698" y="1291448"/>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6 w 13"/>
                <a:gd name="T19" fmla="*/ 0 h 13"/>
                <a:gd name="T20" fmla="*/ 6 w 13"/>
                <a:gd name="T21" fmla="*/ 0 h 13"/>
                <a:gd name="T22" fmla="*/ 4 w 13"/>
                <a:gd name="T23" fmla="*/ 0 h 13"/>
                <a:gd name="T24" fmla="*/ 3 w 13"/>
                <a:gd name="T25" fmla="*/ 1 h 13"/>
                <a:gd name="T26" fmla="*/ 0 w 13"/>
                <a:gd name="T27" fmla="*/ 6 h 13"/>
                <a:gd name="T28" fmla="*/ 1 w 13"/>
                <a:gd name="T29" fmla="*/ 10 h 13"/>
                <a:gd name="T30" fmla="*/ 6 w 13"/>
                <a:gd name="T31" fmla="*/ 13 h 13"/>
                <a:gd name="T32" fmla="*/ 6 w 13"/>
                <a:gd name="T33" fmla="*/ 13 h 13"/>
                <a:gd name="T34" fmla="*/ 10 w 13"/>
                <a:gd name="T35" fmla="*/ 12 h 13"/>
                <a:gd name="T36" fmla="*/ 10 w 13"/>
                <a:gd name="T37" fmla="*/ 12 h 13"/>
                <a:gd name="T38" fmla="*/ 13 w 13"/>
                <a:gd name="T39" fmla="*/ 6 h 13"/>
                <a:gd name="T40" fmla="*/ 12 w 13"/>
                <a:gd name="T41" fmla="*/ 3 h 13"/>
                <a:gd name="T42" fmla="*/ 8 w 13"/>
                <a:gd name="T43" fmla="*/ 0 h 13"/>
                <a:gd name="T44" fmla="*/ 6 w 13"/>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6" y="0"/>
                  </a:moveTo>
                  <a:cubicBezTo>
                    <a:pt x="6" y="0"/>
                    <a:pt x="6" y="0"/>
                    <a:pt x="6" y="0"/>
                  </a:cubicBezTo>
                  <a:cubicBezTo>
                    <a:pt x="6" y="0"/>
                    <a:pt x="5"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8" name="Freeform 38">
              <a:extLst>
                <a:ext uri="{FF2B5EF4-FFF2-40B4-BE49-F238E27FC236}">
                  <a16:creationId xmlns:a16="http://schemas.microsoft.com/office/drawing/2014/main" id="{C646FD07-0E04-463A-A435-C28D4F78D9E3}"/>
                </a:ext>
              </a:extLst>
            </p:cNvPr>
            <p:cNvSpPr>
              <a:spLocks noEditPoints="1"/>
            </p:cNvSpPr>
            <p:nvPr userDrawn="1"/>
          </p:nvSpPr>
          <p:spPr bwMode="auto">
            <a:xfrm>
              <a:off x="2370417"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9" name="Freeform 39">
              <a:extLst>
                <a:ext uri="{FF2B5EF4-FFF2-40B4-BE49-F238E27FC236}">
                  <a16:creationId xmlns:a16="http://schemas.microsoft.com/office/drawing/2014/main" id="{5145B67C-AB7F-409B-B60E-A8826E30781C}"/>
                </a:ext>
              </a:extLst>
            </p:cNvPr>
            <p:cNvSpPr>
              <a:spLocks noEditPoints="1"/>
            </p:cNvSpPr>
            <p:nvPr userDrawn="1"/>
          </p:nvSpPr>
          <p:spPr bwMode="auto">
            <a:xfrm>
              <a:off x="2364396" y="1036571"/>
              <a:ext cx="42146" cy="42146"/>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20 w 28"/>
                <a:gd name="T17" fmla="*/ 23 h 27"/>
                <a:gd name="T18" fmla="*/ 19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2 w 28"/>
                <a:gd name="T37" fmla="*/ 25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20" y="23"/>
                    <a:pt x="20" y="23"/>
                    <a:pt x="20" y="23"/>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0" name="Freeform 40">
              <a:extLst>
                <a:ext uri="{FF2B5EF4-FFF2-40B4-BE49-F238E27FC236}">
                  <a16:creationId xmlns:a16="http://schemas.microsoft.com/office/drawing/2014/main" id="{AB1C9C8B-C218-4A5D-90B8-9C0C79AEB7B7}"/>
                </a:ext>
              </a:extLst>
            </p:cNvPr>
            <p:cNvSpPr>
              <a:spLocks noEditPoints="1"/>
            </p:cNvSpPr>
            <p:nvPr userDrawn="1"/>
          </p:nvSpPr>
          <p:spPr bwMode="auto">
            <a:xfrm>
              <a:off x="2342320" y="1072695"/>
              <a:ext cx="34118" cy="30104"/>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3 w 22"/>
                <a:gd name="T17" fmla="*/ 14 h 21"/>
                <a:gd name="T18" fmla="*/ 11 w 22"/>
                <a:gd name="T19" fmla="*/ 15 h 21"/>
                <a:gd name="T20" fmla="*/ 11 w 22"/>
                <a:gd name="T21" fmla="*/ 0 h 21"/>
                <a:gd name="T22" fmla="*/ 11 w 22"/>
                <a:gd name="T23" fmla="*/ 0 h 21"/>
                <a:gd name="T24" fmla="*/ 5 w 22"/>
                <a:gd name="T25" fmla="*/ 2 h 21"/>
                <a:gd name="T26" fmla="*/ 0 w 22"/>
                <a:gd name="T27" fmla="*/ 11 h 21"/>
                <a:gd name="T28" fmla="*/ 2 w 22"/>
                <a:gd name="T29" fmla="*/ 16 h 21"/>
                <a:gd name="T30" fmla="*/ 11 w 22"/>
                <a:gd name="T31" fmla="*/ 21 h 21"/>
                <a:gd name="T32" fmla="*/ 11 w 22"/>
                <a:gd name="T33" fmla="*/ 21 h 21"/>
                <a:gd name="T34" fmla="*/ 17 w 22"/>
                <a:gd name="T35" fmla="*/ 20 h 21"/>
                <a:gd name="T36" fmla="*/ 17 w 22"/>
                <a:gd name="T37" fmla="*/ 20 h 21"/>
                <a:gd name="T38" fmla="*/ 22 w 22"/>
                <a:gd name="T39" fmla="*/ 11 h 21"/>
                <a:gd name="T40" fmla="*/ 20 w 22"/>
                <a:gd name="T41" fmla="*/ 5 h 21"/>
                <a:gd name="T42" fmla="*/ 11 w 22"/>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1" name="Freeform 41">
              <a:extLst>
                <a:ext uri="{FF2B5EF4-FFF2-40B4-BE49-F238E27FC236}">
                  <a16:creationId xmlns:a16="http://schemas.microsoft.com/office/drawing/2014/main" id="{D8746D9D-8095-4AFD-91A0-B15F14AD8C04}"/>
                </a:ext>
              </a:extLst>
            </p:cNvPr>
            <p:cNvSpPr>
              <a:spLocks noEditPoints="1"/>
            </p:cNvSpPr>
            <p:nvPr userDrawn="1"/>
          </p:nvSpPr>
          <p:spPr bwMode="auto">
            <a:xfrm>
              <a:off x="2346334" y="1108820"/>
              <a:ext cx="28097"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2 w 18"/>
                <a:gd name="T17" fmla="*/ 15 h 19"/>
                <a:gd name="T18" fmla="*/ 11 w 18"/>
                <a:gd name="T19" fmla="*/ 12 h 19"/>
                <a:gd name="T20" fmla="*/ 9 w 18"/>
                <a:gd name="T21" fmla="*/ 13 h 19"/>
                <a:gd name="T22" fmla="*/ 9 w 18"/>
                <a:gd name="T23" fmla="*/ 0 h 19"/>
                <a:gd name="T24" fmla="*/ 9 w 18"/>
                <a:gd name="T25" fmla="*/ 0 h 19"/>
                <a:gd name="T26" fmla="*/ 4 w 18"/>
                <a:gd name="T27" fmla="*/ 2 h 19"/>
                <a:gd name="T28" fmla="*/ 0 w 18"/>
                <a:gd name="T29" fmla="*/ 10 h 19"/>
                <a:gd name="T30" fmla="*/ 1 w 18"/>
                <a:gd name="T31" fmla="*/ 14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2" y="15"/>
                    <a:pt x="12" y="15"/>
                    <a:pt x="12" y="15"/>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2" name="Freeform 42">
              <a:extLst>
                <a:ext uri="{FF2B5EF4-FFF2-40B4-BE49-F238E27FC236}">
                  <a16:creationId xmlns:a16="http://schemas.microsoft.com/office/drawing/2014/main" id="{3286B30C-50DB-435A-8423-FCDE194C49B8}"/>
                </a:ext>
              </a:extLst>
            </p:cNvPr>
            <p:cNvSpPr>
              <a:spLocks noEditPoints="1"/>
            </p:cNvSpPr>
            <p:nvPr userDrawn="1"/>
          </p:nvSpPr>
          <p:spPr bwMode="auto">
            <a:xfrm>
              <a:off x="1973048" y="-283978"/>
              <a:ext cx="120415" cy="114395"/>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9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3"/>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9"/>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3" name="Freeform 43">
              <a:extLst>
                <a:ext uri="{FF2B5EF4-FFF2-40B4-BE49-F238E27FC236}">
                  <a16:creationId xmlns:a16="http://schemas.microsoft.com/office/drawing/2014/main" id="{A571FBF2-5AFF-4A9C-83B6-C6F15915C384}"/>
                </a:ext>
              </a:extLst>
            </p:cNvPr>
            <p:cNvSpPr>
              <a:spLocks noEditPoints="1"/>
            </p:cNvSpPr>
            <p:nvPr userDrawn="1"/>
          </p:nvSpPr>
          <p:spPr bwMode="auto">
            <a:xfrm>
              <a:off x="1971041" y="-187646"/>
              <a:ext cx="26091" cy="26090"/>
            </a:xfrm>
            <a:custGeom>
              <a:avLst/>
              <a:gdLst>
                <a:gd name="T0" fmla="*/ 9 w 18"/>
                <a:gd name="T1" fmla="*/ 12 h 18"/>
                <a:gd name="T2" fmla="*/ 6 w 18"/>
                <a:gd name="T3" fmla="*/ 11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6 h 18"/>
                <a:gd name="T34" fmla="*/ 5 w 18"/>
                <a:gd name="T35" fmla="*/ 17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1"/>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8" y="0"/>
                    <a:pt x="6" y="0"/>
                    <a:pt x="4" y="1"/>
                  </a:cubicBezTo>
                  <a:cubicBezTo>
                    <a:pt x="2" y="3"/>
                    <a:pt x="0" y="6"/>
                    <a:pt x="0" y="9"/>
                  </a:cubicBezTo>
                  <a:cubicBezTo>
                    <a:pt x="0" y="10"/>
                    <a:pt x="0" y="12"/>
                    <a:pt x="1" y="13"/>
                  </a:cubicBezTo>
                  <a:cubicBezTo>
                    <a:pt x="3" y="14"/>
                    <a:pt x="4" y="15"/>
                    <a:pt x="5" y="16"/>
                  </a:cubicBezTo>
                  <a:cubicBezTo>
                    <a:pt x="5" y="16"/>
                    <a:pt x="5" y="16"/>
                    <a:pt x="5" y="16"/>
                  </a:cubicBezTo>
                  <a:cubicBezTo>
                    <a:pt x="5" y="17"/>
                    <a:pt x="5" y="17"/>
                    <a:pt x="5" y="17"/>
                  </a:cubicBezTo>
                  <a:cubicBezTo>
                    <a:pt x="7"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4" name="Freeform 44">
              <a:extLst>
                <a:ext uri="{FF2B5EF4-FFF2-40B4-BE49-F238E27FC236}">
                  <a16:creationId xmlns:a16="http://schemas.microsoft.com/office/drawing/2014/main" id="{02640F72-F878-461A-8124-1D38D72E3A56}"/>
                </a:ext>
              </a:extLst>
            </p:cNvPr>
            <p:cNvSpPr>
              <a:spLocks noEditPoints="1"/>
            </p:cNvSpPr>
            <p:nvPr userDrawn="1"/>
          </p:nvSpPr>
          <p:spPr bwMode="auto">
            <a:xfrm>
              <a:off x="1956993" y="-169584"/>
              <a:ext cx="22077" cy="22077"/>
            </a:xfrm>
            <a:custGeom>
              <a:avLst/>
              <a:gdLst>
                <a:gd name="T0" fmla="*/ 8 w 15"/>
                <a:gd name="T1" fmla="*/ 8 h 14"/>
                <a:gd name="T2" fmla="*/ 7 w 15"/>
                <a:gd name="T3" fmla="*/ 8 h 14"/>
                <a:gd name="T4" fmla="*/ 7 w 15"/>
                <a:gd name="T5" fmla="*/ 8 h 14"/>
                <a:gd name="T6" fmla="*/ 6 w 15"/>
                <a:gd name="T7" fmla="*/ 7 h 14"/>
                <a:gd name="T8" fmla="*/ 7 w 15"/>
                <a:gd name="T9" fmla="*/ 6 h 14"/>
                <a:gd name="T10" fmla="*/ 8 w 15"/>
                <a:gd name="T11" fmla="*/ 6 h 14"/>
                <a:gd name="T12" fmla="*/ 9 w 15"/>
                <a:gd name="T13" fmla="*/ 7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4 w 15"/>
                <a:gd name="T55" fmla="*/ 3 h 14"/>
                <a:gd name="T56" fmla="*/ 10 w 15"/>
                <a:gd name="T57" fmla="*/ 0 h 14"/>
                <a:gd name="T58" fmla="*/ 8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8" y="8"/>
                  </a:moveTo>
                  <a:cubicBezTo>
                    <a:pt x="7" y="8"/>
                    <a:pt x="7" y="8"/>
                    <a:pt x="7" y="8"/>
                  </a:cubicBez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9"/>
                    <a:pt x="1" y="10"/>
                    <a:pt x="1" y="11"/>
                  </a:cubicBezTo>
                  <a:cubicBezTo>
                    <a:pt x="1" y="11"/>
                    <a:pt x="1" y="11"/>
                    <a:pt x="1" y="11"/>
                  </a:cubicBezTo>
                  <a:cubicBezTo>
                    <a:pt x="3"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4" y="3"/>
                    <a:pt x="14" y="3"/>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5" name="Freeform 45">
              <a:extLst>
                <a:ext uri="{FF2B5EF4-FFF2-40B4-BE49-F238E27FC236}">
                  <a16:creationId xmlns:a16="http://schemas.microsoft.com/office/drawing/2014/main" id="{FB4C8DEA-B029-4D09-B048-C564B1B92FEB}"/>
                </a:ext>
              </a:extLst>
            </p:cNvPr>
            <p:cNvSpPr>
              <a:spLocks noEditPoints="1"/>
            </p:cNvSpPr>
            <p:nvPr userDrawn="1"/>
          </p:nvSpPr>
          <p:spPr bwMode="auto">
            <a:xfrm>
              <a:off x="1961007" y="-147508"/>
              <a:ext cx="18063" cy="20069"/>
            </a:xfrm>
            <a:custGeom>
              <a:avLst/>
              <a:gdLst>
                <a:gd name="T0" fmla="*/ 7 w 13"/>
                <a:gd name="T1" fmla="*/ 7 h 13"/>
                <a:gd name="T2" fmla="*/ 7 w 13"/>
                <a:gd name="T3" fmla="*/ 7 h 13"/>
                <a:gd name="T4" fmla="*/ 6 w 13"/>
                <a:gd name="T5" fmla="*/ 6 h 13"/>
                <a:gd name="T6" fmla="*/ 6 w 13"/>
                <a:gd name="T7" fmla="*/ 6 h 13"/>
                <a:gd name="T8" fmla="*/ 6 w 13"/>
                <a:gd name="T9" fmla="*/ 6 h 13"/>
                <a:gd name="T10" fmla="*/ 6 w 13"/>
                <a:gd name="T11" fmla="*/ 6 h 13"/>
                <a:gd name="T12" fmla="*/ 7 w 13"/>
                <a:gd name="T13" fmla="*/ 6 h 13"/>
                <a:gd name="T14" fmla="*/ 7 w 13"/>
                <a:gd name="T15" fmla="*/ 6 h 13"/>
                <a:gd name="T16" fmla="*/ 7 w 13"/>
                <a:gd name="T17" fmla="*/ 7 h 13"/>
                <a:gd name="T18" fmla="*/ 6 w 13"/>
                <a:gd name="T19" fmla="*/ 7 h 13"/>
                <a:gd name="T20" fmla="*/ 6 w 13"/>
                <a:gd name="T21" fmla="*/ 6 h 13"/>
                <a:gd name="T22" fmla="*/ 6 w 13"/>
                <a:gd name="T23" fmla="*/ 0 h 13"/>
                <a:gd name="T24" fmla="*/ 6 w 13"/>
                <a:gd name="T25" fmla="*/ 0 h 13"/>
                <a:gd name="T26" fmla="*/ 4 w 13"/>
                <a:gd name="T27" fmla="*/ 0 h 13"/>
                <a:gd name="T28" fmla="*/ 3 w 13"/>
                <a:gd name="T29" fmla="*/ 1 h 13"/>
                <a:gd name="T30" fmla="*/ 0 w 13"/>
                <a:gd name="T31" fmla="*/ 6 h 13"/>
                <a:gd name="T32" fmla="*/ 1 w 13"/>
                <a:gd name="T33" fmla="*/ 10 h 13"/>
                <a:gd name="T34" fmla="*/ 1 w 13"/>
                <a:gd name="T35" fmla="*/ 10 h 13"/>
                <a:gd name="T36" fmla="*/ 6 w 13"/>
                <a:gd name="T37" fmla="*/ 13 h 13"/>
                <a:gd name="T38" fmla="*/ 6 w 13"/>
                <a:gd name="T39" fmla="*/ 13 h 13"/>
                <a:gd name="T40" fmla="*/ 10 w 13"/>
                <a:gd name="T41" fmla="*/ 12 h 13"/>
                <a:gd name="T42" fmla="*/ 10 w 13"/>
                <a:gd name="T43" fmla="*/ 12 h 13"/>
                <a:gd name="T44" fmla="*/ 13 w 13"/>
                <a:gd name="T45" fmla="*/ 6 h 13"/>
                <a:gd name="T46" fmla="*/ 12 w 13"/>
                <a:gd name="T47" fmla="*/ 3 h 13"/>
                <a:gd name="T48" fmla="*/ 12 w 13"/>
                <a:gd name="T49" fmla="*/ 3 h 13"/>
                <a:gd name="T50" fmla="*/ 8 w 13"/>
                <a:gd name="T51" fmla="*/ 0 h 13"/>
                <a:gd name="T52" fmla="*/ 6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cubicBezTo>
                    <a:pt x="6" y="6"/>
                    <a:pt x="6" y="6"/>
                    <a:pt x="6" y="6"/>
                  </a:cubicBezTo>
                  <a:moveTo>
                    <a:pt x="6" y="0"/>
                  </a:moveTo>
                  <a:cubicBezTo>
                    <a:pt x="6" y="0"/>
                    <a:pt x="6" y="0"/>
                    <a:pt x="6" y="0"/>
                  </a:cubicBezTo>
                  <a:cubicBezTo>
                    <a:pt x="6" y="0"/>
                    <a:pt x="5" y="0"/>
                    <a:pt x="4" y="0"/>
                  </a:cubicBezTo>
                  <a:cubicBezTo>
                    <a:pt x="4" y="0"/>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6" name="Freeform 46">
              <a:extLst>
                <a:ext uri="{FF2B5EF4-FFF2-40B4-BE49-F238E27FC236}">
                  <a16:creationId xmlns:a16="http://schemas.microsoft.com/office/drawing/2014/main" id="{C8369B20-E2F8-4138-8A1C-47B2181F2497}"/>
                </a:ext>
              </a:extLst>
            </p:cNvPr>
            <p:cNvSpPr>
              <a:spLocks noEditPoints="1"/>
            </p:cNvSpPr>
            <p:nvPr userDrawn="1"/>
          </p:nvSpPr>
          <p:spPr bwMode="auto">
            <a:xfrm>
              <a:off x="1350905" y="87301"/>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7" name="Freeform 47">
              <a:extLst>
                <a:ext uri="{FF2B5EF4-FFF2-40B4-BE49-F238E27FC236}">
                  <a16:creationId xmlns:a16="http://schemas.microsoft.com/office/drawing/2014/main" id="{F00459A4-BD7B-4CDA-8159-ACA9F331FFDD}"/>
                </a:ext>
              </a:extLst>
            </p:cNvPr>
            <p:cNvSpPr>
              <a:spLocks noEditPoints="1"/>
            </p:cNvSpPr>
            <p:nvPr userDrawn="1"/>
          </p:nvSpPr>
          <p:spPr bwMode="auto">
            <a:xfrm>
              <a:off x="1445230"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8" name="Freeform 48">
              <a:extLst>
                <a:ext uri="{FF2B5EF4-FFF2-40B4-BE49-F238E27FC236}">
                  <a16:creationId xmlns:a16="http://schemas.microsoft.com/office/drawing/2014/main" id="{5547930A-84AC-4136-B4A0-773402E79C73}"/>
                </a:ext>
              </a:extLst>
            </p:cNvPr>
            <p:cNvSpPr>
              <a:spLocks/>
            </p:cNvSpPr>
            <p:nvPr userDrawn="1"/>
          </p:nvSpPr>
          <p:spPr bwMode="auto">
            <a:xfrm>
              <a:off x="1457271" y="283978"/>
              <a:ext cx="28097" cy="28097"/>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9" name="Freeform 49">
              <a:extLst>
                <a:ext uri="{FF2B5EF4-FFF2-40B4-BE49-F238E27FC236}">
                  <a16:creationId xmlns:a16="http://schemas.microsoft.com/office/drawing/2014/main" id="{BBC876ED-90F2-41B6-94E1-6B21114C4A49}"/>
                </a:ext>
              </a:extLst>
            </p:cNvPr>
            <p:cNvSpPr>
              <a:spLocks noEditPoints="1"/>
            </p:cNvSpPr>
            <p:nvPr userDrawn="1"/>
          </p:nvSpPr>
          <p:spPr bwMode="auto">
            <a:xfrm>
              <a:off x="1485368" y="300033"/>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0" name="Freeform 50">
              <a:extLst>
                <a:ext uri="{FF2B5EF4-FFF2-40B4-BE49-F238E27FC236}">
                  <a16:creationId xmlns:a16="http://schemas.microsoft.com/office/drawing/2014/main" id="{C1A38A7B-58C2-44DD-8A2C-06611B0EB450}"/>
                </a:ext>
              </a:extLst>
            </p:cNvPr>
            <p:cNvSpPr>
              <a:spLocks noEditPoints="1"/>
            </p:cNvSpPr>
            <p:nvPr userDrawn="1"/>
          </p:nvSpPr>
          <p:spPr bwMode="auto">
            <a:xfrm>
              <a:off x="1567652" y="1514216"/>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1" name="Freeform 51">
              <a:extLst>
                <a:ext uri="{FF2B5EF4-FFF2-40B4-BE49-F238E27FC236}">
                  <a16:creationId xmlns:a16="http://schemas.microsoft.com/office/drawing/2014/main" id="{CED37FD8-FC90-465A-A232-0230C7EAEA3D}"/>
                </a:ext>
              </a:extLst>
            </p:cNvPr>
            <p:cNvSpPr>
              <a:spLocks noEditPoints="1"/>
            </p:cNvSpPr>
            <p:nvPr userDrawn="1"/>
          </p:nvSpPr>
          <p:spPr bwMode="auto">
            <a:xfrm>
              <a:off x="1676025" y="1700859"/>
              <a:ext cx="38132" cy="38132"/>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2" name="Freeform 52">
              <a:extLst>
                <a:ext uri="{FF2B5EF4-FFF2-40B4-BE49-F238E27FC236}">
                  <a16:creationId xmlns:a16="http://schemas.microsoft.com/office/drawing/2014/main" id="{2D5D9139-C472-48BD-9999-88BFF5377832}"/>
                </a:ext>
              </a:extLst>
            </p:cNvPr>
            <p:cNvSpPr>
              <a:spLocks/>
            </p:cNvSpPr>
            <p:nvPr userDrawn="1"/>
          </p:nvSpPr>
          <p:spPr bwMode="auto">
            <a:xfrm>
              <a:off x="1690073" y="1740997"/>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3" name="Freeform 53">
              <a:extLst>
                <a:ext uri="{FF2B5EF4-FFF2-40B4-BE49-F238E27FC236}">
                  <a16:creationId xmlns:a16="http://schemas.microsoft.com/office/drawing/2014/main" id="{9E242EB0-7265-425A-AB62-4AB927AB786C}"/>
                </a:ext>
              </a:extLst>
            </p:cNvPr>
            <p:cNvSpPr>
              <a:spLocks noEditPoints="1"/>
            </p:cNvSpPr>
            <p:nvPr userDrawn="1"/>
          </p:nvSpPr>
          <p:spPr bwMode="auto">
            <a:xfrm>
              <a:off x="1722184" y="1759060"/>
              <a:ext cx="26091"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4" name="Freeform 54">
              <a:extLst>
                <a:ext uri="{FF2B5EF4-FFF2-40B4-BE49-F238E27FC236}">
                  <a16:creationId xmlns:a16="http://schemas.microsoft.com/office/drawing/2014/main" id="{866C7490-020D-425F-B553-61896C58AA44}"/>
                </a:ext>
              </a:extLst>
            </p:cNvPr>
            <p:cNvSpPr>
              <a:spLocks noEditPoints="1"/>
            </p:cNvSpPr>
            <p:nvPr userDrawn="1"/>
          </p:nvSpPr>
          <p:spPr bwMode="auto">
            <a:xfrm>
              <a:off x="1527514" y="709444"/>
              <a:ext cx="168581" cy="164567"/>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5" name="Freeform 55">
              <a:extLst>
                <a:ext uri="{FF2B5EF4-FFF2-40B4-BE49-F238E27FC236}">
                  <a16:creationId xmlns:a16="http://schemas.microsoft.com/office/drawing/2014/main" id="{B0A0A997-83BD-4C14-9F27-9784DE4CB8BB}"/>
                </a:ext>
              </a:extLst>
            </p:cNvPr>
            <p:cNvSpPr>
              <a:spLocks/>
            </p:cNvSpPr>
            <p:nvPr userDrawn="1"/>
          </p:nvSpPr>
          <p:spPr bwMode="auto">
            <a:xfrm>
              <a:off x="1623846" y="869997"/>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6" name="Freeform 56">
              <a:extLst>
                <a:ext uri="{FF2B5EF4-FFF2-40B4-BE49-F238E27FC236}">
                  <a16:creationId xmlns:a16="http://schemas.microsoft.com/office/drawing/2014/main" id="{D5133583-3D0F-4F94-B69A-F3D7E06D30A1}"/>
                </a:ext>
              </a:extLst>
            </p:cNvPr>
            <p:cNvSpPr>
              <a:spLocks/>
            </p:cNvSpPr>
            <p:nvPr userDrawn="1"/>
          </p:nvSpPr>
          <p:spPr bwMode="auto">
            <a:xfrm>
              <a:off x="1635887" y="90612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7" name="Freeform 57">
              <a:extLst>
                <a:ext uri="{FF2B5EF4-FFF2-40B4-BE49-F238E27FC236}">
                  <a16:creationId xmlns:a16="http://schemas.microsoft.com/office/drawing/2014/main" id="{5E21B130-F925-49B2-89C2-CB047E3F91D3}"/>
                </a:ext>
              </a:extLst>
            </p:cNvPr>
            <p:cNvSpPr>
              <a:spLocks noEditPoints="1"/>
            </p:cNvSpPr>
            <p:nvPr userDrawn="1"/>
          </p:nvSpPr>
          <p:spPr bwMode="auto">
            <a:xfrm>
              <a:off x="1661976" y="92217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8" name="Freeform 58">
              <a:extLst>
                <a:ext uri="{FF2B5EF4-FFF2-40B4-BE49-F238E27FC236}">
                  <a16:creationId xmlns:a16="http://schemas.microsoft.com/office/drawing/2014/main" id="{C76832D7-B9C5-4FA0-8F0D-A360EA0F83CE}"/>
                </a:ext>
              </a:extLst>
            </p:cNvPr>
            <p:cNvSpPr>
              <a:spLocks noEditPoints="1"/>
            </p:cNvSpPr>
            <p:nvPr userDrawn="1"/>
          </p:nvSpPr>
          <p:spPr bwMode="auto">
            <a:xfrm>
              <a:off x="1126131" y="926190"/>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9" name="Freeform 59">
              <a:extLst>
                <a:ext uri="{FF2B5EF4-FFF2-40B4-BE49-F238E27FC236}">
                  <a16:creationId xmlns:a16="http://schemas.microsoft.com/office/drawing/2014/main" id="{A7436198-622D-41E4-913F-8D266C986232}"/>
                </a:ext>
              </a:extLst>
            </p:cNvPr>
            <p:cNvSpPr>
              <a:spLocks noEditPoints="1"/>
            </p:cNvSpPr>
            <p:nvPr userDrawn="1"/>
          </p:nvSpPr>
          <p:spPr bwMode="auto">
            <a:xfrm>
              <a:off x="1290698" y="1066674"/>
              <a:ext cx="40138"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3 w 26"/>
                <a:gd name="T15" fmla="*/ 19 h 25"/>
                <a:gd name="T16" fmla="*/ 8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13 w 26"/>
                <a:gd name="T31" fmla="*/ 0 h 25"/>
                <a:gd name="T32" fmla="*/ 6 w 26"/>
                <a:gd name="T33" fmla="*/ 2 h 25"/>
                <a:gd name="T34" fmla="*/ 0 w 26"/>
                <a:gd name="T35" fmla="*/ 12 h 25"/>
                <a:gd name="T36" fmla="*/ 3 w 26"/>
                <a:gd name="T37" fmla="*/ 20 h 25"/>
                <a:gd name="T38" fmla="*/ 13 w 26"/>
                <a:gd name="T39" fmla="*/ 25 h 25"/>
                <a:gd name="T40" fmla="*/ 13 w 26"/>
                <a:gd name="T41" fmla="*/ 25 h 25"/>
                <a:gd name="T42" fmla="*/ 21 w 26"/>
                <a:gd name="T43" fmla="*/ 23 h 25"/>
                <a:gd name="T44" fmla="*/ 26 w 26"/>
                <a:gd name="T45" fmla="*/ 12 h 25"/>
                <a:gd name="T46" fmla="*/ 24 w 26"/>
                <a:gd name="T47" fmla="*/ 5 h 25"/>
                <a:gd name="T48" fmla="*/ 24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moveTo>
                    <a:pt x="13" y="0"/>
                  </a:moveTo>
                  <a:cubicBezTo>
                    <a:pt x="13" y="0"/>
                    <a:pt x="13" y="0"/>
                    <a:pt x="13" y="0"/>
                  </a:cubicBez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0" name="Freeform 60">
              <a:extLst>
                <a:ext uri="{FF2B5EF4-FFF2-40B4-BE49-F238E27FC236}">
                  <a16:creationId xmlns:a16="http://schemas.microsoft.com/office/drawing/2014/main" id="{423B0272-55E6-4EDF-90C0-79967C9E6352}"/>
                </a:ext>
              </a:extLst>
            </p:cNvPr>
            <p:cNvSpPr>
              <a:spLocks noEditPoints="1"/>
            </p:cNvSpPr>
            <p:nvPr userDrawn="1"/>
          </p:nvSpPr>
          <p:spPr bwMode="auto">
            <a:xfrm>
              <a:off x="1324815" y="1090757"/>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1" name="Freeform 61">
              <a:extLst>
                <a:ext uri="{FF2B5EF4-FFF2-40B4-BE49-F238E27FC236}">
                  <a16:creationId xmlns:a16="http://schemas.microsoft.com/office/drawing/2014/main" id="{0F733707-20DB-4395-B80B-F403648D417C}"/>
                </a:ext>
              </a:extLst>
            </p:cNvPr>
            <p:cNvSpPr>
              <a:spLocks noEditPoints="1"/>
            </p:cNvSpPr>
            <p:nvPr userDrawn="1"/>
          </p:nvSpPr>
          <p:spPr bwMode="auto">
            <a:xfrm>
              <a:off x="1360939" y="1088751"/>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9 w 17"/>
                <a:gd name="T19" fmla="*/ 12 h 18"/>
                <a:gd name="T20" fmla="*/ 9 w 17"/>
                <a:gd name="T21" fmla="*/ 0 h 18"/>
                <a:gd name="T22" fmla="*/ 9 w 17"/>
                <a:gd name="T23" fmla="*/ 0 h 18"/>
                <a:gd name="T24" fmla="*/ 3 w 17"/>
                <a:gd name="T25" fmla="*/ 2 h 18"/>
                <a:gd name="T26" fmla="*/ 0 w 17"/>
                <a:gd name="T27" fmla="*/ 9 h 18"/>
                <a:gd name="T28" fmla="*/ 2 w 17"/>
                <a:gd name="T29" fmla="*/ 14 h 18"/>
                <a:gd name="T30" fmla="*/ 9 w 17"/>
                <a:gd name="T31" fmla="*/ 18 h 18"/>
                <a:gd name="T32" fmla="*/ 9 w 17"/>
                <a:gd name="T33" fmla="*/ 18 h 18"/>
                <a:gd name="T34" fmla="*/ 9 w 17"/>
                <a:gd name="T35" fmla="*/ 18 h 18"/>
                <a:gd name="T36" fmla="*/ 14 w 17"/>
                <a:gd name="T37" fmla="*/ 16 h 18"/>
                <a:gd name="T38" fmla="*/ 17 w 17"/>
                <a:gd name="T39" fmla="*/ 9 h 18"/>
                <a:gd name="T40" fmla="*/ 16 w 17"/>
                <a:gd name="T41" fmla="*/ 4 h 18"/>
                <a:gd name="T42" fmla="*/ 13 w 17"/>
                <a:gd name="T43" fmla="*/ 6 h 18"/>
                <a:gd name="T44" fmla="*/ 16 w 17"/>
                <a:gd name="T45" fmla="*/ 4 h 18"/>
                <a:gd name="T46" fmla="*/ 9 w 1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2"/>
                    <a:pt x="9" y="12"/>
                    <a:pt x="9" y="12"/>
                  </a:cubicBezTo>
                  <a:moveTo>
                    <a:pt x="9" y="0"/>
                  </a:move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9" y="18"/>
                    <a:pt x="9" y="18"/>
                    <a:pt x="9" y="18"/>
                  </a:cubicBezTo>
                  <a:cubicBezTo>
                    <a:pt x="10" y="18"/>
                    <a:pt x="12" y="17"/>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2" name="Freeform 62">
              <a:extLst>
                <a:ext uri="{FF2B5EF4-FFF2-40B4-BE49-F238E27FC236}">
                  <a16:creationId xmlns:a16="http://schemas.microsoft.com/office/drawing/2014/main" id="{1E21D690-BECD-4830-8666-9C9F22A5EEAE}"/>
                </a:ext>
              </a:extLst>
            </p:cNvPr>
            <p:cNvSpPr>
              <a:spLocks/>
            </p:cNvSpPr>
            <p:nvPr userDrawn="1"/>
          </p:nvSpPr>
          <p:spPr bwMode="auto">
            <a:xfrm>
              <a:off x="-200439"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1"/>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3" name="Freeform 63">
              <a:extLst>
                <a:ext uri="{FF2B5EF4-FFF2-40B4-BE49-F238E27FC236}">
                  <a16:creationId xmlns:a16="http://schemas.microsoft.com/office/drawing/2014/main" id="{645F2063-B187-40CA-89D1-D6F03059BAB6}"/>
                </a:ext>
              </a:extLst>
            </p:cNvPr>
            <p:cNvSpPr>
              <a:spLocks noEditPoints="1"/>
            </p:cNvSpPr>
            <p:nvPr userDrawn="1"/>
          </p:nvSpPr>
          <p:spPr bwMode="auto">
            <a:xfrm>
              <a:off x="90564" y="811797"/>
              <a:ext cx="62215" cy="62215"/>
            </a:xfrm>
            <a:custGeom>
              <a:avLst/>
              <a:gdLst>
                <a:gd name="T0" fmla="*/ 35 w 42"/>
                <a:gd name="T1" fmla="*/ 10 h 41"/>
                <a:gd name="T2" fmla="*/ 35 w 42"/>
                <a:gd name="T3" fmla="*/ 10 h 41"/>
                <a:gd name="T4" fmla="*/ 38 w 42"/>
                <a:gd name="T5" fmla="*/ 9 h 41"/>
                <a:gd name="T6" fmla="*/ 35 w 42"/>
                <a:gd name="T7" fmla="*/ 10 h 41"/>
                <a:gd name="T8" fmla="*/ 21 w 42"/>
                <a:gd name="T9" fmla="*/ 35 h 41"/>
                <a:gd name="T10" fmla="*/ 9 w 42"/>
                <a:gd name="T11" fmla="*/ 29 h 41"/>
                <a:gd name="T12" fmla="*/ 7 w 42"/>
                <a:gd name="T13" fmla="*/ 21 h 41"/>
                <a:gd name="T14" fmla="*/ 12 w 42"/>
                <a:gd name="T15" fmla="*/ 9 h 41"/>
                <a:gd name="T16" fmla="*/ 21 w 42"/>
                <a:gd name="T17" fmla="*/ 6 h 41"/>
                <a:gd name="T18" fmla="*/ 33 w 42"/>
                <a:gd name="T19" fmla="*/ 12 h 41"/>
                <a:gd name="T20" fmla="*/ 33 w 42"/>
                <a:gd name="T21" fmla="*/ 12 h 41"/>
                <a:gd name="T22" fmla="*/ 36 w 42"/>
                <a:gd name="T23" fmla="*/ 21 h 41"/>
                <a:gd name="T24" fmla="*/ 30 w 42"/>
                <a:gd name="T25" fmla="*/ 32 h 41"/>
                <a:gd name="T26" fmla="*/ 21 w 42"/>
                <a:gd name="T27" fmla="*/ 35 h 41"/>
                <a:gd name="T28" fmla="*/ 21 w 42"/>
                <a:gd name="T29" fmla="*/ 0 h 41"/>
                <a:gd name="T30" fmla="*/ 21 w 42"/>
                <a:gd name="T31" fmla="*/ 0 h 41"/>
                <a:gd name="T32" fmla="*/ 9 w 42"/>
                <a:gd name="T33" fmla="*/ 4 h 41"/>
                <a:gd name="T34" fmla="*/ 1 w 42"/>
                <a:gd name="T35" fmla="*/ 21 h 41"/>
                <a:gd name="T36" fmla="*/ 5 w 42"/>
                <a:gd name="T37" fmla="*/ 33 h 41"/>
                <a:gd name="T38" fmla="*/ 21 w 42"/>
                <a:gd name="T39" fmla="*/ 41 h 41"/>
                <a:gd name="T40" fmla="*/ 21 w 42"/>
                <a:gd name="T41" fmla="*/ 41 h 41"/>
                <a:gd name="T42" fmla="*/ 34 w 42"/>
                <a:gd name="T43" fmla="*/ 37 h 41"/>
                <a:gd name="T44" fmla="*/ 42 w 42"/>
                <a:gd name="T45" fmla="*/ 21 h 41"/>
                <a:gd name="T46" fmla="*/ 38 w 42"/>
                <a:gd name="T47" fmla="*/ 9 h 41"/>
                <a:gd name="T48" fmla="*/ 38 w 42"/>
                <a:gd name="T49" fmla="*/ 9 h 41"/>
                <a:gd name="T50" fmla="*/ 21 w 42"/>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1">
                  <a:moveTo>
                    <a:pt x="35" y="10"/>
                  </a:moveTo>
                  <a:cubicBezTo>
                    <a:pt x="35" y="10"/>
                    <a:pt x="35" y="10"/>
                    <a:pt x="35" y="10"/>
                  </a:cubicBezTo>
                  <a:cubicBezTo>
                    <a:pt x="38" y="9"/>
                    <a:pt x="38" y="9"/>
                    <a:pt x="38" y="9"/>
                  </a:cubicBezTo>
                  <a:cubicBezTo>
                    <a:pt x="35" y="10"/>
                    <a:pt x="35" y="10"/>
                    <a:pt x="35" y="10"/>
                  </a:cubicBezTo>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4"/>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4" name="Freeform 64">
              <a:extLst>
                <a:ext uri="{FF2B5EF4-FFF2-40B4-BE49-F238E27FC236}">
                  <a16:creationId xmlns:a16="http://schemas.microsoft.com/office/drawing/2014/main" id="{6AA29256-D6BA-47BF-BC15-90E33CA212F5}"/>
                </a:ext>
              </a:extLst>
            </p:cNvPr>
            <p:cNvSpPr>
              <a:spLocks noEditPoints="1"/>
            </p:cNvSpPr>
            <p:nvPr userDrawn="1"/>
          </p:nvSpPr>
          <p:spPr bwMode="auto">
            <a:xfrm>
              <a:off x="150771" y="859963"/>
              <a:ext cx="48166" cy="4415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8 w 31"/>
                <a:gd name="T15" fmla="*/ 6 h 30"/>
                <a:gd name="T16" fmla="*/ 25 w 31"/>
                <a:gd name="T17" fmla="*/ 7 h 30"/>
                <a:gd name="T18" fmla="*/ 23 w 31"/>
                <a:gd name="T19" fmla="*/ 9 h 30"/>
                <a:gd name="T20" fmla="*/ 25 w 31"/>
                <a:gd name="T21" fmla="*/ 15 h 30"/>
                <a:gd name="T22" fmla="*/ 21 w 31"/>
                <a:gd name="T23" fmla="*/ 22 h 30"/>
                <a:gd name="T24" fmla="*/ 16 w 31"/>
                <a:gd name="T25" fmla="*/ 24 h 30"/>
                <a:gd name="T26" fmla="*/ 15 w 31"/>
                <a:gd name="T27" fmla="*/ 0 h 30"/>
                <a:gd name="T28" fmla="*/ 15 w 31"/>
                <a:gd name="T29" fmla="*/ 0 h 30"/>
                <a:gd name="T30" fmla="*/ 6 w 31"/>
                <a:gd name="T31" fmla="*/ 3 h 30"/>
                <a:gd name="T32" fmla="*/ 0 w 31"/>
                <a:gd name="T33" fmla="*/ 15 h 30"/>
                <a:gd name="T34" fmla="*/ 3 w 31"/>
                <a:gd name="T35" fmla="*/ 24 h 30"/>
                <a:gd name="T36" fmla="*/ 15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5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5" name="Freeform 65">
              <a:extLst>
                <a:ext uri="{FF2B5EF4-FFF2-40B4-BE49-F238E27FC236}">
                  <a16:creationId xmlns:a16="http://schemas.microsoft.com/office/drawing/2014/main" id="{71DA035F-6D70-4C2C-9565-B98F0C7F1DEF}"/>
                </a:ext>
              </a:extLst>
            </p:cNvPr>
            <p:cNvSpPr>
              <a:spLocks noEditPoints="1"/>
            </p:cNvSpPr>
            <p:nvPr userDrawn="1"/>
          </p:nvSpPr>
          <p:spPr bwMode="auto">
            <a:xfrm>
              <a:off x="210979" y="855949"/>
              <a:ext cx="40138" cy="36124"/>
            </a:xfrm>
            <a:custGeom>
              <a:avLst/>
              <a:gdLst>
                <a:gd name="T0" fmla="*/ 19 w 26"/>
                <a:gd name="T1" fmla="*/ 8 h 25"/>
                <a:gd name="T2" fmla="*/ 21 w 26"/>
                <a:gd name="T3" fmla="*/ 6 h 25"/>
                <a:gd name="T4" fmla="*/ 23 w 26"/>
                <a:gd name="T5" fmla="*/ 5 h 25"/>
                <a:gd name="T6" fmla="*/ 21 w 26"/>
                <a:gd name="T7" fmla="*/ 6 h 25"/>
                <a:gd name="T8" fmla="*/ 19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5 w 26"/>
                <a:gd name="T31" fmla="*/ 2 h 25"/>
                <a:gd name="T32" fmla="*/ 0 w 26"/>
                <a:gd name="T33" fmla="*/ 12 h 25"/>
                <a:gd name="T34" fmla="*/ 2 w 26"/>
                <a:gd name="T35" fmla="*/ 20 h 25"/>
                <a:gd name="T36" fmla="*/ 13 w 26"/>
                <a:gd name="T37" fmla="*/ 25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3" y="5"/>
                    <a:pt x="23" y="5"/>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6" name="Freeform 66">
              <a:extLst>
                <a:ext uri="{FF2B5EF4-FFF2-40B4-BE49-F238E27FC236}">
                  <a16:creationId xmlns:a16="http://schemas.microsoft.com/office/drawing/2014/main" id="{B9A9308A-D47E-48B4-A63B-DA8684C64EB5}"/>
                </a:ext>
              </a:extLst>
            </p:cNvPr>
            <p:cNvSpPr>
              <a:spLocks/>
            </p:cNvSpPr>
            <p:nvPr userDrawn="1"/>
          </p:nvSpPr>
          <p:spPr bwMode="auto">
            <a:xfrm>
              <a:off x="1009730" y="245847"/>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0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0"/>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7" name="Freeform 67">
              <a:extLst>
                <a:ext uri="{FF2B5EF4-FFF2-40B4-BE49-F238E27FC236}">
                  <a16:creationId xmlns:a16="http://schemas.microsoft.com/office/drawing/2014/main" id="{1F112491-8EF2-429A-801B-7BE246FF17DA}"/>
                </a:ext>
              </a:extLst>
            </p:cNvPr>
            <p:cNvSpPr>
              <a:spLocks noEditPoints="1"/>
            </p:cNvSpPr>
            <p:nvPr userDrawn="1"/>
          </p:nvSpPr>
          <p:spPr bwMode="auto">
            <a:xfrm>
              <a:off x="989661" y="247854"/>
              <a:ext cx="34118" cy="34118"/>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8" name="Freeform 68">
              <a:extLst>
                <a:ext uri="{FF2B5EF4-FFF2-40B4-BE49-F238E27FC236}">
                  <a16:creationId xmlns:a16="http://schemas.microsoft.com/office/drawing/2014/main" id="{ACBF516D-9FA2-43D2-8B69-3CE14BC83DC0}"/>
                </a:ext>
              </a:extLst>
            </p:cNvPr>
            <p:cNvSpPr>
              <a:spLocks noEditPoints="1"/>
            </p:cNvSpPr>
            <p:nvPr userDrawn="1"/>
          </p:nvSpPr>
          <p:spPr bwMode="auto">
            <a:xfrm>
              <a:off x="965578" y="233806"/>
              <a:ext cx="28097" cy="26090"/>
            </a:xfrm>
            <a:custGeom>
              <a:avLst/>
              <a:gdLst>
                <a:gd name="T0" fmla="*/ 10 w 18"/>
                <a:gd name="T1" fmla="*/ 6 h 18"/>
                <a:gd name="T2" fmla="*/ 11 w 18"/>
                <a:gd name="T3" fmla="*/ 4 h 18"/>
                <a:gd name="T4" fmla="*/ 10 w 18"/>
                <a:gd name="T5" fmla="*/ 6 h 18"/>
                <a:gd name="T6" fmla="*/ 12 w 18"/>
                <a:gd name="T7" fmla="*/ 9 h 18"/>
                <a:gd name="T8" fmla="*/ 12 w 18"/>
                <a:gd name="T9" fmla="*/ 10 h 18"/>
                <a:gd name="T10" fmla="*/ 11 w 18"/>
                <a:gd name="T11" fmla="*/ 11 h 18"/>
                <a:gd name="T12" fmla="*/ 9 w 18"/>
                <a:gd name="T13" fmla="*/ 12 h 18"/>
                <a:gd name="T14" fmla="*/ 9 w 18"/>
                <a:gd name="T15" fmla="*/ 12 h 18"/>
                <a:gd name="T16" fmla="*/ 8 w 18"/>
                <a:gd name="T17" fmla="*/ 12 h 18"/>
                <a:gd name="T18" fmla="*/ 6 w 18"/>
                <a:gd name="T19" fmla="*/ 9 h 18"/>
                <a:gd name="T20" fmla="*/ 6 w 18"/>
                <a:gd name="T21" fmla="*/ 8 h 18"/>
                <a:gd name="T22" fmla="*/ 7 w 18"/>
                <a:gd name="T23" fmla="*/ 7 h 18"/>
                <a:gd name="T24" fmla="*/ 9 w 18"/>
                <a:gd name="T25" fmla="*/ 6 h 18"/>
                <a:gd name="T26" fmla="*/ 9 w 18"/>
                <a:gd name="T27" fmla="*/ 6 h 18"/>
                <a:gd name="T28" fmla="*/ 10 w 18"/>
                <a:gd name="T29" fmla="*/ 6 h 18"/>
                <a:gd name="T30" fmla="*/ 9 w 18"/>
                <a:gd name="T31" fmla="*/ 0 h 18"/>
                <a:gd name="T32" fmla="*/ 4 w 18"/>
                <a:gd name="T33" fmla="*/ 2 h 18"/>
                <a:gd name="T34" fmla="*/ 0 w 18"/>
                <a:gd name="T35" fmla="*/ 6 h 18"/>
                <a:gd name="T36" fmla="*/ 0 w 18"/>
                <a:gd name="T37" fmla="*/ 9 h 18"/>
                <a:gd name="T38" fmla="*/ 6 w 18"/>
                <a:gd name="T39" fmla="*/ 17 h 18"/>
                <a:gd name="T40" fmla="*/ 9 w 18"/>
                <a:gd name="T41" fmla="*/ 18 h 18"/>
                <a:gd name="T42" fmla="*/ 14 w 18"/>
                <a:gd name="T43" fmla="*/ 16 h 18"/>
                <a:gd name="T44" fmla="*/ 18 w 18"/>
                <a:gd name="T45" fmla="*/ 12 h 18"/>
                <a:gd name="T46" fmla="*/ 18 w 18"/>
                <a:gd name="T47" fmla="*/ 9 h 18"/>
                <a:gd name="T48" fmla="*/ 12 w 18"/>
                <a:gd name="T49" fmla="*/ 1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10" y="6"/>
                  </a:move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9" name="Freeform 69">
              <a:extLst>
                <a:ext uri="{FF2B5EF4-FFF2-40B4-BE49-F238E27FC236}">
                  <a16:creationId xmlns:a16="http://schemas.microsoft.com/office/drawing/2014/main" id="{09794DC8-05A8-450C-B428-FA858DDEADEE}"/>
                </a:ext>
              </a:extLst>
            </p:cNvPr>
            <p:cNvSpPr>
              <a:spLocks noEditPoints="1"/>
            </p:cNvSpPr>
            <p:nvPr userDrawn="1"/>
          </p:nvSpPr>
          <p:spPr bwMode="auto">
            <a:xfrm>
              <a:off x="963571" y="209723"/>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7 w 16"/>
                <a:gd name="T15" fmla="*/ 9 h 15"/>
                <a:gd name="T16" fmla="*/ 6 w 16"/>
                <a:gd name="T17" fmla="*/ 7 h 15"/>
                <a:gd name="T18" fmla="*/ 6 w 16"/>
                <a:gd name="T19" fmla="*/ 7 h 15"/>
                <a:gd name="T20" fmla="*/ 6 w 16"/>
                <a:gd name="T21" fmla="*/ 6 h 15"/>
                <a:gd name="T22" fmla="*/ 8 w 16"/>
                <a:gd name="T23" fmla="*/ 6 h 15"/>
                <a:gd name="T24" fmla="*/ 8 w 16"/>
                <a:gd name="T25" fmla="*/ 6 h 15"/>
                <a:gd name="T26" fmla="*/ 8 w 16"/>
                <a:gd name="T27" fmla="*/ 6 h 15"/>
                <a:gd name="T28" fmla="*/ 8 w 16"/>
                <a:gd name="T29" fmla="*/ 0 h 15"/>
                <a:gd name="T30" fmla="*/ 3 w 16"/>
                <a:gd name="T31" fmla="*/ 1 h 15"/>
                <a:gd name="T32" fmla="*/ 0 w 16"/>
                <a:gd name="T33" fmla="*/ 5 h 15"/>
                <a:gd name="T34" fmla="*/ 0 w 16"/>
                <a:gd name="T35" fmla="*/ 7 h 15"/>
                <a:gd name="T36" fmla="*/ 5 w 16"/>
                <a:gd name="T37" fmla="*/ 15 h 15"/>
                <a:gd name="T38" fmla="*/ 8 w 16"/>
                <a:gd name="T39" fmla="*/ 15 h 15"/>
                <a:gd name="T40" fmla="*/ 13 w 16"/>
                <a:gd name="T41" fmla="*/ 14 h 15"/>
                <a:gd name="T42" fmla="*/ 15 w 16"/>
                <a:gd name="T43" fmla="*/ 10 h 15"/>
                <a:gd name="T44" fmla="*/ 16 w 16"/>
                <a:gd name="T45" fmla="*/ 8 h 15"/>
                <a:gd name="T46" fmla="*/ 11 w 16"/>
                <a:gd name="T47" fmla="*/ 0 h 15"/>
                <a:gd name="T48" fmla="*/ 11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0" name="Freeform 70">
              <a:extLst>
                <a:ext uri="{FF2B5EF4-FFF2-40B4-BE49-F238E27FC236}">
                  <a16:creationId xmlns:a16="http://schemas.microsoft.com/office/drawing/2014/main" id="{940C3DD9-C776-41DC-81FE-E3A15D6B1A1B}"/>
                </a:ext>
              </a:extLst>
            </p:cNvPr>
            <p:cNvSpPr>
              <a:spLocks noEditPoints="1"/>
            </p:cNvSpPr>
            <p:nvPr userDrawn="1"/>
          </p:nvSpPr>
          <p:spPr bwMode="auto">
            <a:xfrm>
              <a:off x="909384" y="-11038"/>
              <a:ext cx="152525" cy="148512"/>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6 w 101"/>
                <a:gd name="T23" fmla="*/ 28 h 99"/>
                <a:gd name="T24" fmla="*/ 6 w 101"/>
                <a:gd name="T25" fmla="*/ 28 h 99"/>
                <a:gd name="T26" fmla="*/ 0 w 101"/>
                <a:gd name="T27" fmla="*/ 50 h 99"/>
                <a:gd name="T28" fmla="*/ 28 w 101"/>
                <a:gd name="T29" fmla="*/ 94 h 99"/>
                <a:gd name="T30" fmla="*/ 51 w 101"/>
                <a:gd name="T31" fmla="*/ 99 h 99"/>
                <a:gd name="T32" fmla="*/ 96 w 101"/>
                <a:gd name="T33" fmla="*/ 72 h 99"/>
                <a:gd name="T34" fmla="*/ 101 w 101"/>
                <a:gd name="T35" fmla="*/ 50 h 99"/>
                <a:gd name="T36" fmla="*/ 74 w 101"/>
                <a:gd name="T37" fmla="*/ 6 h 99"/>
                <a:gd name="T38" fmla="*/ 75 w 101"/>
                <a:gd name="T39" fmla="*/ 13 h 99"/>
                <a:gd name="T40" fmla="*/ 71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1"/>
                  </a:moveTo>
                  <a:cubicBezTo>
                    <a:pt x="19" y="15"/>
                    <a:pt x="34" y="6"/>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1" name="Freeform 71">
              <a:extLst>
                <a:ext uri="{FF2B5EF4-FFF2-40B4-BE49-F238E27FC236}">
                  <a16:creationId xmlns:a16="http://schemas.microsoft.com/office/drawing/2014/main" id="{9B76EE03-014F-4AF4-BB9B-059C96206DD2}"/>
                </a:ext>
              </a:extLst>
            </p:cNvPr>
            <p:cNvSpPr>
              <a:spLocks noEditPoints="1"/>
            </p:cNvSpPr>
            <p:nvPr userDrawn="1"/>
          </p:nvSpPr>
          <p:spPr bwMode="auto">
            <a:xfrm>
              <a:off x="905371" y="115397"/>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1 w 23"/>
                <a:gd name="T39" fmla="*/ 16 h 22"/>
                <a:gd name="T40" fmla="*/ 23 w 23"/>
                <a:gd name="T41" fmla="*/ 11 h 22"/>
                <a:gd name="T42" fmla="*/ 16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2" name="Freeform 72">
              <a:extLst>
                <a:ext uri="{FF2B5EF4-FFF2-40B4-BE49-F238E27FC236}">
                  <a16:creationId xmlns:a16="http://schemas.microsoft.com/office/drawing/2014/main" id="{D32A6BE3-D914-4F98-A7E8-B70B55FA28DF}"/>
                </a:ext>
              </a:extLst>
            </p:cNvPr>
            <p:cNvSpPr>
              <a:spLocks noEditPoints="1"/>
            </p:cNvSpPr>
            <p:nvPr userDrawn="1"/>
          </p:nvSpPr>
          <p:spPr bwMode="auto">
            <a:xfrm>
              <a:off x="889315" y="141488"/>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6 w 17"/>
                <a:gd name="T19" fmla="*/ 7 h 17"/>
                <a:gd name="T20" fmla="*/ 9 w 17"/>
                <a:gd name="T21" fmla="*/ 0 h 17"/>
                <a:gd name="T22" fmla="*/ 1 w 17"/>
                <a:gd name="T23" fmla="*/ 5 h 17"/>
                <a:gd name="T24" fmla="*/ 1 w 17"/>
                <a:gd name="T25" fmla="*/ 5 h 17"/>
                <a:gd name="T26" fmla="*/ 0 w 17"/>
                <a:gd name="T27" fmla="*/ 9 h 17"/>
                <a:gd name="T28" fmla="*/ 5 w 17"/>
                <a:gd name="T29" fmla="*/ 16 h 17"/>
                <a:gd name="T30" fmla="*/ 9 w 17"/>
                <a:gd name="T31" fmla="*/ 17 h 17"/>
                <a:gd name="T32" fmla="*/ 17 w 17"/>
                <a:gd name="T33" fmla="*/ 12 h 17"/>
                <a:gd name="T34" fmla="*/ 17 w 17"/>
                <a:gd name="T35" fmla="*/ 9 h 17"/>
                <a:gd name="T36" fmla="*/ 13 w 17"/>
                <a:gd name="T37" fmla="*/ 1 h 17"/>
                <a:gd name="T38" fmla="*/ 9 w 17"/>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5"/>
                    <a:pt x="17" y="12"/>
                  </a:cubicBezTo>
                  <a:cubicBezTo>
                    <a:pt x="17" y="11"/>
                    <a:pt x="17" y="10"/>
                    <a:pt x="17" y="9"/>
                  </a:cubicBezTo>
                  <a:cubicBezTo>
                    <a:pt x="17"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3" name="Freeform 73">
              <a:extLst>
                <a:ext uri="{FF2B5EF4-FFF2-40B4-BE49-F238E27FC236}">
                  <a16:creationId xmlns:a16="http://schemas.microsoft.com/office/drawing/2014/main" id="{4B58C118-0FD2-4A17-9B72-0AB94E62005A}"/>
                </a:ext>
              </a:extLst>
            </p:cNvPr>
            <p:cNvSpPr>
              <a:spLocks noEditPoints="1"/>
            </p:cNvSpPr>
            <p:nvPr userDrawn="1"/>
          </p:nvSpPr>
          <p:spPr bwMode="auto">
            <a:xfrm>
              <a:off x="865232" y="143494"/>
              <a:ext cx="22077" cy="24083"/>
            </a:xfrm>
            <a:custGeom>
              <a:avLst/>
              <a:gdLst>
                <a:gd name="T0" fmla="*/ 6 w 15"/>
                <a:gd name="T1" fmla="*/ 7 h 15"/>
                <a:gd name="T2" fmla="*/ 6 w 15"/>
                <a:gd name="T3" fmla="*/ 6 h 15"/>
                <a:gd name="T4" fmla="*/ 6 w 15"/>
                <a:gd name="T5" fmla="*/ 7 h 15"/>
                <a:gd name="T6" fmla="*/ 6 w 15"/>
                <a:gd name="T7" fmla="*/ 7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6 w 15"/>
                <a:gd name="T23" fmla="*/ 7 h 15"/>
                <a:gd name="T24" fmla="*/ 6 w 15"/>
                <a:gd name="T25" fmla="*/ 7 h 15"/>
                <a:gd name="T26" fmla="*/ 6 w 15"/>
                <a:gd name="T27" fmla="*/ 7 h 15"/>
                <a:gd name="T28" fmla="*/ 6 w 15"/>
                <a:gd name="T29" fmla="*/ 7 h 15"/>
                <a:gd name="T30" fmla="*/ 7 w 15"/>
                <a:gd name="T31" fmla="*/ 0 h 15"/>
                <a:gd name="T32" fmla="*/ 1 w 15"/>
                <a:gd name="T33" fmla="*/ 4 h 15"/>
                <a:gd name="T34" fmla="*/ 1 w 15"/>
                <a:gd name="T35" fmla="*/ 4 h 15"/>
                <a:gd name="T36" fmla="*/ 1 w 15"/>
                <a:gd name="T37" fmla="*/ 4 h 15"/>
                <a:gd name="T38" fmla="*/ 1 w 15"/>
                <a:gd name="T39" fmla="*/ 4 h 15"/>
                <a:gd name="T40" fmla="*/ 1 w 15"/>
                <a:gd name="T41" fmla="*/ 4 h 15"/>
                <a:gd name="T42" fmla="*/ 1 w 15"/>
                <a:gd name="T43" fmla="*/ 4 h 15"/>
                <a:gd name="T44" fmla="*/ 0 w 15"/>
                <a:gd name="T45" fmla="*/ 7 h 15"/>
                <a:gd name="T46" fmla="*/ 4 w 15"/>
                <a:gd name="T47" fmla="*/ 14 h 15"/>
                <a:gd name="T48" fmla="*/ 7 w 15"/>
                <a:gd name="T49" fmla="*/ 15 h 15"/>
                <a:gd name="T50" fmla="*/ 7 w 15"/>
                <a:gd name="T51" fmla="*/ 15 h 15"/>
                <a:gd name="T52" fmla="*/ 14 w 15"/>
                <a:gd name="T53" fmla="*/ 11 h 15"/>
                <a:gd name="T54" fmla="*/ 15 w 15"/>
                <a:gd name="T55" fmla="*/ 7 h 15"/>
                <a:gd name="T56" fmla="*/ 11 w 15"/>
                <a:gd name="T57" fmla="*/ 0 h 15"/>
                <a:gd name="T58" fmla="*/ 7 w 15"/>
                <a:gd name="T59" fmla="*/ 0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6" y="6"/>
                    <a:pt x="6" y="6"/>
                  </a:cubicBezTo>
                  <a:cubicBezTo>
                    <a:pt x="6" y="7"/>
                    <a:pt x="6" y="7"/>
                    <a:pt x="6" y="7"/>
                  </a:cubicBezTo>
                  <a:cubicBezTo>
                    <a:pt x="6" y="7"/>
                    <a:pt x="6" y="7"/>
                    <a:pt x="6" y="7"/>
                  </a:cubicBezTo>
                  <a:moveTo>
                    <a:pt x="6" y="7"/>
                  </a:move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cubicBezTo>
                    <a:pt x="6" y="8"/>
                    <a:pt x="6" y="8"/>
                    <a:pt x="6" y="7"/>
                  </a:cubicBezTo>
                  <a:cubicBezTo>
                    <a:pt x="6" y="7"/>
                    <a:pt x="6" y="7"/>
                    <a:pt x="6" y="7"/>
                  </a:cubicBezTo>
                  <a:cubicBezTo>
                    <a:pt x="6" y="7"/>
                    <a:pt x="6" y="7"/>
                    <a:pt x="6" y="7"/>
                  </a:cubicBezTo>
                  <a:cubicBezTo>
                    <a:pt x="6" y="7"/>
                    <a:pt x="6" y="7"/>
                    <a:pt x="6" y="7"/>
                  </a:cubicBezTo>
                  <a:moveTo>
                    <a:pt x="7" y="0"/>
                  </a:moveTo>
                  <a:cubicBezTo>
                    <a:pt x="5" y="0"/>
                    <a:pt x="2" y="1"/>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4" name="Freeform 74">
              <a:extLst>
                <a:ext uri="{FF2B5EF4-FFF2-40B4-BE49-F238E27FC236}">
                  <a16:creationId xmlns:a16="http://schemas.microsoft.com/office/drawing/2014/main" id="{4B35AB54-82BE-4F6E-842F-FD9BAE7E0764}"/>
                </a:ext>
              </a:extLst>
            </p:cNvPr>
            <p:cNvSpPr>
              <a:spLocks noEditPoints="1"/>
            </p:cNvSpPr>
            <p:nvPr userDrawn="1"/>
          </p:nvSpPr>
          <p:spPr bwMode="auto">
            <a:xfrm>
              <a:off x="1399071" y="1357677"/>
              <a:ext cx="152525" cy="148512"/>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51 w 101"/>
                <a:gd name="T23" fmla="*/ 0 h 98"/>
                <a:gd name="T24" fmla="*/ 6 w 101"/>
                <a:gd name="T25" fmla="*/ 27 h 98"/>
                <a:gd name="T26" fmla="*/ 6 w 101"/>
                <a:gd name="T27" fmla="*/ 27 h 98"/>
                <a:gd name="T28" fmla="*/ 0 w 101"/>
                <a:gd name="T29" fmla="*/ 49 h 98"/>
                <a:gd name="T30" fmla="*/ 28 w 101"/>
                <a:gd name="T31" fmla="*/ 93 h 98"/>
                <a:gd name="T32" fmla="*/ 51 w 101"/>
                <a:gd name="T33" fmla="*/ 98 h 98"/>
                <a:gd name="T34" fmla="*/ 51 w 101"/>
                <a:gd name="T35" fmla="*/ 98 h 98"/>
                <a:gd name="T36" fmla="*/ 96 w 101"/>
                <a:gd name="T37" fmla="*/ 71 h 98"/>
                <a:gd name="T38" fmla="*/ 101 w 101"/>
                <a:gd name="T39" fmla="*/ 49 h 98"/>
                <a:gd name="T40" fmla="*/ 73 w 101"/>
                <a:gd name="T41" fmla="*/ 5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51" y="98"/>
                    <a:pt x="51" y="98"/>
                    <a:pt x="51" y="98"/>
                  </a:cubicBezTo>
                  <a:cubicBezTo>
                    <a:pt x="69" y="98"/>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5" name="Freeform 75">
              <a:extLst>
                <a:ext uri="{FF2B5EF4-FFF2-40B4-BE49-F238E27FC236}">
                  <a16:creationId xmlns:a16="http://schemas.microsoft.com/office/drawing/2014/main" id="{AAEC0F45-7DB8-413C-A44E-E3AA67CAC715}"/>
                </a:ext>
              </a:extLst>
            </p:cNvPr>
            <p:cNvSpPr>
              <a:spLocks noEditPoints="1"/>
            </p:cNvSpPr>
            <p:nvPr userDrawn="1"/>
          </p:nvSpPr>
          <p:spPr bwMode="auto">
            <a:xfrm>
              <a:off x="1395057" y="1484112"/>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22 w 23"/>
                <a:gd name="T37" fmla="*/ 16 h 22"/>
                <a:gd name="T38" fmla="*/ 23 w 23"/>
                <a:gd name="T39" fmla="*/ 11 h 22"/>
                <a:gd name="T40" fmla="*/ 17 w 23"/>
                <a:gd name="T41" fmla="*/ 1 h 22"/>
                <a:gd name="T42" fmla="*/ 12 w 23"/>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6" name="Freeform 76">
              <a:extLst>
                <a:ext uri="{FF2B5EF4-FFF2-40B4-BE49-F238E27FC236}">
                  <a16:creationId xmlns:a16="http://schemas.microsoft.com/office/drawing/2014/main" id="{5D7176DB-6BBD-4572-A100-0BC8D99A2DC0}"/>
                </a:ext>
              </a:extLst>
            </p:cNvPr>
            <p:cNvSpPr>
              <a:spLocks noEditPoints="1"/>
            </p:cNvSpPr>
            <p:nvPr userDrawn="1"/>
          </p:nvSpPr>
          <p:spPr bwMode="auto">
            <a:xfrm>
              <a:off x="1379002" y="1508195"/>
              <a:ext cx="26091" cy="26090"/>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9" y="0"/>
                    <a:pt x="9" y="0"/>
                    <a:pt x="9" y="0"/>
                  </a:cubicBez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7" name="Freeform 77">
              <a:extLst>
                <a:ext uri="{FF2B5EF4-FFF2-40B4-BE49-F238E27FC236}">
                  <a16:creationId xmlns:a16="http://schemas.microsoft.com/office/drawing/2014/main" id="{3F022FC2-5C6D-4D1C-B502-4D07AE9B2D2B}"/>
                </a:ext>
              </a:extLst>
            </p:cNvPr>
            <p:cNvSpPr>
              <a:spLocks noEditPoints="1"/>
            </p:cNvSpPr>
            <p:nvPr userDrawn="1"/>
          </p:nvSpPr>
          <p:spPr bwMode="auto">
            <a:xfrm>
              <a:off x="1354919" y="1512209"/>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8" name="Freeform 78">
              <a:extLst>
                <a:ext uri="{FF2B5EF4-FFF2-40B4-BE49-F238E27FC236}">
                  <a16:creationId xmlns:a16="http://schemas.microsoft.com/office/drawing/2014/main" id="{67089B9B-2D3D-4388-A3F7-953B1F9AE845}"/>
                </a:ext>
              </a:extLst>
            </p:cNvPr>
            <p:cNvSpPr>
              <a:spLocks noEditPoints="1"/>
            </p:cNvSpPr>
            <p:nvPr userDrawn="1"/>
          </p:nvSpPr>
          <p:spPr bwMode="auto">
            <a:xfrm>
              <a:off x="817066" y="1526258"/>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5 w 101"/>
                <a:gd name="T39" fmla="*/ 71 h 99"/>
                <a:gd name="T40" fmla="*/ 100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9" name="Freeform 79">
              <a:extLst>
                <a:ext uri="{FF2B5EF4-FFF2-40B4-BE49-F238E27FC236}">
                  <a16:creationId xmlns:a16="http://schemas.microsoft.com/office/drawing/2014/main" id="{33E79F0F-82E7-41CD-9AA0-CBE771DDA213}"/>
                </a:ext>
              </a:extLst>
            </p:cNvPr>
            <p:cNvSpPr>
              <a:spLocks noEditPoints="1"/>
            </p:cNvSpPr>
            <p:nvPr userDrawn="1"/>
          </p:nvSpPr>
          <p:spPr bwMode="auto">
            <a:xfrm>
              <a:off x="813053" y="1652693"/>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6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0" name="Freeform 80">
              <a:extLst>
                <a:ext uri="{FF2B5EF4-FFF2-40B4-BE49-F238E27FC236}">
                  <a16:creationId xmlns:a16="http://schemas.microsoft.com/office/drawing/2014/main" id="{A02E3539-254D-45B3-B175-5BBF4102125E}"/>
                </a:ext>
              </a:extLst>
            </p:cNvPr>
            <p:cNvSpPr>
              <a:spLocks noEditPoints="1"/>
            </p:cNvSpPr>
            <p:nvPr userDrawn="1"/>
          </p:nvSpPr>
          <p:spPr bwMode="auto">
            <a:xfrm>
              <a:off x="794990" y="1676776"/>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1" name="Freeform 81">
              <a:extLst>
                <a:ext uri="{FF2B5EF4-FFF2-40B4-BE49-F238E27FC236}">
                  <a16:creationId xmlns:a16="http://schemas.microsoft.com/office/drawing/2014/main" id="{F820BB7F-DD96-42DC-B582-3F5CA8976673}"/>
                </a:ext>
              </a:extLst>
            </p:cNvPr>
            <p:cNvSpPr>
              <a:spLocks noEditPoints="1"/>
            </p:cNvSpPr>
            <p:nvPr userDrawn="1"/>
          </p:nvSpPr>
          <p:spPr bwMode="auto">
            <a:xfrm>
              <a:off x="770907" y="1680789"/>
              <a:ext cx="22077"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7 h 15"/>
                <a:gd name="T42" fmla="*/ 11 w 15"/>
                <a:gd name="T43" fmla="*/ 1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2" name="Freeform 82">
              <a:extLst>
                <a:ext uri="{FF2B5EF4-FFF2-40B4-BE49-F238E27FC236}">
                  <a16:creationId xmlns:a16="http://schemas.microsoft.com/office/drawing/2014/main" id="{62664847-6A04-46DC-820D-80C6D0012D98}"/>
                </a:ext>
              </a:extLst>
            </p:cNvPr>
            <p:cNvSpPr>
              <a:spLocks noEditPoints="1"/>
            </p:cNvSpPr>
            <p:nvPr userDrawn="1"/>
          </p:nvSpPr>
          <p:spPr bwMode="auto">
            <a:xfrm>
              <a:off x="1858654" y="1104806"/>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3" name="Freeform 83">
              <a:extLst>
                <a:ext uri="{FF2B5EF4-FFF2-40B4-BE49-F238E27FC236}">
                  <a16:creationId xmlns:a16="http://schemas.microsoft.com/office/drawing/2014/main" id="{B3614BBD-279C-473A-888E-FC50068B6983}"/>
                </a:ext>
              </a:extLst>
            </p:cNvPr>
            <p:cNvSpPr>
              <a:spLocks noEditPoints="1"/>
            </p:cNvSpPr>
            <p:nvPr userDrawn="1"/>
          </p:nvSpPr>
          <p:spPr bwMode="auto">
            <a:xfrm>
              <a:off x="1842598" y="1213179"/>
              <a:ext cx="34118" cy="32111"/>
            </a:xfrm>
            <a:custGeom>
              <a:avLst/>
              <a:gdLst>
                <a:gd name="T0" fmla="*/ 11 w 22"/>
                <a:gd name="T1" fmla="*/ 16 h 22"/>
                <a:gd name="T2" fmla="*/ 8 w 22"/>
                <a:gd name="T3" fmla="*/ 15 h 22"/>
                <a:gd name="T4" fmla="*/ 6 w 22"/>
                <a:gd name="T5" fmla="*/ 11 h 22"/>
                <a:gd name="T6" fmla="*/ 7 w 22"/>
                <a:gd name="T7" fmla="*/ 8 h 22"/>
                <a:gd name="T8" fmla="*/ 5 w 22"/>
                <a:gd name="T9" fmla="*/ 6 h 22"/>
                <a:gd name="T10" fmla="*/ 7 w 22"/>
                <a:gd name="T11" fmla="*/ 8 h 22"/>
                <a:gd name="T12" fmla="*/ 11 w 22"/>
                <a:gd name="T13" fmla="*/ 6 h 22"/>
                <a:gd name="T14" fmla="*/ 14 w 22"/>
                <a:gd name="T15" fmla="*/ 7 h 22"/>
                <a:gd name="T16" fmla="*/ 16 w 22"/>
                <a:gd name="T17" fmla="*/ 11 h 22"/>
                <a:gd name="T18" fmla="*/ 15 w 22"/>
                <a:gd name="T19" fmla="*/ 14 h 22"/>
                <a:gd name="T20" fmla="*/ 11 w 22"/>
                <a:gd name="T21" fmla="*/ 16 h 22"/>
                <a:gd name="T22" fmla="*/ 11 w 22"/>
                <a:gd name="T23" fmla="*/ 0 h 22"/>
                <a:gd name="T24" fmla="*/ 11 w 22"/>
                <a:gd name="T25" fmla="*/ 0 h 22"/>
                <a:gd name="T26" fmla="*/ 11 w 22"/>
                <a:gd name="T27" fmla="*/ 0 h 22"/>
                <a:gd name="T28" fmla="*/ 3 w 22"/>
                <a:gd name="T29" fmla="*/ 5 h 22"/>
                <a:gd name="T30" fmla="*/ 3 w 22"/>
                <a:gd name="T31" fmla="*/ 5 h 22"/>
                <a:gd name="T32" fmla="*/ 0 w 22"/>
                <a:gd name="T33" fmla="*/ 11 h 22"/>
                <a:gd name="T34" fmla="*/ 5 w 22"/>
                <a:gd name="T35" fmla="*/ 19 h 22"/>
                <a:gd name="T36" fmla="*/ 11 w 22"/>
                <a:gd name="T37" fmla="*/ 22 h 22"/>
                <a:gd name="T38" fmla="*/ 11 w 22"/>
                <a:gd name="T39" fmla="*/ 22 h 22"/>
                <a:gd name="T40" fmla="*/ 11 w 22"/>
                <a:gd name="T41" fmla="*/ 22 h 22"/>
                <a:gd name="T42" fmla="*/ 20 w 22"/>
                <a:gd name="T43" fmla="*/ 17 h 22"/>
                <a:gd name="T44" fmla="*/ 22 w 22"/>
                <a:gd name="T45" fmla="*/ 11 h 22"/>
                <a:gd name="T46" fmla="*/ 17 w 22"/>
                <a:gd name="T47" fmla="*/ 3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1" y="16"/>
                  </a:moveTo>
                  <a:cubicBezTo>
                    <a:pt x="10" y="16"/>
                    <a:pt x="9" y="15"/>
                    <a:pt x="8" y="15"/>
                  </a:cubicBezTo>
                  <a:cubicBezTo>
                    <a:pt x="7" y="14"/>
                    <a:pt x="6" y="12"/>
                    <a:pt x="6" y="11"/>
                  </a:cubicBezTo>
                  <a:cubicBezTo>
                    <a:pt x="6" y="10"/>
                    <a:pt x="7" y="9"/>
                    <a:pt x="7" y="8"/>
                  </a:cubicBezTo>
                  <a:cubicBezTo>
                    <a:pt x="5" y="6"/>
                    <a:pt x="5" y="6"/>
                    <a:pt x="5" y="6"/>
                  </a:cubicBezTo>
                  <a:cubicBezTo>
                    <a:pt x="7" y="8"/>
                    <a:pt x="7" y="8"/>
                    <a:pt x="7" y="8"/>
                  </a:cubicBezTo>
                  <a:cubicBezTo>
                    <a:pt x="8" y="7"/>
                    <a:pt x="10" y="7"/>
                    <a:pt x="11" y="6"/>
                  </a:cubicBezTo>
                  <a:cubicBezTo>
                    <a:pt x="12" y="7"/>
                    <a:pt x="13" y="7"/>
                    <a:pt x="14" y="7"/>
                  </a:cubicBezTo>
                  <a:cubicBezTo>
                    <a:pt x="15" y="8"/>
                    <a:pt x="16" y="10"/>
                    <a:pt x="16" y="11"/>
                  </a:cubicBezTo>
                  <a:cubicBezTo>
                    <a:pt x="16" y="12"/>
                    <a:pt x="15" y="13"/>
                    <a:pt x="15" y="14"/>
                  </a:cubicBezTo>
                  <a:cubicBezTo>
                    <a:pt x="14" y="15"/>
                    <a:pt x="12" y="16"/>
                    <a:pt x="11" y="16"/>
                  </a:cubicBezTo>
                  <a:moveTo>
                    <a:pt x="11" y="0"/>
                  </a:moveTo>
                  <a:cubicBezTo>
                    <a:pt x="11" y="0"/>
                    <a:pt x="11" y="0"/>
                    <a:pt x="11" y="0"/>
                  </a:cubicBezTo>
                  <a:cubicBezTo>
                    <a:pt x="11" y="0"/>
                    <a:pt x="11" y="0"/>
                    <a:pt x="11" y="0"/>
                  </a:cubicBezTo>
                  <a:cubicBezTo>
                    <a:pt x="8" y="0"/>
                    <a:pt x="5" y="2"/>
                    <a:pt x="3" y="5"/>
                  </a:cubicBezTo>
                  <a:cubicBezTo>
                    <a:pt x="3" y="5"/>
                    <a:pt x="3" y="5"/>
                    <a:pt x="3" y="5"/>
                  </a:cubicBezTo>
                  <a:cubicBezTo>
                    <a:pt x="1" y="7"/>
                    <a:pt x="0" y="9"/>
                    <a:pt x="0" y="11"/>
                  </a:cubicBezTo>
                  <a:cubicBezTo>
                    <a:pt x="0" y="14"/>
                    <a:pt x="2" y="17"/>
                    <a:pt x="5" y="19"/>
                  </a:cubicBezTo>
                  <a:cubicBezTo>
                    <a:pt x="7" y="21"/>
                    <a:pt x="9" y="22"/>
                    <a:pt x="11" y="22"/>
                  </a:cubicBezTo>
                  <a:cubicBezTo>
                    <a:pt x="11" y="22"/>
                    <a:pt x="11" y="22"/>
                    <a:pt x="11" y="22"/>
                  </a:cubicBezTo>
                  <a:cubicBezTo>
                    <a:pt x="11" y="22"/>
                    <a:pt x="11" y="22"/>
                    <a:pt x="11" y="22"/>
                  </a:cubicBezTo>
                  <a:cubicBezTo>
                    <a:pt x="14" y="22"/>
                    <a:pt x="17" y="20"/>
                    <a:pt x="20" y="17"/>
                  </a:cubicBezTo>
                  <a:cubicBezTo>
                    <a:pt x="21" y="16"/>
                    <a:pt x="22" y="13"/>
                    <a:pt x="22" y="11"/>
                  </a:cubicBezTo>
                  <a:cubicBezTo>
                    <a:pt x="22" y="8"/>
                    <a:pt x="20" y="5"/>
                    <a:pt x="17" y="3"/>
                  </a:cubicBezTo>
                  <a:cubicBezTo>
                    <a:pt x="16"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4" name="Freeform 84">
              <a:extLst>
                <a:ext uri="{FF2B5EF4-FFF2-40B4-BE49-F238E27FC236}">
                  <a16:creationId xmlns:a16="http://schemas.microsoft.com/office/drawing/2014/main" id="{7A46EFDC-A257-4B6B-9589-5323CB79B36D}"/>
                </a:ext>
              </a:extLst>
            </p:cNvPr>
            <p:cNvSpPr>
              <a:spLocks noEditPoints="1"/>
            </p:cNvSpPr>
            <p:nvPr userDrawn="1"/>
          </p:nvSpPr>
          <p:spPr bwMode="auto">
            <a:xfrm>
              <a:off x="1822529" y="1233248"/>
              <a:ext cx="26091" cy="26090"/>
            </a:xfrm>
            <a:custGeom>
              <a:avLst/>
              <a:gdLst>
                <a:gd name="T0" fmla="*/ 9 w 17"/>
                <a:gd name="T1" fmla="*/ 11 h 17"/>
                <a:gd name="T2" fmla="*/ 7 w 17"/>
                <a:gd name="T3" fmla="*/ 10 h 17"/>
                <a:gd name="T4" fmla="*/ 6 w 17"/>
                <a:gd name="T5" fmla="*/ 8 h 17"/>
                <a:gd name="T6" fmla="*/ 7 w 17"/>
                <a:gd name="T7" fmla="*/ 7 h 17"/>
                <a:gd name="T8" fmla="*/ 4 w 17"/>
                <a:gd name="T9" fmla="*/ 5 h 17"/>
                <a:gd name="T10" fmla="*/ 7 w 17"/>
                <a:gd name="T11" fmla="*/ 7 h 17"/>
                <a:gd name="T12" fmla="*/ 9 w 17"/>
                <a:gd name="T13" fmla="*/ 6 h 17"/>
                <a:gd name="T14" fmla="*/ 10 w 17"/>
                <a:gd name="T15" fmla="*/ 6 h 17"/>
                <a:gd name="T16" fmla="*/ 11 w 17"/>
                <a:gd name="T17" fmla="*/ 8 h 17"/>
                <a:gd name="T18" fmla="*/ 11 w 17"/>
                <a:gd name="T19" fmla="*/ 10 h 17"/>
                <a:gd name="T20" fmla="*/ 9 w 17"/>
                <a:gd name="T21" fmla="*/ 11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9 w 17"/>
                <a:gd name="T41" fmla="*/ 17 h 17"/>
                <a:gd name="T42" fmla="*/ 15 w 17"/>
                <a:gd name="T43" fmla="*/ 13 h 17"/>
                <a:gd name="T44" fmla="*/ 17 w 17"/>
                <a:gd name="T45" fmla="*/ 8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9" y="11"/>
                  </a:moveTo>
                  <a:cubicBezTo>
                    <a:pt x="8" y="11"/>
                    <a:pt x="8" y="10"/>
                    <a:pt x="7" y="10"/>
                  </a:cubicBezTo>
                  <a:cubicBezTo>
                    <a:pt x="7" y="10"/>
                    <a:pt x="6" y="9"/>
                    <a:pt x="6" y="8"/>
                  </a:cubicBezTo>
                  <a:cubicBezTo>
                    <a:pt x="6" y="8"/>
                    <a:pt x="6" y="7"/>
                    <a:pt x="7" y="7"/>
                  </a:cubicBezTo>
                  <a:cubicBezTo>
                    <a:pt x="4" y="5"/>
                    <a:pt x="4" y="5"/>
                    <a:pt x="4" y="5"/>
                  </a:cubicBezTo>
                  <a:cubicBezTo>
                    <a:pt x="7" y="7"/>
                    <a:pt x="7" y="7"/>
                    <a:pt x="7" y="7"/>
                  </a:cubicBezTo>
                  <a:cubicBezTo>
                    <a:pt x="7" y="6"/>
                    <a:pt x="8" y="6"/>
                    <a:pt x="9" y="6"/>
                  </a:cubicBezTo>
                  <a:cubicBezTo>
                    <a:pt x="9" y="6"/>
                    <a:pt x="10" y="6"/>
                    <a:pt x="10" y="6"/>
                  </a:cubicBezTo>
                  <a:cubicBezTo>
                    <a:pt x="11" y="7"/>
                    <a:pt x="11" y="8"/>
                    <a:pt x="11" y="8"/>
                  </a:cubicBezTo>
                  <a:cubicBezTo>
                    <a:pt x="11" y="9"/>
                    <a:pt x="11" y="9"/>
                    <a:pt x="11" y="10"/>
                  </a:cubicBezTo>
                  <a:cubicBezTo>
                    <a:pt x="10" y="10"/>
                    <a:pt x="9" y="11"/>
                    <a:pt x="9" y="11"/>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9" y="17"/>
                    <a:pt x="9" y="17"/>
                    <a:pt x="9" y="17"/>
                  </a:cubicBezTo>
                  <a:cubicBezTo>
                    <a:pt x="11" y="17"/>
                    <a:pt x="14" y="15"/>
                    <a:pt x="15" y="13"/>
                  </a:cubicBezTo>
                  <a:cubicBezTo>
                    <a:pt x="16" y="12"/>
                    <a:pt x="17" y="10"/>
                    <a:pt x="17" y="8"/>
                  </a:cubicBezTo>
                  <a:cubicBezTo>
                    <a:pt x="17" y="6"/>
                    <a:pt x="16" y="3"/>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5" name="Freeform 85">
              <a:extLst>
                <a:ext uri="{FF2B5EF4-FFF2-40B4-BE49-F238E27FC236}">
                  <a16:creationId xmlns:a16="http://schemas.microsoft.com/office/drawing/2014/main" id="{8D8D753E-3AB4-4120-9131-1346F1F478F5}"/>
                </a:ext>
              </a:extLst>
            </p:cNvPr>
            <p:cNvSpPr>
              <a:spLocks noEditPoints="1"/>
            </p:cNvSpPr>
            <p:nvPr userDrawn="1"/>
          </p:nvSpPr>
          <p:spPr bwMode="auto">
            <a:xfrm>
              <a:off x="1800454" y="1231241"/>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7 w 15"/>
                <a:gd name="T37" fmla="*/ 14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7" y="14"/>
                    <a:pt x="7" y="14"/>
                    <a:pt x="7" y="14"/>
                  </a:cubicBezTo>
                  <a:cubicBezTo>
                    <a:pt x="10" y="14"/>
                    <a:pt x="12" y="13"/>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6" name="Freeform 86">
              <a:extLst>
                <a:ext uri="{FF2B5EF4-FFF2-40B4-BE49-F238E27FC236}">
                  <a16:creationId xmlns:a16="http://schemas.microsoft.com/office/drawing/2014/main" id="{17926DF5-10A5-4502-8F0F-687D6F1CB9B2}"/>
                </a:ext>
              </a:extLst>
            </p:cNvPr>
            <p:cNvSpPr>
              <a:spLocks noEditPoints="1"/>
            </p:cNvSpPr>
            <p:nvPr userDrawn="1"/>
          </p:nvSpPr>
          <p:spPr bwMode="auto">
            <a:xfrm>
              <a:off x="696652" y="-308061"/>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7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3 w 241"/>
                <a:gd name="T83" fmla="*/ 143 h 203"/>
                <a:gd name="T84" fmla="*/ 53 w 241"/>
                <a:gd name="T85" fmla="*/ 167 h 203"/>
                <a:gd name="T86" fmla="*/ 115 w 241"/>
                <a:gd name="T87" fmla="*/ 169 h 203"/>
                <a:gd name="T88" fmla="*/ 134 w 241"/>
                <a:gd name="T89" fmla="*/ 151 h 203"/>
                <a:gd name="T90" fmla="*/ 152 w 241"/>
                <a:gd name="T91" fmla="*/ 160 h 203"/>
                <a:gd name="T92" fmla="*/ 175 w 241"/>
                <a:gd name="T93" fmla="*/ 157 h 203"/>
                <a:gd name="T94" fmla="*/ 213 w 241"/>
                <a:gd name="T95" fmla="*/ 202 h 203"/>
                <a:gd name="T96" fmla="*/ 214 w 241"/>
                <a:gd name="T97" fmla="*/ 191 h 203"/>
                <a:gd name="T98" fmla="*/ 205 w 241"/>
                <a:gd name="T99" fmla="*/ 124 h 203"/>
                <a:gd name="T100" fmla="*/ 222 w 241"/>
                <a:gd name="T101" fmla="*/ 104 h 203"/>
                <a:gd name="T102" fmla="*/ 237 w 241"/>
                <a:gd name="T103" fmla="*/ 65 h 203"/>
                <a:gd name="T104" fmla="*/ 218 w 241"/>
                <a:gd name="T105" fmla="*/ 54 h 203"/>
                <a:gd name="T106" fmla="*/ 207 w 241"/>
                <a:gd name="T107" fmla="*/ 53 h 203"/>
                <a:gd name="T108" fmla="*/ 207 w 241"/>
                <a:gd name="T109" fmla="*/ 39 h 203"/>
                <a:gd name="T110" fmla="*/ 200 w 241"/>
                <a:gd name="T111" fmla="*/ 7 h 203"/>
                <a:gd name="T112" fmla="*/ 195 w 241"/>
                <a:gd name="T113" fmla="*/ 5 h 203"/>
                <a:gd name="T114" fmla="*/ 174 w 241"/>
                <a:gd name="T115" fmla="*/ 2 h 203"/>
                <a:gd name="T116" fmla="*/ 122 w 241"/>
                <a:gd name="T117" fmla="*/ 5 h 203"/>
                <a:gd name="T118" fmla="*/ 120 w 241"/>
                <a:gd name="T119" fmla="*/ 7 h 203"/>
                <a:gd name="T120" fmla="*/ 117 w 241"/>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7"/>
                  </a:cubicBezTo>
                  <a:cubicBezTo>
                    <a:pt x="175" y="150"/>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7" name="Freeform 87">
              <a:extLst>
                <a:ext uri="{FF2B5EF4-FFF2-40B4-BE49-F238E27FC236}">
                  <a16:creationId xmlns:a16="http://schemas.microsoft.com/office/drawing/2014/main" id="{F9314E41-280A-4816-8BDB-548E616411F9}"/>
                </a:ext>
              </a:extLst>
            </p:cNvPr>
            <p:cNvSpPr>
              <a:spLocks/>
            </p:cNvSpPr>
            <p:nvPr userDrawn="1"/>
          </p:nvSpPr>
          <p:spPr bwMode="auto">
            <a:xfrm>
              <a:off x="724749" y="-119411"/>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8" name="Freeform 88">
              <a:extLst>
                <a:ext uri="{FF2B5EF4-FFF2-40B4-BE49-F238E27FC236}">
                  <a16:creationId xmlns:a16="http://schemas.microsoft.com/office/drawing/2014/main" id="{FBB1008D-F048-4766-A609-C5633E00E13D}"/>
                </a:ext>
              </a:extLst>
            </p:cNvPr>
            <p:cNvSpPr>
              <a:spLocks/>
            </p:cNvSpPr>
            <p:nvPr userDrawn="1"/>
          </p:nvSpPr>
          <p:spPr bwMode="auto">
            <a:xfrm>
              <a:off x="1017758" y="-3010"/>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9" name="Freeform 89">
              <a:extLst>
                <a:ext uri="{FF2B5EF4-FFF2-40B4-BE49-F238E27FC236}">
                  <a16:creationId xmlns:a16="http://schemas.microsoft.com/office/drawing/2014/main" id="{C4057D8D-756E-4F2D-955D-0BE2C4EAD3BC}"/>
                </a:ext>
              </a:extLst>
            </p:cNvPr>
            <p:cNvSpPr>
              <a:spLocks noEditPoints="1"/>
            </p:cNvSpPr>
            <p:nvPr userDrawn="1"/>
          </p:nvSpPr>
          <p:spPr bwMode="auto">
            <a:xfrm>
              <a:off x="331394" y="1512209"/>
              <a:ext cx="361244" cy="315086"/>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3 w 240"/>
                <a:gd name="T81" fmla="*/ 143 h 209"/>
                <a:gd name="T82" fmla="*/ 53 w 240"/>
                <a:gd name="T83" fmla="*/ 166 h 209"/>
                <a:gd name="T84" fmla="*/ 115 w 240"/>
                <a:gd name="T85" fmla="*/ 168 h 209"/>
                <a:gd name="T86" fmla="*/ 134 w 240"/>
                <a:gd name="T87" fmla="*/ 151 h 209"/>
                <a:gd name="T88" fmla="*/ 152 w 240"/>
                <a:gd name="T89" fmla="*/ 160 h 209"/>
                <a:gd name="T90" fmla="*/ 175 w 240"/>
                <a:gd name="T91" fmla="*/ 157 h 209"/>
                <a:gd name="T92" fmla="*/ 217 w 240"/>
                <a:gd name="T93" fmla="*/ 209 h 209"/>
                <a:gd name="T94" fmla="*/ 204 w 240"/>
                <a:gd name="T95" fmla="*/ 123 h 209"/>
                <a:gd name="T96" fmla="*/ 204 w 240"/>
                <a:gd name="T97" fmla="*/ 123 h 209"/>
                <a:gd name="T98" fmla="*/ 207 w 240"/>
                <a:gd name="T99" fmla="*/ 111 h 209"/>
                <a:gd name="T100" fmla="*/ 240 w 240"/>
                <a:gd name="T101" fmla="*/ 80 h 209"/>
                <a:gd name="T102" fmla="*/ 228 w 240"/>
                <a:gd name="T103" fmla="*/ 55 h 209"/>
                <a:gd name="T104" fmla="*/ 215 w 240"/>
                <a:gd name="T105" fmla="*/ 53 h 209"/>
                <a:gd name="T106" fmla="*/ 204 w 240"/>
                <a:gd name="T107" fmla="*/ 48 h 209"/>
                <a:gd name="T108" fmla="*/ 207 w 240"/>
                <a:gd name="T109" fmla="*/ 14 h 209"/>
                <a:gd name="T110" fmla="*/ 195 w 240"/>
                <a:gd name="T111" fmla="*/ 4 h 209"/>
                <a:gd name="T112" fmla="*/ 190 w 240"/>
                <a:gd name="T113" fmla="*/ 2 h 209"/>
                <a:gd name="T114" fmla="*/ 123 w 240"/>
                <a:gd name="T115" fmla="*/ 3 h 209"/>
                <a:gd name="T116" fmla="*/ 121 w 240"/>
                <a:gd name="T117" fmla="*/ 5 h 209"/>
                <a:gd name="T118" fmla="*/ 119 w 240"/>
                <a:gd name="T119" fmla="*/ 5 h 209"/>
                <a:gd name="T120" fmla="*/ 105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8"/>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0" name="Freeform 90">
              <a:extLst>
                <a:ext uri="{FF2B5EF4-FFF2-40B4-BE49-F238E27FC236}">
                  <a16:creationId xmlns:a16="http://schemas.microsoft.com/office/drawing/2014/main" id="{FAEAA2BF-F96E-4355-BF54-CCEF119C963A}"/>
                </a:ext>
              </a:extLst>
            </p:cNvPr>
            <p:cNvSpPr>
              <a:spLocks noEditPoints="1"/>
            </p:cNvSpPr>
            <p:nvPr userDrawn="1"/>
          </p:nvSpPr>
          <p:spPr bwMode="auto">
            <a:xfrm>
              <a:off x="1485368" y="-406400"/>
              <a:ext cx="361244" cy="315086"/>
            </a:xfrm>
            <a:custGeom>
              <a:avLst/>
              <a:gdLst>
                <a:gd name="T0" fmla="*/ 217 w 240"/>
                <a:gd name="T1" fmla="*/ 210 h 210"/>
                <a:gd name="T2" fmla="*/ 214 w 240"/>
                <a:gd name="T3" fmla="*/ 190 h 210"/>
                <a:gd name="T4" fmla="*/ 214 w 240"/>
                <a:gd name="T5" fmla="*/ 190 h 210"/>
                <a:gd name="T6" fmla="*/ 112 w 240"/>
                <a:gd name="T7" fmla="*/ 7 h 210"/>
                <a:gd name="T8" fmla="*/ 116 w 240"/>
                <a:gd name="T9" fmla="*/ 11 h 210"/>
                <a:gd name="T10" fmla="*/ 123 w 240"/>
                <a:gd name="T11" fmla="*/ 12 h 210"/>
                <a:gd name="T12" fmla="*/ 174 w 240"/>
                <a:gd name="T13" fmla="*/ 8 h 210"/>
                <a:gd name="T14" fmla="*/ 190 w 240"/>
                <a:gd name="T15" fmla="*/ 9 h 210"/>
                <a:gd name="T16" fmla="*/ 196 w 240"/>
                <a:gd name="T17" fmla="*/ 12 h 210"/>
                <a:gd name="T18" fmla="*/ 201 w 240"/>
                <a:gd name="T19" fmla="*/ 37 h 210"/>
                <a:gd name="T20" fmla="*/ 203 w 240"/>
                <a:gd name="T21" fmla="*/ 58 h 210"/>
                <a:gd name="T22" fmla="*/ 218 w 240"/>
                <a:gd name="T23" fmla="*/ 60 h 210"/>
                <a:gd name="T24" fmla="*/ 226 w 240"/>
                <a:gd name="T25" fmla="*/ 61 h 210"/>
                <a:gd name="T26" fmla="*/ 232 w 240"/>
                <a:gd name="T27" fmla="*/ 91 h 210"/>
                <a:gd name="T28" fmla="*/ 198 w 240"/>
                <a:gd name="T29" fmla="*/ 120 h 210"/>
                <a:gd name="T30" fmla="*/ 182 w 240"/>
                <a:gd name="T31" fmla="*/ 125 h 210"/>
                <a:gd name="T32" fmla="*/ 177 w 240"/>
                <a:gd name="T33" fmla="*/ 147 h 210"/>
                <a:gd name="T34" fmla="*/ 158 w 240"/>
                <a:gd name="T35" fmla="*/ 155 h 210"/>
                <a:gd name="T36" fmla="*/ 140 w 240"/>
                <a:gd name="T37" fmla="*/ 147 h 210"/>
                <a:gd name="T38" fmla="*/ 128 w 240"/>
                <a:gd name="T39" fmla="*/ 148 h 210"/>
                <a:gd name="T40" fmla="*/ 121 w 240"/>
                <a:gd name="T41" fmla="*/ 159 h 210"/>
                <a:gd name="T42" fmla="*/ 78 w 240"/>
                <a:gd name="T43" fmla="*/ 171 h 210"/>
                <a:gd name="T44" fmla="*/ 57 w 240"/>
                <a:gd name="T45" fmla="*/ 158 h 210"/>
                <a:gd name="T46" fmla="*/ 56 w 240"/>
                <a:gd name="T47" fmla="*/ 131 h 210"/>
                <a:gd name="T48" fmla="*/ 17 w 240"/>
                <a:gd name="T49" fmla="*/ 120 h 210"/>
                <a:gd name="T50" fmla="*/ 19 w 240"/>
                <a:gd name="T51" fmla="*/ 86 h 210"/>
                <a:gd name="T52" fmla="*/ 28 w 240"/>
                <a:gd name="T53" fmla="*/ 78 h 210"/>
                <a:gd name="T54" fmla="*/ 23 w 240"/>
                <a:gd name="T55" fmla="*/ 55 h 210"/>
                <a:gd name="T56" fmla="*/ 41 w 240"/>
                <a:gd name="T57" fmla="*/ 11 h 210"/>
                <a:gd name="T58" fmla="*/ 68 w 240"/>
                <a:gd name="T59" fmla="*/ 22 h 210"/>
                <a:gd name="T60" fmla="*/ 82 w 240"/>
                <a:gd name="T61" fmla="*/ 9 h 210"/>
                <a:gd name="T62" fmla="*/ 106 w 240"/>
                <a:gd name="T63" fmla="*/ 6 h 210"/>
                <a:gd name="T64" fmla="*/ 76 w 240"/>
                <a:gd name="T65" fmla="*/ 4 h 210"/>
                <a:gd name="T66" fmla="*/ 75 w 240"/>
                <a:gd name="T67" fmla="*/ 11 h 210"/>
                <a:gd name="T68" fmla="*/ 68 w 240"/>
                <a:gd name="T69" fmla="*/ 16 h 210"/>
                <a:gd name="T70" fmla="*/ 41 w 240"/>
                <a:gd name="T71" fmla="*/ 5 h 210"/>
                <a:gd name="T72" fmla="*/ 17 w 240"/>
                <a:gd name="T73" fmla="*/ 55 h 210"/>
                <a:gd name="T74" fmla="*/ 22 w 240"/>
                <a:gd name="T75" fmla="*/ 78 h 210"/>
                <a:gd name="T76" fmla="*/ 7 w 240"/>
                <a:gd name="T77" fmla="*/ 85 h 210"/>
                <a:gd name="T78" fmla="*/ 13 w 240"/>
                <a:gd name="T79" fmla="*/ 125 h 210"/>
                <a:gd name="T80" fmla="*/ 17 w 240"/>
                <a:gd name="T81" fmla="*/ 126 h 210"/>
                <a:gd name="T82" fmla="*/ 45 w 240"/>
                <a:gd name="T83" fmla="*/ 129 h 210"/>
                <a:gd name="T84" fmla="*/ 52 w 240"/>
                <a:gd name="T85" fmla="*/ 152 h 210"/>
                <a:gd name="T86" fmla="*/ 64 w 240"/>
                <a:gd name="T87" fmla="*/ 175 h 210"/>
                <a:gd name="T88" fmla="*/ 128 w 240"/>
                <a:gd name="T89" fmla="*/ 161 h 210"/>
                <a:gd name="T90" fmla="*/ 141 w 240"/>
                <a:gd name="T91" fmla="*/ 155 h 210"/>
                <a:gd name="T92" fmla="*/ 153 w 240"/>
                <a:gd name="T93" fmla="*/ 161 h 210"/>
                <a:gd name="T94" fmla="*/ 182 w 240"/>
                <a:gd name="T95" fmla="*/ 151 h 210"/>
                <a:gd name="T96" fmla="*/ 215 w 240"/>
                <a:gd name="T97" fmla="*/ 194 h 210"/>
                <a:gd name="T98" fmla="*/ 205 w 240"/>
                <a:gd name="T99" fmla="*/ 124 h 210"/>
                <a:gd name="T100" fmla="*/ 207 w 240"/>
                <a:gd name="T101" fmla="*/ 112 h 210"/>
                <a:gd name="T102" fmla="*/ 240 w 240"/>
                <a:gd name="T103" fmla="*/ 81 h 210"/>
                <a:gd name="T104" fmla="*/ 228 w 240"/>
                <a:gd name="T105" fmla="*/ 55 h 210"/>
                <a:gd name="T106" fmla="*/ 215 w 240"/>
                <a:gd name="T107" fmla="*/ 54 h 210"/>
                <a:gd name="T108" fmla="*/ 204 w 240"/>
                <a:gd name="T109" fmla="*/ 48 h 210"/>
                <a:gd name="T110" fmla="*/ 207 w 240"/>
                <a:gd name="T111" fmla="*/ 15 h 210"/>
                <a:gd name="T112" fmla="*/ 195 w 240"/>
                <a:gd name="T113" fmla="*/ 5 h 210"/>
                <a:gd name="T114" fmla="*/ 190 w 240"/>
                <a:gd name="T115" fmla="*/ 3 h 210"/>
                <a:gd name="T116" fmla="*/ 123 w 240"/>
                <a:gd name="T117" fmla="*/ 4 h 210"/>
                <a:gd name="T118" fmla="*/ 121 w 240"/>
                <a:gd name="T119" fmla="*/ 6 h 210"/>
                <a:gd name="T120" fmla="*/ 119 w 240"/>
                <a:gd name="T121" fmla="*/ 6 h 210"/>
                <a:gd name="T122" fmla="*/ 106 w 240"/>
                <a:gd name="T1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10">
                  <a:moveTo>
                    <a:pt x="216" y="200"/>
                  </a:moveTo>
                  <a:cubicBezTo>
                    <a:pt x="214" y="200"/>
                    <a:pt x="213" y="200"/>
                    <a:pt x="212" y="200"/>
                  </a:cubicBezTo>
                  <a:cubicBezTo>
                    <a:pt x="217" y="210"/>
                    <a:pt x="217" y="210"/>
                    <a:pt x="217" y="210"/>
                  </a:cubicBezTo>
                  <a:cubicBezTo>
                    <a:pt x="216" y="200"/>
                    <a:pt x="216" y="200"/>
                    <a:pt x="216" y="200"/>
                  </a:cubicBezTo>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3" y="8"/>
                  </a:cubicBezTo>
                  <a:cubicBezTo>
                    <a:pt x="114" y="8"/>
                    <a:pt x="114" y="8"/>
                    <a:pt x="114" y="8"/>
                  </a:cubicBezTo>
                  <a:cubicBezTo>
                    <a:pt x="114" y="9"/>
                    <a:pt x="115" y="10"/>
                    <a:pt x="116" y="11"/>
                  </a:cubicBezTo>
                  <a:cubicBezTo>
                    <a:pt x="117" y="12"/>
                    <a:pt x="118" y="13"/>
                    <a:pt x="120" y="13"/>
                  </a:cubicBezTo>
                  <a:cubicBezTo>
                    <a:pt x="120" y="13"/>
                    <a:pt x="120" y="13"/>
                    <a:pt x="120" y="13"/>
                  </a:cubicBezTo>
                  <a:cubicBezTo>
                    <a:pt x="121" y="13"/>
                    <a:pt x="122" y="12"/>
                    <a:pt x="123" y="12"/>
                  </a:cubicBezTo>
                  <a:cubicBezTo>
                    <a:pt x="124" y="11"/>
                    <a:pt x="125" y="10"/>
                    <a:pt x="126" y="10"/>
                  </a:cubicBezTo>
                  <a:cubicBezTo>
                    <a:pt x="127" y="10"/>
                    <a:pt x="128" y="9"/>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1"/>
                    <a:pt x="198" y="45"/>
                    <a:pt x="198" y="48"/>
                  </a:cubicBezTo>
                  <a:cubicBezTo>
                    <a:pt x="198" y="51"/>
                    <a:pt x="199" y="53"/>
                    <a:pt x="200" y="55"/>
                  </a:cubicBezTo>
                  <a:cubicBezTo>
                    <a:pt x="201" y="56"/>
                    <a:pt x="202" y="57"/>
                    <a:pt x="203" y="58"/>
                  </a:cubicBezTo>
                  <a:cubicBezTo>
                    <a:pt x="205" y="59"/>
                    <a:pt x="207" y="59"/>
                    <a:pt x="209" y="59"/>
                  </a:cubicBezTo>
                  <a:cubicBezTo>
                    <a:pt x="211" y="60"/>
                    <a:pt x="213" y="60"/>
                    <a:pt x="215" y="60"/>
                  </a:cubicBezTo>
                  <a:cubicBezTo>
                    <a:pt x="216" y="60"/>
                    <a:pt x="217" y="60"/>
                    <a:pt x="218" y="60"/>
                  </a:cubicBezTo>
                  <a:cubicBezTo>
                    <a:pt x="218" y="60"/>
                    <a:pt x="218" y="60"/>
                    <a:pt x="218" y="60"/>
                  </a:cubicBezTo>
                  <a:cubicBezTo>
                    <a:pt x="218" y="60"/>
                    <a:pt x="219" y="60"/>
                    <a:pt x="219" y="60"/>
                  </a:cubicBezTo>
                  <a:cubicBezTo>
                    <a:pt x="222" y="60"/>
                    <a:pt x="224" y="60"/>
                    <a:pt x="226" y="61"/>
                  </a:cubicBezTo>
                  <a:cubicBezTo>
                    <a:pt x="226" y="61"/>
                    <a:pt x="227" y="62"/>
                    <a:pt x="228" y="63"/>
                  </a:cubicBezTo>
                  <a:cubicBezTo>
                    <a:pt x="231" y="67"/>
                    <a:pt x="235" y="74"/>
                    <a:pt x="234" y="81"/>
                  </a:cubicBezTo>
                  <a:cubicBezTo>
                    <a:pt x="234"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8" y="132"/>
                    <a:pt x="179" y="136"/>
                    <a:pt x="179" y="139"/>
                  </a:cubicBezTo>
                  <a:cubicBezTo>
                    <a:pt x="179" y="143"/>
                    <a:pt x="178" y="145"/>
                    <a:pt x="177" y="147"/>
                  </a:cubicBezTo>
                  <a:cubicBezTo>
                    <a:pt x="175" y="150"/>
                    <a:pt x="172" y="152"/>
                    <a:pt x="169" y="153"/>
                  </a:cubicBezTo>
                  <a:cubicBezTo>
                    <a:pt x="165" y="155"/>
                    <a:pt x="161" y="155"/>
                    <a:pt x="158" y="155"/>
                  </a:cubicBezTo>
                  <a:cubicBezTo>
                    <a:pt x="158" y="155"/>
                    <a:pt x="158" y="155"/>
                    <a:pt x="158" y="155"/>
                  </a:cubicBezTo>
                  <a:cubicBezTo>
                    <a:pt x="157" y="155"/>
                    <a:pt x="156" y="155"/>
                    <a:pt x="155" y="155"/>
                  </a:cubicBezTo>
                  <a:cubicBezTo>
                    <a:pt x="155" y="155"/>
                    <a:pt x="154" y="155"/>
                    <a:pt x="154" y="155"/>
                  </a:cubicBezTo>
                  <a:cubicBezTo>
                    <a:pt x="150" y="152"/>
                    <a:pt x="145" y="149"/>
                    <a:pt x="140" y="147"/>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5"/>
                    <a:pt x="93" y="171"/>
                    <a:pt x="78" y="171"/>
                  </a:cubicBezTo>
                  <a:cubicBezTo>
                    <a:pt x="78" y="171"/>
                    <a:pt x="78" y="171"/>
                    <a:pt x="78" y="171"/>
                  </a:cubicBezTo>
                  <a:cubicBezTo>
                    <a:pt x="78" y="171"/>
                    <a:pt x="78" y="171"/>
                    <a:pt x="78" y="171"/>
                  </a:cubicBezTo>
                  <a:cubicBezTo>
                    <a:pt x="72" y="171"/>
                    <a:pt x="66" y="170"/>
                    <a:pt x="63" y="168"/>
                  </a:cubicBezTo>
                  <a:cubicBezTo>
                    <a:pt x="61" y="167"/>
                    <a:pt x="59"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3" y="121"/>
                  </a:cubicBezTo>
                  <a:cubicBezTo>
                    <a:pt x="39" y="120"/>
                    <a:pt x="33" y="119"/>
                    <a:pt x="29" y="119"/>
                  </a:cubicBezTo>
                  <a:cubicBezTo>
                    <a:pt x="24" y="119"/>
                    <a:pt x="19" y="120"/>
                    <a:pt x="17" y="120"/>
                  </a:cubicBezTo>
                  <a:cubicBezTo>
                    <a:pt x="9" y="109"/>
                    <a:pt x="6" y="102"/>
                    <a:pt x="6" y="97"/>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5" y="12"/>
                    <a:pt x="48" y="14"/>
                  </a:cubicBezTo>
                  <a:cubicBezTo>
                    <a:pt x="56" y="19"/>
                    <a:pt x="63" y="21"/>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6"/>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37" y="5"/>
                    <a:pt x="33" y="7"/>
                    <a:pt x="30" y="11"/>
                  </a:cubicBezTo>
                  <a:cubicBezTo>
                    <a:pt x="25" y="15"/>
                    <a:pt x="22" y="23"/>
                    <a:pt x="20" y="30"/>
                  </a:cubicBezTo>
                  <a:cubicBezTo>
                    <a:pt x="18" y="38"/>
                    <a:pt x="17" y="47"/>
                    <a:pt x="17" y="55"/>
                  </a:cubicBezTo>
                  <a:cubicBezTo>
                    <a:pt x="17" y="59"/>
                    <a:pt x="17" y="63"/>
                    <a:pt x="18" y="67"/>
                  </a:cubicBezTo>
                  <a:cubicBezTo>
                    <a:pt x="19" y="70"/>
                    <a:pt x="19" y="74"/>
                    <a:pt x="21" y="76"/>
                  </a:cubicBezTo>
                  <a:cubicBezTo>
                    <a:pt x="22" y="77"/>
                    <a:pt x="22" y="77"/>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7"/>
                  </a:cubicBezTo>
                  <a:cubicBezTo>
                    <a:pt x="0" y="104"/>
                    <a:pt x="4" y="113"/>
                    <a:pt x="13" y="125"/>
                  </a:cubicBezTo>
                  <a:cubicBezTo>
                    <a:pt x="15" y="127"/>
                    <a:pt x="15" y="127"/>
                    <a:pt x="15" y="127"/>
                  </a:cubicBezTo>
                  <a:cubicBezTo>
                    <a:pt x="16" y="126"/>
                    <a:pt x="16" y="126"/>
                    <a:pt x="16" y="126"/>
                  </a:cubicBezTo>
                  <a:cubicBezTo>
                    <a:pt x="17" y="126"/>
                    <a:pt x="17" y="126"/>
                    <a:pt x="17" y="126"/>
                  </a:cubicBezTo>
                  <a:cubicBezTo>
                    <a:pt x="18" y="126"/>
                    <a:pt x="23" y="125"/>
                    <a:pt x="29" y="125"/>
                  </a:cubicBezTo>
                  <a:cubicBezTo>
                    <a:pt x="29" y="125"/>
                    <a:pt x="29" y="125"/>
                    <a:pt x="29" y="125"/>
                  </a:cubicBezTo>
                  <a:cubicBezTo>
                    <a:pt x="34" y="125"/>
                    <a:pt x="41" y="126"/>
                    <a:pt x="45" y="129"/>
                  </a:cubicBezTo>
                  <a:cubicBezTo>
                    <a:pt x="48" y="130"/>
                    <a:pt x="49"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8" y="161"/>
                  </a:cubicBezTo>
                  <a:cubicBezTo>
                    <a:pt x="130" y="159"/>
                    <a:pt x="132" y="157"/>
                    <a:pt x="133" y="155"/>
                  </a:cubicBezTo>
                  <a:cubicBezTo>
                    <a:pt x="134" y="154"/>
                    <a:pt x="134" y="153"/>
                    <a:pt x="134" y="151"/>
                  </a:cubicBezTo>
                  <a:cubicBezTo>
                    <a:pt x="136" y="152"/>
                    <a:pt x="139" y="153"/>
                    <a:pt x="141"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3"/>
                  </a:cubicBezTo>
                  <a:cubicBezTo>
                    <a:pt x="209" y="194"/>
                    <a:pt x="209" y="194"/>
                    <a:pt x="209" y="194"/>
                  </a:cubicBezTo>
                  <a:cubicBezTo>
                    <a:pt x="211" y="194"/>
                    <a:pt x="213" y="194"/>
                    <a:pt x="215" y="194"/>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3" y="99"/>
                    <a:pt x="236" y="95"/>
                  </a:cubicBezTo>
                  <a:cubicBezTo>
                    <a:pt x="239" y="91"/>
                    <a:pt x="240" y="86"/>
                    <a:pt x="240" y="81"/>
                  </a:cubicBezTo>
                  <a:cubicBezTo>
                    <a:pt x="240"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1" y="54"/>
                    <a:pt x="208"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199"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1" name="Freeform 91">
              <a:extLst>
                <a:ext uri="{FF2B5EF4-FFF2-40B4-BE49-F238E27FC236}">
                  <a16:creationId xmlns:a16="http://schemas.microsoft.com/office/drawing/2014/main" id="{EF7168B0-AE2C-49FC-AA60-9A333795F059}"/>
                </a:ext>
              </a:extLst>
            </p:cNvPr>
            <p:cNvSpPr>
              <a:spLocks noEditPoints="1"/>
            </p:cNvSpPr>
            <p:nvPr userDrawn="1"/>
          </p:nvSpPr>
          <p:spPr bwMode="auto">
            <a:xfrm>
              <a:off x="1081979" y="-265916"/>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1"/>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2" name="Freeform 92">
              <a:extLst>
                <a:ext uri="{FF2B5EF4-FFF2-40B4-BE49-F238E27FC236}">
                  <a16:creationId xmlns:a16="http://schemas.microsoft.com/office/drawing/2014/main" id="{67D6E663-31A9-42A4-B18F-FD86CD0B907E}"/>
                </a:ext>
              </a:extLst>
            </p:cNvPr>
            <p:cNvSpPr>
              <a:spLocks noEditPoints="1"/>
            </p:cNvSpPr>
            <p:nvPr userDrawn="1"/>
          </p:nvSpPr>
          <p:spPr bwMode="auto">
            <a:xfrm>
              <a:off x="2322251" y="-302041"/>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29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3" name="Freeform 93">
              <a:extLst>
                <a:ext uri="{FF2B5EF4-FFF2-40B4-BE49-F238E27FC236}">
                  <a16:creationId xmlns:a16="http://schemas.microsoft.com/office/drawing/2014/main" id="{C9EB4D3C-4B9B-41B5-AEFE-1BAB19440906}"/>
                </a:ext>
              </a:extLst>
            </p:cNvPr>
            <p:cNvSpPr>
              <a:spLocks noEditPoints="1"/>
            </p:cNvSpPr>
            <p:nvPr userDrawn="1"/>
          </p:nvSpPr>
          <p:spPr bwMode="auto">
            <a:xfrm>
              <a:off x="2368410" y="488683"/>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4" name="Freeform 94">
              <a:extLst>
                <a:ext uri="{FF2B5EF4-FFF2-40B4-BE49-F238E27FC236}">
                  <a16:creationId xmlns:a16="http://schemas.microsoft.com/office/drawing/2014/main" id="{3EC82ECA-5A94-49BB-A244-22F9AC1EE41C}"/>
                </a:ext>
              </a:extLst>
            </p:cNvPr>
            <p:cNvSpPr>
              <a:spLocks noEditPoints="1"/>
            </p:cNvSpPr>
            <p:nvPr userDrawn="1"/>
          </p:nvSpPr>
          <p:spPr bwMode="auto">
            <a:xfrm>
              <a:off x="2368410" y="635188"/>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5" name="Freeform 95">
              <a:extLst>
                <a:ext uri="{FF2B5EF4-FFF2-40B4-BE49-F238E27FC236}">
                  <a16:creationId xmlns:a16="http://schemas.microsoft.com/office/drawing/2014/main" id="{290A99E1-5704-4940-8B53-4018C593523E}"/>
                </a:ext>
              </a:extLst>
            </p:cNvPr>
            <p:cNvSpPr>
              <a:spLocks noEditPoints="1"/>
            </p:cNvSpPr>
            <p:nvPr userDrawn="1"/>
          </p:nvSpPr>
          <p:spPr bwMode="auto">
            <a:xfrm>
              <a:off x="1300732" y="-43148"/>
              <a:ext cx="180622" cy="108373"/>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6" name="Freeform 96">
              <a:extLst>
                <a:ext uri="{FF2B5EF4-FFF2-40B4-BE49-F238E27FC236}">
                  <a16:creationId xmlns:a16="http://schemas.microsoft.com/office/drawing/2014/main" id="{4659323C-AFCA-49E3-A99F-950A23176C14}"/>
                </a:ext>
              </a:extLst>
            </p:cNvPr>
            <p:cNvSpPr>
              <a:spLocks noEditPoints="1"/>
            </p:cNvSpPr>
            <p:nvPr userDrawn="1"/>
          </p:nvSpPr>
          <p:spPr bwMode="auto">
            <a:xfrm>
              <a:off x="52432" y="189654"/>
              <a:ext cx="224774" cy="136470"/>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7" name="Freeform 97">
              <a:extLst>
                <a:ext uri="{FF2B5EF4-FFF2-40B4-BE49-F238E27FC236}">
                  <a16:creationId xmlns:a16="http://schemas.microsoft.com/office/drawing/2014/main" id="{6AFF1EC2-F05C-4179-853F-2377A8634C36}"/>
                </a:ext>
              </a:extLst>
            </p:cNvPr>
            <p:cNvSpPr>
              <a:spLocks noEditPoints="1"/>
            </p:cNvSpPr>
            <p:nvPr userDrawn="1"/>
          </p:nvSpPr>
          <p:spPr bwMode="auto">
            <a:xfrm>
              <a:off x="1696094" y="900101"/>
              <a:ext cx="178616" cy="110381"/>
            </a:xfrm>
            <a:custGeom>
              <a:avLst/>
              <a:gdLst>
                <a:gd name="T0" fmla="*/ 113 w 119"/>
                <a:gd name="T1" fmla="*/ 57 h 73"/>
                <a:gd name="T2" fmla="*/ 113 w 119"/>
                <a:gd name="T3" fmla="*/ 57 h 73"/>
                <a:gd name="T4" fmla="*/ 113 w 119"/>
                <a:gd name="T5" fmla="*/ 57 h 73"/>
                <a:gd name="T6" fmla="*/ 113 w 119"/>
                <a:gd name="T7" fmla="*/ 57 h 73"/>
                <a:gd name="T8" fmla="*/ 33 w 119"/>
                <a:gd name="T9" fmla="*/ 19 h 73"/>
                <a:gd name="T10" fmla="*/ 33 w 119"/>
                <a:gd name="T11" fmla="*/ 19 h 73"/>
                <a:gd name="T12" fmla="*/ 49 w 119"/>
                <a:gd name="T13" fmla="*/ 6 h 73"/>
                <a:gd name="T14" fmla="*/ 101 w 119"/>
                <a:gd name="T15" fmla="*/ 6 h 73"/>
                <a:gd name="T16" fmla="*/ 107 w 119"/>
                <a:gd name="T17" fmla="*/ 9 h 73"/>
                <a:gd name="T18" fmla="*/ 111 w 119"/>
                <a:gd name="T19" fmla="*/ 14 h 73"/>
                <a:gd name="T20" fmla="*/ 113 w 119"/>
                <a:gd name="T21" fmla="*/ 20 h 73"/>
                <a:gd name="T22" fmla="*/ 113 w 119"/>
                <a:gd name="T23" fmla="*/ 57 h 73"/>
                <a:gd name="T24" fmla="*/ 110 w 119"/>
                <a:gd name="T25" fmla="*/ 62 h 73"/>
                <a:gd name="T26" fmla="*/ 106 w 119"/>
                <a:gd name="T27" fmla="*/ 65 h 73"/>
                <a:gd name="T28" fmla="*/ 102 w 119"/>
                <a:gd name="T29" fmla="*/ 67 h 73"/>
                <a:gd name="T30" fmla="*/ 42 w 119"/>
                <a:gd name="T31" fmla="*/ 67 h 73"/>
                <a:gd name="T32" fmla="*/ 37 w 119"/>
                <a:gd name="T33" fmla="*/ 65 h 73"/>
                <a:gd name="T34" fmla="*/ 34 w 119"/>
                <a:gd name="T35" fmla="*/ 62 h 73"/>
                <a:gd name="T36" fmla="*/ 33 w 119"/>
                <a:gd name="T37" fmla="*/ 55 h 73"/>
                <a:gd name="T38" fmla="*/ 33 w 119"/>
                <a:gd name="T39" fmla="*/ 53 h 73"/>
                <a:gd name="T40" fmla="*/ 33 w 119"/>
                <a:gd name="T41" fmla="*/ 51 h 73"/>
                <a:gd name="T42" fmla="*/ 21 w 119"/>
                <a:gd name="T43" fmla="*/ 37 h 73"/>
                <a:gd name="T44" fmla="*/ 33 w 119"/>
                <a:gd name="T45" fmla="*/ 43 h 73"/>
                <a:gd name="T46" fmla="*/ 34 w 119"/>
                <a:gd name="T47" fmla="*/ 19 h 73"/>
                <a:gd name="T48" fmla="*/ 37 w 119"/>
                <a:gd name="T49" fmla="*/ 13 h 73"/>
                <a:gd name="T50" fmla="*/ 49 w 119"/>
                <a:gd name="T51" fmla="*/ 6 h 73"/>
                <a:gd name="T52" fmla="*/ 102 w 119"/>
                <a:gd name="T53" fmla="*/ 0 h 73"/>
                <a:gd name="T54" fmla="*/ 49 w 119"/>
                <a:gd name="T55" fmla="*/ 0 h 73"/>
                <a:gd name="T56" fmla="*/ 48 w 119"/>
                <a:gd name="T57" fmla="*/ 0 h 73"/>
                <a:gd name="T58" fmla="*/ 31 w 119"/>
                <a:gd name="T59" fmla="*/ 10 h 73"/>
                <a:gd name="T60" fmla="*/ 28 w 119"/>
                <a:gd name="T61" fmla="*/ 18 h 73"/>
                <a:gd name="T62" fmla="*/ 28 w 119"/>
                <a:gd name="T63" fmla="*/ 19 h 73"/>
                <a:gd name="T64" fmla="*/ 28 w 119"/>
                <a:gd name="T65" fmla="*/ 33 h 73"/>
                <a:gd name="T66" fmla="*/ 0 w 119"/>
                <a:gd name="T67" fmla="*/ 20 h 73"/>
                <a:gd name="T68" fmla="*/ 27 w 119"/>
                <a:gd name="T69" fmla="*/ 53 h 73"/>
                <a:gd name="T70" fmla="*/ 27 w 119"/>
                <a:gd name="T71" fmla="*/ 55 h 73"/>
                <a:gd name="T72" fmla="*/ 29 w 119"/>
                <a:gd name="T73" fmla="*/ 65 h 73"/>
                <a:gd name="T74" fmla="*/ 37 w 119"/>
                <a:gd name="T75" fmla="*/ 72 h 73"/>
                <a:gd name="T76" fmla="*/ 41 w 119"/>
                <a:gd name="T77" fmla="*/ 73 h 73"/>
                <a:gd name="T78" fmla="*/ 42 w 119"/>
                <a:gd name="T79" fmla="*/ 73 h 73"/>
                <a:gd name="T80" fmla="*/ 102 w 119"/>
                <a:gd name="T81" fmla="*/ 73 h 73"/>
                <a:gd name="T82" fmla="*/ 102 w 119"/>
                <a:gd name="T83" fmla="*/ 73 h 73"/>
                <a:gd name="T84" fmla="*/ 110 w 119"/>
                <a:gd name="T85" fmla="*/ 70 h 73"/>
                <a:gd name="T86" fmla="*/ 117 w 119"/>
                <a:gd name="T87" fmla="*/ 63 h 73"/>
                <a:gd name="T88" fmla="*/ 119 w 119"/>
                <a:gd name="T89" fmla="*/ 59 h 73"/>
                <a:gd name="T90" fmla="*/ 119 w 119"/>
                <a:gd name="T91" fmla="*/ 58 h 73"/>
                <a:gd name="T92" fmla="*/ 119 w 119"/>
                <a:gd name="T93" fmla="*/ 20 h 73"/>
                <a:gd name="T94" fmla="*/ 119 w 119"/>
                <a:gd name="T95" fmla="*/ 20 h 73"/>
                <a:gd name="T96" fmla="*/ 116 w 119"/>
                <a:gd name="T97" fmla="*/ 10 h 73"/>
                <a:gd name="T98" fmla="*/ 107 w 119"/>
                <a:gd name="T99" fmla="*/ 2 h 73"/>
                <a:gd name="T100" fmla="*/ 102 w 119"/>
                <a:gd name="T101" fmla="*/ 0 h 73"/>
                <a:gd name="T102" fmla="*/ 102 w 119"/>
                <a:gd name="T10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73">
                  <a:moveTo>
                    <a:pt x="113" y="57"/>
                  </a:moveTo>
                  <a:cubicBezTo>
                    <a:pt x="113" y="57"/>
                    <a:pt x="113" y="57"/>
                    <a:pt x="113" y="57"/>
                  </a:cubicBezTo>
                  <a:cubicBezTo>
                    <a:pt x="113" y="57"/>
                    <a:pt x="113" y="57"/>
                    <a:pt x="113" y="57"/>
                  </a:cubicBezTo>
                  <a:cubicBezTo>
                    <a:pt x="113" y="57"/>
                    <a:pt x="113" y="57"/>
                    <a:pt x="113" y="57"/>
                  </a:cubicBezTo>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8" name="Freeform 98">
              <a:extLst>
                <a:ext uri="{FF2B5EF4-FFF2-40B4-BE49-F238E27FC236}">
                  <a16:creationId xmlns:a16="http://schemas.microsoft.com/office/drawing/2014/main" id="{F1E3C34F-12C2-43C9-8B89-7CB450FB021D}"/>
                </a:ext>
              </a:extLst>
            </p:cNvPr>
            <p:cNvSpPr>
              <a:spLocks noEditPoints="1"/>
            </p:cNvSpPr>
            <p:nvPr userDrawn="1"/>
          </p:nvSpPr>
          <p:spPr bwMode="auto">
            <a:xfrm>
              <a:off x="477898" y="456573"/>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9" name="Freeform 99">
              <a:extLst>
                <a:ext uri="{FF2B5EF4-FFF2-40B4-BE49-F238E27FC236}">
                  <a16:creationId xmlns:a16="http://schemas.microsoft.com/office/drawing/2014/main" id="{E7CB3FCD-4D05-4143-BFC5-71326D856D28}"/>
                </a:ext>
              </a:extLst>
            </p:cNvPr>
            <p:cNvSpPr>
              <a:spLocks/>
            </p:cNvSpPr>
            <p:nvPr userDrawn="1"/>
          </p:nvSpPr>
          <p:spPr bwMode="auto">
            <a:xfrm>
              <a:off x="1475334" y="-125432"/>
              <a:ext cx="638198" cy="192664"/>
            </a:xfrm>
            <a:custGeom>
              <a:avLst/>
              <a:gdLst>
                <a:gd name="T0" fmla="*/ 223 w 425"/>
                <a:gd name="T1" fmla="*/ 7 h 128"/>
                <a:gd name="T2" fmla="*/ 345 w 425"/>
                <a:gd name="T3" fmla="*/ 6 h 128"/>
                <a:gd name="T4" fmla="*/ 371 w 425"/>
                <a:gd name="T5" fmla="*/ 7 h 128"/>
                <a:gd name="T6" fmla="*/ 372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91 w 425"/>
                <a:gd name="T43" fmla="*/ 25 h 128"/>
                <a:gd name="T44" fmla="*/ 217 w 425"/>
                <a:gd name="T45" fmla="*/ 7 h 128"/>
                <a:gd name="T46" fmla="*/ 83 w 425"/>
                <a:gd name="T47" fmla="*/ 20 h 128"/>
                <a:gd name="T48" fmla="*/ 38 w 425"/>
                <a:gd name="T49" fmla="*/ 42 h 128"/>
                <a:gd name="T50" fmla="*/ 30 w 425"/>
                <a:gd name="T51" fmla="*/ 74 h 128"/>
                <a:gd name="T52" fmla="*/ 30 w 425"/>
                <a:gd name="T53" fmla="*/ 74 h 128"/>
                <a:gd name="T54" fmla="*/ 49 w 425"/>
                <a:gd name="T55" fmla="*/ 105 h 128"/>
                <a:gd name="T56" fmla="*/ 0 w 425"/>
                <a:gd name="T57" fmla="*/ 128 h 128"/>
                <a:gd name="T58" fmla="*/ 39 w 425"/>
                <a:gd name="T59" fmla="*/ 124 h 128"/>
                <a:gd name="T60" fmla="*/ 91 w 425"/>
                <a:gd name="T61" fmla="*/ 119 h 128"/>
                <a:gd name="T62" fmla="*/ 101 w 425"/>
                <a:gd name="T63" fmla="*/ 118 h 128"/>
                <a:gd name="T64" fmla="*/ 101 w 425"/>
                <a:gd name="T65" fmla="*/ 118 h 128"/>
                <a:gd name="T66" fmla="*/ 368 w 425"/>
                <a:gd name="T67" fmla="*/ 113 h 128"/>
                <a:gd name="T68" fmla="*/ 396 w 425"/>
                <a:gd name="T69" fmla="*/ 103 h 128"/>
                <a:gd name="T70" fmla="*/ 425 w 425"/>
                <a:gd name="T71" fmla="*/ 46 h 128"/>
                <a:gd name="T72" fmla="*/ 417 w 425"/>
                <a:gd name="T73" fmla="*/ 22 h 128"/>
                <a:gd name="T74" fmla="*/ 373 w 425"/>
                <a:gd name="T75" fmla="*/ 1 h 128"/>
                <a:gd name="T76" fmla="*/ 372 w 425"/>
                <a:gd name="T7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8">
                  <a:moveTo>
                    <a:pt x="345" y="0"/>
                  </a:moveTo>
                  <a:cubicBezTo>
                    <a:pt x="314" y="0"/>
                    <a:pt x="268" y="3"/>
                    <a:pt x="223" y="7"/>
                  </a:cubicBezTo>
                  <a:cubicBezTo>
                    <a:pt x="224" y="13"/>
                    <a:pt x="224" y="13"/>
                    <a:pt x="224" y="13"/>
                  </a:cubicBezTo>
                  <a:cubicBezTo>
                    <a:pt x="268" y="9"/>
                    <a:pt x="31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4" y="17"/>
                    <a:pt x="220" y="13"/>
                  </a:cubicBezTo>
                  <a:cubicBezTo>
                    <a:pt x="217" y="7"/>
                    <a:pt x="217" y="7"/>
                    <a:pt x="217" y="7"/>
                  </a:cubicBezTo>
                  <a:cubicBezTo>
                    <a:pt x="206" y="8"/>
                    <a:pt x="195" y="9"/>
                    <a:pt x="184" y="10"/>
                  </a:cubicBezTo>
                  <a:cubicBezTo>
                    <a:pt x="129" y="15"/>
                    <a:pt x="85" y="19"/>
                    <a:pt x="83" y="20"/>
                  </a:cubicBezTo>
                  <a:cubicBezTo>
                    <a:pt x="81" y="20"/>
                    <a:pt x="69" y="20"/>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0" name="Freeform 100">
              <a:extLst>
                <a:ext uri="{FF2B5EF4-FFF2-40B4-BE49-F238E27FC236}">
                  <a16:creationId xmlns:a16="http://schemas.microsoft.com/office/drawing/2014/main" id="{C0659D03-9FA4-41A9-A751-02B4703CEB5D}"/>
                </a:ext>
              </a:extLst>
            </p:cNvPr>
            <p:cNvSpPr>
              <a:spLocks/>
            </p:cNvSpPr>
            <p:nvPr userDrawn="1"/>
          </p:nvSpPr>
          <p:spPr bwMode="auto">
            <a:xfrm>
              <a:off x="1800454" y="-115397"/>
              <a:ext cx="10035" cy="10035"/>
            </a:xfrm>
            <a:custGeom>
              <a:avLst/>
              <a:gdLst>
                <a:gd name="T0" fmla="*/ 6 w 7"/>
                <a:gd name="T1" fmla="*/ 0 h 6"/>
                <a:gd name="T2" fmla="*/ 0 w 7"/>
                <a:gd name="T3" fmla="*/ 0 h 6"/>
                <a:gd name="T4" fmla="*/ 3 w 7"/>
                <a:gd name="T5" fmla="*/ 6 h 6"/>
                <a:gd name="T6" fmla="*/ 7 w 7"/>
                <a:gd name="T7" fmla="*/ 6 h 6"/>
                <a:gd name="T8" fmla="*/ 6 w 7"/>
                <a:gd name="T9" fmla="*/ 0 h 6"/>
              </a:gdLst>
              <a:ahLst/>
              <a:cxnLst>
                <a:cxn ang="0">
                  <a:pos x="T0" y="T1"/>
                </a:cxn>
                <a:cxn ang="0">
                  <a:pos x="T2" y="T3"/>
                </a:cxn>
                <a:cxn ang="0">
                  <a:pos x="T4" y="T5"/>
                </a:cxn>
                <a:cxn ang="0">
                  <a:pos x="T6" y="T7"/>
                </a:cxn>
                <a:cxn ang="0">
                  <a:pos x="T8" y="T9"/>
                </a:cxn>
              </a:cxnLst>
              <a:rect l="0" t="0" r="r" b="b"/>
              <a:pathLst>
                <a:path w="7" h="6">
                  <a:moveTo>
                    <a:pt x="6" y="0"/>
                  </a:moveTo>
                  <a:cubicBezTo>
                    <a:pt x="4" y="0"/>
                    <a:pt x="2" y="0"/>
                    <a:pt x="0" y="0"/>
                  </a:cubicBezTo>
                  <a:cubicBezTo>
                    <a:pt x="3" y="6"/>
                    <a:pt x="3" y="6"/>
                    <a:pt x="3" y="6"/>
                  </a:cubicBezTo>
                  <a:cubicBezTo>
                    <a:pt x="4" y="6"/>
                    <a:pt x="5" y="6"/>
                    <a:pt x="7" y="6"/>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1" name="Freeform 101">
              <a:extLst>
                <a:ext uri="{FF2B5EF4-FFF2-40B4-BE49-F238E27FC236}">
                  <a16:creationId xmlns:a16="http://schemas.microsoft.com/office/drawing/2014/main" id="{EF54BCCF-78B9-4E3C-94FE-0915186C0979}"/>
                </a:ext>
              </a:extLst>
            </p:cNvPr>
            <p:cNvSpPr>
              <a:spLocks/>
            </p:cNvSpPr>
            <p:nvPr userDrawn="1"/>
          </p:nvSpPr>
          <p:spPr bwMode="auto">
            <a:xfrm>
              <a:off x="66481" y="-29100"/>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2" name="Freeform 102">
              <a:extLst>
                <a:ext uri="{FF2B5EF4-FFF2-40B4-BE49-F238E27FC236}">
                  <a16:creationId xmlns:a16="http://schemas.microsoft.com/office/drawing/2014/main" id="{38C11D8E-942C-445A-A90A-F8DDAB003FFA}"/>
                </a:ext>
              </a:extLst>
            </p:cNvPr>
            <p:cNvSpPr>
              <a:spLocks noEditPoints="1"/>
            </p:cNvSpPr>
            <p:nvPr userDrawn="1"/>
          </p:nvSpPr>
          <p:spPr bwMode="auto">
            <a:xfrm>
              <a:off x="630423" y="-27093"/>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3" name="Freeform 103">
              <a:extLst>
                <a:ext uri="{FF2B5EF4-FFF2-40B4-BE49-F238E27FC236}">
                  <a16:creationId xmlns:a16="http://schemas.microsoft.com/office/drawing/2014/main" id="{8953DBFB-C1F0-4B5D-8B84-6B85921CC185}"/>
                </a:ext>
              </a:extLst>
            </p:cNvPr>
            <p:cNvSpPr>
              <a:spLocks noEditPoints="1"/>
            </p:cNvSpPr>
            <p:nvPr userDrawn="1"/>
          </p:nvSpPr>
          <p:spPr bwMode="auto">
            <a:xfrm>
              <a:off x="620389" y="548891"/>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5 h 128"/>
                <a:gd name="T64" fmla="*/ 83 w 425"/>
                <a:gd name="T65" fmla="*/ 25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9 w 425"/>
                <a:gd name="T77" fmla="*/ 15 h 128"/>
                <a:gd name="T78" fmla="*/ 409 w 425"/>
                <a:gd name="T79" fmla="*/ 14 h 128"/>
                <a:gd name="T80" fmla="*/ 372 w 425"/>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8">
                  <a:moveTo>
                    <a:pt x="210" y="7"/>
                  </a:moveTo>
                  <a:cubicBezTo>
                    <a:pt x="201" y="8"/>
                    <a:pt x="192" y="9"/>
                    <a:pt x="184" y="10"/>
                  </a:cubicBezTo>
                  <a:cubicBezTo>
                    <a:pt x="129" y="15"/>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4" name="Freeform 104">
              <a:extLst>
                <a:ext uri="{FF2B5EF4-FFF2-40B4-BE49-F238E27FC236}">
                  <a16:creationId xmlns:a16="http://schemas.microsoft.com/office/drawing/2014/main" id="{9B4C4057-89C4-4FAF-8F18-48798B1D52B5}"/>
                </a:ext>
              </a:extLst>
            </p:cNvPr>
            <p:cNvSpPr>
              <a:spLocks noEditPoints="1"/>
            </p:cNvSpPr>
            <p:nvPr userDrawn="1"/>
          </p:nvSpPr>
          <p:spPr bwMode="auto">
            <a:xfrm>
              <a:off x="2193809" y="715465"/>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9"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0"/>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5" name="Freeform 105">
              <a:extLst>
                <a:ext uri="{FF2B5EF4-FFF2-40B4-BE49-F238E27FC236}">
                  <a16:creationId xmlns:a16="http://schemas.microsoft.com/office/drawing/2014/main" id="{C6AAE403-B67E-4A72-A468-BF49EFA45092}"/>
                </a:ext>
              </a:extLst>
            </p:cNvPr>
            <p:cNvSpPr>
              <a:spLocks noEditPoints="1"/>
            </p:cNvSpPr>
            <p:nvPr userDrawn="1"/>
          </p:nvSpPr>
          <p:spPr bwMode="auto">
            <a:xfrm>
              <a:off x="2250002" y="-31107"/>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1 h 275"/>
                <a:gd name="T64" fmla="*/ 80 w 80"/>
                <a:gd name="T65" fmla="*/ 220 h 275"/>
                <a:gd name="T66" fmla="*/ 71 w 80"/>
                <a:gd name="T67" fmla="*/ 62 h 275"/>
                <a:gd name="T68" fmla="*/ 57 w 80"/>
                <a:gd name="T69" fmla="*/ 33 h 275"/>
                <a:gd name="T70" fmla="*/ 37 w 80"/>
                <a:gd name="T71" fmla="*/ 28 h 275"/>
                <a:gd name="T72" fmla="*/ 36 w 80"/>
                <a:gd name="T73" fmla="*/ 28 h 275"/>
                <a:gd name="T74" fmla="*/ 24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6" name="Freeform 106">
              <a:extLst>
                <a:ext uri="{FF2B5EF4-FFF2-40B4-BE49-F238E27FC236}">
                  <a16:creationId xmlns:a16="http://schemas.microsoft.com/office/drawing/2014/main" id="{A835C49F-BBA2-4349-B291-BD361385878F}"/>
                </a:ext>
              </a:extLst>
            </p:cNvPr>
            <p:cNvSpPr>
              <a:spLocks noEditPoints="1"/>
            </p:cNvSpPr>
            <p:nvPr userDrawn="1"/>
          </p:nvSpPr>
          <p:spPr bwMode="auto">
            <a:xfrm>
              <a:off x="1519486" y="1303490"/>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368 w 426"/>
                <a:gd name="T21" fmla="*/ 106 h 127"/>
                <a:gd name="T22" fmla="*/ 101 w 426"/>
                <a:gd name="T23" fmla="*/ 112 h 127"/>
                <a:gd name="T24" fmla="*/ 57 w 426"/>
                <a:gd name="T25" fmla="*/ 116 h 127"/>
                <a:gd name="T26" fmla="*/ 72 w 426"/>
                <a:gd name="T27" fmla="*/ 105 h 127"/>
                <a:gd name="T28" fmla="*/ 39 w 426"/>
                <a:gd name="T29" fmla="*/ 83 h 127"/>
                <a:gd name="T30" fmla="*/ 37 w 426"/>
                <a:gd name="T31" fmla="*/ 74 h 127"/>
                <a:gd name="T32" fmla="*/ 37 w 426"/>
                <a:gd name="T33" fmla="*/ 73 h 127"/>
                <a:gd name="T34" fmla="*/ 44 w 426"/>
                <a:gd name="T35" fmla="*/ 45 h 127"/>
                <a:gd name="T36" fmla="*/ 79 w 426"/>
                <a:gd name="T37" fmla="*/ 26 h 127"/>
                <a:gd name="T38" fmla="*/ 83 w 426"/>
                <a:gd name="T39" fmla="*/ 25 h 127"/>
                <a:gd name="T40" fmla="*/ 84 w 426"/>
                <a:gd name="T41" fmla="*/ 25 h 127"/>
                <a:gd name="T42" fmla="*/ 346 w 426"/>
                <a:gd name="T43" fmla="*/ 0 h 127"/>
                <a:gd name="T44" fmla="*/ 83 w 426"/>
                <a:gd name="T45" fmla="*/ 19 h 127"/>
                <a:gd name="T46" fmla="*/ 39 w 426"/>
                <a:gd name="T47" fmla="*/ 42 h 127"/>
                <a:gd name="T48" fmla="*/ 31 w 426"/>
                <a:gd name="T49" fmla="*/ 74 h 127"/>
                <a:gd name="T50" fmla="*/ 31 w 426"/>
                <a:gd name="T51" fmla="*/ 74 h 127"/>
                <a:gd name="T52" fmla="*/ 50 w 426"/>
                <a:gd name="T53" fmla="*/ 105 h 127"/>
                <a:gd name="T54" fmla="*/ 0 w 426"/>
                <a:gd name="T55" fmla="*/ 127 h 127"/>
                <a:gd name="T56" fmla="*/ 39 w 426"/>
                <a:gd name="T57" fmla="*/ 123 h 127"/>
                <a:gd name="T58" fmla="*/ 92 w 426"/>
                <a:gd name="T59" fmla="*/ 119 h 127"/>
                <a:gd name="T60" fmla="*/ 101 w 426"/>
                <a:gd name="T61" fmla="*/ 118 h 127"/>
                <a:gd name="T62" fmla="*/ 102 w 426"/>
                <a:gd name="T63" fmla="*/ 118 h 127"/>
                <a:gd name="T64" fmla="*/ 369 w 426"/>
                <a:gd name="T65" fmla="*/ 112 h 127"/>
                <a:gd name="T66" fmla="*/ 397 w 426"/>
                <a:gd name="T67" fmla="*/ 102 h 127"/>
                <a:gd name="T68" fmla="*/ 405 w 426"/>
                <a:gd name="T69" fmla="*/ 91 h 127"/>
                <a:gd name="T70" fmla="*/ 416 w 426"/>
                <a:gd name="T71" fmla="*/ 82 h 127"/>
                <a:gd name="T72" fmla="*/ 426 w 426"/>
                <a:gd name="T73" fmla="*/ 44 h 127"/>
                <a:gd name="T74" fmla="*/ 374 w 426"/>
                <a:gd name="T75" fmla="*/ 1 h 127"/>
                <a:gd name="T76" fmla="*/ 372 w 426"/>
                <a:gd name="T77" fmla="*/ 1 h 127"/>
                <a:gd name="T78" fmla="*/ 346 w 426"/>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4"/>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7"/>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7" name="Freeform 107">
              <a:extLst>
                <a:ext uri="{FF2B5EF4-FFF2-40B4-BE49-F238E27FC236}">
                  <a16:creationId xmlns:a16="http://schemas.microsoft.com/office/drawing/2014/main" id="{C9CBFB84-0A49-425E-8010-4E89EFC13B56}"/>
                </a:ext>
              </a:extLst>
            </p:cNvPr>
            <p:cNvSpPr>
              <a:spLocks/>
            </p:cNvSpPr>
            <p:nvPr userDrawn="1"/>
          </p:nvSpPr>
          <p:spPr bwMode="auto">
            <a:xfrm>
              <a:off x="212958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8" name="Freeform 108">
              <a:extLst>
                <a:ext uri="{FF2B5EF4-FFF2-40B4-BE49-F238E27FC236}">
                  <a16:creationId xmlns:a16="http://schemas.microsoft.com/office/drawing/2014/main" id="{752CB2A9-103A-43B1-8815-83E747DB110E}"/>
                </a:ext>
              </a:extLst>
            </p:cNvPr>
            <p:cNvSpPr>
              <a:spLocks noEditPoints="1"/>
            </p:cNvSpPr>
            <p:nvPr userDrawn="1"/>
          </p:nvSpPr>
          <p:spPr bwMode="auto">
            <a:xfrm>
              <a:off x="2067373" y="35121"/>
              <a:ext cx="148512" cy="47162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4 w 99"/>
                <a:gd name="T13" fmla="*/ 6 h 313"/>
                <a:gd name="T14" fmla="*/ 35 w 99"/>
                <a:gd name="T15" fmla="*/ 6 h 313"/>
                <a:gd name="T16" fmla="*/ 76 w 99"/>
                <a:gd name="T17" fmla="*/ 31 h 313"/>
                <a:gd name="T18" fmla="*/ 79 w 99"/>
                <a:gd name="T19" fmla="*/ 42 h 313"/>
                <a:gd name="T20" fmla="*/ 79 w 99"/>
                <a:gd name="T21" fmla="*/ 42 h 313"/>
                <a:gd name="T22" fmla="*/ 85 w 99"/>
                <a:gd name="T23" fmla="*/ 233 h 313"/>
                <a:gd name="T24" fmla="*/ 87 w 99"/>
                <a:gd name="T25" fmla="*/ 258 h 313"/>
                <a:gd name="T26" fmla="*/ 80 w 99"/>
                <a:gd name="T27" fmla="*/ 254 h 313"/>
                <a:gd name="T28" fmla="*/ 64 w 99"/>
                <a:gd name="T29" fmla="*/ 277 h 313"/>
                <a:gd name="T30" fmla="*/ 57 w 99"/>
                <a:gd name="T31" fmla="*/ 279 h 313"/>
                <a:gd name="T32" fmla="*/ 57 w 99"/>
                <a:gd name="T33" fmla="*/ 279 h 313"/>
                <a:gd name="T34" fmla="*/ 36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7 w 99"/>
                <a:gd name="T63" fmla="*/ 285 h 313"/>
                <a:gd name="T64" fmla="*/ 57 w 99"/>
                <a:gd name="T65" fmla="*/ 285 h 313"/>
                <a:gd name="T66" fmla="*/ 81 w 99"/>
                <a:gd name="T67" fmla="*/ 271 h 313"/>
                <a:gd name="T68" fmla="*/ 99 w 99"/>
                <a:gd name="T69" fmla="*/ 313 h 313"/>
                <a:gd name="T70" fmla="*/ 95 w 99"/>
                <a:gd name="T71" fmla="*/ 278 h 313"/>
                <a:gd name="T72" fmla="*/ 91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9" name="Freeform 109">
              <a:extLst>
                <a:ext uri="{FF2B5EF4-FFF2-40B4-BE49-F238E27FC236}">
                  <a16:creationId xmlns:a16="http://schemas.microsoft.com/office/drawing/2014/main" id="{D5364D19-C9CF-4EF4-909C-877E7D599860}"/>
                </a:ext>
              </a:extLst>
            </p:cNvPr>
            <p:cNvSpPr>
              <a:spLocks noEditPoints="1"/>
            </p:cNvSpPr>
            <p:nvPr userDrawn="1"/>
          </p:nvSpPr>
          <p:spPr bwMode="auto">
            <a:xfrm>
              <a:off x="-150266" y="43148"/>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7 w 116"/>
                <a:gd name="T11" fmla="*/ 46 h 365"/>
                <a:gd name="T12" fmla="*/ 39 w 116"/>
                <a:gd name="T13" fmla="*/ 6 h 365"/>
                <a:gd name="T14" fmla="*/ 40 w 116"/>
                <a:gd name="T15" fmla="*/ 6 h 365"/>
                <a:gd name="T16" fmla="*/ 40 w 116"/>
                <a:gd name="T17" fmla="*/ 6 h 365"/>
                <a:gd name="T18" fmla="*/ 70 w 116"/>
                <a:gd name="T19" fmla="*/ 13 h 365"/>
                <a:gd name="T20" fmla="*/ 93 w 116"/>
                <a:gd name="T21" fmla="*/ 45 h 365"/>
                <a:gd name="T22" fmla="*/ 94 w 116"/>
                <a:gd name="T23" fmla="*/ 49 h 365"/>
                <a:gd name="T24" fmla="*/ 100 w 116"/>
                <a:gd name="T25" fmla="*/ 275 h 365"/>
                <a:gd name="T26" fmla="*/ 101 w 116"/>
                <a:gd name="T27" fmla="*/ 289 h 365"/>
                <a:gd name="T28" fmla="*/ 94 w 116"/>
                <a:gd name="T29" fmla="*/ 283 h 365"/>
                <a:gd name="T30" fmla="*/ 90 w 116"/>
                <a:gd name="T31" fmla="*/ 317 h 365"/>
                <a:gd name="T32" fmla="*/ 69 w 116"/>
                <a:gd name="T33" fmla="*/ 330 h 365"/>
                <a:gd name="T34" fmla="*/ 67 w 116"/>
                <a:gd name="T35" fmla="*/ 330 h 365"/>
                <a:gd name="T36" fmla="*/ 64 w 116"/>
                <a:gd name="T37" fmla="*/ 331 h 365"/>
                <a:gd name="T38" fmla="*/ 27 w 116"/>
                <a:gd name="T39" fmla="*/ 304 h 365"/>
                <a:gd name="T40" fmla="*/ 24 w 116"/>
                <a:gd name="T41" fmla="*/ 292 h 365"/>
                <a:gd name="T42" fmla="*/ 24 w 116"/>
                <a:gd name="T43" fmla="*/ 291 h 365"/>
                <a:gd name="T44" fmla="*/ 24 w 116"/>
                <a:gd name="T45" fmla="*/ 291 h 365"/>
                <a:gd name="T46" fmla="*/ 13 w 116"/>
                <a:gd name="T47" fmla="*/ 185 h 365"/>
                <a:gd name="T48" fmla="*/ 7 w 116"/>
                <a:gd name="T49" fmla="*/ 47 h 365"/>
                <a:gd name="T50" fmla="*/ 7 w 116"/>
                <a:gd name="T51" fmla="*/ 46 h 365"/>
                <a:gd name="T52" fmla="*/ 19 w 116"/>
                <a:gd name="T53" fmla="*/ 7 h 365"/>
                <a:gd name="T54" fmla="*/ 1 w 116"/>
                <a:gd name="T55" fmla="*/ 45 h 365"/>
                <a:gd name="T56" fmla="*/ 0 w 116"/>
                <a:gd name="T57" fmla="*/ 66 h 365"/>
                <a:gd name="T58" fmla="*/ 18 w 116"/>
                <a:gd name="T59" fmla="*/ 292 h 365"/>
                <a:gd name="T60" fmla="*/ 39 w 116"/>
                <a:gd name="T61" fmla="*/ 329 h 365"/>
                <a:gd name="T62" fmla="*/ 64 w 116"/>
                <a:gd name="T63" fmla="*/ 337 h 365"/>
                <a:gd name="T64" fmla="*/ 67 w 116"/>
                <a:gd name="T65" fmla="*/ 336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5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7" y="46"/>
                  </a:move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7" y="46"/>
                    <a:pt x="7" y="46"/>
                    <a:pt x="7" y="46"/>
                  </a:cubicBezTo>
                  <a:moveTo>
                    <a:pt x="39" y="0"/>
                  </a:moveTo>
                  <a:cubicBezTo>
                    <a:pt x="36" y="0"/>
                    <a:pt x="28" y="1"/>
                    <a:pt x="19" y="7"/>
                  </a:cubicBezTo>
                  <a:cubicBezTo>
                    <a:pt x="11" y="13"/>
                    <a:pt x="3" y="24"/>
                    <a:pt x="1" y="45"/>
                  </a:cubicBezTo>
                  <a:cubicBezTo>
                    <a:pt x="1" y="45"/>
                    <a:pt x="1" y="45"/>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0" name="Freeform 110">
              <a:extLst>
                <a:ext uri="{FF2B5EF4-FFF2-40B4-BE49-F238E27FC236}">
                  <a16:creationId xmlns:a16="http://schemas.microsoft.com/office/drawing/2014/main" id="{7F0BE551-7D52-457E-8D96-CBD474CDE5F7}"/>
                </a:ext>
              </a:extLst>
            </p:cNvPr>
            <p:cNvSpPr>
              <a:spLocks/>
            </p:cNvSpPr>
            <p:nvPr userDrawn="1"/>
          </p:nvSpPr>
          <p:spPr bwMode="auto">
            <a:xfrm>
              <a:off x="18315" y="576987"/>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1" name="Freeform 111">
              <a:extLst>
                <a:ext uri="{FF2B5EF4-FFF2-40B4-BE49-F238E27FC236}">
                  <a16:creationId xmlns:a16="http://schemas.microsoft.com/office/drawing/2014/main" id="{5F055657-CB59-4DC4-B078-408CC2C02D4A}"/>
                </a:ext>
              </a:extLst>
            </p:cNvPr>
            <p:cNvSpPr>
              <a:spLocks noEditPoints="1"/>
            </p:cNvSpPr>
            <p:nvPr userDrawn="1"/>
          </p:nvSpPr>
          <p:spPr bwMode="auto">
            <a:xfrm>
              <a:off x="1543569" y="83287"/>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2" name="Freeform 112">
              <a:extLst>
                <a:ext uri="{FF2B5EF4-FFF2-40B4-BE49-F238E27FC236}">
                  <a16:creationId xmlns:a16="http://schemas.microsoft.com/office/drawing/2014/main" id="{25290D7A-AF1E-4540-88D5-75E1EAEB3873}"/>
                </a:ext>
              </a:extLst>
            </p:cNvPr>
            <p:cNvSpPr>
              <a:spLocks noEditPoints="1"/>
            </p:cNvSpPr>
            <p:nvPr userDrawn="1"/>
          </p:nvSpPr>
          <p:spPr bwMode="auto">
            <a:xfrm>
              <a:off x="-180370" y="-275950"/>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3" name="Freeform 113">
              <a:extLst>
                <a:ext uri="{FF2B5EF4-FFF2-40B4-BE49-F238E27FC236}">
                  <a16:creationId xmlns:a16="http://schemas.microsoft.com/office/drawing/2014/main" id="{A4F7EC5C-FFDB-494F-9868-88D4BDB68D99}"/>
                </a:ext>
              </a:extLst>
            </p:cNvPr>
            <p:cNvSpPr>
              <a:spLocks noEditPoints="1"/>
            </p:cNvSpPr>
            <p:nvPr userDrawn="1"/>
          </p:nvSpPr>
          <p:spPr bwMode="auto">
            <a:xfrm>
              <a:off x="1888758" y="892073"/>
              <a:ext cx="238823" cy="180622"/>
            </a:xfrm>
            <a:custGeom>
              <a:avLst/>
              <a:gdLst>
                <a:gd name="T0" fmla="*/ 5 w 159"/>
                <a:gd name="T1" fmla="*/ 45 h 121"/>
                <a:gd name="T2" fmla="*/ 5 w 159"/>
                <a:gd name="T3" fmla="*/ 45 h 121"/>
                <a:gd name="T4" fmla="*/ 45 w 159"/>
                <a:gd name="T5" fmla="*/ 32 h 121"/>
                <a:gd name="T6" fmla="*/ 85 w 159"/>
                <a:gd name="T7" fmla="*/ 16 h 121"/>
                <a:gd name="T8" fmla="*/ 71 w 159"/>
                <a:gd name="T9" fmla="*/ 31 h 121"/>
                <a:gd name="T10" fmla="*/ 123 w 159"/>
                <a:gd name="T11" fmla="*/ 33 h 121"/>
                <a:gd name="T12" fmla="*/ 123 w 159"/>
                <a:gd name="T13" fmla="*/ 33 h 121"/>
                <a:gd name="T14" fmla="*/ 140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7 w 159"/>
                <a:gd name="T27" fmla="*/ 105 h 121"/>
                <a:gd name="T28" fmla="*/ 116 w 159"/>
                <a:gd name="T29" fmla="*/ 115 h 121"/>
                <a:gd name="T30" fmla="*/ 22 w 159"/>
                <a:gd name="T31" fmla="*/ 115 h 121"/>
                <a:gd name="T32" fmla="*/ 14 w 159"/>
                <a:gd name="T33" fmla="*/ 110 h 121"/>
                <a:gd name="T34" fmla="*/ 9 w 159"/>
                <a:gd name="T35" fmla="*/ 104 h 121"/>
                <a:gd name="T36" fmla="*/ 6 w 159"/>
                <a:gd name="T37" fmla="*/ 95 h 121"/>
                <a:gd name="T38" fmla="*/ 6 w 159"/>
                <a:gd name="T39" fmla="*/ 94 h 121"/>
                <a:gd name="T40" fmla="*/ 6 w 159"/>
                <a:gd name="T41" fmla="*/ 93 h 121"/>
                <a:gd name="T42" fmla="*/ 6 w 159"/>
                <a:gd name="T43" fmla="*/ 45 h 121"/>
                <a:gd name="T44" fmla="*/ 12 w 159"/>
                <a:gd name="T45" fmla="*/ 38 h 121"/>
                <a:gd name="T46" fmla="*/ 36 w 159"/>
                <a:gd name="T47" fmla="*/ 31 h 121"/>
                <a:gd name="T48" fmla="*/ 45 w 159"/>
                <a:gd name="T49" fmla="*/ 32 h 121"/>
                <a:gd name="T50" fmla="*/ 45 w 159"/>
                <a:gd name="T51" fmla="*/ 32 h 121"/>
                <a:gd name="T52" fmla="*/ 111 w 159"/>
                <a:gd name="T53" fmla="*/ 0 h 121"/>
                <a:gd name="T54" fmla="*/ 45 w 159"/>
                <a:gd name="T55" fmla="*/ 26 h 121"/>
                <a:gd name="T56" fmla="*/ 36 w 159"/>
                <a:gd name="T57" fmla="*/ 25 h 121"/>
                <a:gd name="T58" fmla="*/ 36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4 w 159"/>
                <a:gd name="T71" fmla="*/ 107 h 121"/>
                <a:gd name="T72" fmla="*/ 15 w 159"/>
                <a:gd name="T73" fmla="*/ 118 h 121"/>
                <a:gd name="T74" fmla="*/ 21 w 159"/>
                <a:gd name="T75" fmla="*/ 121 h 121"/>
                <a:gd name="T76" fmla="*/ 22 w 159"/>
                <a:gd name="T77" fmla="*/ 121 h 121"/>
                <a:gd name="T78" fmla="*/ 22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5 w 159"/>
                <a:gd name="T103" fmla="*/ 25 h 121"/>
                <a:gd name="T104" fmla="*/ 111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4" name="Freeform 114">
              <a:extLst>
                <a:ext uri="{FF2B5EF4-FFF2-40B4-BE49-F238E27FC236}">
                  <a16:creationId xmlns:a16="http://schemas.microsoft.com/office/drawing/2014/main" id="{E64AB751-81DD-4833-8C03-1A70E15CA8E5}"/>
                </a:ext>
              </a:extLst>
            </p:cNvPr>
            <p:cNvSpPr>
              <a:spLocks noEditPoints="1"/>
            </p:cNvSpPr>
            <p:nvPr userDrawn="1"/>
          </p:nvSpPr>
          <p:spPr bwMode="auto">
            <a:xfrm>
              <a:off x="1527514" y="233806"/>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5" name="Freeform 115">
              <a:extLst>
                <a:ext uri="{FF2B5EF4-FFF2-40B4-BE49-F238E27FC236}">
                  <a16:creationId xmlns:a16="http://schemas.microsoft.com/office/drawing/2014/main" id="{575E127B-258A-4CC3-BDA0-F635C89D61C0}"/>
                </a:ext>
              </a:extLst>
            </p:cNvPr>
            <p:cNvSpPr>
              <a:spLocks noEditPoints="1"/>
            </p:cNvSpPr>
            <p:nvPr userDrawn="1"/>
          </p:nvSpPr>
          <p:spPr bwMode="auto">
            <a:xfrm>
              <a:off x="2336299" y="1405843"/>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7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5"/>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1"/>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6" name="Freeform 116">
              <a:extLst>
                <a:ext uri="{FF2B5EF4-FFF2-40B4-BE49-F238E27FC236}">
                  <a16:creationId xmlns:a16="http://schemas.microsoft.com/office/drawing/2014/main" id="{18A8C374-6ADF-40F6-9596-393B3E0A9D26}"/>
                </a:ext>
              </a:extLst>
            </p:cNvPr>
            <p:cNvSpPr>
              <a:spLocks/>
            </p:cNvSpPr>
            <p:nvPr userDrawn="1"/>
          </p:nvSpPr>
          <p:spPr bwMode="auto">
            <a:xfrm>
              <a:off x="2545018" y="1570410"/>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7" name="Freeform 117">
              <a:extLst>
                <a:ext uri="{FF2B5EF4-FFF2-40B4-BE49-F238E27FC236}">
                  <a16:creationId xmlns:a16="http://schemas.microsoft.com/office/drawing/2014/main" id="{B3AEE8E8-E7CF-4933-842D-D12B14D7C08D}"/>
                </a:ext>
              </a:extLst>
            </p:cNvPr>
            <p:cNvSpPr>
              <a:spLocks noEditPoints="1"/>
            </p:cNvSpPr>
            <p:nvPr userDrawn="1"/>
          </p:nvSpPr>
          <p:spPr bwMode="auto">
            <a:xfrm>
              <a:off x="1515472" y="1010480"/>
              <a:ext cx="313078" cy="282975"/>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9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3"/>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9"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8" name="Freeform 118">
              <a:extLst>
                <a:ext uri="{FF2B5EF4-FFF2-40B4-BE49-F238E27FC236}">
                  <a16:creationId xmlns:a16="http://schemas.microsoft.com/office/drawing/2014/main" id="{882BF489-CF60-4D61-8400-18ABC55D1F9A}"/>
                </a:ext>
              </a:extLst>
            </p:cNvPr>
            <p:cNvSpPr>
              <a:spLocks noEditPoints="1"/>
            </p:cNvSpPr>
            <p:nvPr userDrawn="1"/>
          </p:nvSpPr>
          <p:spPr bwMode="auto">
            <a:xfrm>
              <a:off x="1866681" y="1500167"/>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19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19"/>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9" name="Freeform 119">
              <a:extLst>
                <a:ext uri="{FF2B5EF4-FFF2-40B4-BE49-F238E27FC236}">
                  <a16:creationId xmlns:a16="http://schemas.microsoft.com/office/drawing/2014/main" id="{7F95F642-1AD5-4DC2-AA0D-322E6B82EC82}"/>
                </a:ext>
              </a:extLst>
            </p:cNvPr>
            <p:cNvSpPr>
              <a:spLocks noEditPoints="1"/>
            </p:cNvSpPr>
            <p:nvPr userDrawn="1"/>
          </p:nvSpPr>
          <p:spPr bwMode="auto">
            <a:xfrm>
              <a:off x="355477" y="837886"/>
              <a:ext cx="315086" cy="282975"/>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13 w 209"/>
                <a:gd name="T25" fmla="*/ 115 h 188"/>
                <a:gd name="T26" fmla="*/ 6 w 209"/>
                <a:gd name="T27" fmla="*/ 96 h 188"/>
                <a:gd name="T28" fmla="*/ 14 w 209"/>
                <a:gd name="T29" fmla="*/ 69 h 188"/>
                <a:gd name="T30" fmla="*/ 14 w 209"/>
                <a:gd name="T31" fmla="*/ 69 h 188"/>
                <a:gd name="T32" fmla="*/ 84 w 209"/>
                <a:gd name="T33" fmla="*/ 8 h 188"/>
                <a:gd name="T34" fmla="*/ 88 w 209"/>
                <a:gd name="T35" fmla="*/ 1 h 188"/>
                <a:gd name="T36" fmla="*/ 87 w 209"/>
                <a:gd name="T37" fmla="*/ 1 h 188"/>
                <a:gd name="T38" fmla="*/ 82 w 209"/>
                <a:gd name="T39" fmla="*/ 2 h 188"/>
                <a:gd name="T40" fmla="*/ 22 w 209"/>
                <a:gd name="T41" fmla="*/ 41 h 188"/>
                <a:gd name="T42" fmla="*/ 0 w 209"/>
                <a:gd name="T43" fmla="*/ 96 h 188"/>
                <a:gd name="T44" fmla="*/ 8 w 209"/>
                <a:gd name="T45" fmla="*/ 119 h 188"/>
                <a:gd name="T46" fmla="*/ 14 w 209"/>
                <a:gd name="T47" fmla="*/ 167 h 188"/>
                <a:gd name="T48" fmla="*/ 13 w 209"/>
                <a:gd name="T49" fmla="*/ 173 h 188"/>
                <a:gd name="T50" fmla="*/ 10 w 209"/>
                <a:gd name="T51" fmla="*/ 188 h 188"/>
                <a:gd name="T52" fmla="*/ 40 w 209"/>
                <a:gd name="T53" fmla="*/ 143 h 188"/>
                <a:gd name="T54" fmla="*/ 85 w 209"/>
                <a:gd name="T55" fmla="*/ 165 h 188"/>
                <a:gd name="T56" fmla="*/ 156 w 209"/>
                <a:gd name="T57" fmla="*/ 162 h 188"/>
                <a:gd name="T58" fmla="*/ 156 w 209"/>
                <a:gd name="T59" fmla="*/ 161 h 188"/>
                <a:gd name="T60" fmla="*/ 193 w 209"/>
                <a:gd name="T61" fmla="*/ 126 h 188"/>
                <a:gd name="T62" fmla="*/ 193 w 209"/>
                <a:gd name="T63" fmla="*/ 126 h 188"/>
                <a:gd name="T64" fmla="*/ 198 w 209"/>
                <a:gd name="T65" fmla="*/ 119 h 188"/>
                <a:gd name="T66" fmla="*/ 209 w 209"/>
                <a:gd name="T67" fmla="*/ 79 h 188"/>
                <a:gd name="T68" fmla="*/ 203 w 209"/>
                <a:gd name="T69" fmla="*/ 47 h 188"/>
                <a:gd name="T70" fmla="*/ 154 w 209"/>
                <a:gd name="T7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0" name="Freeform 120">
              <a:extLst>
                <a:ext uri="{FF2B5EF4-FFF2-40B4-BE49-F238E27FC236}">
                  <a16:creationId xmlns:a16="http://schemas.microsoft.com/office/drawing/2014/main" id="{44D3AB2C-1085-4FDC-B2A6-7605380DE2C5}"/>
                </a:ext>
              </a:extLst>
            </p:cNvPr>
            <p:cNvSpPr>
              <a:spLocks/>
            </p:cNvSpPr>
            <p:nvPr userDrawn="1"/>
          </p:nvSpPr>
          <p:spPr bwMode="auto">
            <a:xfrm>
              <a:off x="487933" y="839894"/>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1" name="Freeform 121">
              <a:extLst>
                <a:ext uri="{FF2B5EF4-FFF2-40B4-BE49-F238E27FC236}">
                  <a16:creationId xmlns:a16="http://schemas.microsoft.com/office/drawing/2014/main" id="{F794039A-FEEB-41F3-8187-40391BFCBC66}"/>
                </a:ext>
              </a:extLst>
            </p:cNvPr>
            <p:cNvSpPr>
              <a:spLocks/>
            </p:cNvSpPr>
            <p:nvPr userDrawn="1"/>
          </p:nvSpPr>
          <p:spPr bwMode="auto">
            <a:xfrm>
              <a:off x="1216442" y="308061"/>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2" name="Freeform 122">
              <a:extLst>
                <a:ext uri="{FF2B5EF4-FFF2-40B4-BE49-F238E27FC236}">
                  <a16:creationId xmlns:a16="http://schemas.microsoft.com/office/drawing/2014/main" id="{B4A19E78-C1AB-459A-A557-AC4FC1837386}"/>
                </a:ext>
              </a:extLst>
            </p:cNvPr>
            <p:cNvSpPr>
              <a:spLocks/>
            </p:cNvSpPr>
            <p:nvPr userDrawn="1"/>
          </p:nvSpPr>
          <p:spPr bwMode="auto">
            <a:xfrm>
              <a:off x="1391044" y="556918"/>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3" name="Freeform 123">
              <a:extLst>
                <a:ext uri="{FF2B5EF4-FFF2-40B4-BE49-F238E27FC236}">
                  <a16:creationId xmlns:a16="http://schemas.microsoft.com/office/drawing/2014/main" id="{ED013941-C04C-4F03-8E3A-E6D33CED7693}"/>
                </a:ext>
              </a:extLst>
            </p:cNvPr>
            <p:cNvSpPr>
              <a:spLocks/>
            </p:cNvSpPr>
            <p:nvPr userDrawn="1"/>
          </p:nvSpPr>
          <p:spPr bwMode="auto">
            <a:xfrm>
              <a:off x="1232497" y="578995"/>
              <a:ext cx="6021" cy="12041"/>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4" name="Freeform 124">
              <a:extLst>
                <a:ext uri="{FF2B5EF4-FFF2-40B4-BE49-F238E27FC236}">
                  <a16:creationId xmlns:a16="http://schemas.microsoft.com/office/drawing/2014/main" id="{44BADACF-72F8-413E-A4C2-0EF816630F93}"/>
                </a:ext>
              </a:extLst>
            </p:cNvPr>
            <p:cNvSpPr>
              <a:spLocks/>
            </p:cNvSpPr>
            <p:nvPr userDrawn="1"/>
          </p:nvSpPr>
          <p:spPr bwMode="auto">
            <a:xfrm>
              <a:off x="1234504" y="568960"/>
              <a:ext cx="8028" cy="14049"/>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5" name="Freeform 125">
              <a:extLst>
                <a:ext uri="{FF2B5EF4-FFF2-40B4-BE49-F238E27FC236}">
                  <a16:creationId xmlns:a16="http://schemas.microsoft.com/office/drawing/2014/main" id="{33FA0B33-B9B9-40AB-847B-2F1F55B8EA83}"/>
                </a:ext>
              </a:extLst>
            </p:cNvPr>
            <p:cNvSpPr>
              <a:spLocks noEditPoints="1"/>
            </p:cNvSpPr>
            <p:nvPr userDrawn="1"/>
          </p:nvSpPr>
          <p:spPr bwMode="auto">
            <a:xfrm>
              <a:off x="2370417" y="109377"/>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6" name="Freeform 126">
              <a:extLst>
                <a:ext uri="{FF2B5EF4-FFF2-40B4-BE49-F238E27FC236}">
                  <a16:creationId xmlns:a16="http://schemas.microsoft.com/office/drawing/2014/main" id="{5A9A2FC7-567C-426C-B67D-BA0B8D0D98CF}"/>
                </a:ext>
              </a:extLst>
            </p:cNvPr>
            <p:cNvSpPr>
              <a:spLocks noEditPoints="1"/>
            </p:cNvSpPr>
            <p:nvPr userDrawn="1"/>
          </p:nvSpPr>
          <p:spPr bwMode="auto">
            <a:xfrm>
              <a:off x="2613253" y="109377"/>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7" name="Freeform 127">
              <a:extLst>
                <a:ext uri="{FF2B5EF4-FFF2-40B4-BE49-F238E27FC236}">
                  <a16:creationId xmlns:a16="http://schemas.microsoft.com/office/drawing/2014/main" id="{4DA8FF61-296C-4791-A6AF-F6ADDA18F2A3}"/>
                </a:ext>
              </a:extLst>
            </p:cNvPr>
            <p:cNvSpPr>
              <a:spLocks/>
            </p:cNvSpPr>
            <p:nvPr userDrawn="1"/>
          </p:nvSpPr>
          <p:spPr bwMode="auto">
            <a:xfrm>
              <a:off x="2370417"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8" name="Freeform 128">
              <a:extLst>
                <a:ext uri="{FF2B5EF4-FFF2-40B4-BE49-F238E27FC236}">
                  <a16:creationId xmlns:a16="http://schemas.microsoft.com/office/drawing/2014/main" id="{9B48CD32-DA24-48E5-8112-16CABB75276B}"/>
                </a:ext>
              </a:extLst>
            </p:cNvPr>
            <p:cNvSpPr>
              <a:spLocks noEditPoints="1"/>
            </p:cNvSpPr>
            <p:nvPr userDrawn="1"/>
          </p:nvSpPr>
          <p:spPr bwMode="auto">
            <a:xfrm>
              <a:off x="202951" y="1171034"/>
              <a:ext cx="351210" cy="313078"/>
            </a:xfrm>
            <a:custGeom>
              <a:avLst/>
              <a:gdLst>
                <a:gd name="T0" fmla="*/ 94 w 233"/>
                <a:gd name="T1" fmla="*/ 8 h 208"/>
                <a:gd name="T2" fmla="*/ 120 w 233"/>
                <a:gd name="T3" fmla="*/ 6 h 208"/>
                <a:gd name="T4" fmla="*/ 221 w 233"/>
                <a:gd name="T5" fmla="*/ 56 h 208"/>
                <a:gd name="T6" fmla="*/ 217 w 233"/>
                <a:gd name="T7" fmla="*/ 130 h 208"/>
                <a:gd name="T8" fmla="*/ 172 w 233"/>
                <a:gd name="T9" fmla="*/ 175 h 208"/>
                <a:gd name="T10" fmla="*/ 124 w 233"/>
                <a:gd name="T11" fmla="*/ 185 h 208"/>
                <a:gd name="T12" fmla="*/ 99 w 233"/>
                <a:gd name="T13" fmla="*/ 179 h 208"/>
                <a:gd name="T14" fmla="*/ 98 w 233"/>
                <a:gd name="T15" fmla="*/ 178 h 208"/>
                <a:gd name="T16" fmla="*/ 68 w 233"/>
                <a:gd name="T17" fmla="*/ 165 h 208"/>
                <a:gd name="T18" fmla="*/ 43 w 233"/>
                <a:gd name="T19" fmla="*/ 151 h 208"/>
                <a:gd name="T20" fmla="*/ 23 w 233"/>
                <a:gd name="T21" fmla="*/ 171 h 208"/>
                <a:gd name="T22" fmla="*/ 15 w 233"/>
                <a:gd name="T23" fmla="*/ 129 h 208"/>
                <a:gd name="T24" fmla="*/ 14 w 233"/>
                <a:gd name="T25" fmla="*/ 128 h 208"/>
                <a:gd name="T26" fmla="*/ 6 w 233"/>
                <a:gd name="T27" fmla="*/ 107 h 208"/>
                <a:gd name="T28" fmla="*/ 15 w 233"/>
                <a:gd name="T29" fmla="*/ 77 h 208"/>
                <a:gd name="T30" fmla="*/ 15 w 233"/>
                <a:gd name="T31" fmla="*/ 77 h 208"/>
                <a:gd name="T32" fmla="*/ 94 w 233"/>
                <a:gd name="T33" fmla="*/ 8 h 208"/>
                <a:gd name="T34" fmla="*/ 93 w 233"/>
                <a:gd name="T35" fmla="*/ 2 h 208"/>
                <a:gd name="T36" fmla="*/ 92 w 233"/>
                <a:gd name="T37" fmla="*/ 2 h 208"/>
                <a:gd name="T38" fmla="*/ 9 w 233"/>
                <a:gd name="T39" fmla="*/ 75 h 208"/>
                <a:gd name="T40" fmla="*/ 5 w 233"/>
                <a:gd name="T41" fmla="*/ 127 h 208"/>
                <a:gd name="T42" fmla="*/ 17 w 233"/>
                <a:gd name="T43" fmla="*/ 171 h 208"/>
                <a:gd name="T44" fmla="*/ 15 w 233"/>
                <a:gd name="T45" fmla="*/ 192 h 208"/>
                <a:gd name="T46" fmla="*/ 15 w 233"/>
                <a:gd name="T47" fmla="*/ 194 h 208"/>
                <a:gd name="T48" fmla="*/ 20 w 233"/>
                <a:gd name="T49" fmla="*/ 196 h 208"/>
                <a:gd name="T50" fmla="*/ 56 w 233"/>
                <a:gd name="T51" fmla="*/ 166 h 208"/>
                <a:gd name="T52" fmla="*/ 124 w 233"/>
                <a:gd name="T53" fmla="*/ 191 h 208"/>
                <a:gd name="T54" fmla="*/ 175 w 233"/>
                <a:gd name="T55" fmla="*/ 180 h 208"/>
                <a:gd name="T56" fmla="*/ 222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9" name="Freeform 129">
              <a:extLst>
                <a:ext uri="{FF2B5EF4-FFF2-40B4-BE49-F238E27FC236}">
                  <a16:creationId xmlns:a16="http://schemas.microsoft.com/office/drawing/2014/main" id="{90E84DE3-2E67-45E1-A009-3241BEE3C39F}"/>
                </a:ext>
              </a:extLst>
            </p:cNvPr>
            <p:cNvSpPr>
              <a:spLocks noEditPoints="1"/>
            </p:cNvSpPr>
            <p:nvPr userDrawn="1"/>
          </p:nvSpPr>
          <p:spPr bwMode="auto">
            <a:xfrm>
              <a:off x="1774363" y="338165"/>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6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0 h 117"/>
                <a:gd name="T50" fmla="*/ 72 w 169"/>
                <a:gd name="T51" fmla="*/ 0 h 117"/>
                <a:gd name="T52" fmla="*/ 72 w 169"/>
                <a:gd name="T53" fmla="*/ 0 h 117"/>
                <a:gd name="T54" fmla="*/ 53 w 169"/>
                <a:gd name="T55" fmla="*/ 5 h 117"/>
                <a:gd name="T56" fmla="*/ 39 w 169"/>
                <a:gd name="T57" fmla="*/ 21 h 117"/>
                <a:gd name="T58" fmla="*/ 37 w 169"/>
                <a:gd name="T59" fmla="*/ 31 h 117"/>
                <a:gd name="T60" fmla="*/ 36 w 169"/>
                <a:gd name="T61" fmla="*/ 31 h 117"/>
                <a:gd name="T62" fmla="*/ 36 w 169"/>
                <a:gd name="T63" fmla="*/ 57 h 117"/>
                <a:gd name="T64" fmla="*/ 0 w 169"/>
                <a:gd name="T65" fmla="*/ 38 h 117"/>
                <a:gd name="T66" fmla="*/ 8 w 169"/>
                <a:gd name="T67" fmla="*/ 48 h 117"/>
                <a:gd name="T68" fmla="*/ 11 w 169"/>
                <a:gd name="T69" fmla="*/ 47 h 117"/>
                <a:gd name="T70" fmla="*/ 8 w 169"/>
                <a:gd name="T71" fmla="*/ 48 h 117"/>
                <a:gd name="T72" fmla="*/ 36 w 169"/>
                <a:gd name="T73" fmla="*/ 86 h 117"/>
                <a:gd name="T74" fmla="*/ 40 w 169"/>
                <a:gd name="T75" fmla="*/ 102 h 117"/>
                <a:gd name="T76" fmla="*/ 54 w 169"/>
                <a:gd name="T77" fmla="*/ 114 h 117"/>
                <a:gd name="T78" fmla="*/ 62 w 169"/>
                <a:gd name="T79" fmla="*/ 117 h 117"/>
                <a:gd name="T80" fmla="*/ 62 w 169"/>
                <a:gd name="T81" fmla="*/ 117 h 117"/>
                <a:gd name="T82" fmla="*/ 132 w 169"/>
                <a:gd name="T83" fmla="*/ 117 h 117"/>
                <a:gd name="T84" fmla="*/ 132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0 w 169"/>
                <a:gd name="T97" fmla="*/ 5 h 117"/>
                <a:gd name="T98" fmla="*/ 136 w 169"/>
                <a:gd name="T99" fmla="*/ 0 h 117"/>
                <a:gd name="T100" fmla="*/ 136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0" name="Freeform 130">
              <a:extLst>
                <a:ext uri="{FF2B5EF4-FFF2-40B4-BE49-F238E27FC236}">
                  <a16:creationId xmlns:a16="http://schemas.microsoft.com/office/drawing/2014/main" id="{DF8D7C55-126D-417D-8336-E7C35503027C}"/>
                </a:ext>
              </a:extLst>
            </p:cNvPr>
            <p:cNvSpPr>
              <a:spLocks noEditPoints="1"/>
            </p:cNvSpPr>
            <p:nvPr userDrawn="1"/>
          </p:nvSpPr>
          <p:spPr bwMode="auto">
            <a:xfrm>
              <a:off x="538105" y="1395808"/>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19 h 70"/>
                <a:gd name="T20" fmla="*/ 30 w 104"/>
                <a:gd name="T21" fmla="*/ 19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4 w 104"/>
                <a:gd name="T65" fmla="*/ 0 h 70"/>
                <a:gd name="T66" fmla="*/ 46 w 104"/>
                <a:gd name="T67" fmla="*/ 0 h 70"/>
                <a:gd name="T68" fmla="*/ 46 w 104"/>
                <a:gd name="T69" fmla="*/ 0 h 70"/>
                <a:gd name="T70" fmla="*/ 35 w 104"/>
                <a:gd name="T71" fmla="*/ 3 h 70"/>
                <a:gd name="T72" fmla="*/ 26 w 104"/>
                <a:gd name="T73" fmla="*/ 13 h 70"/>
                <a:gd name="T74" fmla="*/ 24 w 104"/>
                <a:gd name="T75" fmla="*/ 19 h 70"/>
                <a:gd name="T76" fmla="*/ 24 w 104"/>
                <a:gd name="T77" fmla="*/ 19 h 70"/>
                <a:gd name="T78" fmla="*/ 24 w 104"/>
                <a:gd name="T79" fmla="*/ 32 h 70"/>
                <a:gd name="T80" fmla="*/ 0 w 104"/>
                <a:gd name="T81" fmla="*/ 19 h 70"/>
                <a:gd name="T82" fmla="*/ 8 w 104"/>
                <a:gd name="T83" fmla="*/ 30 h 70"/>
                <a:gd name="T84" fmla="*/ 10 w 104"/>
                <a:gd name="T85" fmla="*/ 28 h 70"/>
                <a:gd name="T86" fmla="*/ 8 w 104"/>
                <a:gd name="T87" fmla="*/ 30 h 70"/>
                <a:gd name="T88" fmla="*/ 24 w 104"/>
                <a:gd name="T89" fmla="*/ 51 h 70"/>
                <a:gd name="T90" fmla="*/ 27 w 104"/>
                <a:gd name="T91" fmla="*/ 61 h 70"/>
                <a:gd name="T92" fmla="*/ 35 w 104"/>
                <a:gd name="T93" fmla="*/ 69 h 70"/>
                <a:gd name="T94" fmla="*/ 40 w 104"/>
                <a:gd name="T95" fmla="*/ 70 h 70"/>
                <a:gd name="T96" fmla="*/ 40 w 104"/>
                <a:gd name="T97" fmla="*/ 70 h 70"/>
                <a:gd name="T98" fmla="*/ 81 w 104"/>
                <a:gd name="T99" fmla="*/ 70 h 70"/>
                <a:gd name="T100" fmla="*/ 81 w 104"/>
                <a:gd name="T101" fmla="*/ 70 h 70"/>
                <a:gd name="T102" fmla="*/ 100 w 104"/>
                <a:gd name="T103" fmla="*/ 64 h 70"/>
                <a:gd name="T104" fmla="*/ 104 w 104"/>
                <a:gd name="T105" fmla="*/ 55 h 70"/>
                <a:gd name="T106" fmla="*/ 104 w 104"/>
                <a:gd name="T107" fmla="*/ 53 h 70"/>
                <a:gd name="T108" fmla="*/ 104 w 104"/>
                <a:gd name="T109" fmla="*/ 20 h 70"/>
                <a:gd name="T110" fmla="*/ 104 w 104"/>
                <a:gd name="T111" fmla="*/ 19 h 70"/>
                <a:gd name="T112" fmla="*/ 93 w 104"/>
                <a:gd name="T113" fmla="*/ 3 h 70"/>
                <a:gd name="T114" fmla="*/ 84 w 104"/>
                <a:gd name="T115" fmla="*/ 0 h 70"/>
                <a:gd name="T116" fmla="*/ 84 w 104"/>
                <a:gd name="T1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19"/>
                  </a:moveTo>
                  <a:cubicBezTo>
                    <a:pt x="30" y="19"/>
                    <a:pt x="30" y="19"/>
                    <a:pt x="30" y="19"/>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1" name="Freeform 131">
              <a:extLst>
                <a:ext uri="{FF2B5EF4-FFF2-40B4-BE49-F238E27FC236}">
                  <a16:creationId xmlns:a16="http://schemas.microsoft.com/office/drawing/2014/main" id="{7EF99BB5-DAA8-4A56-8ACE-CE3657BD671D}"/>
                </a:ext>
              </a:extLst>
            </p:cNvPr>
            <p:cNvSpPr>
              <a:spLocks noEditPoints="1"/>
            </p:cNvSpPr>
            <p:nvPr userDrawn="1"/>
          </p:nvSpPr>
          <p:spPr bwMode="auto">
            <a:xfrm>
              <a:off x="-17809" y="1526258"/>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6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2" name="Freeform 132">
              <a:extLst>
                <a:ext uri="{FF2B5EF4-FFF2-40B4-BE49-F238E27FC236}">
                  <a16:creationId xmlns:a16="http://schemas.microsoft.com/office/drawing/2014/main" id="{21DE1106-B47F-4D95-80CA-C66B19390F2E}"/>
                </a:ext>
              </a:extLst>
            </p:cNvPr>
            <p:cNvSpPr>
              <a:spLocks noEditPoints="1"/>
            </p:cNvSpPr>
            <p:nvPr userDrawn="1"/>
          </p:nvSpPr>
          <p:spPr bwMode="auto">
            <a:xfrm>
              <a:off x="869246" y="1016502"/>
              <a:ext cx="168581" cy="114395"/>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49 w 112"/>
                <a:gd name="T17" fmla="*/ 6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90 w 112"/>
                <a:gd name="T53" fmla="*/ 6 h 76"/>
                <a:gd name="T54" fmla="*/ 90 w 112"/>
                <a:gd name="T55" fmla="*/ 6 h 76"/>
                <a:gd name="T56" fmla="*/ 90 w 112"/>
                <a:gd name="T57" fmla="*/ 6 h 76"/>
                <a:gd name="T58" fmla="*/ 90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2" y="7"/>
                    <a:pt x="45" y="6"/>
                    <a:pt x="49" y="6"/>
                  </a:cubicBezTo>
                  <a:cubicBezTo>
                    <a:pt x="49" y="6"/>
                    <a:pt x="49" y="6"/>
                    <a:pt x="49" y="6"/>
                  </a:cubicBez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8"/>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3" name="Freeform 133">
              <a:extLst>
                <a:ext uri="{FF2B5EF4-FFF2-40B4-BE49-F238E27FC236}">
                  <a16:creationId xmlns:a16="http://schemas.microsoft.com/office/drawing/2014/main" id="{D64FF92A-16CB-4DE9-9DCA-18C8A8889004}"/>
                </a:ext>
              </a:extLst>
            </p:cNvPr>
            <p:cNvSpPr>
              <a:spLocks noEditPoints="1"/>
            </p:cNvSpPr>
            <p:nvPr userDrawn="1"/>
          </p:nvSpPr>
          <p:spPr bwMode="auto">
            <a:xfrm>
              <a:off x="855197" y="741554"/>
              <a:ext cx="252871" cy="234809"/>
            </a:xfrm>
            <a:custGeom>
              <a:avLst/>
              <a:gdLst>
                <a:gd name="T0" fmla="*/ 7 w 167"/>
                <a:gd name="T1" fmla="*/ 64 h 155"/>
                <a:gd name="T2" fmla="*/ 9 w 167"/>
                <a:gd name="T3" fmla="*/ 61 h 155"/>
                <a:gd name="T4" fmla="*/ 7 w 167"/>
                <a:gd name="T5" fmla="*/ 64 h 155"/>
                <a:gd name="T6" fmla="*/ 71 w 167"/>
                <a:gd name="T7" fmla="*/ 6 h 155"/>
                <a:gd name="T8" fmla="*/ 135 w 167"/>
                <a:gd name="T9" fmla="*/ 6 h 155"/>
                <a:gd name="T10" fmla="*/ 146 w 167"/>
                <a:gd name="T11" fmla="*/ 11 h 155"/>
                <a:gd name="T12" fmla="*/ 161 w 167"/>
                <a:gd name="T13" fmla="*/ 42 h 155"/>
                <a:gd name="T14" fmla="*/ 161 w 167"/>
                <a:gd name="T15" fmla="*/ 120 h 155"/>
                <a:gd name="T16" fmla="*/ 161 w 167"/>
                <a:gd name="T17" fmla="*/ 121 h 155"/>
                <a:gd name="T18" fmla="*/ 161 w 167"/>
                <a:gd name="T19" fmla="*/ 121 h 155"/>
                <a:gd name="T20" fmla="*/ 161 w 167"/>
                <a:gd name="T21" fmla="*/ 123 h 155"/>
                <a:gd name="T22" fmla="*/ 157 w 167"/>
                <a:gd name="T23" fmla="*/ 138 h 155"/>
                <a:gd name="T24" fmla="*/ 131 w 167"/>
                <a:gd name="T25" fmla="*/ 149 h 155"/>
                <a:gd name="T26" fmla="*/ 61 w 167"/>
                <a:gd name="T27" fmla="*/ 149 h 155"/>
                <a:gd name="T28" fmla="*/ 51 w 167"/>
                <a:gd name="T29" fmla="*/ 143 h 155"/>
                <a:gd name="T30" fmla="*/ 41 w 167"/>
                <a:gd name="T31" fmla="*/ 113 h 155"/>
                <a:gd name="T32" fmla="*/ 41 w 167"/>
                <a:gd name="T33" fmla="*/ 112 h 155"/>
                <a:gd name="T34" fmla="*/ 18 w 167"/>
                <a:gd name="T35" fmla="*/ 71 h 155"/>
                <a:gd name="T36" fmla="*/ 41 w 167"/>
                <a:gd name="T37" fmla="*/ 87 h 155"/>
                <a:gd name="T38" fmla="*/ 41 w 167"/>
                <a:gd name="T39" fmla="*/ 41 h 155"/>
                <a:gd name="T40" fmla="*/ 46 w 167"/>
                <a:gd name="T41" fmla="*/ 22 h 155"/>
                <a:gd name="T42" fmla="*/ 56 w 167"/>
                <a:gd name="T43" fmla="*/ 11 h 155"/>
                <a:gd name="T44" fmla="*/ 71 w 167"/>
                <a:gd name="T45" fmla="*/ 6 h 155"/>
                <a:gd name="T46" fmla="*/ 71 w 167"/>
                <a:gd name="T47" fmla="*/ 6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4" name="Freeform 134">
              <a:extLst>
                <a:ext uri="{FF2B5EF4-FFF2-40B4-BE49-F238E27FC236}">
                  <a16:creationId xmlns:a16="http://schemas.microsoft.com/office/drawing/2014/main" id="{AF02F0D0-74D8-41FF-AFDB-F0417DD1784A}"/>
                </a:ext>
              </a:extLst>
            </p:cNvPr>
            <p:cNvSpPr>
              <a:spLocks noEditPoints="1"/>
            </p:cNvSpPr>
            <p:nvPr userDrawn="1"/>
          </p:nvSpPr>
          <p:spPr bwMode="auto">
            <a:xfrm>
              <a:off x="233054" y="279964"/>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5" name="Freeform 135">
              <a:extLst>
                <a:ext uri="{FF2B5EF4-FFF2-40B4-BE49-F238E27FC236}">
                  <a16:creationId xmlns:a16="http://schemas.microsoft.com/office/drawing/2014/main" id="{40E3A980-8A0D-4A03-9716-C8F74208586E}"/>
                </a:ext>
              </a:extLst>
            </p:cNvPr>
            <p:cNvSpPr>
              <a:spLocks/>
            </p:cNvSpPr>
            <p:nvPr userDrawn="1"/>
          </p:nvSpPr>
          <p:spPr bwMode="auto">
            <a:xfrm>
              <a:off x="473884"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6" name="Freeform 136">
              <a:extLst>
                <a:ext uri="{FF2B5EF4-FFF2-40B4-BE49-F238E27FC236}">
                  <a16:creationId xmlns:a16="http://schemas.microsoft.com/office/drawing/2014/main" id="{541EE097-AAD5-4A71-A546-489AD330B5AB}"/>
                </a:ext>
              </a:extLst>
            </p:cNvPr>
            <p:cNvSpPr>
              <a:spLocks noEditPoints="1"/>
            </p:cNvSpPr>
            <p:nvPr userDrawn="1"/>
          </p:nvSpPr>
          <p:spPr bwMode="auto">
            <a:xfrm>
              <a:off x="1005716" y="1080723"/>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0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7" name="Freeform 137">
              <a:extLst>
                <a:ext uri="{FF2B5EF4-FFF2-40B4-BE49-F238E27FC236}">
                  <a16:creationId xmlns:a16="http://schemas.microsoft.com/office/drawing/2014/main" id="{A2513827-77D4-43A2-A5B5-A1B8592DBF81}"/>
                </a:ext>
              </a:extLst>
            </p:cNvPr>
            <p:cNvSpPr>
              <a:spLocks noEditPoints="1"/>
            </p:cNvSpPr>
            <p:nvPr userDrawn="1"/>
          </p:nvSpPr>
          <p:spPr bwMode="auto">
            <a:xfrm>
              <a:off x="102605" y="428476"/>
              <a:ext cx="180622" cy="250865"/>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8" name="Freeform 138">
              <a:extLst>
                <a:ext uri="{FF2B5EF4-FFF2-40B4-BE49-F238E27FC236}">
                  <a16:creationId xmlns:a16="http://schemas.microsoft.com/office/drawing/2014/main" id="{562028CC-7CA2-4775-9074-B66E55D5F971}"/>
                </a:ext>
              </a:extLst>
            </p:cNvPr>
            <p:cNvSpPr>
              <a:spLocks/>
            </p:cNvSpPr>
            <p:nvPr userDrawn="1"/>
          </p:nvSpPr>
          <p:spPr bwMode="auto">
            <a:xfrm>
              <a:off x="273192" y="633181"/>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9" name="Freeform 139">
              <a:extLst>
                <a:ext uri="{FF2B5EF4-FFF2-40B4-BE49-F238E27FC236}">
                  <a16:creationId xmlns:a16="http://schemas.microsoft.com/office/drawing/2014/main" id="{8B23749D-6BB6-4D77-A34A-3C9394A55594}"/>
                </a:ext>
              </a:extLst>
            </p:cNvPr>
            <p:cNvSpPr>
              <a:spLocks noEditPoints="1"/>
            </p:cNvSpPr>
            <p:nvPr userDrawn="1"/>
          </p:nvSpPr>
          <p:spPr bwMode="auto">
            <a:xfrm>
              <a:off x="1513465"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2 w 219"/>
                <a:gd name="T29" fmla="*/ 37 h 131"/>
                <a:gd name="T30" fmla="*/ 212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7 w 219"/>
                <a:gd name="T43" fmla="*/ 125 h 131"/>
                <a:gd name="T44" fmla="*/ 99 w 219"/>
                <a:gd name="T45" fmla="*/ 125 h 131"/>
                <a:gd name="T46" fmla="*/ 87 w 219"/>
                <a:gd name="T47" fmla="*/ 120 h 131"/>
                <a:gd name="T48" fmla="*/ 79 w 219"/>
                <a:gd name="T49" fmla="*/ 111 h 131"/>
                <a:gd name="T50" fmla="*/ 76 w 219"/>
                <a:gd name="T51" fmla="*/ 95 h 131"/>
                <a:gd name="T52" fmla="*/ 76 w 219"/>
                <a:gd name="T53" fmla="*/ 94 h 131"/>
                <a:gd name="T54" fmla="*/ 33 w 219"/>
                <a:gd name="T55" fmla="*/ 51 h 131"/>
                <a:gd name="T56" fmla="*/ 76 w 219"/>
                <a:gd name="T57" fmla="*/ 74 h 131"/>
                <a:gd name="T58" fmla="*/ 76 w 219"/>
                <a:gd name="T59" fmla="*/ 35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0" name="Freeform 140">
              <a:extLst>
                <a:ext uri="{FF2B5EF4-FFF2-40B4-BE49-F238E27FC236}">
                  <a16:creationId xmlns:a16="http://schemas.microsoft.com/office/drawing/2014/main" id="{4C2345B1-BD1E-4D9A-8DFB-573D0AE89AF9}"/>
                </a:ext>
              </a:extLst>
            </p:cNvPr>
            <p:cNvSpPr>
              <a:spLocks noEditPoints="1"/>
            </p:cNvSpPr>
            <p:nvPr userDrawn="1"/>
          </p:nvSpPr>
          <p:spPr bwMode="auto">
            <a:xfrm>
              <a:off x="1864675" y="542870"/>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6 h 137"/>
                <a:gd name="T38" fmla="*/ 37 w 140"/>
                <a:gd name="T39" fmla="*/ 106 h 137"/>
                <a:gd name="T40" fmla="*/ 21 w 140"/>
                <a:gd name="T41" fmla="*/ 104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2 h 137"/>
                <a:gd name="T78" fmla="*/ 41 w 140"/>
                <a:gd name="T79" fmla="*/ 111 h 137"/>
                <a:gd name="T80" fmla="*/ 94 w 140"/>
                <a:gd name="T81" fmla="*/ 137 h 137"/>
                <a:gd name="T82" fmla="*/ 75 w 140"/>
                <a:gd name="T83" fmla="*/ 109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1" name="Freeform 141">
              <a:extLst>
                <a:ext uri="{FF2B5EF4-FFF2-40B4-BE49-F238E27FC236}">
                  <a16:creationId xmlns:a16="http://schemas.microsoft.com/office/drawing/2014/main" id="{FFC9B202-F08A-42C4-8AAB-4C01669089B1}"/>
                </a:ext>
              </a:extLst>
            </p:cNvPr>
            <p:cNvSpPr>
              <a:spLocks noEditPoints="1"/>
            </p:cNvSpPr>
            <p:nvPr userDrawn="1"/>
          </p:nvSpPr>
          <p:spPr bwMode="auto">
            <a:xfrm>
              <a:off x="817066" y="364255"/>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6 w 141"/>
                <a:gd name="T17" fmla="*/ 27 h 137"/>
                <a:gd name="T18" fmla="*/ 11 w 141"/>
                <a:gd name="T19" fmla="*/ 17 h 137"/>
                <a:gd name="T20" fmla="*/ 16 w 141"/>
                <a:gd name="T21" fmla="*/ 11 h 137"/>
                <a:gd name="T22" fmla="*/ 25 w 141"/>
                <a:gd name="T23" fmla="*/ 8 h 137"/>
                <a:gd name="T24" fmla="*/ 25 w 141"/>
                <a:gd name="T25" fmla="*/ 5 h 137"/>
                <a:gd name="T26" fmla="*/ 25 w 141"/>
                <a:gd name="T27" fmla="*/ 8 h 137"/>
                <a:gd name="T28" fmla="*/ 100 w 141"/>
                <a:gd name="T29" fmla="*/ 6 h 137"/>
                <a:gd name="T30" fmla="*/ 100 w 141"/>
                <a:gd name="T31" fmla="*/ 6 h 137"/>
                <a:gd name="T32" fmla="*/ 117 w 141"/>
                <a:gd name="T33" fmla="*/ 10 h 137"/>
                <a:gd name="T34" fmla="*/ 128 w 141"/>
                <a:gd name="T35" fmla="*/ 16 h 137"/>
                <a:gd name="T36" fmla="*/ 135 w 141"/>
                <a:gd name="T37" fmla="*/ 27 h 137"/>
                <a:gd name="T38" fmla="*/ 135 w 141"/>
                <a:gd name="T39" fmla="*/ 82 h 137"/>
                <a:gd name="T40" fmla="*/ 131 w 141"/>
                <a:gd name="T41" fmla="*/ 91 h 137"/>
                <a:gd name="T42" fmla="*/ 107 w 141"/>
                <a:gd name="T43" fmla="*/ 103 h 137"/>
                <a:gd name="T44" fmla="*/ 64 w 141"/>
                <a:gd name="T45" fmla="*/ 104 h 137"/>
                <a:gd name="T46" fmla="*/ 77 w 141"/>
                <a:gd name="T47" fmla="*/ 122 h 137"/>
                <a:gd name="T48" fmla="*/ 43 w 141"/>
                <a:gd name="T49" fmla="*/ 105 h 137"/>
                <a:gd name="T50" fmla="*/ 42 w 141"/>
                <a:gd name="T51" fmla="*/ 105 h 137"/>
                <a:gd name="T52" fmla="*/ 42 w 141"/>
                <a:gd name="T53" fmla="*/ 105 h 137"/>
                <a:gd name="T54" fmla="*/ 38 w 141"/>
                <a:gd name="T55" fmla="*/ 105 h 137"/>
                <a:gd name="T56" fmla="*/ 38 w 141"/>
                <a:gd name="T57" fmla="*/ 105 h 137"/>
                <a:gd name="T58" fmla="*/ 22 w 141"/>
                <a:gd name="T59" fmla="*/ 103 h 137"/>
                <a:gd name="T60" fmla="*/ 14 w 141"/>
                <a:gd name="T61" fmla="*/ 100 h 137"/>
                <a:gd name="T62" fmla="*/ 9 w 141"/>
                <a:gd name="T63" fmla="*/ 94 h 137"/>
                <a:gd name="T64" fmla="*/ 6 w 141"/>
                <a:gd name="T65" fmla="*/ 27 h 137"/>
                <a:gd name="T66" fmla="*/ 100 w 141"/>
                <a:gd name="T67" fmla="*/ 0 h 137"/>
                <a:gd name="T68" fmla="*/ 25 w 141"/>
                <a:gd name="T69" fmla="*/ 2 h 137"/>
                <a:gd name="T70" fmla="*/ 13 w 141"/>
                <a:gd name="T71" fmla="*/ 6 h 137"/>
                <a:gd name="T72" fmla="*/ 3 w 141"/>
                <a:gd name="T73" fmla="*/ 19 h 137"/>
                <a:gd name="T74" fmla="*/ 0 w 141"/>
                <a:gd name="T75" fmla="*/ 26 h 137"/>
                <a:gd name="T76" fmla="*/ 0 w 141"/>
                <a:gd name="T77" fmla="*/ 26 h 137"/>
                <a:gd name="T78" fmla="*/ 3 w 141"/>
                <a:gd name="T79" fmla="*/ 96 h 137"/>
                <a:gd name="T80" fmla="*/ 3 w 141"/>
                <a:gd name="T81" fmla="*/ 97 h 137"/>
                <a:gd name="T82" fmla="*/ 11 w 141"/>
                <a:gd name="T83" fmla="*/ 105 h 137"/>
                <a:gd name="T84" fmla="*/ 25 w 141"/>
                <a:gd name="T85" fmla="*/ 110 h 137"/>
                <a:gd name="T86" fmla="*/ 38 w 141"/>
                <a:gd name="T87" fmla="*/ 111 h 137"/>
                <a:gd name="T88" fmla="*/ 42 w 141"/>
                <a:gd name="T89" fmla="*/ 111 h 137"/>
                <a:gd name="T90" fmla="*/ 79 w 141"/>
                <a:gd name="T91" fmla="*/ 129 h 137"/>
                <a:gd name="T92" fmla="*/ 89 w 141"/>
                <a:gd name="T93" fmla="*/ 129 h 137"/>
                <a:gd name="T94" fmla="*/ 76 w 141"/>
                <a:gd name="T95" fmla="*/ 109 h 137"/>
                <a:gd name="T96" fmla="*/ 108 w 141"/>
                <a:gd name="T97" fmla="*/ 109 h 137"/>
                <a:gd name="T98" fmla="*/ 108 w 141"/>
                <a:gd name="T99" fmla="*/ 109 h 137"/>
                <a:gd name="T100" fmla="*/ 136 w 141"/>
                <a:gd name="T101" fmla="*/ 94 h 137"/>
                <a:gd name="T102" fmla="*/ 141 w 141"/>
                <a:gd name="T103" fmla="*/ 82 h 137"/>
                <a:gd name="T104" fmla="*/ 141 w 141"/>
                <a:gd name="T105" fmla="*/ 82 h 137"/>
                <a:gd name="T106" fmla="*/ 141 w 141"/>
                <a:gd name="T107" fmla="*/ 26 h 137"/>
                <a:gd name="T108" fmla="*/ 141 w 141"/>
                <a:gd name="T109" fmla="*/ 26 h 137"/>
                <a:gd name="T110" fmla="*/ 131 w 141"/>
                <a:gd name="T111" fmla="*/ 11 h 137"/>
                <a:gd name="T112" fmla="*/ 111 w 141"/>
                <a:gd name="T113" fmla="*/ 2 h 137"/>
                <a:gd name="T114" fmla="*/ 100 w 141"/>
                <a:gd name="T115" fmla="*/ 0 h 137"/>
                <a:gd name="T116" fmla="*/ 100 w 141"/>
                <a:gd name="T11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6" y="27"/>
                  </a:moveTo>
                  <a:cubicBezTo>
                    <a:pt x="7" y="26"/>
                    <a:pt x="8" y="21"/>
                    <a:pt x="11" y="17"/>
                  </a:cubicBezTo>
                  <a:cubicBezTo>
                    <a:pt x="12" y="15"/>
                    <a:pt x="14" y="12"/>
                    <a:pt x="16" y="11"/>
                  </a:cubicBezTo>
                  <a:cubicBezTo>
                    <a:pt x="19"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2" name="Freeform 142">
              <a:extLst>
                <a:ext uri="{FF2B5EF4-FFF2-40B4-BE49-F238E27FC236}">
                  <a16:creationId xmlns:a16="http://schemas.microsoft.com/office/drawing/2014/main" id="{1A875C63-6FE3-4E75-A75A-50526EF0A5DD}"/>
                </a:ext>
              </a:extLst>
            </p:cNvPr>
            <p:cNvSpPr>
              <a:spLocks/>
            </p:cNvSpPr>
            <p:nvPr userDrawn="1"/>
          </p:nvSpPr>
          <p:spPr bwMode="auto">
            <a:xfrm>
              <a:off x="935474" y="558926"/>
              <a:ext cx="22077" cy="8028"/>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3" name="Freeform 143">
              <a:extLst>
                <a:ext uri="{FF2B5EF4-FFF2-40B4-BE49-F238E27FC236}">
                  <a16:creationId xmlns:a16="http://schemas.microsoft.com/office/drawing/2014/main" id="{812DCBA9-8ED1-429E-9A8E-075DDB40BEEB}"/>
                </a:ext>
              </a:extLst>
            </p:cNvPr>
            <p:cNvSpPr>
              <a:spLocks noEditPoints="1"/>
            </p:cNvSpPr>
            <p:nvPr userDrawn="1"/>
          </p:nvSpPr>
          <p:spPr bwMode="auto">
            <a:xfrm>
              <a:off x="658520" y="143494"/>
              <a:ext cx="232802" cy="230796"/>
            </a:xfrm>
            <a:custGeom>
              <a:avLst/>
              <a:gdLst>
                <a:gd name="T0" fmla="*/ 0 w 155"/>
                <a:gd name="T1" fmla="*/ 31 h 153"/>
                <a:gd name="T2" fmla="*/ 0 w 155"/>
                <a:gd name="T3" fmla="*/ 31 h 153"/>
                <a:gd name="T4" fmla="*/ 3 w 155"/>
                <a:gd name="T5" fmla="*/ 30 h 153"/>
                <a:gd name="T6" fmla="*/ 6 w 155"/>
                <a:gd name="T7" fmla="*/ 30 h 153"/>
                <a:gd name="T8" fmla="*/ 3 w 155"/>
                <a:gd name="T9" fmla="*/ 30 h 153"/>
                <a:gd name="T10" fmla="*/ 0 w 155"/>
                <a:gd name="T11" fmla="*/ 31 h 153"/>
                <a:gd name="T12" fmla="*/ 25 w 155"/>
                <a:gd name="T13" fmla="*/ 9 h 153"/>
                <a:gd name="T14" fmla="*/ 101 w 155"/>
                <a:gd name="T15" fmla="*/ 6 h 153"/>
                <a:gd name="T16" fmla="*/ 109 w 155"/>
                <a:gd name="T17" fmla="*/ 13 h 153"/>
                <a:gd name="T18" fmla="*/ 116 w 155"/>
                <a:gd name="T19" fmla="*/ 29 h 153"/>
                <a:gd name="T20" fmla="*/ 117 w 155"/>
                <a:gd name="T21" fmla="*/ 40 h 153"/>
                <a:gd name="T22" fmla="*/ 117 w 155"/>
                <a:gd name="T23" fmla="*/ 40 h 153"/>
                <a:gd name="T24" fmla="*/ 117 w 155"/>
                <a:gd name="T25" fmla="*/ 41 h 153"/>
                <a:gd name="T26" fmla="*/ 138 w 155"/>
                <a:gd name="T27" fmla="*/ 77 h 153"/>
                <a:gd name="T28" fmla="*/ 117 w 155"/>
                <a:gd name="T29" fmla="*/ 65 h 153"/>
                <a:gd name="T30" fmla="*/ 119 w 155"/>
                <a:gd name="T31" fmla="*/ 111 h 153"/>
                <a:gd name="T32" fmla="*/ 108 w 155"/>
                <a:gd name="T33" fmla="*/ 137 h 153"/>
                <a:gd name="T34" fmla="*/ 101 w 155"/>
                <a:gd name="T35" fmla="*/ 141 h 153"/>
                <a:gd name="T36" fmla="*/ 98 w 155"/>
                <a:gd name="T37" fmla="*/ 142 h 153"/>
                <a:gd name="T38" fmla="*/ 98 w 155"/>
                <a:gd name="T39" fmla="*/ 142 h 153"/>
                <a:gd name="T40" fmla="*/ 98 w 155"/>
                <a:gd name="T41" fmla="*/ 142 h 153"/>
                <a:gd name="T42" fmla="*/ 37 w 155"/>
                <a:gd name="T43" fmla="*/ 147 h 153"/>
                <a:gd name="T44" fmla="*/ 23 w 155"/>
                <a:gd name="T45" fmla="*/ 139 h 153"/>
                <a:gd name="T46" fmla="*/ 12 w 155"/>
                <a:gd name="T47" fmla="*/ 121 h 153"/>
                <a:gd name="T48" fmla="*/ 10 w 155"/>
                <a:gd name="T49" fmla="*/ 114 h 153"/>
                <a:gd name="T50" fmla="*/ 10 w 155"/>
                <a:gd name="T51" fmla="*/ 112 h 153"/>
                <a:gd name="T52" fmla="*/ 10 w 155"/>
                <a:gd name="T53" fmla="*/ 111 h 153"/>
                <a:gd name="T54" fmla="*/ 10 w 155"/>
                <a:gd name="T55" fmla="*/ 111 h 153"/>
                <a:gd name="T56" fmla="*/ 6 w 155"/>
                <a:gd name="T57" fmla="*/ 30 h 153"/>
                <a:gd name="T58" fmla="*/ 6 w 155"/>
                <a:gd name="T59" fmla="*/ 30 h 153"/>
                <a:gd name="T60" fmla="*/ 6 w 155"/>
                <a:gd name="T61" fmla="*/ 29 h 153"/>
                <a:gd name="T62" fmla="*/ 9 w 155"/>
                <a:gd name="T63" fmla="*/ 20 h 153"/>
                <a:gd name="T64" fmla="*/ 19 w 155"/>
                <a:gd name="T65" fmla="*/ 11 h 153"/>
                <a:gd name="T66" fmla="*/ 24 w 155"/>
                <a:gd name="T67" fmla="*/ 9 h 153"/>
                <a:gd name="T68" fmla="*/ 25 w 155"/>
                <a:gd name="T69" fmla="*/ 9 h 153"/>
                <a:gd name="T70" fmla="*/ 25 w 155"/>
                <a:gd name="T71" fmla="*/ 9 h 153"/>
                <a:gd name="T72" fmla="*/ 102 w 155"/>
                <a:gd name="T73" fmla="*/ 0 h 153"/>
                <a:gd name="T74" fmla="*/ 24 w 155"/>
                <a:gd name="T75" fmla="*/ 3 h 153"/>
                <a:gd name="T76" fmla="*/ 24 w 155"/>
                <a:gd name="T77" fmla="*/ 3 h 153"/>
                <a:gd name="T78" fmla="*/ 12 w 155"/>
                <a:gd name="T79" fmla="*/ 8 h 153"/>
                <a:gd name="T80" fmla="*/ 4 w 155"/>
                <a:gd name="T81" fmla="*/ 17 h 153"/>
                <a:gd name="T82" fmla="*/ 0 w 155"/>
                <a:gd name="T83" fmla="*/ 29 h 153"/>
                <a:gd name="T84" fmla="*/ 0 w 155"/>
                <a:gd name="T85" fmla="*/ 31 h 153"/>
                <a:gd name="T86" fmla="*/ 0 w 155"/>
                <a:gd name="T87" fmla="*/ 31 h 153"/>
                <a:gd name="T88" fmla="*/ 4 w 155"/>
                <a:gd name="T89" fmla="*/ 112 h 153"/>
                <a:gd name="T90" fmla="*/ 4 w 155"/>
                <a:gd name="T91" fmla="*/ 112 h 153"/>
                <a:gd name="T92" fmla="*/ 9 w 155"/>
                <a:gd name="T93" fmla="*/ 130 h 153"/>
                <a:gd name="T94" fmla="*/ 19 w 155"/>
                <a:gd name="T95" fmla="*/ 144 h 153"/>
                <a:gd name="T96" fmla="*/ 36 w 155"/>
                <a:gd name="T97" fmla="*/ 153 h 153"/>
                <a:gd name="T98" fmla="*/ 36 w 155"/>
                <a:gd name="T99" fmla="*/ 153 h 153"/>
                <a:gd name="T100" fmla="*/ 98 w 155"/>
                <a:gd name="T101" fmla="*/ 148 h 153"/>
                <a:gd name="T102" fmla="*/ 99 w 155"/>
                <a:gd name="T103" fmla="*/ 148 h 153"/>
                <a:gd name="T104" fmla="*/ 111 w 155"/>
                <a:gd name="T105" fmla="*/ 142 h 153"/>
                <a:gd name="T106" fmla="*/ 125 w 155"/>
                <a:gd name="T107" fmla="*/ 111 h 153"/>
                <a:gd name="T108" fmla="*/ 125 w 155"/>
                <a:gd name="T109" fmla="*/ 111 h 153"/>
                <a:gd name="T110" fmla="*/ 123 w 155"/>
                <a:gd name="T111" fmla="*/ 75 h 153"/>
                <a:gd name="T112" fmla="*/ 155 w 155"/>
                <a:gd name="T113" fmla="*/ 94 h 153"/>
                <a:gd name="T114" fmla="*/ 123 w 155"/>
                <a:gd name="T115" fmla="*/ 40 h 153"/>
                <a:gd name="T116" fmla="*/ 120 w 155"/>
                <a:gd name="T117" fmla="*/ 22 h 153"/>
                <a:gd name="T118" fmla="*/ 114 w 155"/>
                <a:gd name="T119" fmla="*/ 9 h 153"/>
                <a:gd name="T120" fmla="*/ 103 w 155"/>
                <a:gd name="T121" fmla="*/ 0 h 153"/>
                <a:gd name="T122" fmla="*/ 102 w 155"/>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4"/>
                    <a:pt x="14" y="139"/>
                    <a:pt x="19" y="144"/>
                  </a:cubicBezTo>
                  <a:cubicBezTo>
                    <a:pt x="23" y="148"/>
                    <a:pt x="29" y="151"/>
                    <a:pt x="36" y="153"/>
                  </a:cubicBezTo>
                  <a:cubicBezTo>
                    <a:pt x="36" y="153"/>
                    <a:pt x="36" y="153"/>
                    <a:pt x="36" y="153"/>
                  </a:cubicBezTo>
                  <a:cubicBezTo>
                    <a:pt x="98" y="148"/>
                    <a:pt x="98" y="148"/>
                    <a:pt x="98"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4" name="Freeform 144">
              <a:extLst>
                <a:ext uri="{FF2B5EF4-FFF2-40B4-BE49-F238E27FC236}">
                  <a16:creationId xmlns:a16="http://schemas.microsoft.com/office/drawing/2014/main" id="{5C1ECE00-EF5A-4B2E-AAC3-3152D9E8B8DF}"/>
                </a:ext>
              </a:extLst>
            </p:cNvPr>
            <p:cNvSpPr>
              <a:spLocks noEditPoints="1"/>
            </p:cNvSpPr>
            <p:nvPr userDrawn="1"/>
          </p:nvSpPr>
          <p:spPr bwMode="auto">
            <a:xfrm>
              <a:off x="2083428" y="50072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5" name="Freeform 145">
              <a:extLst>
                <a:ext uri="{FF2B5EF4-FFF2-40B4-BE49-F238E27FC236}">
                  <a16:creationId xmlns:a16="http://schemas.microsoft.com/office/drawing/2014/main" id="{B1BE2B37-F4ED-480D-99B5-3E92A3A40135}"/>
                </a:ext>
              </a:extLst>
            </p:cNvPr>
            <p:cNvSpPr>
              <a:spLocks noEditPoints="1"/>
            </p:cNvSpPr>
            <p:nvPr userDrawn="1"/>
          </p:nvSpPr>
          <p:spPr bwMode="auto">
            <a:xfrm>
              <a:off x="2374431" y="-35120"/>
              <a:ext cx="114395" cy="172595"/>
            </a:xfrm>
            <a:custGeom>
              <a:avLst/>
              <a:gdLst>
                <a:gd name="T0" fmla="*/ 18 w 76"/>
                <a:gd name="T1" fmla="*/ 83 h 115"/>
                <a:gd name="T2" fmla="*/ 18 w 76"/>
                <a:gd name="T3" fmla="*/ 83 h 115"/>
                <a:gd name="T4" fmla="*/ 18 w 76"/>
                <a:gd name="T5" fmla="*/ 83 h 115"/>
                <a:gd name="T6" fmla="*/ 18 w 76"/>
                <a:gd name="T7" fmla="*/ 83 h 115"/>
                <a:gd name="T8" fmla="*/ 16 w 76"/>
                <a:gd name="T9" fmla="*/ 9 h 115"/>
                <a:gd name="T10" fmla="*/ 59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69 w 76"/>
                <a:gd name="T27" fmla="*/ 78 h 115"/>
                <a:gd name="T28" fmla="*/ 66 w 76"/>
                <a:gd name="T29" fmla="*/ 81 h 115"/>
                <a:gd name="T30" fmla="*/ 54 w 76"/>
                <a:gd name="T31" fmla="*/ 84 h 115"/>
                <a:gd name="T32" fmla="*/ 54 w 76"/>
                <a:gd name="T33" fmla="*/ 84 h 115"/>
                <a:gd name="T34" fmla="*/ 53 w 76"/>
                <a:gd name="T35" fmla="*/ 84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6 w 76"/>
                <a:gd name="T59" fmla="*/ 9 h 115"/>
                <a:gd name="T60" fmla="*/ 16 w 76"/>
                <a:gd name="T61" fmla="*/ 9 h 115"/>
                <a:gd name="T62" fmla="*/ 59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4 w 76"/>
                <a:gd name="T81" fmla="*/ 88 h 115"/>
                <a:gd name="T82" fmla="*/ 15 w 76"/>
                <a:gd name="T83" fmla="*/ 88 h 115"/>
                <a:gd name="T84" fmla="*/ 37 w 76"/>
                <a:gd name="T85" fmla="*/ 89 h 115"/>
                <a:gd name="T86" fmla="*/ 25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59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6" name="Freeform 146">
              <a:extLst>
                <a:ext uri="{FF2B5EF4-FFF2-40B4-BE49-F238E27FC236}">
                  <a16:creationId xmlns:a16="http://schemas.microsoft.com/office/drawing/2014/main" id="{BB391E7C-F1FE-4DF0-85AE-4AB5396E8558}"/>
                </a:ext>
              </a:extLst>
            </p:cNvPr>
            <p:cNvSpPr>
              <a:spLocks noEditPoints="1"/>
            </p:cNvSpPr>
            <p:nvPr userDrawn="1"/>
          </p:nvSpPr>
          <p:spPr bwMode="auto">
            <a:xfrm>
              <a:off x="682603" y="408407"/>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7" name="Freeform 147">
              <a:extLst>
                <a:ext uri="{FF2B5EF4-FFF2-40B4-BE49-F238E27FC236}">
                  <a16:creationId xmlns:a16="http://schemas.microsoft.com/office/drawing/2014/main" id="{A361360F-A90E-478E-B27E-00A4C486DECC}"/>
                </a:ext>
              </a:extLst>
            </p:cNvPr>
            <p:cNvSpPr>
              <a:spLocks noEditPoints="1"/>
            </p:cNvSpPr>
            <p:nvPr userDrawn="1"/>
          </p:nvSpPr>
          <p:spPr bwMode="auto">
            <a:xfrm>
              <a:off x="-576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6 w 76"/>
                <a:gd name="T29" fmla="*/ 81 h 115"/>
                <a:gd name="T30" fmla="*/ 55 w 76"/>
                <a:gd name="T31" fmla="*/ 83 h 115"/>
                <a:gd name="T32" fmla="*/ 55 w 76"/>
                <a:gd name="T33" fmla="*/ 83 h 115"/>
                <a:gd name="T34" fmla="*/ 54 w 76"/>
                <a:gd name="T35" fmla="*/ 83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7 h 115"/>
                <a:gd name="T72" fmla="*/ 1 w 76"/>
                <a:gd name="T73" fmla="*/ 22 h 115"/>
                <a:gd name="T74" fmla="*/ 0 w 76"/>
                <a:gd name="T75" fmla="*/ 39 h 115"/>
                <a:gd name="T76" fmla="*/ 1 w 76"/>
                <a:gd name="T77" fmla="*/ 60 h 115"/>
                <a:gd name="T78" fmla="*/ 8 w 76"/>
                <a:gd name="T79" fmla="*/ 81 h 115"/>
                <a:gd name="T80" fmla="*/ 15 w 76"/>
                <a:gd name="T81" fmla="*/ 87 h 115"/>
                <a:gd name="T82" fmla="*/ 15 w 76"/>
                <a:gd name="T83" fmla="*/ 88 h 115"/>
                <a:gd name="T84" fmla="*/ 37 w 76"/>
                <a:gd name="T85" fmla="*/ 89 h 115"/>
                <a:gd name="T86" fmla="*/ 26 w 76"/>
                <a:gd name="T87" fmla="*/ 115 h 115"/>
                <a:gd name="T88" fmla="*/ 56 w 76"/>
                <a:gd name="T89" fmla="*/ 89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8" name="Freeform 148">
              <a:extLst>
                <a:ext uri="{FF2B5EF4-FFF2-40B4-BE49-F238E27FC236}">
                  <a16:creationId xmlns:a16="http://schemas.microsoft.com/office/drawing/2014/main" id="{972D27D8-D029-4E35-A1E3-ED8417A3EF0A}"/>
                </a:ext>
              </a:extLst>
            </p:cNvPr>
            <p:cNvSpPr>
              <a:spLocks noEditPoints="1"/>
            </p:cNvSpPr>
            <p:nvPr userDrawn="1"/>
          </p:nvSpPr>
          <p:spPr bwMode="auto">
            <a:xfrm>
              <a:off x="1140179" y="74155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8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9" name="Freeform 149">
              <a:extLst>
                <a:ext uri="{FF2B5EF4-FFF2-40B4-BE49-F238E27FC236}">
                  <a16:creationId xmlns:a16="http://schemas.microsoft.com/office/drawing/2014/main" id="{EEA17429-0F22-42A1-87CD-A391985DFAA3}"/>
                </a:ext>
              </a:extLst>
            </p:cNvPr>
            <p:cNvSpPr>
              <a:spLocks noEditPoints="1"/>
            </p:cNvSpPr>
            <p:nvPr userDrawn="1"/>
          </p:nvSpPr>
          <p:spPr bwMode="auto">
            <a:xfrm>
              <a:off x="714713" y="765637"/>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0" name="Freeform 150">
              <a:extLst>
                <a:ext uri="{FF2B5EF4-FFF2-40B4-BE49-F238E27FC236}">
                  <a16:creationId xmlns:a16="http://schemas.microsoft.com/office/drawing/2014/main" id="{DA2F567A-4BEE-4185-8372-5B1A6D827B1F}"/>
                </a:ext>
              </a:extLst>
            </p:cNvPr>
            <p:cNvSpPr>
              <a:spLocks noEditPoints="1"/>
            </p:cNvSpPr>
            <p:nvPr userDrawn="1"/>
          </p:nvSpPr>
          <p:spPr bwMode="auto">
            <a:xfrm>
              <a:off x="221013" y="960308"/>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6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39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4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6" y="7"/>
                    <a:pt x="16" y="7"/>
                    <a:pt x="16"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1" name="Freeform 151">
              <a:extLst>
                <a:ext uri="{FF2B5EF4-FFF2-40B4-BE49-F238E27FC236}">
                  <a16:creationId xmlns:a16="http://schemas.microsoft.com/office/drawing/2014/main" id="{64E3F29F-435A-4A34-84D0-12C11E9ED18F}"/>
                </a:ext>
              </a:extLst>
            </p:cNvPr>
            <p:cNvSpPr>
              <a:spLocks noEditPoints="1"/>
            </p:cNvSpPr>
            <p:nvPr userDrawn="1"/>
          </p:nvSpPr>
          <p:spPr bwMode="auto">
            <a:xfrm>
              <a:off x="662534" y="1219199"/>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2" name="Freeform 152">
              <a:extLst>
                <a:ext uri="{FF2B5EF4-FFF2-40B4-BE49-F238E27FC236}">
                  <a16:creationId xmlns:a16="http://schemas.microsoft.com/office/drawing/2014/main" id="{ADF0035A-6A74-498A-92BB-895AE193AF24}"/>
                </a:ext>
              </a:extLst>
            </p:cNvPr>
            <p:cNvSpPr>
              <a:spLocks noEditPoints="1"/>
            </p:cNvSpPr>
            <p:nvPr userDrawn="1"/>
          </p:nvSpPr>
          <p:spPr bwMode="auto">
            <a:xfrm>
              <a:off x="-150266" y="1161000"/>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2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5 w 167"/>
                <a:gd name="T87" fmla="*/ 179 h 247"/>
                <a:gd name="T88" fmla="*/ 167 w 167"/>
                <a:gd name="T89" fmla="*/ 172 h 247"/>
                <a:gd name="T90" fmla="*/ 166 w 167"/>
                <a:gd name="T91" fmla="*/ 170 h 247"/>
                <a:gd name="T92" fmla="*/ 166 w 167"/>
                <a:gd name="T93" fmla="*/ 60 h 247"/>
                <a:gd name="T94" fmla="*/ 151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3" name="Freeform 153">
              <a:extLst>
                <a:ext uri="{FF2B5EF4-FFF2-40B4-BE49-F238E27FC236}">
                  <a16:creationId xmlns:a16="http://schemas.microsoft.com/office/drawing/2014/main" id="{0B8CBBC9-1EC0-4698-9F2A-E933A048DB47}"/>
                </a:ext>
              </a:extLst>
            </p:cNvPr>
            <p:cNvSpPr>
              <a:spLocks noEditPoints="1"/>
            </p:cNvSpPr>
            <p:nvPr userDrawn="1"/>
          </p:nvSpPr>
          <p:spPr bwMode="auto">
            <a:xfrm>
              <a:off x="712707" y="1353663"/>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72 w 244"/>
                <a:gd name="T47" fmla="*/ 48 h 98"/>
                <a:gd name="T48" fmla="*/ 69 w 244"/>
                <a:gd name="T49" fmla="*/ 34 h 98"/>
                <a:gd name="T50" fmla="*/ 72 w 244"/>
                <a:gd name="T51" fmla="*/ 23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4" name="Freeform 154">
              <a:extLst>
                <a:ext uri="{FF2B5EF4-FFF2-40B4-BE49-F238E27FC236}">
                  <a16:creationId xmlns:a16="http://schemas.microsoft.com/office/drawing/2014/main" id="{2C2AF738-A276-402B-8733-6EE3BBC07B01}"/>
                </a:ext>
              </a:extLst>
            </p:cNvPr>
            <p:cNvSpPr>
              <a:spLocks noEditPoints="1"/>
            </p:cNvSpPr>
            <p:nvPr userDrawn="1"/>
          </p:nvSpPr>
          <p:spPr bwMode="auto">
            <a:xfrm>
              <a:off x="1720177" y="731520"/>
              <a:ext cx="301037" cy="118408"/>
            </a:xfrm>
            <a:custGeom>
              <a:avLst/>
              <a:gdLst>
                <a:gd name="T0" fmla="*/ 19 w 199"/>
                <a:gd name="T1" fmla="*/ 10 h 79"/>
                <a:gd name="T2" fmla="*/ 71 w 199"/>
                <a:gd name="T3" fmla="*/ 6 h 79"/>
                <a:gd name="T4" fmla="*/ 134 w 199"/>
                <a:gd name="T5" fmla="*/ 17 h 79"/>
                <a:gd name="T6" fmla="*/ 137 w 199"/>
                <a:gd name="T7" fmla="*/ 19 h 79"/>
                <a:gd name="T8" fmla="*/ 138 w 199"/>
                <a:gd name="T9" fmla="*/ 35 h 79"/>
                <a:gd name="T10" fmla="*/ 137 w 199"/>
                <a:gd name="T11" fmla="*/ 38 h 79"/>
                <a:gd name="T12" fmla="*/ 137 w 199"/>
                <a:gd name="T13" fmla="*/ 38 h 79"/>
                <a:gd name="T14" fmla="*/ 133 w 199"/>
                <a:gd name="T15" fmla="*/ 52 h 79"/>
                <a:gd name="T16" fmla="*/ 139 w 199"/>
                <a:gd name="T17" fmla="*/ 62 h 79"/>
                <a:gd name="T18" fmla="*/ 142 w 199"/>
                <a:gd name="T19" fmla="*/ 63 h 79"/>
                <a:gd name="T20" fmla="*/ 87 w 199"/>
                <a:gd name="T21" fmla="*/ 73 h 79"/>
                <a:gd name="T22" fmla="*/ 76 w 199"/>
                <a:gd name="T23" fmla="*/ 73 h 79"/>
                <a:gd name="T24" fmla="*/ 75 w 199"/>
                <a:gd name="T25" fmla="*/ 73 h 79"/>
                <a:gd name="T26" fmla="*/ 71 w 199"/>
                <a:gd name="T27" fmla="*/ 73 h 79"/>
                <a:gd name="T28" fmla="*/ 12 w 199"/>
                <a:gd name="T29" fmla="*/ 58 h 79"/>
                <a:gd name="T30" fmla="*/ 10 w 199"/>
                <a:gd name="T31" fmla="*/ 56 h 79"/>
                <a:gd name="T32" fmla="*/ 13 w 199"/>
                <a:gd name="T33" fmla="*/ 15 h 79"/>
                <a:gd name="T34" fmla="*/ 19 w 199"/>
                <a:gd name="T35" fmla="*/ 11 h 79"/>
                <a:gd name="T36" fmla="*/ 71 w 199"/>
                <a:gd name="T37" fmla="*/ 0 h 79"/>
                <a:gd name="T38" fmla="*/ 18 w 199"/>
                <a:gd name="T39" fmla="*/ 5 h 79"/>
                <a:gd name="T40" fmla="*/ 18 w 199"/>
                <a:gd name="T41" fmla="*/ 5 h 79"/>
                <a:gd name="T42" fmla="*/ 0 w 199"/>
                <a:gd name="T43" fmla="*/ 35 h 79"/>
                <a:gd name="T44" fmla="*/ 4 w 199"/>
                <a:gd name="T45" fmla="*/ 59 h 79"/>
                <a:gd name="T46" fmla="*/ 18 w 199"/>
                <a:gd name="T47" fmla="*/ 69 h 79"/>
                <a:gd name="T48" fmla="*/ 71 w 199"/>
                <a:gd name="T49" fmla="*/ 79 h 79"/>
                <a:gd name="T50" fmla="*/ 87 w 199"/>
                <a:gd name="T51" fmla="*/ 79 h 79"/>
                <a:gd name="T52" fmla="*/ 199 w 199"/>
                <a:gd name="T53" fmla="*/ 59 h 79"/>
                <a:gd name="T54" fmla="*/ 140 w 199"/>
                <a:gd name="T55" fmla="*/ 56 h 79"/>
                <a:gd name="T56" fmla="*/ 139 w 199"/>
                <a:gd name="T57" fmla="*/ 52 h 79"/>
                <a:gd name="T58" fmla="*/ 142 w 199"/>
                <a:gd name="T59" fmla="*/ 41 h 79"/>
                <a:gd name="T60" fmla="*/ 141 w 199"/>
                <a:gd name="T61" fmla="*/ 15 h 79"/>
                <a:gd name="T62" fmla="*/ 141 w 199"/>
                <a:gd name="T63" fmla="*/ 14 h 79"/>
                <a:gd name="T64" fmla="*/ 137 w 199"/>
                <a:gd name="T65" fmla="*/ 18 h 79"/>
                <a:gd name="T66" fmla="*/ 141 w 199"/>
                <a:gd name="T67"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3"/>
                    <a:pt x="161" y="63"/>
                    <a:pt x="161" y="63"/>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5" name="Freeform 155">
              <a:extLst>
                <a:ext uri="{FF2B5EF4-FFF2-40B4-BE49-F238E27FC236}">
                  <a16:creationId xmlns:a16="http://schemas.microsoft.com/office/drawing/2014/main" id="{D17A6827-6575-4261-BB4A-F9222E339B59}"/>
                </a:ext>
              </a:extLst>
            </p:cNvPr>
            <p:cNvSpPr>
              <a:spLocks noEditPoints="1"/>
            </p:cNvSpPr>
            <p:nvPr userDrawn="1"/>
          </p:nvSpPr>
          <p:spPr bwMode="auto">
            <a:xfrm>
              <a:off x="152778" y="-221764"/>
              <a:ext cx="387335" cy="156539"/>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76 w 257"/>
                <a:gd name="T17" fmla="*/ 69 h 104"/>
                <a:gd name="T18" fmla="*/ 183 w 257"/>
                <a:gd name="T19" fmla="*/ 81 h 104"/>
                <a:gd name="T20" fmla="*/ 187 w 257"/>
                <a:gd name="T21" fmla="*/ 83 h 104"/>
                <a:gd name="T22" fmla="*/ 114 w 257"/>
                <a:gd name="T23" fmla="*/ 98 h 104"/>
                <a:gd name="T24" fmla="*/ 100 w 257"/>
                <a:gd name="T25" fmla="*/ 98 h 104"/>
                <a:gd name="T26" fmla="*/ 98 w 257"/>
                <a:gd name="T27" fmla="*/ 97 h 104"/>
                <a:gd name="T28" fmla="*/ 93 w 257"/>
                <a:gd name="T29" fmla="*/ 98 h 104"/>
                <a:gd name="T30" fmla="*/ 13 w 257"/>
                <a:gd name="T31" fmla="*/ 78 h 104"/>
                <a:gd name="T32" fmla="*/ 11 w 257"/>
                <a:gd name="T33" fmla="*/ 75 h 104"/>
                <a:gd name="T34" fmla="*/ 15 w 257"/>
                <a:gd name="T35" fmla="*/ 19 h 104"/>
                <a:gd name="T36" fmla="*/ 24 w 257"/>
                <a:gd name="T37" fmla="*/ 14 h 104"/>
                <a:gd name="T38" fmla="*/ 24 w 257"/>
                <a:gd name="T39" fmla="*/ 13 h 104"/>
                <a:gd name="T40" fmla="*/ 93 w 257"/>
                <a:gd name="T41" fmla="*/ 0 h 104"/>
                <a:gd name="T42" fmla="*/ 23 w 257"/>
                <a:gd name="T43" fmla="*/ 8 h 104"/>
                <a:gd name="T44" fmla="*/ 11 w 257"/>
                <a:gd name="T45" fmla="*/ 15 h 104"/>
                <a:gd name="T46" fmla="*/ 5 w 257"/>
                <a:gd name="T47" fmla="*/ 77 h 104"/>
                <a:gd name="T48" fmla="*/ 5 w 257"/>
                <a:gd name="T49" fmla="*/ 78 h 104"/>
                <a:gd name="T50" fmla="*/ 93 w 257"/>
                <a:gd name="T51" fmla="*/ 104 h 104"/>
                <a:gd name="T52" fmla="*/ 98 w 257"/>
                <a:gd name="T53" fmla="*/ 103 h 104"/>
                <a:gd name="T54" fmla="*/ 240 w 257"/>
                <a:gd name="T55" fmla="*/ 84 h 104"/>
                <a:gd name="T56" fmla="*/ 188 w 257"/>
                <a:gd name="T57" fmla="*/ 77 h 104"/>
                <a:gd name="T58" fmla="*/ 184 w 257"/>
                <a:gd name="T59" fmla="*/ 75 h 104"/>
                <a:gd name="T60" fmla="*/ 187 w 257"/>
                <a:gd name="T61" fmla="*/ 54 h 104"/>
                <a:gd name="T62" fmla="*/ 186 w 257"/>
                <a:gd name="T63" fmla="*/ 20 h 104"/>
                <a:gd name="T64" fmla="*/ 185 w 257"/>
                <a:gd name="T65" fmla="*/ 19 h 104"/>
                <a:gd name="T66" fmla="*/ 181 w 257"/>
                <a:gd name="T67" fmla="*/ 23 h 104"/>
                <a:gd name="T68" fmla="*/ 185 w 257"/>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7"/>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3"/>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6"/>
                    <a:pt x="187" y="76"/>
                    <a:pt x="187" y="76"/>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6" name="Freeform 156">
              <a:extLst>
                <a:ext uri="{FF2B5EF4-FFF2-40B4-BE49-F238E27FC236}">
                  <a16:creationId xmlns:a16="http://schemas.microsoft.com/office/drawing/2014/main" id="{F50D43D9-A871-42E3-886B-7D576011180E}"/>
                </a:ext>
              </a:extLst>
            </p:cNvPr>
            <p:cNvSpPr>
              <a:spLocks noEditPoints="1"/>
            </p:cNvSpPr>
            <p:nvPr userDrawn="1"/>
          </p:nvSpPr>
          <p:spPr bwMode="auto">
            <a:xfrm>
              <a:off x="-180370" y="958301"/>
              <a:ext cx="415432" cy="170588"/>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7"/>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7" name="Freeform 157">
              <a:extLst>
                <a:ext uri="{FF2B5EF4-FFF2-40B4-BE49-F238E27FC236}">
                  <a16:creationId xmlns:a16="http://schemas.microsoft.com/office/drawing/2014/main" id="{BA425F75-FF39-4FD3-A538-2E4EE3E53D72}"/>
                </a:ext>
              </a:extLst>
            </p:cNvPr>
            <p:cNvSpPr>
              <a:spLocks noEditPoints="1"/>
            </p:cNvSpPr>
            <p:nvPr userDrawn="1"/>
          </p:nvSpPr>
          <p:spPr bwMode="auto">
            <a:xfrm>
              <a:off x="618381" y="976364"/>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8" name="Freeform 158">
              <a:extLst>
                <a:ext uri="{FF2B5EF4-FFF2-40B4-BE49-F238E27FC236}">
                  <a16:creationId xmlns:a16="http://schemas.microsoft.com/office/drawing/2014/main" id="{02419E7D-E9CE-408F-98C6-D1B59F01300C}"/>
                </a:ext>
              </a:extLst>
            </p:cNvPr>
            <p:cNvSpPr>
              <a:spLocks/>
            </p:cNvSpPr>
            <p:nvPr userDrawn="1"/>
          </p:nvSpPr>
          <p:spPr bwMode="auto">
            <a:xfrm>
              <a:off x="642464" y="1018508"/>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9" name="Freeform 159">
              <a:extLst>
                <a:ext uri="{FF2B5EF4-FFF2-40B4-BE49-F238E27FC236}">
                  <a16:creationId xmlns:a16="http://schemas.microsoft.com/office/drawing/2014/main" id="{B2596061-795F-4619-BDC8-AA5C3B1D16D2}"/>
                </a:ext>
              </a:extLst>
            </p:cNvPr>
            <p:cNvSpPr>
              <a:spLocks noEditPoints="1"/>
            </p:cNvSpPr>
            <p:nvPr userDrawn="1"/>
          </p:nvSpPr>
          <p:spPr bwMode="auto">
            <a:xfrm>
              <a:off x="989661" y="1460029"/>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7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0" name="Freeform 160">
              <a:extLst>
                <a:ext uri="{FF2B5EF4-FFF2-40B4-BE49-F238E27FC236}">
                  <a16:creationId xmlns:a16="http://schemas.microsoft.com/office/drawing/2014/main" id="{90CFB3BD-9CB8-4B13-B922-E99E41B71152}"/>
                </a:ext>
              </a:extLst>
            </p:cNvPr>
            <p:cNvSpPr>
              <a:spLocks noEditPoints="1"/>
            </p:cNvSpPr>
            <p:nvPr userDrawn="1"/>
          </p:nvSpPr>
          <p:spPr bwMode="auto">
            <a:xfrm>
              <a:off x="1332842" y="861969"/>
              <a:ext cx="254879" cy="200691"/>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1" name="Freeform 161">
              <a:extLst>
                <a:ext uri="{FF2B5EF4-FFF2-40B4-BE49-F238E27FC236}">
                  <a16:creationId xmlns:a16="http://schemas.microsoft.com/office/drawing/2014/main" id="{F8C0A369-1BAA-44A2-A39A-2CE28D00E4FA}"/>
                </a:ext>
              </a:extLst>
            </p:cNvPr>
            <p:cNvSpPr>
              <a:spLocks noEditPoints="1"/>
            </p:cNvSpPr>
            <p:nvPr userDrawn="1"/>
          </p:nvSpPr>
          <p:spPr bwMode="auto">
            <a:xfrm>
              <a:off x="2304188" y="1233248"/>
              <a:ext cx="254879" cy="198685"/>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26 w 169"/>
                <a:gd name="T31" fmla="*/ 82 h 132"/>
                <a:gd name="T32" fmla="*/ 8 w 169"/>
                <a:gd name="T33" fmla="*/ 45 h 132"/>
                <a:gd name="T34" fmla="*/ 7 w 169"/>
                <a:gd name="T35" fmla="*/ 45 h 132"/>
                <a:gd name="T36" fmla="*/ 7 w 169"/>
                <a:gd name="T37" fmla="*/ 44 h 132"/>
                <a:gd name="T38" fmla="*/ 7 w 169"/>
                <a:gd name="T39" fmla="*/ 44 h 132"/>
                <a:gd name="T40" fmla="*/ 6 w 169"/>
                <a:gd name="T41" fmla="*/ 33 h 132"/>
                <a:gd name="T42" fmla="*/ 10 w 169"/>
                <a:gd name="T43" fmla="*/ 18 h 132"/>
                <a:gd name="T44" fmla="*/ 27 w 169"/>
                <a:gd name="T45" fmla="*/ 7 h 132"/>
                <a:gd name="T46" fmla="*/ 108 w 169"/>
                <a:gd name="T47" fmla="*/ 0 h 132"/>
                <a:gd name="T48" fmla="*/ 27 w 169"/>
                <a:gd name="T49" fmla="*/ 1 h 132"/>
                <a:gd name="T50" fmla="*/ 26 w 169"/>
                <a:gd name="T51" fmla="*/ 1 h 132"/>
                <a:gd name="T52" fmla="*/ 26 w 169"/>
                <a:gd name="T53" fmla="*/ 2 h 132"/>
                <a:gd name="T54" fmla="*/ 5 w 169"/>
                <a:gd name="T55" fmla="*/ 15 h 132"/>
                <a:gd name="T56" fmla="*/ 0 w 169"/>
                <a:gd name="T57" fmla="*/ 33 h 132"/>
                <a:gd name="T58" fmla="*/ 2 w 169"/>
                <a:gd name="T59" fmla="*/ 46 h 132"/>
                <a:gd name="T60" fmla="*/ 23 w 169"/>
                <a:gd name="T61" fmla="*/ 87 h 132"/>
                <a:gd name="T62" fmla="*/ 37 w 169"/>
                <a:gd name="T63" fmla="*/ 93 h 132"/>
                <a:gd name="T64" fmla="*/ 42 w 169"/>
                <a:gd name="T65" fmla="*/ 132 h 132"/>
                <a:gd name="T66" fmla="*/ 43 w 169"/>
                <a:gd name="T67" fmla="*/ 132 h 132"/>
                <a:gd name="T68" fmla="*/ 55 w 169"/>
                <a:gd name="T69" fmla="*/ 94 h 132"/>
                <a:gd name="T70" fmla="*/ 125 w 169"/>
                <a:gd name="T71" fmla="*/ 94 h 132"/>
                <a:gd name="T72" fmla="*/ 126 w 169"/>
                <a:gd name="T73" fmla="*/ 94 h 132"/>
                <a:gd name="T74" fmla="*/ 160 w 169"/>
                <a:gd name="T75" fmla="*/ 68 h 132"/>
                <a:gd name="T76" fmla="*/ 169 w 169"/>
                <a:gd name="T77" fmla="*/ 42 h 132"/>
                <a:gd name="T78" fmla="*/ 161 w 169"/>
                <a:gd name="T79" fmla="*/ 17 h 132"/>
                <a:gd name="T80" fmla="*/ 161 w 169"/>
                <a:gd name="T81" fmla="*/ 17 h 132"/>
                <a:gd name="T82" fmla="*/ 160 w 169"/>
                <a:gd name="T83" fmla="*/ 15 h 132"/>
                <a:gd name="T84" fmla="*/ 160 w 169"/>
                <a:gd name="T85" fmla="*/ 14 h 132"/>
                <a:gd name="T86" fmla="*/ 159 w 169"/>
                <a:gd name="T87" fmla="*/ 14 h 132"/>
                <a:gd name="T88" fmla="*/ 151 w 169"/>
                <a:gd name="T89" fmla="*/ 6 h 132"/>
                <a:gd name="T90" fmla="*/ 144 w 169"/>
                <a:gd name="T91" fmla="*/ 2 h 132"/>
                <a:gd name="T92" fmla="*/ 139 w 169"/>
                <a:gd name="T93" fmla="*/ 1 h 132"/>
                <a:gd name="T94" fmla="*/ 108 w 169"/>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2" name="Freeform 162">
              <a:extLst>
                <a:ext uri="{FF2B5EF4-FFF2-40B4-BE49-F238E27FC236}">
                  <a16:creationId xmlns:a16="http://schemas.microsoft.com/office/drawing/2014/main" id="{20D9D183-8580-4C87-85E1-43D689677E56}"/>
                </a:ext>
              </a:extLst>
            </p:cNvPr>
            <p:cNvSpPr>
              <a:spLocks/>
            </p:cNvSpPr>
            <p:nvPr userDrawn="1"/>
          </p:nvSpPr>
          <p:spPr bwMode="auto">
            <a:xfrm>
              <a:off x="2368410"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3" name="Freeform 163">
              <a:extLst>
                <a:ext uri="{FF2B5EF4-FFF2-40B4-BE49-F238E27FC236}">
                  <a16:creationId xmlns:a16="http://schemas.microsoft.com/office/drawing/2014/main" id="{CA81AF87-9C8D-41DD-ACC6-3BB542A9C7B1}"/>
                </a:ext>
              </a:extLst>
            </p:cNvPr>
            <p:cNvSpPr>
              <a:spLocks noEditPoints="1"/>
            </p:cNvSpPr>
            <p:nvPr userDrawn="1"/>
          </p:nvSpPr>
          <p:spPr bwMode="auto">
            <a:xfrm>
              <a:off x="1055889" y="5018"/>
              <a:ext cx="282975" cy="242837"/>
            </a:xfrm>
            <a:custGeom>
              <a:avLst/>
              <a:gdLst>
                <a:gd name="T0" fmla="*/ 144 w 188"/>
                <a:gd name="T1" fmla="*/ 116 h 162"/>
                <a:gd name="T2" fmla="*/ 91 w 188"/>
                <a:gd name="T3" fmla="*/ 23 h 162"/>
                <a:gd name="T4" fmla="*/ 67 w 188"/>
                <a:gd name="T5" fmla="*/ 15 h 162"/>
                <a:gd name="T6" fmla="*/ 78 w 188"/>
                <a:gd name="T7" fmla="*/ 6 h 162"/>
                <a:gd name="T8" fmla="*/ 90 w 188"/>
                <a:gd name="T9" fmla="*/ 29 h 162"/>
                <a:gd name="T10" fmla="*/ 124 w 188"/>
                <a:gd name="T11" fmla="*/ 11 h 162"/>
                <a:gd name="T12" fmla="*/ 158 w 188"/>
                <a:gd name="T13" fmla="*/ 36 h 162"/>
                <a:gd name="T14" fmla="*/ 170 w 188"/>
                <a:gd name="T15" fmla="*/ 64 h 162"/>
                <a:gd name="T16" fmla="*/ 181 w 188"/>
                <a:gd name="T17" fmla="*/ 68 h 162"/>
                <a:gd name="T18" fmla="*/ 173 w 188"/>
                <a:gd name="T19" fmla="*/ 93 h 162"/>
                <a:gd name="T20" fmla="*/ 172 w 188"/>
                <a:gd name="T21" fmla="*/ 144 h 162"/>
                <a:gd name="T22" fmla="*/ 138 w 188"/>
                <a:gd name="T23" fmla="*/ 125 h 162"/>
                <a:gd name="T24" fmla="*/ 123 w 188"/>
                <a:gd name="T25" fmla="*/ 140 h 162"/>
                <a:gd name="T26" fmla="*/ 107 w 188"/>
                <a:gd name="T27" fmla="*/ 131 h 162"/>
                <a:gd name="T28" fmla="*/ 75 w 188"/>
                <a:gd name="T29" fmla="*/ 148 h 162"/>
                <a:gd name="T30" fmla="*/ 44 w 188"/>
                <a:gd name="T31" fmla="*/ 119 h 162"/>
                <a:gd name="T32" fmla="*/ 20 w 188"/>
                <a:gd name="T33" fmla="*/ 112 h 162"/>
                <a:gd name="T34" fmla="*/ 8 w 188"/>
                <a:gd name="T35" fmla="*/ 89 h 162"/>
                <a:gd name="T36" fmla="*/ 19 w 188"/>
                <a:gd name="T37" fmla="*/ 57 h 162"/>
                <a:gd name="T38" fmla="*/ 41 w 188"/>
                <a:gd name="T39" fmla="*/ 28 h 162"/>
                <a:gd name="T40" fmla="*/ 67 w 188"/>
                <a:gd name="T41" fmla="*/ 19 h 162"/>
                <a:gd name="T42" fmla="*/ 71 w 188"/>
                <a:gd name="T43" fmla="*/ 3 h 162"/>
                <a:gd name="T44" fmla="*/ 60 w 188"/>
                <a:gd name="T45" fmla="*/ 15 h 162"/>
                <a:gd name="T46" fmla="*/ 54 w 188"/>
                <a:gd name="T47" fmla="*/ 24 h 162"/>
                <a:gd name="T48" fmla="*/ 38 w 188"/>
                <a:gd name="T49" fmla="*/ 21 h 162"/>
                <a:gd name="T50" fmla="*/ 35 w 188"/>
                <a:gd name="T51" fmla="*/ 20 h 162"/>
                <a:gd name="T52" fmla="*/ 14 w 188"/>
                <a:gd name="T53" fmla="*/ 59 h 162"/>
                <a:gd name="T54" fmla="*/ 9 w 188"/>
                <a:gd name="T55" fmla="*/ 82 h 162"/>
                <a:gd name="T56" fmla="*/ 5 w 188"/>
                <a:gd name="T57" fmla="*/ 83 h 162"/>
                <a:gd name="T58" fmla="*/ 3 w 188"/>
                <a:gd name="T59" fmla="*/ 109 h 162"/>
                <a:gd name="T60" fmla="*/ 21 w 188"/>
                <a:gd name="T61" fmla="*/ 118 h 162"/>
                <a:gd name="T62" fmla="*/ 41 w 188"/>
                <a:gd name="T63" fmla="*/ 133 h 162"/>
                <a:gd name="T64" fmla="*/ 41 w 188"/>
                <a:gd name="T65" fmla="*/ 138 h 162"/>
                <a:gd name="T66" fmla="*/ 75 w 188"/>
                <a:gd name="T67" fmla="*/ 154 h 162"/>
                <a:gd name="T68" fmla="*/ 102 w 188"/>
                <a:gd name="T69" fmla="*/ 139 h 162"/>
                <a:gd name="T70" fmla="*/ 110 w 188"/>
                <a:gd name="T71" fmla="*/ 140 h 162"/>
                <a:gd name="T72" fmla="*/ 111 w 188"/>
                <a:gd name="T73" fmla="*/ 141 h 162"/>
                <a:gd name="T74" fmla="*/ 144 w 188"/>
                <a:gd name="T75" fmla="*/ 137 h 162"/>
                <a:gd name="T76" fmla="*/ 145 w 188"/>
                <a:gd name="T77" fmla="*/ 121 h 162"/>
                <a:gd name="T78" fmla="*/ 182 w 188"/>
                <a:gd name="T79" fmla="*/ 162 h 162"/>
                <a:gd name="T80" fmla="*/ 187 w 188"/>
                <a:gd name="T81" fmla="*/ 160 h 162"/>
                <a:gd name="T82" fmla="*/ 165 w 188"/>
                <a:gd name="T83" fmla="*/ 124 h 162"/>
                <a:gd name="T84" fmla="*/ 173 w 188"/>
                <a:gd name="T85" fmla="*/ 99 h 162"/>
                <a:gd name="T86" fmla="*/ 185 w 188"/>
                <a:gd name="T87" fmla="*/ 63 h 162"/>
                <a:gd name="T88" fmla="*/ 173 w 188"/>
                <a:gd name="T89" fmla="*/ 58 h 162"/>
                <a:gd name="T90" fmla="*/ 161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5" y="117"/>
                  </a:moveTo>
                  <a:cubicBezTo>
                    <a:pt x="145" y="117"/>
                    <a:pt x="145" y="117"/>
                    <a:pt x="145" y="117"/>
                  </a:cubicBezTo>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8"/>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3"/>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8"/>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4" name="Freeform 164">
              <a:extLst>
                <a:ext uri="{FF2B5EF4-FFF2-40B4-BE49-F238E27FC236}">
                  <a16:creationId xmlns:a16="http://schemas.microsoft.com/office/drawing/2014/main" id="{0D5FE985-006B-416B-AB92-E03563040969}"/>
                </a:ext>
              </a:extLst>
            </p:cNvPr>
            <p:cNvSpPr>
              <a:spLocks noEditPoints="1"/>
            </p:cNvSpPr>
            <p:nvPr userDrawn="1"/>
          </p:nvSpPr>
          <p:spPr bwMode="auto">
            <a:xfrm>
              <a:off x="1766336" y="47162"/>
              <a:ext cx="282975" cy="242837"/>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5" name="Freeform 165">
              <a:extLst>
                <a:ext uri="{FF2B5EF4-FFF2-40B4-BE49-F238E27FC236}">
                  <a16:creationId xmlns:a16="http://schemas.microsoft.com/office/drawing/2014/main" id="{63DC3B6C-6A37-468C-AA85-7B99A62FDCF2}"/>
                </a:ext>
              </a:extLst>
            </p:cNvPr>
            <p:cNvSpPr>
              <a:spLocks noEditPoints="1"/>
            </p:cNvSpPr>
            <p:nvPr userDrawn="1"/>
          </p:nvSpPr>
          <p:spPr bwMode="auto">
            <a:xfrm>
              <a:off x="1196372" y="1144944"/>
              <a:ext cx="282975" cy="242837"/>
            </a:xfrm>
            <a:custGeom>
              <a:avLst/>
              <a:gdLst>
                <a:gd name="T0" fmla="*/ 168 w 188"/>
                <a:gd name="T1" fmla="*/ 112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8 h 162"/>
                <a:gd name="T18" fmla="*/ 173 w 188"/>
                <a:gd name="T19" fmla="*/ 110 h 162"/>
                <a:gd name="T20" fmla="*/ 160 w 188"/>
                <a:gd name="T21" fmla="*/ 110 h 162"/>
                <a:gd name="T22" fmla="*/ 143 w 188"/>
                <a:gd name="T23" fmla="*/ 122 h 162"/>
                <a:gd name="T24" fmla="*/ 114 w 188"/>
                <a:gd name="T25" fmla="*/ 148 h 162"/>
                <a:gd name="T26" fmla="*/ 99 w 188"/>
                <a:gd name="T27" fmla="*/ 145 h 162"/>
                <a:gd name="T28" fmla="*/ 82 w 188"/>
                <a:gd name="T29" fmla="*/ 131 h 162"/>
                <a:gd name="T30" fmla="*/ 78 w 188"/>
                <a:gd name="T31" fmla="*/ 132 h 162"/>
                <a:gd name="T32" fmla="*/ 65 w 188"/>
                <a:gd name="T33" fmla="*/ 139 h 162"/>
                <a:gd name="T34" fmla="*/ 50 w 188"/>
                <a:gd name="T35" fmla="*/ 133 h 162"/>
                <a:gd name="T36" fmla="*/ 49 w 188"/>
                <a:gd name="T37" fmla="*/ 115 h 162"/>
                <a:gd name="T38" fmla="*/ 17 w 188"/>
                <a:gd name="T39" fmla="*/ 144 h 162"/>
                <a:gd name="T40" fmla="*/ 29 w 188"/>
                <a:gd name="T41" fmla="*/ 97 h 162"/>
                <a:gd name="T42" fmla="*/ 8 w 188"/>
                <a:gd name="T43" fmla="*/ 84 h 162"/>
                <a:gd name="T44" fmla="*/ 11 w 188"/>
                <a:gd name="T45" fmla="*/ 64 h 162"/>
                <a:gd name="T46" fmla="*/ 19 w 188"/>
                <a:gd name="T47" fmla="*/ 64 h 162"/>
                <a:gd name="T48" fmla="*/ 32 w 188"/>
                <a:gd name="T49" fmla="*/ 40 h 162"/>
                <a:gd name="T50" fmla="*/ 53 w 188"/>
                <a:gd name="T51" fmla="*/ 12 h 162"/>
                <a:gd name="T52" fmla="*/ 86 w 188"/>
                <a:gd name="T53" fmla="*/ 17 h 162"/>
                <a:gd name="T54" fmla="*/ 95 w 188"/>
                <a:gd name="T55" fmla="*/ 24 h 162"/>
                <a:gd name="T56" fmla="*/ 99 w 188"/>
                <a:gd name="T57" fmla="*/ 28 h 162"/>
                <a:gd name="T58" fmla="*/ 106 w 188"/>
                <a:gd name="T59" fmla="*/ 1 h 162"/>
                <a:gd name="T60" fmla="*/ 89 w 188"/>
                <a:gd name="T61" fmla="*/ 12 h 162"/>
                <a:gd name="T62" fmla="*/ 51 w 188"/>
                <a:gd name="T63" fmla="*/ 7 h 162"/>
                <a:gd name="T64" fmla="*/ 28 w 188"/>
                <a:gd name="T65" fmla="*/ 44 h 162"/>
                <a:gd name="T66" fmla="*/ 19 w 188"/>
                <a:gd name="T67" fmla="*/ 58 h 162"/>
                <a:gd name="T68" fmla="*/ 14 w 188"/>
                <a:gd name="T69" fmla="*/ 57 h 162"/>
                <a:gd name="T70" fmla="*/ 0 w 188"/>
                <a:gd name="T71" fmla="*/ 75 h 162"/>
                <a:gd name="T72" fmla="*/ 15 w 188"/>
                <a:gd name="T73" fmla="*/ 98 h 162"/>
                <a:gd name="T74" fmla="*/ 23 w 188"/>
                <a:gd name="T75" fmla="*/ 123 h 162"/>
                <a:gd name="T76" fmla="*/ 2 w 188"/>
                <a:gd name="T77" fmla="*/ 157 h 162"/>
                <a:gd name="T78" fmla="*/ 1 w 188"/>
                <a:gd name="T79" fmla="*/ 159 h 162"/>
                <a:gd name="T80" fmla="*/ 4 w 188"/>
                <a:gd name="T81" fmla="*/ 162 h 162"/>
                <a:gd name="T82" fmla="*/ 16 w 188"/>
                <a:gd name="T83" fmla="*/ 155 h 162"/>
                <a:gd name="T84" fmla="*/ 44 w 188"/>
                <a:gd name="T85" fmla="*/ 124 h 162"/>
                <a:gd name="T86" fmla="*/ 45 w 188"/>
                <a:gd name="T87" fmla="*/ 137 h 162"/>
                <a:gd name="T88" fmla="*/ 65 w 188"/>
                <a:gd name="T89" fmla="*/ 145 h 162"/>
                <a:gd name="T90" fmla="*/ 78 w 188"/>
                <a:gd name="T91" fmla="*/ 139 h 162"/>
                <a:gd name="T92" fmla="*/ 79 w 188"/>
                <a:gd name="T93" fmla="*/ 138 h 162"/>
                <a:gd name="T94" fmla="*/ 95 w 188"/>
                <a:gd name="T95" fmla="*/ 149 h 162"/>
                <a:gd name="T96" fmla="*/ 114 w 188"/>
                <a:gd name="T97" fmla="*/ 154 h 162"/>
                <a:gd name="T98" fmla="*/ 148 w 188"/>
                <a:gd name="T99" fmla="*/ 139 h 162"/>
                <a:gd name="T100" fmla="*/ 147 w 188"/>
                <a:gd name="T101" fmla="*/ 132 h 162"/>
                <a:gd name="T102" fmla="*/ 160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8" y="139"/>
                  </a:moveTo>
                  <a:cubicBezTo>
                    <a:pt x="78" y="139"/>
                    <a:pt x="78" y="139"/>
                    <a:pt x="78" y="139"/>
                  </a:cubicBezTo>
                  <a:moveTo>
                    <a:pt x="168" y="112"/>
                  </a:move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14" y="148"/>
                    <a:pt x="114"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7"/>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6" name="Freeform 166">
              <a:extLst>
                <a:ext uri="{FF2B5EF4-FFF2-40B4-BE49-F238E27FC236}">
                  <a16:creationId xmlns:a16="http://schemas.microsoft.com/office/drawing/2014/main" id="{13C3594C-4364-428F-AC6A-91D18CD229C6}"/>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close/>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7" name="Freeform 167">
              <a:extLst>
                <a:ext uri="{FF2B5EF4-FFF2-40B4-BE49-F238E27FC236}">
                  <a16:creationId xmlns:a16="http://schemas.microsoft.com/office/drawing/2014/main" id="{6502A299-E4EF-4A30-A955-6F5BE1A404A2}"/>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8" name="Freeform 168">
              <a:extLst>
                <a:ext uri="{FF2B5EF4-FFF2-40B4-BE49-F238E27FC236}">
                  <a16:creationId xmlns:a16="http://schemas.microsoft.com/office/drawing/2014/main" id="{F44DA005-70D3-4778-9516-BB1E89342099}"/>
                </a:ext>
              </a:extLst>
            </p:cNvPr>
            <p:cNvSpPr>
              <a:spLocks noEditPoints="1"/>
            </p:cNvSpPr>
            <p:nvPr userDrawn="1"/>
          </p:nvSpPr>
          <p:spPr bwMode="auto">
            <a:xfrm>
              <a:off x="2964463"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9" name="Freeform 169">
              <a:extLst>
                <a:ext uri="{FF2B5EF4-FFF2-40B4-BE49-F238E27FC236}">
                  <a16:creationId xmlns:a16="http://schemas.microsoft.com/office/drawing/2014/main" id="{9262B6EB-A61A-4F09-9AFE-77558CAF856D}"/>
                </a:ext>
              </a:extLst>
            </p:cNvPr>
            <p:cNvSpPr>
              <a:spLocks noEditPoints="1"/>
            </p:cNvSpPr>
            <p:nvPr userDrawn="1"/>
          </p:nvSpPr>
          <p:spPr bwMode="auto">
            <a:xfrm>
              <a:off x="2737682" y="-199687"/>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0" name="Freeform 170">
              <a:extLst>
                <a:ext uri="{FF2B5EF4-FFF2-40B4-BE49-F238E27FC236}">
                  <a16:creationId xmlns:a16="http://schemas.microsoft.com/office/drawing/2014/main" id="{05132B6D-A1D6-4C9B-B22F-0CAECAAB15A7}"/>
                </a:ext>
              </a:extLst>
            </p:cNvPr>
            <p:cNvSpPr>
              <a:spLocks noEditPoints="1"/>
            </p:cNvSpPr>
            <p:nvPr userDrawn="1"/>
          </p:nvSpPr>
          <p:spPr bwMode="auto">
            <a:xfrm>
              <a:off x="2735675" y="-103356"/>
              <a:ext cx="26091"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7 h 18"/>
                <a:gd name="T34" fmla="*/ 5 w 18"/>
                <a:gd name="T35" fmla="*/ 18 h 18"/>
                <a:gd name="T36" fmla="*/ 9 w 18"/>
                <a:gd name="T37" fmla="*/ 18 h 18"/>
                <a:gd name="T38" fmla="*/ 9 w 18"/>
                <a:gd name="T39" fmla="*/ 18 h 18"/>
                <a:gd name="T40" fmla="*/ 14 w 18"/>
                <a:gd name="T41" fmla="*/ 17 h 18"/>
                <a:gd name="T42" fmla="*/ 12 w 18"/>
                <a:gd name="T43" fmla="*/ 14 h 18"/>
                <a:gd name="T44" fmla="*/ 14 w 18"/>
                <a:gd name="T45" fmla="*/ 17 h 18"/>
                <a:gd name="T46" fmla="*/ 18 w 18"/>
                <a:gd name="T47" fmla="*/ 9 h 18"/>
                <a:gd name="T48" fmla="*/ 17 w 18"/>
                <a:gd name="T49" fmla="*/ 5 h 18"/>
                <a:gd name="T50" fmla="*/ 17 w 18"/>
                <a:gd name="T51" fmla="*/ 5 h 18"/>
                <a:gd name="T52" fmla="*/ 12 w 18"/>
                <a:gd name="T53" fmla="*/ 1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1" name="Freeform 171">
              <a:extLst>
                <a:ext uri="{FF2B5EF4-FFF2-40B4-BE49-F238E27FC236}">
                  <a16:creationId xmlns:a16="http://schemas.microsoft.com/office/drawing/2014/main" id="{C94FDA08-D114-4C05-9631-19958A82BB81}"/>
                </a:ext>
              </a:extLst>
            </p:cNvPr>
            <p:cNvSpPr>
              <a:spLocks noEditPoints="1"/>
            </p:cNvSpPr>
            <p:nvPr userDrawn="1"/>
          </p:nvSpPr>
          <p:spPr bwMode="auto">
            <a:xfrm>
              <a:off x="2721626" y="-83286"/>
              <a:ext cx="22077" cy="22077"/>
            </a:xfrm>
            <a:custGeom>
              <a:avLst/>
              <a:gdLst>
                <a:gd name="T0" fmla="*/ 8 w 15"/>
                <a:gd name="T1" fmla="*/ 9 h 15"/>
                <a:gd name="T2" fmla="*/ 6 w 15"/>
                <a:gd name="T3" fmla="*/ 8 h 15"/>
                <a:gd name="T4" fmla="*/ 6 w 15"/>
                <a:gd name="T5" fmla="*/ 8 h 15"/>
                <a:gd name="T6" fmla="*/ 7 w 15"/>
                <a:gd name="T7" fmla="*/ 7 h 15"/>
                <a:gd name="T8" fmla="*/ 7 w 15"/>
                <a:gd name="T9" fmla="*/ 7 h 15"/>
                <a:gd name="T10" fmla="*/ 8 w 15"/>
                <a:gd name="T11" fmla="*/ 6 h 15"/>
                <a:gd name="T12" fmla="*/ 9 w 15"/>
                <a:gd name="T13" fmla="*/ 7 h 15"/>
                <a:gd name="T14" fmla="*/ 9 w 15"/>
                <a:gd name="T15" fmla="*/ 7 h 15"/>
                <a:gd name="T16" fmla="*/ 9 w 15"/>
                <a:gd name="T17" fmla="*/ 8 h 15"/>
                <a:gd name="T18" fmla="*/ 8 w 15"/>
                <a:gd name="T19" fmla="*/ 9 h 15"/>
                <a:gd name="T20" fmla="*/ 8 w 15"/>
                <a:gd name="T21" fmla="*/ 9 h 15"/>
                <a:gd name="T22" fmla="*/ 8 w 15"/>
                <a:gd name="T23" fmla="*/ 9 h 15"/>
                <a:gd name="T24" fmla="*/ 8 w 15"/>
                <a:gd name="T25" fmla="*/ 0 h 15"/>
                <a:gd name="T26" fmla="*/ 8 w 15"/>
                <a:gd name="T27" fmla="*/ 0 h 15"/>
                <a:gd name="T28" fmla="*/ 4 w 15"/>
                <a:gd name="T29" fmla="*/ 1 h 15"/>
                <a:gd name="T30" fmla="*/ 4 w 15"/>
                <a:gd name="T31" fmla="*/ 1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4 w 15"/>
                <a:gd name="T55" fmla="*/ 4 h 15"/>
                <a:gd name="T56" fmla="*/ 14 w 15"/>
                <a:gd name="T57" fmla="*/ 4 h 15"/>
                <a:gd name="T58" fmla="*/ 10 w 15"/>
                <a:gd name="T59" fmla="*/ 1 h 15"/>
                <a:gd name="T60" fmla="*/ 8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8" y="9"/>
                  </a:moveTo>
                  <a:cubicBezTo>
                    <a:pt x="7" y="9"/>
                    <a:pt x="7" y="9"/>
                    <a:pt x="6" y="8"/>
                  </a:cubicBezTo>
                  <a:cubicBezTo>
                    <a:pt x="6" y="8"/>
                    <a:pt x="6" y="8"/>
                    <a:pt x="6" y="8"/>
                  </a:cubicBezTo>
                  <a:cubicBezTo>
                    <a:pt x="6" y="7"/>
                    <a:pt x="6" y="7"/>
                    <a:pt x="7" y="7"/>
                  </a:cubicBezTo>
                  <a:cubicBezTo>
                    <a:pt x="7" y="7"/>
                    <a:pt x="7"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4" y="1"/>
                    <a:pt x="4" y="1"/>
                    <a:pt x="4" y="1"/>
                  </a:cubicBezTo>
                  <a:cubicBezTo>
                    <a:pt x="4" y="1"/>
                    <a:pt x="4"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4" y="4"/>
                    <a:pt x="14" y="4"/>
                    <a:pt x="14" y="4"/>
                  </a:cubicBezTo>
                  <a:cubicBezTo>
                    <a:pt x="13" y="2"/>
                    <a:pt x="12"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2" name="Freeform 172">
              <a:extLst>
                <a:ext uri="{FF2B5EF4-FFF2-40B4-BE49-F238E27FC236}">
                  <a16:creationId xmlns:a16="http://schemas.microsoft.com/office/drawing/2014/main" id="{4F9050B0-6F03-449E-B9BE-49B9103D15E9}"/>
                </a:ext>
              </a:extLst>
            </p:cNvPr>
            <p:cNvSpPr>
              <a:spLocks noEditPoints="1"/>
            </p:cNvSpPr>
            <p:nvPr userDrawn="1"/>
          </p:nvSpPr>
          <p:spPr bwMode="auto">
            <a:xfrm>
              <a:off x="2725640" y="-61211"/>
              <a:ext cx="18063" cy="18063"/>
            </a:xfrm>
            <a:custGeom>
              <a:avLst/>
              <a:gdLst>
                <a:gd name="T0" fmla="*/ 6 w 13"/>
                <a:gd name="T1" fmla="*/ 7 h 13"/>
                <a:gd name="T2" fmla="*/ 6 w 13"/>
                <a:gd name="T3" fmla="*/ 7 h 13"/>
                <a:gd name="T4" fmla="*/ 6 w 13"/>
                <a:gd name="T5" fmla="*/ 6 h 13"/>
                <a:gd name="T6" fmla="*/ 6 w 13"/>
                <a:gd name="T7" fmla="*/ 6 h 13"/>
                <a:gd name="T8" fmla="*/ 7 w 13"/>
                <a:gd name="T9" fmla="*/ 6 h 13"/>
                <a:gd name="T10" fmla="*/ 7 w 13"/>
                <a:gd name="T11" fmla="*/ 7 h 13"/>
                <a:gd name="T12" fmla="*/ 7 w 13"/>
                <a:gd name="T13" fmla="*/ 7 h 13"/>
                <a:gd name="T14" fmla="*/ 6 w 13"/>
                <a:gd name="T15" fmla="*/ 7 h 13"/>
                <a:gd name="T16" fmla="*/ 6 w 13"/>
                <a:gd name="T17" fmla="*/ 7 h 13"/>
                <a:gd name="T18" fmla="*/ 6 w 13"/>
                <a:gd name="T19" fmla="*/ 0 h 13"/>
                <a:gd name="T20" fmla="*/ 6 w 13"/>
                <a:gd name="T21" fmla="*/ 0 h 13"/>
                <a:gd name="T22" fmla="*/ 4 w 13"/>
                <a:gd name="T23" fmla="*/ 1 h 13"/>
                <a:gd name="T24" fmla="*/ 3 w 13"/>
                <a:gd name="T25" fmla="*/ 1 h 13"/>
                <a:gd name="T26" fmla="*/ 0 w 13"/>
                <a:gd name="T27" fmla="*/ 7 h 13"/>
                <a:gd name="T28" fmla="*/ 1 w 13"/>
                <a:gd name="T29" fmla="*/ 10 h 13"/>
                <a:gd name="T30" fmla="*/ 1 w 13"/>
                <a:gd name="T31" fmla="*/ 10 h 13"/>
                <a:gd name="T32" fmla="*/ 6 w 13"/>
                <a:gd name="T33" fmla="*/ 13 h 13"/>
                <a:gd name="T34" fmla="*/ 6 w 13"/>
                <a:gd name="T35" fmla="*/ 13 h 13"/>
                <a:gd name="T36" fmla="*/ 10 w 13"/>
                <a:gd name="T37" fmla="*/ 12 h 13"/>
                <a:gd name="T38" fmla="*/ 10 w 13"/>
                <a:gd name="T39" fmla="*/ 12 h 13"/>
                <a:gd name="T40" fmla="*/ 13 w 13"/>
                <a:gd name="T41" fmla="*/ 7 h 13"/>
                <a:gd name="T42" fmla="*/ 12 w 13"/>
                <a:gd name="T43" fmla="*/ 3 h 13"/>
                <a:gd name="T44" fmla="*/ 12 w 13"/>
                <a:gd name="T45" fmla="*/ 3 h 13"/>
                <a:gd name="T46" fmla="*/ 8 w 13"/>
                <a:gd name="T47" fmla="*/ 0 h 13"/>
                <a:gd name="T48" fmla="*/ 6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6" y="7"/>
                    <a:pt x="6" y="7"/>
                    <a:pt x="6" y="7"/>
                  </a:cubicBezTo>
                  <a:cubicBezTo>
                    <a:pt x="6" y="7"/>
                    <a:pt x="6" y="7"/>
                    <a:pt x="6" y="7"/>
                  </a:cubicBezTo>
                  <a:moveTo>
                    <a:pt x="6" y="0"/>
                  </a:moveTo>
                  <a:cubicBezTo>
                    <a:pt x="6" y="0"/>
                    <a:pt x="6" y="0"/>
                    <a:pt x="6" y="0"/>
                  </a:cubicBezTo>
                  <a:cubicBezTo>
                    <a:pt x="5" y="0"/>
                    <a:pt x="5"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9"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3" name="Freeform 173">
              <a:extLst>
                <a:ext uri="{FF2B5EF4-FFF2-40B4-BE49-F238E27FC236}">
                  <a16:creationId xmlns:a16="http://schemas.microsoft.com/office/drawing/2014/main" id="{B3DF6E99-FD2C-43A3-AFCB-BF218E43C292}"/>
                </a:ext>
              </a:extLst>
            </p:cNvPr>
            <p:cNvSpPr>
              <a:spLocks noEditPoints="1"/>
            </p:cNvSpPr>
            <p:nvPr userDrawn="1"/>
          </p:nvSpPr>
          <p:spPr bwMode="auto">
            <a:xfrm>
              <a:off x="2928339" y="108674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4" name="Freeform 174">
              <a:extLst>
                <a:ext uri="{FF2B5EF4-FFF2-40B4-BE49-F238E27FC236}">
                  <a16:creationId xmlns:a16="http://schemas.microsoft.com/office/drawing/2014/main" id="{2BED4CB1-D032-4E8F-B435-8C8E58D2D87E}"/>
                </a:ext>
              </a:extLst>
            </p:cNvPr>
            <p:cNvSpPr>
              <a:spLocks noEditPoints="1"/>
            </p:cNvSpPr>
            <p:nvPr userDrawn="1"/>
          </p:nvSpPr>
          <p:spPr bwMode="auto">
            <a:xfrm>
              <a:off x="2924325"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5" name="Freeform 175">
              <a:extLst>
                <a:ext uri="{FF2B5EF4-FFF2-40B4-BE49-F238E27FC236}">
                  <a16:creationId xmlns:a16="http://schemas.microsoft.com/office/drawing/2014/main" id="{72CB63A8-C7C1-42DA-9CCE-5F14A339F460}"/>
                </a:ext>
              </a:extLst>
            </p:cNvPr>
            <p:cNvSpPr>
              <a:spLocks noEditPoints="1"/>
            </p:cNvSpPr>
            <p:nvPr userDrawn="1"/>
          </p:nvSpPr>
          <p:spPr bwMode="auto">
            <a:xfrm>
              <a:off x="2906262" y="1237262"/>
              <a:ext cx="26091" cy="28097"/>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6 w 17"/>
                <a:gd name="T19" fmla="*/ 8 h 18"/>
                <a:gd name="T20" fmla="*/ 8 w 17"/>
                <a:gd name="T21" fmla="*/ 0 h 18"/>
                <a:gd name="T22" fmla="*/ 1 w 17"/>
                <a:gd name="T23" fmla="*/ 5 h 18"/>
                <a:gd name="T24" fmla="*/ 3 w 17"/>
                <a:gd name="T25" fmla="*/ 7 h 18"/>
                <a:gd name="T26" fmla="*/ 1 w 17"/>
                <a:gd name="T27" fmla="*/ 5 h 18"/>
                <a:gd name="T28" fmla="*/ 0 w 17"/>
                <a:gd name="T29" fmla="*/ 9 h 18"/>
                <a:gd name="T30" fmla="*/ 4 w 17"/>
                <a:gd name="T31" fmla="*/ 17 h 18"/>
                <a:gd name="T32" fmla="*/ 8 w 17"/>
                <a:gd name="T33" fmla="*/ 18 h 18"/>
                <a:gd name="T34" fmla="*/ 8 w 17"/>
                <a:gd name="T35" fmla="*/ 18 h 18"/>
                <a:gd name="T36" fmla="*/ 8 w 17"/>
                <a:gd name="T37" fmla="*/ 18 h 18"/>
                <a:gd name="T38" fmla="*/ 16 w 17"/>
                <a:gd name="T39" fmla="*/ 13 h 18"/>
                <a:gd name="T40" fmla="*/ 17 w 17"/>
                <a:gd name="T41" fmla="*/ 9 h 18"/>
                <a:gd name="T42" fmla="*/ 12 w 17"/>
                <a:gd name="T43" fmla="*/ 1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6" name="Freeform 176">
              <a:extLst>
                <a:ext uri="{FF2B5EF4-FFF2-40B4-BE49-F238E27FC236}">
                  <a16:creationId xmlns:a16="http://schemas.microsoft.com/office/drawing/2014/main" id="{4F385DD0-DEE4-4B11-A141-6E2DB4D166EE}"/>
                </a:ext>
              </a:extLst>
            </p:cNvPr>
            <p:cNvSpPr>
              <a:spLocks noEditPoints="1"/>
            </p:cNvSpPr>
            <p:nvPr userDrawn="1"/>
          </p:nvSpPr>
          <p:spPr bwMode="auto">
            <a:xfrm>
              <a:off x="2882179" y="1241276"/>
              <a:ext cx="24083" cy="22077"/>
            </a:xfrm>
            <a:custGeom>
              <a:avLst/>
              <a:gdLst>
                <a:gd name="T0" fmla="*/ 6 w 16"/>
                <a:gd name="T1" fmla="*/ 7 h 15"/>
                <a:gd name="T2" fmla="*/ 8 w 16"/>
                <a:gd name="T3" fmla="*/ 6 h 15"/>
                <a:gd name="T4" fmla="*/ 9 w 16"/>
                <a:gd name="T5" fmla="*/ 6 h 15"/>
                <a:gd name="T6" fmla="*/ 9 w 16"/>
                <a:gd name="T7" fmla="*/ 6 h 15"/>
                <a:gd name="T8" fmla="*/ 10 w 16"/>
                <a:gd name="T9" fmla="*/ 8 h 15"/>
                <a:gd name="T10" fmla="*/ 9 w 16"/>
                <a:gd name="T11" fmla="*/ 8 h 15"/>
                <a:gd name="T12" fmla="*/ 8 w 16"/>
                <a:gd name="T13" fmla="*/ 9 h 15"/>
                <a:gd name="T14" fmla="*/ 7 w 16"/>
                <a:gd name="T15" fmla="*/ 9 h 15"/>
                <a:gd name="T16" fmla="*/ 6 w 16"/>
                <a:gd name="T17" fmla="*/ 8 h 15"/>
                <a:gd name="T18" fmla="*/ 6 w 16"/>
                <a:gd name="T19" fmla="*/ 7 h 15"/>
                <a:gd name="T20" fmla="*/ 8 w 16"/>
                <a:gd name="T21" fmla="*/ 0 h 15"/>
                <a:gd name="T22" fmla="*/ 1 w 16"/>
                <a:gd name="T23" fmla="*/ 4 h 15"/>
                <a:gd name="T24" fmla="*/ 1 w 16"/>
                <a:gd name="T25" fmla="*/ 4 h 15"/>
                <a:gd name="T26" fmla="*/ 0 w 16"/>
                <a:gd name="T27" fmla="*/ 8 h 15"/>
                <a:gd name="T28" fmla="*/ 5 w 16"/>
                <a:gd name="T29" fmla="*/ 14 h 15"/>
                <a:gd name="T30" fmla="*/ 8 w 16"/>
                <a:gd name="T31" fmla="*/ 15 h 15"/>
                <a:gd name="T32" fmla="*/ 15 w 16"/>
                <a:gd name="T33" fmla="*/ 11 h 15"/>
                <a:gd name="T34" fmla="*/ 16 w 16"/>
                <a:gd name="T35" fmla="*/ 8 h 15"/>
                <a:gd name="T36" fmla="*/ 11 w 16"/>
                <a:gd name="T37" fmla="*/ 1 h 15"/>
                <a:gd name="T38" fmla="*/ 11 w 16"/>
                <a:gd name="T39" fmla="*/ 1 h 15"/>
                <a:gd name="T40" fmla="*/ 8 w 16"/>
                <a:gd name="T41" fmla="*/ 0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6" y="7"/>
                  </a:moveTo>
                  <a:cubicBezTo>
                    <a:pt x="7" y="7"/>
                    <a:pt x="7" y="6"/>
                    <a:pt x="8" y="6"/>
                  </a:cubicBezTo>
                  <a:cubicBezTo>
                    <a:pt x="9" y="6"/>
                    <a:pt x="9" y="6"/>
                    <a:pt x="9" y="6"/>
                  </a:cubicBezTo>
                  <a:cubicBezTo>
                    <a:pt x="9" y="6"/>
                    <a:pt x="9" y="6"/>
                    <a:pt x="9" y="6"/>
                  </a:cubicBezTo>
                  <a:cubicBezTo>
                    <a:pt x="9" y="7"/>
                    <a:pt x="10" y="7"/>
                    <a:pt x="10" y="8"/>
                  </a:cubicBezTo>
                  <a:cubicBezTo>
                    <a:pt x="9" y="8"/>
                    <a:pt x="9" y="8"/>
                    <a:pt x="9" y="8"/>
                  </a:cubicBezTo>
                  <a:cubicBezTo>
                    <a:pt x="9" y="9"/>
                    <a:pt x="9" y="9"/>
                    <a:pt x="8" y="9"/>
                  </a:cubicBezTo>
                  <a:cubicBezTo>
                    <a:pt x="7" y="9"/>
                    <a:pt x="7" y="9"/>
                    <a:pt x="7" y="9"/>
                  </a:cubicBezTo>
                  <a:cubicBezTo>
                    <a:pt x="7" y="9"/>
                    <a:pt x="6" y="8"/>
                    <a:pt x="6" y="8"/>
                  </a:cubicBezTo>
                  <a:cubicBezTo>
                    <a:pt x="6" y="7"/>
                    <a:pt x="6" y="7"/>
                    <a:pt x="6" y="7"/>
                  </a:cubicBezTo>
                  <a:moveTo>
                    <a:pt x="8" y="0"/>
                  </a:moveTo>
                  <a:cubicBezTo>
                    <a:pt x="5" y="0"/>
                    <a:pt x="2" y="2"/>
                    <a:pt x="1" y="4"/>
                  </a:cubicBezTo>
                  <a:cubicBezTo>
                    <a:pt x="1" y="4"/>
                    <a:pt x="1" y="4"/>
                    <a:pt x="1" y="4"/>
                  </a:cubicBezTo>
                  <a:cubicBezTo>
                    <a:pt x="1" y="5"/>
                    <a:pt x="0" y="7"/>
                    <a:pt x="0" y="8"/>
                  </a:cubicBezTo>
                  <a:cubicBezTo>
                    <a:pt x="0" y="11"/>
                    <a:pt x="2" y="13"/>
                    <a:pt x="5" y="14"/>
                  </a:cubicBezTo>
                  <a:cubicBezTo>
                    <a:pt x="6" y="15"/>
                    <a:pt x="7" y="15"/>
                    <a:pt x="8" y="15"/>
                  </a:cubicBezTo>
                  <a:cubicBezTo>
                    <a:pt x="11" y="15"/>
                    <a:pt x="13" y="14"/>
                    <a:pt x="15" y="11"/>
                  </a:cubicBezTo>
                  <a:cubicBezTo>
                    <a:pt x="15" y="10"/>
                    <a:pt x="16" y="9"/>
                    <a:pt x="16" y="8"/>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7" name="Freeform 177">
              <a:extLst>
                <a:ext uri="{FF2B5EF4-FFF2-40B4-BE49-F238E27FC236}">
                  <a16:creationId xmlns:a16="http://schemas.microsoft.com/office/drawing/2014/main" id="{D171E819-5457-4CC3-894D-CF67EBBBE798}"/>
                </a:ext>
              </a:extLst>
            </p:cNvPr>
            <p:cNvSpPr>
              <a:spLocks noEditPoints="1"/>
            </p:cNvSpPr>
            <p:nvPr userDrawn="1"/>
          </p:nvSpPr>
          <p:spPr bwMode="auto">
            <a:xfrm>
              <a:off x="2842041" y="518787"/>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8" name="Freeform 178">
              <a:extLst>
                <a:ext uri="{FF2B5EF4-FFF2-40B4-BE49-F238E27FC236}">
                  <a16:creationId xmlns:a16="http://schemas.microsoft.com/office/drawing/2014/main" id="{65B1F8F6-BD8D-4F8A-9306-17CEA42C4286}"/>
                </a:ext>
              </a:extLst>
            </p:cNvPr>
            <p:cNvSpPr>
              <a:spLocks noEditPoints="1"/>
            </p:cNvSpPr>
            <p:nvPr userDrawn="1"/>
          </p:nvSpPr>
          <p:spPr bwMode="auto">
            <a:xfrm>
              <a:off x="2890207" y="1385774"/>
              <a:ext cx="180622" cy="248857"/>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8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9" name="Freeform 179">
              <a:extLst>
                <a:ext uri="{FF2B5EF4-FFF2-40B4-BE49-F238E27FC236}">
                  <a16:creationId xmlns:a16="http://schemas.microsoft.com/office/drawing/2014/main" id="{C90944E1-71F0-490C-B3FE-6CF10F9A39EA}"/>
                </a:ext>
              </a:extLst>
            </p:cNvPr>
            <p:cNvSpPr>
              <a:spLocks noEditPoints="1"/>
            </p:cNvSpPr>
            <p:nvPr userDrawn="1"/>
          </p:nvSpPr>
          <p:spPr bwMode="auto">
            <a:xfrm>
              <a:off x="2671454" y="-406400"/>
              <a:ext cx="331141"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4 h 131"/>
                <a:gd name="T30" fmla="*/ 208 w 219"/>
                <a:gd name="T31" fmla="*/ 115 h 131"/>
                <a:gd name="T32" fmla="*/ 177 w 219"/>
                <a:gd name="T33" fmla="*/ 125 h 131"/>
                <a:gd name="T34" fmla="*/ 99 w 219"/>
                <a:gd name="T35" fmla="*/ 125 h 131"/>
                <a:gd name="T36" fmla="*/ 87 w 219"/>
                <a:gd name="T37" fmla="*/ 120 h 131"/>
                <a:gd name="T38" fmla="*/ 79 w 219"/>
                <a:gd name="T39" fmla="*/ 111 h 131"/>
                <a:gd name="T40" fmla="*/ 76 w 219"/>
                <a:gd name="T41" fmla="*/ 95 h 131"/>
                <a:gd name="T42" fmla="*/ 76 w 219"/>
                <a:gd name="T43" fmla="*/ 94 h 131"/>
                <a:gd name="T44" fmla="*/ 33 w 219"/>
                <a:gd name="T45" fmla="*/ 51 h 131"/>
                <a:gd name="T46" fmla="*/ 76 w 219"/>
                <a:gd name="T47" fmla="*/ 74 h 131"/>
                <a:gd name="T48" fmla="*/ 76 w 219"/>
                <a:gd name="T49" fmla="*/ 35 h 131"/>
                <a:gd name="T50" fmla="*/ 182 w 219"/>
                <a:gd name="T51" fmla="*/ 0 h 131"/>
                <a:gd name="T52" fmla="*/ 110 w 219"/>
                <a:gd name="T53" fmla="*/ 0 h 131"/>
                <a:gd name="T54" fmla="*/ 110 w 219"/>
                <a:gd name="T55" fmla="*/ 0 h 131"/>
                <a:gd name="T56" fmla="*/ 89 w 219"/>
                <a:gd name="T57" fmla="*/ 6 h 131"/>
                <a:gd name="T58" fmla="*/ 73 w 219"/>
                <a:gd name="T59" fmla="*/ 24 h 131"/>
                <a:gd name="T60" fmla="*/ 70 w 219"/>
                <a:gd name="T61" fmla="*/ 35 h 131"/>
                <a:gd name="T62" fmla="*/ 70 w 219"/>
                <a:gd name="T63" fmla="*/ 35 h 131"/>
                <a:gd name="T64" fmla="*/ 70 w 219"/>
                <a:gd name="T65" fmla="*/ 64 h 131"/>
                <a:gd name="T66" fmla="*/ 0 w 219"/>
                <a:gd name="T67" fmla="*/ 25 h 131"/>
                <a:gd name="T68" fmla="*/ 14 w 219"/>
                <a:gd name="T69" fmla="*/ 40 h 131"/>
                <a:gd name="T70" fmla="*/ 17 w 219"/>
                <a:gd name="T71" fmla="*/ 38 h 131"/>
                <a:gd name="T72" fmla="*/ 14 w 219"/>
                <a:gd name="T73" fmla="*/ 40 h 131"/>
                <a:gd name="T74" fmla="*/ 70 w 219"/>
                <a:gd name="T75" fmla="*/ 97 h 131"/>
                <a:gd name="T76" fmla="*/ 74 w 219"/>
                <a:gd name="T77" fmla="*/ 114 h 131"/>
                <a:gd name="T78" fmla="*/ 89 w 219"/>
                <a:gd name="T79" fmla="*/ 128 h 131"/>
                <a:gd name="T80" fmla="*/ 98 w 219"/>
                <a:gd name="T81" fmla="*/ 131 h 131"/>
                <a:gd name="T82" fmla="*/ 98 w 219"/>
                <a:gd name="T83" fmla="*/ 131 h 131"/>
                <a:gd name="T84" fmla="*/ 178 w 219"/>
                <a:gd name="T85" fmla="*/ 131 h 131"/>
                <a:gd name="T86" fmla="*/ 178 w 219"/>
                <a:gd name="T87" fmla="*/ 131 h 131"/>
                <a:gd name="T88" fmla="*/ 212 w 219"/>
                <a:gd name="T89" fmla="*/ 119 h 131"/>
                <a:gd name="T90" fmla="*/ 219 w 219"/>
                <a:gd name="T91" fmla="*/ 104 h 131"/>
                <a:gd name="T92" fmla="*/ 218 w 219"/>
                <a:gd name="T93" fmla="*/ 101 h 131"/>
                <a:gd name="T94" fmla="*/ 218 w 219"/>
                <a:gd name="T95" fmla="*/ 36 h 131"/>
                <a:gd name="T96" fmla="*/ 218 w 219"/>
                <a:gd name="T97" fmla="*/ 36 h 131"/>
                <a:gd name="T98" fmla="*/ 198 w 219"/>
                <a:gd name="T99" fmla="*/ 5 h 131"/>
                <a:gd name="T100" fmla="*/ 182 w 219"/>
                <a:gd name="T101" fmla="*/ 0 h 131"/>
                <a:gd name="T102" fmla="*/ 182 w 219"/>
                <a:gd name="T10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8"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0" name="Freeform 180">
              <a:extLst>
                <a:ext uri="{FF2B5EF4-FFF2-40B4-BE49-F238E27FC236}">
                  <a16:creationId xmlns:a16="http://schemas.microsoft.com/office/drawing/2014/main" id="{EF379A0D-4189-40A5-A48B-ABAEBE78B569}"/>
                </a:ext>
              </a:extLst>
            </p:cNvPr>
            <p:cNvSpPr>
              <a:spLocks noEditPoints="1"/>
            </p:cNvSpPr>
            <p:nvPr userDrawn="1"/>
          </p:nvSpPr>
          <p:spPr bwMode="auto">
            <a:xfrm>
              <a:off x="2878165"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1" name="Freeform 181">
              <a:extLst>
                <a:ext uri="{FF2B5EF4-FFF2-40B4-BE49-F238E27FC236}">
                  <a16:creationId xmlns:a16="http://schemas.microsoft.com/office/drawing/2014/main" id="{416AEE1C-1EE7-4843-88D6-6FEC166DFA6D}"/>
                </a:ext>
              </a:extLst>
            </p:cNvPr>
            <p:cNvSpPr>
              <a:spLocks noEditPoints="1"/>
            </p:cNvSpPr>
            <p:nvPr userDrawn="1"/>
          </p:nvSpPr>
          <p:spPr bwMode="auto">
            <a:xfrm>
              <a:off x="2791869" y="65225"/>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2" name="Freeform 182">
              <a:extLst>
                <a:ext uri="{FF2B5EF4-FFF2-40B4-BE49-F238E27FC236}">
                  <a16:creationId xmlns:a16="http://schemas.microsoft.com/office/drawing/2014/main" id="{DFAE0537-1C1C-482C-A823-5B2D10C0DFE3}"/>
                </a:ext>
              </a:extLst>
            </p:cNvPr>
            <p:cNvSpPr>
              <a:spLocks noEditPoints="1"/>
            </p:cNvSpPr>
            <p:nvPr userDrawn="1"/>
          </p:nvSpPr>
          <p:spPr bwMode="auto">
            <a:xfrm>
              <a:off x="2683496" y="1269373"/>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3" name="Freeform 183">
              <a:extLst>
                <a:ext uri="{FF2B5EF4-FFF2-40B4-BE49-F238E27FC236}">
                  <a16:creationId xmlns:a16="http://schemas.microsoft.com/office/drawing/2014/main" id="{BFBA2B31-ED60-4985-9E5A-CE0D908A0C4A}"/>
                </a:ext>
              </a:extLst>
            </p:cNvPr>
            <p:cNvSpPr>
              <a:spLocks noEditPoints="1"/>
            </p:cNvSpPr>
            <p:nvPr userDrawn="1"/>
          </p:nvSpPr>
          <p:spPr bwMode="auto">
            <a:xfrm>
              <a:off x="2793875" y="292006"/>
              <a:ext cx="282975" cy="244843"/>
            </a:xfrm>
            <a:custGeom>
              <a:avLst/>
              <a:gdLst>
                <a:gd name="T0" fmla="*/ 77 w 188"/>
                <a:gd name="T1" fmla="*/ 139 h 162"/>
                <a:gd name="T2" fmla="*/ 106 w 188"/>
                <a:gd name="T3" fmla="*/ 9 h 162"/>
                <a:gd name="T4" fmla="*/ 114 w 188"/>
                <a:gd name="T5" fmla="*/ 7 h 162"/>
                <a:gd name="T6" fmla="*/ 123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8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4" name="Freeform 184">
              <a:extLst>
                <a:ext uri="{FF2B5EF4-FFF2-40B4-BE49-F238E27FC236}">
                  <a16:creationId xmlns:a16="http://schemas.microsoft.com/office/drawing/2014/main" id="{2B2E9409-8978-4300-BBD3-ACE3772DC891}"/>
                </a:ext>
              </a:extLst>
            </p:cNvPr>
            <p:cNvSpPr>
              <a:spLocks noEditPoints="1"/>
            </p:cNvSpPr>
            <p:nvPr userDrawn="1"/>
          </p:nvSpPr>
          <p:spPr bwMode="auto">
            <a:xfrm>
              <a:off x="2545018" y="946259"/>
              <a:ext cx="363252" cy="313078"/>
            </a:xfrm>
            <a:custGeom>
              <a:avLst/>
              <a:gdLst>
                <a:gd name="T0" fmla="*/ 99 w 242"/>
                <a:gd name="T1" fmla="*/ 180 h 208"/>
                <a:gd name="T2" fmla="*/ 142 w 242"/>
                <a:gd name="T3" fmla="*/ 6 h 208"/>
                <a:gd name="T4" fmla="*/ 158 w 242"/>
                <a:gd name="T5" fmla="*/ 18 h 208"/>
                <a:gd name="T6" fmla="*/ 165 w 242"/>
                <a:gd name="T7" fmla="*/ 35 h 208"/>
                <a:gd name="T8" fmla="*/ 217 w 242"/>
                <a:gd name="T9" fmla="*/ 44 h 208"/>
                <a:gd name="T10" fmla="*/ 220 w 242"/>
                <a:gd name="T11" fmla="*/ 72 h 208"/>
                <a:gd name="T12" fmla="*/ 234 w 242"/>
                <a:gd name="T13" fmla="*/ 113 h 208"/>
                <a:gd name="T14" fmla="*/ 219 w 242"/>
                <a:gd name="T15" fmla="*/ 145 h 208"/>
                <a:gd name="T16" fmla="*/ 194 w 242"/>
                <a:gd name="T17" fmla="*/ 146 h 208"/>
                <a:gd name="T18" fmla="*/ 146 w 242"/>
                <a:gd name="T19" fmla="*/ 192 h 208"/>
                <a:gd name="T20" fmla="*/ 127 w 242"/>
                <a:gd name="T21" fmla="*/ 188 h 208"/>
                <a:gd name="T22" fmla="*/ 105 w 242"/>
                <a:gd name="T23" fmla="*/ 170 h 208"/>
                <a:gd name="T24" fmla="*/ 83 w 242"/>
                <a:gd name="T25" fmla="*/ 181 h 208"/>
                <a:gd name="T26" fmla="*/ 62 w 242"/>
                <a:gd name="T27" fmla="*/ 172 h 208"/>
                <a:gd name="T28" fmla="*/ 56 w 242"/>
                <a:gd name="T29" fmla="*/ 144 h 208"/>
                <a:gd name="T30" fmla="*/ 42 w 242"/>
                <a:gd name="T31" fmla="*/ 142 h 208"/>
                <a:gd name="T32" fmla="*/ 8 w 242"/>
                <a:gd name="T33" fmla="*/ 109 h 208"/>
                <a:gd name="T34" fmla="*/ 17 w 242"/>
                <a:gd name="T35" fmla="*/ 80 h 208"/>
                <a:gd name="T36" fmla="*/ 45 w 242"/>
                <a:gd name="T37" fmla="*/ 65 h 208"/>
                <a:gd name="T38" fmla="*/ 67 w 242"/>
                <a:gd name="T39" fmla="*/ 14 h 208"/>
                <a:gd name="T40" fmla="*/ 119 w 242"/>
                <a:gd name="T41" fmla="*/ 27 h 208"/>
                <a:gd name="T42" fmla="*/ 122 w 242"/>
                <a:gd name="T43" fmla="*/ 30 h 208"/>
                <a:gd name="T44" fmla="*/ 136 w 242"/>
                <a:gd name="T45" fmla="*/ 1 h 208"/>
                <a:gd name="T46" fmla="*/ 82 w 242"/>
                <a:gd name="T47" fmla="*/ 5 h 208"/>
                <a:gd name="T48" fmla="*/ 35 w 242"/>
                <a:gd name="T49" fmla="*/ 56 h 208"/>
                <a:gd name="T50" fmla="*/ 19 w 242"/>
                <a:gd name="T51" fmla="*/ 75 h 208"/>
                <a:gd name="T52" fmla="*/ 2 w 242"/>
                <a:gd name="T53" fmla="*/ 85 h 208"/>
                <a:gd name="T54" fmla="*/ 18 w 242"/>
                <a:gd name="T55" fmla="*/ 126 h 208"/>
                <a:gd name="T56" fmla="*/ 29 w 242"/>
                <a:gd name="T57" fmla="*/ 160 h 208"/>
                <a:gd name="T58" fmla="*/ 1 w 242"/>
                <a:gd name="T59" fmla="*/ 204 h 208"/>
                <a:gd name="T60" fmla="*/ 4 w 242"/>
                <a:gd name="T61" fmla="*/ 208 h 208"/>
                <a:gd name="T62" fmla="*/ 18 w 242"/>
                <a:gd name="T63" fmla="*/ 199 h 208"/>
                <a:gd name="T64" fmla="*/ 56 w 242"/>
                <a:gd name="T65" fmla="*/ 175 h 208"/>
                <a:gd name="T66" fmla="*/ 83 w 242"/>
                <a:gd name="T67" fmla="*/ 187 h 208"/>
                <a:gd name="T68" fmla="*/ 99 w 242"/>
                <a:gd name="T69" fmla="*/ 180 h 208"/>
                <a:gd name="T70" fmla="*/ 122 w 242"/>
                <a:gd name="T71" fmla="*/ 192 h 208"/>
                <a:gd name="T72" fmla="*/ 146 w 242"/>
                <a:gd name="T73" fmla="*/ 198 h 208"/>
                <a:gd name="T74" fmla="*/ 189 w 242"/>
                <a:gd name="T75" fmla="*/ 178 h 208"/>
                <a:gd name="T76" fmla="*/ 206 w 242"/>
                <a:gd name="T77" fmla="*/ 149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3" y="202"/>
                  </a:moveTo>
                  <a:cubicBezTo>
                    <a:pt x="3" y="202"/>
                    <a:pt x="3" y="202"/>
                    <a:pt x="3" y="202"/>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6" y="192"/>
                    <a:pt x="146"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6" y="149"/>
                    <a:pt x="206"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5" name="Freeform 185">
              <a:extLst>
                <a:ext uri="{FF2B5EF4-FFF2-40B4-BE49-F238E27FC236}">
                  <a16:creationId xmlns:a16="http://schemas.microsoft.com/office/drawing/2014/main" id="{2FBBB3CB-5FDF-4429-A4E6-5C9000460EBC}"/>
                </a:ext>
              </a:extLst>
            </p:cNvPr>
            <p:cNvSpPr>
              <a:spLocks/>
            </p:cNvSpPr>
            <p:nvPr userDrawn="1"/>
          </p:nvSpPr>
          <p:spPr bwMode="auto">
            <a:xfrm>
              <a:off x="2545018" y="1255324"/>
              <a:ext cx="2008" cy="4014"/>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6" name="Freeform 186">
              <a:extLst>
                <a:ext uri="{FF2B5EF4-FFF2-40B4-BE49-F238E27FC236}">
                  <a16:creationId xmlns:a16="http://schemas.microsoft.com/office/drawing/2014/main" id="{3B7CF0BA-9328-441C-A529-EC4C5DF6A236}"/>
                </a:ext>
              </a:extLst>
            </p:cNvPr>
            <p:cNvSpPr>
              <a:spLocks noEditPoints="1"/>
            </p:cNvSpPr>
            <p:nvPr userDrawn="1"/>
          </p:nvSpPr>
          <p:spPr bwMode="auto">
            <a:xfrm>
              <a:off x="3827436" y="-137474"/>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7" name="Freeform 187">
              <a:extLst>
                <a:ext uri="{FF2B5EF4-FFF2-40B4-BE49-F238E27FC236}">
                  <a16:creationId xmlns:a16="http://schemas.microsoft.com/office/drawing/2014/main" id="{CEFF2346-3C92-4C2D-A63C-1CB027FB1C55}"/>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close/>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8" name="Freeform 188">
              <a:extLst>
                <a:ext uri="{FF2B5EF4-FFF2-40B4-BE49-F238E27FC236}">
                  <a16:creationId xmlns:a16="http://schemas.microsoft.com/office/drawing/2014/main" id="{8F4BE5C6-5886-437B-B676-1759D9D3E0D4}"/>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9" name="Freeform 189">
              <a:extLst>
                <a:ext uri="{FF2B5EF4-FFF2-40B4-BE49-F238E27FC236}">
                  <a16:creationId xmlns:a16="http://schemas.microsoft.com/office/drawing/2014/main" id="{346F8C58-27AE-45E7-A18E-C52BC677F909}"/>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0" name="Freeform 190">
              <a:extLst>
                <a:ext uri="{FF2B5EF4-FFF2-40B4-BE49-F238E27FC236}">
                  <a16:creationId xmlns:a16="http://schemas.microsoft.com/office/drawing/2014/main" id="{4C0E293A-67BE-42EA-9E30-7B47B8098927}"/>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1" name="Freeform 191">
              <a:extLst>
                <a:ext uri="{FF2B5EF4-FFF2-40B4-BE49-F238E27FC236}">
                  <a16:creationId xmlns:a16="http://schemas.microsoft.com/office/drawing/2014/main" id="{5418420C-F667-4CE5-B75C-07C0A979B04E}"/>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2" name="Freeform 192">
              <a:extLst>
                <a:ext uri="{FF2B5EF4-FFF2-40B4-BE49-F238E27FC236}">
                  <a16:creationId xmlns:a16="http://schemas.microsoft.com/office/drawing/2014/main" id="{BB9B5535-E72F-4953-B102-58A3F99AFEF7}"/>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3" name="Freeform 193">
              <a:extLst>
                <a:ext uri="{FF2B5EF4-FFF2-40B4-BE49-F238E27FC236}">
                  <a16:creationId xmlns:a16="http://schemas.microsoft.com/office/drawing/2014/main" id="{E5477068-84E5-42C4-B079-EF9A3A2A7016}"/>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4" name="Freeform 194">
              <a:extLst>
                <a:ext uri="{FF2B5EF4-FFF2-40B4-BE49-F238E27FC236}">
                  <a16:creationId xmlns:a16="http://schemas.microsoft.com/office/drawing/2014/main" id="{A217CD6C-E9B9-4CC5-AD23-8F81DC57219F}"/>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5" name="Freeform 195">
              <a:extLst>
                <a:ext uri="{FF2B5EF4-FFF2-40B4-BE49-F238E27FC236}">
                  <a16:creationId xmlns:a16="http://schemas.microsoft.com/office/drawing/2014/main" id="{3B7DF576-BB40-420E-BA66-5A7F16AFCB9A}"/>
                </a:ext>
              </a:extLst>
            </p:cNvPr>
            <p:cNvSpPr>
              <a:spLocks noEditPoints="1"/>
            </p:cNvSpPr>
            <p:nvPr userDrawn="1"/>
          </p:nvSpPr>
          <p:spPr bwMode="auto">
            <a:xfrm>
              <a:off x="5748051"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6" name="Freeform 196">
              <a:extLst>
                <a:ext uri="{FF2B5EF4-FFF2-40B4-BE49-F238E27FC236}">
                  <a16:creationId xmlns:a16="http://schemas.microsoft.com/office/drawing/2014/main" id="{8ED472F3-39B2-449F-ADFF-9AD8B5511C1A}"/>
                </a:ext>
              </a:extLst>
            </p:cNvPr>
            <p:cNvSpPr>
              <a:spLocks noEditPoints="1"/>
            </p:cNvSpPr>
            <p:nvPr userDrawn="1"/>
          </p:nvSpPr>
          <p:spPr bwMode="auto">
            <a:xfrm>
              <a:off x="4465634" y="546884"/>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7" name="Freeform 197">
              <a:extLst>
                <a:ext uri="{FF2B5EF4-FFF2-40B4-BE49-F238E27FC236}">
                  <a16:creationId xmlns:a16="http://schemas.microsoft.com/office/drawing/2014/main" id="{EBBEC605-2860-4ADD-AD3B-BD9E0F310EE1}"/>
                </a:ext>
              </a:extLst>
            </p:cNvPr>
            <p:cNvSpPr>
              <a:spLocks noEditPoints="1"/>
            </p:cNvSpPr>
            <p:nvPr userDrawn="1"/>
          </p:nvSpPr>
          <p:spPr bwMode="auto">
            <a:xfrm>
              <a:off x="5414903" y="574981"/>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8" name="Freeform 198">
              <a:extLst>
                <a:ext uri="{FF2B5EF4-FFF2-40B4-BE49-F238E27FC236}">
                  <a16:creationId xmlns:a16="http://schemas.microsoft.com/office/drawing/2014/main" id="{E6693E7B-AE09-429E-AF54-1F1C01B216CE}"/>
                </a:ext>
              </a:extLst>
            </p:cNvPr>
            <p:cNvSpPr>
              <a:spLocks noEditPoints="1"/>
            </p:cNvSpPr>
            <p:nvPr userDrawn="1"/>
          </p:nvSpPr>
          <p:spPr bwMode="auto">
            <a:xfrm>
              <a:off x="5770128" y="-73252"/>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9" name="Freeform 199">
              <a:extLst>
                <a:ext uri="{FF2B5EF4-FFF2-40B4-BE49-F238E27FC236}">
                  <a16:creationId xmlns:a16="http://schemas.microsoft.com/office/drawing/2014/main" id="{62C971D3-AFEE-4244-BEBF-F881541C30F0}"/>
                </a:ext>
              </a:extLst>
            </p:cNvPr>
            <p:cNvSpPr>
              <a:spLocks noEditPoints="1"/>
            </p:cNvSpPr>
            <p:nvPr userDrawn="1"/>
          </p:nvSpPr>
          <p:spPr bwMode="auto">
            <a:xfrm>
              <a:off x="5326599" y="1421898"/>
              <a:ext cx="126436" cy="122422"/>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0" name="Freeform 200">
              <a:extLst>
                <a:ext uri="{FF2B5EF4-FFF2-40B4-BE49-F238E27FC236}">
                  <a16:creationId xmlns:a16="http://schemas.microsoft.com/office/drawing/2014/main" id="{0F33B6D1-5DD7-46F2-AD8C-B4E17B401700}"/>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1" name="Freeform 201">
              <a:extLst>
                <a:ext uri="{FF2B5EF4-FFF2-40B4-BE49-F238E27FC236}">
                  <a16:creationId xmlns:a16="http://schemas.microsoft.com/office/drawing/2014/main" id="{C633E209-6B49-4738-97FB-F61F1D43BC3B}"/>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2" name="Freeform 202">
              <a:extLst>
                <a:ext uri="{FF2B5EF4-FFF2-40B4-BE49-F238E27FC236}">
                  <a16:creationId xmlns:a16="http://schemas.microsoft.com/office/drawing/2014/main" id="{8B9A377B-93D3-4399-BCD6-5441546AF6D2}"/>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3" name="Freeform 203">
              <a:extLst>
                <a:ext uri="{FF2B5EF4-FFF2-40B4-BE49-F238E27FC236}">
                  <a16:creationId xmlns:a16="http://schemas.microsoft.com/office/drawing/2014/main" id="{AD2782B9-7D90-4906-B9A9-ADA7073DBFAC}"/>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4" name="Freeform 204">
              <a:extLst>
                <a:ext uri="{FF2B5EF4-FFF2-40B4-BE49-F238E27FC236}">
                  <a16:creationId xmlns:a16="http://schemas.microsoft.com/office/drawing/2014/main" id="{2F30D162-90DE-4681-9102-2F39E791E44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5" name="Freeform 206">
              <a:extLst>
                <a:ext uri="{FF2B5EF4-FFF2-40B4-BE49-F238E27FC236}">
                  <a16:creationId xmlns:a16="http://schemas.microsoft.com/office/drawing/2014/main" id="{1A8CFC96-1E28-49F2-8968-037FA8AC821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6" name="Freeform 207">
              <a:extLst>
                <a:ext uri="{FF2B5EF4-FFF2-40B4-BE49-F238E27FC236}">
                  <a16:creationId xmlns:a16="http://schemas.microsoft.com/office/drawing/2014/main" id="{83C42033-4D65-419A-A875-75B5DAB0D75B}"/>
                </a:ext>
              </a:extLst>
            </p:cNvPr>
            <p:cNvSpPr>
              <a:spLocks noEditPoints="1"/>
            </p:cNvSpPr>
            <p:nvPr userDrawn="1"/>
          </p:nvSpPr>
          <p:spPr bwMode="auto">
            <a:xfrm>
              <a:off x="3478233" y="532835"/>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7" name="Freeform 208">
              <a:extLst>
                <a:ext uri="{FF2B5EF4-FFF2-40B4-BE49-F238E27FC236}">
                  <a16:creationId xmlns:a16="http://schemas.microsoft.com/office/drawing/2014/main" id="{3D5B4BE9-D8C6-41AF-9426-0F34ED174278}"/>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8" name="Freeform 209">
              <a:extLst>
                <a:ext uri="{FF2B5EF4-FFF2-40B4-BE49-F238E27FC236}">
                  <a16:creationId xmlns:a16="http://schemas.microsoft.com/office/drawing/2014/main" id="{B5A1FBBB-2A8C-47FA-9D1B-A6B8A69A215D}"/>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9" name="Freeform 210">
              <a:extLst>
                <a:ext uri="{FF2B5EF4-FFF2-40B4-BE49-F238E27FC236}">
                  <a16:creationId xmlns:a16="http://schemas.microsoft.com/office/drawing/2014/main" id="{DE2ED5B7-DC0B-462E-ABB9-B2D7979ADEDC}"/>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0" name="Freeform 211">
              <a:extLst>
                <a:ext uri="{FF2B5EF4-FFF2-40B4-BE49-F238E27FC236}">
                  <a16:creationId xmlns:a16="http://schemas.microsoft.com/office/drawing/2014/main" id="{9DD06BD0-54D0-431E-B9F3-5D60453B61F8}"/>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1" name="Freeform 212">
              <a:extLst>
                <a:ext uri="{FF2B5EF4-FFF2-40B4-BE49-F238E27FC236}">
                  <a16:creationId xmlns:a16="http://schemas.microsoft.com/office/drawing/2014/main" id="{579B3468-56D2-4939-A24D-CE0ACF324077}"/>
                </a:ext>
              </a:extLst>
            </p:cNvPr>
            <p:cNvSpPr>
              <a:spLocks noEditPoints="1"/>
            </p:cNvSpPr>
            <p:nvPr userDrawn="1"/>
          </p:nvSpPr>
          <p:spPr bwMode="auto">
            <a:xfrm>
              <a:off x="3692972"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2" name="Freeform 213">
              <a:extLst>
                <a:ext uri="{FF2B5EF4-FFF2-40B4-BE49-F238E27FC236}">
                  <a16:creationId xmlns:a16="http://schemas.microsoft.com/office/drawing/2014/main" id="{6B242AA0-66E3-43CF-9C07-1F4CE62C6B07}"/>
                </a:ext>
              </a:extLst>
            </p:cNvPr>
            <p:cNvSpPr>
              <a:spLocks noEditPoints="1"/>
            </p:cNvSpPr>
            <p:nvPr userDrawn="1"/>
          </p:nvSpPr>
          <p:spPr bwMode="auto">
            <a:xfrm>
              <a:off x="3759201" y="312075"/>
              <a:ext cx="26091" cy="28097"/>
            </a:xfrm>
            <a:custGeom>
              <a:avLst/>
              <a:gdLst>
                <a:gd name="T0" fmla="*/ 18 w 18"/>
                <a:gd name="T1" fmla="*/ 9 h 18"/>
                <a:gd name="T2" fmla="*/ 18 w 18"/>
                <a:gd name="T3" fmla="*/ 9 h 18"/>
                <a:gd name="T4" fmla="*/ 18 w 18"/>
                <a:gd name="T5" fmla="*/ 9 h 18"/>
                <a:gd name="T6" fmla="*/ 9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3" name="Freeform 214">
              <a:extLst>
                <a:ext uri="{FF2B5EF4-FFF2-40B4-BE49-F238E27FC236}">
                  <a16:creationId xmlns:a16="http://schemas.microsoft.com/office/drawing/2014/main" id="{1A7F6ECE-4B8F-4BA3-B734-804D689C7533}"/>
                </a:ext>
              </a:extLst>
            </p:cNvPr>
            <p:cNvSpPr>
              <a:spLocks noEditPoints="1"/>
            </p:cNvSpPr>
            <p:nvPr userDrawn="1"/>
          </p:nvSpPr>
          <p:spPr bwMode="auto">
            <a:xfrm>
              <a:off x="3767229" y="336158"/>
              <a:ext cx="22077"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4" y="1"/>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4" name="Freeform 215">
              <a:extLst>
                <a:ext uri="{FF2B5EF4-FFF2-40B4-BE49-F238E27FC236}">
                  <a16:creationId xmlns:a16="http://schemas.microsoft.com/office/drawing/2014/main" id="{2C61750B-6884-4CC0-96A9-299D9D6FE999}"/>
                </a:ext>
              </a:extLst>
            </p:cNvPr>
            <p:cNvSpPr>
              <a:spLocks noEditPoints="1"/>
            </p:cNvSpPr>
            <p:nvPr userDrawn="1"/>
          </p:nvSpPr>
          <p:spPr bwMode="auto">
            <a:xfrm>
              <a:off x="3785290" y="348199"/>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1"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5" name="Freeform 216">
              <a:extLst>
                <a:ext uri="{FF2B5EF4-FFF2-40B4-BE49-F238E27FC236}">
                  <a16:creationId xmlns:a16="http://schemas.microsoft.com/office/drawing/2014/main" id="{EE45358A-6673-43E7-998F-79D7AB79E2FB}"/>
                </a:ext>
              </a:extLst>
            </p:cNvPr>
            <p:cNvSpPr>
              <a:spLocks noEditPoints="1"/>
            </p:cNvSpPr>
            <p:nvPr userDrawn="1"/>
          </p:nvSpPr>
          <p:spPr bwMode="auto">
            <a:xfrm>
              <a:off x="5390820" y="1154978"/>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6" name="Freeform 217">
              <a:extLst>
                <a:ext uri="{FF2B5EF4-FFF2-40B4-BE49-F238E27FC236}">
                  <a16:creationId xmlns:a16="http://schemas.microsoft.com/office/drawing/2014/main" id="{B7895499-8D09-42B3-9B5D-739C88F59662}"/>
                </a:ext>
              </a:extLst>
            </p:cNvPr>
            <p:cNvSpPr>
              <a:spLocks noEditPoints="1"/>
            </p:cNvSpPr>
            <p:nvPr userDrawn="1"/>
          </p:nvSpPr>
          <p:spPr bwMode="auto">
            <a:xfrm>
              <a:off x="5388814" y="1251310"/>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7 w 19"/>
                <a:gd name="T49" fmla="*/ 4 h 18"/>
                <a:gd name="T50" fmla="*/ 13 w 19"/>
                <a:gd name="T51" fmla="*/ 0 h 18"/>
                <a:gd name="T52" fmla="*/ 10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7" name="Freeform 218">
              <a:extLst>
                <a:ext uri="{FF2B5EF4-FFF2-40B4-BE49-F238E27FC236}">
                  <a16:creationId xmlns:a16="http://schemas.microsoft.com/office/drawing/2014/main" id="{F4493BAA-DB4F-45EA-B45F-433992F73590}"/>
                </a:ext>
              </a:extLst>
            </p:cNvPr>
            <p:cNvSpPr>
              <a:spLocks noEditPoints="1"/>
            </p:cNvSpPr>
            <p:nvPr userDrawn="1"/>
          </p:nvSpPr>
          <p:spPr bwMode="auto">
            <a:xfrm>
              <a:off x="5376773" y="1271379"/>
              <a:ext cx="20069" cy="20069"/>
            </a:xfrm>
            <a:custGeom>
              <a:avLst/>
              <a:gdLst>
                <a:gd name="T0" fmla="*/ 7 w 14"/>
                <a:gd name="T1" fmla="*/ 8 h 14"/>
                <a:gd name="T2" fmla="*/ 6 w 14"/>
                <a:gd name="T3" fmla="*/ 8 h 14"/>
                <a:gd name="T4" fmla="*/ 6 w 14"/>
                <a:gd name="T5" fmla="*/ 7 h 14"/>
                <a:gd name="T6" fmla="*/ 6 w 14"/>
                <a:gd name="T7" fmla="*/ 6 h 14"/>
                <a:gd name="T8" fmla="*/ 6 w 14"/>
                <a:gd name="T9" fmla="*/ 6 h 14"/>
                <a:gd name="T10" fmla="*/ 7 w 14"/>
                <a:gd name="T11" fmla="*/ 6 h 14"/>
                <a:gd name="T12" fmla="*/ 8 w 14"/>
                <a:gd name="T13" fmla="*/ 6 h 14"/>
                <a:gd name="T14" fmla="*/ 8 w 14"/>
                <a:gd name="T15" fmla="*/ 7 h 14"/>
                <a:gd name="T16" fmla="*/ 8 w 14"/>
                <a:gd name="T17" fmla="*/ 8 h 14"/>
                <a:gd name="T18" fmla="*/ 7 w 14"/>
                <a:gd name="T19" fmla="*/ 8 h 14"/>
                <a:gd name="T20" fmla="*/ 7 w 14"/>
                <a:gd name="T21" fmla="*/ 0 h 14"/>
                <a:gd name="T22" fmla="*/ 7 w 14"/>
                <a:gd name="T23" fmla="*/ 0 h 14"/>
                <a:gd name="T24" fmla="*/ 3 w 14"/>
                <a:gd name="T25" fmla="*/ 1 h 14"/>
                <a:gd name="T26" fmla="*/ 3 w 14"/>
                <a:gd name="T27" fmla="*/ 1 h 14"/>
                <a:gd name="T28" fmla="*/ 0 w 14"/>
                <a:gd name="T29" fmla="*/ 7 h 14"/>
                <a:gd name="T30" fmla="*/ 1 w 14"/>
                <a:gd name="T31" fmla="*/ 11 h 14"/>
                <a:gd name="T32" fmla="*/ 5 w 14"/>
                <a:gd name="T33" fmla="*/ 14 h 14"/>
                <a:gd name="T34" fmla="*/ 8 w 14"/>
                <a:gd name="T35" fmla="*/ 14 h 14"/>
                <a:gd name="T36" fmla="*/ 8 w 14"/>
                <a:gd name="T37" fmla="*/ 14 h 14"/>
                <a:gd name="T38" fmla="*/ 10 w 14"/>
                <a:gd name="T39" fmla="*/ 14 h 14"/>
                <a:gd name="T40" fmla="*/ 11 w 14"/>
                <a:gd name="T41" fmla="*/ 13 h 14"/>
                <a:gd name="T42" fmla="*/ 9 w 14"/>
                <a:gd name="T43" fmla="*/ 11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7"/>
                    <a:pt x="6" y="7"/>
                    <a:pt x="6" y="7"/>
                  </a:cubicBezTo>
                  <a:cubicBezTo>
                    <a:pt x="6" y="7"/>
                    <a:pt x="6" y="6"/>
                    <a:pt x="6" y="6"/>
                  </a:cubicBezTo>
                  <a:cubicBezTo>
                    <a:pt x="6" y="6"/>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3" y="1"/>
                    <a:pt x="3" y="1"/>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4"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8" name="Freeform 219">
              <a:extLst>
                <a:ext uri="{FF2B5EF4-FFF2-40B4-BE49-F238E27FC236}">
                  <a16:creationId xmlns:a16="http://schemas.microsoft.com/office/drawing/2014/main" id="{60103817-CD1B-4D46-B6BF-8A974EB57CC6}"/>
                </a:ext>
              </a:extLst>
            </p:cNvPr>
            <p:cNvSpPr>
              <a:spLocks noEditPoints="1"/>
            </p:cNvSpPr>
            <p:nvPr userDrawn="1"/>
          </p:nvSpPr>
          <p:spPr bwMode="auto">
            <a:xfrm>
              <a:off x="5378779" y="1291448"/>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9" name="Freeform 220">
              <a:extLst>
                <a:ext uri="{FF2B5EF4-FFF2-40B4-BE49-F238E27FC236}">
                  <a16:creationId xmlns:a16="http://schemas.microsoft.com/office/drawing/2014/main" id="{DDE1BD54-33AE-4EB7-9992-D1E47FEAA136}"/>
                </a:ext>
              </a:extLst>
            </p:cNvPr>
            <p:cNvSpPr>
              <a:spLocks noEditPoints="1"/>
            </p:cNvSpPr>
            <p:nvPr userDrawn="1"/>
          </p:nvSpPr>
          <p:spPr bwMode="auto">
            <a:xfrm>
              <a:off x="5587498" y="867990"/>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0" name="Freeform 221">
              <a:extLst>
                <a:ext uri="{FF2B5EF4-FFF2-40B4-BE49-F238E27FC236}">
                  <a16:creationId xmlns:a16="http://schemas.microsoft.com/office/drawing/2014/main" id="{C871F0DC-63D3-4319-895D-F4650BBAAD08}"/>
                </a:ext>
              </a:extLst>
            </p:cNvPr>
            <p:cNvSpPr>
              <a:spLocks noEditPoints="1"/>
            </p:cNvSpPr>
            <p:nvPr userDrawn="1"/>
          </p:nvSpPr>
          <p:spPr bwMode="auto">
            <a:xfrm>
              <a:off x="5583484" y="1036571"/>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20 w 28"/>
                <a:gd name="T17" fmla="*/ 23 h 27"/>
                <a:gd name="T18" fmla="*/ 18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1 w 28"/>
                <a:gd name="T37" fmla="*/ 25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20" y="23"/>
                    <a:pt x="20" y="23"/>
                    <a:pt x="20" y="23"/>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1" name="Freeform 222">
              <a:extLst>
                <a:ext uri="{FF2B5EF4-FFF2-40B4-BE49-F238E27FC236}">
                  <a16:creationId xmlns:a16="http://schemas.microsoft.com/office/drawing/2014/main" id="{81CA1C43-29E4-4DC1-9FF3-F2992D3D2F38}"/>
                </a:ext>
              </a:extLst>
            </p:cNvPr>
            <p:cNvSpPr>
              <a:spLocks noEditPoints="1"/>
            </p:cNvSpPr>
            <p:nvPr userDrawn="1"/>
          </p:nvSpPr>
          <p:spPr bwMode="auto">
            <a:xfrm>
              <a:off x="5559401"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2" name="Freeform 223">
              <a:extLst>
                <a:ext uri="{FF2B5EF4-FFF2-40B4-BE49-F238E27FC236}">
                  <a16:creationId xmlns:a16="http://schemas.microsoft.com/office/drawing/2014/main" id="{C5E9F937-00D6-4EEE-A297-2BD7BA470E87}"/>
                </a:ext>
              </a:extLst>
            </p:cNvPr>
            <p:cNvSpPr>
              <a:spLocks noEditPoints="1"/>
            </p:cNvSpPr>
            <p:nvPr userDrawn="1"/>
          </p:nvSpPr>
          <p:spPr bwMode="auto">
            <a:xfrm>
              <a:off x="5563415" y="1108820"/>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4 w 19"/>
                <a:gd name="T37" fmla="*/ 17 h 19"/>
                <a:gd name="T38" fmla="*/ 19 w 19"/>
                <a:gd name="T39" fmla="*/ 10 h 19"/>
                <a:gd name="T40" fmla="*/ 17 w 19"/>
                <a:gd name="T41" fmla="*/ 5 h 19"/>
                <a:gd name="T42" fmla="*/ 10 w 1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3" name="Freeform 224">
              <a:extLst>
                <a:ext uri="{FF2B5EF4-FFF2-40B4-BE49-F238E27FC236}">
                  <a16:creationId xmlns:a16="http://schemas.microsoft.com/office/drawing/2014/main" id="{0E03628C-D873-4ACB-9BB1-E1D8F655EAD3}"/>
                </a:ext>
              </a:extLst>
            </p:cNvPr>
            <p:cNvSpPr>
              <a:spLocks noEditPoints="1"/>
            </p:cNvSpPr>
            <p:nvPr userDrawn="1"/>
          </p:nvSpPr>
          <p:spPr bwMode="auto">
            <a:xfrm>
              <a:off x="5190129" y="-283978"/>
              <a:ext cx="118408"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9"/>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4" name="Freeform 225">
              <a:extLst>
                <a:ext uri="{FF2B5EF4-FFF2-40B4-BE49-F238E27FC236}">
                  <a16:creationId xmlns:a16="http://schemas.microsoft.com/office/drawing/2014/main" id="{5A52842B-E042-4CF2-ACB4-CAEB1520E207}"/>
                </a:ext>
              </a:extLst>
            </p:cNvPr>
            <p:cNvSpPr>
              <a:spLocks noEditPoints="1"/>
            </p:cNvSpPr>
            <p:nvPr userDrawn="1"/>
          </p:nvSpPr>
          <p:spPr bwMode="auto">
            <a:xfrm>
              <a:off x="5186115" y="-187646"/>
              <a:ext cx="30104" cy="26090"/>
            </a:xfrm>
            <a:custGeom>
              <a:avLst/>
              <a:gdLst>
                <a:gd name="T0" fmla="*/ 10 w 19"/>
                <a:gd name="T1" fmla="*/ 12 h 18"/>
                <a:gd name="T2" fmla="*/ 7 w 19"/>
                <a:gd name="T3" fmla="*/ 11 h 18"/>
                <a:gd name="T4" fmla="*/ 7 w 19"/>
                <a:gd name="T5" fmla="*/ 11 h 18"/>
                <a:gd name="T6" fmla="*/ 6 w 19"/>
                <a:gd name="T7" fmla="*/ 9 h 18"/>
                <a:gd name="T8" fmla="*/ 8 w 19"/>
                <a:gd name="T9" fmla="*/ 6 h 18"/>
                <a:gd name="T10" fmla="*/ 10 w 19"/>
                <a:gd name="T11" fmla="*/ 6 h 18"/>
                <a:gd name="T12" fmla="*/ 12 w 19"/>
                <a:gd name="T13" fmla="*/ 7 h 18"/>
                <a:gd name="T14" fmla="*/ 13 w 19"/>
                <a:gd name="T15" fmla="*/ 9 h 18"/>
                <a:gd name="T16" fmla="*/ 11 w 19"/>
                <a:gd name="T17" fmla="*/ 12 h 18"/>
                <a:gd name="T18" fmla="*/ 13 w 19"/>
                <a:gd name="T19" fmla="*/ 14 h 18"/>
                <a:gd name="T20" fmla="*/ 11 w 19"/>
                <a:gd name="T21" fmla="*/ 12 h 18"/>
                <a:gd name="T22" fmla="*/ 10 w 19"/>
                <a:gd name="T23" fmla="*/ 12 h 18"/>
                <a:gd name="T24" fmla="*/ 10 w 19"/>
                <a:gd name="T25" fmla="*/ 0 h 18"/>
                <a:gd name="T26" fmla="*/ 10 w 19"/>
                <a:gd name="T27" fmla="*/ 0 h 18"/>
                <a:gd name="T28" fmla="*/ 5 w 19"/>
                <a:gd name="T29" fmla="*/ 1 h 18"/>
                <a:gd name="T30" fmla="*/ 0 w 19"/>
                <a:gd name="T31" fmla="*/ 9 h 18"/>
                <a:gd name="T32" fmla="*/ 2 w 19"/>
                <a:gd name="T33" fmla="*/ 13 h 18"/>
                <a:gd name="T34" fmla="*/ 5 w 19"/>
                <a:gd name="T35" fmla="*/ 16 h 18"/>
                <a:gd name="T36" fmla="*/ 5 w 19"/>
                <a:gd name="T37" fmla="*/ 16 h 18"/>
                <a:gd name="T38" fmla="*/ 5 w 19"/>
                <a:gd name="T39" fmla="*/ 16 h 18"/>
                <a:gd name="T40" fmla="*/ 6 w 19"/>
                <a:gd name="T41" fmla="*/ 17 h 18"/>
                <a:gd name="T42" fmla="*/ 10 w 19"/>
                <a:gd name="T43" fmla="*/ 18 h 18"/>
                <a:gd name="T44" fmla="*/ 10 w 19"/>
                <a:gd name="T45" fmla="*/ 18 h 18"/>
                <a:gd name="T46" fmla="*/ 14 w 19"/>
                <a:gd name="T47" fmla="*/ 17 h 18"/>
                <a:gd name="T48" fmla="*/ 14 w 19"/>
                <a:gd name="T49" fmla="*/ 17 h 18"/>
                <a:gd name="T50" fmla="*/ 19 w 19"/>
                <a:gd name="T51" fmla="*/ 9 h 18"/>
                <a:gd name="T52" fmla="*/ 18 w 19"/>
                <a:gd name="T53" fmla="*/ 5 h 18"/>
                <a:gd name="T54" fmla="*/ 17 w 19"/>
                <a:gd name="T55" fmla="*/ 4 h 18"/>
                <a:gd name="T56" fmla="*/ 13 w 19"/>
                <a:gd name="T57" fmla="*/ 0 h 18"/>
                <a:gd name="T58" fmla="*/ 10 w 19"/>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8">
                  <a:moveTo>
                    <a:pt x="10" y="12"/>
                  </a:moveTo>
                  <a:cubicBezTo>
                    <a:pt x="8" y="12"/>
                    <a:pt x="7" y="11"/>
                    <a:pt x="7" y="11"/>
                  </a:cubicBezTo>
                  <a:cubicBezTo>
                    <a:pt x="7" y="11"/>
                    <a:pt x="7" y="11"/>
                    <a:pt x="7" y="11"/>
                  </a:cubicBezTo>
                  <a:cubicBezTo>
                    <a:pt x="7"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2" y="13"/>
                  </a:cubicBezTo>
                  <a:cubicBezTo>
                    <a:pt x="3" y="14"/>
                    <a:pt x="4" y="15"/>
                    <a:pt x="5" y="16"/>
                  </a:cubicBezTo>
                  <a:cubicBezTo>
                    <a:pt x="5" y="16"/>
                    <a:pt x="5" y="16"/>
                    <a:pt x="5" y="16"/>
                  </a:cubicBezTo>
                  <a:cubicBezTo>
                    <a:pt x="5" y="16"/>
                    <a:pt x="5" y="16"/>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5" name="Freeform 226">
              <a:extLst>
                <a:ext uri="{FF2B5EF4-FFF2-40B4-BE49-F238E27FC236}">
                  <a16:creationId xmlns:a16="http://schemas.microsoft.com/office/drawing/2014/main" id="{93A5ACA9-B828-4792-B039-95A333FD4D93}"/>
                </a:ext>
              </a:extLst>
            </p:cNvPr>
            <p:cNvSpPr>
              <a:spLocks noEditPoints="1"/>
            </p:cNvSpPr>
            <p:nvPr userDrawn="1"/>
          </p:nvSpPr>
          <p:spPr bwMode="auto">
            <a:xfrm>
              <a:off x="5174074" y="-169584"/>
              <a:ext cx="24083" cy="22077"/>
            </a:xfrm>
            <a:custGeom>
              <a:avLst/>
              <a:gdLst>
                <a:gd name="T0" fmla="*/ 7 w 15"/>
                <a:gd name="T1" fmla="*/ 8 h 14"/>
                <a:gd name="T2" fmla="*/ 6 w 15"/>
                <a:gd name="T3" fmla="*/ 8 h 14"/>
                <a:gd name="T4" fmla="*/ 6 w 15"/>
                <a:gd name="T5" fmla="*/ 7 h 14"/>
                <a:gd name="T6" fmla="*/ 6 w 15"/>
                <a:gd name="T7" fmla="*/ 6 h 14"/>
                <a:gd name="T8" fmla="*/ 7 w 15"/>
                <a:gd name="T9" fmla="*/ 6 h 14"/>
                <a:gd name="T10" fmla="*/ 8 w 15"/>
                <a:gd name="T11" fmla="*/ 7 h 14"/>
                <a:gd name="T12" fmla="*/ 8 w 15"/>
                <a:gd name="T13" fmla="*/ 7 h 14"/>
                <a:gd name="T14" fmla="*/ 9 w 15"/>
                <a:gd name="T15" fmla="*/ 7 h 14"/>
                <a:gd name="T16" fmla="*/ 8 w 15"/>
                <a:gd name="T17" fmla="*/ 8 h 14"/>
                <a:gd name="T18" fmla="*/ 7 w 15"/>
                <a:gd name="T19" fmla="*/ 8 h 14"/>
                <a:gd name="T20" fmla="*/ 7 w 15"/>
                <a:gd name="T21" fmla="*/ 0 h 14"/>
                <a:gd name="T22" fmla="*/ 7 w 15"/>
                <a:gd name="T23" fmla="*/ 0 h 14"/>
                <a:gd name="T24" fmla="*/ 3 w 15"/>
                <a:gd name="T25" fmla="*/ 1 h 14"/>
                <a:gd name="T26" fmla="*/ 0 w 15"/>
                <a:gd name="T27" fmla="*/ 7 h 14"/>
                <a:gd name="T28" fmla="*/ 1 w 15"/>
                <a:gd name="T29" fmla="*/ 11 h 14"/>
                <a:gd name="T30" fmla="*/ 5 w 15"/>
                <a:gd name="T31" fmla="*/ 14 h 14"/>
                <a:gd name="T32" fmla="*/ 8 w 15"/>
                <a:gd name="T33" fmla="*/ 14 h 14"/>
                <a:gd name="T34" fmla="*/ 8 w 15"/>
                <a:gd name="T35" fmla="*/ 14 h 14"/>
                <a:gd name="T36" fmla="*/ 10 w 15"/>
                <a:gd name="T37" fmla="*/ 14 h 14"/>
                <a:gd name="T38" fmla="*/ 11 w 15"/>
                <a:gd name="T39" fmla="*/ 13 h 14"/>
                <a:gd name="T40" fmla="*/ 9 w 15"/>
                <a:gd name="T41" fmla="*/ 11 h 14"/>
                <a:gd name="T42" fmla="*/ 11 w 15"/>
                <a:gd name="T43" fmla="*/ 13 h 14"/>
                <a:gd name="T44" fmla="*/ 15 w 15"/>
                <a:gd name="T45" fmla="*/ 7 h 14"/>
                <a:gd name="T46" fmla="*/ 14 w 15"/>
                <a:gd name="T47" fmla="*/ 4 h 14"/>
                <a:gd name="T48" fmla="*/ 13 w 15"/>
                <a:gd name="T49" fmla="*/ 3 h 14"/>
                <a:gd name="T50" fmla="*/ 13 w 15"/>
                <a:gd name="T51" fmla="*/ 3 h 14"/>
                <a:gd name="T52" fmla="*/ 13 w 15"/>
                <a:gd name="T53" fmla="*/ 3 h 14"/>
                <a:gd name="T54" fmla="*/ 10 w 15"/>
                <a:gd name="T55" fmla="*/ 0 h 14"/>
                <a:gd name="T56" fmla="*/ 7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9" y="7"/>
                    <a:pt x="9" y="7"/>
                    <a:pt x="9" y="7"/>
                  </a:cubicBezTo>
                  <a:cubicBezTo>
                    <a:pt x="9" y="8"/>
                    <a:pt x="8" y="8"/>
                    <a:pt x="8" y="8"/>
                  </a:cubicBezTo>
                  <a:cubicBezTo>
                    <a:pt x="7" y="8"/>
                    <a:pt x="7" y="8"/>
                    <a:pt x="7" y="8"/>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5" y="10"/>
                    <a:pt x="15" y="7"/>
                  </a:cubicBezTo>
                  <a:cubicBezTo>
                    <a:pt x="15" y="6"/>
                    <a:pt x="14" y="5"/>
                    <a:pt x="14" y="4"/>
                  </a:cubicBezTo>
                  <a:cubicBezTo>
                    <a:pt x="14" y="4"/>
                    <a:pt x="14" y="4"/>
                    <a:pt x="13" y="3"/>
                  </a:cubicBezTo>
                  <a:cubicBezTo>
                    <a:pt x="13" y="3"/>
                    <a:pt x="13" y="3"/>
                    <a:pt x="13" y="3"/>
                  </a:cubicBezTo>
                  <a:cubicBezTo>
                    <a:pt x="13" y="3"/>
                    <a:pt x="13" y="3"/>
                    <a:pt x="13" y="3"/>
                  </a:cubicBezTo>
                  <a:cubicBezTo>
                    <a:pt x="12" y="2"/>
                    <a:pt x="11"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6" name="Freeform 227">
              <a:extLst>
                <a:ext uri="{FF2B5EF4-FFF2-40B4-BE49-F238E27FC236}">
                  <a16:creationId xmlns:a16="http://schemas.microsoft.com/office/drawing/2014/main" id="{D6801734-A733-431F-B3E1-609AEB7A814A}"/>
                </a:ext>
              </a:extLst>
            </p:cNvPr>
            <p:cNvSpPr>
              <a:spLocks noEditPoints="1"/>
            </p:cNvSpPr>
            <p:nvPr userDrawn="1"/>
          </p:nvSpPr>
          <p:spPr bwMode="auto">
            <a:xfrm>
              <a:off x="5176081" y="-147508"/>
              <a:ext cx="20069" cy="20069"/>
            </a:xfrm>
            <a:custGeom>
              <a:avLst/>
              <a:gdLst>
                <a:gd name="T0" fmla="*/ 7 w 13"/>
                <a:gd name="T1" fmla="*/ 7 h 13"/>
                <a:gd name="T2" fmla="*/ 6 w 13"/>
                <a:gd name="T3" fmla="*/ 6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0 h 13"/>
                <a:gd name="T22" fmla="*/ 7 w 13"/>
                <a:gd name="T23" fmla="*/ 0 h 13"/>
                <a:gd name="T24" fmla="*/ 4 w 13"/>
                <a:gd name="T25" fmla="*/ 0 h 13"/>
                <a:gd name="T26" fmla="*/ 3 w 13"/>
                <a:gd name="T27" fmla="*/ 1 h 13"/>
                <a:gd name="T28" fmla="*/ 3 w 13"/>
                <a:gd name="T29" fmla="*/ 1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9 w 13"/>
                <a:gd name="T43" fmla="*/ 9 h 13"/>
                <a:gd name="T44" fmla="*/ 10 w 13"/>
                <a:gd name="T45" fmla="*/ 12 h 13"/>
                <a:gd name="T46" fmla="*/ 13 w 13"/>
                <a:gd name="T47" fmla="*/ 6 h 13"/>
                <a:gd name="T48" fmla="*/ 12 w 13"/>
                <a:gd name="T49" fmla="*/ 3 h 13"/>
                <a:gd name="T50" fmla="*/ 9 w 13"/>
                <a:gd name="T51" fmla="*/ 0 h 13"/>
                <a:gd name="T52" fmla="*/ 7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1"/>
                    <a:pt x="3" y="1"/>
                  </a:cubicBezTo>
                  <a:cubicBezTo>
                    <a:pt x="3" y="1"/>
                    <a:pt x="3" y="1"/>
                    <a:pt x="3" y="1"/>
                  </a:cubicBezTo>
                  <a:cubicBezTo>
                    <a:pt x="3" y="1"/>
                    <a:pt x="3" y="1"/>
                    <a:pt x="3" y="1"/>
                  </a:cubicBezTo>
                  <a:cubicBezTo>
                    <a:pt x="1" y="2"/>
                    <a:pt x="0" y="4"/>
                    <a:pt x="0" y="6"/>
                  </a:cubicBezTo>
                  <a:cubicBezTo>
                    <a:pt x="0" y="7"/>
                    <a:pt x="1" y="9"/>
                    <a:pt x="1" y="10"/>
                  </a:cubicBezTo>
                  <a:cubicBezTo>
                    <a:pt x="3"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7" name="Freeform 228">
              <a:extLst>
                <a:ext uri="{FF2B5EF4-FFF2-40B4-BE49-F238E27FC236}">
                  <a16:creationId xmlns:a16="http://schemas.microsoft.com/office/drawing/2014/main" id="{9C48134C-0498-4746-8B44-0958316FD1D6}"/>
                </a:ext>
              </a:extLst>
            </p:cNvPr>
            <p:cNvSpPr>
              <a:spLocks noEditPoints="1"/>
            </p:cNvSpPr>
            <p:nvPr userDrawn="1"/>
          </p:nvSpPr>
          <p:spPr bwMode="auto">
            <a:xfrm>
              <a:off x="4567986"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8" name="Freeform 229">
              <a:extLst>
                <a:ext uri="{FF2B5EF4-FFF2-40B4-BE49-F238E27FC236}">
                  <a16:creationId xmlns:a16="http://schemas.microsoft.com/office/drawing/2014/main" id="{08C6DC09-1CDD-4888-B8E0-055ED68B44E8}"/>
                </a:ext>
              </a:extLst>
            </p:cNvPr>
            <p:cNvSpPr>
              <a:spLocks noEditPoints="1"/>
            </p:cNvSpPr>
            <p:nvPr userDrawn="1"/>
          </p:nvSpPr>
          <p:spPr bwMode="auto">
            <a:xfrm>
              <a:off x="4662312" y="247854"/>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9" name="Freeform 230">
              <a:extLst>
                <a:ext uri="{FF2B5EF4-FFF2-40B4-BE49-F238E27FC236}">
                  <a16:creationId xmlns:a16="http://schemas.microsoft.com/office/drawing/2014/main" id="{EDDECDDA-C0F8-4867-80B2-6B4A5FC6990D}"/>
                </a:ext>
              </a:extLst>
            </p:cNvPr>
            <p:cNvSpPr>
              <a:spLocks/>
            </p:cNvSpPr>
            <p:nvPr userDrawn="1"/>
          </p:nvSpPr>
          <p:spPr bwMode="auto">
            <a:xfrm>
              <a:off x="4674353"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0" name="Freeform 231">
              <a:extLst>
                <a:ext uri="{FF2B5EF4-FFF2-40B4-BE49-F238E27FC236}">
                  <a16:creationId xmlns:a16="http://schemas.microsoft.com/office/drawing/2014/main" id="{BB7A1FBD-FF24-41B6-93F4-5F5B8FE7E295}"/>
                </a:ext>
              </a:extLst>
            </p:cNvPr>
            <p:cNvSpPr>
              <a:spLocks noEditPoints="1"/>
            </p:cNvSpPr>
            <p:nvPr userDrawn="1"/>
          </p:nvSpPr>
          <p:spPr bwMode="auto">
            <a:xfrm>
              <a:off x="4700442" y="300033"/>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1" name="Freeform 232">
              <a:extLst>
                <a:ext uri="{FF2B5EF4-FFF2-40B4-BE49-F238E27FC236}">
                  <a16:creationId xmlns:a16="http://schemas.microsoft.com/office/drawing/2014/main" id="{83AFF126-EA59-4BC8-96E9-2E3D517D9F0C}"/>
                </a:ext>
              </a:extLst>
            </p:cNvPr>
            <p:cNvSpPr>
              <a:spLocks noEditPoints="1"/>
            </p:cNvSpPr>
            <p:nvPr userDrawn="1"/>
          </p:nvSpPr>
          <p:spPr bwMode="auto">
            <a:xfrm>
              <a:off x="4784733" y="1514216"/>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2" name="Freeform 233">
              <a:extLst>
                <a:ext uri="{FF2B5EF4-FFF2-40B4-BE49-F238E27FC236}">
                  <a16:creationId xmlns:a16="http://schemas.microsoft.com/office/drawing/2014/main" id="{567EDE22-1142-4EA4-93B1-5D3A85931A78}"/>
                </a:ext>
              </a:extLst>
            </p:cNvPr>
            <p:cNvSpPr>
              <a:spLocks noEditPoints="1"/>
            </p:cNvSpPr>
            <p:nvPr userDrawn="1"/>
          </p:nvSpPr>
          <p:spPr bwMode="auto">
            <a:xfrm>
              <a:off x="4895114" y="1706880"/>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6"/>
                    <a:pt x="14" y="27"/>
                  </a:cubicBezTo>
                  <a:cubicBezTo>
                    <a:pt x="21" y="26"/>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3" name="Freeform 234">
              <a:extLst>
                <a:ext uri="{FF2B5EF4-FFF2-40B4-BE49-F238E27FC236}">
                  <a16:creationId xmlns:a16="http://schemas.microsoft.com/office/drawing/2014/main" id="{CDF768A1-EE60-4E86-815F-E3EEB23DE64F}"/>
                </a:ext>
              </a:extLst>
            </p:cNvPr>
            <p:cNvSpPr>
              <a:spLocks/>
            </p:cNvSpPr>
            <p:nvPr userDrawn="1"/>
          </p:nvSpPr>
          <p:spPr bwMode="auto">
            <a:xfrm>
              <a:off x="4911169" y="1749024"/>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4" name="Freeform 235">
              <a:extLst>
                <a:ext uri="{FF2B5EF4-FFF2-40B4-BE49-F238E27FC236}">
                  <a16:creationId xmlns:a16="http://schemas.microsoft.com/office/drawing/2014/main" id="{348EBCBD-C463-4E35-9F42-9FF875DB4133}"/>
                </a:ext>
              </a:extLst>
            </p:cNvPr>
            <p:cNvSpPr>
              <a:spLocks noEditPoints="1"/>
            </p:cNvSpPr>
            <p:nvPr userDrawn="1"/>
          </p:nvSpPr>
          <p:spPr bwMode="auto">
            <a:xfrm>
              <a:off x="4943280" y="1767087"/>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5" name="Freeform 236">
              <a:extLst>
                <a:ext uri="{FF2B5EF4-FFF2-40B4-BE49-F238E27FC236}">
                  <a16:creationId xmlns:a16="http://schemas.microsoft.com/office/drawing/2014/main" id="{E6513D26-EFD3-4B10-8B9C-2355631F3C80}"/>
                </a:ext>
              </a:extLst>
            </p:cNvPr>
            <p:cNvSpPr>
              <a:spLocks noEditPoints="1"/>
            </p:cNvSpPr>
            <p:nvPr userDrawn="1"/>
          </p:nvSpPr>
          <p:spPr bwMode="auto">
            <a:xfrm>
              <a:off x="4746602" y="709444"/>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6" name="Freeform 237">
              <a:extLst>
                <a:ext uri="{FF2B5EF4-FFF2-40B4-BE49-F238E27FC236}">
                  <a16:creationId xmlns:a16="http://schemas.microsoft.com/office/drawing/2014/main" id="{B2F75829-FC8C-4D06-B278-AA3EF5C0079C}"/>
                </a:ext>
              </a:extLst>
            </p:cNvPr>
            <p:cNvSpPr>
              <a:spLocks/>
            </p:cNvSpPr>
            <p:nvPr userDrawn="1"/>
          </p:nvSpPr>
          <p:spPr bwMode="auto">
            <a:xfrm>
              <a:off x="4838920"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7" name="Freeform 238">
              <a:extLst>
                <a:ext uri="{FF2B5EF4-FFF2-40B4-BE49-F238E27FC236}">
                  <a16:creationId xmlns:a16="http://schemas.microsoft.com/office/drawing/2014/main" id="{12F5A784-B2CA-4BAB-AC4F-91CA09B0A331}"/>
                </a:ext>
              </a:extLst>
            </p:cNvPr>
            <p:cNvSpPr>
              <a:spLocks/>
            </p:cNvSpPr>
            <p:nvPr userDrawn="1"/>
          </p:nvSpPr>
          <p:spPr bwMode="auto">
            <a:xfrm>
              <a:off x="4852968" y="906121"/>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8" name="Freeform 239">
              <a:extLst>
                <a:ext uri="{FF2B5EF4-FFF2-40B4-BE49-F238E27FC236}">
                  <a16:creationId xmlns:a16="http://schemas.microsoft.com/office/drawing/2014/main" id="{7940D110-233A-42EC-AD6F-F2B1ACFDCDAC}"/>
                </a:ext>
              </a:extLst>
            </p:cNvPr>
            <p:cNvSpPr>
              <a:spLocks noEditPoints="1"/>
            </p:cNvSpPr>
            <p:nvPr userDrawn="1"/>
          </p:nvSpPr>
          <p:spPr bwMode="auto">
            <a:xfrm>
              <a:off x="4879058"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9" name="Freeform 240">
              <a:extLst>
                <a:ext uri="{FF2B5EF4-FFF2-40B4-BE49-F238E27FC236}">
                  <a16:creationId xmlns:a16="http://schemas.microsoft.com/office/drawing/2014/main" id="{49D4105E-3B93-4C0C-933C-915C030AA94B}"/>
                </a:ext>
              </a:extLst>
            </p:cNvPr>
            <p:cNvSpPr>
              <a:spLocks noEditPoints="1"/>
            </p:cNvSpPr>
            <p:nvPr userDrawn="1"/>
          </p:nvSpPr>
          <p:spPr bwMode="auto">
            <a:xfrm>
              <a:off x="4343212"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0" name="Freeform 241">
              <a:extLst>
                <a:ext uri="{FF2B5EF4-FFF2-40B4-BE49-F238E27FC236}">
                  <a16:creationId xmlns:a16="http://schemas.microsoft.com/office/drawing/2014/main" id="{481DE165-420B-4F91-A16D-AE505E77882B}"/>
                </a:ext>
              </a:extLst>
            </p:cNvPr>
            <p:cNvSpPr>
              <a:spLocks noEditPoints="1"/>
            </p:cNvSpPr>
            <p:nvPr userDrawn="1"/>
          </p:nvSpPr>
          <p:spPr bwMode="auto">
            <a:xfrm>
              <a:off x="4507779" y="1066674"/>
              <a:ext cx="40138"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1" name="Freeform 242">
              <a:extLst>
                <a:ext uri="{FF2B5EF4-FFF2-40B4-BE49-F238E27FC236}">
                  <a16:creationId xmlns:a16="http://schemas.microsoft.com/office/drawing/2014/main" id="{34F97DBB-3F68-4660-8F79-4F28DBD50BF7}"/>
                </a:ext>
              </a:extLst>
            </p:cNvPr>
            <p:cNvSpPr>
              <a:spLocks noEditPoints="1"/>
            </p:cNvSpPr>
            <p:nvPr userDrawn="1"/>
          </p:nvSpPr>
          <p:spPr bwMode="auto">
            <a:xfrm>
              <a:off x="4543903" y="1090757"/>
              <a:ext cx="30104" cy="30104"/>
            </a:xfrm>
            <a:custGeom>
              <a:avLst/>
              <a:gdLst>
                <a:gd name="T0" fmla="*/ 4 w 20"/>
                <a:gd name="T1" fmla="*/ 2 h 20"/>
                <a:gd name="T2" fmla="*/ 4 w 20"/>
                <a:gd name="T3" fmla="*/ 2 h 20"/>
                <a:gd name="T4" fmla="*/ 4 w 20"/>
                <a:gd name="T5" fmla="*/ 2 h 20"/>
                <a:gd name="T6" fmla="*/ 4 w 20"/>
                <a:gd name="T7" fmla="*/ 2 h 20"/>
                <a:gd name="T8" fmla="*/ 13 w 20"/>
                <a:gd name="T9" fmla="*/ 8 h 20"/>
                <a:gd name="T10" fmla="*/ 15 w 20"/>
                <a:gd name="T11" fmla="*/ 6 h 20"/>
                <a:gd name="T12" fmla="*/ 13 w 20"/>
                <a:gd name="T13" fmla="*/ 8 h 20"/>
                <a:gd name="T14" fmla="*/ 14 w 20"/>
                <a:gd name="T15" fmla="*/ 10 h 20"/>
                <a:gd name="T16" fmla="*/ 12 w 20"/>
                <a:gd name="T17" fmla="*/ 13 h 20"/>
                <a:gd name="T18" fmla="*/ 10 w 20"/>
                <a:gd name="T19" fmla="*/ 14 h 20"/>
                <a:gd name="T20" fmla="*/ 7 w 20"/>
                <a:gd name="T21" fmla="*/ 12 h 20"/>
                <a:gd name="T22" fmla="*/ 6 w 20"/>
                <a:gd name="T23" fmla="*/ 10 h 20"/>
                <a:gd name="T24" fmla="*/ 7 w 20"/>
                <a:gd name="T25" fmla="*/ 7 h 20"/>
                <a:gd name="T26" fmla="*/ 7 w 20"/>
                <a:gd name="T27" fmla="*/ 7 h 20"/>
                <a:gd name="T28" fmla="*/ 10 w 20"/>
                <a:gd name="T29" fmla="*/ 6 h 20"/>
                <a:gd name="T30" fmla="*/ 13 w 20"/>
                <a:gd name="T31" fmla="*/ 8 h 20"/>
                <a:gd name="T32" fmla="*/ 10 w 20"/>
                <a:gd name="T33" fmla="*/ 0 h 20"/>
                <a:gd name="T34" fmla="*/ 10 w 20"/>
                <a:gd name="T35" fmla="*/ 0 h 20"/>
                <a:gd name="T36" fmla="*/ 10 w 20"/>
                <a:gd name="T37" fmla="*/ 0 h 20"/>
                <a:gd name="T38" fmla="*/ 4 w 20"/>
                <a:gd name="T39" fmla="*/ 2 h 20"/>
                <a:gd name="T40" fmla="*/ 4 w 20"/>
                <a:gd name="T41" fmla="*/ 2 h 20"/>
                <a:gd name="T42" fmla="*/ 0 w 20"/>
                <a:gd name="T43" fmla="*/ 10 h 20"/>
                <a:gd name="T44" fmla="*/ 2 w 20"/>
                <a:gd name="T45" fmla="*/ 16 h 20"/>
                <a:gd name="T46" fmla="*/ 10 w 20"/>
                <a:gd name="T47" fmla="*/ 20 h 20"/>
                <a:gd name="T48" fmla="*/ 10 w 20"/>
                <a:gd name="T49" fmla="*/ 20 h 20"/>
                <a:gd name="T50" fmla="*/ 16 w 20"/>
                <a:gd name="T51" fmla="*/ 18 h 20"/>
                <a:gd name="T52" fmla="*/ 20 w 20"/>
                <a:gd name="T53" fmla="*/ 10 h 20"/>
                <a:gd name="T54" fmla="*/ 18 w 20"/>
                <a:gd name="T55" fmla="*/ 4 h 20"/>
                <a:gd name="T56" fmla="*/ 18 w 20"/>
                <a:gd name="T57" fmla="*/ 4 h 20"/>
                <a:gd name="T58" fmla="*/ 10 w 20"/>
                <a:gd name="T5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0">
                  <a:moveTo>
                    <a:pt x="4" y="2"/>
                  </a:moveTo>
                  <a:cubicBezTo>
                    <a:pt x="4" y="2"/>
                    <a:pt x="4" y="2"/>
                    <a:pt x="4" y="2"/>
                  </a:cubicBezTo>
                  <a:cubicBezTo>
                    <a:pt x="4" y="2"/>
                    <a:pt x="4" y="2"/>
                    <a:pt x="4" y="2"/>
                  </a:cubicBezTo>
                  <a:cubicBezTo>
                    <a:pt x="4" y="2"/>
                    <a:pt x="4" y="2"/>
                    <a:pt x="4" y="2"/>
                  </a:cubicBezTo>
                  <a:moveTo>
                    <a:pt x="13" y="8"/>
                  </a:move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7" y="7"/>
                    <a:pt x="7" y="7"/>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4" y="2"/>
                    <a:pt x="4" y="2"/>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2" name="Freeform 243">
              <a:extLst>
                <a:ext uri="{FF2B5EF4-FFF2-40B4-BE49-F238E27FC236}">
                  <a16:creationId xmlns:a16="http://schemas.microsoft.com/office/drawing/2014/main" id="{10527A01-B35E-425A-8537-CE3A9276114C}"/>
                </a:ext>
              </a:extLst>
            </p:cNvPr>
            <p:cNvSpPr>
              <a:spLocks noEditPoints="1"/>
            </p:cNvSpPr>
            <p:nvPr userDrawn="1"/>
          </p:nvSpPr>
          <p:spPr bwMode="auto">
            <a:xfrm>
              <a:off x="4576014" y="1088751"/>
              <a:ext cx="28097" cy="26090"/>
            </a:xfrm>
            <a:custGeom>
              <a:avLst/>
              <a:gdLst>
                <a:gd name="T0" fmla="*/ 9 w 18"/>
                <a:gd name="T1" fmla="*/ 12 h 18"/>
                <a:gd name="T2" fmla="*/ 7 w 18"/>
                <a:gd name="T3" fmla="*/ 11 h 18"/>
                <a:gd name="T4" fmla="*/ 6 w 18"/>
                <a:gd name="T5" fmla="*/ 9 h 18"/>
                <a:gd name="T6" fmla="*/ 7 w 18"/>
                <a:gd name="T7" fmla="*/ 7 h 18"/>
                <a:gd name="T8" fmla="*/ 9 w 18"/>
                <a:gd name="T9" fmla="*/ 6 h 18"/>
                <a:gd name="T10" fmla="*/ 11 w 18"/>
                <a:gd name="T11" fmla="*/ 8 h 18"/>
                <a:gd name="T12" fmla="*/ 11 w 18"/>
                <a:gd name="T13" fmla="*/ 8 h 18"/>
                <a:gd name="T14" fmla="*/ 12 w 18"/>
                <a:gd name="T15" fmla="*/ 9 h 18"/>
                <a:gd name="T16" fmla="*/ 11 w 18"/>
                <a:gd name="T17" fmla="*/ 11 h 18"/>
                <a:gd name="T18" fmla="*/ 9 w 18"/>
                <a:gd name="T19" fmla="*/ 12 h 18"/>
                <a:gd name="T20" fmla="*/ 9 w 18"/>
                <a:gd name="T21" fmla="*/ 0 h 18"/>
                <a:gd name="T22" fmla="*/ 9 w 18"/>
                <a:gd name="T23" fmla="*/ 0 h 18"/>
                <a:gd name="T24" fmla="*/ 4 w 18"/>
                <a:gd name="T25" fmla="*/ 2 h 18"/>
                <a:gd name="T26" fmla="*/ 0 w 18"/>
                <a:gd name="T27" fmla="*/ 9 h 18"/>
                <a:gd name="T28" fmla="*/ 2 w 18"/>
                <a:gd name="T29" fmla="*/ 14 h 18"/>
                <a:gd name="T30" fmla="*/ 9 w 18"/>
                <a:gd name="T31" fmla="*/ 18 h 18"/>
                <a:gd name="T32" fmla="*/ 9 w 18"/>
                <a:gd name="T33" fmla="*/ 18 h 18"/>
                <a:gd name="T34" fmla="*/ 9 w 18"/>
                <a:gd name="T35" fmla="*/ 18 h 18"/>
                <a:gd name="T36" fmla="*/ 14 w 18"/>
                <a:gd name="T37" fmla="*/ 16 h 18"/>
                <a:gd name="T38" fmla="*/ 18 w 18"/>
                <a:gd name="T39" fmla="*/ 9 h 18"/>
                <a:gd name="T40" fmla="*/ 16 w 18"/>
                <a:gd name="T41" fmla="*/ 4 h 18"/>
                <a:gd name="T42" fmla="*/ 14 w 18"/>
                <a:gd name="T43" fmla="*/ 6 h 18"/>
                <a:gd name="T44" fmla="*/ 16 w 18"/>
                <a:gd name="T45" fmla="*/ 4 h 18"/>
                <a:gd name="T46" fmla="*/ 9 w 1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8">
                  <a:moveTo>
                    <a:pt x="9" y="12"/>
                  </a:moveTo>
                  <a:cubicBezTo>
                    <a:pt x="8" y="12"/>
                    <a:pt x="7" y="11"/>
                    <a:pt x="7" y="11"/>
                  </a:cubicBez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moveTo>
                    <a:pt x="9" y="0"/>
                  </a:moveTo>
                  <a:cubicBezTo>
                    <a:pt x="9" y="0"/>
                    <a:pt x="9" y="0"/>
                    <a:pt x="9" y="0"/>
                  </a:cubicBezTo>
                  <a:cubicBezTo>
                    <a:pt x="7" y="0"/>
                    <a:pt x="5" y="1"/>
                    <a:pt x="4" y="2"/>
                  </a:cubicBezTo>
                  <a:cubicBezTo>
                    <a:pt x="2"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3" name="Freeform 244">
              <a:extLst>
                <a:ext uri="{FF2B5EF4-FFF2-40B4-BE49-F238E27FC236}">
                  <a16:creationId xmlns:a16="http://schemas.microsoft.com/office/drawing/2014/main" id="{681335FB-7885-4F61-9469-549354287CE7}"/>
                </a:ext>
              </a:extLst>
            </p:cNvPr>
            <p:cNvSpPr>
              <a:spLocks/>
            </p:cNvSpPr>
            <p:nvPr userDrawn="1"/>
          </p:nvSpPr>
          <p:spPr bwMode="auto">
            <a:xfrm>
              <a:off x="3014636"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4" name="Freeform 245">
              <a:extLst>
                <a:ext uri="{FF2B5EF4-FFF2-40B4-BE49-F238E27FC236}">
                  <a16:creationId xmlns:a16="http://schemas.microsoft.com/office/drawing/2014/main" id="{14ABEE6B-62A5-43B0-AFB2-66ECF0D45ECD}"/>
                </a:ext>
              </a:extLst>
            </p:cNvPr>
            <p:cNvSpPr>
              <a:spLocks noEditPoints="1"/>
            </p:cNvSpPr>
            <p:nvPr userDrawn="1"/>
          </p:nvSpPr>
          <p:spPr bwMode="auto">
            <a:xfrm>
              <a:off x="3068823" y="835880"/>
              <a:ext cx="24083" cy="20069"/>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5" name="Freeform 246">
              <a:extLst>
                <a:ext uri="{FF2B5EF4-FFF2-40B4-BE49-F238E27FC236}">
                  <a16:creationId xmlns:a16="http://schemas.microsoft.com/office/drawing/2014/main" id="{9C261D75-A00C-4469-A23F-055DBCDCCD5D}"/>
                </a:ext>
              </a:extLst>
            </p:cNvPr>
            <p:cNvSpPr>
              <a:spLocks noEditPoints="1"/>
            </p:cNvSpPr>
            <p:nvPr userDrawn="1"/>
          </p:nvSpPr>
          <p:spPr bwMode="auto">
            <a:xfrm>
              <a:off x="3307645" y="811797"/>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4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4"/>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6" name="Freeform 247">
              <a:extLst>
                <a:ext uri="{FF2B5EF4-FFF2-40B4-BE49-F238E27FC236}">
                  <a16:creationId xmlns:a16="http://schemas.microsoft.com/office/drawing/2014/main" id="{83767575-A567-4C1B-AA46-9F9A33AC2CD5}"/>
                </a:ext>
              </a:extLst>
            </p:cNvPr>
            <p:cNvSpPr>
              <a:spLocks noEditPoints="1"/>
            </p:cNvSpPr>
            <p:nvPr userDrawn="1"/>
          </p:nvSpPr>
          <p:spPr bwMode="auto">
            <a:xfrm>
              <a:off x="3369860" y="859963"/>
              <a:ext cx="44152" cy="44152"/>
            </a:xfrm>
            <a:custGeom>
              <a:avLst/>
              <a:gdLst>
                <a:gd name="T0" fmla="*/ 9 w 30"/>
                <a:gd name="T1" fmla="*/ 7 h 30"/>
                <a:gd name="T2" fmla="*/ 15 w 30"/>
                <a:gd name="T3" fmla="*/ 6 h 30"/>
                <a:gd name="T4" fmla="*/ 22 w 30"/>
                <a:gd name="T5" fmla="*/ 9 h 30"/>
                <a:gd name="T6" fmla="*/ 25 w 30"/>
                <a:gd name="T7" fmla="*/ 7 h 30"/>
                <a:gd name="T8" fmla="*/ 22 w 30"/>
                <a:gd name="T9" fmla="*/ 9 h 30"/>
                <a:gd name="T10" fmla="*/ 24 w 30"/>
                <a:gd name="T11" fmla="*/ 15 h 30"/>
                <a:gd name="T12" fmla="*/ 21 w 30"/>
                <a:gd name="T13" fmla="*/ 22 h 30"/>
                <a:gd name="T14" fmla="*/ 15 w 30"/>
                <a:gd name="T15" fmla="*/ 24 h 30"/>
                <a:gd name="T16" fmla="*/ 7 w 30"/>
                <a:gd name="T17" fmla="*/ 20 h 30"/>
                <a:gd name="T18" fmla="*/ 6 w 30"/>
                <a:gd name="T19" fmla="*/ 15 h 30"/>
                <a:gd name="T20" fmla="*/ 9 w 30"/>
                <a:gd name="T21" fmla="*/ 7 h 30"/>
                <a:gd name="T22" fmla="*/ 9 w 30"/>
                <a:gd name="T23" fmla="*/ 7 h 30"/>
                <a:gd name="T24" fmla="*/ 15 w 30"/>
                <a:gd name="T25" fmla="*/ 0 h 30"/>
                <a:gd name="T26" fmla="*/ 15 w 30"/>
                <a:gd name="T27" fmla="*/ 0 h 30"/>
                <a:gd name="T28" fmla="*/ 6 w 30"/>
                <a:gd name="T29" fmla="*/ 3 h 30"/>
                <a:gd name="T30" fmla="*/ 0 w 30"/>
                <a:gd name="T31" fmla="*/ 15 h 30"/>
                <a:gd name="T32" fmla="*/ 3 w 30"/>
                <a:gd name="T33" fmla="*/ 24 h 30"/>
                <a:gd name="T34" fmla="*/ 15 w 30"/>
                <a:gd name="T35" fmla="*/ 30 h 30"/>
                <a:gd name="T36" fmla="*/ 15 w 30"/>
                <a:gd name="T37" fmla="*/ 30 h 30"/>
                <a:gd name="T38" fmla="*/ 24 w 30"/>
                <a:gd name="T39" fmla="*/ 27 h 30"/>
                <a:gd name="T40" fmla="*/ 30 w 30"/>
                <a:gd name="T41" fmla="*/ 15 h 30"/>
                <a:gd name="T42" fmla="*/ 27 w 30"/>
                <a:gd name="T43" fmla="*/ 6 h 30"/>
                <a:gd name="T44" fmla="*/ 27 w 30"/>
                <a:gd name="T45" fmla="*/ 6 h 30"/>
                <a:gd name="T46" fmla="*/ 15 w 30"/>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0">
                  <a:moveTo>
                    <a:pt x="9" y="7"/>
                  </a:moveTo>
                  <a:cubicBezTo>
                    <a:pt x="11" y="6"/>
                    <a:pt x="13" y="6"/>
                    <a:pt x="15" y="6"/>
                  </a:cubicBezTo>
                  <a:cubicBezTo>
                    <a:pt x="18" y="6"/>
                    <a:pt x="21" y="7"/>
                    <a:pt x="22" y="9"/>
                  </a:cubicBezTo>
                  <a:cubicBezTo>
                    <a:pt x="25" y="7"/>
                    <a:pt x="25" y="7"/>
                    <a:pt x="25" y="7"/>
                  </a:cubicBezTo>
                  <a:cubicBezTo>
                    <a:pt x="22" y="9"/>
                    <a:pt x="22" y="9"/>
                    <a:pt x="22" y="9"/>
                  </a:cubicBezTo>
                  <a:cubicBezTo>
                    <a:pt x="24" y="11"/>
                    <a:pt x="24" y="13"/>
                    <a:pt x="24" y="15"/>
                  </a:cubicBezTo>
                  <a:cubicBezTo>
                    <a:pt x="24" y="17"/>
                    <a:pt x="23" y="20"/>
                    <a:pt x="21" y="22"/>
                  </a:cubicBezTo>
                  <a:cubicBezTo>
                    <a:pt x="19" y="23"/>
                    <a:pt x="17" y="24"/>
                    <a:pt x="15" y="24"/>
                  </a:cubicBezTo>
                  <a:cubicBezTo>
                    <a:pt x="12" y="24"/>
                    <a:pt x="9" y="23"/>
                    <a:pt x="7" y="20"/>
                  </a:cubicBezTo>
                  <a:cubicBezTo>
                    <a:pt x="6" y="18"/>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2" y="6"/>
                    <a:pt x="0" y="10"/>
                    <a:pt x="0" y="15"/>
                  </a:cubicBezTo>
                  <a:cubicBezTo>
                    <a:pt x="0" y="18"/>
                    <a:pt x="1" y="21"/>
                    <a:pt x="3" y="24"/>
                  </a:cubicBezTo>
                  <a:cubicBezTo>
                    <a:pt x="6" y="28"/>
                    <a:pt x="10" y="30"/>
                    <a:pt x="15" y="30"/>
                  </a:cubicBezTo>
                  <a:cubicBezTo>
                    <a:pt x="15" y="30"/>
                    <a:pt x="15" y="30"/>
                    <a:pt x="15" y="30"/>
                  </a:cubicBezTo>
                  <a:cubicBezTo>
                    <a:pt x="18" y="30"/>
                    <a:pt x="21" y="29"/>
                    <a:pt x="24" y="27"/>
                  </a:cubicBezTo>
                  <a:cubicBezTo>
                    <a:pt x="28" y="24"/>
                    <a:pt x="30" y="19"/>
                    <a:pt x="30" y="15"/>
                  </a:cubicBezTo>
                  <a:cubicBezTo>
                    <a:pt x="30" y="11"/>
                    <a:pt x="29" y="8"/>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7" name="Freeform 248">
              <a:extLst>
                <a:ext uri="{FF2B5EF4-FFF2-40B4-BE49-F238E27FC236}">
                  <a16:creationId xmlns:a16="http://schemas.microsoft.com/office/drawing/2014/main" id="{3C001A54-433D-41CF-B531-124B12E1B2C6}"/>
                </a:ext>
              </a:extLst>
            </p:cNvPr>
            <p:cNvSpPr>
              <a:spLocks noEditPoints="1"/>
            </p:cNvSpPr>
            <p:nvPr userDrawn="1"/>
          </p:nvSpPr>
          <p:spPr bwMode="auto">
            <a:xfrm>
              <a:off x="3428060" y="855949"/>
              <a:ext cx="38132"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8 w 26"/>
                <a:gd name="T15" fmla="*/ 18 h 25"/>
                <a:gd name="T16" fmla="*/ 13 w 26"/>
                <a:gd name="T17" fmla="*/ 19 h 25"/>
                <a:gd name="T18" fmla="*/ 8 w 26"/>
                <a:gd name="T19" fmla="*/ 16 h 25"/>
                <a:gd name="T20" fmla="*/ 8 w 26"/>
                <a:gd name="T21" fmla="*/ 16 h 25"/>
                <a:gd name="T22" fmla="*/ 6 w 26"/>
                <a:gd name="T23" fmla="*/ 12 h 25"/>
                <a:gd name="T24" fmla="*/ 9 w 26"/>
                <a:gd name="T25" fmla="*/ 7 h 25"/>
                <a:gd name="T26" fmla="*/ 9 w 26"/>
                <a:gd name="T27" fmla="*/ 7 h 25"/>
                <a:gd name="T28" fmla="*/ 13 w 26"/>
                <a:gd name="T29" fmla="*/ 6 h 25"/>
                <a:gd name="T30" fmla="*/ 19 w 26"/>
                <a:gd name="T31" fmla="*/ 8 h 25"/>
                <a:gd name="T32" fmla="*/ 13 w 26"/>
                <a:gd name="T33" fmla="*/ 0 h 25"/>
                <a:gd name="T34" fmla="*/ 13 w 26"/>
                <a:gd name="T35" fmla="*/ 0 h 25"/>
                <a:gd name="T36" fmla="*/ 6 w 26"/>
                <a:gd name="T37" fmla="*/ 2 h 25"/>
                <a:gd name="T38" fmla="*/ 6 w 26"/>
                <a:gd name="T39" fmla="*/ 2 h 25"/>
                <a:gd name="T40" fmla="*/ 0 w 26"/>
                <a:gd name="T41" fmla="*/ 12 h 25"/>
                <a:gd name="T42" fmla="*/ 3 w 26"/>
                <a:gd name="T43" fmla="*/ 20 h 25"/>
                <a:gd name="T44" fmla="*/ 3 w 26"/>
                <a:gd name="T45" fmla="*/ 20 h 25"/>
                <a:gd name="T46" fmla="*/ 13 w 26"/>
                <a:gd name="T47" fmla="*/ 25 h 25"/>
                <a:gd name="T48" fmla="*/ 13 w 26"/>
                <a:gd name="T49" fmla="*/ 25 h 25"/>
                <a:gd name="T50" fmla="*/ 13 w 26"/>
                <a:gd name="T51" fmla="*/ 25 h 25"/>
                <a:gd name="T52" fmla="*/ 21 w 26"/>
                <a:gd name="T53" fmla="*/ 23 h 25"/>
                <a:gd name="T54" fmla="*/ 21 w 26"/>
                <a:gd name="T55" fmla="*/ 23 h 25"/>
                <a:gd name="T56" fmla="*/ 26 w 26"/>
                <a:gd name="T57" fmla="*/ 12 h 25"/>
                <a:gd name="T58" fmla="*/ 24 w 26"/>
                <a:gd name="T59" fmla="*/ 5 h 25"/>
                <a:gd name="T60" fmla="*/ 24 w 26"/>
                <a:gd name="T61" fmla="*/ 5 h 25"/>
                <a:gd name="T62" fmla="*/ 13 w 26"/>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8" name="Freeform 249">
              <a:extLst>
                <a:ext uri="{FF2B5EF4-FFF2-40B4-BE49-F238E27FC236}">
                  <a16:creationId xmlns:a16="http://schemas.microsoft.com/office/drawing/2014/main" id="{760694F3-5CA0-45C1-8BEE-1EE9E8B7EE87}"/>
                </a:ext>
              </a:extLst>
            </p:cNvPr>
            <p:cNvSpPr>
              <a:spLocks/>
            </p:cNvSpPr>
            <p:nvPr userDrawn="1"/>
          </p:nvSpPr>
          <p:spPr bwMode="auto">
            <a:xfrm>
              <a:off x="4224805" y="245847"/>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9" name="Freeform 250">
              <a:extLst>
                <a:ext uri="{FF2B5EF4-FFF2-40B4-BE49-F238E27FC236}">
                  <a16:creationId xmlns:a16="http://schemas.microsoft.com/office/drawing/2014/main" id="{497C056A-2D9E-4209-A819-0380F52BDFF6}"/>
                </a:ext>
              </a:extLst>
            </p:cNvPr>
            <p:cNvSpPr>
              <a:spLocks noEditPoints="1"/>
            </p:cNvSpPr>
            <p:nvPr userDrawn="1"/>
          </p:nvSpPr>
          <p:spPr bwMode="auto">
            <a:xfrm>
              <a:off x="4206742" y="247854"/>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0" name="Freeform 251">
              <a:extLst>
                <a:ext uri="{FF2B5EF4-FFF2-40B4-BE49-F238E27FC236}">
                  <a16:creationId xmlns:a16="http://schemas.microsoft.com/office/drawing/2014/main" id="{F1255550-62F0-4673-9541-33CD9C2B97DE}"/>
                </a:ext>
              </a:extLst>
            </p:cNvPr>
            <p:cNvSpPr>
              <a:spLocks noEditPoints="1"/>
            </p:cNvSpPr>
            <p:nvPr userDrawn="1"/>
          </p:nvSpPr>
          <p:spPr bwMode="auto">
            <a:xfrm>
              <a:off x="4182659" y="233806"/>
              <a:ext cx="28097" cy="26090"/>
            </a:xfrm>
            <a:custGeom>
              <a:avLst/>
              <a:gdLst>
                <a:gd name="T0" fmla="*/ 13 w 19"/>
                <a:gd name="T1" fmla="*/ 1 h 18"/>
                <a:gd name="T2" fmla="*/ 13 w 19"/>
                <a:gd name="T3" fmla="*/ 1 h 18"/>
                <a:gd name="T4" fmla="*/ 13 w 19"/>
                <a:gd name="T5" fmla="*/ 1 h 18"/>
                <a:gd name="T6" fmla="*/ 13 w 19"/>
                <a:gd name="T7" fmla="*/ 1 h 18"/>
                <a:gd name="T8" fmla="*/ 13 w 19"/>
                <a:gd name="T9" fmla="*/ 1 h 18"/>
                <a:gd name="T10" fmla="*/ 9 w 19"/>
                <a:gd name="T11" fmla="*/ 0 h 18"/>
                <a:gd name="T12" fmla="*/ 4 w 19"/>
                <a:gd name="T13" fmla="*/ 2 h 18"/>
                <a:gd name="T14" fmla="*/ 1 w 19"/>
                <a:gd name="T15" fmla="*/ 6 h 18"/>
                <a:gd name="T16" fmla="*/ 0 w 19"/>
                <a:gd name="T17" fmla="*/ 9 h 18"/>
                <a:gd name="T18" fmla="*/ 7 w 19"/>
                <a:gd name="T19" fmla="*/ 17 h 18"/>
                <a:gd name="T20" fmla="*/ 10 w 19"/>
                <a:gd name="T21" fmla="*/ 18 h 18"/>
                <a:gd name="T22" fmla="*/ 15 w 19"/>
                <a:gd name="T23" fmla="*/ 16 h 18"/>
                <a:gd name="T24" fmla="*/ 18 w 19"/>
                <a:gd name="T25" fmla="*/ 12 h 18"/>
                <a:gd name="T26" fmla="*/ 18 w 19"/>
                <a:gd name="T27" fmla="*/ 12 h 18"/>
                <a:gd name="T28" fmla="*/ 19 w 19"/>
                <a:gd name="T29" fmla="*/ 9 h 18"/>
                <a:gd name="T30" fmla="*/ 13 w 19"/>
                <a:gd name="T31" fmla="*/ 1 h 18"/>
                <a:gd name="T32" fmla="*/ 12 w 19"/>
                <a:gd name="T33" fmla="*/ 4 h 18"/>
                <a:gd name="T34" fmla="*/ 11 w 19"/>
                <a:gd name="T35" fmla="*/ 6 h 18"/>
                <a:gd name="T36" fmla="*/ 13 w 19"/>
                <a:gd name="T37" fmla="*/ 9 h 18"/>
                <a:gd name="T38" fmla="*/ 13 w 19"/>
                <a:gd name="T39" fmla="*/ 10 h 18"/>
                <a:gd name="T40" fmla="*/ 13 w 19"/>
                <a:gd name="T41" fmla="*/ 10 h 18"/>
                <a:gd name="T42" fmla="*/ 12 w 19"/>
                <a:gd name="T43" fmla="*/ 11 h 18"/>
                <a:gd name="T44" fmla="*/ 10 w 19"/>
                <a:gd name="T45" fmla="*/ 12 h 18"/>
                <a:gd name="T46" fmla="*/ 10 w 19"/>
                <a:gd name="T47" fmla="*/ 12 h 18"/>
                <a:gd name="T48" fmla="*/ 9 w 19"/>
                <a:gd name="T49" fmla="*/ 12 h 18"/>
                <a:gd name="T50" fmla="*/ 6 w 19"/>
                <a:gd name="T51" fmla="*/ 9 h 18"/>
                <a:gd name="T52" fmla="*/ 6 w 19"/>
                <a:gd name="T53" fmla="*/ 8 h 18"/>
                <a:gd name="T54" fmla="*/ 7 w 19"/>
                <a:gd name="T55" fmla="*/ 7 h 18"/>
                <a:gd name="T56" fmla="*/ 9 w 19"/>
                <a:gd name="T57" fmla="*/ 6 h 18"/>
                <a:gd name="T58" fmla="*/ 9 w 19"/>
                <a:gd name="T59" fmla="*/ 6 h 18"/>
                <a:gd name="T60" fmla="*/ 11 w 19"/>
                <a:gd name="T61" fmla="*/ 6 h 18"/>
                <a:gd name="T62" fmla="*/ 11 w 19"/>
                <a:gd name="T63" fmla="*/ 6 h 18"/>
                <a:gd name="T64" fmla="*/ 12 w 19"/>
                <a:gd name="T65" fmla="*/ 4 h 18"/>
                <a:gd name="T66" fmla="*/ 13 w 19"/>
                <a:gd name="T67" fmla="*/ 1 h 18"/>
                <a:gd name="T68" fmla="*/ 13 w 19"/>
                <a:gd name="T69" fmla="*/ 1 h 18"/>
                <a:gd name="T70" fmla="*/ 13 w 19"/>
                <a:gd name="T71" fmla="*/ 1 h 18"/>
                <a:gd name="T72" fmla="*/ 9 w 19"/>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8">
                  <a:moveTo>
                    <a:pt x="13" y="1"/>
                  </a:moveTo>
                  <a:cubicBezTo>
                    <a:pt x="13" y="1"/>
                    <a:pt x="13" y="1"/>
                    <a:pt x="13" y="1"/>
                  </a:cubicBezTo>
                  <a:cubicBezTo>
                    <a:pt x="13" y="1"/>
                    <a:pt x="13" y="1"/>
                    <a:pt x="13" y="1"/>
                  </a:cubicBezTo>
                  <a:cubicBezTo>
                    <a:pt x="13" y="1"/>
                    <a:pt x="13" y="1"/>
                    <a:pt x="13" y="1"/>
                  </a:cubicBezTo>
                  <a:cubicBezTo>
                    <a:pt x="13" y="1"/>
                    <a:pt x="13" y="1"/>
                    <a:pt x="13" y="1"/>
                  </a:cubicBezTo>
                  <a:moveTo>
                    <a:pt x="9" y="0"/>
                  </a:moveTo>
                  <a:cubicBezTo>
                    <a:pt x="7" y="0"/>
                    <a:pt x="6" y="1"/>
                    <a:pt x="4" y="2"/>
                  </a:cubicBezTo>
                  <a:cubicBezTo>
                    <a:pt x="3" y="3"/>
                    <a:pt x="1" y="4"/>
                    <a:pt x="1" y="6"/>
                  </a:cubicBezTo>
                  <a:cubicBezTo>
                    <a:pt x="0" y="7"/>
                    <a:pt x="0" y="8"/>
                    <a:pt x="0" y="9"/>
                  </a:cubicBezTo>
                  <a:cubicBezTo>
                    <a:pt x="0" y="12"/>
                    <a:pt x="3" y="16"/>
                    <a:pt x="7"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7" y="11"/>
                    <a:pt x="6" y="10"/>
                    <a:pt x="6" y="9"/>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1" y="6"/>
                    <a:pt x="11" y="6"/>
                    <a:pt x="11" y="6"/>
                  </a:cubicBezTo>
                  <a:cubicBezTo>
                    <a:pt x="12" y="4"/>
                    <a:pt x="12" y="4"/>
                    <a:pt x="12" y="4"/>
                  </a:cubicBezTo>
                  <a:cubicBezTo>
                    <a:pt x="13" y="1"/>
                    <a:pt x="13" y="1"/>
                    <a:pt x="13" y="1"/>
                  </a:cubicBezTo>
                  <a:cubicBezTo>
                    <a:pt x="13" y="1"/>
                    <a:pt x="13" y="1"/>
                    <a:pt x="13" y="1"/>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1" name="Freeform 252">
              <a:extLst>
                <a:ext uri="{FF2B5EF4-FFF2-40B4-BE49-F238E27FC236}">
                  <a16:creationId xmlns:a16="http://schemas.microsoft.com/office/drawing/2014/main" id="{EBF66A75-31F1-4143-B395-2C34DEA15870}"/>
                </a:ext>
              </a:extLst>
            </p:cNvPr>
            <p:cNvSpPr>
              <a:spLocks noEditPoints="1"/>
            </p:cNvSpPr>
            <p:nvPr userDrawn="1"/>
          </p:nvSpPr>
          <p:spPr bwMode="auto">
            <a:xfrm>
              <a:off x="4178645" y="209723"/>
              <a:ext cx="24083" cy="22077"/>
            </a:xfrm>
            <a:custGeom>
              <a:avLst/>
              <a:gdLst>
                <a:gd name="T0" fmla="*/ 9 w 16"/>
                <a:gd name="T1" fmla="*/ 6 h 15"/>
                <a:gd name="T2" fmla="*/ 9 w 16"/>
                <a:gd name="T3" fmla="*/ 6 h 15"/>
                <a:gd name="T4" fmla="*/ 10 w 16"/>
                <a:gd name="T5" fmla="*/ 3 h 15"/>
                <a:gd name="T6" fmla="*/ 11 w 16"/>
                <a:gd name="T7" fmla="*/ 0 h 15"/>
                <a:gd name="T8" fmla="*/ 10 w 16"/>
                <a:gd name="T9" fmla="*/ 3 h 15"/>
                <a:gd name="T10" fmla="*/ 9 w 16"/>
                <a:gd name="T11" fmla="*/ 6 h 15"/>
                <a:gd name="T12" fmla="*/ 10 w 16"/>
                <a:gd name="T13" fmla="*/ 8 h 15"/>
                <a:gd name="T14" fmla="*/ 10 w 16"/>
                <a:gd name="T15" fmla="*/ 8 h 15"/>
                <a:gd name="T16" fmla="*/ 10 w 16"/>
                <a:gd name="T17" fmla="*/ 9 h 15"/>
                <a:gd name="T18" fmla="*/ 9 w 16"/>
                <a:gd name="T19" fmla="*/ 9 h 15"/>
                <a:gd name="T20" fmla="*/ 8 w 16"/>
                <a:gd name="T21" fmla="*/ 9 h 15"/>
                <a:gd name="T22" fmla="*/ 8 w 16"/>
                <a:gd name="T23" fmla="*/ 9 h 15"/>
                <a:gd name="T24" fmla="*/ 6 w 16"/>
                <a:gd name="T25" fmla="*/ 7 h 15"/>
                <a:gd name="T26" fmla="*/ 6 w 16"/>
                <a:gd name="T27" fmla="*/ 7 h 15"/>
                <a:gd name="T28" fmla="*/ 7 w 16"/>
                <a:gd name="T29" fmla="*/ 6 h 15"/>
                <a:gd name="T30" fmla="*/ 8 w 16"/>
                <a:gd name="T31" fmla="*/ 6 h 15"/>
                <a:gd name="T32" fmla="*/ 8 w 16"/>
                <a:gd name="T33" fmla="*/ 6 h 15"/>
                <a:gd name="T34" fmla="*/ 9 w 16"/>
                <a:gd name="T35" fmla="*/ 6 h 15"/>
                <a:gd name="T36" fmla="*/ 8 w 16"/>
                <a:gd name="T37" fmla="*/ 0 h 15"/>
                <a:gd name="T38" fmla="*/ 4 w 16"/>
                <a:gd name="T39" fmla="*/ 1 h 15"/>
                <a:gd name="T40" fmla="*/ 1 w 16"/>
                <a:gd name="T41" fmla="*/ 5 h 15"/>
                <a:gd name="T42" fmla="*/ 0 w 16"/>
                <a:gd name="T43" fmla="*/ 7 h 15"/>
                <a:gd name="T44" fmla="*/ 6 w 16"/>
                <a:gd name="T45" fmla="*/ 15 h 15"/>
                <a:gd name="T46" fmla="*/ 6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9" y="6"/>
                    <a:pt x="9" y="6"/>
                    <a:pt x="9" y="6"/>
                  </a:cubicBezTo>
                  <a:cubicBezTo>
                    <a:pt x="10" y="3"/>
                    <a:pt x="10" y="3"/>
                    <a:pt x="10" y="3"/>
                  </a:cubicBezTo>
                  <a:cubicBezTo>
                    <a:pt x="11" y="0"/>
                    <a:pt x="11" y="0"/>
                    <a:pt x="11" y="0"/>
                  </a:cubicBez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2" name="Freeform 253">
              <a:extLst>
                <a:ext uri="{FF2B5EF4-FFF2-40B4-BE49-F238E27FC236}">
                  <a16:creationId xmlns:a16="http://schemas.microsoft.com/office/drawing/2014/main" id="{FB94DE1E-4933-43F8-B8F3-D570C8B89D50}"/>
                </a:ext>
              </a:extLst>
            </p:cNvPr>
            <p:cNvSpPr>
              <a:spLocks noEditPoints="1"/>
            </p:cNvSpPr>
            <p:nvPr userDrawn="1"/>
          </p:nvSpPr>
          <p:spPr bwMode="auto">
            <a:xfrm>
              <a:off x="4128473" y="-11038"/>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1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3" name="Freeform 254">
              <a:extLst>
                <a:ext uri="{FF2B5EF4-FFF2-40B4-BE49-F238E27FC236}">
                  <a16:creationId xmlns:a16="http://schemas.microsoft.com/office/drawing/2014/main" id="{1C6D7F36-E0EC-41A1-945E-C02581EC54A7}"/>
                </a:ext>
              </a:extLst>
            </p:cNvPr>
            <p:cNvSpPr>
              <a:spLocks noEditPoints="1"/>
            </p:cNvSpPr>
            <p:nvPr userDrawn="1"/>
          </p:nvSpPr>
          <p:spPr bwMode="auto">
            <a:xfrm>
              <a:off x="4122451" y="115397"/>
              <a:ext cx="34118" cy="34118"/>
            </a:xfrm>
            <a:custGeom>
              <a:avLst/>
              <a:gdLst>
                <a:gd name="T0" fmla="*/ 6 w 22"/>
                <a:gd name="T1" fmla="*/ 9 h 22"/>
                <a:gd name="T2" fmla="*/ 11 w 22"/>
                <a:gd name="T3" fmla="*/ 6 h 22"/>
                <a:gd name="T4" fmla="*/ 13 w 22"/>
                <a:gd name="T5" fmla="*/ 7 h 22"/>
                <a:gd name="T6" fmla="*/ 13 w 22"/>
                <a:gd name="T7" fmla="*/ 7 h 22"/>
                <a:gd name="T8" fmla="*/ 13 w 22"/>
                <a:gd name="T9" fmla="*/ 7 h 22"/>
                <a:gd name="T10" fmla="*/ 16 w 22"/>
                <a:gd name="T11" fmla="*/ 11 h 22"/>
                <a:gd name="T12" fmla="*/ 16 w 22"/>
                <a:gd name="T13" fmla="*/ 13 h 22"/>
                <a:gd name="T14" fmla="*/ 11 w 22"/>
                <a:gd name="T15" fmla="*/ 16 h 22"/>
                <a:gd name="T16" fmla="*/ 9 w 22"/>
                <a:gd name="T17" fmla="*/ 15 h 22"/>
                <a:gd name="T18" fmla="*/ 6 w 22"/>
                <a:gd name="T19" fmla="*/ 11 h 22"/>
                <a:gd name="T20" fmla="*/ 6 w 22"/>
                <a:gd name="T21" fmla="*/ 9 h 22"/>
                <a:gd name="T22" fmla="*/ 6 w 22"/>
                <a:gd name="T23" fmla="*/ 9 h 22"/>
                <a:gd name="T24" fmla="*/ 11 w 22"/>
                <a:gd name="T25" fmla="*/ 0 h 22"/>
                <a:gd name="T26" fmla="*/ 11 w 22"/>
                <a:gd name="T27" fmla="*/ 0 h 22"/>
                <a:gd name="T28" fmla="*/ 1 w 22"/>
                <a:gd name="T29" fmla="*/ 6 h 22"/>
                <a:gd name="T30" fmla="*/ 4 w 22"/>
                <a:gd name="T31" fmla="*/ 7 h 22"/>
                <a:gd name="T32" fmla="*/ 1 w 22"/>
                <a:gd name="T33" fmla="*/ 6 h 22"/>
                <a:gd name="T34" fmla="*/ 0 w 22"/>
                <a:gd name="T35" fmla="*/ 1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4" name="Freeform 255">
              <a:extLst>
                <a:ext uri="{FF2B5EF4-FFF2-40B4-BE49-F238E27FC236}">
                  <a16:creationId xmlns:a16="http://schemas.microsoft.com/office/drawing/2014/main" id="{EA9295E7-8DBE-4B5D-8C66-711EB85CF259}"/>
                </a:ext>
              </a:extLst>
            </p:cNvPr>
            <p:cNvSpPr>
              <a:spLocks noEditPoints="1"/>
            </p:cNvSpPr>
            <p:nvPr userDrawn="1"/>
          </p:nvSpPr>
          <p:spPr bwMode="auto">
            <a:xfrm>
              <a:off x="4106396" y="141488"/>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8 w 17"/>
                <a:gd name="T19" fmla="*/ 0 h 17"/>
                <a:gd name="T20" fmla="*/ 0 w 17"/>
                <a:gd name="T21" fmla="*/ 5 h 17"/>
                <a:gd name="T22" fmla="*/ 0 w 17"/>
                <a:gd name="T23" fmla="*/ 5 h 17"/>
                <a:gd name="T24" fmla="*/ 0 w 17"/>
                <a:gd name="T25" fmla="*/ 9 h 17"/>
                <a:gd name="T26" fmla="*/ 4 w 17"/>
                <a:gd name="T27" fmla="*/ 16 h 17"/>
                <a:gd name="T28" fmla="*/ 8 w 17"/>
                <a:gd name="T29" fmla="*/ 17 h 17"/>
                <a:gd name="T30" fmla="*/ 16 w 17"/>
                <a:gd name="T31" fmla="*/ 12 h 17"/>
                <a:gd name="T32" fmla="*/ 17 w 17"/>
                <a:gd name="T33" fmla="*/ 9 h 17"/>
                <a:gd name="T34" fmla="*/ 12 w 17"/>
                <a:gd name="T35" fmla="*/ 1 h 17"/>
                <a:gd name="T36" fmla="*/ 8 w 17"/>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9"/>
                    <a:pt x="6" y="9"/>
                  </a:cubicBezTo>
                  <a:cubicBezTo>
                    <a:pt x="6" y="8"/>
                    <a:pt x="6" y="8"/>
                    <a:pt x="6" y="7"/>
                  </a:cubicBezTo>
                  <a:moveTo>
                    <a:pt x="8" y="0"/>
                  </a:moveTo>
                  <a:cubicBezTo>
                    <a:pt x="5" y="0"/>
                    <a:pt x="2" y="2"/>
                    <a:pt x="0" y="5"/>
                  </a:cubicBezTo>
                  <a:cubicBezTo>
                    <a:pt x="0" y="5"/>
                    <a:pt x="0" y="5"/>
                    <a:pt x="0" y="5"/>
                  </a:cubicBezTo>
                  <a:cubicBezTo>
                    <a:pt x="0" y="6"/>
                    <a:pt x="0" y="7"/>
                    <a:pt x="0" y="9"/>
                  </a:cubicBezTo>
                  <a:cubicBezTo>
                    <a:pt x="0" y="12"/>
                    <a:pt x="1" y="15"/>
                    <a:pt x="4" y="16"/>
                  </a:cubicBezTo>
                  <a:cubicBezTo>
                    <a:pt x="6" y="17"/>
                    <a:pt x="7" y="17"/>
                    <a:pt x="8" y="17"/>
                  </a:cubicBezTo>
                  <a:cubicBezTo>
                    <a:pt x="11" y="17"/>
                    <a:pt x="14" y="15"/>
                    <a:pt x="16" y="12"/>
                  </a:cubicBezTo>
                  <a:cubicBezTo>
                    <a:pt x="17" y="11"/>
                    <a:pt x="17" y="10"/>
                    <a:pt x="17" y="9"/>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5" name="Freeform 256">
              <a:extLst>
                <a:ext uri="{FF2B5EF4-FFF2-40B4-BE49-F238E27FC236}">
                  <a16:creationId xmlns:a16="http://schemas.microsoft.com/office/drawing/2014/main" id="{FB838D1B-A02E-4362-9BEA-1DAB30B807B6}"/>
                </a:ext>
              </a:extLst>
            </p:cNvPr>
            <p:cNvSpPr>
              <a:spLocks noEditPoints="1"/>
            </p:cNvSpPr>
            <p:nvPr userDrawn="1"/>
          </p:nvSpPr>
          <p:spPr bwMode="auto">
            <a:xfrm>
              <a:off x="4080307" y="143494"/>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11 h 15"/>
                <a:gd name="T38" fmla="*/ 15 w 15"/>
                <a:gd name="T39" fmla="*/ 7 h 15"/>
                <a:gd name="T40" fmla="*/ 11 w 15"/>
                <a:gd name="T41" fmla="*/ 0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6" name="Freeform 257">
              <a:extLst>
                <a:ext uri="{FF2B5EF4-FFF2-40B4-BE49-F238E27FC236}">
                  <a16:creationId xmlns:a16="http://schemas.microsoft.com/office/drawing/2014/main" id="{6729A293-DC5A-465C-A195-B5499EA9E227}"/>
                </a:ext>
              </a:extLst>
            </p:cNvPr>
            <p:cNvSpPr>
              <a:spLocks noEditPoints="1"/>
            </p:cNvSpPr>
            <p:nvPr userDrawn="1"/>
          </p:nvSpPr>
          <p:spPr bwMode="auto">
            <a:xfrm>
              <a:off x="4616152" y="1357677"/>
              <a:ext cx="152525"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50" y="98"/>
                    <a:pt x="50" y="98"/>
                    <a:pt x="50" y="98"/>
                  </a:cubicBezTo>
                  <a:cubicBezTo>
                    <a:pt x="69" y="98"/>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7" name="Freeform 258">
              <a:extLst>
                <a:ext uri="{FF2B5EF4-FFF2-40B4-BE49-F238E27FC236}">
                  <a16:creationId xmlns:a16="http://schemas.microsoft.com/office/drawing/2014/main" id="{453D2355-6A49-4784-9CEC-E5BF2409AE74}"/>
                </a:ext>
              </a:extLst>
            </p:cNvPr>
            <p:cNvSpPr>
              <a:spLocks noEditPoints="1"/>
            </p:cNvSpPr>
            <p:nvPr userDrawn="1"/>
          </p:nvSpPr>
          <p:spPr bwMode="auto">
            <a:xfrm>
              <a:off x="4612138"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4 w 22"/>
                <a:gd name="T29" fmla="*/ 7 h 22"/>
                <a:gd name="T30" fmla="*/ 1 w 22"/>
                <a:gd name="T31" fmla="*/ 6 h 22"/>
                <a:gd name="T32" fmla="*/ 0 w 22"/>
                <a:gd name="T33" fmla="*/ 11 h 22"/>
                <a:gd name="T34" fmla="*/ 6 w 22"/>
                <a:gd name="T35" fmla="*/ 21 h 22"/>
                <a:gd name="T36" fmla="*/ 6 w 22"/>
                <a:gd name="T37" fmla="*/ 21 h 22"/>
                <a:gd name="T38" fmla="*/ 11 w 22"/>
                <a:gd name="T39" fmla="*/ 22 h 22"/>
                <a:gd name="T40" fmla="*/ 21 w 22"/>
                <a:gd name="T41" fmla="*/ 16 h 22"/>
                <a:gd name="T42" fmla="*/ 22 w 22"/>
                <a:gd name="T43" fmla="*/ 1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8" name="Freeform 259">
              <a:extLst>
                <a:ext uri="{FF2B5EF4-FFF2-40B4-BE49-F238E27FC236}">
                  <a16:creationId xmlns:a16="http://schemas.microsoft.com/office/drawing/2014/main" id="{7F598C61-15CC-441F-BB6B-EB8633BF08A4}"/>
                </a:ext>
              </a:extLst>
            </p:cNvPr>
            <p:cNvSpPr>
              <a:spLocks noEditPoints="1"/>
            </p:cNvSpPr>
            <p:nvPr userDrawn="1"/>
          </p:nvSpPr>
          <p:spPr bwMode="auto">
            <a:xfrm>
              <a:off x="4596083" y="1508195"/>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6 w 17"/>
                <a:gd name="T19" fmla="*/ 7 h 17"/>
                <a:gd name="T20" fmla="*/ 8 w 17"/>
                <a:gd name="T21" fmla="*/ 0 h 17"/>
                <a:gd name="T22" fmla="*/ 0 w 17"/>
                <a:gd name="T23" fmla="*/ 5 h 17"/>
                <a:gd name="T24" fmla="*/ 3 w 17"/>
                <a:gd name="T25" fmla="*/ 6 h 17"/>
                <a:gd name="T26" fmla="*/ 0 w 17"/>
                <a:gd name="T27" fmla="*/ 5 h 17"/>
                <a:gd name="T28" fmla="*/ 0 w 17"/>
                <a:gd name="T29" fmla="*/ 9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9 h 17"/>
                <a:gd name="T42" fmla="*/ 12 w 17"/>
                <a:gd name="T43" fmla="*/ 1 h 17"/>
                <a:gd name="T44" fmla="*/ 8 w 17"/>
                <a:gd name="T45" fmla="*/ 0 h 17"/>
                <a:gd name="T46" fmla="*/ 8 w 17"/>
                <a:gd name="T47" fmla="*/ 0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9" name="Freeform 260">
              <a:extLst>
                <a:ext uri="{FF2B5EF4-FFF2-40B4-BE49-F238E27FC236}">
                  <a16:creationId xmlns:a16="http://schemas.microsoft.com/office/drawing/2014/main" id="{6D3CF27A-39AA-42DA-B9FF-816A23B3A591}"/>
                </a:ext>
              </a:extLst>
            </p:cNvPr>
            <p:cNvSpPr>
              <a:spLocks noEditPoints="1"/>
            </p:cNvSpPr>
            <p:nvPr userDrawn="1"/>
          </p:nvSpPr>
          <p:spPr bwMode="auto">
            <a:xfrm>
              <a:off x="4569994" y="1512209"/>
              <a:ext cx="24083" cy="22077"/>
            </a:xfrm>
            <a:custGeom>
              <a:avLst/>
              <a:gdLst>
                <a:gd name="T0" fmla="*/ 8 w 16"/>
                <a:gd name="T1" fmla="*/ 9 h 15"/>
                <a:gd name="T2" fmla="*/ 7 w 16"/>
                <a:gd name="T3" fmla="*/ 9 h 15"/>
                <a:gd name="T4" fmla="*/ 7 w 16"/>
                <a:gd name="T5" fmla="*/ 9 h 15"/>
                <a:gd name="T6" fmla="*/ 6 w 16"/>
                <a:gd name="T7" fmla="*/ 7 h 15"/>
                <a:gd name="T8" fmla="*/ 6 w 16"/>
                <a:gd name="T9" fmla="*/ 7 h 15"/>
                <a:gd name="T10" fmla="*/ 4 w 16"/>
                <a:gd name="T11" fmla="*/ 5 h 15"/>
                <a:gd name="T12" fmla="*/ 6 w 16"/>
                <a:gd name="T13" fmla="*/ 7 h 15"/>
                <a:gd name="T14" fmla="*/ 8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5 w 16"/>
                <a:gd name="T35" fmla="*/ 14 h 15"/>
                <a:gd name="T36" fmla="*/ 8 w 16"/>
                <a:gd name="T37" fmla="*/ 15 h 15"/>
                <a:gd name="T38" fmla="*/ 8 w 16"/>
                <a:gd name="T39" fmla="*/ 15 h 15"/>
                <a:gd name="T40" fmla="*/ 15 w 16"/>
                <a:gd name="T41" fmla="*/ 11 h 15"/>
                <a:gd name="T42" fmla="*/ 16 w 16"/>
                <a:gd name="T43" fmla="*/ 7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5" y="14"/>
                    <a:pt x="5" y="14"/>
                    <a:pt x="5" y="14"/>
                  </a:cubicBezTo>
                  <a:cubicBezTo>
                    <a:pt x="6" y="15"/>
                    <a:pt x="7" y="15"/>
                    <a:pt x="8" y="15"/>
                  </a:cubicBezTo>
                  <a:cubicBezTo>
                    <a:pt x="8" y="15"/>
                    <a:pt x="8" y="15"/>
                    <a:pt x="8" y="15"/>
                  </a:cubicBezTo>
                  <a:cubicBezTo>
                    <a:pt x="11" y="15"/>
                    <a:pt x="13" y="13"/>
                    <a:pt x="15" y="11"/>
                  </a:cubicBezTo>
                  <a:cubicBezTo>
                    <a:pt x="15" y="10"/>
                    <a:pt x="16" y="8"/>
                    <a:pt x="16" y="7"/>
                  </a:cubicBezTo>
                  <a:cubicBezTo>
                    <a:pt x="16"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0" name="Freeform 261">
              <a:extLst>
                <a:ext uri="{FF2B5EF4-FFF2-40B4-BE49-F238E27FC236}">
                  <a16:creationId xmlns:a16="http://schemas.microsoft.com/office/drawing/2014/main" id="{E17FA27E-3646-4AB2-854B-077264CE52BC}"/>
                </a:ext>
              </a:extLst>
            </p:cNvPr>
            <p:cNvSpPr>
              <a:spLocks noEditPoints="1"/>
            </p:cNvSpPr>
            <p:nvPr userDrawn="1"/>
          </p:nvSpPr>
          <p:spPr bwMode="auto">
            <a:xfrm>
              <a:off x="4032141" y="1526258"/>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1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1" name="Freeform 262">
              <a:extLst>
                <a:ext uri="{FF2B5EF4-FFF2-40B4-BE49-F238E27FC236}">
                  <a16:creationId xmlns:a16="http://schemas.microsoft.com/office/drawing/2014/main" id="{A8BB3DA1-61C8-4415-A4E2-4F9EFC9D3B72}"/>
                </a:ext>
              </a:extLst>
            </p:cNvPr>
            <p:cNvSpPr>
              <a:spLocks noEditPoints="1"/>
            </p:cNvSpPr>
            <p:nvPr userDrawn="1"/>
          </p:nvSpPr>
          <p:spPr bwMode="auto">
            <a:xfrm>
              <a:off x="4028127" y="1652693"/>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9 w 22"/>
                <a:gd name="T17" fmla="*/ 16 h 22"/>
                <a:gd name="T18" fmla="*/ 6 w 22"/>
                <a:gd name="T19" fmla="*/ 11 h 22"/>
                <a:gd name="T20" fmla="*/ 7 w 22"/>
                <a:gd name="T21" fmla="*/ 9 h 22"/>
                <a:gd name="T22" fmla="*/ 4 w 22"/>
                <a:gd name="T23" fmla="*/ 8 h 22"/>
                <a:gd name="T24" fmla="*/ 7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9" y="16"/>
                    <a:pt x="9"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6" y="21"/>
                    <a:pt x="6" y="21"/>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2" name="Freeform 263">
              <a:extLst>
                <a:ext uri="{FF2B5EF4-FFF2-40B4-BE49-F238E27FC236}">
                  <a16:creationId xmlns:a16="http://schemas.microsoft.com/office/drawing/2014/main" id="{90E8EF05-740E-442F-AB77-56520C2EAF72}"/>
                </a:ext>
              </a:extLst>
            </p:cNvPr>
            <p:cNvSpPr>
              <a:spLocks noEditPoints="1"/>
            </p:cNvSpPr>
            <p:nvPr userDrawn="1"/>
          </p:nvSpPr>
          <p:spPr bwMode="auto">
            <a:xfrm>
              <a:off x="4012072" y="1676776"/>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9 w 17"/>
                <a:gd name="T39" fmla="*/ 17 h 17"/>
                <a:gd name="T40" fmla="*/ 9 w 17"/>
                <a:gd name="T41" fmla="*/ 17 h 17"/>
                <a:gd name="T42" fmla="*/ 16 w 17"/>
                <a:gd name="T43" fmla="*/ 13 h 17"/>
                <a:gd name="T44" fmla="*/ 16 w 17"/>
                <a:gd name="T45" fmla="*/ 13 h 17"/>
                <a:gd name="T46" fmla="*/ 17 w 17"/>
                <a:gd name="T47" fmla="*/ 9 h 17"/>
                <a:gd name="T48" fmla="*/ 12 w 17"/>
                <a:gd name="T49" fmla="*/ 1 h 17"/>
                <a:gd name="T50" fmla="*/ 12 w 17"/>
                <a:gd name="T51" fmla="*/ 1 h 17"/>
                <a:gd name="T52" fmla="*/ 9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6" y="13"/>
                    <a:pt x="16" y="13"/>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3" name="Freeform 264">
              <a:extLst>
                <a:ext uri="{FF2B5EF4-FFF2-40B4-BE49-F238E27FC236}">
                  <a16:creationId xmlns:a16="http://schemas.microsoft.com/office/drawing/2014/main" id="{80B8895C-08FB-465C-9419-3AE8B1BD0D90}"/>
                </a:ext>
              </a:extLst>
            </p:cNvPr>
            <p:cNvSpPr>
              <a:spLocks noEditPoints="1"/>
            </p:cNvSpPr>
            <p:nvPr userDrawn="1"/>
          </p:nvSpPr>
          <p:spPr bwMode="auto">
            <a:xfrm>
              <a:off x="3987989" y="1680789"/>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7 w 15"/>
                <a:gd name="T13" fmla="*/ 9 h 15"/>
                <a:gd name="T14" fmla="*/ 6 w 15"/>
                <a:gd name="T15" fmla="*/ 9 h 15"/>
                <a:gd name="T16" fmla="*/ 6 w 15"/>
                <a:gd name="T17" fmla="*/ 9 h 15"/>
                <a:gd name="T18" fmla="*/ 6 w 15"/>
                <a:gd name="T19" fmla="*/ 7 h 15"/>
                <a:gd name="T20" fmla="*/ 6 w 15"/>
                <a:gd name="T21" fmla="*/ 7 h 15"/>
                <a:gd name="T22" fmla="*/ 6 w 15"/>
                <a:gd name="T23" fmla="*/ 7 h 15"/>
                <a:gd name="T24" fmla="*/ 7 w 15"/>
                <a:gd name="T25" fmla="*/ 0 h 15"/>
                <a:gd name="T26" fmla="*/ 0 w 15"/>
                <a:gd name="T27" fmla="*/ 4 h 15"/>
                <a:gd name="T28" fmla="*/ 0 w 15"/>
                <a:gd name="T29" fmla="*/ 4 h 15"/>
                <a:gd name="T30" fmla="*/ 0 w 15"/>
                <a:gd name="T31" fmla="*/ 4 h 15"/>
                <a:gd name="T32" fmla="*/ 0 w 15"/>
                <a:gd name="T33" fmla="*/ 4 h 15"/>
                <a:gd name="T34" fmla="*/ 0 w 15"/>
                <a:gd name="T35" fmla="*/ 4 h 15"/>
                <a:gd name="T36" fmla="*/ 0 w 15"/>
                <a:gd name="T37" fmla="*/ 7 h 15"/>
                <a:gd name="T38" fmla="*/ 4 w 15"/>
                <a:gd name="T39" fmla="*/ 14 h 15"/>
                <a:gd name="T40" fmla="*/ 4 w 15"/>
                <a:gd name="T41" fmla="*/ 14 h 15"/>
                <a:gd name="T42" fmla="*/ 7 w 15"/>
                <a:gd name="T43" fmla="*/ 15 h 15"/>
                <a:gd name="T44" fmla="*/ 7 w 15"/>
                <a:gd name="T45" fmla="*/ 15 h 15"/>
                <a:gd name="T46" fmla="*/ 7 w 15"/>
                <a:gd name="T47" fmla="*/ 15 h 15"/>
                <a:gd name="T48" fmla="*/ 14 w 15"/>
                <a:gd name="T49" fmla="*/ 11 h 15"/>
                <a:gd name="T50" fmla="*/ 15 w 15"/>
                <a:gd name="T51" fmla="*/ 7 h 15"/>
                <a:gd name="T52" fmla="*/ 11 w 15"/>
                <a:gd name="T53" fmla="*/ 1 h 15"/>
                <a:gd name="T54" fmla="*/ 11 w 15"/>
                <a:gd name="T55" fmla="*/ 1 h 15"/>
                <a:gd name="T56" fmla="*/ 7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5" y="10"/>
                    <a:pt x="15" y="9"/>
                    <a:pt x="15" y="7"/>
                  </a:cubicBezTo>
                  <a:cubicBezTo>
                    <a:pt x="15" y="5"/>
                    <a:pt x="13" y="2"/>
                    <a:pt x="11" y="1"/>
                  </a:cubicBezTo>
                  <a:cubicBezTo>
                    <a:pt x="11" y="1"/>
                    <a:pt x="11" y="1"/>
                    <a:pt x="11"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4" name="Freeform 265">
              <a:extLst>
                <a:ext uri="{FF2B5EF4-FFF2-40B4-BE49-F238E27FC236}">
                  <a16:creationId xmlns:a16="http://schemas.microsoft.com/office/drawing/2014/main" id="{24C5BEC7-093A-48FA-9771-ED5C1924F124}"/>
                </a:ext>
              </a:extLst>
            </p:cNvPr>
            <p:cNvSpPr>
              <a:spLocks noEditPoints="1"/>
            </p:cNvSpPr>
            <p:nvPr userDrawn="1"/>
          </p:nvSpPr>
          <p:spPr bwMode="auto">
            <a:xfrm>
              <a:off x="5075736"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5" name="Freeform 266">
              <a:extLst>
                <a:ext uri="{FF2B5EF4-FFF2-40B4-BE49-F238E27FC236}">
                  <a16:creationId xmlns:a16="http://schemas.microsoft.com/office/drawing/2014/main" id="{49F0E042-7F11-4C07-BC09-13B67261D355}"/>
                </a:ext>
              </a:extLst>
            </p:cNvPr>
            <p:cNvSpPr>
              <a:spLocks noEditPoints="1"/>
            </p:cNvSpPr>
            <p:nvPr userDrawn="1"/>
          </p:nvSpPr>
          <p:spPr bwMode="auto">
            <a:xfrm>
              <a:off x="5059680" y="1213179"/>
              <a:ext cx="32111" cy="32111"/>
            </a:xfrm>
            <a:custGeom>
              <a:avLst/>
              <a:gdLst>
                <a:gd name="T0" fmla="*/ 8 w 21"/>
                <a:gd name="T1" fmla="*/ 15 h 22"/>
                <a:gd name="T2" fmla="*/ 6 w 21"/>
                <a:gd name="T3" fmla="*/ 11 h 22"/>
                <a:gd name="T4" fmla="*/ 7 w 21"/>
                <a:gd name="T5" fmla="*/ 8 h 22"/>
                <a:gd name="T6" fmla="*/ 4 w 21"/>
                <a:gd name="T7" fmla="*/ 6 h 22"/>
                <a:gd name="T8" fmla="*/ 7 w 21"/>
                <a:gd name="T9" fmla="*/ 8 h 22"/>
                <a:gd name="T10" fmla="*/ 10 w 21"/>
                <a:gd name="T11" fmla="*/ 6 h 22"/>
                <a:gd name="T12" fmla="*/ 13 w 21"/>
                <a:gd name="T13" fmla="*/ 7 h 22"/>
                <a:gd name="T14" fmla="*/ 15 w 21"/>
                <a:gd name="T15" fmla="*/ 11 h 22"/>
                <a:gd name="T16" fmla="*/ 14 w 21"/>
                <a:gd name="T17" fmla="*/ 14 h 22"/>
                <a:gd name="T18" fmla="*/ 10 w 21"/>
                <a:gd name="T19" fmla="*/ 16 h 22"/>
                <a:gd name="T20" fmla="*/ 8 w 21"/>
                <a:gd name="T21" fmla="*/ 15 h 22"/>
                <a:gd name="T22" fmla="*/ 8 w 21"/>
                <a:gd name="T23" fmla="*/ 15 h 22"/>
                <a:gd name="T24" fmla="*/ 10 w 21"/>
                <a:gd name="T25" fmla="*/ 0 h 22"/>
                <a:gd name="T26" fmla="*/ 10 w 21"/>
                <a:gd name="T27" fmla="*/ 0 h 22"/>
                <a:gd name="T28" fmla="*/ 10 w 21"/>
                <a:gd name="T29" fmla="*/ 0 h 22"/>
                <a:gd name="T30" fmla="*/ 2 w 21"/>
                <a:gd name="T31" fmla="*/ 5 h 22"/>
                <a:gd name="T32" fmla="*/ 2 w 21"/>
                <a:gd name="T33" fmla="*/ 5 h 22"/>
                <a:gd name="T34" fmla="*/ 0 w 21"/>
                <a:gd name="T35" fmla="*/ 11 h 22"/>
                <a:gd name="T36" fmla="*/ 4 w 21"/>
                <a:gd name="T37" fmla="*/ 19 h 22"/>
                <a:gd name="T38" fmla="*/ 4 w 21"/>
                <a:gd name="T39" fmla="*/ 19 h 22"/>
                <a:gd name="T40" fmla="*/ 10 w 21"/>
                <a:gd name="T41" fmla="*/ 22 h 22"/>
                <a:gd name="T42" fmla="*/ 10 w 21"/>
                <a:gd name="T43" fmla="*/ 22 h 22"/>
                <a:gd name="T44" fmla="*/ 10 w 21"/>
                <a:gd name="T45" fmla="*/ 22 h 22"/>
                <a:gd name="T46" fmla="*/ 19 w 21"/>
                <a:gd name="T47" fmla="*/ 17 h 22"/>
                <a:gd name="T48" fmla="*/ 21 w 21"/>
                <a:gd name="T49" fmla="*/ 11 h 22"/>
                <a:gd name="T50" fmla="*/ 17 w 21"/>
                <a:gd name="T51" fmla="*/ 3 h 22"/>
                <a:gd name="T52" fmla="*/ 10 w 21"/>
                <a:gd name="T5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2">
                  <a:moveTo>
                    <a:pt x="8" y="15"/>
                  </a:move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5" y="8"/>
                    <a:pt x="15" y="10"/>
                    <a:pt x="15" y="11"/>
                  </a:cubicBezTo>
                  <a:cubicBezTo>
                    <a:pt x="15" y="12"/>
                    <a:pt x="15" y="13"/>
                    <a:pt x="14" y="14"/>
                  </a:cubicBezTo>
                  <a:cubicBezTo>
                    <a:pt x="13" y="15"/>
                    <a:pt x="12" y="16"/>
                    <a:pt x="10" y="16"/>
                  </a:cubicBezTo>
                  <a:cubicBezTo>
                    <a:pt x="9" y="16"/>
                    <a:pt x="8" y="15"/>
                    <a:pt x="8" y="15"/>
                  </a:cubicBezTo>
                  <a:cubicBezTo>
                    <a:pt x="8" y="15"/>
                    <a:pt x="8" y="15"/>
                    <a:pt x="8" y="15"/>
                  </a:cubicBezTo>
                  <a:moveTo>
                    <a:pt x="10" y="0"/>
                  </a:moveTo>
                  <a:cubicBezTo>
                    <a:pt x="10" y="0"/>
                    <a:pt x="10" y="0"/>
                    <a:pt x="10" y="0"/>
                  </a:cubicBezTo>
                  <a:cubicBezTo>
                    <a:pt x="10" y="0"/>
                    <a:pt x="10" y="0"/>
                    <a:pt x="10" y="0"/>
                  </a:cubicBezTo>
                  <a:cubicBezTo>
                    <a:pt x="7" y="0"/>
                    <a:pt x="4" y="2"/>
                    <a:pt x="2" y="5"/>
                  </a:cubicBezTo>
                  <a:cubicBezTo>
                    <a:pt x="2" y="5"/>
                    <a:pt x="2" y="5"/>
                    <a:pt x="2" y="5"/>
                  </a:cubicBezTo>
                  <a:cubicBezTo>
                    <a:pt x="1" y="7"/>
                    <a:pt x="0" y="9"/>
                    <a:pt x="0" y="11"/>
                  </a:cubicBezTo>
                  <a:cubicBezTo>
                    <a:pt x="0" y="14"/>
                    <a:pt x="1" y="17"/>
                    <a:pt x="4" y="19"/>
                  </a:cubicBezTo>
                  <a:cubicBezTo>
                    <a:pt x="4" y="19"/>
                    <a:pt x="4" y="19"/>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6" name="Freeform 267">
              <a:extLst>
                <a:ext uri="{FF2B5EF4-FFF2-40B4-BE49-F238E27FC236}">
                  <a16:creationId xmlns:a16="http://schemas.microsoft.com/office/drawing/2014/main" id="{F0149804-5931-4F72-B8B8-C7DFB376A1DF}"/>
                </a:ext>
              </a:extLst>
            </p:cNvPr>
            <p:cNvSpPr>
              <a:spLocks noEditPoints="1"/>
            </p:cNvSpPr>
            <p:nvPr userDrawn="1"/>
          </p:nvSpPr>
          <p:spPr bwMode="auto">
            <a:xfrm>
              <a:off x="5041618" y="1233248"/>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10 w 16"/>
                <a:gd name="T13" fmla="*/ 6 h 17"/>
                <a:gd name="T14" fmla="*/ 10 w 16"/>
                <a:gd name="T15" fmla="*/ 8 h 17"/>
                <a:gd name="T16" fmla="*/ 10 w 16"/>
                <a:gd name="T17" fmla="*/ 10 h 17"/>
                <a:gd name="T18" fmla="*/ 8 w 16"/>
                <a:gd name="T19" fmla="*/ 11 h 17"/>
                <a:gd name="T20" fmla="*/ 7 w 16"/>
                <a:gd name="T21" fmla="*/ 10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8 w 16"/>
                <a:gd name="T43" fmla="*/ 17 h 17"/>
                <a:gd name="T44" fmla="*/ 15 w 16"/>
                <a:gd name="T45" fmla="*/ 13 h 17"/>
                <a:gd name="T46" fmla="*/ 16 w 16"/>
                <a:gd name="T47" fmla="*/ 8 h 17"/>
                <a:gd name="T48" fmla="*/ 13 w 16"/>
                <a:gd name="T49" fmla="*/ 2 h 17"/>
                <a:gd name="T50" fmla="*/ 8 w 16"/>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10" y="6"/>
                  </a:cubicBezTo>
                  <a:cubicBezTo>
                    <a:pt x="10" y="7"/>
                    <a:pt x="10" y="8"/>
                    <a:pt x="10" y="8"/>
                  </a:cubicBezTo>
                  <a:cubicBezTo>
                    <a:pt x="10" y="9"/>
                    <a:pt x="10" y="9"/>
                    <a:pt x="10" y="10"/>
                  </a:cubicBezTo>
                  <a:cubicBezTo>
                    <a:pt x="9" y="10"/>
                    <a:pt x="9" y="11"/>
                    <a:pt x="8" y="11"/>
                  </a:cubicBezTo>
                  <a:cubicBezTo>
                    <a:pt x="8" y="11"/>
                    <a:pt x="7" y="10"/>
                    <a:pt x="7" y="10"/>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8" y="17"/>
                    <a:pt x="8" y="17"/>
                    <a:pt x="8" y="17"/>
                  </a:cubicBezTo>
                  <a:cubicBezTo>
                    <a:pt x="11" y="17"/>
                    <a:pt x="13" y="15"/>
                    <a:pt x="15" y="13"/>
                  </a:cubicBezTo>
                  <a:cubicBezTo>
                    <a:pt x="16" y="12"/>
                    <a:pt x="16" y="10"/>
                    <a:pt x="16" y="8"/>
                  </a:cubicBezTo>
                  <a:cubicBezTo>
                    <a:pt x="16" y="6"/>
                    <a:pt x="15" y="3"/>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7" name="Freeform 268">
              <a:extLst>
                <a:ext uri="{FF2B5EF4-FFF2-40B4-BE49-F238E27FC236}">
                  <a16:creationId xmlns:a16="http://schemas.microsoft.com/office/drawing/2014/main" id="{64715108-5A3C-4886-A923-629DC4F4D95E}"/>
                </a:ext>
              </a:extLst>
            </p:cNvPr>
            <p:cNvSpPr>
              <a:spLocks noEditPoints="1"/>
            </p:cNvSpPr>
            <p:nvPr userDrawn="1"/>
          </p:nvSpPr>
          <p:spPr bwMode="auto">
            <a:xfrm>
              <a:off x="5017535"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8" name="Freeform 269">
              <a:extLst>
                <a:ext uri="{FF2B5EF4-FFF2-40B4-BE49-F238E27FC236}">
                  <a16:creationId xmlns:a16="http://schemas.microsoft.com/office/drawing/2014/main" id="{DF2CEE80-5391-4772-B0D9-2DA3584E9C58}"/>
                </a:ext>
              </a:extLst>
            </p:cNvPr>
            <p:cNvSpPr>
              <a:spLocks noEditPoints="1"/>
            </p:cNvSpPr>
            <p:nvPr userDrawn="1"/>
          </p:nvSpPr>
          <p:spPr bwMode="auto">
            <a:xfrm>
              <a:off x="391373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3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3 w 240"/>
                <a:gd name="T95" fmla="*/ 202 h 203"/>
                <a:gd name="T96" fmla="*/ 214 w 240"/>
                <a:gd name="T97" fmla="*/ 191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7 h 203"/>
                <a:gd name="T112" fmla="*/ 195 w 240"/>
                <a:gd name="T113" fmla="*/ 5 h 203"/>
                <a:gd name="T114" fmla="*/ 173 w 240"/>
                <a:gd name="T115" fmla="*/ 2 h 203"/>
                <a:gd name="T116" fmla="*/ 122 w 240"/>
                <a:gd name="T117" fmla="*/ 5 h 203"/>
                <a:gd name="T118" fmla="*/ 120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7"/>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9" name="Freeform 270">
              <a:extLst>
                <a:ext uri="{FF2B5EF4-FFF2-40B4-BE49-F238E27FC236}">
                  <a16:creationId xmlns:a16="http://schemas.microsoft.com/office/drawing/2014/main" id="{4CAA2DF1-A158-4AD9-81EF-6A083AABDB63}"/>
                </a:ext>
              </a:extLst>
            </p:cNvPr>
            <p:cNvSpPr>
              <a:spLocks/>
            </p:cNvSpPr>
            <p:nvPr userDrawn="1"/>
          </p:nvSpPr>
          <p:spPr bwMode="auto">
            <a:xfrm>
              <a:off x="3941829" y="-119411"/>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0" name="Freeform 271">
              <a:extLst>
                <a:ext uri="{FF2B5EF4-FFF2-40B4-BE49-F238E27FC236}">
                  <a16:creationId xmlns:a16="http://schemas.microsoft.com/office/drawing/2014/main" id="{C647B50D-1FD4-4F76-B03F-8B3B405865DF}"/>
                </a:ext>
              </a:extLst>
            </p:cNvPr>
            <p:cNvSpPr>
              <a:spLocks/>
            </p:cNvSpPr>
            <p:nvPr userDrawn="1"/>
          </p:nvSpPr>
          <p:spPr bwMode="auto">
            <a:xfrm>
              <a:off x="4234839" y="-3010"/>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1" name="Freeform 272">
              <a:extLst>
                <a:ext uri="{FF2B5EF4-FFF2-40B4-BE49-F238E27FC236}">
                  <a16:creationId xmlns:a16="http://schemas.microsoft.com/office/drawing/2014/main" id="{1EAB755A-5471-4169-B086-877C61C9A728}"/>
                </a:ext>
              </a:extLst>
            </p:cNvPr>
            <p:cNvSpPr>
              <a:spLocks noEditPoints="1"/>
            </p:cNvSpPr>
            <p:nvPr userDrawn="1"/>
          </p:nvSpPr>
          <p:spPr bwMode="auto">
            <a:xfrm>
              <a:off x="3550482" y="1512209"/>
              <a:ext cx="361244" cy="315086"/>
            </a:xfrm>
            <a:custGeom>
              <a:avLst/>
              <a:gdLst>
                <a:gd name="T0" fmla="*/ 211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1 w 240"/>
                <a:gd name="T15" fmla="*/ 16 h 209"/>
                <a:gd name="T16" fmla="*/ 198 w 240"/>
                <a:gd name="T17" fmla="*/ 48 h 209"/>
                <a:gd name="T18" fmla="*/ 208 w 240"/>
                <a:gd name="T19" fmla="*/ 59 h 209"/>
                <a:gd name="T20" fmla="*/ 218 w 240"/>
                <a:gd name="T21" fmla="*/ 59 h 209"/>
                <a:gd name="T22" fmla="*/ 228 w 240"/>
                <a:gd name="T23" fmla="*/ 62 h 209"/>
                <a:gd name="T24" fmla="*/ 220 w 240"/>
                <a:gd name="T25" fmla="*/ 97 h 209"/>
                <a:gd name="T26" fmla="*/ 197 w 240"/>
                <a:gd name="T27" fmla="*/ 119 h 209"/>
                <a:gd name="T28" fmla="*/ 182 w 240"/>
                <a:gd name="T29" fmla="*/ 124 h 209"/>
                <a:gd name="T30" fmla="*/ 176 w 240"/>
                <a:gd name="T31" fmla="*/ 147 h 209"/>
                <a:gd name="T32" fmla="*/ 158 w 240"/>
                <a:gd name="T33" fmla="*/ 154 h 209"/>
                <a:gd name="T34" fmla="*/ 140 w 240"/>
                <a:gd name="T35" fmla="*/ 147 h 209"/>
                <a:gd name="T36" fmla="*/ 128 w 240"/>
                <a:gd name="T37" fmla="*/ 147 h 209"/>
                <a:gd name="T38" fmla="*/ 120 w 240"/>
                <a:gd name="T39" fmla="*/ 158 h 209"/>
                <a:gd name="T40" fmla="*/ 77 w 240"/>
                <a:gd name="T41" fmla="*/ 170 h 209"/>
                <a:gd name="T42" fmla="*/ 56 w 240"/>
                <a:gd name="T43" fmla="*/ 157 h 209"/>
                <a:gd name="T44" fmla="*/ 55 w 240"/>
                <a:gd name="T45" fmla="*/ 130 h 209"/>
                <a:gd name="T46" fmla="*/ 16 w 240"/>
                <a:gd name="T47" fmla="*/ 119 h 209"/>
                <a:gd name="T48" fmla="*/ 18 w 240"/>
                <a:gd name="T49" fmla="*/ 85 h 209"/>
                <a:gd name="T50" fmla="*/ 27 w 240"/>
                <a:gd name="T51" fmla="*/ 77 h 209"/>
                <a:gd name="T52" fmla="*/ 22 w 240"/>
                <a:gd name="T53" fmla="*/ 54 h 209"/>
                <a:gd name="T54" fmla="*/ 40 w 240"/>
                <a:gd name="T55" fmla="*/ 10 h 209"/>
                <a:gd name="T56" fmla="*/ 67 w 240"/>
                <a:gd name="T57" fmla="*/ 21 h 209"/>
                <a:gd name="T58" fmla="*/ 81 w 240"/>
                <a:gd name="T59" fmla="*/ 9 h 209"/>
                <a:gd name="T60" fmla="*/ 105 w 240"/>
                <a:gd name="T61" fmla="*/ 6 h 209"/>
                <a:gd name="T62" fmla="*/ 76 w 240"/>
                <a:gd name="T63" fmla="*/ 3 h 209"/>
                <a:gd name="T64" fmla="*/ 74 w 240"/>
                <a:gd name="T65" fmla="*/ 11 h 209"/>
                <a:gd name="T66" fmla="*/ 67 w 240"/>
                <a:gd name="T67" fmla="*/ 15 h 209"/>
                <a:gd name="T68" fmla="*/ 40 w 240"/>
                <a:gd name="T69" fmla="*/ 4 h 209"/>
                <a:gd name="T70" fmla="*/ 16 w 240"/>
                <a:gd name="T71" fmla="*/ 54 h 209"/>
                <a:gd name="T72" fmla="*/ 21 w 240"/>
                <a:gd name="T73" fmla="*/ 77 h 209"/>
                <a:gd name="T74" fmla="*/ 6 w 240"/>
                <a:gd name="T75" fmla="*/ 84 h 209"/>
                <a:gd name="T76" fmla="*/ 13 w 240"/>
                <a:gd name="T77" fmla="*/ 124 h 209"/>
                <a:gd name="T78" fmla="*/ 16 w 240"/>
                <a:gd name="T79" fmla="*/ 126 h 209"/>
                <a:gd name="T80" fmla="*/ 45 w 240"/>
                <a:gd name="T81" fmla="*/ 128 h 209"/>
                <a:gd name="T82" fmla="*/ 51 w 240"/>
                <a:gd name="T83" fmla="*/ 151 h 209"/>
                <a:gd name="T84" fmla="*/ 63 w 240"/>
                <a:gd name="T85" fmla="*/ 174 h 209"/>
                <a:gd name="T86" fmla="*/ 128 w 240"/>
                <a:gd name="T87" fmla="*/ 160 h 209"/>
                <a:gd name="T88" fmla="*/ 141 w 240"/>
                <a:gd name="T89" fmla="*/ 154 h 209"/>
                <a:gd name="T90" fmla="*/ 152 w 240"/>
                <a:gd name="T91" fmla="*/ 160 h 209"/>
                <a:gd name="T92" fmla="*/ 181 w 240"/>
                <a:gd name="T93" fmla="*/ 150 h 209"/>
                <a:gd name="T94" fmla="*/ 214 w 240"/>
                <a:gd name="T95" fmla="*/ 190 h 209"/>
                <a:gd name="T96" fmla="*/ 204 w 240"/>
                <a:gd name="T97" fmla="*/ 123 h 209"/>
                <a:gd name="T98" fmla="*/ 221 w 240"/>
                <a:gd name="T99" fmla="*/ 103 h 209"/>
                <a:gd name="T100" fmla="*/ 240 w 240"/>
                <a:gd name="T101" fmla="*/ 80 h 209"/>
                <a:gd name="T102" fmla="*/ 227 w 240"/>
                <a:gd name="T103" fmla="*/ 55 h 209"/>
                <a:gd name="T104" fmla="*/ 215 w 240"/>
                <a:gd name="T105" fmla="*/ 53 h 209"/>
                <a:gd name="T106" fmla="*/ 204 w 240"/>
                <a:gd name="T107" fmla="*/ 51 h 209"/>
                <a:gd name="T108" fmla="*/ 209 w 240"/>
                <a:gd name="T109" fmla="*/ 24 h 209"/>
                <a:gd name="T110" fmla="*/ 196 w 240"/>
                <a:gd name="T111" fmla="*/ 5 h 209"/>
                <a:gd name="T112" fmla="*/ 193 w 240"/>
                <a:gd name="T113" fmla="*/ 3 h 209"/>
                <a:gd name="T114" fmla="*/ 124 w 240"/>
                <a:gd name="T115" fmla="*/ 3 h 209"/>
                <a:gd name="T116" fmla="*/ 121 w 240"/>
                <a:gd name="T117" fmla="*/ 4 h 209"/>
                <a:gd name="T118" fmla="*/ 119 w 240"/>
                <a:gd name="T119" fmla="*/ 6 h 209"/>
                <a:gd name="T120" fmla="*/ 116 w 240"/>
                <a:gd name="T121"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5" y="59"/>
                  </a:cubicBezTo>
                  <a:cubicBezTo>
                    <a:pt x="216" y="59"/>
                    <a:pt x="216"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5"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2" name="Freeform 273">
              <a:extLst>
                <a:ext uri="{FF2B5EF4-FFF2-40B4-BE49-F238E27FC236}">
                  <a16:creationId xmlns:a16="http://schemas.microsoft.com/office/drawing/2014/main" id="{9B854B76-1383-4A79-AAF2-BDC2290BAF69}"/>
                </a:ext>
              </a:extLst>
            </p:cNvPr>
            <p:cNvSpPr>
              <a:spLocks noEditPoints="1"/>
            </p:cNvSpPr>
            <p:nvPr userDrawn="1"/>
          </p:nvSpPr>
          <p:spPr bwMode="auto">
            <a:xfrm>
              <a:off x="4704456" y="-406400"/>
              <a:ext cx="361244" cy="315086"/>
            </a:xfrm>
            <a:custGeom>
              <a:avLst/>
              <a:gdLst>
                <a:gd name="T0" fmla="*/ 216 w 240"/>
                <a:gd name="T1" fmla="*/ 210 h 210"/>
                <a:gd name="T2" fmla="*/ 213 w 240"/>
                <a:gd name="T3" fmla="*/ 190 h 210"/>
                <a:gd name="T4" fmla="*/ 213 w 240"/>
                <a:gd name="T5" fmla="*/ 190 h 210"/>
                <a:gd name="T6" fmla="*/ 111 w 240"/>
                <a:gd name="T7" fmla="*/ 7 h 210"/>
                <a:gd name="T8" fmla="*/ 115 w 240"/>
                <a:gd name="T9" fmla="*/ 11 h 210"/>
                <a:gd name="T10" fmla="*/ 122 w 240"/>
                <a:gd name="T11" fmla="*/ 12 h 210"/>
                <a:gd name="T12" fmla="*/ 173 w 240"/>
                <a:gd name="T13" fmla="*/ 8 h 210"/>
                <a:gd name="T14" fmla="*/ 190 w 240"/>
                <a:gd name="T15" fmla="*/ 9 h 210"/>
                <a:gd name="T16" fmla="*/ 195 w 240"/>
                <a:gd name="T17" fmla="*/ 12 h 210"/>
                <a:gd name="T18" fmla="*/ 200 w 240"/>
                <a:gd name="T19" fmla="*/ 37 h 210"/>
                <a:gd name="T20" fmla="*/ 203 w 240"/>
                <a:gd name="T21" fmla="*/ 58 h 210"/>
                <a:gd name="T22" fmla="*/ 217 w 240"/>
                <a:gd name="T23" fmla="*/ 60 h 210"/>
                <a:gd name="T24" fmla="*/ 225 w 240"/>
                <a:gd name="T25" fmla="*/ 61 h 210"/>
                <a:gd name="T26" fmla="*/ 231 w 240"/>
                <a:gd name="T27" fmla="*/ 91 h 210"/>
                <a:gd name="T28" fmla="*/ 197 w 240"/>
                <a:gd name="T29" fmla="*/ 120 h 210"/>
                <a:gd name="T30" fmla="*/ 182 w 240"/>
                <a:gd name="T31" fmla="*/ 125 h 210"/>
                <a:gd name="T32" fmla="*/ 176 w 240"/>
                <a:gd name="T33" fmla="*/ 147 h 210"/>
                <a:gd name="T34" fmla="*/ 158 w 240"/>
                <a:gd name="T35" fmla="*/ 155 h 210"/>
                <a:gd name="T36" fmla="*/ 140 w 240"/>
                <a:gd name="T37" fmla="*/ 147 h 210"/>
                <a:gd name="T38" fmla="*/ 128 w 240"/>
                <a:gd name="T39" fmla="*/ 148 h 210"/>
                <a:gd name="T40" fmla="*/ 120 w 240"/>
                <a:gd name="T41" fmla="*/ 159 h 210"/>
                <a:gd name="T42" fmla="*/ 78 w 240"/>
                <a:gd name="T43" fmla="*/ 171 h 210"/>
                <a:gd name="T44" fmla="*/ 57 w 240"/>
                <a:gd name="T45" fmla="*/ 158 h 210"/>
                <a:gd name="T46" fmla="*/ 55 w 240"/>
                <a:gd name="T47" fmla="*/ 131 h 210"/>
                <a:gd name="T48" fmla="*/ 17 w 240"/>
                <a:gd name="T49" fmla="*/ 120 h 210"/>
                <a:gd name="T50" fmla="*/ 19 w 240"/>
                <a:gd name="T51" fmla="*/ 86 h 210"/>
                <a:gd name="T52" fmla="*/ 27 w 240"/>
                <a:gd name="T53" fmla="*/ 78 h 210"/>
                <a:gd name="T54" fmla="*/ 22 w 240"/>
                <a:gd name="T55" fmla="*/ 55 h 210"/>
                <a:gd name="T56" fmla="*/ 41 w 240"/>
                <a:gd name="T57" fmla="*/ 11 h 210"/>
                <a:gd name="T58" fmla="*/ 67 w 240"/>
                <a:gd name="T59" fmla="*/ 22 h 210"/>
                <a:gd name="T60" fmla="*/ 81 w 240"/>
                <a:gd name="T61" fmla="*/ 9 h 210"/>
                <a:gd name="T62" fmla="*/ 105 w 240"/>
                <a:gd name="T63" fmla="*/ 6 h 210"/>
                <a:gd name="T64" fmla="*/ 195 w 240"/>
                <a:gd name="T65" fmla="*/ 5 h 210"/>
                <a:gd name="T66" fmla="*/ 78 w 240"/>
                <a:gd name="T67" fmla="*/ 4 h 210"/>
                <a:gd name="T68" fmla="*/ 76 w 240"/>
                <a:gd name="T69" fmla="*/ 6 h 210"/>
                <a:gd name="T70" fmla="*/ 67 w 240"/>
                <a:gd name="T71" fmla="*/ 16 h 210"/>
                <a:gd name="T72" fmla="*/ 41 w 240"/>
                <a:gd name="T73" fmla="*/ 5 h 210"/>
                <a:gd name="T74" fmla="*/ 19 w 240"/>
                <a:gd name="T75" fmla="*/ 30 h 210"/>
                <a:gd name="T76" fmla="*/ 21 w 240"/>
                <a:gd name="T77" fmla="*/ 76 h 210"/>
                <a:gd name="T78" fmla="*/ 17 w 240"/>
                <a:gd name="T79" fmla="*/ 80 h 210"/>
                <a:gd name="T80" fmla="*/ 0 w 240"/>
                <a:gd name="T81" fmla="*/ 97 h 210"/>
                <a:gd name="T82" fmla="*/ 16 w 240"/>
                <a:gd name="T83" fmla="*/ 126 h 210"/>
                <a:gd name="T84" fmla="*/ 28 w 240"/>
                <a:gd name="T85" fmla="*/ 125 h 210"/>
                <a:gd name="T86" fmla="*/ 52 w 240"/>
                <a:gd name="T87" fmla="*/ 143 h 210"/>
                <a:gd name="T88" fmla="*/ 53 w 240"/>
                <a:gd name="T89" fmla="*/ 167 h 210"/>
                <a:gd name="T90" fmla="*/ 114 w 240"/>
                <a:gd name="T91" fmla="*/ 169 h 210"/>
                <a:gd name="T92" fmla="*/ 134 w 240"/>
                <a:gd name="T93" fmla="*/ 151 h 210"/>
                <a:gd name="T94" fmla="*/ 151 w 240"/>
                <a:gd name="T95" fmla="*/ 160 h 210"/>
                <a:gd name="T96" fmla="*/ 174 w 240"/>
                <a:gd name="T97" fmla="*/ 157 h 210"/>
                <a:gd name="T98" fmla="*/ 209 w 240"/>
                <a:gd name="T99" fmla="*/ 194 h 210"/>
                <a:gd name="T100" fmla="*/ 204 w 240"/>
                <a:gd name="T101" fmla="*/ 124 h 210"/>
                <a:gd name="T102" fmla="*/ 203 w 240"/>
                <a:gd name="T103" fmla="*/ 120 h 210"/>
                <a:gd name="T104" fmla="*/ 236 w 240"/>
                <a:gd name="T105" fmla="*/ 95 h 210"/>
                <a:gd name="T106" fmla="*/ 232 w 240"/>
                <a:gd name="T107" fmla="*/ 59 h 210"/>
                <a:gd name="T108" fmla="*/ 215 w 240"/>
                <a:gd name="T109" fmla="*/ 54 h 210"/>
                <a:gd name="T110" fmla="*/ 204 w 240"/>
                <a:gd name="T111" fmla="*/ 51 h 210"/>
                <a:gd name="T112" fmla="*/ 209 w 240"/>
                <a:gd name="T113" fmla="*/ 24 h 210"/>
                <a:gd name="T114" fmla="*/ 196 w 240"/>
                <a:gd name="T115" fmla="*/ 6 h 210"/>
                <a:gd name="T116" fmla="*/ 193 w 240"/>
                <a:gd name="T117" fmla="*/ 3 h 210"/>
                <a:gd name="T118" fmla="*/ 124 w 240"/>
                <a:gd name="T119" fmla="*/ 4 h 210"/>
                <a:gd name="T120" fmla="*/ 122 w 240"/>
                <a:gd name="T121" fmla="*/ 5 h 210"/>
                <a:gd name="T122" fmla="*/ 119 w 240"/>
                <a:gd name="T123" fmla="*/ 7 h 210"/>
                <a:gd name="T124" fmla="*/ 116 w 240"/>
                <a:gd name="T12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10">
                  <a:moveTo>
                    <a:pt x="215" y="200"/>
                  </a:moveTo>
                  <a:cubicBezTo>
                    <a:pt x="214" y="200"/>
                    <a:pt x="213" y="200"/>
                    <a:pt x="212" y="200"/>
                  </a:cubicBezTo>
                  <a:cubicBezTo>
                    <a:pt x="216" y="210"/>
                    <a:pt x="216" y="210"/>
                    <a:pt x="216" y="210"/>
                  </a:cubicBezTo>
                  <a:cubicBezTo>
                    <a:pt x="215" y="200"/>
                    <a:pt x="215" y="200"/>
                    <a:pt x="215" y="200"/>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2" y="12"/>
                    <a:pt x="122" y="12"/>
                  </a:cubicBezTo>
                  <a:cubicBezTo>
                    <a:pt x="124" y="11"/>
                    <a:pt x="125" y="10"/>
                    <a:pt x="125" y="10"/>
                  </a:cubicBezTo>
                  <a:cubicBezTo>
                    <a:pt x="126" y="10"/>
                    <a:pt x="128" y="9"/>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1"/>
                    <a:pt x="198" y="45"/>
                    <a:pt x="198" y="48"/>
                  </a:cubicBezTo>
                  <a:cubicBezTo>
                    <a:pt x="198" y="51"/>
                    <a:pt x="198" y="53"/>
                    <a:pt x="199" y="55"/>
                  </a:cubicBezTo>
                  <a:cubicBezTo>
                    <a:pt x="200" y="56"/>
                    <a:pt x="201" y="57"/>
                    <a:pt x="203" y="58"/>
                  </a:cubicBezTo>
                  <a:cubicBezTo>
                    <a:pt x="204" y="59"/>
                    <a:pt x="206" y="59"/>
                    <a:pt x="209" y="59"/>
                  </a:cubicBezTo>
                  <a:cubicBezTo>
                    <a:pt x="211" y="60"/>
                    <a:pt x="213" y="60"/>
                    <a:pt x="215" y="60"/>
                  </a:cubicBezTo>
                  <a:cubicBezTo>
                    <a:pt x="216" y="60"/>
                    <a:pt x="217" y="60"/>
                    <a:pt x="217" y="60"/>
                  </a:cubicBezTo>
                  <a:cubicBezTo>
                    <a:pt x="217" y="60"/>
                    <a:pt x="218"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49"/>
                    <a:pt x="140" y="147"/>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7" y="120"/>
                  </a:cubicBezTo>
                  <a:cubicBezTo>
                    <a:pt x="8" y="109"/>
                    <a:pt x="6" y="102"/>
                    <a:pt x="6" y="97"/>
                  </a:cubicBezTo>
                  <a:cubicBezTo>
                    <a:pt x="6" y="95"/>
                    <a:pt x="7" y="93"/>
                    <a:pt x="8" y="91"/>
                  </a:cubicBezTo>
                  <a:cubicBezTo>
                    <a:pt x="11" y="89"/>
                    <a:pt x="15" y="87"/>
                    <a:pt x="19" y="86"/>
                  </a:cubicBezTo>
                  <a:cubicBezTo>
                    <a:pt x="20"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95" y="5"/>
                  </a:moveTo>
                  <a:cubicBezTo>
                    <a:pt x="195" y="5"/>
                    <a:pt x="195" y="5"/>
                    <a:pt x="195" y="5"/>
                  </a:cubicBezTo>
                  <a:cubicBezTo>
                    <a:pt x="195" y="5"/>
                    <a:pt x="195" y="5"/>
                    <a:pt x="195" y="5"/>
                  </a:cubicBezTo>
                  <a:cubicBezTo>
                    <a:pt x="195" y="5"/>
                    <a:pt x="195" y="5"/>
                    <a:pt x="195" y="5"/>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3" y="14"/>
                    <a:pt x="71" y="14"/>
                  </a:cubicBezTo>
                  <a:cubicBezTo>
                    <a:pt x="70" y="15"/>
                    <a:pt x="69" y="16"/>
                    <a:pt x="67" y="16"/>
                  </a:cubicBezTo>
                  <a:cubicBezTo>
                    <a:pt x="67" y="16"/>
                    <a:pt x="67" y="16"/>
                    <a:pt x="67" y="16"/>
                  </a:cubicBezTo>
                  <a:cubicBezTo>
                    <a:pt x="64" y="16"/>
                    <a:pt x="59" y="14"/>
                    <a:pt x="51" y="9"/>
                  </a:cubicBezTo>
                  <a:cubicBezTo>
                    <a:pt x="48" y="6"/>
                    <a:pt x="44" y="5"/>
                    <a:pt x="41" y="5"/>
                  </a:cubicBezTo>
                  <a:cubicBezTo>
                    <a:pt x="40" y="5"/>
                    <a:pt x="40" y="5"/>
                    <a:pt x="40" y="5"/>
                  </a:cubicBezTo>
                  <a:cubicBezTo>
                    <a:pt x="36" y="5"/>
                    <a:pt x="32" y="7"/>
                    <a:pt x="29" y="11"/>
                  </a:cubicBezTo>
                  <a:cubicBezTo>
                    <a:pt x="25" y="15"/>
                    <a:pt x="21" y="23"/>
                    <a:pt x="19" y="30"/>
                  </a:cubicBezTo>
                  <a:cubicBezTo>
                    <a:pt x="17" y="38"/>
                    <a:pt x="16" y="47"/>
                    <a:pt x="16" y="55"/>
                  </a:cubicBezTo>
                  <a:cubicBezTo>
                    <a:pt x="16" y="59"/>
                    <a:pt x="17" y="63"/>
                    <a:pt x="17" y="67"/>
                  </a:cubicBezTo>
                  <a:cubicBezTo>
                    <a:pt x="18" y="70"/>
                    <a:pt x="19" y="74"/>
                    <a:pt x="21"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1" y="92"/>
                    <a:pt x="0" y="95"/>
                    <a:pt x="0" y="97"/>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3"/>
                  </a:cubicBezTo>
                  <a:cubicBezTo>
                    <a:pt x="209" y="194"/>
                    <a:pt x="209" y="194"/>
                    <a:pt x="209" y="194"/>
                  </a:cubicBezTo>
                  <a:cubicBezTo>
                    <a:pt x="211"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3" name="Freeform 274">
              <a:extLst>
                <a:ext uri="{FF2B5EF4-FFF2-40B4-BE49-F238E27FC236}">
                  <a16:creationId xmlns:a16="http://schemas.microsoft.com/office/drawing/2014/main" id="{3E90984D-AB15-4AE9-8FD2-D409F98DE741}"/>
                </a:ext>
              </a:extLst>
            </p:cNvPr>
            <p:cNvSpPr>
              <a:spLocks noEditPoints="1"/>
            </p:cNvSpPr>
            <p:nvPr userDrawn="1"/>
          </p:nvSpPr>
          <p:spPr bwMode="auto">
            <a:xfrm>
              <a:off x="4299060"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4" name="Freeform 275">
              <a:extLst>
                <a:ext uri="{FF2B5EF4-FFF2-40B4-BE49-F238E27FC236}">
                  <a16:creationId xmlns:a16="http://schemas.microsoft.com/office/drawing/2014/main" id="{35536D28-DE5D-40E7-8B8D-4EA37E0A0EF6}"/>
                </a:ext>
              </a:extLst>
            </p:cNvPr>
            <p:cNvSpPr>
              <a:spLocks noEditPoints="1"/>
            </p:cNvSpPr>
            <p:nvPr userDrawn="1"/>
          </p:nvSpPr>
          <p:spPr bwMode="auto">
            <a:xfrm>
              <a:off x="5539332" y="-302041"/>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5" name="Freeform 276">
              <a:extLst>
                <a:ext uri="{FF2B5EF4-FFF2-40B4-BE49-F238E27FC236}">
                  <a16:creationId xmlns:a16="http://schemas.microsoft.com/office/drawing/2014/main" id="{50BB0DC7-813E-451A-A648-D184A2A92775}"/>
                </a:ext>
              </a:extLst>
            </p:cNvPr>
            <p:cNvSpPr>
              <a:spLocks noEditPoints="1"/>
            </p:cNvSpPr>
            <p:nvPr userDrawn="1"/>
          </p:nvSpPr>
          <p:spPr bwMode="auto">
            <a:xfrm>
              <a:off x="5583484" y="48868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6" name="Freeform 277">
              <a:extLst>
                <a:ext uri="{FF2B5EF4-FFF2-40B4-BE49-F238E27FC236}">
                  <a16:creationId xmlns:a16="http://schemas.microsoft.com/office/drawing/2014/main" id="{FFDECAB6-47B7-4458-94C2-FD1516A32967}"/>
                </a:ext>
              </a:extLst>
            </p:cNvPr>
            <p:cNvSpPr>
              <a:spLocks noEditPoints="1"/>
            </p:cNvSpPr>
            <p:nvPr userDrawn="1"/>
          </p:nvSpPr>
          <p:spPr bwMode="auto">
            <a:xfrm>
              <a:off x="5583484"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7" name="Freeform 278">
              <a:extLst>
                <a:ext uri="{FF2B5EF4-FFF2-40B4-BE49-F238E27FC236}">
                  <a16:creationId xmlns:a16="http://schemas.microsoft.com/office/drawing/2014/main" id="{A1EE628E-1ED6-4729-8F6E-EFEABF343DF3}"/>
                </a:ext>
              </a:extLst>
            </p:cNvPr>
            <p:cNvSpPr>
              <a:spLocks noEditPoints="1"/>
            </p:cNvSpPr>
            <p:nvPr userDrawn="1"/>
          </p:nvSpPr>
          <p:spPr bwMode="auto">
            <a:xfrm>
              <a:off x="4517814"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8" name="Freeform 279">
              <a:extLst>
                <a:ext uri="{FF2B5EF4-FFF2-40B4-BE49-F238E27FC236}">
                  <a16:creationId xmlns:a16="http://schemas.microsoft.com/office/drawing/2014/main" id="{870C02B7-6AF3-4C6E-9E1F-279EC0C3FDC7}"/>
                </a:ext>
              </a:extLst>
            </p:cNvPr>
            <p:cNvSpPr>
              <a:spLocks noEditPoints="1"/>
            </p:cNvSpPr>
            <p:nvPr userDrawn="1"/>
          </p:nvSpPr>
          <p:spPr bwMode="auto">
            <a:xfrm>
              <a:off x="3269514" y="189654"/>
              <a:ext cx="222768" cy="136470"/>
            </a:xfrm>
            <a:custGeom>
              <a:avLst/>
              <a:gdLst>
                <a:gd name="T0" fmla="*/ 39 w 148"/>
                <a:gd name="T1" fmla="*/ 24 h 91"/>
                <a:gd name="T2" fmla="*/ 39 w 148"/>
                <a:gd name="T3" fmla="*/ 24 h 91"/>
                <a:gd name="T4" fmla="*/ 39 w 148"/>
                <a:gd name="T5" fmla="*/ 24 h 91"/>
                <a:gd name="T6" fmla="*/ 39 w 148"/>
                <a:gd name="T7" fmla="*/ 24 h 91"/>
                <a:gd name="T8" fmla="*/ 39 w 148"/>
                <a:gd name="T9" fmla="*/ 24 h 91"/>
                <a:gd name="T10" fmla="*/ 39 w 148"/>
                <a:gd name="T11" fmla="*/ 24 h 91"/>
                <a:gd name="T12" fmla="*/ 39 w 148"/>
                <a:gd name="T13" fmla="*/ 24 h 91"/>
                <a:gd name="T14" fmla="*/ 39 w 148"/>
                <a:gd name="T15" fmla="*/ 24 h 91"/>
                <a:gd name="T16" fmla="*/ 59 w 148"/>
                <a:gd name="T17" fmla="*/ 6 h 91"/>
                <a:gd name="T18" fmla="*/ 125 w 148"/>
                <a:gd name="T19" fmla="*/ 6 h 91"/>
                <a:gd name="T20" fmla="*/ 134 w 148"/>
                <a:gd name="T21" fmla="*/ 11 h 91"/>
                <a:gd name="T22" fmla="*/ 140 w 148"/>
                <a:gd name="T23" fmla="*/ 17 h 91"/>
                <a:gd name="T24" fmla="*/ 142 w 148"/>
                <a:gd name="T25" fmla="*/ 25 h 91"/>
                <a:gd name="T26" fmla="*/ 142 w 148"/>
                <a:gd name="T27" fmla="*/ 73 h 91"/>
                <a:gd name="T28" fmla="*/ 138 w 148"/>
                <a:gd name="T29" fmla="*/ 79 h 91"/>
                <a:gd name="T30" fmla="*/ 133 w 148"/>
                <a:gd name="T31" fmla="*/ 83 h 91"/>
                <a:gd name="T32" fmla="*/ 127 w 148"/>
                <a:gd name="T33" fmla="*/ 85 h 91"/>
                <a:gd name="T34" fmla="*/ 50 w 148"/>
                <a:gd name="T35" fmla="*/ 85 h 91"/>
                <a:gd name="T36" fmla="*/ 43 w 148"/>
                <a:gd name="T37" fmla="*/ 83 h 91"/>
                <a:gd name="T38" fmla="*/ 39 w 148"/>
                <a:gd name="T39" fmla="*/ 79 h 91"/>
                <a:gd name="T40" fmla="*/ 38 w 148"/>
                <a:gd name="T41" fmla="*/ 70 h 91"/>
                <a:gd name="T42" fmla="*/ 38 w 148"/>
                <a:gd name="T43" fmla="*/ 67 h 91"/>
                <a:gd name="T44" fmla="*/ 38 w 148"/>
                <a:gd name="T45" fmla="*/ 65 h 91"/>
                <a:gd name="T46" fmla="*/ 21 w 148"/>
                <a:gd name="T47" fmla="*/ 44 h 91"/>
                <a:gd name="T48" fmla="*/ 38 w 148"/>
                <a:gd name="T49" fmla="*/ 52 h 91"/>
                <a:gd name="T50" fmla="*/ 39 w 148"/>
                <a:gd name="T51" fmla="*/ 24 h 91"/>
                <a:gd name="T52" fmla="*/ 43 w 148"/>
                <a:gd name="T53" fmla="*/ 16 h 91"/>
                <a:gd name="T54" fmla="*/ 59 w 148"/>
                <a:gd name="T55" fmla="*/ 6 h 91"/>
                <a:gd name="T56" fmla="*/ 126 w 148"/>
                <a:gd name="T57" fmla="*/ 0 h 91"/>
                <a:gd name="T58" fmla="*/ 59 w 148"/>
                <a:gd name="T59" fmla="*/ 0 h 91"/>
                <a:gd name="T60" fmla="*/ 59 w 148"/>
                <a:gd name="T61" fmla="*/ 0 h 91"/>
                <a:gd name="T62" fmla="*/ 37 w 148"/>
                <a:gd name="T63" fmla="*/ 13 h 91"/>
                <a:gd name="T64" fmla="*/ 33 w 148"/>
                <a:gd name="T65" fmla="*/ 23 h 91"/>
                <a:gd name="T66" fmla="*/ 33 w 148"/>
                <a:gd name="T67" fmla="*/ 23 h 91"/>
                <a:gd name="T68" fmla="*/ 33 w 148"/>
                <a:gd name="T69" fmla="*/ 43 h 91"/>
                <a:gd name="T70" fmla="*/ 0 w 148"/>
                <a:gd name="T71" fmla="*/ 27 h 91"/>
                <a:gd name="T72" fmla="*/ 32 w 148"/>
                <a:gd name="T73" fmla="*/ 67 h 91"/>
                <a:gd name="T74" fmla="*/ 32 w 148"/>
                <a:gd name="T75" fmla="*/ 70 h 91"/>
                <a:gd name="T76" fmla="*/ 34 w 148"/>
                <a:gd name="T77" fmla="*/ 82 h 91"/>
                <a:gd name="T78" fmla="*/ 44 w 148"/>
                <a:gd name="T79" fmla="*/ 90 h 91"/>
                <a:gd name="T80" fmla="*/ 49 w 148"/>
                <a:gd name="T81" fmla="*/ 91 h 91"/>
                <a:gd name="T82" fmla="*/ 50 w 148"/>
                <a:gd name="T83" fmla="*/ 91 h 91"/>
                <a:gd name="T84" fmla="*/ 127 w 148"/>
                <a:gd name="T85" fmla="*/ 91 h 91"/>
                <a:gd name="T86" fmla="*/ 127 w 148"/>
                <a:gd name="T87" fmla="*/ 91 h 91"/>
                <a:gd name="T88" fmla="*/ 136 w 148"/>
                <a:gd name="T89" fmla="*/ 88 h 91"/>
                <a:gd name="T90" fmla="*/ 145 w 148"/>
                <a:gd name="T91" fmla="*/ 79 h 91"/>
                <a:gd name="T92" fmla="*/ 148 w 148"/>
                <a:gd name="T93" fmla="*/ 74 h 91"/>
                <a:gd name="T94" fmla="*/ 148 w 148"/>
                <a:gd name="T95" fmla="*/ 74 h 91"/>
                <a:gd name="T96" fmla="*/ 148 w 148"/>
                <a:gd name="T97" fmla="*/ 24 h 91"/>
                <a:gd name="T98" fmla="*/ 148 w 148"/>
                <a:gd name="T99" fmla="*/ 24 h 91"/>
                <a:gd name="T100" fmla="*/ 144 w 148"/>
                <a:gd name="T101" fmla="*/ 13 h 91"/>
                <a:gd name="T102" fmla="*/ 133 w 148"/>
                <a:gd name="T103" fmla="*/ 3 h 91"/>
                <a:gd name="T104" fmla="*/ 127 w 148"/>
                <a:gd name="T105" fmla="*/ 0 h 91"/>
                <a:gd name="T106" fmla="*/ 126 w 148"/>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91">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9" name="Freeform 280">
              <a:extLst>
                <a:ext uri="{FF2B5EF4-FFF2-40B4-BE49-F238E27FC236}">
                  <a16:creationId xmlns:a16="http://schemas.microsoft.com/office/drawing/2014/main" id="{CECA8982-6F14-4B01-9945-14FFE7497AA2}"/>
                </a:ext>
              </a:extLst>
            </p:cNvPr>
            <p:cNvSpPr>
              <a:spLocks noEditPoints="1"/>
            </p:cNvSpPr>
            <p:nvPr userDrawn="1"/>
          </p:nvSpPr>
          <p:spPr bwMode="auto">
            <a:xfrm>
              <a:off x="4913175" y="900101"/>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8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0" name="Freeform 281">
              <a:extLst>
                <a:ext uri="{FF2B5EF4-FFF2-40B4-BE49-F238E27FC236}">
                  <a16:creationId xmlns:a16="http://schemas.microsoft.com/office/drawing/2014/main" id="{7FF833A4-5D01-415C-B529-9321CFAFA420}"/>
                </a:ext>
              </a:extLst>
            </p:cNvPr>
            <p:cNvSpPr>
              <a:spLocks noEditPoints="1"/>
            </p:cNvSpPr>
            <p:nvPr userDrawn="1"/>
          </p:nvSpPr>
          <p:spPr bwMode="auto">
            <a:xfrm>
              <a:off x="3694980" y="456573"/>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1" name="Freeform 282">
              <a:extLst>
                <a:ext uri="{FF2B5EF4-FFF2-40B4-BE49-F238E27FC236}">
                  <a16:creationId xmlns:a16="http://schemas.microsoft.com/office/drawing/2014/main" id="{53D1B30A-FA17-4AAB-B283-96EB60FF2966}"/>
                </a:ext>
              </a:extLst>
            </p:cNvPr>
            <p:cNvSpPr>
              <a:spLocks/>
            </p:cNvSpPr>
            <p:nvPr userDrawn="1"/>
          </p:nvSpPr>
          <p:spPr bwMode="auto">
            <a:xfrm>
              <a:off x="4690408" y="-125432"/>
              <a:ext cx="640206" cy="192664"/>
            </a:xfrm>
            <a:custGeom>
              <a:avLst/>
              <a:gdLst>
                <a:gd name="T0" fmla="*/ 223 w 426"/>
                <a:gd name="T1" fmla="*/ 7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92 w 426"/>
                <a:gd name="T43" fmla="*/ 25 h 128"/>
                <a:gd name="T44" fmla="*/ 218 w 426"/>
                <a:gd name="T45" fmla="*/ 7 h 128"/>
                <a:gd name="T46" fmla="*/ 83 w 426"/>
                <a:gd name="T47" fmla="*/ 20 h 128"/>
                <a:gd name="T48" fmla="*/ 39 w 426"/>
                <a:gd name="T49" fmla="*/ 42 h 128"/>
                <a:gd name="T50" fmla="*/ 31 w 426"/>
                <a:gd name="T51" fmla="*/ 74 h 128"/>
                <a:gd name="T52" fmla="*/ 31 w 426"/>
                <a:gd name="T53" fmla="*/ 74 h 128"/>
                <a:gd name="T54" fmla="*/ 49 w 426"/>
                <a:gd name="T55" fmla="*/ 105 h 128"/>
                <a:gd name="T56" fmla="*/ 0 w 426"/>
                <a:gd name="T57" fmla="*/ 128 h 128"/>
                <a:gd name="T58" fmla="*/ 39 w 426"/>
                <a:gd name="T59" fmla="*/ 124 h 128"/>
                <a:gd name="T60" fmla="*/ 91 w 426"/>
                <a:gd name="T61" fmla="*/ 119 h 128"/>
                <a:gd name="T62" fmla="*/ 101 w 426"/>
                <a:gd name="T63" fmla="*/ 118 h 128"/>
                <a:gd name="T64" fmla="*/ 102 w 426"/>
                <a:gd name="T65" fmla="*/ 118 h 128"/>
                <a:gd name="T66" fmla="*/ 368 w 426"/>
                <a:gd name="T67" fmla="*/ 113 h 128"/>
                <a:gd name="T68" fmla="*/ 397 w 426"/>
                <a:gd name="T69" fmla="*/ 103 h 128"/>
                <a:gd name="T70" fmla="*/ 426 w 426"/>
                <a:gd name="T71" fmla="*/ 46 h 128"/>
                <a:gd name="T72" fmla="*/ 418 w 426"/>
                <a:gd name="T73" fmla="*/ 22 h 128"/>
                <a:gd name="T74" fmla="*/ 374 w 426"/>
                <a:gd name="T75" fmla="*/ 1 h 128"/>
                <a:gd name="T76" fmla="*/ 372 w 426"/>
                <a:gd name="T77" fmla="*/ 1 h 128"/>
                <a:gd name="T78" fmla="*/ 346 w 426"/>
                <a:gd name="T7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8">
                  <a:moveTo>
                    <a:pt x="346" y="0"/>
                  </a:moveTo>
                  <a:cubicBezTo>
                    <a:pt x="315"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7" y="25"/>
                    <a:pt x="92" y="25"/>
                  </a:cubicBezTo>
                  <a:cubicBezTo>
                    <a:pt x="111" y="23"/>
                    <a:pt x="165" y="17"/>
                    <a:pt x="221" y="13"/>
                  </a:cubicBezTo>
                  <a:cubicBezTo>
                    <a:pt x="218" y="7"/>
                    <a:pt x="218" y="7"/>
                    <a:pt x="218" y="7"/>
                  </a:cubicBezTo>
                  <a:cubicBezTo>
                    <a:pt x="206" y="8"/>
                    <a:pt x="195"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2" name="Freeform 283">
              <a:extLst>
                <a:ext uri="{FF2B5EF4-FFF2-40B4-BE49-F238E27FC236}">
                  <a16:creationId xmlns:a16="http://schemas.microsoft.com/office/drawing/2014/main" id="{E646D614-02D1-4236-9D88-F4C4C88678F2}"/>
                </a:ext>
              </a:extLst>
            </p:cNvPr>
            <p:cNvSpPr>
              <a:spLocks/>
            </p:cNvSpPr>
            <p:nvPr userDrawn="1"/>
          </p:nvSpPr>
          <p:spPr bwMode="auto">
            <a:xfrm>
              <a:off x="5017535" y="-115397"/>
              <a:ext cx="10035" cy="10035"/>
            </a:xfrm>
            <a:custGeom>
              <a:avLst/>
              <a:gdLst>
                <a:gd name="T0" fmla="*/ 5 w 6"/>
                <a:gd name="T1" fmla="*/ 0 h 6"/>
                <a:gd name="T2" fmla="*/ 0 w 6"/>
                <a:gd name="T3" fmla="*/ 0 h 6"/>
                <a:gd name="T4" fmla="*/ 3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2" y="0"/>
                    <a:pt x="0" y="0"/>
                  </a:cubicBezTo>
                  <a:cubicBezTo>
                    <a:pt x="3" y="6"/>
                    <a:pt x="3" y="6"/>
                    <a:pt x="3"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3" name="Freeform 284">
              <a:extLst>
                <a:ext uri="{FF2B5EF4-FFF2-40B4-BE49-F238E27FC236}">
                  <a16:creationId xmlns:a16="http://schemas.microsoft.com/office/drawing/2014/main" id="{C47946E9-89BE-4871-ADE1-96B547EF1240}"/>
                </a:ext>
              </a:extLst>
            </p:cNvPr>
            <p:cNvSpPr>
              <a:spLocks/>
            </p:cNvSpPr>
            <p:nvPr userDrawn="1"/>
          </p:nvSpPr>
          <p:spPr bwMode="auto">
            <a:xfrm>
              <a:off x="328155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4" name="Freeform 285">
              <a:extLst>
                <a:ext uri="{FF2B5EF4-FFF2-40B4-BE49-F238E27FC236}">
                  <a16:creationId xmlns:a16="http://schemas.microsoft.com/office/drawing/2014/main" id="{07DBB568-F158-488B-991D-91E89E5903F3}"/>
                </a:ext>
              </a:extLst>
            </p:cNvPr>
            <p:cNvSpPr>
              <a:spLocks noEditPoints="1"/>
            </p:cNvSpPr>
            <p:nvPr userDrawn="1"/>
          </p:nvSpPr>
          <p:spPr bwMode="auto">
            <a:xfrm>
              <a:off x="3847505" y="-27093"/>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5" name="Freeform 286">
              <a:extLst>
                <a:ext uri="{FF2B5EF4-FFF2-40B4-BE49-F238E27FC236}">
                  <a16:creationId xmlns:a16="http://schemas.microsoft.com/office/drawing/2014/main" id="{4D1ADDB2-A538-4276-9F8E-7BF14C491AE6}"/>
                </a:ext>
              </a:extLst>
            </p:cNvPr>
            <p:cNvSpPr>
              <a:spLocks noEditPoints="1"/>
            </p:cNvSpPr>
            <p:nvPr userDrawn="1"/>
          </p:nvSpPr>
          <p:spPr bwMode="auto">
            <a:xfrm>
              <a:off x="383546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1 w 426"/>
                <a:gd name="T75" fmla="*/ 7 h 128"/>
                <a:gd name="T76" fmla="*/ 373 w 426"/>
                <a:gd name="T77" fmla="*/ 7 h 128"/>
                <a:gd name="T78" fmla="*/ 410 w 426"/>
                <a:gd name="T79" fmla="*/ 15 h 128"/>
                <a:gd name="T80" fmla="*/ 410 w 426"/>
                <a:gd name="T81" fmla="*/ 14 h 128"/>
                <a:gd name="T82" fmla="*/ 374 w 426"/>
                <a:gd name="T83" fmla="*/ 1 h 128"/>
                <a:gd name="T84" fmla="*/ 372 w 426"/>
                <a:gd name="T8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5"/>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6" name="Freeform 287">
              <a:extLst>
                <a:ext uri="{FF2B5EF4-FFF2-40B4-BE49-F238E27FC236}">
                  <a16:creationId xmlns:a16="http://schemas.microsoft.com/office/drawing/2014/main" id="{0FA24139-4F4C-4F82-B0EA-EA6B0DD44A97}"/>
                </a:ext>
              </a:extLst>
            </p:cNvPr>
            <p:cNvSpPr>
              <a:spLocks noEditPoints="1"/>
            </p:cNvSpPr>
            <p:nvPr userDrawn="1"/>
          </p:nvSpPr>
          <p:spPr bwMode="auto">
            <a:xfrm>
              <a:off x="5408883"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6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9 w 80"/>
                <a:gd name="T59" fmla="*/ 242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7" name="Freeform 288">
              <a:extLst>
                <a:ext uri="{FF2B5EF4-FFF2-40B4-BE49-F238E27FC236}">
                  <a16:creationId xmlns:a16="http://schemas.microsoft.com/office/drawing/2014/main" id="{569BC161-49BE-43F5-A421-CE5DAE444C9F}"/>
                </a:ext>
              </a:extLst>
            </p:cNvPr>
            <p:cNvSpPr>
              <a:spLocks noEditPoints="1"/>
            </p:cNvSpPr>
            <p:nvPr userDrawn="1"/>
          </p:nvSpPr>
          <p:spPr bwMode="auto">
            <a:xfrm>
              <a:off x="5469091" y="-31107"/>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3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3"/>
                    <a:pt x="78" y="243"/>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3"/>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8" name="Freeform 289">
              <a:extLst>
                <a:ext uri="{FF2B5EF4-FFF2-40B4-BE49-F238E27FC236}">
                  <a16:creationId xmlns:a16="http://schemas.microsoft.com/office/drawing/2014/main" id="{D5C42C60-0D21-46EB-BAEC-C9589A942F07}"/>
                </a:ext>
              </a:extLst>
            </p:cNvPr>
            <p:cNvSpPr>
              <a:spLocks noEditPoints="1"/>
            </p:cNvSpPr>
            <p:nvPr userDrawn="1"/>
          </p:nvSpPr>
          <p:spPr bwMode="auto">
            <a:xfrm>
              <a:off x="4736567" y="1303490"/>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368 w 425"/>
                <a:gd name="T21" fmla="*/ 106 h 127"/>
                <a:gd name="T22" fmla="*/ 101 w 425"/>
                <a:gd name="T23" fmla="*/ 112 h 127"/>
                <a:gd name="T24" fmla="*/ 57 w 425"/>
                <a:gd name="T25" fmla="*/ 116 h 127"/>
                <a:gd name="T26" fmla="*/ 72 w 425"/>
                <a:gd name="T27" fmla="*/ 105 h 127"/>
                <a:gd name="T28" fmla="*/ 39 w 425"/>
                <a:gd name="T29" fmla="*/ 83 h 127"/>
                <a:gd name="T30" fmla="*/ 36 w 425"/>
                <a:gd name="T31" fmla="*/ 74 h 127"/>
                <a:gd name="T32" fmla="*/ 36 w 425"/>
                <a:gd name="T33" fmla="*/ 73 h 127"/>
                <a:gd name="T34" fmla="*/ 43 w 425"/>
                <a:gd name="T35" fmla="*/ 45 h 127"/>
                <a:gd name="T36" fmla="*/ 79 w 425"/>
                <a:gd name="T37" fmla="*/ 26 h 127"/>
                <a:gd name="T38" fmla="*/ 83 w 425"/>
                <a:gd name="T39" fmla="*/ 25 h 127"/>
                <a:gd name="T40" fmla="*/ 83 w 425"/>
                <a:gd name="T41" fmla="*/ 25 h 127"/>
                <a:gd name="T42" fmla="*/ 345 w 425"/>
                <a:gd name="T43" fmla="*/ 0 h 127"/>
                <a:gd name="T44" fmla="*/ 83 w 425"/>
                <a:gd name="T45" fmla="*/ 19 h 127"/>
                <a:gd name="T46" fmla="*/ 39 w 425"/>
                <a:gd name="T47" fmla="*/ 42 h 127"/>
                <a:gd name="T48" fmla="*/ 30 w 425"/>
                <a:gd name="T49" fmla="*/ 74 h 127"/>
                <a:gd name="T50" fmla="*/ 30 w 425"/>
                <a:gd name="T51" fmla="*/ 74 h 127"/>
                <a:gd name="T52" fmla="*/ 49 w 425"/>
                <a:gd name="T53" fmla="*/ 105 h 127"/>
                <a:gd name="T54" fmla="*/ 0 w 425"/>
                <a:gd name="T55" fmla="*/ 127 h 127"/>
                <a:gd name="T56" fmla="*/ 39 w 425"/>
                <a:gd name="T57" fmla="*/ 123 h 127"/>
                <a:gd name="T58" fmla="*/ 91 w 425"/>
                <a:gd name="T59" fmla="*/ 119 h 127"/>
                <a:gd name="T60" fmla="*/ 101 w 425"/>
                <a:gd name="T61" fmla="*/ 118 h 127"/>
                <a:gd name="T62" fmla="*/ 101 w 425"/>
                <a:gd name="T63" fmla="*/ 118 h 127"/>
                <a:gd name="T64" fmla="*/ 368 w 425"/>
                <a:gd name="T65" fmla="*/ 112 h 127"/>
                <a:gd name="T66" fmla="*/ 396 w 425"/>
                <a:gd name="T67" fmla="*/ 102 h 127"/>
                <a:gd name="T68" fmla="*/ 405 w 425"/>
                <a:gd name="T69" fmla="*/ 91 h 127"/>
                <a:gd name="T70" fmla="*/ 416 w 425"/>
                <a:gd name="T71" fmla="*/ 82 h 127"/>
                <a:gd name="T72" fmla="*/ 425 w 425"/>
                <a:gd name="T73" fmla="*/ 44 h 127"/>
                <a:gd name="T74" fmla="*/ 373 w 425"/>
                <a:gd name="T75" fmla="*/ 1 h 127"/>
                <a:gd name="T76" fmla="*/ 372 w 425"/>
                <a:gd name="T77" fmla="*/ 1 h 127"/>
                <a:gd name="T78" fmla="*/ 345 w 425"/>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9" name="Freeform 290">
              <a:extLst>
                <a:ext uri="{FF2B5EF4-FFF2-40B4-BE49-F238E27FC236}">
                  <a16:creationId xmlns:a16="http://schemas.microsoft.com/office/drawing/2014/main" id="{50BB9BC1-7E83-437F-BF7B-2845FF86C951}"/>
                </a:ext>
              </a:extLst>
            </p:cNvPr>
            <p:cNvSpPr>
              <a:spLocks/>
            </p:cNvSpPr>
            <p:nvPr userDrawn="1"/>
          </p:nvSpPr>
          <p:spPr bwMode="auto">
            <a:xfrm>
              <a:off x="534666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0" name="Freeform 291">
              <a:extLst>
                <a:ext uri="{FF2B5EF4-FFF2-40B4-BE49-F238E27FC236}">
                  <a16:creationId xmlns:a16="http://schemas.microsoft.com/office/drawing/2014/main" id="{68263742-3351-4570-ABAD-3D991456881B}"/>
                </a:ext>
              </a:extLst>
            </p:cNvPr>
            <p:cNvSpPr>
              <a:spLocks noEditPoints="1"/>
            </p:cNvSpPr>
            <p:nvPr userDrawn="1"/>
          </p:nvSpPr>
          <p:spPr bwMode="auto">
            <a:xfrm>
              <a:off x="5282447" y="3512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7 w 99"/>
                <a:gd name="T17" fmla="*/ 31 h 313"/>
                <a:gd name="T18" fmla="*/ 80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2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6 w 99"/>
                <a:gd name="T71" fmla="*/ 278 h 313"/>
                <a:gd name="T72" fmla="*/ 92 w 99"/>
                <a:gd name="T73" fmla="*/ 240 h 313"/>
                <a:gd name="T74" fmla="*/ 91 w 99"/>
                <a:gd name="T75" fmla="*/ 233 h 313"/>
                <a:gd name="T76" fmla="*/ 86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1" name="Freeform 292">
              <a:extLst>
                <a:ext uri="{FF2B5EF4-FFF2-40B4-BE49-F238E27FC236}">
                  <a16:creationId xmlns:a16="http://schemas.microsoft.com/office/drawing/2014/main" id="{BB0DE52B-7EEA-4530-966E-E305E3CFE0BB}"/>
                </a:ext>
              </a:extLst>
            </p:cNvPr>
            <p:cNvSpPr>
              <a:spLocks noEditPoints="1"/>
            </p:cNvSpPr>
            <p:nvPr userDrawn="1"/>
          </p:nvSpPr>
          <p:spPr bwMode="auto">
            <a:xfrm>
              <a:off x="3064809"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7 w 116"/>
                <a:gd name="T11" fmla="*/ 46 h 365"/>
                <a:gd name="T12" fmla="*/ 40 w 116"/>
                <a:gd name="T13" fmla="*/ 6 h 365"/>
                <a:gd name="T14" fmla="*/ 41 w 116"/>
                <a:gd name="T15" fmla="*/ 6 h 365"/>
                <a:gd name="T16" fmla="*/ 41 w 116"/>
                <a:gd name="T17" fmla="*/ 6 h 365"/>
                <a:gd name="T18" fmla="*/ 71 w 116"/>
                <a:gd name="T19" fmla="*/ 13 h 365"/>
                <a:gd name="T20" fmla="*/ 94 w 116"/>
                <a:gd name="T21" fmla="*/ 45 h 365"/>
                <a:gd name="T22" fmla="*/ 94 w 116"/>
                <a:gd name="T23" fmla="*/ 49 h 365"/>
                <a:gd name="T24" fmla="*/ 101 w 116"/>
                <a:gd name="T25" fmla="*/ 275 h 365"/>
                <a:gd name="T26" fmla="*/ 102 w 116"/>
                <a:gd name="T27" fmla="*/ 289 h 365"/>
                <a:gd name="T28" fmla="*/ 95 w 116"/>
                <a:gd name="T29" fmla="*/ 283 h 365"/>
                <a:gd name="T30" fmla="*/ 90 w 116"/>
                <a:gd name="T31" fmla="*/ 317 h 365"/>
                <a:gd name="T32" fmla="*/ 70 w 116"/>
                <a:gd name="T33" fmla="*/ 330 h 365"/>
                <a:gd name="T34" fmla="*/ 67 w 116"/>
                <a:gd name="T35" fmla="*/ 330 h 365"/>
                <a:gd name="T36" fmla="*/ 65 w 116"/>
                <a:gd name="T37" fmla="*/ 331 h 365"/>
                <a:gd name="T38" fmla="*/ 27 w 116"/>
                <a:gd name="T39" fmla="*/ 304 h 365"/>
                <a:gd name="T40" fmla="*/ 25 w 116"/>
                <a:gd name="T41" fmla="*/ 292 h 365"/>
                <a:gd name="T42" fmla="*/ 25 w 116"/>
                <a:gd name="T43" fmla="*/ 291 h 365"/>
                <a:gd name="T44" fmla="*/ 25 w 116"/>
                <a:gd name="T45" fmla="*/ 291 h 365"/>
                <a:gd name="T46" fmla="*/ 14 w 116"/>
                <a:gd name="T47" fmla="*/ 185 h 365"/>
                <a:gd name="T48" fmla="*/ 7 w 116"/>
                <a:gd name="T49" fmla="*/ 47 h 365"/>
                <a:gd name="T50" fmla="*/ 7 w 116"/>
                <a:gd name="T51" fmla="*/ 46 h 365"/>
                <a:gd name="T52" fmla="*/ 20 w 116"/>
                <a:gd name="T53" fmla="*/ 7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7" y="46"/>
                  </a:move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7" y="46"/>
                    <a:pt x="7" y="46"/>
                    <a:pt x="7" y="46"/>
                  </a:cubicBezTo>
                  <a:moveTo>
                    <a:pt x="40" y="0"/>
                  </a:moveTo>
                  <a:cubicBezTo>
                    <a:pt x="36" y="0"/>
                    <a:pt x="28" y="1"/>
                    <a:pt x="20" y="7"/>
                  </a:cubicBezTo>
                  <a:cubicBezTo>
                    <a:pt x="12" y="13"/>
                    <a:pt x="4" y="24"/>
                    <a:pt x="1" y="45"/>
                  </a:cubicBezTo>
                  <a:cubicBezTo>
                    <a:pt x="1" y="45"/>
                    <a:pt x="1" y="45"/>
                    <a:pt x="1" y="45"/>
                  </a:cubicBezTo>
                  <a:cubicBezTo>
                    <a:pt x="1" y="45"/>
                    <a:pt x="1" y="45"/>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2" name="Freeform 293">
              <a:extLst>
                <a:ext uri="{FF2B5EF4-FFF2-40B4-BE49-F238E27FC236}">
                  <a16:creationId xmlns:a16="http://schemas.microsoft.com/office/drawing/2014/main" id="{5E93D65F-259D-4366-BAB8-AF724060BD88}"/>
                </a:ext>
              </a:extLst>
            </p:cNvPr>
            <p:cNvSpPr>
              <a:spLocks/>
            </p:cNvSpPr>
            <p:nvPr userDrawn="1"/>
          </p:nvSpPr>
          <p:spPr bwMode="auto">
            <a:xfrm>
              <a:off x="3233390"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3" name="Freeform 294">
              <a:extLst>
                <a:ext uri="{FF2B5EF4-FFF2-40B4-BE49-F238E27FC236}">
                  <a16:creationId xmlns:a16="http://schemas.microsoft.com/office/drawing/2014/main" id="{3ACCDFB2-6C3C-47C9-B51C-065F2D65A335}"/>
                </a:ext>
              </a:extLst>
            </p:cNvPr>
            <p:cNvSpPr>
              <a:spLocks noEditPoints="1"/>
            </p:cNvSpPr>
            <p:nvPr userDrawn="1"/>
          </p:nvSpPr>
          <p:spPr bwMode="auto">
            <a:xfrm>
              <a:off x="4760650"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6 w 126"/>
                <a:gd name="T87" fmla="*/ 76 h 98"/>
                <a:gd name="T88" fmla="*/ 90 w 126"/>
                <a:gd name="T89" fmla="*/ 98 h 98"/>
                <a:gd name="T90" fmla="*/ 69 w 126"/>
                <a:gd name="T91" fmla="*/ 76 h 98"/>
                <a:gd name="T92" fmla="*/ 97 w 126"/>
                <a:gd name="T93" fmla="*/ 75 h 98"/>
                <a:gd name="T94" fmla="*/ 97 w 126"/>
                <a:gd name="T95" fmla="*/ 75 h 98"/>
                <a:gd name="T96" fmla="*/ 112 w 126"/>
                <a:gd name="T97" fmla="*/ 71 h 98"/>
                <a:gd name="T98" fmla="*/ 122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4" name="Freeform 295">
              <a:extLst>
                <a:ext uri="{FF2B5EF4-FFF2-40B4-BE49-F238E27FC236}">
                  <a16:creationId xmlns:a16="http://schemas.microsoft.com/office/drawing/2014/main" id="{AEC12323-E928-4948-A0F3-91399EDB9913}"/>
                </a:ext>
              </a:extLst>
            </p:cNvPr>
            <p:cNvSpPr>
              <a:spLocks noEditPoints="1"/>
            </p:cNvSpPr>
            <p:nvPr userDrawn="1"/>
          </p:nvSpPr>
          <p:spPr bwMode="auto">
            <a:xfrm>
              <a:off x="3036712" y="-275950"/>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5" name="Freeform 296">
              <a:extLst>
                <a:ext uri="{FF2B5EF4-FFF2-40B4-BE49-F238E27FC236}">
                  <a16:creationId xmlns:a16="http://schemas.microsoft.com/office/drawing/2014/main" id="{8B2A53C9-3782-4E11-A792-62FCCE067F95}"/>
                </a:ext>
              </a:extLst>
            </p:cNvPr>
            <p:cNvSpPr>
              <a:spLocks noEditPoints="1"/>
            </p:cNvSpPr>
            <p:nvPr userDrawn="1"/>
          </p:nvSpPr>
          <p:spPr bwMode="auto">
            <a:xfrm>
              <a:off x="5105839" y="892073"/>
              <a:ext cx="238823" cy="180622"/>
            </a:xfrm>
            <a:custGeom>
              <a:avLst/>
              <a:gdLst>
                <a:gd name="T0" fmla="*/ 5 w 159"/>
                <a:gd name="T1" fmla="*/ 45 h 121"/>
                <a:gd name="T2" fmla="*/ 5 w 159"/>
                <a:gd name="T3" fmla="*/ 45 h 121"/>
                <a:gd name="T4" fmla="*/ 45 w 159"/>
                <a:gd name="T5" fmla="*/ 32 h 121"/>
                <a:gd name="T6" fmla="*/ 85 w 159"/>
                <a:gd name="T7" fmla="*/ 16 h 121"/>
                <a:gd name="T8" fmla="*/ 70 w 159"/>
                <a:gd name="T9" fmla="*/ 31 h 121"/>
                <a:gd name="T10" fmla="*/ 122 w 159"/>
                <a:gd name="T11" fmla="*/ 33 h 121"/>
                <a:gd name="T12" fmla="*/ 122 w 159"/>
                <a:gd name="T13" fmla="*/ 33 h 121"/>
                <a:gd name="T14" fmla="*/ 139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6 w 159"/>
                <a:gd name="T27" fmla="*/ 105 h 121"/>
                <a:gd name="T28" fmla="*/ 115 w 159"/>
                <a:gd name="T29" fmla="*/ 115 h 121"/>
                <a:gd name="T30" fmla="*/ 22 w 159"/>
                <a:gd name="T31" fmla="*/ 115 h 121"/>
                <a:gd name="T32" fmla="*/ 13 w 159"/>
                <a:gd name="T33" fmla="*/ 110 h 121"/>
                <a:gd name="T34" fmla="*/ 8 w 159"/>
                <a:gd name="T35" fmla="*/ 104 h 121"/>
                <a:gd name="T36" fmla="*/ 6 w 159"/>
                <a:gd name="T37" fmla="*/ 95 h 121"/>
                <a:gd name="T38" fmla="*/ 6 w 159"/>
                <a:gd name="T39" fmla="*/ 94 h 121"/>
                <a:gd name="T40" fmla="*/ 6 w 159"/>
                <a:gd name="T41" fmla="*/ 93 h 121"/>
                <a:gd name="T42" fmla="*/ 6 w 159"/>
                <a:gd name="T43" fmla="*/ 45 h 121"/>
                <a:gd name="T44" fmla="*/ 11 w 159"/>
                <a:gd name="T45" fmla="*/ 38 h 121"/>
                <a:gd name="T46" fmla="*/ 35 w 159"/>
                <a:gd name="T47" fmla="*/ 31 h 121"/>
                <a:gd name="T48" fmla="*/ 44 w 159"/>
                <a:gd name="T49" fmla="*/ 32 h 121"/>
                <a:gd name="T50" fmla="*/ 45 w 159"/>
                <a:gd name="T51" fmla="*/ 32 h 121"/>
                <a:gd name="T52" fmla="*/ 110 w 159"/>
                <a:gd name="T53" fmla="*/ 0 h 121"/>
                <a:gd name="T54" fmla="*/ 44 w 159"/>
                <a:gd name="T55" fmla="*/ 26 h 121"/>
                <a:gd name="T56" fmla="*/ 35 w 159"/>
                <a:gd name="T57" fmla="*/ 25 h 121"/>
                <a:gd name="T58" fmla="*/ 35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3 w 159"/>
                <a:gd name="T71" fmla="*/ 107 h 121"/>
                <a:gd name="T72" fmla="*/ 14 w 159"/>
                <a:gd name="T73" fmla="*/ 118 h 121"/>
                <a:gd name="T74" fmla="*/ 21 w 159"/>
                <a:gd name="T75" fmla="*/ 121 h 121"/>
                <a:gd name="T76" fmla="*/ 21 w 159"/>
                <a:gd name="T77" fmla="*/ 121 h 121"/>
                <a:gd name="T78" fmla="*/ 21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4 w 159"/>
                <a:gd name="T103" fmla="*/ 25 h 121"/>
                <a:gd name="T104" fmla="*/ 110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6"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6" name="Freeform 297">
              <a:extLst>
                <a:ext uri="{FF2B5EF4-FFF2-40B4-BE49-F238E27FC236}">
                  <a16:creationId xmlns:a16="http://schemas.microsoft.com/office/drawing/2014/main" id="{AB8F3D81-1EFA-4267-B629-01F5B9FCEA31}"/>
                </a:ext>
              </a:extLst>
            </p:cNvPr>
            <p:cNvSpPr>
              <a:spLocks noEditPoints="1"/>
            </p:cNvSpPr>
            <p:nvPr userDrawn="1"/>
          </p:nvSpPr>
          <p:spPr bwMode="auto">
            <a:xfrm>
              <a:off x="4746602" y="233806"/>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7" name="Freeform 298">
              <a:extLst>
                <a:ext uri="{FF2B5EF4-FFF2-40B4-BE49-F238E27FC236}">
                  <a16:creationId xmlns:a16="http://schemas.microsoft.com/office/drawing/2014/main" id="{09FC5A8C-E7DD-4260-BAB9-9496F15A058E}"/>
                </a:ext>
              </a:extLst>
            </p:cNvPr>
            <p:cNvSpPr>
              <a:spLocks noEditPoints="1"/>
            </p:cNvSpPr>
            <p:nvPr userDrawn="1"/>
          </p:nvSpPr>
          <p:spPr bwMode="auto">
            <a:xfrm>
              <a:off x="5553381" y="1405843"/>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8" name="Freeform 299">
              <a:extLst>
                <a:ext uri="{FF2B5EF4-FFF2-40B4-BE49-F238E27FC236}">
                  <a16:creationId xmlns:a16="http://schemas.microsoft.com/office/drawing/2014/main" id="{8DBD6AE8-57DB-4FE1-8222-66648EEB5EA6}"/>
                </a:ext>
              </a:extLst>
            </p:cNvPr>
            <p:cNvSpPr>
              <a:spLocks/>
            </p:cNvSpPr>
            <p:nvPr userDrawn="1"/>
          </p:nvSpPr>
          <p:spPr bwMode="auto">
            <a:xfrm>
              <a:off x="5760092" y="1570410"/>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9" name="Freeform 300">
              <a:extLst>
                <a:ext uri="{FF2B5EF4-FFF2-40B4-BE49-F238E27FC236}">
                  <a16:creationId xmlns:a16="http://schemas.microsoft.com/office/drawing/2014/main" id="{09FD470D-5E54-4C82-94F9-7C7FE9C59AED}"/>
                </a:ext>
              </a:extLst>
            </p:cNvPr>
            <p:cNvSpPr>
              <a:spLocks noEditPoints="1"/>
            </p:cNvSpPr>
            <p:nvPr userDrawn="1"/>
          </p:nvSpPr>
          <p:spPr bwMode="auto">
            <a:xfrm>
              <a:off x="4730547" y="1010480"/>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0" name="Freeform 301">
              <a:extLst>
                <a:ext uri="{FF2B5EF4-FFF2-40B4-BE49-F238E27FC236}">
                  <a16:creationId xmlns:a16="http://schemas.microsoft.com/office/drawing/2014/main" id="{CB06BC73-95F9-447C-B146-6181D365F100}"/>
                </a:ext>
              </a:extLst>
            </p:cNvPr>
            <p:cNvSpPr>
              <a:spLocks noEditPoints="1"/>
            </p:cNvSpPr>
            <p:nvPr userDrawn="1"/>
          </p:nvSpPr>
          <p:spPr bwMode="auto">
            <a:xfrm>
              <a:off x="5083763"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19"/>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1" name="Freeform 302">
              <a:extLst>
                <a:ext uri="{FF2B5EF4-FFF2-40B4-BE49-F238E27FC236}">
                  <a16:creationId xmlns:a16="http://schemas.microsoft.com/office/drawing/2014/main" id="{D86BDAA8-DE07-4A7E-A635-242CD211F657}"/>
                </a:ext>
              </a:extLst>
            </p:cNvPr>
            <p:cNvSpPr>
              <a:spLocks noEditPoints="1"/>
            </p:cNvSpPr>
            <p:nvPr userDrawn="1"/>
          </p:nvSpPr>
          <p:spPr bwMode="auto">
            <a:xfrm>
              <a:off x="3572557"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2" name="Freeform 303">
              <a:extLst>
                <a:ext uri="{FF2B5EF4-FFF2-40B4-BE49-F238E27FC236}">
                  <a16:creationId xmlns:a16="http://schemas.microsoft.com/office/drawing/2014/main" id="{ECBEFFC5-EA5A-4477-8455-7EC9D9807C3A}"/>
                </a:ext>
              </a:extLst>
            </p:cNvPr>
            <p:cNvSpPr>
              <a:spLocks/>
            </p:cNvSpPr>
            <p:nvPr userDrawn="1"/>
          </p:nvSpPr>
          <p:spPr bwMode="auto">
            <a:xfrm>
              <a:off x="3703007"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3" name="Freeform 304">
              <a:extLst>
                <a:ext uri="{FF2B5EF4-FFF2-40B4-BE49-F238E27FC236}">
                  <a16:creationId xmlns:a16="http://schemas.microsoft.com/office/drawing/2014/main" id="{9A36D2FF-4FB2-4FAC-B667-C1A173345F54}"/>
                </a:ext>
              </a:extLst>
            </p:cNvPr>
            <p:cNvSpPr>
              <a:spLocks/>
            </p:cNvSpPr>
            <p:nvPr userDrawn="1"/>
          </p:nvSpPr>
          <p:spPr bwMode="auto">
            <a:xfrm>
              <a:off x="4433524" y="308061"/>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2 h 177"/>
                <a:gd name="T12" fmla="*/ 17 w 209"/>
                <a:gd name="T13" fmla="*/ 177 h 177"/>
                <a:gd name="T14" fmla="*/ 40 w 209"/>
                <a:gd name="T15" fmla="*/ 144 h 177"/>
                <a:gd name="T16" fmla="*/ 85 w 209"/>
                <a:gd name="T17" fmla="*/ 165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2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4" name="Freeform 305">
              <a:extLst>
                <a:ext uri="{FF2B5EF4-FFF2-40B4-BE49-F238E27FC236}">
                  <a16:creationId xmlns:a16="http://schemas.microsoft.com/office/drawing/2014/main" id="{DC5D1567-6661-4974-AFFA-ACDC3F914E56}"/>
                </a:ext>
              </a:extLst>
            </p:cNvPr>
            <p:cNvSpPr>
              <a:spLocks/>
            </p:cNvSpPr>
            <p:nvPr userDrawn="1"/>
          </p:nvSpPr>
          <p:spPr bwMode="auto">
            <a:xfrm>
              <a:off x="4608124" y="556918"/>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5" name="Freeform 306">
              <a:extLst>
                <a:ext uri="{FF2B5EF4-FFF2-40B4-BE49-F238E27FC236}">
                  <a16:creationId xmlns:a16="http://schemas.microsoft.com/office/drawing/2014/main" id="{AC84431C-5938-47FD-849E-92B0F3F7969B}"/>
                </a:ext>
              </a:extLst>
            </p:cNvPr>
            <p:cNvSpPr>
              <a:spLocks/>
            </p:cNvSpPr>
            <p:nvPr userDrawn="1"/>
          </p:nvSpPr>
          <p:spPr bwMode="auto">
            <a:xfrm>
              <a:off x="4447571"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6" name="Freeform 307">
              <a:extLst>
                <a:ext uri="{FF2B5EF4-FFF2-40B4-BE49-F238E27FC236}">
                  <a16:creationId xmlns:a16="http://schemas.microsoft.com/office/drawing/2014/main" id="{B8C5F1A3-7D88-4C74-9F02-8366AA0B0AD4}"/>
                </a:ext>
              </a:extLst>
            </p:cNvPr>
            <p:cNvSpPr>
              <a:spLocks/>
            </p:cNvSpPr>
            <p:nvPr userDrawn="1"/>
          </p:nvSpPr>
          <p:spPr bwMode="auto">
            <a:xfrm>
              <a:off x="4451585"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7" name="Freeform 308">
              <a:extLst>
                <a:ext uri="{FF2B5EF4-FFF2-40B4-BE49-F238E27FC236}">
                  <a16:creationId xmlns:a16="http://schemas.microsoft.com/office/drawing/2014/main" id="{EB095A45-6EB6-4C72-8DF5-6C5769C04057}"/>
                </a:ext>
              </a:extLst>
            </p:cNvPr>
            <p:cNvSpPr>
              <a:spLocks noEditPoints="1"/>
            </p:cNvSpPr>
            <p:nvPr userDrawn="1"/>
          </p:nvSpPr>
          <p:spPr bwMode="auto">
            <a:xfrm>
              <a:off x="5585492" y="109377"/>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8" name="Freeform 309">
              <a:extLst>
                <a:ext uri="{FF2B5EF4-FFF2-40B4-BE49-F238E27FC236}">
                  <a16:creationId xmlns:a16="http://schemas.microsoft.com/office/drawing/2014/main" id="{16F5B950-88CA-4005-B3D8-1F2624172D58}"/>
                </a:ext>
              </a:extLst>
            </p:cNvPr>
            <p:cNvSpPr>
              <a:spLocks noEditPoints="1"/>
            </p:cNvSpPr>
            <p:nvPr userDrawn="1"/>
          </p:nvSpPr>
          <p:spPr bwMode="auto">
            <a:xfrm>
              <a:off x="5830335" y="109377"/>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9" name="Freeform 310">
              <a:extLst>
                <a:ext uri="{FF2B5EF4-FFF2-40B4-BE49-F238E27FC236}">
                  <a16:creationId xmlns:a16="http://schemas.microsoft.com/office/drawing/2014/main" id="{34C6C62D-D264-4036-B631-C6039817CC3E}"/>
                </a:ext>
              </a:extLst>
            </p:cNvPr>
            <p:cNvSpPr>
              <a:spLocks/>
            </p:cNvSpPr>
            <p:nvPr userDrawn="1"/>
          </p:nvSpPr>
          <p:spPr bwMode="auto">
            <a:xfrm>
              <a:off x="5585492" y="300033"/>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0" name="Freeform 311">
              <a:extLst>
                <a:ext uri="{FF2B5EF4-FFF2-40B4-BE49-F238E27FC236}">
                  <a16:creationId xmlns:a16="http://schemas.microsoft.com/office/drawing/2014/main" id="{D4D554E4-299E-474E-A3D7-D4C9566D3BB7}"/>
                </a:ext>
              </a:extLst>
            </p:cNvPr>
            <p:cNvSpPr>
              <a:spLocks noEditPoints="1"/>
            </p:cNvSpPr>
            <p:nvPr userDrawn="1"/>
          </p:nvSpPr>
          <p:spPr bwMode="auto">
            <a:xfrm>
              <a:off x="3420032" y="1171034"/>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1" name="Freeform 312">
              <a:extLst>
                <a:ext uri="{FF2B5EF4-FFF2-40B4-BE49-F238E27FC236}">
                  <a16:creationId xmlns:a16="http://schemas.microsoft.com/office/drawing/2014/main" id="{22AFFEFA-7536-4168-8B92-57D972F5AB57}"/>
                </a:ext>
              </a:extLst>
            </p:cNvPr>
            <p:cNvSpPr>
              <a:spLocks noEditPoints="1"/>
            </p:cNvSpPr>
            <p:nvPr userDrawn="1"/>
          </p:nvSpPr>
          <p:spPr bwMode="auto">
            <a:xfrm>
              <a:off x="4993452" y="338165"/>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2" name="Freeform 313">
              <a:extLst>
                <a:ext uri="{FF2B5EF4-FFF2-40B4-BE49-F238E27FC236}">
                  <a16:creationId xmlns:a16="http://schemas.microsoft.com/office/drawing/2014/main" id="{7F9FA419-FB1B-4477-8A8D-9E47271EC995}"/>
                </a:ext>
              </a:extLst>
            </p:cNvPr>
            <p:cNvSpPr>
              <a:spLocks noEditPoints="1"/>
            </p:cNvSpPr>
            <p:nvPr userDrawn="1"/>
          </p:nvSpPr>
          <p:spPr bwMode="auto">
            <a:xfrm>
              <a:off x="3755187" y="1395808"/>
              <a:ext cx="156539" cy="106367"/>
            </a:xfrm>
            <a:custGeom>
              <a:avLst/>
              <a:gdLst>
                <a:gd name="T0" fmla="*/ 47 w 104"/>
                <a:gd name="T1" fmla="*/ 0 h 70"/>
                <a:gd name="T2" fmla="*/ 47 w 104"/>
                <a:gd name="T3" fmla="*/ 0 h 70"/>
                <a:gd name="T4" fmla="*/ 47 w 104"/>
                <a:gd name="T5" fmla="*/ 0 h 70"/>
                <a:gd name="T6" fmla="*/ 47 w 104"/>
                <a:gd name="T7" fmla="*/ 0 h 70"/>
                <a:gd name="T8" fmla="*/ 9 w 104"/>
                <a:gd name="T9" fmla="*/ 31 h 70"/>
                <a:gd name="T10" fmla="*/ 11 w 104"/>
                <a:gd name="T11" fmla="*/ 28 h 70"/>
                <a:gd name="T12" fmla="*/ 9 w 104"/>
                <a:gd name="T13" fmla="*/ 31 h 70"/>
                <a:gd name="T14" fmla="*/ 30 w 104"/>
                <a:gd name="T15" fmla="*/ 19 h 70"/>
                <a:gd name="T16" fmla="*/ 30 w 104"/>
                <a:gd name="T17" fmla="*/ 19 h 70"/>
                <a:gd name="T18" fmla="*/ 47 w 104"/>
                <a:gd name="T19" fmla="*/ 6 h 70"/>
                <a:gd name="T20" fmla="*/ 84 w 104"/>
                <a:gd name="T21" fmla="*/ 6 h 70"/>
                <a:gd name="T22" fmla="*/ 90 w 104"/>
                <a:gd name="T23" fmla="*/ 8 h 70"/>
                <a:gd name="T24" fmla="*/ 98 w 104"/>
                <a:gd name="T25" fmla="*/ 20 h 70"/>
                <a:gd name="T26" fmla="*/ 98 w 104"/>
                <a:gd name="T27" fmla="*/ 54 h 70"/>
                <a:gd name="T28" fmla="*/ 98 w 104"/>
                <a:gd name="T29" fmla="*/ 54 h 70"/>
                <a:gd name="T30" fmla="*/ 98 w 104"/>
                <a:gd name="T31" fmla="*/ 55 h 70"/>
                <a:gd name="T32" fmla="*/ 96 w 104"/>
                <a:gd name="T33" fmla="*/ 59 h 70"/>
                <a:gd name="T34" fmla="*/ 82 w 104"/>
                <a:gd name="T35" fmla="*/ 64 h 70"/>
                <a:gd name="T36" fmla="*/ 41 w 104"/>
                <a:gd name="T37" fmla="*/ 64 h 70"/>
                <a:gd name="T38" fmla="*/ 36 w 104"/>
                <a:gd name="T39" fmla="*/ 62 h 70"/>
                <a:gd name="T40" fmla="*/ 32 w 104"/>
                <a:gd name="T41" fmla="*/ 58 h 70"/>
                <a:gd name="T42" fmla="*/ 31 w 104"/>
                <a:gd name="T43" fmla="*/ 50 h 70"/>
                <a:gd name="T44" fmla="*/ 31 w 104"/>
                <a:gd name="T45" fmla="*/ 49 h 70"/>
                <a:gd name="T46" fmla="*/ 21 w 104"/>
                <a:gd name="T47" fmla="*/ 37 h 70"/>
                <a:gd name="T48" fmla="*/ 31 w 104"/>
                <a:gd name="T49" fmla="*/ 42 h 70"/>
                <a:gd name="T50" fmla="*/ 31 w 104"/>
                <a:gd name="T51" fmla="*/ 19 h 70"/>
                <a:gd name="T52" fmla="*/ 34 w 104"/>
                <a:gd name="T53" fmla="*/ 12 h 70"/>
                <a:gd name="T54" fmla="*/ 38 w 104"/>
                <a:gd name="T55" fmla="*/ 8 h 70"/>
                <a:gd name="T56" fmla="*/ 47 w 104"/>
                <a:gd name="T57" fmla="*/ 6 h 70"/>
                <a:gd name="T58" fmla="*/ 47 w 104"/>
                <a:gd name="T59" fmla="*/ 6 h 70"/>
                <a:gd name="T60" fmla="*/ 84 w 104"/>
                <a:gd name="T61" fmla="*/ 0 h 70"/>
                <a:gd name="T62" fmla="*/ 47 w 104"/>
                <a:gd name="T63" fmla="*/ 0 h 70"/>
                <a:gd name="T64" fmla="*/ 35 w 104"/>
                <a:gd name="T65" fmla="*/ 3 h 70"/>
                <a:gd name="T66" fmla="*/ 26 w 104"/>
                <a:gd name="T67" fmla="*/ 13 h 70"/>
                <a:gd name="T68" fmla="*/ 25 w 104"/>
                <a:gd name="T69" fmla="*/ 19 h 70"/>
                <a:gd name="T70" fmla="*/ 25 w 104"/>
                <a:gd name="T71" fmla="*/ 19 h 70"/>
                <a:gd name="T72" fmla="*/ 25 w 104"/>
                <a:gd name="T73" fmla="*/ 32 h 70"/>
                <a:gd name="T74" fmla="*/ 0 w 104"/>
                <a:gd name="T75" fmla="*/ 19 h 70"/>
                <a:gd name="T76" fmla="*/ 8 w 104"/>
                <a:gd name="T77" fmla="*/ 30 h 70"/>
                <a:gd name="T78" fmla="*/ 11 w 104"/>
                <a:gd name="T79" fmla="*/ 28 h 70"/>
                <a:gd name="T80" fmla="*/ 8 w 104"/>
                <a:gd name="T81" fmla="*/ 30 h 70"/>
                <a:gd name="T82" fmla="*/ 25 w 104"/>
                <a:gd name="T83" fmla="*/ 51 h 70"/>
                <a:gd name="T84" fmla="*/ 27 w 104"/>
                <a:gd name="T85" fmla="*/ 61 h 70"/>
                <a:gd name="T86" fmla="*/ 36 w 104"/>
                <a:gd name="T87" fmla="*/ 69 h 70"/>
                <a:gd name="T88" fmla="*/ 41 w 104"/>
                <a:gd name="T89" fmla="*/ 70 h 70"/>
                <a:gd name="T90" fmla="*/ 41 w 104"/>
                <a:gd name="T91" fmla="*/ 70 h 70"/>
                <a:gd name="T92" fmla="*/ 82 w 104"/>
                <a:gd name="T93" fmla="*/ 70 h 70"/>
                <a:gd name="T94" fmla="*/ 82 w 104"/>
                <a:gd name="T95" fmla="*/ 70 h 70"/>
                <a:gd name="T96" fmla="*/ 100 w 104"/>
                <a:gd name="T97" fmla="*/ 64 h 70"/>
                <a:gd name="T98" fmla="*/ 104 w 104"/>
                <a:gd name="T99" fmla="*/ 55 h 70"/>
                <a:gd name="T100" fmla="*/ 104 w 104"/>
                <a:gd name="T101" fmla="*/ 53 h 70"/>
                <a:gd name="T102" fmla="*/ 104 w 104"/>
                <a:gd name="T103" fmla="*/ 20 h 70"/>
                <a:gd name="T104" fmla="*/ 104 w 104"/>
                <a:gd name="T105" fmla="*/ 19 h 70"/>
                <a:gd name="T106" fmla="*/ 93 w 104"/>
                <a:gd name="T107" fmla="*/ 3 h 70"/>
                <a:gd name="T108" fmla="*/ 84 w 104"/>
                <a:gd name="T109" fmla="*/ 0 h 70"/>
                <a:gd name="T110" fmla="*/ 84 w 104"/>
                <a:gd name="T11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70">
                  <a:moveTo>
                    <a:pt x="47" y="0"/>
                  </a:moveTo>
                  <a:cubicBezTo>
                    <a:pt x="47" y="0"/>
                    <a:pt x="47" y="0"/>
                    <a:pt x="47" y="0"/>
                  </a:cubicBezTo>
                  <a:cubicBezTo>
                    <a:pt x="47" y="0"/>
                    <a:pt x="47" y="0"/>
                    <a:pt x="47" y="0"/>
                  </a:cubicBezTo>
                  <a:cubicBezTo>
                    <a:pt x="47" y="0"/>
                    <a:pt x="47" y="0"/>
                    <a:pt x="47" y="0"/>
                  </a:cubicBezTo>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5"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3" name="Freeform 314">
              <a:extLst>
                <a:ext uri="{FF2B5EF4-FFF2-40B4-BE49-F238E27FC236}">
                  <a16:creationId xmlns:a16="http://schemas.microsoft.com/office/drawing/2014/main" id="{C612F04E-8BDB-40C0-9C9B-B062A16751D0}"/>
                </a:ext>
              </a:extLst>
            </p:cNvPr>
            <p:cNvSpPr>
              <a:spLocks noEditPoints="1"/>
            </p:cNvSpPr>
            <p:nvPr userDrawn="1"/>
          </p:nvSpPr>
          <p:spPr bwMode="auto">
            <a:xfrm>
              <a:off x="3199272" y="1526258"/>
              <a:ext cx="214740" cy="148512"/>
            </a:xfrm>
            <a:custGeom>
              <a:avLst/>
              <a:gdLst>
                <a:gd name="T0" fmla="*/ 62 w 143"/>
                <a:gd name="T1" fmla="*/ 0 h 98"/>
                <a:gd name="T2" fmla="*/ 62 w 143"/>
                <a:gd name="T3" fmla="*/ 0 h 98"/>
                <a:gd name="T4" fmla="*/ 62 w 143"/>
                <a:gd name="T5" fmla="*/ 0 h 98"/>
                <a:gd name="T6" fmla="*/ 62 w 143"/>
                <a:gd name="T7" fmla="*/ 0 h 98"/>
                <a:gd name="T8" fmla="*/ 9 w 143"/>
                <a:gd name="T9" fmla="*/ 42 h 98"/>
                <a:gd name="T10" fmla="*/ 10 w 143"/>
                <a:gd name="T11" fmla="*/ 39 h 98"/>
                <a:gd name="T12" fmla="*/ 9 w 143"/>
                <a:gd name="T13" fmla="*/ 42 h 98"/>
                <a:gd name="T14" fmla="*/ 62 w 143"/>
                <a:gd name="T15" fmla="*/ 6 h 98"/>
                <a:gd name="T16" fmla="*/ 115 w 143"/>
                <a:gd name="T17" fmla="*/ 6 h 98"/>
                <a:gd name="T18" fmla="*/ 124 w 143"/>
                <a:gd name="T19" fmla="*/ 10 h 98"/>
                <a:gd name="T20" fmla="*/ 136 w 143"/>
                <a:gd name="T21" fmla="*/ 28 h 98"/>
                <a:gd name="T22" fmla="*/ 136 w 143"/>
                <a:gd name="T23" fmla="*/ 76 h 98"/>
                <a:gd name="T24" fmla="*/ 136 w 143"/>
                <a:gd name="T25" fmla="*/ 76 h 98"/>
                <a:gd name="T26" fmla="*/ 137 w 143"/>
                <a:gd name="T27" fmla="*/ 77 h 98"/>
                <a:gd name="T28" fmla="*/ 133 w 143"/>
                <a:gd name="T29" fmla="*/ 85 h 98"/>
                <a:gd name="T30" fmla="*/ 111 w 143"/>
                <a:gd name="T31" fmla="*/ 92 h 98"/>
                <a:gd name="T32" fmla="*/ 54 w 143"/>
                <a:gd name="T33" fmla="*/ 92 h 98"/>
                <a:gd name="T34" fmla="*/ 45 w 143"/>
                <a:gd name="T35" fmla="*/ 89 h 98"/>
                <a:gd name="T36" fmla="*/ 40 w 143"/>
                <a:gd name="T37" fmla="*/ 82 h 98"/>
                <a:gd name="T38" fmla="*/ 37 w 143"/>
                <a:gd name="T39" fmla="*/ 71 h 98"/>
                <a:gd name="T40" fmla="*/ 37 w 143"/>
                <a:gd name="T41" fmla="*/ 70 h 98"/>
                <a:gd name="T42" fmla="*/ 21 w 143"/>
                <a:gd name="T43" fmla="*/ 48 h 98"/>
                <a:gd name="T44" fmla="*/ 37 w 143"/>
                <a:gd name="T45" fmla="*/ 57 h 98"/>
                <a:gd name="T46" fmla="*/ 37 w 143"/>
                <a:gd name="T47" fmla="*/ 27 h 98"/>
                <a:gd name="T48" fmla="*/ 41 w 143"/>
                <a:gd name="T49" fmla="*/ 17 h 98"/>
                <a:gd name="T50" fmla="*/ 49 w 143"/>
                <a:gd name="T51" fmla="*/ 10 h 98"/>
                <a:gd name="T52" fmla="*/ 62 w 143"/>
                <a:gd name="T53" fmla="*/ 6 h 98"/>
                <a:gd name="T54" fmla="*/ 62 w 143"/>
                <a:gd name="T55" fmla="*/ 6 h 98"/>
                <a:gd name="T56" fmla="*/ 115 w 143"/>
                <a:gd name="T57" fmla="*/ 0 h 98"/>
                <a:gd name="T58" fmla="*/ 62 w 143"/>
                <a:gd name="T59" fmla="*/ 0 h 98"/>
                <a:gd name="T60" fmla="*/ 46 w 143"/>
                <a:gd name="T61" fmla="*/ 5 h 98"/>
                <a:gd name="T62" fmla="*/ 34 w 143"/>
                <a:gd name="T63" fmla="*/ 18 h 98"/>
                <a:gd name="T64" fmla="*/ 31 w 143"/>
                <a:gd name="T65" fmla="*/ 26 h 98"/>
                <a:gd name="T66" fmla="*/ 31 w 143"/>
                <a:gd name="T67" fmla="*/ 26 h 98"/>
                <a:gd name="T68" fmla="*/ 31 w 143"/>
                <a:gd name="T69" fmla="*/ 47 h 98"/>
                <a:gd name="T70" fmla="*/ 0 w 143"/>
                <a:gd name="T71" fmla="*/ 30 h 98"/>
                <a:gd name="T72" fmla="*/ 8 w 143"/>
                <a:gd name="T73" fmla="*/ 41 h 98"/>
                <a:gd name="T74" fmla="*/ 10 w 143"/>
                <a:gd name="T75" fmla="*/ 39 h 98"/>
                <a:gd name="T76" fmla="*/ 8 w 143"/>
                <a:gd name="T77" fmla="*/ 41 h 98"/>
                <a:gd name="T78" fmla="*/ 31 w 143"/>
                <a:gd name="T79" fmla="*/ 72 h 98"/>
                <a:gd name="T80" fmla="*/ 35 w 143"/>
                <a:gd name="T81" fmla="*/ 85 h 98"/>
                <a:gd name="T82" fmla="*/ 46 w 143"/>
                <a:gd name="T83" fmla="*/ 96 h 98"/>
                <a:gd name="T84" fmla="*/ 53 w 143"/>
                <a:gd name="T85" fmla="*/ 98 h 98"/>
                <a:gd name="T86" fmla="*/ 53 w 143"/>
                <a:gd name="T87" fmla="*/ 98 h 98"/>
                <a:gd name="T88" fmla="*/ 112 w 143"/>
                <a:gd name="T89" fmla="*/ 98 h 98"/>
                <a:gd name="T90" fmla="*/ 112 w 143"/>
                <a:gd name="T91" fmla="*/ 98 h 98"/>
                <a:gd name="T92" fmla="*/ 137 w 143"/>
                <a:gd name="T93" fmla="*/ 89 h 98"/>
                <a:gd name="T94" fmla="*/ 143 w 143"/>
                <a:gd name="T95" fmla="*/ 77 h 98"/>
                <a:gd name="T96" fmla="*/ 142 w 143"/>
                <a:gd name="T97" fmla="*/ 75 h 98"/>
                <a:gd name="T98" fmla="*/ 142 w 143"/>
                <a:gd name="T99" fmla="*/ 27 h 98"/>
                <a:gd name="T100" fmla="*/ 142 w 143"/>
                <a:gd name="T101" fmla="*/ 27 h 98"/>
                <a:gd name="T102" fmla="*/ 127 w 143"/>
                <a:gd name="T103" fmla="*/ 4 h 98"/>
                <a:gd name="T104" fmla="*/ 115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4" name="Freeform 315">
              <a:extLst>
                <a:ext uri="{FF2B5EF4-FFF2-40B4-BE49-F238E27FC236}">
                  <a16:creationId xmlns:a16="http://schemas.microsoft.com/office/drawing/2014/main" id="{58D00646-A0D1-419C-8C5D-F2449A1EF5BD}"/>
                </a:ext>
              </a:extLst>
            </p:cNvPr>
            <p:cNvSpPr>
              <a:spLocks noEditPoints="1"/>
            </p:cNvSpPr>
            <p:nvPr userDrawn="1"/>
          </p:nvSpPr>
          <p:spPr bwMode="auto">
            <a:xfrm>
              <a:off x="4086327" y="1016502"/>
              <a:ext cx="168581" cy="114395"/>
            </a:xfrm>
            <a:custGeom>
              <a:avLst/>
              <a:gdLst>
                <a:gd name="T0" fmla="*/ 9 w 112"/>
                <a:gd name="T1" fmla="*/ 33 h 76"/>
                <a:gd name="T2" fmla="*/ 11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50 w 112"/>
                <a:gd name="T17" fmla="*/ 6 h 76"/>
                <a:gd name="T18" fmla="*/ 50 w 112"/>
                <a:gd name="T19" fmla="*/ 6 h 76"/>
                <a:gd name="T20" fmla="*/ 90 w 112"/>
                <a:gd name="T21" fmla="*/ 6 h 76"/>
                <a:gd name="T22" fmla="*/ 97 w 112"/>
                <a:gd name="T23" fmla="*/ 9 h 76"/>
                <a:gd name="T24" fmla="*/ 106 w 112"/>
                <a:gd name="T25" fmla="*/ 22 h 76"/>
                <a:gd name="T26" fmla="*/ 106 w 112"/>
                <a:gd name="T27" fmla="*/ 58 h 76"/>
                <a:gd name="T28" fmla="*/ 106 w 112"/>
                <a:gd name="T29" fmla="*/ 58 h 76"/>
                <a:gd name="T30" fmla="*/ 106 w 112"/>
                <a:gd name="T31" fmla="*/ 58 h 76"/>
                <a:gd name="T32" fmla="*/ 106 w 112"/>
                <a:gd name="T33" fmla="*/ 58 h 76"/>
                <a:gd name="T34" fmla="*/ 106 w 112"/>
                <a:gd name="T35" fmla="*/ 59 h 76"/>
                <a:gd name="T36" fmla="*/ 104 w 112"/>
                <a:gd name="T37" fmla="*/ 65 h 76"/>
                <a:gd name="T38" fmla="*/ 88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5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9" y="33"/>
                  </a:moveTo>
                  <a:cubicBezTo>
                    <a:pt x="11" y="30"/>
                    <a:pt x="11" y="30"/>
                    <a:pt x="11"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5" name="Freeform 316">
              <a:extLst>
                <a:ext uri="{FF2B5EF4-FFF2-40B4-BE49-F238E27FC236}">
                  <a16:creationId xmlns:a16="http://schemas.microsoft.com/office/drawing/2014/main" id="{B2D8B35D-19AC-4A1F-AE94-75679305746E}"/>
                </a:ext>
              </a:extLst>
            </p:cNvPr>
            <p:cNvSpPr>
              <a:spLocks noEditPoints="1"/>
            </p:cNvSpPr>
            <p:nvPr userDrawn="1"/>
          </p:nvSpPr>
          <p:spPr bwMode="auto">
            <a:xfrm>
              <a:off x="4072279"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6" name="Freeform 317">
              <a:extLst>
                <a:ext uri="{FF2B5EF4-FFF2-40B4-BE49-F238E27FC236}">
                  <a16:creationId xmlns:a16="http://schemas.microsoft.com/office/drawing/2014/main" id="{3A49FB50-F039-4E36-9770-769110D0FB68}"/>
                </a:ext>
              </a:extLst>
            </p:cNvPr>
            <p:cNvSpPr>
              <a:spLocks noEditPoints="1"/>
            </p:cNvSpPr>
            <p:nvPr userDrawn="1"/>
          </p:nvSpPr>
          <p:spPr bwMode="auto">
            <a:xfrm>
              <a:off x="3448129" y="279964"/>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7" name="Freeform 318">
              <a:extLst>
                <a:ext uri="{FF2B5EF4-FFF2-40B4-BE49-F238E27FC236}">
                  <a16:creationId xmlns:a16="http://schemas.microsoft.com/office/drawing/2014/main" id="{0A9761A1-686C-43C8-9CA3-944E7FDA6177}"/>
                </a:ext>
              </a:extLst>
            </p:cNvPr>
            <p:cNvSpPr>
              <a:spLocks/>
            </p:cNvSpPr>
            <p:nvPr userDrawn="1"/>
          </p:nvSpPr>
          <p:spPr bwMode="auto">
            <a:xfrm>
              <a:off x="3688958"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8" name="Freeform 319">
              <a:extLst>
                <a:ext uri="{FF2B5EF4-FFF2-40B4-BE49-F238E27FC236}">
                  <a16:creationId xmlns:a16="http://schemas.microsoft.com/office/drawing/2014/main" id="{219684BE-21AA-418B-A0A8-BB35986C79C8}"/>
                </a:ext>
              </a:extLst>
            </p:cNvPr>
            <p:cNvSpPr>
              <a:spLocks noEditPoints="1"/>
            </p:cNvSpPr>
            <p:nvPr userDrawn="1"/>
          </p:nvSpPr>
          <p:spPr bwMode="auto">
            <a:xfrm>
              <a:off x="4224805"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9" name="Freeform 320">
              <a:extLst>
                <a:ext uri="{FF2B5EF4-FFF2-40B4-BE49-F238E27FC236}">
                  <a16:creationId xmlns:a16="http://schemas.microsoft.com/office/drawing/2014/main" id="{DF526665-93A2-4893-81B1-88013D6EF354}"/>
                </a:ext>
              </a:extLst>
            </p:cNvPr>
            <p:cNvSpPr>
              <a:spLocks noEditPoints="1"/>
            </p:cNvSpPr>
            <p:nvPr userDrawn="1"/>
          </p:nvSpPr>
          <p:spPr bwMode="auto">
            <a:xfrm>
              <a:off x="3319686"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0" name="Freeform 321">
              <a:extLst>
                <a:ext uri="{FF2B5EF4-FFF2-40B4-BE49-F238E27FC236}">
                  <a16:creationId xmlns:a16="http://schemas.microsoft.com/office/drawing/2014/main" id="{71EE6BF1-3631-4FAC-AB7A-EFBE82ED84CF}"/>
                </a:ext>
              </a:extLst>
            </p:cNvPr>
            <p:cNvSpPr>
              <a:spLocks/>
            </p:cNvSpPr>
            <p:nvPr userDrawn="1"/>
          </p:nvSpPr>
          <p:spPr bwMode="auto">
            <a:xfrm>
              <a:off x="3490275" y="633181"/>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1" name="Freeform 322">
              <a:extLst>
                <a:ext uri="{FF2B5EF4-FFF2-40B4-BE49-F238E27FC236}">
                  <a16:creationId xmlns:a16="http://schemas.microsoft.com/office/drawing/2014/main" id="{0FE38983-9C9F-4FE2-A53D-636DA23D6735}"/>
                </a:ext>
              </a:extLst>
            </p:cNvPr>
            <p:cNvSpPr>
              <a:spLocks noEditPoints="1"/>
            </p:cNvSpPr>
            <p:nvPr userDrawn="1"/>
          </p:nvSpPr>
          <p:spPr bwMode="auto">
            <a:xfrm>
              <a:off x="4730547"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6 w 219"/>
                <a:gd name="T9" fmla="*/ 41 h 131"/>
                <a:gd name="T10" fmla="*/ 17 w 219"/>
                <a:gd name="T11" fmla="*/ 38 h 131"/>
                <a:gd name="T12" fmla="*/ 16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8 w 219"/>
                <a:gd name="T43" fmla="*/ 125 h 131"/>
                <a:gd name="T44" fmla="*/ 99 w 219"/>
                <a:gd name="T45" fmla="*/ 125 h 131"/>
                <a:gd name="T46" fmla="*/ 88 w 219"/>
                <a:gd name="T47" fmla="*/ 120 h 131"/>
                <a:gd name="T48" fmla="*/ 80 w 219"/>
                <a:gd name="T49" fmla="*/ 111 h 131"/>
                <a:gd name="T50" fmla="*/ 76 w 219"/>
                <a:gd name="T51" fmla="*/ 95 h 131"/>
                <a:gd name="T52" fmla="*/ 76 w 219"/>
                <a:gd name="T53" fmla="*/ 94 h 131"/>
                <a:gd name="T54" fmla="*/ 34 w 219"/>
                <a:gd name="T55" fmla="*/ 51 h 131"/>
                <a:gd name="T56" fmla="*/ 76 w 219"/>
                <a:gd name="T57" fmla="*/ 74 h 131"/>
                <a:gd name="T58" fmla="*/ 76 w 219"/>
                <a:gd name="T59" fmla="*/ 35 h 131"/>
                <a:gd name="T60" fmla="*/ 183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5 w 219"/>
                <a:gd name="T79" fmla="*/ 40 h 131"/>
                <a:gd name="T80" fmla="*/ 17 w 219"/>
                <a:gd name="T81" fmla="*/ 38 h 131"/>
                <a:gd name="T82" fmla="*/ 15 w 219"/>
                <a:gd name="T83" fmla="*/ 40 h 131"/>
                <a:gd name="T84" fmla="*/ 70 w 219"/>
                <a:gd name="T85" fmla="*/ 97 h 131"/>
                <a:gd name="T86" fmla="*/ 75 w 219"/>
                <a:gd name="T87" fmla="*/ 114 h 131"/>
                <a:gd name="T88" fmla="*/ 90 w 219"/>
                <a:gd name="T89" fmla="*/ 128 h 131"/>
                <a:gd name="T90" fmla="*/ 99 w 219"/>
                <a:gd name="T91" fmla="*/ 131 h 131"/>
                <a:gd name="T92" fmla="*/ 99 w 219"/>
                <a:gd name="T93" fmla="*/ 131 h 131"/>
                <a:gd name="T94" fmla="*/ 178 w 219"/>
                <a:gd name="T95" fmla="*/ 131 h 131"/>
                <a:gd name="T96" fmla="*/ 178 w 219"/>
                <a:gd name="T97" fmla="*/ 131 h 131"/>
                <a:gd name="T98" fmla="*/ 212 w 219"/>
                <a:gd name="T99" fmla="*/ 119 h 131"/>
                <a:gd name="T100" fmla="*/ 219 w 219"/>
                <a:gd name="T101" fmla="*/ 104 h 131"/>
                <a:gd name="T102" fmla="*/ 219 w 219"/>
                <a:gd name="T103" fmla="*/ 101 h 131"/>
                <a:gd name="T104" fmla="*/ 219 w 219"/>
                <a:gd name="T105" fmla="*/ 36 h 131"/>
                <a:gd name="T106" fmla="*/ 219 w 219"/>
                <a:gd name="T107" fmla="*/ 36 h 131"/>
                <a:gd name="T108" fmla="*/ 198 w 219"/>
                <a:gd name="T109" fmla="*/ 5 h 131"/>
                <a:gd name="T110" fmla="*/ 183 w 219"/>
                <a:gd name="T111" fmla="*/ 0 h 131"/>
                <a:gd name="T112" fmla="*/ 183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6" y="41"/>
                  </a:moveTo>
                  <a:cubicBezTo>
                    <a:pt x="17" y="38"/>
                    <a:pt x="17" y="38"/>
                    <a:pt x="17" y="38"/>
                  </a:cubicBezTo>
                  <a:cubicBezTo>
                    <a:pt x="16" y="41"/>
                    <a:pt x="16" y="41"/>
                    <a:pt x="16"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2" name="Freeform 323">
              <a:extLst>
                <a:ext uri="{FF2B5EF4-FFF2-40B4-BE49-F238E27FC236}">
                  <a16:creationId xmlns:a16="http://schemas.microsoft.com/office/drawing/2014/main" id="{F7B8352F-2F6D-46F6-BD28-4C2CA05C9FC4}"/>
                </a:ext>
              </a:extLst>
            </p:cNvPr>
            <p:cNvSpPr>
              <a:spLocks noEditPoints="1"/>
            </p:cNvSpPr>
            <p:nvPr userDrawn="1"/>
          </p:nvSpPr>
          <p:spPr bwMode="auto">
            <a:xfrm>
              <a:off x="5079750" y="542870"/>
              <a:ext cx="210726" cy="204705"/>
            </a:xfrm>
            <a:custGeom>
              <a:avLst/>
              <a:gdLst>
                <a:gd name="T0" fmla="*/ 6 w 140"/>
                <a:gd name="T1" fmla="*/ 27 h 137"/>
                <a:gd name="T2" fmla="*/ 10 w 140"/>
                <a:gd name="T3" fmla="*/ 17 h 137"/>
                <a:gd name="T4" fmla="*/ 16 w 140"/>
                <a:gd name="T5" fmla="*/ 11 h 137"/>
                <a:gd name="T6" fmla="*/ 25 w 140"/>
                <a:gd name="T7" fmla="*/ 8 h 137"/>
                <a:gd name="T8" fmla="*/ 25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1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2 w 140"/>
                <a:gd name="T37" fmla="*/ 105 h 137"/>
                <a:gd name="T38" fmla="*/ 38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5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8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3" name="Freeform 324">
              <a:extLst>
                <a:ext uri="{FF2B5EF4-FFF2-40B4-BE49-F238E27FC236}">
                  <a16:creationId xmlns:a16="http://schemas.microsoft.com/office/drawing/2014/main" id="{85E2119F-8EA1-4976-BEE6-BC870AC305B4}"/>
                </a:ext>
              </a:extLst>
            </p:cNvPr>
            <p:cNvSpPr>
              <a:spLocks noEditPoints="1"/>
            </p:cNvSpPr>
            <p:nvPr userDrawn="1"/>
          </p:nvSpPr>
          <p:spPr bwMode="auto">
            <a:xfrm>
              <a:off x="4034147" y="364255"/>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4" name="Freeform 325">
              <a:extLst>
                <a:ext uri="{FF2B5EF4-FFF2-40B4-BE49-F238E27FC236}">
                  <a16:creationId xmlns:a16="http://schemas.microsoft.com/office/drawing/2014/main" id="{5289205C-575C-4A66-9AF7-74EC7D92A18A}"/>
                </a:ext>
              </a:extLst>
            </p:cNvPr>
            <p:cNvSpPr>
              <a:spLocks/>
            </p:cNvSpPr>
            <p:nvPr userDrawn="1"/>
          </p:nvSpPr>
          <p:spPr bwMode="auto">
            <a:xfrm>
              <a:off x="4152556" y="558926"/>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5" name="Freeform 326">
              <a:extLst>
                <a:ext uri="{FF2B5EF4-FFF2-40B4-BE49-F238E27FC236}">
                  <a16:creationId xmlns:a16="http://schemas.microsoft.com/office/drawing/2014/main" id="{0C6851C5-DF94-4E89-9C35-17653F58BED5}"/>
                </a:ext>
              </a:extLst>
            </p:cNvPr>
            <p:cNvSpPr>
              <a:spLocks noEditPoints="1"/>
            </p:cNvSpPr>
            <p:nvPr userDrawn="1"/>
          </p:nvSpPr>
          <p:spPr bwMode="auto">
            <a:xfrm>
              <a:off x="3875602" y="143494"/>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4"/>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6" name="Freeform 327">
              <a:extLst>
                <a:ext uri="{FF2B5EF4-FFF2-40B4-BE49-F238E27FC236}">
                  <a16:creationId xmlns:a16="http://schemas.microsoft.com/office/drawing/2014/main" id="{DE09CA22-CBCC-41D9-8C77-7CD6EF3BDA8E}"/>
                </a:ext>
              </a:extLst>
            </p:cNvPr>
            <p:cNvSpPr>
              <a:spLocks noEditPoints="1"/>
            </p:cNvSpPr>
            <p:nvPr userDrawn="1"/>
          </p:nvSpPr>
          <p:spPr bwMode="auto">
            <a:xfrm>
              <a:off x="5300510" y="500725"/>
              <a:ext cx="114395" cy="174602"/>
            </a:xfrm>
            <a:custGeom>
              <a:avLst/>
              <a:gdLst>
                <a:gd name="T0" fmla="*/ 16 w 76"/>
                <a:gd name="T1" fmla="*/ 10 h 116"/>
                <a:gd name="T2" fmla="*/ 59 w 76"/>
                <a:gd name="T3" fmla="*/ 6 h 116"/>
                <a:gd name="T4" fmla="*/ 61 w 76"/>
                <a:gd name="T5" fmla="*/ 7 h 116"/>
                <a:gd name="T6" fmla="*/ 66 w 76"/>
                <a:gd name="T7" fmla="*/ 11 h 116"/>
                <a:gd name="T8" fmla="*/ 69 w 76"/>
                <a:gd name="T9" fmla="*/ 28 h 116"/>
                <a:gd name="T10" fmla="*/ 69 w 76"/>
                <a:gd name="T11" fmla="*/ 77 h 116"/>
                <a:gd name="T12" fmla="*/ 69 w 76"/>
                <a:gd name="T13" fmla="*/ 77 h 116"/>
                <a:gd name="T14" fmla="*/ 69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1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4 w 76"/>
                <a:gd name="T73" fmla="*/ 88 h 116"/>
                <a:gd name="T74" fmla="*/ 15 w 76"/>
                <a:gd name="T75" fmla="*/ 89 h 116"/>
                <a:gd name="T76" fmla="*/ 37 w 76"/>
                <a:gd name="T77" fmla="*/ 90 h 116"/>
                <a:gd name="T78" fmla="*/ 25 w 76"/>
                <a:gd name="T79" fmla="*/ 116 h 116"/>
                <a:gd name="T80" fmla="*/ 55 w 76"/>
                <a:gd name="T81" fmla="*/ 90 h 116"/>
                <a:gd name="T82" fmla="*/ 72 w 76"/>
                <a:gd name="T83" fmla="*/ 85 h 116"/>
                <a:gd name="T84" fmla="*/ 75 w 76"/>
                <a:gd name="T85" fmla="*/ 81 h 116"/>
                <a:gd name="T86" fmla="*/ 76 w 76"/>
                <a:gd name="T87" fmla="*/ 77 h 116"/>
                <a:gd name="T88" fmla="*/ 75 w 76"/>
                <a:gd name="T89" fmla="*/ 76 h 116"/>
                <a:gd name="T90" fmla="*/ 75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7" name="Freeform 328">
              <a:extLst>
                <a:ext uri="{FF2B5EF4-FFF2-40B4-BE49-F238E27FC236}">
                  <a16:creationId xmlns:a16="http://schemas.microsoft.com/office/drawing/2014/main" id="{E970BF6D-5815-499C-8A38-95AFDE73FC6F}"/>
                </a:ext>
              </a:extLst>
            </p:cNvPr>
            <p:cNvSpPr>
              <a:spLocks noEditPoints="1"/>
            </p:cNvSpPr>
            <p:nvPr userDrawn="1"/>
          </p:nvSpPr>
          <p:spPr bwMode="auto">
            <a:xfrm>
              <a:off x="5589505"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8 w 76"/>
                <a:gd name="T71" fmla="*/ 8 h 115"/>
                <a:gd name="T72" fmla="*/ 1 w 76"/>
                <a:gd name="T73" fmla="*/ 22 h 115"/>
                <a:gd name="T74" fmla="*/ 0 w 76"/>
                <a:gd name="T75" fmla="*/ 39 h 115"/>
                <a:gd name="T76" fmla="*/ 1 w 76"/>
                <a:gd name="T77" fmla="*/ 61 h 115"/>
                <a:gd name="T78" fmla="*/ 9 w 76"/>
                <a:gd name="T79" fmla="*/ 81 h 115"/>
                <a:gd name="T80" fmla="*/ 15 w 76"/>
                <a:gd name="T81" fmla="*/ 88 h 115"/>
                <a:gd name="T82" fmla="*/ 16 w 76"/>
                <a:gd name="T83" fmla="*/ 88 h 115"/>
                <a:gd name="T84" fmla="*/ 38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8" name="Freeform 329">
              <a:extLst>
                <a:ext uri="{FF2B5EF4-FFF2-40B4-BE49-F238E27FC236}">
                  <a16:creationId xmlns:a16="http://schemas.microsoft.com/office/drawing/2014/main" id="{16ED0574-E244-4C47-9207-F714C2A68268}"/>
                </a:ext>
              </a:extLst>
            </p:cNvPr>
            <p:cNvSpPr>
              <a:spLocks noEditPoints="1"/>
            </p:cNvSpPr>
            <p:nvPr userDrawn="1"/>
          </p:nvSpPr>
          <p:spPr bwMode="auto">
            <a:xfrm>
              <a:off x="3899685" y="408407"/>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9" name="Freeform 330">
              <a:extLst>
                <a:ext uri="{FF2B5EF4-FFF2-40B4-BE49-F238E27FC236}">
                  <a16:creationId xmlns:a16="http://schemas.microsoft.com/office/drawing/2014/main" id="{323CC173-3939-47B4-BD02-F298859B217E}"/>
                </a:ext>
              </a:extLst>
            </p:cNvPr>
            <p:cNvSpPr>
              <a:spLocks noEditPoints="1"/>
            </p:cNvSpPr>
            <p:nvPr userDrawn="1"/>
          </p:nvSpPr>
          <p:spPr bwMode="auto">
            <a:xfrm>
              <a:off x="3209307" y="-71245"/>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0" name="Freeform 331">
              <a:extLst>
                <a:ext uri="{FF2B5EF4-FFF2-40B4-BE49-F238E27FC236}">
                  <a16:creationId xmlns:a16="http://schemas.microsoft.com/office/drawing/2014/main" id="{2C86722C-162D-40BF-B733-35179F49F69A}"/>
                </a:ext>
              </a:extLst>
            </p:cNvPr>
            <p:cNvSpPr>
              <a:spLocks noEditPoints="1"/>
            </p:cNvSpPr>
            <p:nvPr userDrawn="1"/>
          </p:nvSpPr>
          <p:spPr bwMode="auto">
            <a:xfrm>
              <a:off x="4357261" y="74155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1" name="Freeform 332">
              <a:extLst>
                <a:ext uri="{FF2B5EF4-FFF2-40B4-BE49-F238E27FC236}">
                  <a16:creationId xmlns:a16="http://schemas.microsoft.com/office/drawing/2014/main" id="{CD80AEF4-FC4C-492D-BF7F-FDF735FEC3B9}"/>
                </a:ext>
              </a:extLst>
            </p:cNvPr>
            <p:cNvSpPr>
              <a:spLocks noEditPoints="1"/>
            </p:cNvSpPr>
            <p:nvPr userDrawn="1"/>
          </p:nvSpPr>
          <p:spPr bwMode="auto">
            <a:xfrm>
              <a:off x="3929788" y="76563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59 w 76"/>
                <a:gd name="T61" fmla="*/ 0 h 116"/>
                <a:gd name="T62" fmla="*/ 16 w 76"/>
                <a:gd name="T63" fmla="*/ 4 h 116"/>
                <a:gd name="T64" fmla="*/ 8 w 76"/>
                <a:gd name="T65" fmla="*/ 8 h 116"/>
                <a:gd name="T66" fmla="*/ 2 w 76"/>
                <a:gd name="T67" fmla="*/ 22 h 116"/>
                <a:gd name="T68" fmla="*/ 0 w 76"/>
                <a:gd name="T69" fmla="*/ 40 h 116"/>
                <a:gd name="T70" fmla="*/ 2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2" name="Freeform 333">
              <a:extLst>
                <a:ext uri="{FF2B5EF4-FFF2-40B4-BE49-F238E27FC236}">
                  <a16:creationId xmlns:a16="http://schemas.microsoft.com/office/drawing/2014/main" id="{99710D13-744C-4EA8-BCD9-90BA059777C2}"/>
                </a:ext>
              </a:extLst>
            </p:cNvPr>
            <p:cNvSpPr>
              <a:spLocks noEditPoints="1"/>
            </p:cNvSpPr>
            <p:nvPr userDrawn="1"/>
          </p:nvSpPr>
          <p:spPr bwMode="auto">
            <a:xfrm>
              <a:off x="3436087" y="960308"/>
              <a:ext cx="114395" cy="174602"/>
            </a:xfrm>
            <a:custGeom>
              <a:avLst/>
              <a:gdLst>
                <a:gd name="T0" fmla="*/ 17 w 76"/>
                <a:gd name="T1" fmla="*/ 4 h 116"/>
                <a:gd name="T2" fmla="*/ 16 w 76"/>
                <a:gd name="T3" fmla="*/ 4 h 116"/>
                <a:gd name="T4" fmla="*/ 17 w 76"/>
                <a:gd name="T5" fmla="*/ 4 h 116"/>
                <a:gd name="T6" fmla="*/ 17 w 76"/>
                <a:gd name="T7" fmla="*/ 4 h 116"/>
                <a:gd name="T8" fmla="*/ 17 w 76"/>
                <a:gd name="T9" fmla="*/ 4 h 116"/>
                <a:gd name="T10" fmla="*/ 17 w 76"/>
                <a:gd name="T11" fmla="*/ 4 h 116"/>
                <a:gd name="T12" fmla="*/ 17 w 76"/>
                <a:gd name="T13" fmla="*/ 4 h 116"/>
                <a:gd name="T14" fmla="*/ 19 w 76"/>
                <a:gd name="T15" fmla="*/ 83 h 116"/>
                <a:gd name="T16" fmla="*/ 19 w 76"/>
                <a:gd name="T17" fmla="*/ 83 h 116"/>
                <a:gd name="T18" fmla="*/ 19 w 76"/>
                <a:gd name="T19" fmla="*/ 83 h 116"/>
                <a:gd name="T20" fmla="*/ 19 w 76"/>
                <a:gd name="T21" fmla="*/ 83 h 116"/>
                <a:gd name="T22" fmla="*/ 17 w 76"/>
                <a:gd name="T23" fmla="*/ 10 h 116"/>
                <a:gd name="T24" fmla="*/ 60 w 76"/>
                <a:gd name="T25" fmla="*/ 6 h 116"/>
                <a:gd name="T26" fmla="*/ 62 w 76"/>
                <a:gd name="T27" fmla="*/ 7 h 116"/>
                <a:gd name="T28" fmla="*/ 67 w 76"/>
                <a:gd name="T29" fmla="*/ 11 h 116"/>
                <a:gd name="T30" fmla="*/ 70 w 76"/>
                <a:gd name="T31" fmla="*/ 28 h 116"/>
                <a:gd name="T32" fmla="*/ 70 w 76"/>
                <a:gd name="T33" fmla="*/ 76 h 116"/>
                <a:gd name="T34" fmla="*/ 70 w 76"/>
                <a:gd name="T35" fmla="*/ 77 h 116"/>
                <a:gd name="T36" fmla="*/ 70 w 76"/>
                <a:gd name="T37" fmla="*/ 77 h 116"/>
                <a:gd name="T38" fmla="*/ 70 w 76"/>
                <a:gd name="T39" fmla="*/ 77 h 116"/>
                <a:gd name="T40" fmla="*/ 70 w 76"/>
                <a:gd name="T41" fmla="*/ 79 h 116"/>
                <a:gd name="T42" fmla="*/ 67 w 76"/>
                <a:gd name="T43" fmla="*/ 82 h 116"/>
                <a:gd name="T44" fmla="*/ 55 w 76"/>
                <a:gd name="T45" fmla="*/ 84 h 116"/>
                <a:gd name="T46" fmla="*/ 55 w 76"/>
                <a:gd name="T47" fmla="*/ 84 h 116"/>
                <a:gd name="T48" fmla="*/ 54 w 76"/>
                <a:gd name="T49" fmla="*/ 84 h 116"/>
                <a:gd name="T50" fmla="*/ 43 w 76"/>
                <a:gd name="T51" fmla="*/ 94 h 116"/>
                <a:gd name="T52" fmla="*/ 47 w 76"/>
                <a:gd name="T53" fmla="*/ 84 h 116"/>
                <a:gd name="T54" fmla="*/ 18 w 76"/>
                <a:gd name="T55" fmla="*/ 83 h 116"/>
                <a:gd name="T56" fmla="*/ 14 w 76"/>
                <a:gd name="T57" fmla="*/ 78 h 116"/>
                <a:gd name="T58" fmla="*/ 8 w 76"/>
                <a:gd name="T59" fmla="*/ 60 h 116"/>
                <a:gd name="T60" fmla="*/ 8 w 76"/>
                <a:gd name="T61" fmla="*/ 60 h 116"/>
                <a:gd name="T62" fmla="*/ 8 w 76"/>
                <a:gd name="T63" fmla="*/ 60 h 116"/>
                <a:gd name="T64" fmla="*/ 8 w 76"/>
                <a:gd name="T65" fmla="*/ 58 h 116"/>
                <a:gd name="T66" fmla="*/ 6 w 76"/>
                <a:gd name="T67" fmla="*/ 39 h 116"/>
                <a:gd name="T68" fmla="*/ 9 w 76"/>
                <a:gd name="T69" fmla="*/ 19 h 116"/>
                <a:gd name="T70" fmla="*/ 12 w 76"/>
                <a:gd name="T71" fmla="*/ 12 h 116"/>
                <a:gd name="T72" fmla="*/ 17 w 76"/>
                <a:gd name="T73" fmla="*/ 10 h 116"/>
                <a:gd name="T74" fmla="*/ 17 w 76"/>
                <a:gd name="T75" fmla="*/ 10 h 116"/>
                <a:gd name="T76" fmla="*/ 60 w 76"/>
                <a:gd name="T77" fmla="*/ 0 h 116"/>
                <a:gd name="T78" fmla="*/ 60 w 76"/>
                <a:gd name="T79" fmla="*/ 0 h 116"/>
                <a:gd name="T80" fmla="*/ 60 w 76"/>
                <a:gd name="T81" fmla="*/ 0 h 116"/>
                <a:gd name="T82" fmla="*/ 17 w 76"/>
                <a:gd name="T83" fmla="*/ 4 h 116"/>
                <a:gd name="T84" fmla="*/ 17 w 76"/>
                <a:gd name="T85" fmla="*/ 4 h 116"/>
                <a:gd name="T86" fmla="*/ 17 w 76"/>
                <a:gd name="T87" fmla="*/ 4 h 116"/>
                <a:gd name="T88" fmla="*/ 8 w 76"/>
                <a:gd name="T89" fmla="*/ 8 h 116"/>
                <a:gd name="T90" fmla="*/ 2 w 76"/>
                <a:gd name="T91" fmla="*/ 22 h 116"/>
                <a:gd name="T92" fmla="*/ 0 w 76"/>
                <a:gd name="T93" fmla="*/ 39 h 116"/>
                <a:gd name="T94" fmla="*/ 2 w 76"/>
                <a:gd name="T95" fmla="*/ 61 h 116"/>
                <a:gd name="T96" fmla="*/ 9 w 76"/>
                <a:gd name="T97" fmla="*/ 81 h 116"/>
                <a:gd name="T98" fmla="*/ 15 w 76"/>
                <a:gd name="T99" fmla="*/ 88 h 116"/>
                <a:gd name="T100" fmla="*/ 16 w 76"/>
                <a:gd name="T101" fmla="*/ 89 h 116"/>
                <a:gd name="T102" fmla="*/ 38 w 76"/>
                <a:gd name="T103" fmla="*/ 90 h 116"/>
                <a:gd name="T104" fmla="*/ 26 w 76"/>
                <a:gd name="T105" fmla="*/ 116 h 116"/>
                <a:gd name="T106" fmla="*/ 56 w 76"/>
                <a:gd name="T107" fmla="*/ 90 h 116"/>
                <a:gd name="T108" fmla="*/ 73 w 76"/>
                <a:gd name="T109" fmla="*/ 85 h 116"/>
                <a:gd name="T110" fmla="*/ 76 w 76"/>
                <a:gd name="T111" fmla="*/ 81 h 116"/>
                <a:gd name="T112" fmla="*/ 76 w 76"/>
                <a:gd name="T113" fmla="*/ 77 h 116"/>
                <a:gd name="T114" fmla="*/ 76 w 76"/>
                <a:gd name="T115" fmla="*/ 76 h 116"/>
                <a:gd name="T116" fmla="*/ 76 w 76"/>
                <a:gd name="T117" fmla="*/ 28 h 116"/>
                <a:gd name="T118" fmla="*/ 69 w 76"/>
                <a:gd name="T119" fmla="*/ 4 h 116"/>
                <a:gd name="T120" fmla="*/ 64 w 76"/>
                <a:gd name="T121" fmla="*/ 1 h 116"/>
                <a:gd name="T122" fmla="*/ 60 w 76"/>
                <a:gd name="T1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116">
                  <a:moveTo>
                    <a:pt x="17" y="4"/>
                  </a:moveTo>
                  <a:cubicBezTo>
                    <a:pt x="16" y="4"/>
                    <a:pt x="16" y="4"/>
                    <a:pt x="16" y="4"/>
                  </a:cubicBezTo>
                  <a:cubicBezTo>
                    <a:pt x="17" y="4"/>
                    <a:pt x="17" y="4"/>
                    <a:pt x="17" y="4"/>
                  </a:cubicBezTo>
                  <a:cubicBezTo>
                    <a:pt x="17" y="4"/>
                    <a:pt x="17" y="4"/>
                    <a:pt x="17" y="4"/>
                  </a:cubicBezTo>
                  <a:moveTo>
                    <a:pt x="17" y="4"/>
                  </a:moveTo>
                  <a:cubicBezTo>
                    <a:pt x="17" y="4"/>
                    <a:pt x="17" y="4"/>
                    <a:pt x="17" y="4"/>
                  </a:cubicBezTo>
                  <a:cubicBezTo>
                    <a:pt x="17" y="4"/>
                    <a:pt x="17" y="4"/>
                    <a:pt x="17" y="4"/>
                  </a:cubicBezTo>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7" y="4"/>
                    <a:pt x="17" y="4"/>
                    <a:pt x="17" y="4"/>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3" name="Freeform 334">
              <a:extLst>
                <a:ext uri="{FF2B5EF4-FFF2-40B4-BE49-F238E27FC236}">
                  <a16:creationId xmlns:a16="http://schemas.microsoft.com/office/drawing/2014/main" id="{83BC034A-9246-432D-8B54-9E4C8FC0B7F0}"/>
                </a:ext>
              </a:extLst>
            </p:cNvPr>
            <p:cNvSpPr>
              <a:spLocks noEditPoints="1"/>
            </p:cNvSpPr>
            <p:nvPr userDrawn="1"/>
          </p:nvSpPr>
          <p:spPr bwMode="auto">
            <a:xfrm>
              <a:off x="3877608" y="121919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4" name="Freeform 335">
              <a:extLst>
                <a:ext uri="{FF2B5EF4-FFF2-40B4-BE49-F238E27FC236}">
                  <a16:creationId xmlns:a16="http://schemas.microsoft.com/office/drawing/2014/main" id="{6CF072F0-BA52-4632-B5B5-CB56DDA3F41C}"/>
                </a:ext>
              </a:extLst>
            </p:cNvPr>
            <p:cNvSpPr>
              <a:spLocks noEditPoints="1"/>
            </p:cNvSpPr>
            <p:nvPr userDrawn="1"/>
          </p:nvSpPr>
          <p:spPr bwMode="auto">
            <a:xfrm>
              <a:off x="3064809" y="1161000"/>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7 w 167"/>
                <a:gd name="T69" fmla="*/ 16 h 247"/>
                <a:gd name="T70" fmla="*/ 4 w 167"/>
                <a:gd name="T71" fmla="*/ 47 h 247"/>
                <a:gd name="T72" fmla="*/ 0 w 167"/>
                <a:gd name="T73" fmla="*/ 86 h 247"/>
                <a:gd name="T74" fmla="*/ 4 w 167"/>
                <a:gd name="T75" fmla="*/ 135 h 247"/>
                <a:gd name="T76" fmla="*/ 19 w 167"/>
                <a:gd name="T77" fmla="*/ 180 h 247"/>
                <a:gd name="T78" fmla="*/ 33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6 w 167"/>
                <a:gd name="T91" fmla="*/ 179 h 247"/>
                <a:gd name="T92" fmla="*/ 167 w 167"/>
                <a:gd name="T93" fmla="*/ 172 h 247"/>
                <a:gd name="T94" fmla="*/ 167 w 167"/>
                <a:gd name="T95" fmla="*/ 170 h 247"/>
                <a:gd name="T96" fmla="*/ 167 w 167"/>
                <a:gd name="T97" fmla="*/ 60 h 247"/>
                <a:gd name="T98" fmla="*/ 152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5" name="Freeform 336">
              <a:extLst>
                <a:ext uri="{FF2B5EF4-FFF2-40B4-BE49-F238E27FC236}">
                  <a16:creationId xmlns:a16="http://schemas.microsoft.com/office/drawing/2014/main" id="{642F5AAC-635A-4F16-AEEE-C85E75EB0D4A}"/>
                </a:ext>
              </a:extLst>
            </p:cNvPr>
            <p:cNvSpPr>
              <a:spLocks noEditPoints="1"/>
            </p:cNvSpPr>
            <p:nvPr userDrawn="1"/>
          </p:nvSpPr>
          <p:spPr bwMode="auto">
            <a:xfrm>
              <a:off x="3929788" y="1353663"/>
              <a:ext cx="367266" cy="148512"/>
            </a:xfrm>
            <a:custGeom>
              <a:avLst/>
              <a:gdLst>
                <a:gd name="T0" fmla="*/ 67 w 244"/>
                <a:gd name="T1" fmla="*/ 51 h 98"/>
                <a:gd name="T2" fmla="*/ 67 w 244"/>
                <a:gd name="T3" fmla="*/ 51 h 98"/>
                <a:gd name="T4" fmla="*/ 67 w 244"/>
                <a:gd name="T5" fmla="*/ 51 h 98"/>
                <a:gd name="T6" fmla="*/ 67 w 244"/>
                <a:gd name="T7" fmla="*/ 51 h 98"/>
                <a:gd name="T8" fmla="*/ 234 w 244"/>
                <a:gd name="T9" fmla="*/ 70 h 98"/>
                <a:gd name="T10" fmla="*/ 234 w 244"/>
                <a:gd name="T11" fmla="*/ 70 h 98"/>
                <a:gd name="T12" fmla="*/ 234 w 244"/>
                <a:gd name="T13" fmla="*/ 70 h 98"/>
                <a:gd name="T14" fmla="*/ 234 w 244"/>
                <a:gd name="T15" fmla="*/ 70 h 98"/>
                <a:gd name="T16" fmla="*/ 73 w 244"/>
                <a:gd name="T17" fmla="*/ 23 h 98"/>
                <a:gd name="T18" fmla="*/ 156 w 244"/>
                <a:gd name="T19" fmla="*/ 6 h 98"/>
                <a:gd name="T20" fmla="*/ 221 w 244"/>
                <a:gd name="T21" fmla="*/ 13 h 98"/>
                <a:gd name="T22" fmla="*/ 230 w 244"/>
                <a:gd name="T23" fmla="*/ 19 h 98"/>
                <a:gd name="T24" fmla="*/ 238 w 244"/>
                <a:gd name="T25" fmla="*/ 44 h 98"/>
                <a:gd name="T26" fmla="*/ 234 w 244"/>
                <a:gd name="T27" fmla="*/ 71 h 98"/>
                <a:gd name="T28" fmla="*/ 233 w 244"/>
                <a:gd name="T29" fmla="*/ 71 h 98"/>
                <a:gd name="T30" fmla="*/ 157 w 244"/>
                <a:gd name="T31" fmla="*/ 92 h 98"/>
                <a:gd name="T32" fmla="*/ 151 w 244"/>
                <a:gd name="T33" fmla="*/ 92 h 98"/>
                <a:gd name="T34" fmla="*/ 151 w 244"/>
                <a:gd name="T35" fmla="*/ 92 h 98"/>
                <a:gd name="T36" fmla="*/ 151 w 244"/>
                <a:gd name="T37" fmla="*/ 92 h 98"/>
                <a:gd name="T38" fmla="*/ 150 w 244"/>
                <a:gd name="T39" fmla="*/ 92 h 98"/>
                <a:gd name="T40" fmla="*/ 136 w 244"/>
                <a:gd name="T41" fmla="*/ 92 h 98"/>
                <a:gd name="T42" fmla="*/ 136 w 244"/>
                <a:gd name="T43" fmla="*/ 92 h 98"/>
                <a:gd name="T44" fmla="*/ 38 w 244"/>
                <a:gd name="T45" fmla="*/ 79 h 98"/>
                <a:gd name="T46" fmla="*/ 67 w 244"/>
                <a:gd name="T47" fmla="*/ 78 h 98"/>
                <a:gd name="T48" fmla="*/ 68 w 244"/>
                <a:gd name="T49" fmla="*/ 78 h 98"/>
                <a:gd name="T50" fmla="*/ 73 w 244"/>
                <a:gd name="T51" fmla="*/ 76 h 98"/>
                <a:gd name="T52" fmla="*/ 76 w 244"/>
                <a:gd name="T53" fmla="*/ 72 h 98"/>
                <a:gd name="T54" fmla="*/ 78 w 244"/>
                <a:gd name="T55" fmla="*/ 65 h 98"/>
                <a:gd name="T56" fmla="*/ 73 w 244"/>
                <a:gd name="T57" fmla="*/ 48 h 98"/>
                <a:gd name="T58" fmla="*/ 73 w 244"/>
                <a:gd name="T59" fmla="*/ 48 h 98"/>
                <a:gd name="T60" fmla="*/ 73 w 244"/>
                <a:gd name="T61" fmla="*/ 48 h 98"/>
                <a:gd name="T62" fmla="*/ 69 w 244"/>
                <a:gd name="T63" fmla="*/ 34 h 98"/>
                <a:gd name="T64" fmla="*/ 73 w 244"/>
                <a:gd name="T65" fmla="*/ 23 h 98"/>
                <a:gd name="T66" fmla="*/ 156 w 244"/>
                <a:gd name="T67" fmla="*/ 0 h 98"/>
                <a:gd name="T68" fmla="*/ 69 w 244"/>
                <a:gd name="T69" fmla="*/ 18 h 98"/>
                <a:gd name="T70" fmla="*/ 69 w 244"/>
                <a:gd name="T71" fmla="*/ 18 h 98"/>
                <a:gd name="T72" fmla="*/ 68 w 244"/>
                <a:gd name="T73" fmla="*/ 19 h 98"/>
                <a:gd name="T74" fmla="*/ 63 w 244"/>
                <a:gd name="T75" fmla="*/ 34 h 98"/>
                <a:gd name="T76" fmla="*/ 67 w 244"/>
                <a:gd name="T77" fmla="*/ 51 h 98"/>
                <a:gd name="T78" fmla="*/ 72 w 244"/>
                <a:gd name="T79" fmla="*/ 65 h 98"/>
                <a:gd name="T80" fmla="*/ 71 w 244"/>
                <a:gd name="T81" fmla="*/ 69 h 98"/>
                <a:gd name="T82" fmla="*/ 68 w 244"/>
                <a:gd name="T83" fmla="*/ 72 h 98"/>
                <a:gd name="T84" fmla="*/ 67 w 244"/>
                <a:gd name="T85" fmla="*/ 72 h 98"/>
                <a:gd name="T86" fmla="*/ 67 w 244"/>
                <a:gd name="T87" fmla="*/ 72 h 98"/>
                <a:gd name="T88" fmla="*/ 0 w 244"/>
                <a:gd name="T89" fmla="*/ 74 h 98"/>
                <a:gd name="T90" fmla="*/ 17 w 244"/>
                <a:gd name="T91" fmla="*/ 79 h 98"/>
                <a:gd name="T92" fmla="*/ 136 w 244"/>
                <a:gd name="T93" fmla="*/ 98 h 98"/>
                <a:gd name="T94" fmla="*/ 151 w 244"/>
                <a:gd name="T95" fmla="*/ 98 h 98"/>
                <a:gd name="T96" fmla="*/ 157 w 244"/>
                <a:gd name="T97" fmla="*/ 98 h 98"/>
                <a:gd name="T98" fmla="*/ 222 w 244"/>
                <a:gd name="T99" fmla="*/ 86 h 98"/>
                <a:gd name="T100" fmla="*/ 239 w 244"/>
                <a:gd name="T101" fmla="*/ 74 h 98"/>
                <a:gd name="T102" fmla="*/ 239 w 244"/>
                <a:gd name="T103" fmla="*/ 73 h 98"/>
                <a:gd name="T104" fmla="*/ 239 w 244"/>
                <a:gd name="T105" fmla="*/ 73 h 98"/>
                <a:gd name="T106" fmla="*/ 244 w 244"/>
                <a:gd name="T107" fmla="*/ 44 h 98"/>
                <a:gd name="T108" fmla="*/ 234 w 244"/>
                <a:gd name="T109" fmla="*/ 14 h 98"/>
                <a:gd name="T110" fmla="*/ 223 w 244"/>
                <a:gd name="T111" fmla="*/ 7 h 98"/>
                <a:gd name="T112" fmla="*/ 222 w 244"/>
                <a:gd name="T113" fmla="*/ 7 h 98"/>
                <a:gd name="T114" fmla="*/ 222 w 244"/>
                <a:gd name="T115" fmla="*/ 7 h 98"/>
                <a:gd name="T116" fmla="*/ 156 w 244"/>
                <a:gd name="T1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98">
                  <a:moveTo>
                    <a:pt x="67" y="51"/>
                  </a:moveTo>
                  <a:cubicBezTo>
                    <a:pt x="67" y="51"/>
                    <a:pt x="67" y="51"/>
                    <a:pt x="67" y="51"/>
                  </a:cubicBezTo>
                  <a:cubicBezTo>
                    <a:pt x="67" y="51"/>
                    <a:pt x="67" y="51"/>
                    <a:pt x="67" y="51"/>
                  </a:cubicBezTo>
                  <a:cubicBezTo>
                    <a:pt x="67" y="51"/>
                    <a:pt x="67" y="51"/>
                    <a:pt x="67" y="51"/>
                  </a:cubicBezTo>
                  <a:moveTo>
                    <a:pt x="234" y="70"/>
                  </a:moveTo>
                  <a:cubicBezTo>
                    <a:pt x="234" y="70"/>
                    <a:pt x="234" y="70"/>
                    <a:pt x="234" y="70"/>
                  </a:cubicBezTo>
                  <a:cubicBezTo>
                    <a:pt x="234" y="70"/>
                    <a:pt x="234" y="70"/>
                    <a:pt x="234" y="70"/>
                  </a:cubicBezTo>
                  <a:cubicBezTo>
                    <a:pt x="234" y="70"/>
                    <a:pt x="234" y="70"/>
                    <a:pt x="234" y="70"/>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6" name="Freeform 337">
              <a:extLst>
                <a:ext uri="{FF2B5EF4-FFF2-40B4-BE49-F238E27FC236}">
                  <a16:creationId xmlns:a16="http://schemas.microsoft.com/office/drawing/2014/main" id="{55C720FA-CC3D-4373-B36D-3726614FDB55}"/>
                </a:ext>
              </a:extLst>
            </p:cNvPr>
            <p:cNvSpPr>
              <a:spLocks noEditPoints="1"/>
            </p:cNvSpPr>
            <p:nvPr userDrawn="1"/>
          </p:nvSpPr>
          <p:spPr bwMode="auto">
            <a:xfrm>
              <a:off x="4939266" y="731520"/>
              <a:ext cx="297023" cy="118408"/>
            </a:xfrm>
            <a:custGeom>
              <a:avLst/>
              <a:gdLst>
                <a:gd name="T0" fmla="*/ 142 w 198"/>
                <a:gd name="T1" fmla="*/ 41 h 79"/>
                <a:gd name="T2" fmla="*/ 142 w 198"/>
                <a:gd name="T3" fmla="*/ 41 h 79"/>
                <a:gd name="T4" fmla="*/ 19 w 198"/>
                <a:gd name="T5" fmla="*/ 10 h 79"/>
                <a:gd name="T6" fmla="*/ 71 w 198"/>
                <a:gd name="T7" fmla="*/ 6 h 79"/>
                <a:gd name="T8" fmla="*/ 133 w 198"/>
                <a:gd name="T9" fmla="*/ 17 h 79"/>
                <a:gd name="T10" fmla="*/ 136 w 198"/>
                <a:gd name="T11" fmla="*/ 19 h 79"/>
                <a:gd name="T12" fmla="*/ 138 w 198"/>
                <a:gd name="T13" fmla="*/ 35 h 79"/>
                <a:gd name="T14" fmla="*/ 136 w 198"/>
                <a:gd name="T15" fmla="*/ 38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1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1 w 198"/>
                <a:gd name="T67" fmla="*/ 14 h 79"/>
                <a:gd name="T68" fmla="*/ 138 w 198"/>
                <a:gd name="T69" fmla="*/ 17 h 79"/>
                <a:gd name="T70" fmla="*/ 138 w 198"/>
                <a:gd name="T71" fmla="*/ 17 h 79"/>
                <a:gd name="T72" fmla="*/ 71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7" name="Freeform 338">
              <a:extLst>
                <a:ext uri="{FF2B5EF4-FFF2-40B4-BE49-F238E27FC236}">
                  <a16:creationId xmlns:a16="http://schemas.microsoft.com/office/drawing/2014/main" id="{492B5744-20A0-4DB1-9AE6-11EA417A312F}"/>
                </a:ext>
              </a:extLst>
            </p:cNvPr>
            <p:cNvSpPr>
              <a:spLocks noEditPoints="1"/>
            </p:cNvSpPr>
            <p:nvPr userDrawn="1"/>
          </p:nvSpPr>
          <p:spPr bwMode="auto">
            <a:xfrm>
              <a:off x="3369860" y="-2217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6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3"/>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8" name="Freeform 339">
              <a:extLst>
                <a:ext uri="{FF2B5EF4-FFF2-40B4-BE49-F238E27FC236}">
                  <a16:creationId xmlns:a16="http://schemas.microsoft.com/office/drawing/2014/main" id="{E717CD67-CAAE-415E-B4A3-992BADBAE7AE}"/>
                </a:ext>
              </a:extLst>
            </p:cNvPr>
            <p:cNvSpPr>
              <a:spLocks noEditPoints="1"/>
            </p:cNvSpPr>
            <p:nvPr userDrawn="1"/>
          </p:nvSpPr>
          <p:spPr bwMode="auto">
            <a:xfrm>
              <a:off x="3036712" y="958301"/>
              <a:ext cx="415432" cy="170588"/>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6 w 276"/>
                <a:gd name="T13" fmla="*/ 54 h 112"/>
                <a:gd name="T14" fmla="*/ 191 w 276"/>
                <a:gd name="T15" fmla="*/ 82 h 112"/>
                <a:gd name="T16" fmla="*/ 201 w 276"/>
                <a:gd name="T17" fmla="*/ 88 h 112"/>
                <a:gd name="T18" fmla="*/ 239 w 276"/>
                <a:gd name="T19" fmla="*/ 89 h 112"/>
                <a:gd name="T20" fmla="*/ 110 w 276"/>
                <a:gd name="T21" fmla="*/ 105 h 112"/>
                <a:gd name="T22" fmla="*/ 106 w 276"/>
                <a:gd name="T23" fmla="*/ 105 h 112"/>
                <a:gd name="T24" fmla="*/ 105 w 276"/>
                <a:gd name="T25" fmla="*/ 105 h 112"/>
                <a:gd name="T26" fmla="*/ 27 w 276"/>
                <a:gd name="T27" fmla="*/ 92 h 112"/>
                <a:gd name="T28" fmla="*/ 11 w 276"/>
                <a:gd name="T29" fmla="*/ 81 h 112"/>
                <a:gd name="T30" fmla="*/ 6 w 276"/>
                <a:gd name="T31" fmla="*/ 50 h 112"/>
                <a:gd name="T32" fmla="*/ 23 w 276"/>
                <a:gd name="T33" fmla="*/ 15 h 112"/>
                <a:gd name="T34" fmla="*/ 25 w 276"/>
                <a:gd name="T35" fmla="*/ 14 h 112"/>
                <a:gd name="T36" fmla="*/ 100 w 276"/>
                <a:gd name="T37" fmla="*/ 0 h 112"/>
                <a:gd name="T38" fmla="*/ 24 w 276"/>
                <a:gd name="T39" fmla="*/ 8 h 112"/>
                <a:gd name="T40" fmla="*/ 24 w 276"/>
                <a:gd name="T41" fmla="*/ 8 h 112"/>
                <a:gd name="T42" fmla="*/ 22 w 276"/>
                <a:gd name="T43" fmla="*/ 9 h 112"/>
                <a:gd name="T44" fmla="*/ 12 w 276"/>
                <a:gd name="T45" fmla="*/ 16 h 112"/>
                <a:gd name="T46" fmla="*/ 5 w 276"/>
                <a:gd name="T47" fmla="*/ 82 h 112"/>
                <a:gd name="T48" fmla="*/ 5 w 276"/>
                <a:gd name="T49" fmla="*/ 83 h 112"/>
                <a:gd name="T50" fmla="*/ 99 w 276"/>
                <a:gd name="T51" fmla="*/ 111 h 112"/>
                <a:gd name="T52" fmla="*/ 105 w 276"/>
                <a:gd name="T53" fmla="*/ 111 h 112"/>
                <a:gd name="T54" fmla="*/ 259 w 276"/>
                <a:gd name="T55" fmla="*/ 90 h 112"/>
                <a:gd name="T56" fmla="*/ 202 w 276"/>
                <a:gd name="T57" fmla="*/ 82 h 112"/>
                <a:gd name="T58" fmla="*/ 198 w 276"/>
                <a:gd name="T59" fmla="*/ 80 h 112"/>
                <a:gd name="T60" fmla="*/ 201 w 276"/>
                <a:gd name="T61" fmla="*/ 57 h 112"/>
                <a:gd name="T62" fmla="*/ 206 w 276"/>
                <a:gd name="T63" fmla="*/ 38 h 112"/>
                <a:gd name="T64" fmla="*/ 200 w 276"/>
                <a:gd name="T65" fmla="*/ 21 h 112"/>
                <a:gd name="T66" fmla="*/ 198 w 276"/>
                <a:gd name="T67" fmla="*/ 23 h 112"/>
                <a:gd name="T68" fmla="*/ 198 w 276"/>
                <a:gd name="T69" fmla="*/ 23 h 112"/>
                <a:gd name="T70" fmla="*/ 100 w 276"/>
                <a:gd name="T7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7"/>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9" name="Freeform 340">
              <a:extLst>
                <a:ext uri="{FF2B5EF4-FFF2-40B4-BE49-F238E27FC236}">
                  <a16:creationId xmlns:a16="http://schemas.microsoft.com/office/drawing/2014/main" id="{BFB40A0B-4514-4A46-9108-A7BCB9FA0FB5}"/>
                </a:ext>
              </a:extLst>
            </p:cNvPr>
            <p:cNvSpPr>
              <a:spLocks/>
            </p:cNvSpPr>
            <p:nvPr userDrawn="1"/>
          </p:nvSpPr>
          <p:spPr bwMode="auto">
            <a:xfrm>
              <a:off x="3068823" y="972350"/>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0" name="Freeform 341">
              <a:extLst>
                <a:ext uri="{FF2B5EF4-FFF2-40B4-BE49-F238E27FC236}">
                  <a16:creationId xmlns:a16="http://schemas.microsoft.com/office/drawing/2014/main" id="{D1613159-091C-4BEF-B7BC-C327527A6F1A}"/>
                </a:ext>
              </a:extLst>
            </p:cNvPr>
            <p:cNvSpPr>
              <a:spLocks noEditPoints="1"/>
            </p:cNvSpPr>
            <p:nvPr userDrawn="1"/>
          </p:nvSpPr>
          <p:spPr bwMode="auto">
            <a:xfrm>
              <a:off x="3833456" y="976364"/>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2 w 245"/>
                <a:gd name="T107" fmla="*/ 84 h 161"/>
                <a:gd name="T108" fmla="*/ 158 w 245"/>
                <a:gd name="T109" fmla="*/ 73 h 161"/>
                <a:gd name="T110" fmla="*/ 158 w 245"/>
                <a:gd name="T111" fmla="*/ 69 h 161"/>
                <a:gd name="T112" fmla="*/ 157 w 245"/>
                <a:gd name="T113" fmla="*/ 68 h 161"/>
                <a:gd name="T114" fmla="*/ 157 w 245"/>
                <a:gd name="T115" fmla="*/ 68 h 161"/>
                <a:gd name="T116" fmla="*/ 136 w 245"/>
                <a:gd name="T117" fmla="*/ 16 h 161"/>
                <a:gd name="T118" fmla="*/ 136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1" name="Freeform 342">
              <a:extLst>
                <a:ext uri="{FF2B5EF4-FFF2-40B4-BE49-F238E27FC236}">
                  <a16:creationId xmlns:a16="http://schemas.microsoft.com/office/drawing/2014/main" id="{A39B6752-8FEA-4F66-8A9A-FDD65897B2CD}"/>
                </a:ext>
              </a:extLst>
            </p:cNvPr>
            <p:cNvSpPr>
              <a:spLocks/>
            </p:cNvSpPr>
            <p:nvPr userDrawn="1"/>
          </p:nvSpPr>
          <p:spPr bwMode="auto">
            <a:xfrm>
              <a:off x="3857539" y="1018508"/>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2" name="Freeform 343">
              <a:extLst>
                <a:ext uri="{FF2B5EF4-FFF2-40B4-BE49-F238E27FC236}">
                  <a16:creationId xmlns:a16="http://schemas.microsoft.com/office/drawing/2014/main" id="{ADEC803F-69D3-4323-B44C-CCD8AC68A80F}"/>
                </a:ext>
              </a:extLst>
            </p:cNvPr>
            <p:cNvSpPr>
              <a:spLocks noEditPoints="1"/>
            </p:cNvSpPr>
            <p:nvPr userDrawn="1"/>
          </p:nvSpPr>
          <p:spPr bwMode="auto">
            <a:xfrm>
              <a:off x="4206742" y="1460029"/>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7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7"/>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3" name="Freeform 344">
              <a:extLst>
                <a:ext uri="{FF2B5EF4-FFF2-40B4-BE49-F238E27FC236}">
                  <a16:creationId xmlns:a16="http://schemas.microsoft.com/office/drawing/2014/main" id="{387095DC-DC01-4E6E-9186-932249963216}"/>
                </a:ext>
              </a:extLst>
            </p:cNvPr>
            <p:cNvSpPr>
              <a:spLocks noEditPoints="1"/>
            </p:cNvSpPr>
            <p:nvPr userDrawn="1"/>
          </p:nvSpPr>
          <p:spPr bwMode="auto">
            <a:xfrm>
              <a:off x="4549925" y="861969"/>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4" name="Freeform 345">
              <a:extLst>
                <a:ext uri="{FF2B5EF4-FFF2-40B4-BE49-F238E27FC236}">
                  <a16:creationId xmlns:a16="http://schemas.microsoft.com/office/drawing/2014/main" id="{C2FA2E88-B0DE-44FE-86B0-0938AB5461AC}"/>
                </a:ext>
              </a:extLst>
            </p:cNvPr>
            <p:cNvSpPr>
              <a:spLocks noEditPoints="1"/>
            </p:cNvSpPr>
            <p:nvPr userDrawn="1"/>
          </p:nvSpPr>
          <p:spPr bwMode="auto">
            <a:xfrm>
              <a:off x="5521270" y="1233248"/>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27 w 170"/>
                <a:gd name="T31" fmla="*/ 82 h 132"/>
                <a:gd name="T32" fmla="*/ 8 w 170"/>
                <a:gd name="T33" fmla="*/ 45 h 132"/>
                <a:gd name="T34" fmla="*/ 8 w 170"/>
                <a:gd name="T35" fmla="*/ 45 h 132"/>
                <a:gd name="T36" fmla="*/ 8 w 170"/>
                <a:gd name="T37" fmla="*/ 44 h 132"/>
                <a:gd name="T38" fmla="*/ 8 w 170"/>
                <a:gd name="T39" fmla="*/ 44 h 132"/>
                <a:gd name="T40" fmla="*/ 6 w 170"/>
                <a:gd name="T41" fmla="*/ 33 h 132"/>
                <a:gd name="T42" fmla="*/ 10 w 170"/>
                <a:gd name="T43" fmla="*/ 18 h 132"/>
                <a:gd name="T44" fmla="*/ 27 w 170"/>
                <a:gd name="T45" fmla="*/ 7 h 132"/>
                <a:gd name="T46" fmla="*/ 109 w 170"/>
                <a:gd name="T47" fmla="*/ 0 h 132"/>
                <a:gd name="T48" fmla="*/ 27 w 170"/>
                <a:gd name="T49" fmla="*/ 1 h 132"/>
                <a:gd name="T50" fmla="*/ 27 w 170"/>
                <a:gd name="T51" fmla="*/ 1 h 132"/>
                <a:gd name="T52" fmla="*/ 26 w 170"/>
                <a:gd name="T53" fmla="*/ 2 h 132"/>
                <a:gd name="T54" fmla="*/ 5 w 170"/>
                <a:gd name="T55" fmla="*/ 15 h 132"/>
                <a:gd name="T56" fmla="*/ 0 w 170"/>
                <a:gd name="T57" fmla="*/ 33 h 132"/>
                <a:gd name="T58" fmla="*/ 2 w 170"/>
                <a:gd name="T59" fmla="*/ 46 h 132"/>
                <a:gd name="T60" fmla="*/ 24 w 170"/>
                <a:gd name="T61" fmla="*/ 87 h 132"/>
                <a:gd name="T62" fmla="*/ 37 w 170"/>
                <a:gd name="T63" fmla="*/ 93 h 132"/>
                <a:gd name="T64" fmla="*/ 43 w 170"/>
                <a:gd name="T65" fmla="*/ 132 h 132"/>
                <a:gd name="T66" fmla="*/ 44 w 170"/>
                <a:gd name="T67" fmla="*/ 132 h 132"/>
                <a:gd name="T68" fmla="*/ 56 w 170"/>
                <a:gd name="T69" fmla="*/ 94 h 132"/>
                <a:gd name="T70" fmla="*/ 125 w 170"/>
                <a:gd name="T71" fmla="*/ 94 h 132"/>
                <a:gd name="T72" fmla="*/ 126 w 170"/>
                <a:gd name="T73" fmla="*/ 94 h 132"/>
                <a:gd name="T74" fmla="*/ 160 w 170"/>
                <a:gd name="T75" fmla="*/ 68 h 132"/>
                <a:gd name="T76" fmla="*/ 170 w 170"/>
                <a:gd name="T77" fmla="*/ 42 h 132"/>
                <a:gd name="T78" fmla="*/ 162 w 170"/>
                <a:gd name="T79" fmla="*/ 17 h 132"/>
                <a:gd name="T80" fmla="*/ 162 w 170"/>
                <a:gd name="T81" fmla="*/ 17 h 132"/>
                <a:gd name="T82" fmla="*/ 160 w 170"/>
                <a:gd name="T83" fmla="*/ 15 h 132"/>
                <a:gd name="T84" fmla="*/ 160 w 170"/>
                <a:gd name="T85" fmla="*/ 14 h 132"/>
                <a:gd name="T86" fmla="*/ 160 w 170"/>
                <a:gd name="T87" fmla="*/ 14 h 132"/>
                <a:gd name="T88" fmla="*/ 152 w 170"/>
                <a:gd name="T89" fmla="*/ 6 h 132"/>
                <a:gd name="T90" fmla="*/ 144 w 170"/>
                <a:gd name="T91" fmla="*/ 2 h 132"/>
                <a:gd name="T92" fmla="*/ 139 w 170"/>
                <a:gd name="T93" fmla="*/ 1 h 132"/>
                <a:gd name="T94" fmla="*/ 109 w 170"/>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5" name="Freeform 346">
              <a:extLst>
                <a:ext uri="{FF2B5EF4-FFF2-40B4-BE49-F238E27FC236}">
                  <a16:creationId xmlns:a16="http://schemas.microsoft.com/office/drawing/2014/main" id="{8695287D-6D8D-45AE-AFFD-ACCE79C14866}"/>
                </a:ext>
              </a:extLst>
            </p:cNvPr>
            <p:cNvSpPr>
              <a:spLocks/>
            </p:cNvSpPr>
            <p:nvPr userDrawn="1"/>
          </p:nvSpPr>
          <p:spPr bwMode="auto">
            <a:xfrm>
              <a:off x="5585492"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6" name="Freeform 347">
              <a:extLst>
                <a:ext uri="{FF2B5EF4-FFF2-40B4-BE49-F238E27FC236}">
                  <a16:creationId xmlns:a16="http://schemas.microsoft.com/office/drawing/2014/main" id="{C050BD60-7C93-4F91-8F44-9B829AFC650C}"/>
                </a:ext>
              </a:extLst>
            </p:cNvPr>
            <p:cNvSpPr>
              <a:spLocks noEditPoints="1"/>
            </p:cNvSpPr>
            <p:nvPr userDrawn="1"/>
          </p:nvSpPr>
          <p:spPr bwMode="auto">
            <a:xfrm>
              <a:off x="4272971" y="5018"/>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0 w 188"/>
                <a:gd name="T89" fmla="*/ 56 h 162"/>
                <a:gd name="T90" fmla="*/ 157 w 188"/>
                <a:gd name="T91" fmla="*/ 21 h 162"/>
                <a:gd name="T92" fmla="*/ 99 w 188"/>
                <a:gd name="T93" fmla="*/ 13 h 162"/>
                <a:gd name="T94" fmla="*/ 77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5"/>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8"/>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7" name="Freeform 348">
              <a:extLst>
                <a:ext uri="{FF2B5EF4-FFF2-40B4-BE49-F238E27FC236}">
                  <a16:creationId xmlns:a16="http://schemas.microsoft.com/office/drawing/2014/main" id="{A26B33CB-EFB6-4DF1-B5C3-F254853456A6}"/>
                </a:ext>
              </a:extLst>
            </p:cNvPr>
            <p:cNvSpPr>
              <a:spLocks noEditPoints="1"/>
            </p:cNvSpPr>
            <p:nvPr userDrawn="1"/>
          </p:nvSpPr>
          <p:spPr bwMode="auto">
            <a:xfrm>
              <a:off x="4983418" y="47162"/>
              <a:ext cx="282975" cy="242837"/>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5 h 162"/>
                <a:gd name="T84" fmla="*/ 44 w 188"/>
                <a:gd name="T85" fmla="*/ 137 h 162"/>
                <a:gd name="T86" fmla="*/ 65 w 188"/>
                <a:gd name="T87" fmla="*/ 146 h 162"/>
                <a:gd name="T88" fmla="*/ 78 w 188"/>
                <a:gd name="T89" fmla="*/ 140 h 162"/>
                <a:gd name="T90" fmla="*/ 78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8 w 188"/>
                <a:gd name="T105" fmla="*/ 115 h 162"/>
                <a:gd name="T106" fmla="*/ 186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6"/>
                    <a:pt x="169" y="56"/>
                    <a:pt x="169" y="56"/>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8" name="Freeform 349">
              <a:extLst>
                <a:ext uri="{FF2B5EF4-FFF2-40B4-BE49-F238E27FC236}">
                  <a16:creationId xmlns:a16="http://schemas.microsoft.com/office/drawing/2014/main" id="{ED708C1D-F203-4EB8-A4CF-0D45B3E6428A}"/>
                </a:ext>
              </a:extLst>
            </p:cNvPr>
            <p:cNvSpPr>
              <a:spLocks noEditPoints="1"/>
            </p:cNvSpPr>
            <p:nvPr userDrawn="1"/>
          </p:nvSpPr>
          <p:spPr bwMode="auto">
            <a:xfrm>
              <a:off x="4413455" y="1144944"/>
              <a:ext cx="282975" cy="242837"/>
            </a:xfrm>
            <a:custGeom>
              <a:avLst/>
              <a:gdLst>
                <a:gd name="T0" fmla="*/ 167 w 188"/>
                <a:gd name="T1" fmla="*/ 112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0 h 162"/>
                <a:gd name="T20" fmla="*/ 159 w 188"/>
                <a:gd name="T21" fmla="*/ 110 h 162"/>
                <a:gd name="T22" fmla="*/ 142 w 188"/>
                <a:gd name="T23" fmla="*/ 122 h 162"/>
                <a:gd name="T24" fmla="*/ 113 w 188"/>
                <a:gd name="T25" fmla="*/ 148 h 162"/>
                <a:gd name="T26" fmla="*/ 99 w 188"/>
                <a:gd name="T27" fmla="*/ 145 h 162"/>
                <a:gd name="T28" fmla="*/ 81 w 188"/>
                <a:gd name="T29" fmla="*/ 131 h 162"/>
                <a:gd name="T30" fmla="*/ 77 w 188"/>
                <a:gd name="T31" fmla="*/ 132 h 162"/>
                <a:gd name="T32" fmla="*/ 65 w 188"/>
                <a:gd name="T33" fmla="*/ 139 h 162"/>
                <a:gd name="T34" fmla="*/ 49 w 188"/>
                <a:gd name="T35" fmla="*/ 133 h 162"/>
                <a:gd name="T36" fmla="*/ 48 w 188"/>
                <a:gd name="T37" fmla="*/ 115 h 162"/>
                <a:gd name="T38" fmla="*/ 16 w 188"/>
                <a:gd name="T39" fmla="*/ 144 h 162"/>
                <a:gd name="T40" fmla="*/ 28 w 188"/>
                <a:gd name="T41" fmla="*/ 97 h 162"/>
                <a:gd name="T42" fmla="*/ 8 w 188"/>
                <a:gd name="T43" fmla="*/ 84 h 162"/>
                <a:gd name="T44" fmla="*/ 10 w 188"/>
                <a:gd name="T45" fmla="*/ 64 h 162"/>
                <a:gd name="T46" fmla="*/ 18 w 188"/>
                <a:gd name="T47" fmla="*/ 64 h 162"/>
                <a:gd name="T48" fmla="*/ 32 w 188"/>
                <a:gd name="T49" fmla="*/ 40 h 162"/>
                <a:gd name="T50" fmla="*/ 53 w 188"/>
                <a:gd name="T51" fmla="*/ 12 h 162"/>
                <a:gd name="T52" fmla="*/ 85 w 188"/>
                <a:gd name="T53" fmla="*/ 17 h 162"/>
                <a:gd name="T54" fmla="*/ 94 w 188"/>
                <a:gd name="T55" fmla="*/ 24 h 162"/>
                <a:gd name="T56" fmla="*/ 98 w 188"/>
                <a:gd name="T57" fmla="*/ 28 h 162"/>
                <a:gd name="T58" fmla="*/ 105 w 188"/>
                <a:gd name="T59" fmla="*/ 1 h 162"/>
                <a:gd name="T60" fmla="*/ 89 w 188"/>
                <a:gd name="T61" fmla="*/ 12 h 162"/>
                <a:gd name="T62" fmla="*/ 50 w 188"/>
                <a:gd name="T63" fmla="*/ 7 h 162"/>
                <a:gd name="T64" fmla="*/ 27 w 188"/>
                <a:gd name="T65" fmla="*/ 44 h 162"/>
                <a:gd name="T66" fmla="*/ 18 w 188"/>
                <a:gd name="T67" fmla="*/ 58 h 162"/>
                <a:gd name="T68" fmla="*/ 13 w 188"/>
                <a:gd name="T69" fmla="*/ 57 h 162"/>
                <a:gd name="T70" fmla="*/ 0 w 188"/>
                <a:gd name="T71" fmla="*/ 75 h 162"/>
                <a:gd name="T72" fmla="*/ 15 w 188"/>
                <a:gd name="T73" fmla="*/ 98 h 162"/>
                <a:gd name="T74" fmla="*/ 23 w 188"/>
                <a:gd name="T75" fmla="*/ 123 h 162"/>
                <a:gd name="T76" fmla="*/ 1 w 188"/>
                <a:gd name="T77" fmla="*/ 157 h 162"/>
                <a:gd name="T78" fmla="*/ 0 w 188"/>
                <a:gd name="T79" fmla="*/ 159 h 162"/>
                <a:gd name="T80" fmla="*/ 3 w 188"/>
                <a:gd name="T81" fmla="*/ 162 h 162"/>
                <a:gd name="T82" fmla="*/ 15 w 188"/>
                <a:gd name="T83" fmla="*/ 155 h 162"/>
                <a:gd name="T84" fmla="*/ 44 w 188"/>
                <a:gd name="T85" fmla="*/ 124 h 162"/>
                <a:gd name="T86" fmla="*/ 44 w 188"/>
                <a:gd name="T87" fmla="*/ 137 h 162"/>
                <a:gd name="T88" fmla="*/ 65 w 188"/>
                <a:gd name="T89" fmla="*/ 145 h 162"/>
                <a:gd name="T90" fmla="*/ 78 w 188"/>
                <a:gd name="T91" fmla="*/ 139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2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9" name="Freeform 350">
              <a:extLst>
                <a:ext uri="{FF2B5EF4-FFF2-40B4-BE49-F238E27FC236}">
                  <a16:creationId xmlns:a16="http://schemas.microsoft.com/office/drawing/2014/main" id="{E69083D5-97EC-4067-A4E8-280E2E04BF3B}"/>
                </a:ext>
              </a:extLst>
            </p:cNvPr>
            <p:cNvSpPr>
              <a:spLocks noEditPoints="1"/>
            </p:cNvSpPr>
            <p:nvPr userDrawn="1"/>
          </p:nvSpPr>
          <p:spPr bwMode="auto">
            <a:xfrm>
              <a:off x="5760092" y="946259"/>
              <a:ext cx="365258" cy="313078"/>
            </a:xfrm>
            <a:custGeom>
              <a:avLst/>
              <a:gdLst>
                <a:gd name="T0" fmla="*/ 100 w 243"/>
                <a:gd name="T1" fmla="*/ 180 h 208"/>
                <a:gd name="T2" fmla="*/ 143 w 243"/>
                <a:gd name="T3" fmla="*/ 6 h 208"/>
                <a:gd name="T4" fmla="*/ 158 w 243"/>
                <a:gd name="T5" fmla="*/ 18 h 208"/>
                <a:gd name="T6" fmla="*/ 166 w 243"/>
                <a:gd name="T7" fmla="*/ 35 h 208"/>
                <a:gd name="T8" fmla="*/ 217 w 243"/>
                <a:gd name="T9" fmla="*/ 44 h 208"/>
                <a:gd name="T10" fmla="*/ 220 w 243"/>
                <a:gd name="T11" fmla="*/ 72 h 208"/>
                <a:gd name="T12" fmla="*/ 235 w 243"/>
                <a:gd name="T13" fmla="*/ 113 h 208"/>
                <a:gd name="T14" fmla="*/ 219 w 243"/>
                <a:gd name="T15" fmla="*/ 145 h 208"/>
                <a:gd name="T16" fmla="*/ 194 w 243"/>
                <a:gd name="T17" fmla="*/ 146 h 208"/>
                <a:gd name="T18" fmla="*/ 147 w 243"/>
                <a:gd name="T19" fmla="*/ 192 h 208"/>
                <a:gd name="T20" fmla="*/ 127 w 243"/>
                <a:gd name="T21" fmla="*/ 188 h 208"/>
                <a:gd name="T22" fmla="*/ 105 w 243"/>
                <a:gd name="T23" fmla="*/ 170 h 208"/>
                <a:gd name="T24" fmla="*/ 84 w 243"/>
                <a:gd name="T25" fmla="*/ 181 h 208"/>
                <a:gd name="T26" fmla="*/ 62 w 243"/>
                <a:gd name="T27" fmla="*/ 172 h 208"/>
                <a:gd name="T28" fmla="*/ 56 w 243"/>
                <a:gd name="T29" fmla="*/ 144 h 208"/>
                <a:gd name="T30" fmla="*/ 43 w 243"/>
                <a:gd name="T31" fmla="*/ 142 h 208"/>
                <a:gd name="T32" fmla="*/ 9 w 243"/>
                <a:gd name="T33" fmla="*/ 109 h 208"/>
                <a:gd name="T34" fmla="*/ 17 w 243"/>
                <a:gd name="T35" fmla="*/ 80 h 208"/>
                <a:gd name="T36" fmla="*/ 45 w 243"/>
                <a:gd name="T37" fmla="*/ 65 h 208"/>
                <a:gd name="T38" fmla="*/ 68 w 243"/>
                <a:gd name="T39" fmla="*/ 14 h 208"/>
                <a:gd name="T40" fmla="*/ 120 w 243"/>
                <a:gd name="T41" fmla="*/ 27 h 208"/>
                <a:gd name="T42" fmla="*/ 123 w 243"/>
                <a:gd name="T43" fmla="*/ 30 h 208"/>
                <a:gd name="T44" fmla="*/ 137 w 243"/>
                <a:gd name="T45" fmla="*/ 1 h 208"/>
                <a:gd name="T46" fmla="*/ 83 w 243"/>
                <a:gd name="T47" fmla="*/ 5 h 208"/>
                <a:gd name="T48" fmla="*/ 36 w 243"/>
                <a:gd name="T49" fmla="*/ 56 h 208"/>
                <a:gd name="T50" fmla="*/ 19 w 243"/>
                <a:gd name="T51" fmla="*/ 75 h 208"/>
                <a:gd name="T52" fmla="*/ 2 w 243"/>
                <a:gd name="T53" fmla="*/ 85 h 208"/>
                <a:gd name="T54" fmla="*/ 19 w 243"/>
                <a:gd name="T55" fmla="*/ 126 h 208"/>
                <a:gd name="T56" fmla="*/ 30 w 243"/>
                <a:gd name="T57" fmla="*/ 160 h 208"/>
                <a:gd name="T58" fmla="*/ 1 w 243"/>
                <a:gd name="T59" fmla="*/ 204 h 208"/>
                <a:gd name="T60" fmla="*/ 4 w 243"/>
                <a:gd name="T61" fmla="*/ 208 h 208"/>
                <a:gd name="T62" fmla="*/ 19 w 243"/>
                <a:gd name="T63" fmla="*/ 199 h 208"/>
                <a:gd name="T64" fmla="*/ 56 w 243"/>
                <a:gd name="T65" fmla="*/ 175 h 208"/>
                <a:gd name="T66" fmla="*/ 84 w 243"/>
                <a:gd name="T67" fmla="*/ 187 h 208"/>
                <a:gd name="T68" fmla="*/ 100 w 243"/>
                <a:gd name="T69" fmla="*/ 180 h 208"/>
                <a:gd name="T70" fmla="*/ 122 w 243"/>
                <a:gd name="T71" fmla="*/ 192 h 208"/>
                <a:gd name="T72" fmla="*/ 147 w 243"/>
                <a:gd name="T73" fmla="*/ 198 h 208"/>
                <a:gd name="T74" fmla="*/ 190 w 243"/>
                <a:gd name="T75" fmla="*/ 178 h 208"/>
                <a:gd name="T76" fmla="*/ 206 w 243"/>
                <a:gd name="T77" fmla="*/ 149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4" y="202"/>
                  </a:moveTo>
                  <a:cubicBezTo>
                    <a:pt x="4" y="202"/>
                    <a:pt x="4" y="202"/>
                    <a:pt x="4" y="202"/>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7" y="192"/>
                    <a:pt x="14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0" name="Freeform 351">
              <a:extLst>
                <a:ext uri="{FF2B5EF4-FFF2-40B4-BE49-F238E27FC236}">
                  <a16:creationId xmlns:a16="http://schemas.microsoft.com/office/drawing/2014/main" id="{5FE953AE-2FD2-4AD0-B019-316C61FB526B}"/>
                </a:ext>
              </a:extLst>
            </p:cNvPr>
            <p:cNvSpPr>
              <a:spLocks/>
            </p:cNvSpPr>
            <p:nvPr userDrawn="1"/>
          </p:nvSpPr>
          <p:spPr bwMode="auto">
            <a:xfrm>
              <a:off x="5762100" y="1255324"/>
              <a:ext cx="2008"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1" name="Freeform 352">
              <a:extLst>
                <a:ext uri="{FF2B5EF4-FFF2-40B4-BE49-F238E27FC236}">
                  <a16:creationId xmlns:a16="http://schemas.microsoft.com/office/drawing/2014/main" id="{02D61A34-9F98-49B0-A847-8E87A4A66CE2}"/>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close/>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2" name="Freeform 353">
              <a:extLst>
                <a:ext uri="{FF2B5EF4-FFF2-40B4-BE49-F238E27FC236}">
                  <a16:creationId xmlns:a16="http://schemas.microsoft.com/office/drawing/2014/main" id="{A358DD41-6875-4E9D-93A0-A8D2906709CB}"/>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3" name="Freeform 354">
              <a:extLst>
                <a:ext uri="{FF2B5EF4-FFF2-40B4-BE49-F238E27FC236}">
                  <a16:creationId xmlns:a16="http://schemas.microsoft.com/office/drawing/2014/main" id="{379701C8-BAA4-4413-9AC9-EB485B7602FA}"/>
                </a:ext>
              </a:extLst>
            </p:cNvPr>
            <p:cNvSpPr>
              <a:spLocks noEditPoints="1"/>
            </p:cNvSpPr>
            <p:nvPr userDrawn="1"/>
          </p:nvSpPr>
          <p:spPr bwMode="auto">
            <a:xfrm>
              <a:off x="6181544"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4" name="Freeform 355">
              <a:extLst>
                <a:ext uri="{FF2B5EF4-FFF2-40B4-BE49-F238E27FC236}">
                  <a16:creationId xmlns:a16="http://schemas.microsoft.com/office/drawing/2014/main" id="{2223DA48-CB84-40E2-9EC7-38E838000ED6}"/>
                </a:ext>
              </a:extLst>
            </p:cNvPr>
            <p:cNvSpPr>
              <a:spLocks noEditPoints="1"/>
            </p:cNvSpPr>
            <p:nvPr userDrawn="1"/>
          </p:nvSpPr>
          <p:spPr bwMode="auto">
            <a:xfrm>
              <a:off x="5956770" y="-199687"/>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5" name="Freeform 356">
              <a:extLst>
                <a:ext uri="{FF2B5EF4-FFF2-40B4-BE49-F238E27FC236}">
                  <a16:creationId xmlns:a16="http://schemas.microsoft.com/office/drawing/2014/main" id="{368A8E75-F0E8-4863-84CC-3708FA8D673F}"/>
                </a:ext>
              </a:extLst>
            </p:cNvPr>
            <p:cNvSpPr>
              <a:spLocks noEditPoints="1"/>
            </p:cNvSpPr>
            <p:nvPr userDrawn="1"/>
          </p:nvSpPr>
          <p:spPr bwMode="auto">
            <a:xfrm>
              <a:off x="5952756" y="-103356"/>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8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5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6" name="Freeform 357">
              <a:extLst>
                <a:ext uri="{FF2B5EF4-FFF2-40B4-BE49-F238E27FC236}">
                  <a16:creationId xmlns:a16="http://schemas.microsoft.com/office/drawing/2014/main" id="{A9354AD2-F9D3-48BE-87B8-AD42F7B59329}"/>
                </a:ext>
              </a:extLst>
            </p:cNvPr>
            <p:cNvSpPr>
              <a:spLocks noEditPoints="1"/>
            </p:cNvSpPr>
            <p:nvPr userDrawn="1"/>
          </p:nvSpPr>
          <p:spPr bwMode="auto">
            <a:xfrm>
              <a:off x="5938708" y="-83286"/>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8 w 15"/>
                <a:gd name="T17" fmla="*/ 9 h 15"/>
                <a:gd name="T18" fmla="*/ 7 w 15"/>
                <a:gd name="T19" fmla="*/ 9 h 15"/>
                <a:gd name="T20" fmla="*/ 7 w 15"/>
                <a:gd name="T21" fmla="*/ 0 h 15"/>
                <a:gd name="T22" fmla="*/ 7 w 15"/>
                <a:gd name="T23" fmla="*/ 0 h 15"/>
                <a:gd name="T24" fmla="*/ 4 w 15"/>
                <a:gd name="T25" fmla="*/ 1 h 15"/>
                <a:gd name="T26" fmla="*/ 0 w 15"/>
                <a:gd name="T27" fmla="*/ 8 h 15"/>
                <a:gd name="T28" fmla="*/ 1 w 15"/>
                <a:gd name="T29" fmla="*/ 11 h 15"/>
                <a:gd name="T30" fmla="*/ 6 w 15"/>
                <a:gd name="T31" fmla="*/ 15 h 15"/>
                <a:gd name="T32" fmla="*/ 8 w 15"/>
                <a:gd name="T33" fmla="*/ 14 h 15"/>
                <a:gd name="T34" fmla="*/ 8 w 15"/>
                <a:gd name="T35" fmla="*/ 14 h 15"/>
                <a:gd name="T36" fmla="*/ 10 w 15"/>
                <a:gd name="T37" fmla="*/ 14 h 15"/>
                <a:gd name="T38" fmla="*/ 11 w 15"/>
                <a:gd name="T39" fmla="*/ 14 h 15"/>
                <a:gd name="T40" fmla="*/ 11 w 15"/>
                <a:gd name="T41" fmla="*/ 14 h 15"/>
                <a:gd name="T42" fmla="*/ 15 w 15"/>
                <a:gd name="T43" fmla="*/ 8 h 15"/>
                <a:gd name="T44" fmla="*/ 14 w 15"/>
                <a:gd name="T45" fmla="*/ 5 h 15"/>
                <a:gd name="T46" fmla="*/ 14 w 15"/>
                <a:gd name="T47" fmla="*/ 4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8" y="9"/>
                    <a:pt x="8" y="9"/>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3" y="2"/>
                    <a:pt x="11"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7" name="Freeform 358">
              <a:extLst>
                <a:ext uri="{FF2B5EF4-FFF2-40B4-BE49-F238E27FC236}">
                  <a16:creationId xmlns:a16="http://schemas.microsoft.com/office/drawing/2014/main" id="{5C416C03-68BF-4442-8070-A86685BFEAF6}"/>
                </a:ext>
              </a:extLst>
            </p:cNvPr>
            <p:cNvSpPr>
              <a:spLocks noEditPoints="1"/>
            </p:cNvSpPr>
            <p:nvPr userDrawn="1"/>
          </p:nvSpPr>
          <p:spPr bwMode="auto">
            <a:xfrm>
              <a:off x="5942722" y="-61211"/>
              <a:ext cx="20069" cy="18063"/>
            </a:xfrm>
            <a:custGeom>
              <a:avLst/>
              <a:gdLst>
                <a:gd name="T0" fmla="*/ 6 w 13"/>
                <a:gd name="T1" fmla="*/ 7 h 13"/>
                <a:gd name="T2" fmla="*/ 6 w 13"/>
                <a:gd name="T3" fmla="*/ 7 h 13"/>
                <a:gd name="T4" fmla="*/ 6 w 13"/>
                <a:gd name="T5" fmla="*/ 7 h 13"/>
                <a:gd name="T6" fmla="*/ 6 w 13"/>
                <a:gd name="T7" fmla="*/ 7 h 13"/>
                <a:gd name="T8" fmla="*/ 6 w 13"/>
                <a:gd name="T9" fmla="*/ 7 h 13"/>
                <a:gd name="T10" fmla="*/ 6 w 13"/>
                <a:gd name="T11" fmla="*/ 7 h 13"/>
                <a:gd name="T12" fmla="*/ 6 w 13"/>
                <a:gd name="T13" fmla="*/ 6 h 13"/>
                <a:gd name="T14" fmla="*/ 6 w 13"/>
                <a:gd name="T15" fmla="*/ 6 h 13"/>
                <a:gd name="T16" fmla="*/ 7 w 13"/>
                <a:gd name="T17" fmla="*/ 6 h 13"/>
                <a:gd name="T18" fmla="*/ 7 w 13"/>
                <a:gd name="T19" fmla="*/ 7 h 13"/>
                <a:gd name="T20" fmla="*/ 6 w 13"/>
                <a:gd name="T21" fmla="*/ 7 h 13"/>
                <a:gd name="T22" fmla="*/ 8 w 13"/>
                <a:gd name="T23" fmla="*/ 10 h 13"/>
                <a:gd name="T24" fmla="*/ 6 w 13"/>
                <a:gd name="T25" fmla="*/ 7 h 13"/>
                <a:gd name="T26" fmla="*/ 6 w 13"/>
                <a:gd name="T27" fmla="*/ 7 h 13"/>
                <a:gd name="T28" fmla="*/ 6 w 13"/>
                <a:gd name="T29" fmla="*/ 7 h 13"/>
                <a:gd name="T30" fmla="*/ 6 w 13"/>
                <a:gd name="T31" fmla="*/ 0 h 13"/>
                <a:gd name="T32" fmla="*/ 6 w 13"/>
                <a:gd name="T33" fmla="*/ 0 h 13"/>
                <a:gd name="T34" fmla="*/ 4 w 13"/>
                <a:gd name="T35" fmla="*/ 1 h 13"/>
                <a:gd name="T36" fmla="*/ 3 w 13"/>
                <a:gd name="T37" fmla="*/ 1 h 13"/>
                <a:gd name="T38" fmla="*/ 0 w 13"/>
                <a:gd name="T39" fmla="*/ 7 h 13"/>
                <a:gd name="T40" fmla="*/ 1 w 13"/>
                <a:gd name="T41" fmla="*/ 10 h 13"/>
                <a:gd name="T42" fmla="*/ 1 w 13"/>
                <a:gd name="T43" fmla="*/ 10 h 13"/>
                <a:gd name="T44" fmla="*/ 6 w 13"/>
                <a:gd name="T45" fmla="*/ 13 h 13"/>
                <a:gd name="T46" fmla="*/ 6 w 13"/>
                <a:gd name="T47" fmla="*/ 13 h 13"/>
                <a:gd name="T48" fmla="*/ 10 w 13"/>
                <a:gd name="T49" fmla="*/ 12 h 13"/>
                <a:gd name="T50" fmla="*/ 10 w 13"/>
                <a:gd name="T51" fmla="*/ 12 h 13"/>
                <a:gd name="T52" fmla="*/ 13 w 13"/>
                <a:gd name="T53" fmla="*/ 7 h 13"/>
                <a:gd name="T54" fmla="*/ 12 w 13"/>
                <a:gd name="T55" fmla="*/ 3 h 13"/>
                <a:gd name="T56" fmla="*/ 12 w 13"/>
                <a:gd name="T57" fmla="*/ 3 h 13"/>
                <a:gd name="T58" fmla="*/ 8 w 13"/>
                <a:gd name="T59" fmla="*/ 0 h 13"/>
                <a:gd name="T60" fmla="*/ 6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6" y="7"/>
                  </a:moveTo>
                  <a:cubicBezTo>
                    <a:pt x="6" y="7"/>
                    <a:pt x="6" y="7"/>
                    <a:pt x="6" y="7"/>
                  </a:cubicBezTo>
                  <a:cubicBezTo>
                    <a:pt x="6" y="7"/>
                    <a:pt x="6" y="7"/>
                    <a:pt x="6" y="7"/>
                  </a:cubicBezTo>
                  <a:cubicBezTo>
                    <a:pt x="6" y="7"/>
                    <a:pt x="6" y="7"/>
                    <a:pt x="6" y="7"/>
                  </a:cubicBezTo>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8" y="10"/>
                    <a:pt x="8" y="10"/>
                    <a:pt x="8" y="10"/>
                  </a:cubicBezTo>
                  <a:cubicBezTo>
                    <a:pt x="6" y="7"/>
                    <a:pt x="6" y="7"/>
                    <a:pt x="6" y="7"/>
                  </a:cubicBezTo>
                  <a:cubicBezTo>
                    <a:pt x="6" y="7"/>
                    <a:pt x="6" y="7"/>
                    <a:pt x="6" y="7"/>
                  </a:cubicBezTo>
                  <a:cubicBezTo>
                    <a:pt x="6" y="7"/>
                    <a:pt x="6" y="7"/>
                    <a:pt x="6" y="7"/>
                  </a:cubicBezTo>
                  <a:moveTo>
                    <a:pt x="6" y="0"/>
                  </a:moveTo>
                  <a:cubicBezTo>
                    <a:pt x="6" y="0"/>
                    <a:pt x="6" y="0"/>
                    <a:pt x="6" y="0"/>
                  </a:cubicBezTo>
                  <a:cubicBezTo>
                    <a:pt x="5" y="0"/>
                    <a:pt x="4"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8" name="Freeform 359">
              <a:extLst>
                <a:ext uri="{FF2B5EF4-FFF2-40B4-BE49-F238E27FC236}">
                  <a16:creationId xmlns:a16="http://schemas.microsoft.com/office/drawing/2014/main" id="{76DDEB92-CD25-401B-B939-BC8F19EFF4CF}"/>
                </a:ext>
              </a:extLst>
            </p:cNvPr>
            <p:cNvSpPr>
              <a:spLocks noEditPoints="1"/>
            </p:cNvSpPr>
            <p:nvPr userDrawn="1"/>
          </p:nvSpPr>
          <p:spPr bwMode="auto">
            <a:xfrm>
              <a:off x="6145420" y="1086743"/>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9" name="Freeform 360">
              <a:extLst>
                <a:ext uri="{FF2B5EF4-FFF2-40B4-BE49-F238E27FC236}">
                  <a16:creationId xmlns:a16="http://schemas.microsoft.com/office/drawing/2014/main" id="{ADEDD003-4EDC-472E-8341-27A6D5058C00}"/>
                </a:ext>
              </a:extLst>
            </p:cNvPr>
            <p:cNvSpPr>
              <a:spLocks noEditPoints="1"/>
            </p:cNvSpPr>
            <p:nvPr userDrawn="1"/>
          </p:nvSpPr>
          <p:spPr bwMode="auto">
            <a:xfrm>
              <a:off x="6141406"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0" name="Freeform 361">
              <a:extLst>
                <a:ext uri="{FF2B5EF4-FFF2-40B4-BE49-F238E27FC236}">
                  <a16:creationId xmlns:a16="http://schemas.microsoft.com/office/drawing/2014/main" id="{23C373E5-1ABB-411E-B633-1BF4A3C1C797}"/>
                </a:ext>
              </a:extLst>
            </p:cNvPr>
            <p:cNvSpPr>
              <a:spLocks noEditPoints="1"/>
            </p:cNvSpPr>
            <p:nvPr userDrawn="1"/>
          </p:nvSpPr>
          <p:spPr bwMode="auto">
            <a:xfrm>
              <a:off x="6125351" y="1237262"/>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8 w 17"/>
                <a:gd name="T35" fmla="*/ 18 h 18"/>
                <a:gd name="T36" fmla="*/ 16 w 17"/>
                <a:gd name="T37" fmla="*/ 13 h 18"/>
                <a:gd name="T38" fmla="*/ 17 w 17"/>
                <a:gd name="T39" fmla="*/ 9 h 18"/>
                <a:gd name="T40" fmla="*/ 12 w 17"/>
                <a:gd name="T41" fmla="*/ 1 h 18"/>
                <a:gd name="T42" fmla="*/ 8 w 1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1" name="Freeform 362">
              <a:extLst>
                <a:ext uri="{FF2B5EF4-FFF2-40B4-BE49-F238E27FC236}">
                  <a16:creationId xmlns:a16="http://schemas.microsoft.com/office/drawing/2014/main" id="{5A2827FD-8D0A-47C7-82B5-98EC7B1F46A5}"/>
                </a:ext>
              </a:extLst>
            </p:cNvPr>
            <p:cNvSpPr>
              <a:spLocks noEditPoints="1"/>
            </p:cNvSpPr>
            <p:nvPr userDrawn="1"/>
          </p:nvSpPr>
          <p:spPr bwMode="auto">
            <a:xfrm>
              <a:off x="6099261" y="1241276"/>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15 w 15"/>
                <a:gd name="T35" fmla="*/ 11 h 15"/>
                <a:gd name="T36" fmla="*/ 15 w 15"/>
                <a:gd name="T37" fmla="*/ 8 h 15"/>
                <a:gd name="T38" fmla="*/ 11 w 15"/>
                <a:gd name="T39" fmla="*/ 1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2" name="Freeform 363">
              <a:extLst>
                <a:ext uri="{FF2B5EF4-FFF2-40B4-BE49-F238E27FC236}">
                  <a16:creationId xmlns:a16="http://schemas.microsoft.com/office/drawing/2014/main" id="{8C6F3ABB-1459-4E34-972E-496A23633197}"/>
                </a:ext>
              </a:extLst>
            </p:cNvPr>
            <p:cNvSpPr>
              <a:spLocks noEditPoints="1"/>
            </p:cNvSpPr>
            <p:nvPr userDrawn="1"/>
          </p:nvSpPr>
          <p:spPr bwMode="auto">
            <a:xfrm>
              <a:off x="6059123" y="518787"/>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3 h 276"/>
                <a:gd name="T16" fmla="*/ 61 w 80"/>
                <a:gd name="T17" fmla="*/ 266 h 276"/>
                <a:gd name="T18" fmla="*/ 49 w 80"/>
                <a:gd name="T19" fmla="*/ 270 h 276"/>
                <a:gd name="T20" fmla="*/ 48 w 80"/>
                <a:gd name="T21" fmla="*/ 270 h 276"/>
                <a:gd name="T22" fmla="*/ 48 w 80"/>
                <a:gd name="T23" fmla="*/ 270 h 276"/>
                <a:gd name="T24" fmla="*/ 13 w 80"/>
                <a:gd name="T25" fmla="*/ 248 h 276"/>
                <a:gd name="T26" fmla="*/ 11 w 80"/>
                <a:gd name="T27" fmla="*/ 239 h 276"/>
                <a:gd name="T28" fmla="*/ 11 w 80"/>
                <a:gd name="T29" fmla="*/ 238 h 276"/>
                <a:gd name="T30" fmla="*/ 11 w 80"/>
                <a:gd name="T31" fmla="*/ 73 h 276"/>
                <a:gd name="T32" fmla="*/ 11 w 80"/>
                <a:gd name="T33" fmla="*/ 62 h 276"/>
                <a:gd name="T34" fmla="*/ 16 w 80"/>
                <a:gd name="T35" fmla="*/ 73 h 276"/>
                <a:gd name="T36" fmla="*/ 20 w 80"/>
                <a:gd name="T37" fmla="*/ 44 h 276"/>
                <a:gd name="T38" fmla="*/ 35 w 80"/>
                <a:gd name="T39" fmla="*/ 35 h 276"/>
                <a:gd name="T40" fmla="*/ 36 w 80"/>
                <a:gd name="T41" fmla="*/ 35 h 276"/>
                <a:gd name="T42" fmla="*/ 0 w 80"/>
                <a:gd name="T43" fmla="*/ 0 h 276"/>
                <a:gd name="T44" fmla="*/ 4 w 80"/>
                <a:gd name="T45" fmla="*/ 48 h 276"/>
                <a:gd name="T46" fmla="*/ 5 w 80"/>
                <a:gd name="T47" fmla="*/ 73 h 276"/>
                <a:gd name="T48" fmla="*/ 5 w 80"/>
                <a:gd name="T49" fmla="*/ 73 h 276"/>
                <a:gd name="T50" fmla="*/ 5 w 80"/>
                <a:gd name="T51" fmla="*/ 238 h 276"/>
                <a:gd name="T52" fmla="*/ 11 w 80"/>
                <a:gd name="T53" fmla="*/ 257 h 276"/>
                <a:gd name="T54" fmla="*/ 48 w 80"/>
                <a:gd name="T55" fmla="*/ 276 h 276"/>
                <a:gd name="T56" fmla="*/ 65 w 80"/>
                <a:gd name="T57" fmla="*/ 271 h 276"/>
                <a:gd name="T58" fmla="*/ 79 w 80"/>
                <a:gd name="T59" fmla="*/ 242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3" name="Freeform 364">
              <a:extLst>
                <a:ext uri="{FF2B5EF4-FFF2-40B4-BE49-F238E27FC236}">
                  <a16:creationId xmlns:a16="http://schemas.microsoft.com/office/drawing/2014/main" id="{619A1595-95F9-4EC6-A39B-EA2FC442931C}"/>
                </a:ext>
              </a:extLst>
            </p:cNvPr>
            <p:cNvSpPr>
              <a:spLocks noEditPoints="1"/>
            </p:cNvSpPr>
            <p:nvPr userDrawn="1"/>
          </p:nvSpPr>
          <p:spPr bwMode="auto">
            <a:xfrm>
              <a:off x="6107289" y="1385774"/>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16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2 w 120"/>
                <a:gd name="T65" fmla="*/ 54 h 166"/>
                <a:gd name="T66" fmla="*/ 0 w 120"/>
                <a:gd name="T67" fmla="*/ 62 h 166"/>
                <a:gd name="T68" fmla="*/ 0 w 120"/>
                <a:gd name="T69" fmla="*/ 62 h 166"/>
                <a:gd name="T70" fmla="*/ 1 w 120"/>
                <a:gd name="T71" fmla="*/ 131 h 166"/>
                <a:gd name="T72" fmla="*/ 1 w 120"/>
                <a:gd name="T73" fmla="*/ 131 h 166"/>
                <a:gd name="T74" fmla="*/ 12 w 120"/>
                <a:gd name="T75" fmla="*/ 160 h 166"/>
                <a:gd name="T76" fmla="*/ 26 w 120"/>
                <a:gd name="T77" fmla="*/ 166 h 166"/>
                <a:gd name="T78" fmla="*/ 26 w 120"/>
                <a:gd name="T79" fmla="*/ 166 h 166"/>
                <a:gd name="T80" fmla="*/ 29 w 120"/>
                <a:gd name="T81" fmla="*/ 166 h 166"/>
                <a:gd name="T82" fmla="*/ 88 w 120"/>
                <a:gd name="T83" fmla="*/ 165 h 166"/>
                <a:gd name="T84" fmla="*/ 88 w 120"/>
                <a:gd name="T85" fmla="*/ 165 h 166"/>
                <a:gd name="T86" fmla="*/ 115 w 120"/>
                <a:gd name="T87" fmla="*/ 147 h 166"/>
                <a:gd name="T88" fmla="*/ 120 w 120"/>
                <a:gd name="T89" fmla="*/ 133 h 166"/>
                <a:gd name="T90" fmla="*/ 120 w 120"/>
                <a:gd name="T91" fmla="*/ 133 h 166"/>
                <a:gd name="T92" fmla="*/ 119 w 120"/>
                <a:gd name="T93" fmla="*/ 70 h 166"/>
                <a:gd name="T94" fmla="*/ 119 w 120"/>
                <a:gd name="T95" fmla="*/ 70 h 166"/>
                <a:gd name="T96" fmla="*/ 113 w 120"/>
                <a:gd name="T97" fmla="*/ 51 h 166"/>
                <a:gd name="T98" fmla="*/ 97 w 120"/>
                <a:gd name="T99" fmla="*/ 38 h 166"/>
                <a:gd name="T100" fmla="*/ 87 w 120"/>
                <a:gd name="T101" fmla="*/ 35 h 166"/>
                <a:gd name="T102" fmla="*/ 87 w 120"/>
                <a:gd name="T103" fmla="*/ 35 h 166"/>
                <a:gd name="T104" fmla="*/ 61 w 120"/>
                <a:gd name="T105" fmla="*/ 36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4" name="Freeform 365">
              <a:extLst>
                <a:ext uri="{FF2B5EF4-FFF2-40B4-BE49-F238E27FC236}">
                  <a16:creationId xmlns:a16="http://schemas.microsoft.com/office/drawing/2014/main" id="{28001F73-90C9-4C6A-9E7E-877F10F3C21C}"/>
                </a:ext>
              </a:extLst>
            </p:cNvPr>
            <p:cNvSpPr>
              <a:spLocks noEditPoints="1"/>
            </p:cNvSpPr>
            <p:nvPr userDrawn="1"/>
          </p:nvSpPr>
          <p:spPr bwMode="auto">
            <a:xfrm>
              <a:off x="5890542" y="-406400"/>
              <a:ext cx="329134"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2 w 219"/>
                <a:gd name="T25" fmla="*/ 102 h 131"/>
                <a:gd name="T26" fmla="*/ 213 w 219"/>
                <a:gd name="T27" fmla="*/ 104 h 131"/>
                <a:gd name="T28" fmla="*/ 207 w 219"/>
                <a:gd name="T29" fmla="*/ 115 h 131"/>
                <a:gd name="T30" fmla="*/ 177 w 219"/>
                <a:gd name="T31" fmla="*/ 125 h 131"/>
                <a:gd name="T32" fmla="*/ 99 w 219"/>
                <a:gd name="T33" fmla="*/ 125 h 131"/>
                <a:gd name="T34" fmla="*/ 87 w 219"/>
                <a:gd name="T35" fmla="*/ 120 h 131"/>
                <a:gd name="T36" fmla="*/ 79 w 219"/>
                <a:gd name="T37" fmla="*/ 111 h 131"/>
                <a:gd name="T38" fmla="*/ 76 w 219"/>
                <a:gd name="T39" fmla="*/ 95 h 131"/>
                <a:gd name="T40" fmla="*/ 76 w 219"/>
                <a:gd name="T41" fmla="*/ 94 h 131"/>
                <a:gd name="T42" fmla="*/ 33 w 219"/>
                <a:gd name="T43" fmla="*/ 51 h 131"/>
                <a:gd name="T44" fmla="*/ 76 w 219"/>
                <a:gd name="T45" fmla="*/ 74 h 131"/>
                <a:gd name="T46" fmla="*/ 76 w 219"/>
                <a:gd name="T47" fmla="*/ 35 h 131"/>
                <a:gd name="T48" fmla="*/ 182 w 219"/>
                <a:gd name="T49" fmla="*/ 0 h 131"/>
                <a:gd name="T50" fmla="*/ 110 w 219"/>
                <a:gd name="T51" fmla="*/ 0 h 131"/>
                <a:gd name="T52" fmla="*/ 110 w 219"/>
                <a:gd name="T53" fmla="*/ 0 h 131"/>
                <a:gd name="T54" fmla="*/ 88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4 w 219"/>
                <a:gd name="T67" fmla="*/ 40 h 131"/>
                <a:gd name="T68" fmla="*/ 17 w 219"/>
                <a:gd name="T69" fmla="*/ 38 h 131"/>
                <a:gd name="T70" fmla="*/ 14 w 219"/>
                <a:gd name="T71" fmla="*/ 40 h 131"/>
                <a:gd name="T72" fmla="*/ 70 w 219"/>
                <a:gd name="T73" fmla="*/ 97 h 131"/>
                <a:gd name="T74" fmla="*/ 74 w 219"/>
                <a:gd name="T75" fmla="*/ 114 h 131"/>
                <a:gd name="T76" fmla="*/ 89 w 219"/>
                <a:gd name="T77" fmla="*/ 128 h 131"/>
                <a:gd name="T78" fmla="*/ 98 w 219"/>
                <a:gd name="T79" fmla="*/ 131 h 131"/>
                <a:gd name="T80" fmla="*/ 98 w 219"/>
                <a:gd name="T81" fmla="*/ 131 h 131"/>
                <a:gd name="T82" fmla="*/ 178 w 219"/>
                <a:gd name="T83" fmla="*/ 131 h 131"/>
                <a:gd name="T84" fmla="*/ 178 w 219"/>
                <a:gd name="T85" fmla="*/ 131 h 131"/>
                <a:gd name="T86" fmla="*/ 212 w 219"/>
                <a:gd name="T87" fmla="*/ 119 h 131"/>
                <a:gd name="T88" fmla="*/ 219 w 219"/>
                <a:gd name="T89" fmla="*/ 104 h 131"/>
                <a:gd name="T90" fmla="*/ 218 w 219"/>
                <a:gd name="T91" fmla="*/ 101 h 131"/>
                <a:gd name="T92" fmla="*/ 218 w 219"/>
                <a:gd name="T93" fmla="*/ 36 h 131"/>
                <a:gd name="T94" fmla="*/ 218 w 219"/>
                <a:gd name="T95" fmla="*/ 36 h 131"/>
                <a:gd name="T96" fmla="*/ 198 w 219"/>
                <a:gd name="T97" fmla="*/ 5 h 131"/>
                <a:gd name="T98" fmla="*/ 182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6"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2" y="102"/>
                    <a:pt x="212" y="102"/>
                    <a:pt x="212" y="102"/>
                  </a:cubicBezTo>
                  <a:cubicBezTo>
                    <a:pt x="212" y="102"/>
                    <a:pt x="213" y="103"/>
                    <a:pt x="213" y="104"/>
                  </a:cubicBezTo>
                  <a:cubicBezTo>
                    <a:pt x="213" y="106"/>
                    <a:pt x="212" y="111"/>
                    <a:pt x="207"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8" y="6"/>
                  </a:cubicBezTo>
                  <a:cubicBezTo>
                    <a:pt x="80" y="11"/>
                    <a:pt x="75"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5" y="130"/>
                    <a:pt x="206" y="125"/>
                    <a:pt x="212" y="119"/>
                  </a:cubicBezTo>
                  <a:cubicBezTo>
                    <a:pt x="218" y="114"/>
                    <a:pt x="219" y="107"/>
                    <a:pt x="219" y="104"/>
                  </a:cubicBezTo>
                  <a:cubicBezTo>
                    <a:pt x="219" y="102"/>
                    <a:pt x="218" y="101"/>
                    <a:pt x="218" y="101"/>
                  </a:cubicBezTo>
                  <a:cubicBezTo>
                    <a:pt x="218" y="36"/>
                    <a:pt x="218" y="36"/>
                    <a:pt x="218" y="36"/>
                  </a:cubicBezTo>
                  <a:cubicBezTo>
                    <a:pt x="218" y="36"/>
                    <a:pt x="218" y="36"/>
                    <a:pt x="218" y="36"/>
                  </a:cubicBezTo>
                  <a:cubicBezTo>
                    <a:pt x="215" y="19"/>
                    <a:pt x="206" y="10"/>
                    <a:pt x="198" y="5"/>
                  </a:cubicBezTo>
                  <a:cubicBezTo>
                    <a:pt x="190" y="1"/>
                    <a:pt x="182"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5" name="Freeform 366">
              <a:extLst>
                <a:ext uri="{FF2B5EF4-FFF2-40B4-BE49-F238E27FC236}">
                  <a16:creationId xmlns:a16="http://schemas.microsoft.com/office/drawing/2014/main" id="{B086810C-7BD9-4A7B-8ADD-C4059F3F0349}"/>
                </a:ext>
              </a:extLst>
            </p:cNvPr>
            <p:cNvSpPr>
              <a:spLocks noEditPoints="1"/>
            </p:cNvSpPr>
            <p:nvPr userDrawn="1"/>
          </p:nvSpPr>
          <p:spPr bwMode="auto">
            <a:xfrm>
              <a:off x="6095248"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6" name="Freeform 367">
              <a:extLst>
                <a:ext uri="{FF2B5EF4-FFF2-40B4-BE49-F238E27FC236}">
                  <a16:creationId xmlns:a16="http://schemas.microsoft.com/office/drawing/2014/main" id="{1B6E0CAC-3737-4880-9EC9-FC1AA73181AA}"/>
                </a:ext>
              </a:extLst>
            </p:cNvPr>
            <p:cNvSpPr>
              <a:spLocks noEditPoints="1"/>
            </p:cNvSpPr>
            <p:nvPr userDrawn="1"/>
          </p:nvSpPr>
          <p:spPr bwMode="auto">
            <a:xfrm>
              <a:off x="6008950" y="65225"/>
              <a:ext cx="248857" cy="96332"/>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7" name="Freeform 368">
              <a:extLst>
                <a:ext uri="{FF2B5EF4-FFF2-40B4-BE49-F238E27FC236}">
                  <a16:creationId xmlns:a16="http://schemas.microsoft.com/office/drawing/2014/main" id="{5584CCB6-F1D1-4104-AA4C-20CD0648432F}"/>
                </a:ext>
              </a:extLst>
            </p:cNvPr>
            <p:cNvSpPr>
              <a:spLocks noEditPoints="1"/>
            </p:cNvSpPr>
            <p:nvPr userDrawn="1"/>
          </p:nvSpPr>
          <p:spPr bwMode="auto">
            <a:xfrm>
              <a:off x="5902584" y="1269373"/>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8" name="Freeform 369">
              <a:extLst>
                <a:ext uri="{FF2B5EF4-FFF2-40B4-BE49-F238E27FC236}">
                  <a16:creationId xmlns:a16="http://schemas.microsoft.com/office/drawing/2014/main" id="{DEAB5DFD-CCC1-45EC-A1C0-AAE19DCDF365}"/>
                </a:ext>
              </a:extLst>
            </p:cNvPr>
            <p:cNvSpPr>
              <a:spLocks noEditPoints="1"/>
            </p:cNvSpPr>
            <p:nvPr userDrawn="1"/>
          </p:nvSpPr>
          <p:spPr bwMode="auto">
            <a:xfrm>
              <a:off x="6010957" y="292006"/>
              <a:ext cx="282975" cy="244843"/>
            </a:xfrm>
            <a:custGeom>
              <a:avLst/>
              <a:gdLst>
                <a:gd name="T0" fmla="*/ 77 w 188"/>
                <a:gd name="T1" fmla="*/ 139 h 162"/>
                <a:gd name="T2" fmla="*/ 106 w 188"/>
                <a:gd name="T3" fmla="*/ 9 h 162"/>
                <a:gd name="T4" fmla="*/ 114 w 188"/>
                <a:gd name="T5" fmla="*/ 7 h 162"/>
                <a:gd name="T6" fmla="*/ 122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9" name="Freeform 370">
              <a:extLst>
                <a:ext uri="{FF2B5EF4-FFF2-40B4-BE49-F238E27FC236}">
                  <a16:creationId xmlns:a16="http://schemas.microsoft.com/office/drawing/2014/main" id="{E363F250-A925-49C9-91C6-5FF036C3FA33}"/>
                </a:ext>
              </a:extLst>
            </p:cNvPr>
            <p:cNvSpPr>
              <a:spLocks noEditPoints="1"/>
            </p:cNvSpPr>
            <p:nvPr userDrawn="1"/>
          </p:nvSpPr>
          <p:spPr bwMode="auto">
            <a:xfrm>
              <a:off x="7046524" y="-13747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6"/>
                    <a:pt x="86" y="26"/>
                    <a:pt x="86" y="26"/>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0" name="Freeform 371">
              <a:extLst>
                <a:ext uri="{FF2B5EF4-FFF2-40B4-BE49-F238E27FC236}">
                  <a16:creationId xmlns:a16="http://schemas.microsoft.com/office/drawing/2014/main" id="{EFED85BD-EE10-4DAA-AA4E-4E10D1F42493}"/>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close/>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1" name="Freeform 372">
              <a:extLst>
                <a:ext uri="{FF2B5EF4-FFF2-40B4-BE49-F238E27FC236}">
                  <a16:creationId xmlns:a16="http://schemas.microsoft.com/office/drawing/2014/main" id="{C9B30D91-F9E9-4D5B-976C-2783E64CBE1E}"/>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2" name="Freeform 373">
              <a:extLst>
                <a:ext uri="{FF2B5EF4-FFF2-40B4-BE49-F238E27FC236}">
                  <a16:creationId xmlns:a16="http://schemas.microsoft.com/office/drawing/2014/main" id="{7A674515-2ECB-49C8-8E7E-DB31C5E08832}"/>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3" name="Freeform 374">
              <a:extLst>
                <a:ext uri="{FF2B5EF4-FFF2-40B4-BE49-F238E27FC236}">
                  <a16:creationId xmlns:a16="http://schemas.microsoft.com/office/drawing/2014/main" id="{F184423A-75A2-4574-8897-C16360B219DF}"/>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4" name="Freeform 375">
              <a:extLst>
                <a:ext uri="{FF2B5EF4-FFF2-40B4-BE49-F238E27FC236}">
                  <a16:creationId xmlns:a16="http://schemas.microsoft.com/office/drawing/2014/main" id="{AAB851C5-2021-4CD4-9BC0-E39EBE3D7C00}"/>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5" name="Freeform 376">
              <a:extLst>
                <a:ext uri="{FF2B5EF4-FFF2-40B4-BE49-F238E27FC236}">
                  <a16:creationId xmlns:a16="http://schemas.microsoft.com/office/drawing/2014/main" id="{56800DB3-0C32-4E96-89D9-F57BCC3A5323}"/>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6" name="Freeform 377">
              <a:extLst>
                <a:ext uri="{FF2B5EF4-FFF2-40B4-BE49-F238E27FC236}">
                  <a16:creationId xmlns:a16="http://schemas.microsoft.com/office/drawing/2014/main" id="{731D63BB-4614-442C-8023-0B4D1054906E}"/>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7" name="Freeform 378">
              <a:extLst>
                <a:ext uri="{FF2B5EF4-FFF2-40B4-BE49-F238E27FC236}">
                  <a16:creationId xmlns:a16="http://schemas.microsoft.com/office/drawing/2014/main" id="{0F3B4E8D-C03E-4413-AEE1-A550ED2BD805}"/>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8" name="Freeform 379">
              <a:extLst>
                <a:ext uri="{FF2B5EF4-FFF2-40B4-BE49-F238E27FC236}">
                  <a16:creationId xmlns:a16="http://schemas.microsoft.com/office/drawing/2014/main" id="{67643E1D-DF35-4C98-9193-49EE9955BC97}"/>
                </a:ext>
              </a:extLst>
            </p:cNvPr>
            <p:cNvSpPr>
              <a:spLocks noEditPoints="1"/>
            </p:cNvSpPr>
            <p:nvPr userDrawn="1"/>
          </p:nvSpPr>
          <p:spPr bwMode="auto">
            <a:xfrm>
              <a:off x="8967139"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9" name="Freeform 380">
              <a:extLst>
                <a:ext uri="{FF2B5EF4-FFF2-40B4-BE49-F238E27FC236}">
                  <a16:creationId xmlns:a16="http://schemas.microsoft.com/office/drawing/2014/main" id="{2AE04C83-C677-4602-B3CC-9F4F1659E5D7}"/>
                </a:ext>
              </a:extLst>
            </p:cNvPr>
            <p:cNvSpPr>
              <a:spLocks noEditPoints="1"/>
            </p:cNvSpPr>
            <p:nvPr userDrawn="1"/>
          </p:nvSpPr>
          <p:spPr bwMode="auto">
            <a:xfrm>
              <a:off x="7682715" y="546884"/>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0" name="Freeform 381">
              <a:extLst>
                <a:ext uri="{FF2B5EF4-FFF2-40B4-BE49-F238E27FC236}">
                  <a16:creationId xmlns:a16="http://schemas.microsoft.com/office/drawing/2014/main" id="{FD98F04C-4A1D-4078-8395-DB5A6E963D5C}"/>
                </a:ext>
              </a:extLst>
            </p:cNvPr>
            <p:cNvSpPr>
              <a:spLocks noEditPoints="1"/>
            </p:cNvSpPr>
            <p:nvPr userDrawn="1"/>
          </p:nvSpPr>
          <p:spPr bwMode="auto">
            <a:xfrm>
              <a:off x="8633992" y="574981"/>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1" name="Freeform 382">
              <a:extLst>
                <a:ext uri="{FF2B5EF4-FFF2-40B4-BE49-F238E27FC236}">
                  <a16:creationId xmlns:a16="http://schemas.microsoft.com/office/drawing/2014/main" id="{43163863-83BC-4225-AE59-3DE77FE6E7E0}"/>
                </a:ext>
              </a:extLst>
            </p:cNvPr>
            <p:cNvSpPr>
              <a:spLocks noEditPoints="1"/>
            </p:cNvSpPr>
            <p:nvPr userDrawn="1"/>
          </p:nvSpPr>
          <p:spPr bwMode="auto">
            <a:xfrm>
              <a:off x="8987208" y="-732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2" name="Freeform 383">
              <a:extLst>
                <a:ext uri="{FF2B5EF4-FFF2-40B4-BE49-F238E27FC236}">
                  <a16:creationId xmlns:a16="http://schemas.microsoft.com/office/drawing/2014/main" id="{4A40FA81-B31B-4AC9-911E-3619FD595B54}"/>
                </a:ext>
              </a:extLst>
            </p:cNvPr>
            <p:cNvSpPr>
              <a:spLocks noEditPoints="1"/>
            </p:cNvSpPr>
            <p:nvPr userDrawn="1"/>
          </p:nvSpPr>
          <p:spPr bwMode="auto">
            <a:xfrm>
              <a:off x="8545688" y="1421898"/>
              <a:ext cx="126436" cy="122422"/>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3" name="Freeform 384">
              <a:extLst>
                <a:ext uri="{FF2B5EF4-FFF2-40B4-BE49-F238E27FC236}">
                  <a16:creationId xmlns:a16="http://schemas.microsoft.com/office/drawing/2014/main" id="{6D416478-475B-4D59-82F5-8C24D4A5A8E5}"/>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4" name="Freeform 385">
              <a:extLst>
                <a:ext uri="{FF2B5EF4-FFF2-40B4-BE49-F238E27FC236}">
                  <a16:creationId xmlns:a16="http://schemas.microsoft.com/office/drawing/2014/main" id="{EBEADF90-5E89-4D98-840E-956C2FFF5904}"/>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5" name="Freeform 386">
              <a:extLst>
                <a:ext uri="{FF2B5EF4-FFF2-40B4-BE49-F238E27FC236}">
                  <a16:creationId xmlns:a16="http://schemas.microsoft.com/office/drawing/2014/main" id="{40EFA631-82B9-4B02-91B6-2F1DC0CBB25D}"/>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6" name="Freeform 387">
              <a:extLst>
                <a:ext uri="{FF2B5EF4-FFF2-40B4-BE49-F238E27FC236}">
                  <a16:creationId xmlns:a16="http://schemas.microsoft.com/office/drawing/2014/main" id="{54A3F0A1-0781-43A6-9020-7CA73B27FA86}"/>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7" name="Freeform 388">
              <a:extLst>
                <a:ext uri="{FF2B5EF4-FFF2-40B4-BE49-F238E27FC236}">
                  <a16:creationId xmlns:a16="http://schemas.microsoft.com/office/drawing/2014/main" id="{BBAD623E-77AE-48B2-A7EC-109E8AC61286}"/>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8" name="Freeform 389">
              <a:extLst>
                <a:ext uri="{FF2B5EF4-FFF2-40B4-BE49-F238E27FC236}">
                  <a16:creationId xmlns:a16="http://schemas.microsoft.com/office/drawing/2014/main" id="{F2C36A0F-2822-4233-858D-1EAA974E2634}"/>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9" name="Freeform 390">
              <a:extLst>
                <a:ext uri="{FF2B5EF4-FFF2-40B4-BE49-F238E27FC236}">
                  <a16:creationId xmlns:a16="http://schemas.microsoft.com/office/drawing/2014/main" id="{98153874-56C1-42BD-9095-BF74F7AE34EB}"/>
                </a:ext>
              </a:extLst>
            </p:cNvPr>
            <p:cNvSpPr>
              <a:spLocks noEditPoints="1"/>
            </p:cNvSpPr>
            <p:nvPr userDrawn="1"/>
          </p:nvSpPr>
          <p:spPr bwMode="auto">
            <a:xfrm>
              <a:off x="6695314" y="532835"/>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0" name="Freeform 391">
              <a:extLst>
                <a:ext uri="{FF2B5EF4-FFF2-40B4-BE49-F238E27FC236}">
                  <a16:creationId xmlns:a16="http://schemas.microsoft.com/office/drawing/2014/main" id="{F57C2882-AE98-4C39-8F78-C65297D9429D}"/>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1" name="Freeform 392">
              <a:extLst>
                <a:ext uri="{FF2B5EF4-FFF2-40B4-BE49-F238E27FC236}">
                  <a16:creationId xmlns:a16="http://schemas.microsoft.com/office/drawing/2014/main" id="{2219B65B-4A9B-4C1B-8AA7-DCF4B89F89E1}"/>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2" name="Freeform 393">
              <a:extLst>
                <a:ext uri="{FF2B5EF4-FFF2-40B4-BE49-F238E27FC236}">
                  <a16:creationId xmlns:a16="http://schemas.microsoft.com/office/drawing/2014/main" id="{5A3F10B2-BF8E-4841-88F1-EF4D183D79B4}"/>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3" name="Freeform 394">
              <a:extLst>
                <a:ext uri="{FF2B5EF4-FFF2-40B4-BE49-F238E27FC236}">
                  <a16:creationId xmlns:a16="http://schemas.microsoft.com/office/drawing/2014/main" id="{31459943-2D7A-45D8-9478-C7451CD3932E}"/>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4" name="Freeform 395">
              <a:extLst>
                <a:ext uri="{FF2B5EF4-FFF2-40B4-BE49-F238E27FC236}">
                  <a16:creationId xmlns:a16="http://schemas.microsoft.com/office/drawing/2014/main" id="{3E72C97E-F647-41A4-9A5A-A535FA3698B5}"/>
                </a:ext>
              </a:extLst>
            </p:cNvPr>
            <p:cNvSpPr>
              <a:spLocks noEditPoints="1"/>
            </p:cNvSpPr>
            <p:nvPr userDrawn="1"/>
          </p:nvSpPr>
          <p:spPr bwMode="auto">
            <a:xfrm>
              <a:off x="6910054"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5" name="Freeform 396">
              <a:extLst>
                <a:ext uri="{FF2B5EF4-FFF2-40B4-BE49-F238E27FC236}">
                  <a16:creationId xmlns:a16="http://schemas.microsoft.com/office/drawing/2014/main" id="{F79F71C4-84BF-48EC-9939-FBA2F28867CE}"/>
                </a:ext>
              </a:extLst>
            </p:cNvPr>
            <p:cNvSpPr>
              <a:spLocks noEditPoints="1"/>
            </p:cNvSpPr>
            <p:nvPr userDrawn="1"/>
          </p:nvSpPr>
          <p:spPr bwMode="auto">
            <a:xfrm>
              <a:off x="6974275" y="312075"/>
              <a:ext cx="30104" cy="28097"/>
            </a:xfrm>
            <a:custGeom>
              <a:avLst/>
              <a:gdLst>
                <a:gd name="T0" fmla="*/ 19 w 19"/>
                <a:gd name="T1" fmla="*/ 9 h 18"/>
                <a:gd name="T2" fmla="*/ 19 w 19"/>
                <a:gd name="T3" fmla="*/ 9 h 18"/>
                <a:gd name="T4" fmla="*/ 19 w 19"/>
                <a:gd name="T5" fmla="*/ 9 h 18"/>
                <a:gd name="T6" fmla="*/ 10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 name="T40" fmla="*/ 10 w 19"/>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8">
                  <a:moveTo>
                    <a:pt x="19" y="9"/>
                  </a:moveTo>
                  <a:cubicBezTo>
                    <a:pt x="19" y="9"/>
                    <a:pt x="19" y="9"/>
                    <a:pt x="19" y="9"/>
                  </a:cubicBezTo>
                  <a:cubicBezTo>
                    <a:pt x="19" y="9"/>
                    <a:pt x="19" y="9"/>
                    <a:pt x="19" y="9"/>
                  </a:cubicBezTo>
                  <a:moveTo>
                    <a:pt x="10" y="0"/>
                  </a:moveTo>
                  <a:cubicBezTo>
                    <a:pt x="7" y="0"/>
                    <a:pt x="5"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6" name="Freeform 397">
              <a:extLst>
                <a:ext uri="{FF2B5EF4-FFF2-40B4-BE49-F238E27FC236}">
                  <a16:creationId xmlns:a16="http://schemas.microsoft.com/office/drawing/2014/main" id="{1446DE22-6AC3-431D-9473-02F9B624E920}"/>
                </a:ext>
              </a:extLst>
            </p:cNvPr>
            <p:cNvSpPr>
              <a:spLocks noEditPoints="1"/>
            </p:cNvSpPr>
            <p:nvPr userDrawn="1"/>
          </p:nvSpPr>
          <p:spPr bwMode="auto">
            <a:xfrm>
              <a:off x="6986317" y="336158"/>
              <a:ext cx="20069"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3" y="1"/>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7" name="Freeform 398">
              <a:extLst>
                <a:ext uri="{FF2B5EF4-FFF2-40B4-BE49-F238E27FC236}">
                  <a16:creationId xmlns:a16="http://schemas.microsoft.com/office/drawing/2014/main" id="{AF6D3541-9DB1-4340-8000-CFF4EB0069C5}"/>
                </a:ext>
              </a:extLst>
            </p:cNvPr>
            <p:cNvSpPr>
              <a:spLocks noEditPoints="1"/>
            </p:cNvSpPr>
            <p:nvPr userDrawn="1"/>
          </p:nvSpPr>
          <p:spPr bwMode="auto">
            <a:xfrm>
              <a:off x="7004378" y="348199"/>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0"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8" name="Freeform 399">
              <a:extLst>
                <a:ext uri="{FF2B5EF4-FFF2-40B4-BE49-F238E27FC236}">
                  <a16:creationId xmlns:a16="http://schemas.microsoft.com/office/drawing/2014/main" id="{E1133A02-08A5-45A6-8DF5-ABAD62499258}"/>
                </a:ext>
              </a:extLst>
            </p:cNvPr>
            <p:cNvSpPr>
              <a:spLocks noEditPoints="1"/>
            </p:cNvSpPr>
            <p:nvPr userDrawn="1"/>
          </p:nvSpPr>
          <p:spPr bwMode="auto">
            <a:xfrm>
              <a:off x="8609909" y="1154978"/>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9" name="Freeform 400">
              <a:extLst>
                <a:ext uri="{FF2B5EF4-FFF2-40B4-BE49-F238E27FC236}">
                  <a16:creationId xmlns:a16="http://schemas.microsoft.com/office/drawing/2014/main" id="{44512072-F04D-4A38-8F25-E8723D789C98}"/>
                </a:ext>
              </a:extLst>
            </p:cNvPr>
            <p:cNvSpPr>
              <a:spLocks noEditPoints="1"/>
            </p:cNvSpPr>
            <p:nvPr userDrawn="1"/>
          </p:nvSpPr>
          <p:spPr bwMode="auto">
            <a:xfrm>
              <a:off x="8605895" y="1251310"/>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7 w 19"/>
                <a:gd name="T47" fmla="*/ 4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8" y="5"/>
                    <a:pt x="17" y="4"/>
                    <a:pt x="17" y="4"/>
                  </a:cubicBezTo>
                  <a:cubicBezTo>
                    <a:pt x="16" y="2"/>
                    <a:pt x="14"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0" name="Freeform 401">
              <a:extLst>
                <a:ext uri="{FF2B5EF4-FFF2-40B4-BE49-F238E27FC236}">
                  <a16:creationId xmlns:a16="http://schemas.microsoft.com/office/drawing/2014/main" id="{5A6C8A72-AC19-4DE3-9C3B-EA9BA98B74A1}"/>
                </a:ext>
              </a:extLst>
            </p:cNvPr>
            <p:cNvSpPr>
              <a:spLocks noEditPoints="1"/>
            </p:cNvSpPr>
            <p:nvPr userDrawn="1"/>
          </p:nvSpPr>
          <p:spPr bwMode="auto">
            <a:xfrm>
              <a:off x="8593854" y="1271379"/>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3 w 14"/>
                <a:gd name="T47" fmla="*/ 3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7"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1" name="Freeform 402">
              <a:extLst>
                <a:ext uri="{FF2B5EF4-FFF2-40B4-BE49-F238E27FC236}">
                  <a16:creationId xmlns:a16="http://schemas.microsoft.com/office/drawing/2014/main" id="{5DBA39E7-622A-44D4-9D6D-0584F3FDFD44}"/>
                </a:ext>
              </a:extLst>
            </p:cNvPr>
            <p:cNvSpPr>
              <a:spLocks noEditPoints="1"/>
            </p:cNvSpPr>
            <p:nvPr userDrawn="1"/>
          </p:nvSpPr>
          <p:spPr bwMode="auto">
            <a:xfrm>
              <a:off x="8595861" y="1291448"/>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2" name="Freeform 403">
              <a:extLst>
                <a:ext uri="{FF2B5EF4-FFF2-40B4-BE49-F238E27FC236}">
                  <a16:creationId xmlns:a16="http://schemas.microsoft.com/office/drawing/2014/main" id="{2C52DED8-A77E-4818-AE5C-CB27E4DAC86B}"/>
                </a:ext>
              </a:extLst>
            </p:cNvPr>
            <p:cNvSpPr>
              <a:spLocks noEditPoints="1"/>
            </p:cNvSpPr>
            <p:nvPr userDrawn="1"/>
          </p:nvSpPr>
          <p:spPr bwMode="auto">
            <a:xfrm>
              <a:off x="8804580"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3" name="Freeform 404">
              <a:extLst>
                <a:ext uri="{FF2B5EF4-FFF2-40B4-BE49-F238E27FC236}">
                  <a16:creationId xmlns:a16="http://schemas.microsoft.com/office/drawing/2014/main" id="{37A0C5EE-9F0A-4847-A1DC-405AEF0D97BF}"/>
                </a:ext>
              </a:extLst>
            </p:cNvPr>
            <p:cNvSpPr>
              <a:spLocks noEditPoints="1"/>
            </p:cNvSpPr>
            <p:nvPr userDrawn="1"/>
          </p:nvSpPr>
          <p:spPr bwMode="auto">
            <a:xfrm>
              <a:off x="8800566" y="1036571"/>
              <a:ext cx="42146" cy="42146"/>
            </a:xfrm>
            <a:custGeom>
              <a:avLst/>
              <a:gdLst>
                <a:gd name="T0" fmla="*/ 14 w 28"/>
                <a:gd name="T1" fmla="*/ 21 h 27"/>
                <a:gd name="T2" fmla="*/ 7 w 28"/>
                <a:gd name="T3" fmla="*/ 18 h 27"/>
                <a:gd name="T4" fmla="*/ 6 w 28"/>
                <a:gd name="T5" fmla="*/ 14 h 27"/>
                <a:gd name="T6" fmla="*/ 9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9"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4" name="Freeform 405">
              <a:extLst>
                <a:ext uri="{FF2B5EF4-FFF2-40B4-BE49-F238E27FC236}">
                  <a16:creationId xmlns:a16="http://schemas.microsoft.com/office/drawing/2014/main" id="{74D0D429-9542-49FB-9F6C-E0E1B89C67F1}"/>
                </a:ext>
              </a:extLst>
            </p:cNvPr>
            <p:cNvSpPr>
              <a:spLocks noEditPoints="1"/>
            </p:cNvSpPr>
            <p:nvPr userDrawn="1"/>
          </p:nvSpPr>
          <p:spPr bwMode="auto">
            <a:xfrm>
              <a:off x="8778490"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5" name="Freeform 407">
              <a:extLst>
                <a:ext uri="{FF2B5EF4-FFF2-40B4-BE49-F238E27FC236}">
                  <a16:creationId xmlns:a16="http://schemas.microsoft.com/office/drawing/2014/main" id="{68782584-C095-4712-8DFC-E56EB2B2F332}"/>
                </a:ext>
              </a:extLst>
            </p:cNvPr>
            <p:cNvSpPr>
              <a:spLocks noEditPoints="1"/>
            </p:cNvSpPr>
            <p:nvPr userDrawn="1"/>
          </p:nvSpPr>
          <p:spPr bwMode="auto">
            <a:xfrm>
              <a:off x="8780496" y="1108820"/>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3 w 19"/>
                <a:gd name="T17" fmla="*/ 15 h 19"/>
                <a:gd name="T18" fmla="*/ 11 w 19"/>
                <a:gd name="T19" fmla="*/ 12 h 19"/>
                <a:gd name="T20" fmla="*/ 9 w 19"/>
                <a:gd name="T21" fmla="*/ 13 h 19"/>
                <a:gd name="T22" fmla="*/ 9 w 19"/>
                <a:gd name="T23" fmla="*/ 0 h 19"/>
                <a:gd name="T24" fmla="*/ 9 w 19"/>
                <a:gd name="T25" fmla="*/ 0 h 19"/>
                <a:gd name="T26" fmla="*/ 5 w 19"/>
                <a:gd name="T27" fmla="*/ 2 h 19"/>
                <a:gd name="T28" fmla="*/ 0 w 19"/>
                <a:gd name="T29" fmla="*/ 10 h 19"/>
                <a:gd name="T30" fmla="*/ 2 w 19"/>
                <a:gd name="T31" fmla="*/ 14 h 19"/>
                <a:gd name="T32" fmla="*/ 9 w 19"/>
                <a:gd name="T33" fmla="*/ 19 h 19"/>
                <a:gd name="T34" fmla="*/ 9 w 19"/>
                <a:gd name="T35" fmla="*/ 19 h 19"/>
                <a:gd name="T36" fmla="*/ 14 w 19"/>
                <a:gd name="T37" fmla="*/ 17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3" y="15"/>
                    <a:pt x="13" y="15"/>
                    <a:pt x="13" y="15"/>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6" name="Freeform 408">
              <a:extLst>
                <a:ext uri="{FF2B5EF4-FFF2-40B4-BE49-F238E27FC236}">
                  <a16:creationId xmlns:a16="http://schemas.microsoft.com/office/drawing/2014/main" id="{E532B5C1-1732-4C68-96A4-8DEA4B68FA52}"/>
                </a:ext>
              </a:extLst>
            </p:cNvPr>
            <p:cNvSpPr>
              <a:spLocks noEditPoints="1"/>
            </p:cNvSpPr>
            <p:nvPr userDrawn="1"/>
          </p:nvSpPr>
          <p:spPr bwMode="auto">
            <a:xfrm>
              <a:off x="8407210" y="-283978"/>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9 h 77"/>
                <a:gd name="T30" fmla="*/ 11 w 79"/>
                <a:gd name="T31" fmla="*/ 64 h 77"/>
                <a:gd name="T32" fmla="*/ 15 w 79"/>
                <a:gd name="T33" fmla="*/ 68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5" y="68"/>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7" name="Freeform 409">
              <a:extLst>
                <a:ext uri="{FF2B5EF4-FFF2-40B4-BE49-F238E27FC236}">
                  <a16:creationId xmlns:a16="http://schemas.microsoft.com/office/drawing/2014/main" id="{B09C4BFC-807C-42E2-A302-30DCE5488F42}"/>
                </a:ext>
              </a:extLst>
            </p:cNvPr>
            <p:cNvSpPr>
              <a:spLocks noEditPoints="1"/>
            </p:cNvSpPr>
            <p:nvPr userDrawn="1"/>
          </p:nvSpPr>
          <p:spPr bwMode="auto">
            <a:xfrm>
              <a:off x="8405204" y="-187646"/>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2 w 19"/>
                <a:gd name="T13" fmla="*/ 7 h 18"/>
                <a:gd name="T14" fmla="*/ 13 w 19"/>
                <a:gd name="T15" fmla="*/ 9 h 18"/>
                <a:gd name="T16" fmla="*/ 11 w 19"/>
                <a:gd name="T17" fmla="*/ 12 h 18"/>
                <a:gd name="T18" fmla="*/ 13 w 19"/>
                <a:gd name="T19" fmla="*/ 14 h 18"/>
                <a:gd name="T20" fmla="*/ 11 w 19"/>
                <a:gd name="T21" fmla="*/ 12 h 18"/>
                <a:gd name="T22" fmla="*/ 9 w 19"/>
                <a:gd name="T23" fmla="*/ 12 h 18"/>
                <a:gd name="T24" fmla="*/ 9 w 19"/>
                <a:gd name="T25" fmla="*/ 0 h 18"/>
                <a:gd name="T26" fmla="*/ 9 w 19"/>
                <a:gd name="T27" fmla="*/ 0 h 18"/>
                <a:gd name="T28" fmla="*/ 5 w 19"/>
                <a:gd name="T29" fmla="*/ 1 h 18"/>
                <a:gd name="T30" fmla="*/ 0 w 19"/>
                <a:gd name="T31" fmla="*/ 9 h 18"/>
                <a:gd name="T32" fmla="*/ 1 w 19"/>
                <a:gd name="T33" fmla="*/ 13 h 18"/>
                <a:gd name="T34" fmla="*/ 5 w 19"/>
                <a:gd name="T35" fmla="*/ 16 h 18"/>
                <a:gd name="T36" fmla="*/ 6 w 19"/>
                <a:gd name="T37" fmla="*/ 17 h 18"/>
                <a:gd name="T38" fmla="*/ 9 w 19"/>
                <a:gd name="T39" fmla="*/ 18 h 18"/>
                <a:gd name="T40" fmla="*/ 9 w 19"/>
                <a:gd name="T41" fmla="*/ 18 h 18"/>
                <a:gd name="T42" fmla="*/ 14 w 19"/>
                <a:gd name="T43" fmla="*/ 17 h 18"/>
                <a:gd name="T44" fmla="*/ 14 w 19"/>
                <a:gd name="T45" fmla="*/ 17 h 18"/>
                <a:gd name="T46" fmla="*/ 19 w 19"/>
                <a:gd name="T47" fmla="*/ 9 h 18"/>
                <a:gd name="T48" fmla="*/ 18 w 19"/>
                <a:gd name="T49" fmla="*/ 5 h 18"/>
                <a:gd name="T50" fmla="*/ 17 w 19"/>
                <a:gd name="T51" fmla="*/ 4 h 18"/>
                <a:gd name="T52" fmla="*/ 17 w 19"/>
                <a:gd name="T53" fmla="*/ 4 h 18"/>
                <a:gd name="T54" fmla="*/ 13 w 19"/>
                <a:gd name="T55" fmla="*/ 0 h 18"/>
                <a:gd name="T56" fmla="*/ 9 w 19"/>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2" y="7"/>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8" y="5"/>
                    <a:pt x="17" y="4"/>
                    <a:pt x="17" y="4"/>
                  </a:cubicBezTo>
                  <a:cubicBezTo>
                    <a:pt x="17" y="4"/>
                    <a:pt x="17" y="4"/>
                    <a:pt x="17" y="4"/>
                  </a:cubicBezTo>
                  <a:cubicBezTo>
                    <a:pt x="16" y="2"/>
                    <a:pt x="15"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8" name="Freeform 410">
              <a:extLst>
                <a:ext uri="{FF2B5EF4-FFF2-40B4-BE49-F238E27FC236}">
                  <a16:creationId xmlns:a16="http://schemas.microsoft.com/office/drawing/2014/main" id="{311C220B-2EC9-4E3E-97A3-11346057FB21}"/>
                </a:ext>
              </a:extLst>
            </p:cNvPr>
            <p:cNvSpPr>
              <a:spLocks noEditPoints="1"/>
            </p:cNvSpPr>
            <p:nvPr userDrawn="1"/>
          </p:nvSpPr>
          <p:spPr bwMode="auto">
            <a:xfrm>
              <a:off x="8393162" y="-169584"/>
              <a:ext cx="20069" cy="22077"/>
            </a:xfrm>
            <a:custGeom>
              <a:avLst/>
              <a:gdLst>
                <a:gd name="T0" fmla="*/ 7 w 14"/>
                <a:gd name="T1" fmla="*/ 8 h 14"/>
                <a:gd name="T2" fmla="*/ 6 w 14"/>
                <a:gd name="T3" fmla="*/ 8 h 14"/>
                <a:gd name="T4" fmla="*/ 6 w 14"/>
                <a:gd name="T5" fmla="*/ 8 h 14"/>
                <a:gd name="T6" fmla="*/ 6 w 14"/>
                <a:gd name="T7" fmla="*/ 7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8 h 14"/>
                <a:gd name="T22" fmla="*/ 7 w 14"/>
                <a:gd name="T23" fmla="*/ 0 h 14"/>
                <a:gd name="T24" fmla="*/ 7 w 14"/>
                <a:gd name="T25" fmla="*/ 0 h 14"/>
                <a:gd name="T26" fmla="*/ 3 w 14"/>
                <a:gd name="T27" fmla="*/ 1 h 14"/>
                <a:gd name="T28" fmla="*/ 0 w 14"/>
                <a:gd name="T29" fmla="*/ 7 h 14"/>
                <a:gd name="T30" fmla="*/ 1 w 14"/>
                <a:gd name="T31" fmla="*/ 11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1" y="11"/>
                    <a:pt x="1" y="11"/>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9" name="Freeform 411">
              <a:extLst>
                <a:ext uri="{FF2B5EF4-FFF2-40B4-BE49-F238E27FC236}">
                  <a16:creationId xmlns:a16="http://schemas.microsoft.com/office/drawing/2014/main" id="{70626003-B3E8-40B0-91C0-017392E43CED}"/>
                </a:ext>
              </a:extLst>
            </p:cNvPr>
            <p:cNvSpPr>
              <a:spLocks noEditPoints="1"/>
            </p:cNvSpPr>
            <p:nvPr userDrawn="1"/>
          </p:nvSpPr>
          <p:spPr bwMode="auto">
            <a:xfrm>
              <a:off x="8395169" y="-147508"/>
              <a:ext cx="18063" cy="20069"/>
            </a:xfrm>
            <a:custGeom>
              <a:avLst/>
              <a:gdLst>
                <a:gd name="T0" fmla="*/ 6 w 13"/>
                <a:gd name="T1" fmla="*/ 6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6 w 13"/>
                <a:gd name="T19" fmla="*/ 6 h 13"/>
                <a:gd name="T20" fmla="*/ 7 w 13"/>
                <a:gd name="T21" fmla="*/ 0 h 13"/>
                <a:gd name="T22" fmla="*/ 7 w 13"/>
                <a:gd name="T23" fmla="*/ 0 h 13"/>
                <a:gd name="T24" fmla="*/ 4 w 13"/>
                <a:gd name="T25" fmla="*/ 0 h 13"/>
                <a:gd name="T26" fmla="*/ 3 w 13"/>
                <a:gd name="T27" fmla="*/ 1 h 13"/>
                <a:gd name="T28" fmla="*/ 3 w 13"/>
                <a:gd name="T29" fmla="*/ 1 h 13"/>
                <a:gd name="T30" fmla="*/ 0 w 13"/>
                <a:gd name="T31" fmla="*/ 6 h 13"/>
                <a:gd name="T32" fmla="*/ 1 w 13"/>
                <a:gd name="T33" fmla="*/ 10 h 13"/>
                <a:gd name="T34" fmla="*/ 1 w 13"/>
                <a:gd name="T35" fmla="*/ 10 h 13"/>
                <a:gd name="T36" fmla="*/ 1 w 13"/>
                <a:gd name="T37" fmla="*/ 10 h 13"/>
                <a:gd name="T38" fmla="*/ 7 w 13"/>
                <a:gd name="T39" fmla="*/ 13 h 13"/>
                <a:gd name="T40" fmla="*/ 7 w 13"/>
                <a:gd name="T41" fmla="*/ 13 h 13"/>
                <a:gd name="T42" fmla="*/ 10 w 13"/>
                <a:gd name="T43" fmla="*/ 12 h 13"/>
                <a:gd name="T44" fmla="*/ 9 w 13"/>
                <a:gd name="T45" fmla="*/ 9 h 13"/>
                <a:gd name="T46" fmla="*/ 10 w 13"/>
                <a:gd name="T47" fmla="*/ 12 h 13"/>
                <a:gd name="T48" fmla="*/ 13 w 13"/>
                <a:gd name="T49" fmla="*/ 6 h 13"/>
                <a:gd name="T50" fmla="*/ 12 w 13"/>
                <a:gd name="T51" fmla="*/ 3 h 13"/>
                <a:gd name="T52" fmla="*/ 12 w 13"/>
                <a:gd name="T53" fmla="*/ 3 h 13"/>
                <a:gd name="T54" fmla="*/ 9 w 13"/>
                <a:gd name="T55" fmla="*/ 0 h 13"/>
                <a:gd name="T56" fmla="*/ 7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6"/>
                    <a:pt x="6" y="6"/>
                    <a:pt x="6" y="6"/>
                  </a:cubicBezTo>
                  <a:moveTo>
                    <a:pt x="7" y="0"/>
                  </a:moveTo>
                  <a:cubicBezTo>
                    <a:pt x="7" y="0"/>
                    <a:pt x="7" y="0"/>
                    <a:pt x="7" y="0"/>
                  </a:cubicBezTo>
                  <a:cubicBezTo>
                    <a:pt x="6" y="0"/>
                    <a:pt x="5" y="0"/>
                    <a:pt x="4" y="0"/>
                  </a:cubicBezTo>
                  <a:cubicBezTo>
                    <a:pt x="4" y="0"/>
                    <a:pt x="4" y="1"/>
                    <a:pt x="3" y="1"/>
                  </a:cubicBezTo>
                  <a:cubicBezTo>
                    <a:pt x="3" y="1"/>
                    <a:pt x="3" y="1"/>
                    <a:pt x="3" y="1"/>
                  </a:cubicBezTo>
                  <a:cubicBezTo>
                    <a:pt x="1" y="2"/>
                    <a:pt x="0" y="4"/>
                    <a:pt x="0" y="6"/>
                  </a:cubicBezTo>
                  <a:cubicBezTo>
                    <a:pt x="0" y="7"/>
                    <a:pt x="1" y="9"/>
                    <a:pt x="1" y="10"/>
                  </a:cubicBezTo>
                  <a:cubicBezTo>
                    <a:pt x="1" y="10"/>
                    <a:pt x="1" y="10"/>
                    <a:pt x="1" y="10"/>
                  </a:cubicBezTo>
                  <a:cubicBezTo>
                    <a:pt x="1" y="10"/>
                    <a:pt x="1" y="10"/>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0" name="Freeform 412">
              <a:extLst>
                <a:ext uri="{FF2B5EF4-FFF2-40B4-BE49-F238E27FC236}">
                  <a16:creationId xmlns:a16="http://schemas.microsoft.com/office/drawing/2014/main" id="{D117F072-78D2-4A85-864B-21D75C9A3E12}"/>
                </a:ext>
              </a:extLst>
            </p:cNvPr>
            <p:cNvSpPr>
              <a:spLocks noEditPoints="1"/>
            </p:cNvSpPr>
            <p:nvPr userDrawn="1"/>
          </p:nvSpPr>
          <p:spPr bwMode="auto">
            <a:xfrm>
              <a:off x="7785067"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1" name="Freeform 413">
              <a:extLst>
                <a:ext uri="{FF2B5EF4-FFF2-40B4-BE49-F238E27FC236}">
                  <a16:creationId xmlns:a16="http://schemas.microsoft.com/office/drawing/2014/main" id="{AB0D2B9B-A325-4C96-B6AE-0FD29CD97DBE}"/>
                </a:ext>
              </a:extLst>
            </p:cNvPr>
            <p:cNvSpPr>
              <a:spLocks noEditPoints="1"/>
            </p:cNvSpPr>
            <p:nvPr userDrawn="1"/>
          </p:nvSpPr>
          <p:spPr bwMode="auto">
            <a:xfrm>
              <a:off x="7877385"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8 w 24"/>
                <a:gd name="T23" fmla="*/ 8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9" y="18"/>
                    <a:pt x="6" y="15"/>
                    <a:pt x="6" y="12"/>
                  </a:cubicBezTo>
                  <a:cubicBezTo>
                    <a:pt x="6" y="10"/>
                    <a:pt x="7" y="9"/>
                    <a:pt x="8" y="8"/>
                  </a:cubicBezTo>
                  <a:cubicBezTo>
                    <a:pt x="9" y="7"/>
                    <a:pt x="11"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2" name="Freeform 414">
              <a:extLst>
                <a:ext uri="{FF2B5EF4-FFF2-40B4-BE49-F238E27FC236}">
                  <a16:creationId xmlns:a16="http://schemas.microsoft.com/office/drawing/2014/main" id="{70DCCFE5-C4D1-4F53-BFEE-D9BAA1F76AA8}"/>
                </a:ext>
              </a:extLst>
            </p:cNvPr>
            <p:cNvSpPr>
              <a:spLocks/>
            </p:cNvSpPr>
            <p:nvPr userDrawn="1"/>
          </p:nvSpPr>
          <p:spPr bwMode="auto">
            <a:xfrm>
              <a:off x="7891434"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3" name="Freeform 415">
              <a:extLst>
                <a:ext uri="{FF2B5EF4-FFF2-40B4-BE49-F238E27FC236}">
                  <a16:creationId xmlns:a16="http://schemas.microsoft.com/office/drawing/2014/main" id="{A31EAC0B-71C5-4A1D-AB05-B6AC0D442F7B}"/>
                </a:ext>
              </a:extLst>
            </p:cNvPr>
            <p:cNvSpPr>
              <a:spLocks noEditPoints="1"/>
            </p:cNvSpPr>
            <p:nvPr userDrawn="1"/>
          </p:nvSpPr>
          <p:spPr bwMode="auto">
            <a:xfrm>
              <a:off x="7919531" y="30003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4" name="Freeform 416">
              <a:extLst>
                <a:ext uri="{FF2B5EF4-FFF2-40B4-BE49-F238E27FC236}">
                  <a16:creationId xmlns:a16="http://schemas.microsoft.com/office/drawing/2014/main" id="{C80D91CB-67A3-44CA-8F9D-8343135AC4FF}"/>
                </a:ext>
              </a:extLst>
            </p:cNvPr>
            <p:cNvSpPr>
              <a:spLocks noEditPoints="1"/>
            </p:cNvSpPr>
            <p:nvPr userDrawn="1"/>
          </p:nvSpPr>
          <p:spPr bwMode="auto">
            <a:xfrm>
              <a:off x="8003821" y="1514216"/>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5" name="Freeform 417">
              <a:extLst>
                <a:ext uri="{FF2B5EF4-FFF2-40B4-BE49-F238E27FC236}">
                  <a16:creationId xmlns:a16="http://schemas.microsoft.com/office/drawing/2014/main" id="{F36F39FE-DBC0-4618-B494-E08942AFEB91}"/>
                </a:ext>
              </a:extLst>
            </p:cNvPr>
            <p:cNvSpPr>
              <a:spLocks noEditPoints="1"/>
            </p:cNvSpPr>
            <p:nvPr userDrawn="1"/>
          </p:nvSpPr>
          <p:spPr bwMode="auto">
            <a:xfrm>
              <a:off x="8106173" y="1694838"/>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8 w 26"/>
                <a:gd name="T25" fmla="*/ 8 h 26"/>
                <a:gd name="T26" fmla="*/ 13 w 26"/>
                <a:gd name="T27" fmla="*/ 6 h 26"/>
                <a:gd name="T28" fmla="*/ 20 w 26"/>
                <a:gd name="T29" fmla="*/ 13 h 26"/>
                <a:gd name="T30" fmla="*/ 23 w 26"/>
                <a:gd name="T31" fmla="*/ 13 h 26"/>
                <a:gd name="T32" fmla="*/ 26 w 26"/>
                <a:gd name="T33" fmla="*/ 13 h 26"/>
                <a:gd name="T34" fmla="*/ 26 w 26"/>
                <a:gd name="T35" fmla="*/ 13 h 26"/>
                <a:gd name="T36" fmla="*/ 13 w 26"/>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11"/>
                    <a:pt x="7" y="10"/>
                    <a:pt x="8" y="8"/>
                  </a:cubicBezTo>
                  <a:cubicBezTo>
                    <a:pt x="10" y="7"/>
                    <a:pt x="11"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6" name="Freeform 418">
              <a:extLst>
                <a:ext uri="{FF2B5EF4-FFF2-40B4-BE49-F238E27FC236}">
                  <a16:creationId xmlns:a16="http://schemas.microsoft.com/office/drawing/2014/main" id="{96963C20-8457-4F81-834C-EB824C85CA4A}"/>
                </a:ext>
              </a:extLst>
            </p:cNvPr>
            <p:cNvSpPr>
              <a:spLocks/>
            </p:cNvSpPr>
            <p:nvPr userDrawn="1"/>
          </p:nvSpPr>
          <p:spPr bwMode="auto">
            <a:xfrm>
              <a:off x="8122228" y="1736983"/>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7" name="Freeform 419">
              <a:extLst>
                <a:ext uri="{FF2B5EF4-FFF2-40B4-BE49-F238E27FC236}">
                  <a16:creationId xmlns:a16="http://schemas.microsoft.com/office/drawing/2014/main" id="{97993557-06D6-4655-9956-930DEEB057C5}"/>
                </a:ext>
              </a:extLst>
            </p:cNvPr>
            <p:cNvSpPr>
              <a:spLocks noEditPoints="1"/>
            </p:cNvSpPr>
            <p:nvPr userDrawn="1"/>
          </p:nvSpPr>
          <p:spPr bwMode="auto">
            <a:xfrm>
              <a:off x="8154339" y="1753038"/>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8" name="Freeform 420">
              <a:extLst>
                <a:ext uri="{FF2B5EF4-FFF2-40B4-BE49-F238E27FC236}">
                  <a16:creationId xmlns:a16="http://schemas.microsoft.com/office/drawing/2014/main" id="{75DF536B-A486-43BF-A0AD-A554E56B2403}"/>
                </a:ext>
              </a:extLst>
            </p:cNvPr>
            <p:cNvSpPr>
              <a:spLocks noEditPoints="1"/>
            </p:cNvSpPr>
            <p:nvPr userDrawn="1"/>
          </p:nvSpPr>
          <p:spPr bwMode="auto">
            <a:xfrm>
              <a:off x="7961675" y="709444"/>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9" name="Freeform 421">
              <a:extLst>
                <a:ext uri="{FF2B5EF4-FFF2-40B4-BE49-F238E27FC236}">
                  <a16:creationId xmlns:a16="http://schemas.microsoft.com/office/drawing/2014/main" id="{1223943B-EAD0-4DD4-99A2-A7175A9C686F}"/>
                </a:ext>
              </a:extLst>
            </p:cNvPr>
            <p:cNvSpPr>
              <a:spLocks/>
            </p:cNvSpPr>
            <p:nvPr userDrawn="1"/>
          </p:nvSpPr>
          <p:spPr bwMode="auto">
            <a:xfrm>
              <a:off x="8058007"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8 w 24"/>
                <a:gd name="T19" fmla="*/ 8 h 24"/>
                <a:gd name="T20" fmla="*/ 12 w 24"/>
                <a:gd name="T21" fmla="*/ 6 h 24"/>
                <a:gd name="T22" fmla="*/ 18 w 24"/>
                <a:gd name="T23" fmla="*/ 12 h 24"/>
                <a:gd name="T24" fmla="*/ 21 w 24"/>
                <a:gd name="T25" fmla="*/ 12 h 24"/>
                <a:gd name="T26" fmla="*/ 24 w 24"/>
                <a:gd name="T27" fmla="*/ 12 h 24"/>
                <a:gd name="T28" fmla="*/ 24 w 24"/>
                <a:gd name="T29" fmla="*/ 12 h 24"/>
                <a:gd name="T30" fmla="*/ 12 w 2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11"/>
                    <a:pt x="7" y="9"/>
                    <a:pt x="8" y="8"/>
                  </a:cubicBezTo>
                  <a:cubicBezTo>
                    <a:pt x="9" y="7"/>
                    <a:pt x="10"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0" name="Freeform 422">
              <a:extLst>
                <a:ext uri="{FF2B5EF4-FFF2-40B4-BE49-F238E27FC236}">
                  <a16:creationId xmlns:a16="http://schemas.microsoft.com/office/drawing/2014/main" id="{C7AB8C27-A8A3-4ACA-9BF9-88446355946A}"/>
                </a:ext>
              </a:extLst>
            </p:cNvPr>
            <p:cNvSpPr>
              <a:spLocks/>
            </p:cNvSpPr>
            <p:nvPr userDrawn="1"/>
          </p:nvSpPr>
          <p:spPr bwMode="auto">
            <a:xfrm>
              <a:off x="8070049" y="906121"/>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1" name="Freeform 423">
              <a:extLst>
                <a:ext uri="{FF2B5EF4-FFF2-40B4-BE49-F238E27FC236}">
                  <a16:creationId xmlns:a16="http://schemas.microsoft.com/office/drawing/2014/main" id="{288DF657-0C96-472D-B11E-9B55C1B8E260}"/>
                </a:ext>
              </a:extLst>
            </p:cNvPr>
            <p:cNvSpPr>
              <a:spLocks noEditPoints="1"/>
            </p:cNvSpPr>
            <p:nvPr userDrawn="1"/>
          </p:nvSpPr>
          <p:spPr bwMode="auto">
            <a:xfrm>
              <a:off x="8098145"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2" name="Freeform 424">
              <a:extLst>
                <a:ext uri="{FF2B5EF4-FFF2-40B4-BE49-F238E27FC236}">
                  <a16:creationId xmlns:a16="http://schemas.microsoft.com/office/drawing/2014/main" id="{D7465A0B-D33D-43C3-AFFF-E8A231A91D47}"/>
                </a:ext>
              </a:extLst>
            </p:cNvPr>
            <p:cNvSpPr>
              <a:spLocks noEditPoints="1"/>
            </p:cNvSpPr>
            <p:nvPr userDrawn="1"/>
          </p:nvSpPr>
          <p:spPr bwMode="auto">
            <a:xfrm>
              <a:off x="7560293"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3" name="Freeform 425">
              <a:extLst>
                <a:ext uri="{FF2B5EF4-FFF2-40B4-BE49-F238E27FC236}">
                  <a16:creationId xmlns:a16="http://schemas.microsoft.com/office/drawing/2014/main" id="{A4F4E699-171B-4800-9583-C603859F6D37}"/>
                </a:ext>
              </a:extLst>
            </p:cNvPr>
            <p:cNvSpPr>
              <a:spLocks noEditPoints="1"/>
            </p:cNvSpPr>
            <p:nvPr userDrawn="1"/>
          </p:nvSpPr>
          <p:spPr bwMode="auto">
            <a:xfrm>
              <a:off x="7726867" y="1066674"/>
              <a:ext cx="38132"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8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0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4" name="Freeform 426">
              <a:extLst>
                <a:ext uri="{FF2B5EF4-FFF2-40B4-BE49-F238E27FC236}">
                  <a16:creationId xmlns:a16="http://schemas.microsoft.com/office/drawing/2014/main" id="{0E039876-D3C6-4BE1-AD43-F83D4A261832}"/>
                </a:ext>
              </a:extLst>
            </p:cNvPr>
            <p:cNvSpPr>
              <a:spLocks noEditPoints="1"/>
            </p:cNvSpPr>
            <p:nvPr userDrawn="1"/>
          </p:nvSpPr>
          <p:spPr bwMode="auto">
            <a:xfrm>
              <a:off x="7760984" y="1090757"/>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3" y="8"/>
                  </a:moveTo>
                  <a:cubicBezTo>
                    <a:pt x="15" y="6"/>
                    <a:pt x="15" y="6"/>
                    <a:pt x="15" y="6"/>
                  </a:cubicBezTo>
                  <a:cubicBezTo>
                    <a:pt x="13" y="8"/>
                    <a:pt x="13" y="8"/>
                    <a:pt x="13" y="8"/>
                  </a:cubicBezTo>
                  <a:cubicBezTo>
                    <a:pt x="14" y="8"/>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5" name="Freeform 427">
              <a:extLst>
                <a:ext uri="{FF2B5EF4-FFF2-40B4-BE49-F238E27FC236}">
                  <a16:creationId xmlns:a16="http://schemas.microsoft.com/office/drawing/2014/main" id="{E291B41B-DA1B-4367-BB8F-46634A83EE40}"/>
                </a:ext>
              </a:extLst>
            </p:cNvPr>
            <p:cNvSpPr>
              <a:spLocks noEditPoints="1"/>
            </p:cNvSpPr>
            <p:nvPr userDrawn="1"/>
          </p:nvSpPr>
          <p:spPr bwMode="auto">
            <a:xfrm>
              <a:off x="7793095" y="1088751"/>
              <a:ext cx="28097" cy="26090"/>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6 w 18"/>
                <a:gd name="T19" fmla="*/ 9 h 18"/>
                <a:gd name="T20" fmla="*/ 7 w 18"/>
                <a:gd name="T21" fmla="*/ 7 h 18"/>
                <a:gd name="T22" fmla="*/ 9 w 18"/>
                <a:gd name="T23" fmla="*/ 6 h 18"/>
                <a:gd name="T24" fmla="*/ 11 w 18"/>
                <a:gd name="T25" fmla="*/ 8 h 18"/>
                <a:gd name="T26" fmla="*/ 9 w 18"/>
                <a:gd name="T27" fmla="*/ 0 h 18"/>
                <a:gd name="T28" fmla="*/ 9 w 18"/>
                <a:gd name="T29" fmla="*/ 0 h 18"/>
                <a:gd name="T30" fmla="*/ 4 w 18"/>
                <a:gd name="T31" fmla="*/ 2 h 18"/>
                <a:gd name="T32" fmla="*/ 0 w 18"/>
                <a:gd name="T33" fmla="*/ 9 h 18"/>
                <a:gd name="T34" fmla="*/ 2 w 18"/>
                <a:gd name="T35" fmla="*/ 14 h 18"/>
                <a:gd name="T36" fmla="*/ 9 w 18"/>
                <a:gd name="T37" fmla="*/ 18 h 18"/>
                <a:gd name="T38" fmla="*/ 9 w 18"/>
                <a:gd name="T39" fmla="*/ 18 h 18"/>
                <a:gd name="T40" fmla="*/ 9 w 18"/>
                <a:gd name="T41" fmla="*/ 18 h 18"/>
                <a:gd name="T42" fmla="*/ 14 w 18"/>
                <a:gd name="T43" fmla="*/ 16 h 18"/>
                <a:gd name="T44" fmla="*/ 18 w 18"/>
                <a:gd name="T45" fmla="*/ 9 h 18"/>
                <a:gd name="T46" fmla="*/ 16 w 18"/>
                <a:gd name="T47" fmla="*/ 4 h 18"/>
                <a:gd name="T48" fmla="*/ 16 w 18"/>
                <a:gd name="T49" fmla="*/ 4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7" y="0"/>
                    <a:pt x="5" y="1"/>
                    <a:pt x="4" y="2"/>
                  </a:cubicBezTo>
                  <a:cubicBezTo>
                    <a:pt x="1"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6" name="Freeform 428">
              <a:extLst>
                <a:ext uri="{FF2B5EF4-FFF2-40B4-BE49-F238E27FC236}">
                  <a16:creationId xmlns:a16="http://schemas.microsoft.com/office/drawing/2014/main" id="{ECE83516-EFE7-42E0-9C2A-8D6F577661DB}"/>
                </a:ext>
              </a:extLst>
            </p:cNvPr>
            <p:cNvSpPr>
              <a:spLocks/>
            </p:cNvSpPr>
            <p:nvPr userDrawn="1"/>
          </p:nvSpPr>
          <p:spPr bwMode="auto">
            <a:xfrm>
              <a:off x="6233724"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7" name="Freeform 429">
              <a:extLst>
                <a:ext uri="{FF2B5EF4-FFF2-40B4-BE49-F238E27FC236}">
                  <a16:creationId xmlns:a16="http://schemas.microsoft.com/office/drawing/2014/main" id="{A5C2A760-AF98-4E14-A1EE-17C78B0E4B5D}"/>
                </a:ext>
              </a:extLst>
            </p:cNvPr>
            <p:cNvSpPr>
              <a:spLocks noEditPoints="1"/>
            </p:cNvSpPr>
            <p:nvPr userDrawn="1"/>
          </p:nvSpPr>
          <p:spPr bwMode="auto">
            <a:xfrm>
              <a:off x="6285904" y="835880"/>
              <a:ext cx="26091" cy="2006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8" name="Freeform 430">
              <a:extLst>
                <a:ext uri="{FF2B5EF4-FFF2-40B4-BE49-F238E27FC236}">
                  <a16:creationId xmlns:a16="http://schemas.microsoft.com/office/drawing/2014/main" id="{4967021E-7E17-49DC-939C-DDA374E960AF}"/>
                </a:ext>
              </a:extLst>
            </p:cNvPr>
            <p:cNvSpPr>
              <a:spLocks noEditPoints="1"/>
            </p:cNvSpPr>
            <p:nvPr userDrawn="1"/>
          </p:nvSpPr>
          <p:spPr bwMode="auto">
            <a:xfrm>
              <a:off x="6524726" y="811797"/>
              <a:ext cx="62215" cy="62215"/>
            </a:xfrm>
            <a:custGeom>
              <a:avLst/>
              <a:gdLst>
                <a:gd name="T0" fmla="*/ 35 w 41"/>
                <a:gd name="T1" fmla="*/ 10 h 41"/>
                <a:gd name="T2" fmla="*/ 35 w 41"/>
                <a:gd name="T3" fmla="*/ 10 h 41"/>
                <a:gd name="T4" fmla="*/ 37 w 41"/>
                <a:gd name="T5" fmla="*/ 9 h 41"/>
                <a:gd name="T6" fmla="*/ 35 w 41"/>
                <a:gd name="T7" fmla="*/ 10 h 41"/>
                <a:gd name="T8" fmla="*/ 20 w 41"/>
                <a:gd name="T9" fmla="*/ 35 h 41"/>
                <a:gd name="T10" fmla="*/ 9 w 41"/>
                <a:gd name="T11" fmla="*/ 29 h 41"/>
                <a:gd name="T12" fmla="*/ 6 w 41"/>
                <a:gd name="T13" fmla="*/ 21 h 41"/>
                <a:gd name="T14" fmla="*/ 12 w 41"/>
                <a:gd name="T15" fmla="*/ 9 h 41"/>
                <a:gd name="T16" fmla="*/ 20 w 41"/>
                <a:gd name="T17" fmla="*/ 6 h 41"/>
                <a:gd name="T18" fmla="*/ 32 w 41"/>
                <a:gd name="T19" fmla="*/ 12 h 41"/>
                <a:gd name="T20" fmla="*/ 32 w 41"/>
                <a:gd name="T21" fmla="*/ 12 h 41"/>
                <a:gd name="T22" fmla="*/ 35 w 41"/>
                <a:gd name="T23" fmla="*/ 21 h 41"/>
                <a:gd name="T24" fmla="*/ 29 w 41"/>
                <a:gd name="T25" fmla="*/ 32 h 41"/>
                <a:gd name="T26" fmla="*/ 20 w 41"/>
                <a:gd name="T27" fmla="*/ 35 h 41"/>
                <a:gd name="T28" fmla="*/ 20 w 41"/>
                <a:gd name="T29" fmla="*/ 0 h 41"/>
                <a:gd name="T30" fmla="*/ 20 w 41"/>
                <a:gd name="T31" fmla="*/ 0 h 41"/>
                <a:gd name="T32" fmla="*/ 8 w 41"/>
                <a:gd name="T33" fmla="*/ 4 h 41"/>
                <a:gd name="T34" fmla="*/ 0 w 41"/>
                <a:gd name="T35" fmla="*/ 21 h 41"/>
                <a:gd name="T36" fmla="*/ 4 w 41"/>
                <a:gd name="T37" fmla="*/ 33 h 41"/>
                <a:gd name="T38" fmla="*/ 20 w 41"/>
                <a:gd name="T39" fmla="*/ 41 h 41"/>
                <a:gd name="T40" fmla="*/ 20 w 41"/>
                <a:gd name="T41" fmla="*/ 41 h 41"/>
                <a:gd name="T42" fmla="*/ 33 w 41"/>
                <a:gd name="T43" fmla="*/ 37 h 41"/>
                <a:gd name="T44" fmla="*/ 41 w 41"/>
                <a:gd name="T45" fmla="*/ 21 h 41"/>
                <a:gd name="T46" fmla="*/ 37 w 41"/>
                <a:gd name="T47" fmla="*/ 9 h 41"/>
                <a:gd name="T48" fmla="*/ 37 w 41"/>
                <a:gd name="T49" fmla="*/ 9 h 41"/>
                <a:gd name="T50" fmla="*/ 20 w 4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1">
                  <a:moveTo>
                    <a:pt x="35" y="10"/>
                  </a:moveTo>
                  <a:cubicBezTo>
                    <a:pt x="35" y="10"/>
                    <a:pt x="35" y="10"/>
                    <a:pt x="35" y="10"/>
                  </a:cubicBezTo>
                  <a:cubicBezTo>
                    <a:pt x="37" y="9"/>
                    <a:pt x="37" y="9"/>
                    <a:pt x="37" y="9"/>
                  </a:cubicBezTo>
                  <a:cubicBezTo>
                    <a:pt x="35" y="10"/>
                    <a:pt x="35" y="10"/>
                    <a:pt x="35" y="10"/>
                  </a:cubicBezTo>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4"/>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9" name="Freeform 431">
              <a:extLst>
                <a:ext uri="{FF2B5EF4-FFF2-40B4-BE49-F238E27FC236}">
                  <a16:creationId xmlns:a16="http://schemas.microsoft.com/office/drawing/2014/main" id="{0C0C1F4B-BF0B-43DE-9085-C31058E23553}"/>
                </a:ext>
              </a:extLst>
            </p:cNvPr>
            <p:cNvSpPr>
              <a:spLocks noEditPoints="1"/>
            </p:cNvSpPr>
            <p:nvPr userDrawn="1"/>
          </p:nvSpPr>
          <p:spPr bwMode="auto">
            <a:xfrm>
              <a:off x="6584933" y="859963"/>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1"/>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0" name="Freeform 432">
              <a:extLst>
                <a:ext uri="{FF2B5EF4-FFF2-40B4-BE49-F238E27FC236}">
                  <a16:creationId xmlns:a16="http://schemas.microsoft.com/office/drawing/2014/main" id="{1D8759B3-849B-4280-A399-A772AB0FC946}"/>
                </a:ext>
              </a:extLst>
            </p:cNvPr>
            <p:cNvSpPr>
              <a:spLocks/>
            </p:cNvSpPr>
            <p:nvPr userDrawn="1"/>
          </p:nvSpPr>
          <p:spPr bwMode="auto">
            <a:xfrm>
              <a:off x="6645140" y="855949"/>
              <a:ext cx="40138" cy="36124"/>
            </a:xfrm>
            <a:custGeom>
              <a:avLst/>
              <a:gdLst>
                <a:gd name="T0" fmla="*/ 13 w 26"/>
                <a:gd name="T1" fmla="*/ 0 h 25"/>
                <a:gd name="T2" fmla="*/ 13 w 26"/>
                <a:gd name="T3" fmla="*/ 0 h 25"/>
                <a:gd name="T4" fmla="*/ 5 w 26"/>
                <a:gd name="T5" fmla="*/ 2 h 25"/>
                <a:gd name="T6" fmla="*/ 0 w 26"/>
                <a:gd name="T7" fmla="*/ 12 h 25"/>
                <a:gd name="T8" fmla="*/ 3 w 26"/>
                <a:gd name="T9" fmla="*/ 20 h 25"/>
                <a:gd name="T10" fmla="*/ 13 w 26"/>
                <a:gd name="T11" fmla="*/ 25 h 25"/>
                <a:gd name="T12" fmla="*/ 13 w 26"/>
                <a:gd name="T13" fmla="*/ 25 h 25"/>
                <a:gd name="T14" fmla="*/ 13 w 26"/>
                <a:gd name="T15" fmla="*/ 25 h 25"/>
                <a:gd name="T16" fmla="*/ 21 w 26"/>
                <a:gd name="T17" fmla="*/ 23 h 25"/>
                <a:gd name="T18" fmla="*/ 26 w 26"/>
                <a:gd name="T19" fmla="*/ 12 h 25"/>
                <a:gd name="T20" fmla="*/ 24 w 26"/>
                <a:gd name="T21" fmla="*/ 5 h 25"/>
                <a:gd name="T22" fmla="*/ 21 w 26"/>
                <a:gd name="T23" fmla="*/ 6 h 25"/>
                <a:gd name="T24" fmla="*/ 19 w 26"/>
                <a:gd name="T25" fmla="*/ 8 h 25"/>
                <a:gd name="T26" fmla="*/ 20 w 26"/>
                <a:gd name="T27" fmla="*/ 12 h 25"/>
                <a:gd name="T28" fmla="*/ 18 w 26"/>
                <a:gd name="T29" fmla="*/ 18 h 25"/>
                <a:gd name="T30" fmla="*/ 13 w 26"/>
                <a:gd name="T31" fmla="*/ 19 h 25"/>
                <a:gd name="T32" fmla="*/ 8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1" name="Freeform 433">
              <a:extLst>
                <a:ext uri="{FF2B5EF4-FFF2-40B4-BE49-F238E27FC236}">
                  <a16:creationId xmlns:a16="http://schemas.microsoft.com/office/drawing/2014/main" id="{90738E9A-A5C3-4978-B025-71FDED438EFC}"/>
                </a:ext>
              </a:extLst>
            </p:cNvPr>
            <p:cNvSpPr>
              <a:spLocks/>
            </p:cNvSpPr>
            <p:nvPr userDrawn="1"/>
          </p:nvSpPr>
          <p:spPr bwMode="auto">
            <a:xfrm>
              <a:off x="7443892" y="245847"/>
              <a:ext cx="166574" cy="156539"/>
            </a:xfrm>
            <a:custGeom>
              <a:avLst/>
              <a:gdLst>
                <a:gd name="T0" fmla="*/ 53 w 111"/>
                <a:gd name="T1" fmla="*/ 0 h 103"/>
                <a:gd name="T2" fmla="*/ 22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8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2" name="Freeform 434">
              <a:extLst>
                <a:ext uri="{FF2B5EF4-FFF2-40B4-BE49-F238E27FC236}">
                  <a16:creationId xmlns:a16="http://schemas.microsoft.com/office/drawing/2014/main" id="{F0B6B67E-53E7-44FA-A337-7B23021D28FD}"/>
                </a:ext>
              </a:extLst>
            </p:cNvPr>
            <p:cNvSpPr>
              <a:spLocks noEditPoints="1"/>
            </p:cNvSpPr>
            <p:nvPr userDrawn="1"/>
          </p:nvSpPr>
          <p:spPr bwMode="auto">
            <a:xfrm>
              <a:off x="7423823" y="247854"/>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3" name="Freeform 435">
              <a:extLst>
                <a:ext uri="{FF2B5EF4-FFF2-40B4-BE49-F238E27FC236}">
                  <a16:creationId xmlns:a16="http://schemas.microsoft.com/office/drawing/2014/main" id="{3DE5650B-515F-4C9D-9EF9-369D98EE46FD}"/>
                </a:ext>
              </a:extLst>
            </p:cNvPr>
            <p:cNvSpPr>
              <a:spLocks noEditPoints="1"/>
            </p:cNvSpPr>
            <p:nvPr userDrawn="1"/>
          </p:nvSpPr>
          <p:spPr bwMode="auto">
            <a:xfrm>
              <a:off x="7399740" y="233806"/>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3 w 19"/>
                <a:gd name="T11" fmla="*/ 10 h 18"/>
                <a:gd name="T12" fmla="*/ 13 w 19"/>
                <a:gd name="T13" fmla="*/ 10 h 18"/>
                <a:gd name="T14" fmla="*/ 12 w 19"/>
                <a:gd name="T15" fmla="*/ 11 h 18"/>
                <a:gd name="T16" fmla="*/ 10 w 19"/>
                <a:gd name="T17" fmla="*/ 12 h 18"/>
                <a:gd name="T18" fmla="*/ 10 w 19"/>
                <a:gd name="T19" fmla="*/ 12 h 18"/>
                <a:gd name="T20" fmla="*/ 8 w 19"/>
                <a:gd name="T21" fmla="*/ 12 h 18"/>
                <a:gd name="T22" fmla="*/ 6 w 19"/>
                <a:gd name="T23" fmla="*/ 9 h 18"/>
                <a:gd name="T24" fmla="*/ 6 w 19"/>
                <a:gd name="T25" fmla="*/ 8 h 18"/>
                <a:gd name="T26" fmla="*/ 6 w 19"/>
                <a:gd name="T27" fmla="*/ 8 h 18"/>
                <a:gd name="T28" fmla="*/ 7 w 19"/>
                <a:gd name="T29" fmla="*/ 7 h 18"/>
                <a:gd name="T30" fmla="*/ 9 w 19"/>
                <a:gd name="T31" fmla="*/ 6 h 18"/>
                <a:gd name="T32" fmla="*/ 9 w 19"/>
                <a:gd name="T33" fmla="*/ 6 h 18"/>
                <a:gd name="T34" fmla="*/ 10 w 19"/>
                <a:gd name="T35" fmla="*/ 6 h 18"/>
                <a:gd name="T36" fmla="*/ 9 w 19"/>
                <a:gd name="T37" fmla="*/ 0 h 18"/>
                <a:gd name="T38" fmla="*/ 4 w 19"/>
                <a:gd name="T39" fmla="*/ 2 h 18"/>
                <a:gd name="T40" fmla="*/ 1 w 19"/>
                <a:gd name="T41" fmla="*/ 6 h 18"/>
                <a:gd name="T42" fmla="*/ 1 w 19"/>
                <a:gd name="T43" fmla="*/ 6 h 18"/>
                <a:gd name="T44" fmla="*/ 0 w 19"/>
                <a:gd name="T45" fmla="*/ 9 h 18"/>
                <a:gd name="T46" fmla="*/ 6 w 19"/>
                <a:gd name="T47" fmla="*/ 17 h 18"/>
                <a:gd name="T48" fmla="*/ 10 w 19"/>
                <a:gd name="T49" fmla="*/ 18 h 18"/>
                <a:gd name="T50" fmla="*/ 15 w 19"/>
                <a:gd name="T51" fmla="*/ 16 h 18"/>
                <a:gd name="T52" fmla="*/ 18 w 19"/>
                <a:gd name="T53" fmla="*/ 12 h 18"/>
                <a:gd name="T54" fmla="*/ 18 w 19"/>
                <a:gd name="T55" fmla="*/ 12 h 18"/>
                <a:gd name="T56" fmla="*/ 19 w 19"/>
                <a:gd name="T57" fmla="*/ 9 h 18"/>
                <a:gd name="T58" fmla="*/ 13 w 19"/>
                <a:gd name="T59" fmla="*/ 1 h 18"/>
                <a:gd name="T60" fmla="*/ 13 w 19"/>
                <a:gd name="T61" fmla="*/ 1 h 18"/>
                <a:gd name="T62" fmla="*/ 9 w 19"/>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3" y="10"/>
                    <a:pt x="13" y="10"/>
                    <a:pt x="13" y="10"/>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4" name="Freeform 436">
              <a:extLst>
                <a:ext uri="{FF2B5EF4-FFF2-40B4-BE49-F238E27FC236}">
                  <a16:creationId xmlns:a16="http://schemas.microsoft.com/office/drawing/2014/main" id="{3174C0DA-688B-41ED-BE8B-2A0DD9A1BA2B}"/>
                </a:ext>
              </a:extLst>
            </p:cNvPr>
            <p:cNvSpPr>
              <a:spLocks noEditPoints="1"/>
            </p:cNvSpPr>
            <p:nvPr userDrawn="1"/>
          </p:nvSpPr>
          <p:spPr bwMode="auto">
            <a:xfrm>
              <a:off x="7395726" y="209723"/>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6 w 16"/>
                <a:gd name="T17" fmla="*/ 7 h 15"/>
                <a:gd name="T18" fmla="*/ 6 w 16"/>
                <a:gd name="T19" fmla="*/ 7 h 15"/>
                <a:gd name="T20" fmla="*/ 7 w 16"/>
                <a:gd name="T21" fmla="*/ 6 h 15"/>
                <a:gd name="T22" fmla="*/ 8 w 16"/>
                <a:gd name="T23" fmla="*/ 6 h 15"/>
                <a:gd name="T24" fmla="*/ 8 w 16"/>
                <a:gd name="T25" fmla="*/ 6 h 15"/>
                <a:gd name="T26" fmla="*/ 9 w 16"/>
                <a:gd name="T27" fmla="*/ 6 h 15"/>
                <a:gd name="T28" fmla="*/ 8 w 16"/>
                <a:gd name="T29" fmla="*/ 0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13 w 16"/>
                <a:gd name="T43" fmla="*/ 14 h 15"/>
                <a:gd name="T44" fmla="*/ 16 w 16"/>
                <a:gd name="T45" fmla="*/ 10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10" y="15"/>
                    <a:pt x="12" y="15"/>
                    <a:pt x="13" y="14"/>
                  </a:cubicBezTo>
                  <a:cubicBezTo>
                    <a:pt x="14" y="13"/>
                    <a:pt x="15" y="12"/>
                    <a:pt x="16" y="10"/>
                  </a:cubicBezTo>
                  <a:cubicBezTo>
                    <a:pt x="16" y="10"/>
                    <a:pt x="16" y="10"/>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5" name="Freeform 437">
              <a:extLst>
                <a:ext uri="{FF2B5EF4-FFF2-40B4-BE49-F238E27FC236}">
                  <a16:creationId xmlns:a16="http://schemas.microsoft.com/office/drawing/2014/main" id="{D4C1B9B8-7E1F-48F7-BB52-85C204A25DEC}"/>
                </a:ext>
              </a:extLst>
            </p:cNvPr>
            <p:cNvSpPr>
              <a:spLocks noEditPoints="1"/>
            </p:cNvSpPr>
            <p:nvPr userDrawn="1"/>
          </p:nvSpPr>
          <p:spPr bwMode="auto">
            <a:xfrm>
              <a:off x="7345554" y="-11038"/>
              <a:ext cx="152525"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0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6" name="Freeform 438">
              <a:extLst>
                <a:ext uri="{FF2B5EF4-FFF2-40B4-BE49-F238E27FC236}">
                  <a16:creationId xmlns:a16="http://schemas.microsoft.com/office/drawing/2014/main" id="{63B371B2-0484-4F31-9B6D-B7AFDDAF6996}"/>
                </a:ext>
              </a:extLst>
            </p:cNvPr>
            <p:cNvSpPr>
              <a:spLocks noEditPoints="1"/>
            </p:cNvSpPr>
            <p:nvPr userDrawn="1"/>
          </p:nvSpPr>
          <p:spPr bwMode="auto">
            <a:xfrm>
              <a:off x="7341540" y="115397"/>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7" name="Freeform 439">
              <a:extLst>
                <a:ext uri="{FF2B5EF4-FFF2-40B4-BE49-F238E27FC236}">
                  <a16:creationId xmlns:a16="http://schemas.microsoft.com/office/drawing/2014/main" id="{7B47B385-74FD-4221-BB94-BD6477F3C257}"/>
                </a:ext>
              </a:extLst>
            </p:cNvPr>
            <p:cNvSpPr>
              <a:spLocks noEditPoints="1"/>
            </p:cNvSpPr>
            <p:nvPr userDrawn="1"/>
          </p:nvSpPr>
          <p:spPr bwMode="auto">
            <a:xfrm>
              <a:off x="7323477" y="141488"/>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7 w 18"/>
                <a:gd name="T19" fmla="*/ 7 h 17"/>
                <a:gd name="T20" fmla="*/ 9 w 18"/>
                <a:gd name="T21" fmla="*/ 0 h 17"/>
                <a:gd name="T22" fmla="*/ 1 w 18"/>
                <a:gd name="T23" fmla="*/ 5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cubicBezTo>
                    <a:pt x="7" y="7"/>
                    <a:pt x="7" y="7"/>
                    <a:pt x="7" y="7"/>
                  </a:cubicBezTo>
                  <a:moveTo>
                    <a:pt x="9" y="0"/>
                  </a:moveTo>
                  <a:cubicBezTo>
                    <a:pt x="6" y="0"/>
                    <a:pt x="3" y="2"/>
                    <a:pt x="1" y="5"/>
                  </a:cubicBezTo>
                  <a:cubicBezTo>
                    <a:pt x="1" y="5"/>
                    <a:pt x="1" y="5"/>
                    <a:pt x="1" y="5"/>
                  </a:cubicBezTo>
                  <a:cubicBezTo>
                    <a:pt x="1" y="5"/>
                    <a:pt x="1" y="5"/>
                    <a:pt x="1" y="5"/>
                  </a:cubicBezTo>
                  <a:cubicBezTo>
                    <a:pt x="1" y="6"/>
                    <a:pt x="0" y="7"/>
                    <a:pt x="0" y="9"/>
                  </a:cubicBezTo>
                  <a:cubicBezTo>
                    <a:pt x="0" y="12"/>
                    <a:pt x="2" y="15"/>
                    <a:pt x="5" y="16"/>
                  </a:cubicBezTo>
                  <a:cubicBezTo>
                    <a:pt x="7" y="17"/>
                    <a:pt x="8" y="17"/>
                    <a:pt x="9" y="17"/>
                  </a:cubicBezTo>
                  <a:cubicBezTo>
                    <a:pt x="12" y="17"/>
                    <a:pt x="15" y="15"/>
                    <a:pt x="17" y="12"/>
                  </a:cubicBezTo>
                  <a:cubicBezTo>
                    <a:pt x="18" y="11"/>
                    <a:pt x="18" y="10"/>
                    <a:pt x="18" y="9"/>
                  </a:cubicBezTo>
                  <a:cubicBezTo>
                    <a:pt x="18" y="5"/>
                    <a:pt x="16" y="2"/>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8" name="Freeform 440">
              <a:extLst>
                <a:ext uri="{FF2B5EF4-FFF2-40B4-BE49-F238E27FC236}">
                  <a16:creationId xmlns:a16="http://schemas.microsoft.com/office/drawing/2014/main" id="{047A0167-91E4-4175-8DCE-1044C68E7A65}"/>
                </a:ext>
              </a:extLst>
            </p:cNvPr>
            <p:cNvSpPr>
              <a:spLocks noEditPoints="1"/>
            </p:cNvSpPr>
            <p:nvPr userDrawn="1"/>
          </p:nvSpPr>
          <p:spPr bwMode="auto">
            <a:xfrm>
              <a:off x="7299394" y="143494"/>
              <a:ext cx="22077" cy="24083"/>
            </a:xfrm>
            <a:custGeom>
              <a:avLst/>
              <a:gdLst>
                <a:gd name="T0" fmla="*/ 9 w 15"/>
                <a:gd name="T1" fmla="*/ 8 h 15"/>
                <a:gd name="T2" fmla="*/ 9 w 15"/>
                <a:gd name="T3" fmla="*/ 8 h 15"/>
                <a:gd name="T4" fmla="*/ 9 w 15"/>
                <a:gd name="T5" fmla="*/ 8 h 15"/>
                <a:gd name="T6" fmla="*/ 9 w 15"/>
                <a:gd name="T7" fmla="*/ 8 h 15"/>
                <a:gd name="T8" fmla="*/ 6 w 15"/>
                <a:gd name="T9" fmla="*/ 7 h 15"/>
                <a:gd name="T10" fmla="*/ 8 w 15"/>
                <a:gd name="T11" fmla="*/ 6 h 15"/>
                <a:gd name="T12" fmla="*/ 9 w 15"/>
                <a:gd name="T13" fmla="*/ 6 h 15"/>
                <a:gd name="T14" fmla="*/ 9 w 15"/>
                <a:gd name="T15" fmla="*/ 7 h 15"/>
                <a:gd name="T16" fmla="*/ 9 w 15"/>
                <a:gd name="T17" fmla="*/ 8 h 15"/>
                <a:gd name="T18" fmla="*/ 8 w 15"/>
                <a:gd name="T19" fmla="*/ 9 h 15"/>
                <a:gd name="T20" fmla="*/ 7 w 15"/>
                <a:gd name="T21" fmla="*/ 9 h 15"/>
                <a:gd name="T22" fmla="*/ 6 w 15"/>
                <a:gd name="T23" fmla="*/ 7 h 15"/>
                <a:gd name="T24" fmla="*/ 6 w 15"/>
                <a:gd name="T25" fmla="*/ 7 h 15"/>
                <a:gd name="T26" fmla="*/ 8 w 15"/>
                <a:gd name="T27" fmla="*/ 0 h 15"/>
                <a:gd name="T28" fmla="*/ 1 w 15"/>
                <a:gd name="T29" fmla="*/ 4 h 15"/>
                <a:gd name="T30" fmla="*/ 4 w 15"/>
                <a:gd name="T31" fmla="*/ 5 h 15"/>
                <a:gd name="T32" fmla="*/ 1 w 15"/>
                <a:gd name="T33" fmla="*/ 4 h 15"/>
                <a:gd name="T34" fmla="*/ 0 w 15"/>
                <a:gd name="T35" fmla="*/ 7 h 15"/>
                <a:gd name="T36" fmla="*/ 4 w 15"/>
                <a:gd name="T37" fmla="*/ 14 h 15"/>
                <a:gd name="T38" fmla="*/ 8 w 15"/>
                <a:gd name="T39" fmla="*/ 15 h 15"/>
                <a:gd name="T40" fmla="*/ 8 w 15"/>
                <a:gd name="T41" fmla="*/ 15 h 15"/>
                <a:gd name="T42" fmla="*/ 15 w 15"/>
                <a:gd name="T43" fmla="*/ 11 h 15"/>
                <a:gd name="T44" fmla="*/ 15 w 15"/>
                <a:gd name="T45" fmla="*/ 11 h 15"/>
                <a:gd name="T46" fmla="*/ 15 w 15"/>
                <a:gd name="T47" fmla="*/ 7 h 15"/>
                <a:gd name="T48" fmla="*/ 11 w 15"/>
                <a:gd name="T49" fmla="*/ 0 h 15"/>
                <a:gd name="T50" fmla="*/ 8 w 15"/>
                <a:gd name="T51" fmla="*/ 0 h 15"/>
                <a:gd name="T52" fmla="*/ 8 w 15"/>
                <a:gd name="T53" fmla="*/ 0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9" y="8"/>
                  </a:moveTo>
                  <a:cubicBezTo>
                    <a:pt x="9" y="8"/>
                    <a:pt x="9" y="8"/>
                    <a:pt x="9" y="8"/>
                  </a:cubicBezTo>
                  <a:cubicBezTo>
                    <a:pt x="9" y="8"/>
                    <a:pt x="9" y="8"/>
                    <a:pt x="9" y="8"/>
                  </a:cubicBezTo>
                  <a:cubicBezTo>
                    <a:pt x="9" y="8"/>
                    <a:pt x="9" y="8"/>
                    <a:pt x="9" y="8"/>
                  </a:cubicBezTo>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9" name="Freeform 441">
              <a:extLst>
                <a:ext uri="{FF2B5EF4-FFF2-40B4-BE49-F238E27FC236}">
                  <a16:creationId xmlns:a16="http://schemas.microsoft.com/office/drawing/2014/main" id="{23592663-0794-49E0-AE94-68D4B0E0889D}"/>
                </a:ext>
              </a:extLst>
            </p:cNvPr>
            <p:cNvSpPr>
              <a:spLocks noEditPoints="1"/>
            </p:cNvSpPr>
            <p:nvPr userDrawn="1"/>
          </p:nvSpPr>
          <p:spPr bwMode="auto">
            <a:xfrm>
              <a:off x="7835240" y="1357677"/>
              <a:ext cx="150519"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50" y="98"/>
                    <a:pt x="50" y="98"/>
                    <a:pt x="50" y="98"/>
                  </a:cubicBezTo>
                  <a:cubicBezTo>
                    <a:pt x="69" y="98"/>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0" name="Freeform 442">
              <a:extLst>
                <a:ext uri="{FF2B5EF4-FFF2-40B4-BE49-F238E27FC236}">
                  <a16:creationId xmlns:a16="http://schemas.microsoft.com/office/drawing/2014/main" id="{A26AF4E6-74B1-42FF-BA0A-8600A9E0EAE7}"/>
                </a:ext>
              </a:extLst>
            </p:cNvPr>
            <p:cNvSpPr>
              <a:spLocks noEditPoints="1"/>
            </p:cNvSpPr>
            <p:nvPr userDrawn="1"/>
          </p:nvSpPr>
          <p:spPr bwMode="auto">
            <a:xfrm>
              <a:off x="7829219"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4 w 22"/>
                <a:gd name="T27" fmla="*/ 7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1" name="Freeform 443">
              <a:extLst>
                <a:ext uri="{FF2B5EF4-FFF2-40B4-BE49-F238E27FC236}">
                  <a16:creationId xmlns:a16="http://schemas.microsoft.com/office/drawing/2014/main" id="{3535EC98-83C0-48C0-9E8A-480A27C00F20}"/>
                </a:ext>
              </a:extLst>
            </p:cNvPr>
            <p:cNvSpPr>
              <a:spLocks noEditPoints="1"/>
            </p:cNvSpPr>
            <p:nvPr userDrawn="1"/>
          </p:nvSpPr>
          <p:spPr bwMode="auto">
            <a:xfrm>
              <a:off x="7811158" y="1508195"/>
              <a:ext cx="28097"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2" name="Freeform 444">
              <a:extLst>
                <a:ext uri="{FF2B5EF4-FFF2-40B4-BE49-F238E27FC236}">
                  <a16:creationId xmlns:a16="http://schemas.microsoft.com/office/drawing/2014/main" id="{0A338F69-E666-4E91-B144-189B6109359E}"/>
                </a:ext>
              </a:extLst>
            </p:cNvPr>
            <p:cNvSpPr>
              <a:spLocks noEditPoints="1"/>
            </p:cNvSpPr>
            <p:nvPr userDrawn="1"/>
          </p:nvSpPr>
          <p:spPr bwMode="auto">
            <a:xfrm>
              <a:off x="7787075" y="1512209"/>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8"/>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3" name="Freeform 445">
              <a:extLst>
                <a:ext uri="{FF2B5EF4-FFF2-40B4-BE49-F238E27FC236}">
                  <a16:creationId xmlns:a16="http://schemas.microsoft.com/office/drawing/2014/main" id="{120711DC-B5B4-4017-A663-7D1A2311AB45}"/>
                </a:ext>
              </a:extLst>
            </p:cNvPr>
            <p:cNvSpPr>
              <a:spLocks noEditPoints="1"/>
            </p:cNvSpPr>
            <p:nvPr userDrawn="1"/>
          </p:nvSpPr>
          <p:spPr bwMode="auto">
            <a:xfrm>
              <a:off x="7251228" y="1526258"/>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4" name="Freeform 446">
              <a:extLst>
                <a:ext uri="{FF2B5EF4-FFF2-40B4-BE49-F238E27FC236}">
                  <a16:creationId xmlns:a16="http://schemas.microsoft.com/office/drawing/2014/main" id="{2565928E-6C19-4368-8E49-182C97090740}"/>
                </a:ext>
              </a:extLst>
            </p:cNvPr>
            <p:cNvSpPr>
              <a:spLocks noEditPoints="1"/>
            </p:cNvSpPr>
            <p:nvPr userDrawn="1"/>
          </p:nvSpPr>
          <p:spPr bwMode="auto">
            <a:xfrm>
              <a:off x="7245208" y="1652693"/>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5" name="Freeform 447">
              <a:extLst>
                <a:ext uri="{FF2B5EF4-FFF2-40B4-BE49-F238E27FC236}">
                  <a16:creationId xmlns:a16="http://schemas.microsoft.com/office/drawing/2014/main" id="{F8BA532D-843D-4B6E-9762-50BA83B2347A}"/>
                </a:ext>
              </a:extLst>
            </p:cNvPr>
            <p:cNvSpPr>
              <a:spLocks noEditPoints="1"/>
            </p:cNvSpPr>
            <p:nvPr userDrawn="1"/>
          </p:nvSpPr>
          <p:spPr bwMode="auto">
            <a:xfrm>
              <a:off x="7229153" y="1676776"/>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6" name="Freeform 448">
              <a:extLst>
                <a:ext uri="{FF2B5EF4-FFF2-40B4-BE49-F238E27FC236}">
                  <a16:creationId xmlns:a16="http://schemas.microsoft.com/office/drawing/2014/main" id="{B9A919F5-E2F1-4C54-AA11-6E07E24EEFC1}"/>
                </a:ext>
              </a:extLst>
            </p:cNvPr>
            <p:cNvSpPr>
              <a:spLocks noEditPoints="1"/>
            </p:cNvSpPr>
            <p:nvPr userDrawn="1"/>
          </p:nvSpPr>
          <p:spPr bwMode="auto">
            <a:xfrm>
              <a:off x="7203062" y="1680789"/>
              <a:ext cx="24083" cy="22077"/>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7 h 15"/>
                <a:gd name="T42" fmla="*/ 11 w 16"/>
                <a:gd name="T43" fmla="*/ 1 h 15"/>
                <a:gd name="T44" fmla="*/ 8 w 16"/>
                <a:gd name="T45" fmla="*/ 0 h 15"/>
                <a:gd name="T46" fmla="*/ 8 w 16"/>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7" name="Freeform 449">
              <a:extLst>
                <a:ext uri="{FF2B5EF4-FFF2-40B4-BE49-F238E27FC236}">
                  <a16:creationId xmlns:a16="http://schemas.microsoft.com/office/drawing/2014/main" id="{2A8DC54C-6A69-4FEB-B003-5C1DCA7443E8}"/>
                </a:ext>
              </a:extLst>
            </p:cNvPr>
            <p:cNvSpPr>
              <a:spLocks noEditPoints="1"/>
            </p:cNvSpPr>
            <p:nvPr userDrawn="1"/>
          </p:nvSpPr>
          <p:spPr bwMode="auto">
            <a:xfrm>
              <a:off x="8292817"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8" name="Freeform 450">
              <a:extLst>
                <a:ext uri="{FF2B5EF4-FFF2-40B4-BE49-F238E27FC236}">
                  <a16:creationId xmlns:a16="http://schemas.microsoft.com/office/drawing/2014/main" id="{00456F84-0DF0-4F3A-BC8C-B313D289A719}"/>
                </a:ext>
              </a:extLst>
            </p:cNvPr>
            <p:cNvSpPr>
              <a:spLocks noEditPoints="1"/>
            </p:cNvSpPr>
            <p:nvPr userDrawn="1"/>
          </p:nvSpPr>
          <p:spPr bwMode="auto">
            <a:xfrm>
              <a:off x="8278768" y="1213179"/>
              <a:ext cx="32111" cy="32111"/>
            </a:xfrm>
            <a:custGeom>
              <a:avLst/>
              <a:gdLst>
                <a:gd name="T0" fmla="*/ 10 w 21"/>
                <a:gd name="T1" fmla="*/ 16 h 22"/>
                <a:gd name="T2" fmla="*/ 8 w 21"/>
                <a:gd name="T3" fmla="*/ 15 h 22"/>
                <a:gd name="T4" fmla="*/ 6 w 21"/>
                <a:gd name="T5" fmla="*/ 11 h 22"/>
                <a:gd name="T6" fmla="*/ 7 w 21"/>
                <a:gd name="T7" fmla="*/ 8 h 22"/>
                <a:gd name="T8" fmla="*/ 4 w 21"/>
                <a:gd name="T9" fmla="*/ 6 h 22"/>
                <a:gd name="T10" fmla="*/ 7 w 21"/>
                <a:gd name="T11" fmla="*/ 8 h 22"/>
                <a:gd name="T12" fmla="*/ 10 w 21"/>
                <a:gd name="T13" fmla="*/ 6 h 22"/>
                <a:gd name="T14" fmla="*/ 13 w 21"/>
                <a:gd name="T15" fmla="*/ 7 h 22"/>
                <a:gd name="T16" fmla="*/ 15 w 21"/>
                <a:gd name="T17" fmla="*/ 11 h 22"/>
                <a:gd name="T18" fmla="*/ 14 w 21"/>
                <a:gd name="T19" fmla="*/ 14 h 22"/>
                <a:gd name="T20" fmla="*/ 10 w 21"/>
                <a:gd name="T21" fmla="*/ 16 h 22"/>
                <a:gd name="T22" fmla="*/ 10 w 21"/>
                <a:gd name="T23" fmla="*/ 0 h 22"/>
                <a:gd name="T24" fmla="*/ 10 w 21"/>
                <a:gd name="T25" fmla="*/ 0 h 22"/>
                <a:gd name="T26" fmla="*/ 10 w 21"/>
                <a:gd name="T27" fmla="*/ 0 h 22"/>
                <a:gd name="T28" fmla="*/ 2 w 21"/>
                <a:gd name="T29" fmla="*/ 5 h 22"/>
                <a:gd name="T30" fmla="*/ 2 w 21"/>
                <a:gd name="T31" fmla="*/ 5 h 22"/>
                <a:gd name="T32" fmla="*/ 0 w 21"/>
                <a:gd name="T33" fmla="*/ 11 h 22"/>
                <a:gd name="T34" fmla="*/ 4 w 21"/>
                <a:gd name="T35" fmla="*/ 19 h 22"/>
                <a:gd name="T36" fmla="*/ 10 w 21"/>
                <a:gd name="T37" fmla="*/ 22 h 22"/>
                <a:gd name="T38" fmla="*/ 10 w 21"/>
                <a:gd name="T39" fmla="*/ 22 h 22"/>
                <a:gd name="T40" fmla="*/ 10 w 21"/>
                <a:gd name="T41" fmla="*/ 22 h 22"/>
                <a:gd name="T42" fmla="*/ 19 w 21"/>
                <a:gd name="T43" fmla="*/ 17 h 22"/>
                <a:gd name="T44" fmla="*/ 21 w 21"/>
                <a:gd name="T45" fmla="*/ 11 h 22"/>
                <a:gd name="T46" fmla="*/ 17 w 21"/>
                <a:gd name="T47" fmla="*/ 3 h 22"/>
                <a:gd name="T48" fmla="*/ 10 w 21"/>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2">
                  <a:moveTo>
                    <a:pt x="10" y="16"/>
                  </a:moveTo>
                  <a:cubicBezTo>
                    <a:pt x="9" y="16"/>
                    <a:pt x="8" y="15"/>
                    <a:pt x="8" y="15"/>
                  </a:cubicBez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4" y="8"/>
                    <a:pt x="15" y="10"/>
                    <a:pt x="15" y="11"/>
                  </a:cubicBezTo>
                  <a:cubicBezTo>
                    <a:pt x="15" y="12"/>
                    <a:pt x="15" y="13"/>
                    <a:pt x="14" y="14"/>
                  </a:cubicBezTo>
                  <a:cubicBezTo>
                    <a:pt x="13" y="15"/>
                    <a:pt x="12" y="16"/>
                    <a:pt x="10" y="16"/>
                  </a:cubicBezTo>
                  <a:moveTo>
                    <a:pt x="10" y="0"/>
                  </a:moveTo>
                  <a:cubicBezTo>
                    <a:pt x="10" y="0"/>
                    <a:pt x="10" y="0"/>
                    <a:pt x="10" y="0"/>
                  </a:cubicBezTo>
                  <a:cubicBezTo>
                    <a:pt x="10" y="0"/>
                    <a:pt x="10" y="0"/>
                    <a:pt x="10" y="0"/>
                  </a:cubicBezTo>
                  <a:cubicBezTo>
                    <a:pt x="7" y="0"/>
                    <a:pt x="4" y="2"/>
                    <a:pt x="2" y="5"/>
                  </a:cubicBezTo>
                  <a:cubicBezTo>
                    <a:pt x="2" y="5"/>
                    <a:pt x="2" y="5"/>
                    <a:pt x="2" y="5"/>
                  </a:cubicBezTo>
                  <a:cubicBezTo>
                    <a:pt x="0" y="7"/>
                    <a:pt x="0" y="9"/>
                    <a:pt x="0" y="11"/>
                  </a:cubicBezTo>
                  <a:cubicBezTo>
                    <a:pt x="0" y="14"/>
                    <a:pt x="1" y="17"/>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9" name="Freeform 451">
              <a:extLst>
                <a:ext uri="{FF2B5EF4-FFF2-40B4-BE49-F238E27FC236}">
                  <a16:creationId xmlns:a16="http://schemas.microsoft.com/office/drawing/2014/main" id="{F2905B35-C507-4FAF-A209-245C9051CF92}"/>
                </a:ext>
              </a:extLst>
            </p:cNvPr>
            <p:cNvSpPr>
              <a:spLocks noEditPoints="1"/>
            </p:cNvSpPr>
            <p:nvPr userDrawn="1"/>
          </p:nvSpPr>
          <p:spPr bwMode="auto">
            <a:xfrm>
              <a:off x="8258698" y="1233248"/>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8 h 17"/>
                <a:gd name="T18" fmla="*/ 10 w 16"/>
                <a:gd name="T19" fmla="*/ 10 h 17"/>
                <a:gd name="T20" fmla="*/ 8 w 16"/>
                <a:gd name="T21" fmla="*/ 11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8 w 16"/>
                <a:gd name="T37" fmla="*/ 17 h 17"/>
                <a:gd name="T38" fmla="*/ 8 w 16"/>
                <a:gd name="T39" fmla="*/ 17 h 17"/>
                <a:gd name="T40" fmla="*/ 8 w 16"/>
                <a:gd name="T41" fmla="*/ 17 h 17"/>
                <a:gd name="T42" fmla="*/ 15 w 16"/>
                <a:gd name="T43" fmla="*/ 13 h 17"/>
                <a:gd name="T44" fmla="*/ 16 w 16"/>
                <a:gd name="T45" fmla="*/ 8 h 17"/>
                <a:gd name="T46" fmla="*/ 13 w 16"/>
                <a:gd name="T47" fmla="*/ 2 h 17"/>
                <a:gd name="T48" fmla="*/ 8 w 16"/>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0" name="Freeform 452">
              <a:extLst>
                <a:ext uri="{FF2B5EF4-FFF2-40B4-BE49-F238E27FC236}">
                  <a16:creationId xmlns:a16="http://schemas.microsoft.com/office/drawing/2014/main" id="{8E9601B3-FF56-4F23-8AD1-62B495A7B6FF}"/>
                </a:ext>
              </a:extLst>
            </p:cNvPr>
            <p:cNvSpPr>
              <a:spLocks noEditPoints="1"/>
            </p:cNvSpPr>
            <p:nvPr userDrawn="1"/>
          </p:nvSpPr>
          <p:spPr bwMode="auto">
            <a:xfrm>
              <a:off x="8234616"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1" name="Freeform 453">
              <a:extLst>
                <a:ext uri="{FF2B5EF4-FFF2-40B4-BE49-F238E27FC236}">
                  <a16:creationId xmlns:a16="http://schemas.microsoft.com/office/drawing/2014/main" id="{557C4203-F6A0-4E9F-AA7C-E50010973ACE}"/>
                </a:ext>
              </a:extLst>
            </p:cNvPr>
            <p:cNvSpPr>
              <a:spLocks noEditPoints="1"/>
            </p:cNvSpPr>
            <p:nvPr userDrawn="1"/>
          </p:nvSpPr>
          <p:spPr bwMode="auto">
            <a:xfrm>
              <a:off x="713081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7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2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2 w 240"/>
                <a:gd name="T95" fmla="*/ 202 h 203"/>
                <a:gd name="T96" fmla="*/ 214 w 240"/>
                <a:gd name="T97" fmla="*/ 191 h 203"/>
                <a:gd name="T98" fmla="*/ 204 w 240"/>
                <a:gd name="T99" fmla="*/ 124 h 203"/>
                <a:gd name="T100" fmla="*/ 204 w 240"/>
                <a:gd name="T101" fmla="*/ 124 h 203"/>
                <a:gd name="T102" fmla="*/ 222 w 240"/>
                <a:gd name="T103" fmla="*/ 104 h 203"/>
                <a:gd name="T104" fmla="*/ 236 w 240"/>
                <a:gd name="T105" fmla="*/ 65 h 203"/>
                <a:gd name="T106" fmla="*/ 218 w 240"/>
                <a:gd name="T107" fmla="*/ 54 h 203"/>
                <a:gd name="T108" fmla="*/ 206 w 240"/>
                <a:gd name="T109" fmla="*/ 53 h 203"/>
                <a:gd name="T110" fmla="*/ 206 w 240"/>
                <a:gd name="T111" fmla="*/ 39 h 203"/>
                <a:gd name="T112" fmla="*/ 199 w 240"/>
                <a:gd name="T113" fmla="*/ 7 h 203"/>
                <a:gd name="T114" fmla="*/ 195 w 240"/>
                <a:gd name="T115" fmla="*/ 5 h 203"/>
                <a:gd name="T116" fmla="*/ 173 w 240"/>
                <a:gd name="T117" fmla="*/ 2 h 203"/>
                <a:gd name="T118" fmla="*/ 122 w 240"/>
                <a:gd name="T119" fmla="*/ 5 h 203"/>
                <a:gd name="T120" fmla="*/ 119 w 240"/>
                <a:gd name="T121" fmla="*/ 7 h 203"/>
                <a:gd name="T122" fmla="*/ 116 w 240"/>
                <a:gd name="T123"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7"/>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7"/>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2" name="Freeform 454">
              <a:extLst>
                <a:ext uri="{FF2B5EF4-FFF2-40B4-BE49-F238E27FC236}">
                  <a16:creationId xmlns:a16="http://schemas.microsoft.com/office/drawing/2014/main" id="{7EA69EBA-B30C-457A-8C02-D03BB11529AD}"/>
                </a:ext>
              </a:extLst>
            </p:cNvPr>
            <p:cNvSpPr>
              <a:spLocks/>
            </p:cNvSpPr>
            <p:nvPr userDrawn="1"/>
          </p:nvSpPr>
          <p:spPr bwMode="auto">
            <a:xfrm>
              <a:off x="7158910" y="-119411"/>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3" name="Freeform 455">
              <a:extLst>
                <a:ext uri="{FF2B5EF4-FFF2-40B4-BE49-F238E27FC236}">
                  <a16:creationId xmlns:a16="http://schemas.microsoft.com/office/drawing/2014/main" id="{B8F22150-5C47-4C17-8865-5BF4ED1BA06A}"/>
                </a:ext>
              </a:extLst>
            </p:cNvPr>
            <p:cNvSpPr>
              <a:spLocks/>
            </p:cNvSpPr>
            <p:nvPr userDrawn="1"/>
          </p:nvSpPr>
          <p:spPr bwMode="auto">
            <a:xfrm>
              <a:off x="7449913" y="-3010"/>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4" name="Freeform 456">
              <a:extLst>
                <a:ext uri="{FF2B5EF4-FFF2-40B4-BE49-F238E27FC236}">
                  <a16:creationId xmlns:a16="http://schemas.microsoft.com/office/drawing/2014/main" id="{77570324-1DF0-44F7-9092-4F54E1FAFA34}"/>
                </a:ext>
              </a:extLst>
            </p:cNvPr>
            <p:cNvSpPr>
              <a:spLocks noEditPoints="1"/>
            </p:cNvSpPr>
            <p:nvPr userDrawn="1"/>
          </p:nvSpPr>
          <p:spPr bwMode="auto">
            <a:xfrm>
              <a:off x="6767563" y="1512209"/>
              <a:ext cx="361244" cy="315086"/>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2 w 240"/>
                <a:gd name="T81" fmla="*/ 143 h 209"/>
                <a:gd name="T82" fmla="*/ 53 w 240"/>
                <a:gd name="T83" fmla="*/ 166 h 209"/>
                <a:gd name="T84" fmla="*/ 114 w 240"/>
                <a:gd name="T85" fmla="*/ 168 h 209"/>
                <a:gd name="T86" fmla="*/ 134 w 240"/>
                <a:gd name="T87" fmla="*/ 151 h 209"/>
                <a:gd name="T88" fmla="*/ 151 w 240"/>
                <a:gd name="T89" fmla="*/ 160 h 209"/>
                <a:gd name="T90" fmla="*/ 174 w 240"/>
                <a:gd name="T91" fmla="*/ 157 h 209"/>
                <a:gd name="T92" fmla="*/ 216 w 240"/>
                <a:gd name="T93" fmla="*/ 209 h 209"/>
                <a:gd name="T94" fmla="*/ 204 w 240"/>
                <a:gd name="T95" fmla="*/ 123 h 209"/>
                <a:gd name="T96" fmla="*/ 221 w 240"/>
                <a:gd name="T97" fmla="*/ 103 h 209"/>
                <a:gd name="T98" fmla="*/ 236 w 240"/>
                <a:gd name="T99" fmla="*/ 64 h 209"/>
                <a:gd name="T100" fmla="*/ 217 w 240"/>
                <a:gd name="T101" fmla="*/ 53 h 209"/>
                <a:gd name="T102" fmla="*/ 206 w 240"/>
                <a:gd name="T103" fmla="*/ 52 h 209"/>
                <a:gd name="T104" fmla="*/ 206 w 240"/>
                <a:gd name="T105" fmla="*/ 38 h 209"/>
                <a:gd name="T106" fmla="*/ 199 w 240"/>
                <a:gd name="T107" fmla="*/ 7 h 209"/>
                <a:gd name="T108" fmla="*/ 194 w 240"/>
                <a:gd name="T109" fmla="*/ 4 h 209"/>
                <a:gd name="T110" fmla="*/ 173 w 240"/>
                <a:gd name="T111" fmla="*/ 1 h 209"/>
                <a:gd name="T112" fmla="*/ 121 w 240"/>
                <a:gd name="T113" fmla="*/ 4 h 209"/>
                <a:gd name="T114" fmla="*/ 119 w 240"/>
                <a:gd name="T115" fmla="*/ 6 h 209"/>
                <a:gd name="T116" fmla="*/ 116 w 240"/>
                <a:gd name="T11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5" name="Freeform 457">
              <a:extLst>
                <a:ext uri="{FF2B5EF4-FFF2-40B4-BE49-F238E27FC236}">
                  <a16:creationId xmlns:a16="http://schemas.microsoft.com/office/drawing/2014/main" id="{2AE54EFF-01E3-438E-894A-CAC661FFF6D4}"/>
                </a:ext>
              </a:extLst>
            </p:cNvPr>
            <p:cNvSpPr>
              <a:spLocks noEditPoints="1"/>
            </p:cNvSpPr>
            <p:nvPr userDrawn="1"/>
          </p:nvSpPr>
          <p:spPr bwMode="auto">
            <a:xfrm>
              <a:off x="7921537" y="-406400"/>
              <a:ext cx="361244" cy="315086"/>
            </a:xfrm>
            <a:custGeom>
              <a:avLst/>
              <a:gdLst>
                <a:gd name="T0" fmla="*/ 215 w 240"/>
                <a:gd name="T1" fmla="*/ 200 h 210"/>
                <a:gd name="T2" fmla="*/ 113 w 240"/>
                <a:gd name="T3" fmla="*/ 8 h 210"/>
                <a:gd name="T4" fmla="*/ 211 w 240"/>
                <a:gd name="T5" fmla="*/ 191 h 210"/>
                <a:gd name="T6" fmla="*/ 190 w 240"/>
                <a:gd name="T7" fmla="*/ 8 h 210"/>
                <a:gd name="T8" fmla="*/ 105 w 240"/>
                <a:gd name="T9" fmla="*/ 6 h 210"/>
                <a:gd name="T10" fmla="*/ 113 w 240"/>
                <a:gd name="T11" fmla="*/ 8 h 210"/>
                <a:gd name="T12" fmla="*/ 115 w 240"/>
                <a:gd name="T13" fmla="*/ 11 h 210"/>
                <a:gd name="T14" fmla="*/ 125 w 240"/>
                <a:gd name="T15" fmla="*/ 10 h 210"/>
                <a:gd name="T16" fmla="*/ 186 w 240"/>
                <a:gd name="T17" fmla="*/ 8 h 210"/>
                <a:gd name="T18" fmla="*/ 195 w 240"/>
                <a:gd name="T19" fmla="*/ 12 h 210"/>
                <a:gd name="T20" fmla="*/ 198 w 240"/>
                <a:gd name="T21" fmla="*/ 48 h 210"/>
                <a:gd name="T22" fmla="*/ 215 w 240"/>
                <a:gd name="T23" fmla="*/ 60 h 210"/>
                <a:gd name="T24" fmla="*/ 225 w 240"/>
                <a:gd name="T25" fmla="*/ 61 h 210"/>
                <a:gd name="T26" fmla="*/ 220 w 240"/>
                <a:gd name="T27" fmla="*/ 98 h 210"/>
                <a:gd name="T28" fmla="*/ 205 w 240"/>
                <a:gd name="T29" fmla="*/ 173 h 210"/>
                <a:gd name="T30" fmla="*/ 176 w 240"/>
                <a:gd name="T31" fmla="*/ 147 h 210"/>
                <a:gd name="T32" fmla="*/ 154 w 240"/>
                <a:gd name="T33" fmla="*/ 155 h 210"/>
                <a:gd name="T34" fmla="*/ 125 w 240"/>
                <a:gd name="T35" fmla="*/ 141 h 210"/>
                <a:gd name="T36" fmla="*/ 120 w 240"/>
                <a:gd name="T37" fmla="*/ 159 h 210"/>
                <a:gd name="T38" fmla="*/ 62 w 240"/>
                <a:gd name="T39" fmla="*/ 168 h 210"/>
                <a:gd name="T40" fmla="*/ 58 w 240"/>
                <a:gd name="T41" fmla="*/ 143 h 210"/>
                <a:gd name="T42" fmla="*/ 16 w 240"/>
                <a:gd name="T43" fmla="*/ 120 h 210"/>
                <a:gd name="T44" fmla="*/ 24 w 240"/>
                <a:gd name="T45" fmla="*/ 83 h 210"/>
                <a:gd name="T46" fmla="*/ 23 w 240"/>
                <a:gd name="T47" fmla="*/ 66 h 210"/>
                <a:gd name="T48" fmla="*/ 40 w 240"/>
                <a:gd name="T49" fmla="*/ 11 h 210"/>
                <a:gd name="T50" fmla="*/ 75 w 240"/>
                <a:gd name="T51" fmla="*/ 19 h 210"/>
                <a:gd name="T52" fmla="*/ 105 w 240"/>
                <a:gd name="T53" fmla="*/ 6 h 210"/>
                <a:gd name="T54" fmla="*/ 76 w 240"/>
                <a:gd name="T55" fmla="*/ 4 h 210"/>
                <a:gd name="T56" fmla="*/ 71 w 240"/>
                <a:gd name="T57" fmla="*/ 14 h 210"/>
                <a:gd name="T58" fmla="*/ 40 w 240"/>
                <a:gd name="T59" fmla="*/ 5 h 210"/>
                <a:gd name="T60" fmla="*/ 16 w 240"/>
                <a:gd name="T61" fmla="*/ 55 h 210"/>
                <a:gd name="T62" fmla="*/ 21 w 240"/>
                <a:gd name="T63" fmla="*/ 78 h 210"/>
                <a:gd name="T64" fmla="*/ 0 w 240"/>
                <a:gd name="T65" fmla="*/ 97 h 210"/>
                <a:gd name="T66" fmla="*/ 16 w 240"/>
                <a:gd name="T67" fmla="*/ 126 h 210"/>
                <a:gd name="T68" fmla="*/ 50 w 240"/>
                <a:gd name="T69" fmla="*/ 134 h 210"/>
                <a:gd name="T70" fmla="*/ 53 w 240"/>
                <a:gd name="T71" fmla="*/ 167 h 210"/>
                <a:gd name="T72" fmla="*/ 128 w 240"/>
                <a:gd name="T73" fmla="*/ 161 h 210"/>
                <a:gd name="T74" fmla="*/ 151 w 240"/>
                <a:gd name="T75" fmla="*/ 160 h 210"/>
                <a:gd name="T76" fmla="*/ 174 w 240"/>
                <a:gd name="T77" fmla="*/ 157 h 210"/>
                <a:gd name="T78" fmla="*/ 214 w 240"/>
                <a:gd name="T79" fmla="*/ 194 h 210"/>
                <a:gd name="T80" fmla="*/ 204 w 240"/>
                <a:gd name="T81" fmla="*/ 124 h 210"/>
                <a:gd name="T82" fmla="*/ 236 w 240"/>
                <a:gd name="T83" fmla="*/ 95 h 210"/>
                <a:gd name="T84" fmla="*/ 227 w 240"/>
                <a:gd name="T85" fmla="*/ 55 h 210"/>
                <a:gd name="T86" fmla="*/ 206 w 240"/>
                <a:gd name="T87" fmla="*/ 53 h 210"/>
                <a:gd name="T88" fmla="*/ 209 w 240"/>
                <a:gd name="T89" fmla="*/ 24 h 210"/>
                <a:gd name="T90" fmla="*/ 195 w 240"/>
                <a:gd name="T91" fmla="*/ 5 h 210"/>
                <a:gd name="T92" fmla="*/ 173 w 240"/>
                <a:gd name="T93" fmla="*/ 2 h 210"/>
                <a:gd name="T94" fmla="*/ 121 w 240"/>
                <a:gd name="T95" fmla="*/ 5 h 210"/>
                <a:gd name="T96" fmla="*/ 119 w 240"/>
                <a:gd name="T97" fmla="*/ 6 h 210"/>
                <a:gd name="T98" fmla="*/ 105 w 240"/>
                <a:gd name="T9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0" h="210">
                  <a:moveTo>
                    <a:pt x="215" y="200"/>
                  </a:moveTo>
                  <a:cubicBezTo>
                    <a:pt x="214" y="200"/>
                    <a:pt x="213" y="200"/>
                    <a:pt x="211" y="200"/>
                  </a:cubicBezTo>
                  <a:cubicBezTo>
                    <a:pt x="216" y="210"/>
                    <a:pt x="216" y="210"/>
                    <a:pt x="216" y="210"/>
                  </a:cubicBezTo>
                  <a:cubicBezTo>
                    <a:pt x="215" y="200"/>
                    <a:pt x="215" y="200"/>
                    <a:pt x="215" y="200"/>
                  </a:cubicBezTo>
                  <a:moveTo>
                    <a:pt x="113" y="8"/>
                  </a:moveTo>
                  <a:cubicBezTo>
                    <a:pt x="113" y="8"/>
                    <a:pt x="113" y="8"/>
                    <a:pt x="113" y="8"/>
                  </a:cubicBezTo>
                  <a:cubicBezTo>
                    <a:pt x="113" y="8"/>
                    <a:pt x="113" y="8"/>
                    <a:pt x="113" y="8"/>
                  </a:cubicBezTo>
                  <a:cubicBezTo>
                    <a:pt x="113" y="8"/>
                    <a:pt x="113" y="8"/>
                    <a:pt x="113" y="8"/>
                  </a:cubicBezTo>
                  <a:cubicBezTo>
                    <a:pt x="113" y="8"/>
                    <a:pt x="113" y="8"/>
                    <a:pt x="113" y="8"/>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90" y="8"/>
                  </a:moveTo>
                  <a:cubicBezTo>
                    <a:pt x="190" y="8"/>
                    <a:pt x="190" y="8"/>
                    <a:pt x="190" y="8"/>
                  </a:cubicBezTo>
                  <a:cubicBezTo>
                    <a:pt x="190" y="8"/>
                    <a:pt x="190" y="8"/>
                    <a:pt x="190" y="8"/>
                  </a:cubicBezTo>
                  <a:cubicBezTo>
                    <a:pt x="190" y="8"/>
                    <a:pt x="190" y="8"/>
                    <a:pt x="190" y="8"/>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1" y="12"/>
                    <a:pt x="122" y="12"/>
                  </a:cubicBezTo>
                  <a:cubicBezTo>
                    <a:pt x="124" y="11"/>
                    <a:pt x="125" y="10"/>
                    <a:pt x="125" y="10"/>
                  </a:cubicBezTo>
                  <a:cubicBezTo>
                    <a:pt x="126" y="10"/>
                    <a:pt x="127" y="9"/>
                    <a:pt x="129" y="9"/>
                  </a:cubicBezTo>
                  <a:cubicBezTo>
                    <a:pt x="138" y="9"/>
                    <a:pt x="158" y="8"/>
                    <a:pt x="173" y="8"/>
                  </a:cubicBezTo>
                  <a:cubicBezTo>
                    <a:pt x="173" y="8"/>
                    <a:pt x="173" y="8"/>
                    <a:pt x="173" y="8"/>
                  </a:cubicBezTo>
                  <a:cubicBezTo>
                    <a:pt x="178" y="8"/>
                    <a:pt x="183" y="8"/>
                    <a:pt x="186" y="8"/>
                  </a:cubicBezTo>
                  <a:cubicBezTo>
                    <a:pt x="187" y="8"/>
                    <a:pt x="189" y="9"/>
                    <a:pt x="190" y="9"/>
                  </a:cubicBezTo>
                  <a:cubicBezTo>
                    <a:pt x="190" y="9"/>
                    <a:pt x="190" y="9"/>
                    <a:pt x="190" y="9"/>
                  </a:cubicBezTo>
                  <a:cubicBezTo>
                    <a:pt x="190"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8" y="41"/>
                    <a:pt x="198" y="45"/>
                    <a:pt x="198" y="48"/>
                  </a:cubicBezTo>
                  <a:cubicBezTo>
                    <a:pt x="198" y="51"/>
                    <a:pt x="198" y="53"/>
                    <a:pt x="199" y="55"/>
                  </a:cubicBezTo>
                  <a:cubicBezTo>
                    <a:pt x="200" y="56"/>
                    <a:pt x="201" y="57"/>
                    <a:pt x="202" y="58"/>
                  </a:cubicBezTo>
                  <a:cubicBezTo>
                    <a:pt x="204" y="59"/>
                    <a:pt x="206" y="59"/>
                    <a:pt x="208" y="59"/>
                  </a:cubicBezTo>
                  <a:cubicBezTo>
                    <a:pt x="210" y="60"/>
                    <a:pt x="213" y="60"/>
                    <a:pt x="215" y="60"/>
                  </a:cubicBezTo>
                  <a:cubicBezTo>
                    <a:pt x="215" y="60"/>
                    <a:pt x="216" y="60"/>
                    <a:pt x="217" y="60"/>
                  </a:cubicBezTo>
                  <a:cubicBezTo>
                    <a:pt x="217" y="60"/>
                    <a:pt x="217" y="60"/>
                    <a:pt x="217"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5"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8" y="136"/>
                    <a:pt x="178" y="139"/>
                  </a:cubicBezTo>
                  <a:cubicBezTo>
                    <a:pt x="178"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49" y="152"/>
                    <a:pt x="144" y="149"/>
                    <a:pt x="140" y="147"/>
                  </a:cubicBezTo>
                  <a:cubicBezTo>
                    <a:pt x="135" y="145"/>
                    <a:pt x="132" y="144"/>
                    <a:pt x="131"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6" y="160"/>
                    <a:pt x="56" y="158"/>
                  </a:cubicBezTo>
                  <a:cubicBezTo>
                    <a:pt x="56"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7"/>
                  </a:cubicBezTo>
                  <a:cubicBezTo>
                    <a:pt x="6" y="95"/>
                    <a:pt x="7" y="93"/>
                    <a:pt x="8" y="91"/>
                  </a:cubicBezTo>
                  <a:cubicBezTo>
                    <a:pt x="10" y="89"/>
                    <a:pt x="15" y="87"/>
                    <a:pt x="18" y="86"/>
                  </a:cubicBezTo>
                  <a:cubicBezTo>
                    <a:pt x="20" y="85"/>
                    <a:pt x="22" y="84"/>
                    <a:pt x="24" y="83"/>
                  </a:cubicBezTo>
                  <a:cubicBezTo>
                    <a:pt x="25" y="83"/>
                    <a:pt x="25"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0" y="11"/>
                  </a:cubicBezTo>
                  <a:cubicBezTo>
                    <a:pt x="81" y="11"/>
                    <a:pt x="81" y="10"/>
                    <a:pt x="81" y="9"/>
                  </a:cubicBezTo>
                  <a:cubicBezTo>
                    <a:pt x="81" y="9"/>
                    <a:pt x="81"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2" y="14"/>
                    <a:pt x="71" y="14"/>
                  </a:cubicBezTo>
                  <a:cubicBezTo>
                    <a:pt x="70" y="15"/>
                    <a:pt x="69" y="16"/>
                    <a:pt x="67" y="16"/>
                  </a:cubicBezTo>
                  <a:cubicBezTo>
                    <a:pt x="67" y="16"/>
                    <a:pt x="67" y="16"/>
                    <a:pt x="67" y="16"/>
                  </a:cubicBezTo>
                  <a:cubicBezTo>
                    <a:pt x="64" y="16"/>
                    <a:pt x="58" y="14"/>
                    <a:pt x="51" y="9"/>
                  </a:cubicBezTo>
                  <a:cubicBezTo>
                    <a:pt x="47" y="6"/>
                    <a:pt x="44" y="5"/>
                    <a:pt x="40" y="5"/>
                  </a:cubicBezTo>
                  <a:cubicBezTo>
                    <a:pt x="40" y="5"/>
                    <a:pt x="40" y="5"/>
                    <a:pt x="40" y="5"/>
                  </a:cubicBezTo>
                  <a:cubicBezTo>
                    <a:pt x="36" y="5"/>
                    <a:pt x="32" y="7"/>
                    <a:pt x="29" y="11"/>
                  </a:cubicBezTo>
                  <a:cubicBezTo>
                    <a:pt x="24" y="15"/>
                    <a:pt x="21" y="23"/>
                    <a:pt x="19" y="30"/>
                  </a:cubicBezTo>
                  <a:cubicBezTo>
                    <a:pt x="17" y="38"/>
                    <a:pt x="16" y="47"/>
                    <a:pt x="16" y="55"/>
                  </a:cubicBezTo>
                  <a:cubicBezTo>
                    <a:pt x="16" y="59"/>
                    <a:pt x="17" y="63"/>
                    <a:pt x="17" y="67"/>
                  </a:cubicBezTo>
                  <a:cubicBezTo>
                    <a:pt x="18" y="70"/>
                    <a:pt x="19" y="74"/>
                    <a:pt x="20"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7"/>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1" y="136"/>
                    <a:pt x="52" y="139"/>
                    <a:pt x="52" y="143"/>
                  </a:cubicBezTo>
                  <a:cubicBezTo>
                    <a:pt x="52" y="146"/>
                    <a:pt x="52" y="149"/>
                    <a:pt x="51" y="152"/>
                  </a:cubicBezTo>
                  <a:cubicBezTo>
                    <a:pt x="51" y="154"/>
                    <a:pt x="50" y="156"/>
                    <a:pt x="50" y="158"/>
                  </a:cubicBezTo>
                  <a:cubicBezTo>
                    <a:pt x="50" y="161"/>
                    <a:pt x="51" y="164"/>
                    <a:pt x="53" y="167"/>
                  </a:cubicBezTo>
                  <a:cubicBezTo>
                    <a:pt x="55" y="171"/>
                    <a:pt x="59" y="173"/>
                    <a:pt x="63" y="175"/>
                  </a:cubicBezTo>
                  <a:cubicBezTo>
                    <a:pt x="67" y="176"/>
                    <a:pt x="72" y="177"/>
                    <a:pt x="78" y="177"/>
                  </a:cubicBezTo>
                  <a:cubicBezTo>
                    <a:pt x="90" y="177"/>
                    <a:pt x="103" y="174"/>
                    <a:pt x="114" y="169"/>
                  </a:cubicBezTo>
                  <a:cubicBezTo>
                    <a:pt x="119" y="166"/>
                    <a:pt x="124" y="164"/>
                    <a:pt x="128" y="161"/>
                  </a:cubicBezTo>
                  <a:cubicBezTo>
                    <a:pt x="130" y="159"/>
                    <a:pt x="131" y="157"/>
                    <a:pt x="132" y="155"/>
                  </a:cubicBezTo>
                  <a:cubicBezTo>
                    <a:pt x="133" y="154"/>
                    <a:pt x="133"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1" y="151"/>
                  </a:cubicBezTo>
                  <a:cubicBezTo>
                    <a:pt x="183" y="149"/>
                    <a:pt x="184" y="146"/>
                    <a:pt x="184" y="143"/>
                  </a:cubicBezTo>
                  <a:cubicBezTo>
                    <a:pt x="209" y="194"/>
                    <a:pt x="209" y="194"/>
                    <a:pt x="209" y="194"/>
                  </a:cubicBezTo>
                  <a:cubicBezTo>
                    <a:pt x="210"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1"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7" y="55"/>
                  </a:cubicBezTo>
                  <a:cubicBezTo>
                    <a:pt x="224" y="54"/>
                    <a:pt x="221" y="54"/>
                    <a:pt x="217"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1" y="5"/>
                    <a:pt x="121" y="5"/>
                    <a:pt x="121" y="5"/>
                  </a:cubicBezTo>
                  <a:cubicBezTo>
                    <a:pt x="121" y="5"/>
                    <a:pt x="121" y="5"/>
                    <a:pt x="121" y="5"/>
                  </a:cubicBezTo>
                  <a:cubicBezTo>
                    <a:pt x="121"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6" name="Freeform 458">
              <a:extLst>
                <a:ext uri="{FF2B5EF4-FFF2-40B4-BE49-F238E27FC236}">
                  <a16:creationId xmlns:a16="http://schemas.microsoft.com/office/drawing/2014/main" id="{0443877E-D2EE-4075-9F01-E85C9838949D}"/>
                </a:ext>
              </a:extLst>
            </p:cNvPr>
            <p:cNvSpPr>
              <a:spLocks noEditPoints="1"/>
            </p:cNvSpPr>
            <p:nvPr userDrawn="1"/>
          </p:nvSpPr>
          <p:spPr bwMode="auto">
            <a:xfrm>
              <a:off x="7516141"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7" name="Freeform 459">
              <a:extLst>
                <a:ext uri="{FF2B5EF4-FFF2-40B4-BE49-F238E27FC236}">
                  <a16:creationId xmlns:a16="http://schemas.microsoft.com/office/drawing/2014/main" id="{B85AC0A3-3084-47E2-9204-7EEF7E0F9ADD}"/>
                </a:ext>
              </a:extLst>
            </p:cNvPr>
            <p:cNvSpPr>
              <a:spLocks noEditPoints="1"/>
            </p:cNvSpPr>
            <p:nvPr userDrawn="1"/>
          </p:nvSpPr>
          <p:spPr bwMode="auto">
            <a:xfrm>
              <a:off x="8756413" y="-302041"/>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8" name="Freeform 460">
              <a:extLst>
                <a:ext uri="{FF2B5EF4-FFF2-40B4-BE49-F238E27FC236}">
                  <a16:creationId xmlns:a16="http://schemas.microsoft.com/office/drawing/2014/main" id="{9798B0B2-2E1A-416E-8180-0F635CDF5F6A}"/>
                </a:ext>
              </a:extLst>
            </p:cNvPr>
            <p:cNvSpPr>
              <a:spLocks noEditPoints="1"/>
            </p:cNvSpPr>
            <p:nvPr userDrawn="1"/>
          </p:nvSpPr>
          <p:spPr bwMode="auto">
            <a:xfrm>
              <a:off x="8802573" y="488683"/>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6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9" name="Freeform 461">
              <a:extLst>
                <a:ext uri="{FF2B5EF4-FFF2-40B4-BE49-F238E27FC236}">
                  <a16:creationId xmlns:a16="http://schemas.microsoft.com/office/drawing/2014/main" id="{2A985F8E-5F81-454E-AD83-903D4AFC1757}"/>
                </a:ext>
              </a:extLst>
            </p:cNvPr>
            <p:cNvSpPr>
              <a:spLocks noEditPoints="1"/>
            </p:cNvSpPr>
            <p:nvPr userDrawn="1"/>
          </p:nvSpPr>
          <p:spPr bwMode="auto">
            <a:xfrm>
              <a:off x="8802573"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0" name="Freeform 462">
              <a:extLst>
                <a:ext uri="{FF2B5EF4-FFF2-40B4-BE49-F238E27FC236}">
                  <a16:creationId xmlns:a16="http://schemas.microsoft.com/office/drawing/2014/main" id="{0AD09595-5594-4032-851D-A85E590C34EB}"/>
                </a:ext>
              </a:extLst>
            </p:cNvPr>
            <p:cNvSpPr>
              <a:spLocks noEditPoints="1"/>
            </p:cNvSpPr>
            <p:nvPr userDrawn="1"/>
          </p:nvSpPr>
          <p:spPr bwMode="auto">
            <a:xfrm>
              <a:off x="7734895"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1" name="Freeform 463">
              <a:extLst>
                <a:ext uri="{FF2B5EF4-FFF2-40B4-BE49-F238E27FC236}">
                  <a16:creationId xmlns:a16="http://schemas.microsoft.com/office/drawing/2014/main" id="{031F1E06-67C0-4C5A-A82D-D3D6809A9D5B}"/>
                </a:ext>
              </a:extLst>
            </p:cNvPr>
            <p:cNvSpPr>
              <a:spLocks noEditPoints="1"/>
            </p:cNvSpPr>
            <p:nvPr userDrawn="1"/>
          </p:nvSpPr>
          <p:spPr bwMode="auto">
            <a:xfrm>
              <a:off x="6486595" y="189654"/>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2" name="Freeform 464">
              <a:extLst>
                <a:ext uri="{FF2B5EF4-FFF2-40B4-BE49-F238E27FC236}">
                  <a16:creationId xmlns:a16="http://schemas.microsoft.com/office/drawing/2014/main" id="{886D77A1-B055-486F-B8B3-4BAE6D5CFAEF}"/>
                </a:ext>
              </a:extLst>
            </p:cNvPr>
            <p:cNvSpPr>
              <a:spLocks noEditPoints="1"/>
            </p:cNvSpPr>
            <p:nvPr userDrawn="1"/>
          </p:nvSpPr>
          <p:spPr bwMode="auto">
            <a:xfrm>
              <a:off x="8130256" y="900101"/>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8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3" name="Freeform 465">
              <a:extLst>
                <a:ext uri="{FF2B5EF4-FFF2-40B4-BE49-F238E27FC236}">
                  <a16:creationId xmlns:a16="http://schemas.microsoft.com/office/drawing/2014/main" id="{1CE58952-BA6F-4F27-AE79-0C22D6E0FE95}"/>
                </a:ext>
              </a:extLst>
            </p:cNvPr>
            <p:cNvSpPr>
              <a:spLocks noEditPoints="1"/>
            </p:cNvSpPr>
            <p:nvPr userDrawn="1"/>
          </p:nvSpPr>
          <p:spPr bwMode="auto">
            <a:xfrm>
              <a:off x="6912061" y="456573"/>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4" name="Freeform 466">
              <a:extLst>
                <a:ext uri="{FF2B5EF4-FFF2-40B4-BE49-F238E27FC236}">
                  <a16:creationId xmlns:a16="http://schemas.microsoft.com/office/drawing/2014/main" id="{7B96F75C-C36C-4A58-86A4-CF66F741864B}"/>
                </a:ext>
              </a:extLst>
            </p:cNvPr>
            <p:cNvSpPr>
              <a:spLocks/>
            </p:cNvSpPr>
            <p:nvPr userDrawn="1"/>
          </p:nvSpPr>
          <p:spPr bwMode="auto">
            <a:xfrm>
              <a:off x="7907489" y="-125432"/>
              <a:ext cx="642212" cy="192664"/>
            </a:xfrm>
            <a:custGeom>
              <a:avLst/>
              <a:gdLst>
                <a:gd name="T0" fmla="*/ 223 w 426"/>
                <a:gd name="T1" fmla="*/ 7 h 128"/>
                <a:gd name="T2" fmla="*/ 346 w 426"/>
                <a:gd name="T3" fmla="*/ 6 h 128"/>
                <a:gd name="T4" fmla="*/ 371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3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220 w 426"/>
                <a:gd name="T43" fmla="*/ 13 h 128"/>
                <a:gd name="T44" fmla="*/ 184 w 426"/>
                <a:gd name="T45" fmla="*/ 10 h 128"/>
                <a:gd name="T46" fmla="*/ 57 w 426"/>
                <a:gd name="T47" fmla="*/ 27 h 128"/>
                <a:gd name="T48" fmla="*/ 30 w 426"/>
                <a:gd name="T49" fmla="*/ 71 h 128"/>
                <a:gd name="T50" fmla="*/ 31 w 426"/>
                <a:gd name="T51" fmla="*/ 74 h 128"/>
                <a:gd name="T52" fmla="*/ 37 w 426"/>
                <a:gd name="T53" fmla="*/ 92 h 128"/>
                <a:gd name="T54" fmla="*/ 59 w 426"/>
                <a:gd name="T55" fmla="*/ 109 h 128"/>
                <a:gd name="T56" fmla="*/ 29 w 426"/>
                <a:gd name="T57" fmla="*/ 125 h 128"/>
                <a:gd name="T58" fmla="*/ 74 w 426"/>
                <a:gd name="T59" fmla="*/ 120 h 128"/>
                <a:gd name="T60" fmla="*/ 101 w 426"/>
                <a:gd name="T61" fmla="*/ 118 h 128"/>
                <a:gd name="T62" fmla="*/ 102 w 426"/>
                <a:gd name="T63" fmla="*/ 118 h 128"/>
                <a:gd name="T64" fmla="*/ 102 w 426"/>
                <a:gd name="T65" fmla="*/ 119 h 128"/>
                <a:gd name="T66" fmla="*/ 368 w 426"/>
                <a:gd name="T67" fmla="*/ 113 h 128"/>
                <a:gd name="T68" fmla="*/ 416 w 426"/>
                <a:gd name="T69" fmla="*/ 83 h 128"/>
                <a:gd name="T70" fmla="*/ 426 w 426"/>
                <a:gd name="T71" fmla="*/ 45 h 128"/>
                <a:gd name="T72" fmla="*/ 374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346" y="0"/>
                  </a:moveTo>
                  <a:cubicBezTo>
                    <a:pt x="314"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cubicBezTo>
                    <a:pt x="84" y="26"/>
                    <a:pt x="86" y="25"/>
                    <a:pt x="92" y="25"/>
                  </a:cubicBezTo>
                  <a:cubicBezTo>
                    <a:pt x="111" y="23"/>
                    <a:pt x="165" y="17"/>
                    <a:pt x="220" y="13"/>
                  </a:cubicBezTo>
                  <a:cubicBezTo>
                    <a:pt x="218" y="7"/>
                    <a:pt x="218" y="7"/>
                    <a:pt x="218" y="7"/>
                  </a:cubicBezTo>
                  <a:cubicBezTo>
                    <a:pt x="206" y="8"/>
                    <a:pt x="195" y="9"/>
                    <a:pt x="184" y="10"/>
                  </a:cubicBezTo>
                  <a:cubicBezTo>
                    <a:pt x="130" y="15"/>
                    <a:pt x="85" y="19"/>
                    <a:pt x="83" y="20"/>
                  </a:cubicBezTo>
                  <a:cubicBezTo>
                    <a:pt x="82" y="20"/>
                    <a:pt x="69" y="20"/>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5" name="Freeform 467">
              <a:extLst>
                <a:ext uri="{FF2B5EF4-FFF2-40B4-BE49-F238E27FC236}">
                  <a16:creationId xmlns:a16="http://schemas.microsoft.com/office/drawing/2014/main" id="{F026035A-B156-45BE-888C-BE5836B773F6}"/>
                </a:ext>
              </a:extLst>
            </p:cNvPr>
            <p:cNvSpPr>
              <a:spLocks/>
            </p:cNvSpPr>
            <p:nvPr userDrawn="1"/>
          </p:nvSpPr>
          <p:spPr bwMode="auto">
            <a:xfrm>
              <a:off x="8236623" y="-115397"/>
              <a:ext cx="8028" cy="10035"/>
            </a:xfrm>
            <a:custGeom>
              <a:avLst/>
              <a:gdLst>
                <a:gd name="T0" fmla="*/ 5 w 6"/>
                <a:gd name="T1" fmla="*/ 0 h 6"/>
                <a:gd name="T2" fmla="*/ 0 w 6"/>
                <a:gd name="T3" fmla="*/ 0 h 6"/>
                <a:gd name="T4" fmla="*/ 2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1" y="0"/>
                    <a:pt x="0" y="0"/>
                  </a:cubicBezTo>
                  <a:cubicBezTo>
                    <a:pt x="2" y="6"/>
                    <a:pt x="2" y="6"/>
                    <a:pt x="2"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6" name="Freeform 468">
              <a:extLst>
                <a:ext uri="{FF2B5EF4-FFF2-40B4-BE49-F238E27FC236}">
                  <a16:creationId xmlns:a16="http://schemas.microsoft.com/office/drawing/2014/main" id="{79A49783-931E-411C-A59D-5C661EC49C64}"/>
                </a:ext>
              </a:extLst>
            </p:cNvPr>
            <p:cNvSpPr>
              <a:spLocks/>
            </p:cNvSpPr>
            <p:nvPr userDrawn="1"/>
          </p:nvSpPr>
          <p:spPr bwMode="auto">
            <a:xfrm>
              <a:off x="649863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7" name="Freeform 469">
              <a:extLst>
                <a:ext uri="{FF2B5EF4-FFF2-40B4-BE49-F238E27FC236}">
                  <a16:creationId xmlns:a16="http://schemas.microsoft.com/office/drawing/2014/main" id="{C65E6032-C5B3-4558-AA7E-30086765F4EC}"/>
                </a:ext>
              </a:extLst>
            </p:cNvPr>
            <p:cNvSpPr>
              <a:spLocks noEditPoints="1"/>
            </p:cNvSpPr>
            <p:nvPr userDrawn="1"/>
          </p:nvSpPr>
          <p:spPr bwMode="auto">
            <a:xfrm>
              <a:off x="7064586" y="-27093"/>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8" name="Freeform 470">
              <a:extLst>
                <a:ext uri="{FF2B5EF4-FFF2-40B4-BE49-F238E27FC236}">
                  <a16:creationId xmlns:a16="http://schemas.microsoft.com/office/drawing/2014/main" id="{6EAD5D1F-BDE8-4A2D-9928-72361FE8E9D8}"/>
                </a:ext>
              </a:extLst>
            </p:cNvPr>
            <p:cNvSpPr>
              <a:spLocks noEditPoints="1"/>
            </p:cNvSpPr>
            <p:nvPr userDrawn="1"/>
          </p:nvSpPr>
          <p:spPr bwMode="auto">
            <a:xfrm>
              <a:off x="705254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10 w 426"/>
                <a:gd name="T77" fmla="*/ 15 h 128"/>
                <a:gd name="T78" fmla="*/ 410 w 426"/>
                <a:gd name="T79" fmla="*/ 14 h 128"/>
                <a:gd name="T80" fmla="*/ 372 w 426"/>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8">
                  <a:moveTo>
                    <a:pt x="211" y="7"/>
                  </a:moveTo>
                  <a:cubicBezTo>
                    <a:pt x="202" y="8"/>
                    <a:pt x="193" y="9"/>
                    <a:pt x="184" y="10"/>
                  </a:cubicBezTo>
                  <a:cubicBezTo>
                    <a:pt x="130" y="15"/>
                    <a:pt x="85" y="19"/>
                    <a:pt x="83" y="19"/>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9" name="Freeform 471">
              <a:extLst>
                <a:ext uri="{FF2B5EF4-FFF2-40B4-BE49-F238E27FC236}">
                  <a16:creationId xmlns:a16="http://schemas.microsoft.com/office/drawing/2014/main" id="{A5260CF0-0148-4BEC-B3B6-5C5FCF07DC3F}"/>
                </a:ext>
              </a:extLst>
            </p:cNvPr>
            <p:cNvSpPr>
              <a:spLocks noEditPoints="1"/>
            </p:cNvSpPr>
            <p:nvPr userDrawn="1"/>
          </p:nvSpPr>
          <p:spPr bwMode="auto">
            <a:xfrm>
              <a:off x="8627970"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8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0" y="266"/>
                    <a:pt x="76" y="258"/>
                    <a:pt x="78" y="243"/>
                  </a:cubicBezTo>
                  <a:cubicBezTo>
                    <a:pt x="78" y="243"/>
                    <a:pt x="78" y="243"/>
                    <a:pt x="78"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0" name="Freeform 472">
              <a:extLst>
                <a:ext uri="{FF2B5EF4-FFF2-40B4-BE49-F238E27FC236}">
                  <a16:creationId xmlns:a16="http://schemas.microsoft.com/office/drawing/2014/main" id="{B7AF2FAE-592F-45EE-8AAA-F95374993DEB}"/>
                </a:ext>
              </a:extLst>
            </p:cNvPr>
            <p:cNvSpPr>
              <a:spLocks noEditPoints="1"/>
            </p:cNvSpPr>
            <p:nvPr userDrawn="1"/>
          </p:nvSpPr>
          <p:spPr bwMode="auto">
            <a:xfrm>
              <a:off x="8684164" y="-31107"/>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3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3"/>
                    <a:pt x="79" y="243"/>
                    <a:pt x="79" y="243"/>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1" name="Freeform 473">
              <a:extLst>
                <a:ext uri="{FF2B5EF4-FFF2-40B4-BE49-F238E27FC236}">
                  <a16:creationId xmlns:a16="http://schemas.microsoft.com/office/drawing/2014/main" id="{0280446B-D654-46B5-99CD-56DEEAC9F6D6}"/>
                </a:ext>
              </a:extLst>
            </p:cNvPr>
            <p:cNvSpPr>
              <a:spLocks noEditPoints="1"/>
            </p:cNvSpPr>
            <p:nvPr userDrawn="1"/>
          </p:nvSpPr>
          <p:spPr bwMode="auto">
            <a:xfrm>
              <a:off x="7955655" y="1303490"/>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5 h 127"/>
                <a:gd name="T12" fmla="*/ 419 w 425"/>
                <a:gd name="T13" fmla="*/ 46 h 127"/>
                <a:gd name="T14" fmla="*/ 384 w 425"/>
                <a:gd name="T15" fmla="*/ 102 h 127"/>
                <a:gd name="T16" fmla="*/ 369 w 425"/>
                <a:gd name="T17" fmla="*/ 106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1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2 w 425"/>
                <a:gd name="T75"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4"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2" name="Freeform 474">
              <a:extLst>
                <a:ext uri="{FF2B5EF4-FFF2-40B4-BE49-F238E27FC236}">
                  <a16:creationId xmlns:a16="http://schemas.microsoft.com/office/drawing/2014/main" id="{D6359F9D-41D8-4979-A901-AE9F1E3A2939}"/>
                </a:ext>
              </a:extLst>
            </p:cNvPr>
            <p:cNvSpPr>
              <a:spLocks/>
            </p:cNvSpPr>
            <p:nvPr userDrawn="1"/>
          </p:nvSpPr>
          <p:spPr bwMode="auto">
            <a:xfrm>
              <a:off x="8563749" y="1439960"/>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3" name="Freeform 475">
              <a:extLst>
                <a:ext uri="{FF2B5EF4-FFF2-40B4-BE49-F238E27FC236}">
                  <a16:creationId xmlns:a16="http://schemas.microsoft.com/office/drawing/2014/main" id="{3637A3E0-E99F-4319-9E9E-12461D0DFD79}"/>
                </a:ext>
              </a:extLst>
            </p:cNvPr>
            <p:cNvSpPr>
              <a:spLocks noEditPoints="1"/>
            </p:cNvSpPr>
            <p:nvPr userDrawn="1"/>
          </p:nvSpPr>
          <p:spPr bwMode="auto">
            <a:xfrm>
              <a:off x="8501536" y="35121"/>
              <a:ext cx="148512"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6 w 99"/>
                <a:gd name="T17" fmla="*/ 31 h 313"/>
                <a:gd name="T18" fmla="*/ 79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5 w 99"/>
                <a:gd name="T71" fmla="*/ 278 h 313"/>
                <a:gd name="T72" fmla="*/ 92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4" name="Freeform 476">
              <a:extLst>
                <a:ext uri="{FF2B5EF4-FFF2-40B4-BE49-F238E27FC236}">
                  <a16:creationId xmlns:a16="http://schemas.microsoft.com/office/drawing/2014/main" id="{224CE522-E8A6-4076-8ED4-7784F7245704}"/>
                </a:ext>
              </a:extLst>
            </p:cNvPr>
            <p:cNvSpPr>
              <a:spLocks noEditPoints="1"/>
            </p:cNvSpPr>
            <p:nvPr userDrawn="1"/>
          </p:nvSpPr>
          <p:spPr bwMode="auto">
            <a:xfrm>
              <a:off x="6281890"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7 w 116"/>
                <a:gd name="T17" fmla="*/ 46 h 365"/>
                <a:gd name="T18" fmla="*/ 23 w 116"/>
                <a:gd name="T19" fmla="*/ 12 h 365"/>
                <a:gd name="T20" fmla="*/ 40 w 116"/>
                <a:gd name="T21" fmla="*/ 6 h 365"/>
                <a:gd name="T22" fmla="*/ 40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4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1 w 116"/>
                <a:gd name="T57" fmla="*/ 46 h 365"/>
                <a:gd name="T58" fmla="*/ 0 w 116"/>
                <a:gd name="T59" fmla="*/ 66 h 365"/>
                <a:gd name="T60" fmla="*/ 19 w 116"/>
                <a:gd name="T61" fmla="*/ 292 h 365"/>
                <a:gd name="T62" fmla="*/ 39 w 116"/>
                <a:gd name="T63" fmla="*/ 329 h 365"/>
                <a:gd name="T64" fmla="*/ 65 w 116"/>
                <a:gd name="T65" fmla="*/ 337 h 365"/>
                <a:gd name="T66" fmla="*/ 68 w 116"/>
                <a:gd name="T67" fmla="*/ 336 h 365"/>
                <a:gd name="T68" fmla="*/ 84 w 116"/>
                <a:gd name="T69" fmla="*/ 331 h 365"/>
                <a:gd name="T70" fmla="*/ 99 w 116"/>
                <a:gd name="T71" fmla="*/ 313 h 365"/>
                <a:gd name="T72" fmla="*/ 115 w 116"/>
                <a:gd name="T73" fmla="*/ 355 h 365"/>
                <a:gd name="T74" fmla="*/ 112 w 116"/>
                <a:gd name="T75" fmla="*/ 328 h 365"/>
                <a:gd name="T76" fmla="*/ 107 w 116"/>
                <a:gd name="T77" fmla="*/ 284 h 365"/>
                <a:gd name="T78" fmla="*/ 107 w 116"/>
                <a:gd name="T79" fmla="*/ 275 h 365"/>
                <a:gd name="T80" fmla="*/ 107 w 116"/>
                <a:gd name="T81" fmla="*/ 275 h 365"/>
                <a:gd name="T82" fmla="*/ 100 w 116"/>
                <a:gd name="T83" fmla="*/ 49 h 365"/>
                <a:gd name="T84" fmla="*/ 73 w 116"/>
                <a:gd name="T85" fmla="*/ 8 h 365"/>
                <a:gd name="T86" fmla="*/ 40 w 116"/>
                <a:gd name="T87"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6"/>
                    <a:pt x="7" y="46"/>
                  </a:cubicBezTo>
                  <a:cubicBezTo>
                    <a:pt x="7" y="46"/>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5"/>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5" name="Freeform 477">
              <a:extLst>
                <a:ext uri="{FF2B5EF4-FFF2-40B4-BE49-F238E27FC236}">
                  <a16:creationId xmlns:a16="http://schemas.microsoft.com/office/drawing/2014/main" id="{184DEE76-0364-423B-B6ED-71485D95044B}"/>
                </a:ext>
              </a:extLst>
            </p:cNvPr>
            <p:cNvSpPr>
              <a:spLocks/>
            </p:cNvSpPr>
            <p:nvPr userDrawn="1"/>
          </p:nvSpPr>
          <p:spPr bwMode="auto">
            <a:xfrm>
              <a:off x="6450471"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6" name="Freeform 478">
              <a:extLst>
                <a:ext uri="{FF2B5EF4-FFF2-40B4-BE49-F238E27FC236}">
                  <a16:creationId xmlns:a16="http://schemas.microsoft.com/office/drawing/2014/main" id="{E0240001-030F-4259-8158-76C6FEFE088A}"/>
                </a:ext>
              </a:extLst>
            </p:cNvPr>
            <p:cNvSpPr>
              <a:spLocks noEditPoints="1"/>
            </p:cNvSpPr>
            <p:nvPr userDrawn="1"/>
          </p:nvSpPr>
          <p:spPr bwMode="auto">
            <a:xfrm>
              <a:off x="7977731"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5 w 126"/>
                <a:gd name="T87" fmla="*/ 76 h 98"/>
                <a:gd name="T88" fmla="*/ 90 w 126"/>
                <a:gd name="T89" fmla="*/ 98 h 98"/>
                <a:gd name="T90" fmla="*/ 69 w 126"/>
                <a:gd name="T91" fmla="*/ 76 h 98"/>
                <a:gd name="T92" fmla="*/ 97 w 126"/>
                <a:gd name="T93" fmla="*/ 75 h 98"/>
                <a:gd name="T94" fmla="*/ 97 w 126"/>
                <a:gd name="T95" fmla="*/ 75 h 98"/>
                <a:gd name="T96" fmla="*/ 111 w 126"/>
                <a:gd name="T97" fmla="*/ 71 h 98"/>
                <a:gd name="T98" fmla="*/ 121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7" name="Freeform 479">
              <a:extLst>
                <a:ext uri="{FF2B5EF4-FFF2-40B4-BE49-F238E27FC236}">
                  <a16:creationId xmlns:a16="http://schemas.microsoft.com/office/drawing/2014/main" id="{A5F2E563-41F4-417A-AA84-7DE1DC7FD3C0}"/>
                </a:ext>
              </a:extLst>
            </p:cNvPr>
            <p:cNvSpPr>
              <a:spLocks noEditPoints="1"/>
            </p:cNvSpPr>
            <p:nvPr userDrawn="1"/>
          </p:nvSpPr>
          <p:spPr bwMode="auto">
            <a:xfrm>
              <a:off x="6251786" y="-275950"/>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8" name="Freeform 480">
              <a:extLst>
                <a:ext uri="{FF2B5EF4-FFF2-40B4-BE49-F238E27FC236}">
                  <a16:creationId xmlns:a16="http://schemas.microsoft.com/office/drawing/2014/main" id="{5E3C9DB4-EE19-4655-AC3E-4EADFEB5FB7F}"/>
                </a:ext>
              </a:extLst>
            </p:cNvPr>
            <p:cNvSpPr>
              <a:spLocks noEditPoints="1"/>
            </p:cNvSpPr>
            <p:nvPr userDrawn="1"/>
          </p:nvSpPr>
          <p:spPr bwMode="auto">
            <a:xfrm>
              <a:off x="8322920" y="892073"/>
              <a:ext cx="240830" cy="180622"/>
            </a:xfrm>
            <a:custGeom>
              <a:avLst/>
              <a:gdLst>
                <a:gd name="T0" fmla="*/ 6 w 160"/>
                <a:gd name="T1" fmla="*/ 45 h 121"/>
                <a:gd name="T2" fmla="*/ 6 w 160"/>
                <a:gd name="T3" fmla="*/ 45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3 h 121"/>
                <a:gd name="T42" fmla="*/ 6 w 160"/>
                <a:gd name="T43" fmla="*/ 45 h 121"/>
                <a:gd name="T44" fmla="*/ 12 w 160"/>
                <a:gd name="T45" fmla="*/ 38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5"/>
                  </a:moveTo>
                  <a:cubicBezTo>
                    <a:pt x="6" y="45"/>
                    <a:pt x="6" y="45"/>
                    <a:pt x="6" y="45"/>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9" name="Freeform 481">
              <a:extLst>
                <a:ext uri="{FF2B5EF4-FFF2-40B4-BE49-F238E27FC236}">
                  <a16:creationId xmlns:a16="http://schemas.microsoft.com/office/drawing/2014/main" id="{8B07A898-8749-4D6C-957A-65482770E85E}"/>
                </a:ext>
              </a:extLst>
            </p:cNvPr>
            <p:cNvSpPr>
              <a:spLocks noEditPoints="1"/>
            </p:cNvSpPr>
            <p:nvPr userDrawn="1"/>
          </p:nvSpPr>
          <p:spPr bwMode="auto">
            <a:xfrm>
              <a:off x="7963683" y="233806"/>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0" name="Freeform 482">
              <a:extLst>
                <a:ext uri="{FF2B5EF4-FFF2-40B4-BE49-F238E27FC236}">
                  <a16:creationId xmlns:a16="http://schemas.microsoft.com/office/drawing/2014/main" id="{E0AB4538-B9E7-4EC8-A3A5-D4737BE10630}"/>
                </a:ext>
              </a:extLst>
            </p:cNvPr>
            <p:cNvSpPr>
              <a:spLocks noEditPoints="1"/>
            </p:cNvSpPr>
            <p:nvPr userDrawn="1"/>
          </p:nvSpPr>
          <p:spPr bwMode="auto">
            <a:xfrm>
              <a:off x="8772468" y="1405843"/>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1" name="Freeform 483">
              <a:extLst>
                <a:ext uri="{FF2B5EF4-FFF2-40B4-BE49-F238E27FC236}">
                  <a16:creationId xmlns:a16="http://schemas.microsoft.com/office/drawing/2014/main" id="{E9126462-D268-42C0-B4D5-793607EF99B6}"/>
                </a:ext>
              </a:extLst>
            </p:cNvPr>
            <p:cNvSpPr>
              <a:spLocks/>
            </p:cNvSpPr>
            <p:nvPr userDrawn="1"/>
          </p:nvSpPr>
          <p:spPr bwMode="auto">
            <a:xfrm>
              <a:off x="8979181" y="1570410"/>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2" name="Freeform 484">
              <a:extLst>
                <a:ext uri="{FF2B5EF4-FFF2-40B4-BE49-F238E27FC236}">
                  <a16:creationId xmlns:a16="http://schemas.microsoft.com/office/drawing/2014/main" id="{8646BDD6-5C4F-4044-8724-F16200F66169}"/>
                </a:ext>
              </a:extLst>
            </p:cNvPr>
            <p:cNvSpPr>
              <a:spLocks noEditPoints="1"/>
            </p:cNvSpPr>
            <p:nvPr userDrawn="1"/>
          </p:nvSpPr>
          <p:spPr bwMode="auto">
            <a:xfrm>
              <a:off x="7949634" y="1010480"/>
              <a:ext cx="313078" cy="282975"/>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3" name="Freeform 485">
              <a:extLst>
                <a:ext uri="{FF2B5EF4-FFF2-40B4-BE49-F238E27FC236}">
                  <a16:creationId xmlns:a16="http://schemas.microsoft.com/office/drawing/2014/main" id="{6E3957E6-99A3-4585-80F7-92F630AA6363}"/>
                </a:ext>
              </a:extLst>
            </p:cNvPr>
            <p:cNvSpPr>
              <a:spLocks noEditPoints="1"/>
            </p:cNvSpPr>
            <p:nvPr userDrawn="1"/>
          </p:nvSpPr>
          <p:spPr bwMode="auto">
            <a:xfrm>
              <a:off x="8302851"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3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0 w 209"/>
                <a:gd name="T43" fmla="*/ 153 h 188"/>
                <a:gd name="T44" fmla="*/ 13 w 209"/>
                <a:gd name="T45" fmla="*/ 116 h 188"/>
                <a:gd name="T46" fmla="*/ 13 w 209"/>
                <a:gd name="T47" fmla="*/ 116 h 188"/>
                <a:gd name="T48" fmla="*/ 13 w 209"/>
                <a:gd name="T49" fmla="*/ 115 h 188"/>
                <a:gd name="T50" fmla="*/ 9 w 209"/>
                <a:gd name="T51" fmla="*/ 111 h 188"/>
                <a:gd name="T52" fmla="*/ 6 w 209"/>
                <a:gd name="T53" fmla="*/ 97 h 188"/>
                <a:gd name="T54" fmla="*/ 13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2 w 209"/>
                <a:gd name="T71" fmla="*/ 3 h 188"/>
                <a:gd name="T72" fmla="*/ 82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4 w 209"/>
                <a:gd name="T85" fmla="*/ 153 h 188"/>
                <a:gd name="T86" fmla="*/ 14 w 209"/>
                <a:gd name="T87" fmla="*/ 168 h 188"/>
                <a:gd name="T88" fmla="*/ 13 w 209"/>
                <a:gd name="T89" fmla="*/ 172 h 188"/>
                <a:gd name="T90" fmla="*/ 13 w 209"/>
                <a:gd name="T91" fmla="*/ 174 h 188"/>
                <a:gd name="T92" fmla="*/ 13 w 209"/>
                <a:gd name="T93" fmla="*/ 174 h 188"/>
                <a:gd name="T94" fmla="*/ 10 w 209"/>
                <a:gd name="T95" fmla="*/ 188 h 188"/>
                <a:gd name="T96" fmla="*/ 18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6 w 209"/>
                <a:gd name="T111" fmla="*/ 162 h 188"/>
                <a:gd name="T112" fmla="*/ 199 w 209"/>
                <a:gd name="T113" fmla="*/ 119 h 188"/>
                <a:gd name="T114" fmla="*/ 209 w 209"/>
                <a:gd name="T115" fmla="*/ 79 h 188"/>
                <a:gd name="T116" fmla="*/ 203 w 209"/>
                <a:gd name="T117" fmla="*/ 48 h 188"/>
                <a:gd name="T118" fmla="*/ 203 w 209"/>
                <a:gd name="T119" fmla="*/ 48 h 188"/>
                <a:gd name="T120" fmla="*/ 202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19"/>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4" name="Freeform 486">
              <a:extLst>
                <a:ext uri="{FF2B5EF4-FFF2-40B4-BE49-F238E27FC236}">
                  <a16:creationId xmlns:a16="http://schemas.microsoft.com/office/drawing/2014/main" id="{9131B677-0184-4004-8C77-90F929441AA7}"/>
                </a:ext>
              </a:extLst>
            </p:cNvPr>
            <p:cNvSpPr>
              <a:spLocks noEditPoints="1"/>
            </p:cNvSpPr>
            <p:nvPr userDrawn="1"/>
          </p:nvSpPr>
          <p:spPr bwMode="auto">
            <a:xfrm>
              <a:off x="6789638"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5" name="Freeform 487">
              <a:extLst>
                <a:ext uri="{FF2B5EF4-FFF2-40B4-BE49-F238E27FC236}">
                  <a16:creationId xmlns:a16="http://schemas.microsoft.com/office/drawing/2014/main" id="{3D962C6D-7077-480F-99A9-20C0ABBFE52E}"/>
                </a:ext>
              </a:extLst>
            </p:cNvPr>
            <p:cNvSpPr>
              <a:spLocks/>
            </p:cNvSpPr>
            <p:nvPr userDrawn="1"/>
          </p:nvSpPr>
          <p:spPr bwMode="auto">
            <a:xfrm>
              <a:off x="6920088"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6" name="Freeform 488">
              <a:extLst>
                <a:ext uri="{FF2B5EF4-FFF2-40B4-BE49-F238E27FC236}">
                  <a16:creationId xmlns:a16="http://schemas.microsoft.com/office/drawing/2014/main" id="{14DDDAA7-6488-451B-B269-3F6BABDE2E9F}"/>
                </a:ext>
              </a:extLst>
            </p:cNvPr>
            <p:cNvSpPr>
              <a:spLocks/>
            </p:cNvSpPr>
            <p:nvPr userDrawn="1"/>
          </p:nvSpPr>
          <p:spPr bwMode="auto">
            <a:xfrm>
              <a:off x="7648597" y="308061"/>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7" name="Freeform 489">
              <a:extLst>
                <a:ext uri="{FF2B5EF4-FFF2-40B4-BE49-F238E27FC236}">
                  <a16:creationId xmlns:a16="http://schemas.microsoft.com/office/drawing/2014/main" id="{0A20A181-B8BE-4AAE-A7D6-3F114B5453B7}"/>
                </a:ext>
              </a:extLst>
            </p:cNvPr>
            <p:cNvSpPr>
              <a:spLocks/>
            </p:cNvSpPr>
            <p:nvPr userDrawn="1"/>
          </p:nvSpPr>
          <p:spPr bwMode="auto">
            <a:xfrm>
              <a:off x="7825205" y="556918"/>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8" name="Freeform 490">
              <a:extLst>
                <a:ext uri="{FF2B5EF4-FFF2-40B4-BE49-F238E27FC236}">
                  <a16:creationId xmlns:a16="http://schemas.microsoft.com/office/drawing/2014/main" id="{716D0A48-D2E1-478C-82BF-8A3F10E5DDF3}"/>
                </a:ext>
              </a:extLst>
            </p:cNvPr>
            <p:cNvSpPr>
              <a:spLocks/>
            </p:cNvSpPr>
            <p:nvPr userDrawn="1"/>
          </p:nvSpPr>
          <p:spPr bwMode="auto">
            <a:xfrm>
              <a:off x="7666660"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9" name="Freeform 491">
              <a:extLst>
                <a:ext uri="{FF2B5EF4-FFF2-40B4-BE49-F238E27FC236}">
                  <a16:creationId xmlns:a16="http://schemas.microsoft.com/office/drawing/2014/main" id="{CB3D5253-AD47-489A-8143-1FDBF029C796}"/>
                </a:ext>
              </a:extLst>
            </p:cNvPr>
            <p:cNvSpPr>
              <a:spLocks/>
            </p:cNvSpPr>
            <p:nvPr userDrawn="1"/>
          </p:nvSpPr>
          <p:spPr bwMode="auto">
            <a:xfrm>
              <a:off x="7668666"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0" name="Freeform 492">
              <a:extLst>
                <a:ext uri="{FF2B5EF4-FFF2-40B4-BE49-F238E27FC236}">
                  <a16:creationId xmlns:a16="http://schemas.microsoft.com/office/drawing/2014/main" id="{49354FDD-E917-4036-86AB-B3C2E99F08B5}"/>
                </a:ext>
              </a:extLst>
            </p:cNvPr>
            <p:cNvSpPr>
              <a:spLocks noEditPoints="1"/>
            </p:cNvSpPr>
            <p:nvPr userDrawn="1"/>
          </p:nvSpPr>
          <p:spPr bwMode="auto">
            <a:xfrm>
              <a:off x="8804579" y="109377"/>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1 w 305"/>
                <a:gd name="T25" fmla="*/ 162 h 269"/>
                <a:gd name="T26" fmla="*/ 17 w 305"/>
                <a:gd name="T27" fmla="*/ 101 h 269"/>
                <a:gd name="T28" fmla="*/ 18 w 305"/>
                <a:gd name="T29" fmla="*/ 100 h 269"/>
                <a:gd name="T30" fmla="*/ 38 w 305"/>
                <a:gd name="T31" fmla="*/ 62 h 269"/>
                <a:gd name="T32" fmla="*/ 157 w 305"/>
                <a:gd name="T33" fmla="*/ 0 h 269"/>
                <a:gd name="T34" fmla="*/ 121 w 305"/>
                <a:gd name="T35" fmla="*/ 3 h 269"/>
                <a:gd name="T36" fmla="*/ 32 w 305"/>
                <a:gd name="T37" fmla="*/ 60 h 269"/>
                <a:gd name="T38" fmla="*/ 1 w 305"/>
                <a:gd name="T39" fmla="*/ 126 h 269"/>
                <a:gd name="T40" fmla="*/ 6 w 305"/>
                <a:gd name="T41" fmla="*/ 166 h 269"/>
                <a:gd name="T42" fmla="*/ 22 w 305"/>
                <a:gd name="T43" fmla="*/ 224 h 269"/>
                <a:gd name="T44" fmla="*/ 20 w 305"/>
                <a:gd name="T45" fmla="*/ 252 h 269"/>
                <a:gd name="T46" fmla="*/ 19 w 305"/>
                <a:gd name="T47" fmla="*/ 255 h 269"/>
                <a:gd name="T48" fmla="*/ 25 w 305"/>
                <a:gd name="T49" fmla="*/ 257 h 269"/>
                <a:gd name="T50" fmla="*/ 73 w 305"/>
                <a:gd name="T51" fmla="*/ 217 h 269"/>
                <a:gd name="T52" fmla="*/ 162 w 305"/>
                <a:gd name="T53" fmla="*/ 250 h 269"/>
                <a:gd name="T54" fmla="*/ 229 w 305"/>
                <a:gd name="T55" fmla="*/ 236 h 269"/>
                <a:gd name="T56" fmla="*/ 291 w 305"/>
                <a:gd name="T57" fmla="*/ 173 h 269"/>
                <a:gd name="T58" fmla="*/ 296 w 305"/>
                <a:gd name="T59" fmla="*/ 69 h 269"/>
                <a:gd name="T60" fmla="*/ 296 w 305"/>
                <a:gd name="T61" fmla="*/ 69 h 269"/>
                <a:gd name="T62" fmla="*/ 187 w 305"/>
                <a:gd name="T63" fmla="*/ 2 h 269"/>
                <a:gd name="T64" fmla="*/ 186 w 305"/>
                <a:gd name="T65" fmla="*/ 2 h 269"/>
                <a:gd name="T66" fmla="*/ 162 w 305"/>
                <a:gd name="T67" fmla="*/ 0 h 269"/>
                <a:gd name="T68" fmla="*/ 157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1" name="Freeform 493">
              <a:extLst>
                <a:ext uri="{FF2B5EF4-FFF2-40B4-BE49-F238E27FC236}">
                  <a16:creationId xmlns:a16="http://schemas.microsoft.com/office/drawing/2014/main" id="{801E179B-6B81-4F3C-800E-DD37C1F2BA7D}"/>
                </a:ext>
              </a:extLst>
            </p:cNvPr>
            <p:cNvSpPr>
              <a:spLocks noEditPoints="1"/>
            </p:cNvSpPr>
            <p:nvPr userDrawn="1"/>
          </p:nvSpPr>
          <p:spPr bwMode="auto">
            <a:xfrm>
              <a:off x="9047416" y="109377"/>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2" name="Freeform 494">
              <a:extLst>
                <a:ext uri="{FF2B5EF4-FFF2-40B4-BE49-F238E27FC236}">
                  <a16:creationId xmlns:a16="http://schemas.microsoft.com/office/drawing/2014/main" id="{0E391D42-F451-401F-88A3-CD6166698C3A}"/>
                </a:ext>
              </a:extLst>
            </p:cNvPr>
            <p:cNvSpPr>
              <a:spLocks/>
            </p:cNvSpPr>
            <p:nvPr userDrawn="1"/>
          </p:nvSpPr>
          <p:spPr bwMode="auto">
            <a:xfrm>
              <a:off x="8804579"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3" name="Freeform 495">
              <a:extLst>
                <a:ext uri="{FF2B5EF4-FFF2-40B4-BE49-F238E27FC236}">
                  <a16:creationId xmlns:a16="http://schemas.microsoft.com/office/drawing/2014/main" id="{2C07751F-B658-4CA0-9458-17C9AFD83A0C}"/>
                </a:ext>
              </a:extLst>
            </p:cNvPr>
            <p:cNvSpPr>
              <a:spLocks noEditPoints="1"/>
            </p:cNvSpPr>
            <p:nvPr userDrawn="1"/>
          </p:nvSpPr>
          <p:spPr bwMode="auto">
            <a:xfrm>
              <a:off x="6637113" y="1171034"/>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4 w 233"/>
                <a:gd name="T31" fmla="*/ 77 h 208"/>
                <a:gd name="T32" fmla="*/ 93 w 233"/>
                <a:gd name="T33" fmla="*/ 8 h 208"/>
                <a:gd name="T34" fmla="*/ 92 w 233"/>
                <a:gd name="T35" fmla="*/ 2 h 208"/>
                <a:gd name="T36" fmla="*/ 92 w 233"/>
                <a:gd name="T37" fmla="*/ 2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4" name="Freeform 496">
              <a:extLst>
                <a:ext uri="{FF2B5EF4-FFF2-40B4-BE49-F238E27FC236}">
                  <a16:creationId xmlns:a16="http://schemas.microsoft.com/office/drawing/2014/main" id="{0266EA53-E31E-4835-9546-6D127B95911D}"/>
                </a:ext>
              </a:extLst>
            </p:cNvPr>
            <p:cNvSpPr>
              <a:spLocks noEditPoints="1"/>
            </p:cNvSpPr>
            <p:nvPr userDrawn="1"/>
          </p:nvSpPr>
          <p:spPr bwMode="auto">
            <a:xfrm>
              <a:off x="8208526" y="338165"/>
              <a:ext cx="254879" cy="176608"/>
            </a:xfrm>
            <a:custGeom>
              <a:avLst/>
              <a:gdLst>
                <a:gd name="T0" fmla="*/ 63 w 169"/>
                <a:gd name="T1" fmla="*/ 111 h 117"/>
                <a:gd name="T2" fmla="*/ 63 w 169"/>
                <a:gd name="T3" fmla="*/ 111 h 117"/>
                <a:gd name="T4" fmla="*/ 63 w 169"/>
                <a:gd name="T5" fmla="*/ 111 h 117"/>
                <a:gd name="T6" fmla="*/ 63 w 169"/>
                <a:gd name="T7" fmla="*/ 111 h 117"/>
                <a:gd name="T8" fmla="*/ 10 w 169"/>
                <a:gd name="T9" fmla="*/ 49 h 117"/>
                <a:gd name="T10" fmla="*/ 11 w 169"/>
                <a:gd name="T11" fmla="*/ 47 h 117"/>
                <a:gd name="T12" fmla="*/ 10 w 169"/>
                <a:gd name="T13" fmla="*/ 49 h 117"/>
                <a:gd name="T14" fmla="*/ 73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3 w 169"/>
                <a:gd name="T35" fmla="*/ 106 h 117"/>
                <a:gd name="T36" fmla="*/ 46 w 169"/>
                <a:gd name="T37" fmla="*/ 99 h 117"/>
                <a:gd name="T38" fmla="*/ 43 w 169"/>
                <a:gd name="T39" fmla="*/ 85 h 117"/>
                <a:gd name="T40" fmla="*/ 43 w 169"/>
                <a:gd name="T41" fmla="*/ 84 h 117"/>
                <a:gd name="T42" fmla="*/ 21 w 169"/>
                <a:gd name="T43" fmla="*/ 55 h 117"/>
                <a:gd name="T44" fmla="*/ 43 w 169"/>
                <a:gd name="T45" fmla="*/ 67 h 117"/>
                <a:gd name="T46" fmla="*/ 43 w 169"/>
                <a:gd name="T47" fmla="*/ 32 h 117"/>
                <a:gd name="T48" fmla="*/ 48 w 169"/>
                <a:gd name="T49" fmla="*/ 19 h 117"/>
                <a:gd name="T50" fmla="*/ 57 w 169"/>
                <a:gd name="T51" fmla="*/ 10 h 117"/>
                <a:gd name="T52" fmla="*/ 73 w 169"/>
                <a:gd name="T53" fmla="*/ 6 h 117"/>
                <a:gd name="T54" fmla="*/ 73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5" name="Freeform 497">
              <a:extLst>
                <a:ext uri="{FF2B5EF4-FFF2-40B4-BE49-F238E27FC236}">
                  <a16:creationId xmlns:a16="http://schemas.microsoft.com/office/drawing/2014/main" id="{8C322F1F-849D-4BC8-9108-A93FF8A0A2C3}"/>
                </a:ext>
              </a:extLst>
            </p:cNvPr>
            <p:cNvSpPr>
              <a:spLocks noEditPoints="1"/>
            </p:cNvSpPr>
            <p:nvPr userDrawn="1"/>
          </p:nvSpPr>
          <p:spPr bwMode="auto">
            <a:xfrm>
              <a:off x="6972268" y="1395808"/>
              <a:ext cx="156539" cy="106367"/>
            </a:xfrm>
            <a:custGeom>
              <a:avLst/>
              <a:gdLst>
                <a:gd name="T0" fmla="*/ 9 w 104"/>
                <a:gd name="T1" fmla="*/ 31 h 70"/>
                <a:gd name="T2" fmla="*/ 11 w 104"/>
                <a:gd name="T3" fmla="*/ 28 h 70"/>
                <a:gd name="T4" fmla="*/ 9 w 104"/>
                <a:gd name="T5" fmla="*/ 31 h 70"/>
                <a:gd name="T6" fmla="*/ 30 w 104"/>
                <a:gd name="T7" fmla="*/ 19 h 70"/>
                <a:gd name="T8" fmla="*/ 30 w 104"/>
                <a:gd name="T9" fmla="*/ 19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0 h 70"/>
                <a:gd name="T54" fmla="*/ 47 w 104"/>
                <a:gd name="T55" fmla="*/ 0 h 70"/>
                <a:gd name="T56" fmla="*/ 47 w 104"/>
                <a:gd name="T57" fmla="*/ 0 h 70"/>
                <a:gd name="T58" fmla="*/ 35 w 104"/>
                <a:gd name="T59" fmla="*/ 3 h 70"/>
                <a:gd name="T60" fmla="*/ 26 w 104"/>
                <a:gd name="T61" fmla="*/ 13 h 70"/>
                <a:gd name="T62" fmla="*/ 25 w 104"/>
                <a:gd name="T63" fmla="*/ 19 h 70"/>
                <a:gd name="T64" fmla="*/ 25 w 104"/>
                <a:gd name="T65" fmla="*/ 19 h 70"/>
                <a:gd name="T66" fmla="*/ 25 w 104"/>
                <a:gd name="T67" fmla="*/ 32 h 70"/>
                <a:gd name="T68" fmla="*/ 0 w 104"/>
                <a:gd name="T69" fmla="*/ 19 h 70"/>
                <a:gd name="T70" fmla="*/ 8 w 104"/>
                <a:gd name="T71" fmla="*/ 30 h 70"/>
                <a:gd name="T72" fmla="*/ 11 w 104"/>
                <a:gd name="T73" fmla="*/ 28 h 70"/>
                <a:gd name="T74" fmla="*/ 8 w 104"/>
                <a:gd name="T75" fmla="*/ 30 h 70"/>
                <a:gd name="T76" fmla="*/ 25 w 104"/>
                <a:gd name="T77" fmla="*/ 51 h 70"/>
                <a:gd name="T78" fmla="*/ 27 w 104"/>
                <a:gd name="T79" fmla="*/ 61 h 70"/>
                <a:gd name="T80" fmla="*/ 35 w 104"/>
                <a:gd name="T81" fmla="*/ 69 h 70"/>
                <a:gd name="T82" fmla="*/ 41 w 104"/>
                <a:gd name="T83" fmla="*/ 70 h 70"/>
                <a:gd name="T84" fmla="*/ 41 w 104"/>
                <a:gd name="T85" fmla="*/ 70 h 70"/>
                <a:gd name="T86" fmla="*/ 82 w 104"/>
                <a:gd name="T87" fmla="*/ 70 h 70"/>
                <a:gd name="T88" fmla="*/ 82 w 104"/>
                <a:gd name="T89" fmla="*/ 70 h 70"/>
                <a:gd name="T90" fmla="*/ 100 w 104"/>
                <a:gd name="T91" fmla="*/ 64 h 70"/>
                <a:gd name="T92" fmla="*/ 104 w 104"/>
                <a:gd name="T93" fmla="*/ 55 h 70"/>
                <a:gd name="T94" fmla="*/ 104 w 104"/>
                <a:gd name="T95" fmla="*/ 53 h 70"/>
                <a:gd name="T96" fmla="*/ 104 w 104"/>
                <a:gd name="T97" fmla="*/ 20 h 70"/>
                <a:gd name="T98" fmla="*/ 104 w 104"/>
                <a:gd name="T99" fmla="*/ 19 h 70"/>
                <a:gd name="T100" fmla="*/ 93 w 104"/>
                <a:gd name="T101" fmla="*/ 3 h 70"/>
                <a:gd name="T102" fmla="*/ 84 w 104"/>
                <a:gd name="T103" fmla="*/ 0 h 70"/>
                <a:gd name="T104" fmla="*/ 84 w 104"/>
                <a:gd name="T10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70">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6" name="Freeform 498">
              <a:extLst>
                <a:ext uri="{FF2B5EF4-FFF2-40B4-BE49-F238E27FC236}">
                  <a16:creationId xmlns:a16="http://schemas.microsoft.com/office/drawing/2014/main" id="{B944FE80-FD53-47E2-A355-04C06A24920B}"/>
                </a:ext>
              </a:extLst>
            </p:cNvPr>
            <p:cNvSpPr>
              <a:spLocks noEditPoints="1"/>
            </p:cNvSpPr>
            <p:nvPr userDrawn="1"/>
          </p:nvSpPr>
          <p:spPr bwMode="auto">
            <a:xfrm>
              <a:off x="6416352" y="1526258"/>
              <a:ext cx="214740" cy="148512"/>
            </a:xfrm>
            <a:custGeom>
              <a:avLst/>
              <a:gdLst>
                <a:gd name="T0" fmla="*/ 62 w 142"/>
                <a:gd name="T1" fmla="*/ 0 h 98"/>
                <a:gd name="T2" fmla="*/ 62 w 142"/>
                <a:gd name="T3" fmla="*/ 0 h 98"/>
                <a:gd name="T4" fmla="*/ 10 w 142"/>
                <a:gd name="T5" fmla="*/ 39 h 98"/>
                <a:gd name="T6" fmla="*/ 37 w 142"/>
                <a:gd name="T7" fmla="*/ 27 h 98"/>
                <a:gd name="T8" fmla="*/ 37 w 142"/>
                <a:gd name="T9" fmla="*/ 27 h 98"/>
                <a:gd name="T10" fmla="*/ 37 w 142"/>
                <a:gd name="T11" fmla="*/ 27 h 98"/>
                <a:gd name="T12" fmla="*/ 36 w 142"/>
                <a:gd name="T13" fmla="*/ 27 h 98"/>
                <a:gd name="T14" fmla="*/ 62 w 142"/>
                <a:gd name="T15" fmla="*/ 6 h 98"/>
                <a:gd name="T16" fmla="*/ 124 w 142"/>
                <a:gd name="T17" fmla="*/ 10 h 98"/>
                <a:gd name="T18" fmla="*/ 136 w 142"/>
                <a:gd name="T19" fmla="*/ 76 h 98"/>
                <a:gd name="T20" fmla="*/ 136 w 142"/>
                <a:gd name="T21" fmla="*/ 76 h 98"/>
                <a:gd name="T22" fmla="*/ 136 w 142"/>
                <a:gd name="T23" fmla="*/ 76 h 98"/>
                <a:gd name="T24" fmla="*/ 133 w 142"/>
                <a:gd name="T25" fmla="*/ 85 h 98"/>
                <a:gd name="T26" fmla="*/ 53 w 142"/>
                <a:gd name="T27" fmla="*/ 92 h 98"/>
                <a:gd name="T28" fmla="*/ 40 w 142"/>
                <a:gd name="T29" fmla="*/ 82 h 98"/>
                <a:gd name="T30" fmla="*/ 37 w 142"/>
                <a:gd name="T31" fmla="*/ 70 h 98"/>
                <a:gd name="T32" fmla="*/ 37 w 142"/>
                <a:gd name="T33" fmla="*/ 57 h 98"/>
                <a:gd name="T34" fmla="*/ 41 w 142"/>
                <a:gd name="T35" fmla="*/ 17 h 98"/>
                <a:gd name="T36" fmla="*/ 62 w 142"/>
                <a:gd name="T37" fmla="*/ 6 h 98"/>
                <a:gd name="T38" fmla="*/ 115 w 142"/>
                <a:gd name="T39" fmla="*/ 0 h 98"/>
                <a:gd name="T40" fmla="*/ 45 w 142"/>
                <a:gd name="T41" fmla="*/ 5 h 98"/>
                <a:gd name="T42" fmla="*/ 31 w 142"/>
                <a:gd name="T43" fmla="*/ 26 h 98"/>
                <a:gd name="T44" fmla="*/ 31 w 142"/>
                <a:gd name="T45" fmla="*/ 47 h 98"/>
                <a:gd name="T46" fmla="*/ 8 w 142"/>
                <a:gd name="T47" fmla="*/ 41 h 98"/>
                <a:gd name="T48" fmla="*/ 8 w 142"/>
                <a:gd name="T49" fmla="*/ 41 h 98"/>
                <a:gd name="T50" fmla="*/ 35 w 142"/>
                <a:gd name="T51" fmla="*/ 85 h 98"/>
                <a:gd name="T52" fmla="*/ 53 w 142"/>
                <a:gd name="T53" fmla="*/ 98 h 98"/>
                <a:gd name="T54" fmla="*/ 111 w 142"/>
                <a:gd name="T55" fmla="*/ 98 h 98"/>
                <a:gd name="T56" fmla="*/ 137 w 142"/>
                <a:gd name="T57" fmla="*/ 89 h 98"/>
                <a:gd name="T58" fmla="*/ 142 w 142"/>
                <a:gd name="T59" fmla="*/ 75 h 98"/>
                <a:gd name="T60" fmla="*/ 142 w 142"/>
                <a:gd name="T61" fmla="*/ 27 h 98"/>
                <a:gd name="T62" fmla="*/ 115 w 142"/>
                <a:gd name="T6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37" y="27"/>
                  </a:moveTo>
                  <a:cubicBezTo>
                    <a:pt x="37" y="27"/>
                    <a:pt x="37" y="27"/>
                    <a:pt x="37" y="27"/>
                  </a:cubicBezTo>
                  <a:moveTo>
                    <a:pt x="37" y="27"/>
                  </a:moveTo>
                  <a:cubicBezTo>
                    <a:pt x="37" y="27"/>
                    <a:pt x="37" y="27"/>
                    <a:pt x="37" y="27"/>
                  </a:cubicBezTo>
                  <a:cubicBezTo>
                    <a:pt x="37" y="27"/>
                    <a:pt x="37" y="27"/>
                    <a:pt x="37" y="27"/>
                  </a:cubicBezTo>
                  <a:cubicBezTo>
                    <a:pt x="37" y="27"/>
                    <a:pt x="37" y="27"/>
                    <a:pt x="37" y="27"/>
                  </a:cubicBezTo>
                  <a:moveTo>
                    <a:pt x="36" y="27"/>
                  </a:moveTo>
                  <a:cubicBezTo>
                    <a:pt x="36" y="27"/>
                    <a:pt x="36" y="27"/>
                    <a:pt x="36" y="27"/>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7" name="Freeform 499">
              <a:extLst>
                <a:ext uri="{FF2B5EF4-FFF2-40B4-BE49-F238E27FC236}">
                  <a16:creationId xmlns:a16="http://schemas.microsoft.com/office/drawing/2014/main" id="{F461E87C-19FB-4A3E-9440-7787CFFE51A4}"/>
                </a:ext>
              </a:extLst>
            </p:cNvPr>
            <p:cNvSpPr>
              <a:spLocks noEditPoints="1"/>
            </p:cNvSpPr>
            <p:nvPr userDrawn="1"/>
          </p:nvSpPr>
          <p:spPr bwMode="auto">
            <a:xfrm>
              <a:off x="7303408" y="1016502"/>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32 w 112"/>
                <a:gd name="T15" fmla="*/ 21 h 76"/>
                <a:gd name="T16" fmla="*/ 35 w 112"/>
                <a:gd name="T17" fmla="*/ 13 h 76"/>
                <a:gd name="T18" fmla="*/ 40 w 112"/>
                <a:gd name="T19" fmla="*/ 8 h 76"/>
                <a:gd name="T20" fmla="*/ 50 w 112"/>
                <a:gd name="T21" fmla="*/ 6 h 76"/>
                <a:gd name="T22" fmla="*/ 50 w 112"/>
                <a:gd name="T23" fmla="*/ 6 h 76"/>
                <a:gd name="T24" fmla="*/ 90 w 112"/>
                <a:gd name="T25" fmla="*/ 6 h 76"/>
                <a:gd name="T26" fmla="*/ 97 w 112"/>
                <a:gd name="T27" fmla="*/ 9 h 76"/>
                <a:gd name="T28" fmla="*/ 106 w 112"/>
                <a:gd name="T29" fmla="*/ 22 h 76"/>
                <a:gd name="T30" fmla="*/ 106 w 112"/>
                <a:gd name="T31" fmla="*/ 58 h 76"/>
                <a:gd name="T32" fmla="*/ 106 w 112"/>
                <a:gd name="T33" fmla="*/ 58 h 76"/>
                <a:gd name="T34" fmla="*/ 106 w 112"/>
                <a:gd name="T35" fmla="*/ 59 h 76"/>
                <a:gd name="T36" fmla="*/ 103 w 112"/>
                <a:gd name="T37" fmla="*/ 65 h 76"/>
                <a:gd name="T38" fmla="*/ 87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0 h 76"/>
                <a:gd name="T58" fmla="*/ 50 w 112"/>
                <a:gd name="T59" fmla="*/ 0 h 76"/>
                <a:gd name="T60" fmla="*/ 50 w 112"/>
                <a:gd name="T61" fmla="*/ 0 h 76"/>
                <a:gd name="T62" fmla="*/ 37 w 112"/>
                <a:gd name="T63" fmla="*/ 3 h 76"/>
                <a:gd name="T64" fmla="*/ 28 w 112"/>
                <a:gd name="T65" fmla="*/ 14 h 76"/>
                <a:gd name="T66" fmla="*/ 26 w 112"/>
                <a:gd name="T67" fmla="*/ 20 h 76"/>
                <a:gd name="T68" fmla="*/ 26 w 112"/>
                <a:gd name="T69" fmla="*/ 21 h 76"/>
                <a:gd name="T70" fmla="*/ 26 w 112"/>
                <a:gd name="T71" fmla="*/ 35 h 76"/>
                <a:gd name="T72" fmla="*/ 0 w 112"/>
                <a:gd name="T73" fmla="*/ 21 h 76"/>
                <a:gd name="T74" fmla="*/ 8 w 112"/>
                <a:gd name="T75" fmla="*/ 32 h 76"/>
                <a:gd name="T76" fmla="*/ 11 w 112"/>
                <a:gd name="T77" fmla="*/ 30 h 76"/>
                <a:gd name="T78" fmla="*/ 8 w 112"/>
                <a:gd name="T79" fmla="*/ 32 h 76"/>
                <a:gd name="T80" fmla="*/ 26 w 112"/>
                <a:gd name="T81" fmla="*/ 55 h 76"/>
                <a:gd name="T82" fmla="*/ 29 w 112"/>
                <a:gd name="T83" fmla="*/ 66 h 76"/>
                <a:gd name="T84" fmla="*/ 38 w 112"/>
                <a:gd name="T85" fmla="*/ 74 h 76"/>
                <a:gd name="T86" fmla="*/ 43 w 112"/>
                <a:gd name="T87" fmla="*/ 76 h 76"/>
                <a:gd name="T88" fmla="*/ 43 w 112"/>
                <a:gd name="T89" fmla="*/ 76 h 76"/>
                <a:gd name="T90" fmla="*/ 88 w 112"/>
                <a:gd name="T91" fmla="*/ 76 h 76"/>
                <a:gd name="T92" fmla="*/ 88 w 112"/>
                <a:gd name="T93" fmla="*/ 76 h 76"/>
                <a:gd name="T94" fmla="*/ 108 w 112"/>
                <a:gd name="T95" fmla="*/ 69 h 76"/>
                <a:gd name="T96" fmla="*/ 112 w 112"/>
                <a:gd name="T97" fmla="*/ 59 h 76"/>
                <a:gd name="T98" fmla="*/ 112 w 112"/>
                <a:gd name="T99" fmla="*/ 58 h 76"/>
                <a:gd name="T100" fmla="*/ 112 w 112"/>
                <a:gd name="T101" fmla="*/ 21 h 76"/>
                <a:gd name="T102" fmla="*/ 112 w 112"/>
                <a:gd name="T103" fmla="*/ 21 h 76"/>
                <a:gd name="T104" fmla="*/ 100 w 112"/>
                <a:gd name="T105" fmla="*/ 3 h 76"/>
                <a:gd name="T106" fmla="*/ 90 w 112"/>
                <a:gd name="T107" fmla="*/ 0 h 76"/>
                <a:gd name="T108" fmla="*/ 90 w 112"/>
                <a:gd name="T10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8" name="Freeform 500">
              <a:extLst>
                <a:ext uri="{FF2B5EF4-FFF2-40B4-BE49-F238E27FC236}">
                  <a16:creationId xmlns:a16="http://schemas.microsoft.com/office/drawing/2014/main" id="{D24EAE15-6E90-4170-954D-053C43927386}"/>
                </a:ext>
              </a:extLst>
            </p:cNvPr>
            <p:cNvSpPr>
              <a:spLocks noEditPoints="1"/>
            </p:cNvSpPr>
            <p:nvPr userDrawn="1"/>
          </p:nvSpPr>
          <p:spPr bwMode="auto">
            <a:xfrm>
              <a:off x="7289360"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9" name="Freeform 501">
              <a:extLst>
                <a:ext uri="{FF2B5EF4-FFF2-40B4-BE49-F238E27FC236}">
                  <a16:creationId xmlns:a16="http://schemas.microsoft.com/office/drawing/2014/main" id="{E0D6B7BE-C985-4D9C-9FA4-68F8CF9F799D}"/>
                </a:ext>
              </a:extLst>
            </p:cNvPr>
            <p:cNvSpPr>
              <a:spLocks noEditPoints="1"/>
            </p:cNvSpPr>
            <p:nvPr userDrawn="1"/>
          </p:nvSpPr>
          <p:spPr bwMode="auto">
            <a:xfrm>
              <a:off x="6667217" y="279964"/>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0" name="Freeform 502">
              <a:extLst>
                <a:ext uri="{FF2B5EF4-FFF2-40B4-BE49-F238E27FC236}">
                  <a16:creationId xmlns:a16="http://schemas.microsoft.com/office/drawing/2014/main" id="{C5DA21CA-5404-4D93-8542-4FD4AE19D03B}"/>
                </a:ext>
              </a:extLst>
            </p:cNvPr>
            <p:cNvSpPr>
              <a:spLocks/>
            </p:cNvSpPr>
            <p:nvPr userDrawn="1"/>
          </p:nvSpPr>
          <p:spPr bwMode="auto">
            <a:xfrm>
              <a:off x="6908047"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1" name="Freeform 503">
              <a:extLst>
                <a:ext uri="{FF2B5EF4-FFF2-40B4-BE49-F238E27FC236}">
                  <a16:creationId xmlns:a16="http://schemas.microsoft.com/office/drawing/2014/main" id="{C7A80D08-460B-47E0-A8BF-B85EC6F87C66}"/>
                </a:ext>
              </a:extLst>
            </p:cNvPr>
            <p:cNvSpPr>
              <a:spLocks noEditPoints="1"/>
            </p:cNvSpPr>
            <p:nvPr userDrawn="1"/>
          </p:nvSpPr>
          <p:spPr bwMode="auto">
            <a:xfrm>
              <a:off x="7441886"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2" name="Freeform 504">
              <a:extLst>
                <a:ext uri="{FF2B5EF4-FFF2-40B4-BE49-F238E27FC236}">
                  <a16:creationId xmlns:a16="http://schemas.microsoft.com/office/drawing/2014/main" id="{0750790F-66A3-4770-93BF-55E542B2AD05}"/>
                </a:ext>
              </a:extLst>
            </p:cNvPr>
            <p:cNvSpPr>
              <a:spLocks noEditPoints="1"/>
            </p:cNvSpPr>
            <p:nvPr userDrawn="1"/>
          </p:nvSpPr>
          <p:spPr bwMode="auto">
            <a:xfrm>
              <a:off x="6536767"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8 w 119"/>
                <a:gd name="T61" fmla="*/ 8 h 167"/>
                <a:gd name="T62" fmla="*/ 31 w 119"/>
                <a:gd name="T63" fmla="*/ 37 h 167"/>
                <a:gd name="T64" fmla="*/ 14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7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6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3" name="Freeform 505">
              <a:extLst>
                <a:ext uri="{FF2B5EF4-FFF2-40B4-BE49-F238E27FC236}">
                  <a16:creationId xmlns:a16="http://schemas.microsoft.com/office/drawing/2014/main" id="{E27F46C2-FA89-4705-B139-2EA4B2345CB1}"/>
                </a:ext>
              </a:extLst>
            </p:cNvPr>
            <p:cNvSpPr>
              <a:spLocks/>
            </p:cNvSpPr>
            <p:nvPr userDrawn="1"/>
          </p:nvSpPr>
          <p:spPr bwMode="auto">
            <a:xfrm>
              <a:off x="6709362" y="633181"/>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4" name="Freeform 506">
              <a:extLst>
                <a:ext uri="{FF2B5EF4-FFF2-40B4-BE49-F238E27FC236}">
                  <a16:creationId xmlns:a16="http://schemas.microsoft.com/office/drawing/2014/main" id="{B609BEB5-D24B-484A-80E9-E425DE48C6EC}"/>
                </a:ext>
              </a:extLst>
            </p:cNvPr>
            <p:cNvSpPr>
              <a:spLocks noEditPoints="1"/>
            </p:cNvSpPr>
            <p:nvPr userDrawn="1"/>
          </p:nvSpPr>
          <p:spPr bwMode="auto">
            <a:xfrm>
              <a:off x="7947628"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4 h 131"/>
                <a:gd name="T36" fmla="*/ 208 w 219"/>
                <a:gd name="T37" fmla="*/ 115 h 131"/>
                <a:gd name="T38" fmla="*/ 178 w 219"/>
                <a:gd name="T39" fmla="*/ 125 h 131"/>
                <a:gd name="T40" fmla="*/ 99 w 219"/>
                <a:gd name="T41" fmla="*/ 125 h 131"/>
                <a:gd name="T42" fmla="*/ 87 w 219"/>
                <a:gd name="T43" fmla="*/ 120 h 131"/>
                <a:gd name="T44" fmla="*/ 80 w 219"/>
                <a:gd name="T45" fmla="*/ 111 h 131"/>
                <a:gd name="T46" fmla="*/ 76 w 219"/>
                <a:gd name="T47" fmla="*/ 95 h 131"/>
                <a:gd name="T48" fmla="*/ 76 w 219"/>
                <a:gd name="T49" fmla="*/ 94 h 131"/>
                <a:gd name="T50" fmla="*/ 34 w 219"/>
                <a:gd name="T51" fmla="*/ 51 h 131"/>
                <a:gd name="T52" fmla="*/ 76 w 219"/>
                <a:gd name="T53" fmla="*/ 74 h 131"/>
                <a:gd name="T54" fmla="*/ 76 w 219"/>
                <a:gd name="T55" fmla="*/ 35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5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5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5" name="Freeform 507">
              <a:extLst>
                <a:ext uri="{FF2B5EF4-FFF2-40B4-BE49-F238E27FC236}">
                  <a16:creationId xmlns:a16="http://schemas.microsoft.com/office/drawing/2014/main" id="{8B9E31EA-677D-48A8-B9EC-8FA6B3F9403A}"/>
                </a:ext>
              </a:extLst>
            </p:cNvPr>
            <p:cNvSpPr>
              <a:spLocks noEditPoints="1"/>
            </p:cNvSpPr>
            <p:nvPr userDrawn="1"/>
          </p:nvSpPr>
          <p:spPr bwMode="auto">
            <a:xfrm>
              <a:off x="8298837" y="542870"/>
              <a:ext cx="210726" cy="204705"/>
            </a:xfrm>
            <a:custGeom>
              <a:avLst/>
              <a:gdLst>
                <a:gd name="T0" fmla="*/ 6 w 140"/>
                <a:gd name="T1" fmla="*/ 27 h 137"/>
                <a:gd name="T2" fmla="*/ 10 w 140"/>
                <a:gd name="T3" fmla="*/ 17 h 137"/>
                <a:gd name="T4" fmla="*/ 16 w 140"/>
                <a:gd name="T5" fmla="*/ 11 h 137"/>
                <a:gd name="T6" fmla="*/ 25 w 140"/>
                <a:gd name="T7" fmla="*/ 8 h 137"/>
                <a:gd name="T8" fmla="*/ 24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0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1 w 140"/>
                <a:gd name="T37" fmla="*/ 105 h 137"/>
                <a:gd name="T38" fmla="*/ 37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4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7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4" y="5"/>
                    <a:pt x="24" y="5"/>
                    <a:pt x="24" y="5"/>
                  </a:cubicBezTo>
                  <a:cubicBezTo>
                    <a:pt x="25" y="8"/>
                    <a:pt x="25" y="8"/>
                    <a:pt x="25" y="8"/>
                  </a:cubicBez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6" name="Freeform 508">
              <a:extLst>
                <a:ext uri="{FF2B5EF4-FFF2-40B4-BE49-F238E27FC236}">
                  <a16:creationId xmlns:a16="http://schemas.microsoft.com/office/drawing/2014/main" id="{10F27CA9-A0FB-43A4-B7B5-BC267CAA7AB2}"/>
                </a:ext>
              </a:extLst>
            </p:cNvPr>
            <p:cNvSpPr>
              <a:spLocks noEditPoints="1"/>
            </p:cNvSpPr>
            <p:nvPr userDrawn="1"/>
          </p:nvSpPr>
          <p:spPr bwMode="auto">
            <a:xfrm>
              <a:off x="7251228" y="364255"/>
              <a:ext cx="210726" cy="20671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7" name="Freeform 509">
              <a:extLst>
                <a:ext uri="{FF2B5EF4-FFF2-40B4-BE49-F238E27FC236}">
                  <a16:creationId xmlns:a16="http://schemas.microsoft.com/office/drawing/2014/main" id="{E2B5A170-BCDF-44E3-A4AD-B2094A459A65}"/>
                </a:ext>
              </a:extLst>
            </p:cNvPr>
            <p:cNvSpPr>
              <a:spLocks/>
            </p:cNvSpPr>
            <p:nvPr userDrawn="1"/>
          </p:nvSpPr>
          <p:spPr bwMode="auto">
            <a:xfrm>
              <a:off x="7371643" y="558926"/>
              <a:ext cx="20069" cy="8028"/>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8" name="Freeform 510">
              <a:extLst>
                <a:ext uri="{FF2B5EF4-FFF2-40B4-BE49-F238E27FC236}">
                  <a16:creationId xmlns:a16="http://schemas.microsoft.com/office/drawing/2014/main" id="{0B33ED8E-A2C7-4F73-9DED-BEB0FA116001}"/>
                </a:ext>
              </a:extLst>
            </p:cNvPr>
            <p:cNvSpPr>
              <a:spLocks noEditPoints="1"/>
            </p:cNvSpPr>
            <p:nvPr userDrawn="1"/>
          </p:nvSpPr>
          <p:spPr bwMode="auto">
            <a:xfrm>
              <a:off x="7092683" y="143494"/>
              <a:ext cx="234809" cy="230796"/>
            </a:xfrm>
            <a:custGeom>
              <a:avLst/>
              <a:gdLst>
                <a:gd name="T0" fmla="*/ 0 w 156"/>
                <a:gd name="T1" fmla="*/ 31 h 153"/>
                <a:gd name="T2" fmla="*/ 0 w 156"/>
                <a:gd name="T3" fmla="*/ 31 h 153"/>
                <a:gd name="T4" fmla="*/ 3 w 156"/>
                <a:gd name="T5" fmla="*/ 30 h 153"/>
                <a:gd name="T6" fmla="*/ 6 w 156"/>
                <a:gd name="T7" fmla="*/ 30 h 153"/>
                <a:gd name="T8" fmla="*/ 3 w 156"/>
                <a:gd name="T9" fmla="*/ 30 h 153"/>
                <a:gd name="T10" fmla="*/ 0 w 156"/>
                <a:gd name="T11" fmla="*/ 31 h 153"/>
                <a:gd name="T12" fmla="*/ 26 w 156"/>
                <a:gd name="T13" fmla="*/ 9 h 153"/>
                <a:gd name="T14" fmla="*/ 102 w 156"/>
                <a:gd name="T15" fmla="*/ 6 h 153"/>
                <a:gd name="T16" fmla="*/ 110 w 156"/>
                <a:gd name="T17" fmla="*/ 13 h 153"/>
                <a:gd name="T18" fmla="*/ 116 w 156"/>
                <a:gd name="T19" fmla="*/ 29 h 153"/>
                <a:gd name="T20" fmla="*/ 117 w 156"/>
                <a:gd name="T21" fmla="*/ 40 h 153"/>
                <a:gd name="T22" fmla="*/ 117 w 156"/>
                <a:gd name="T23" fmla="*/ 40 h 153"/>
                <a:gd name="T24" fmla="*/ 117 w 156"/>
                <a:gd name="T25" fmla="*/ 41 h 153"/>
                <a:gd name="T26" fmla="*/ 139 w 156"/>
                <a:gd name="T27" fmla="*/ 77 h 153"/>
                <a:gd name="T28" fmla="*/ 117 w 156"/>
                <a:gd name="T29" fmla="*/ 65 h 153"/>
                <a:gd name="T30" fmla="*/ 119 w 156"/>
                <a:gd name="T31" fmla="*/ 111 h 153"/>
                <a:gd name="T32" fmla="*/ 108 w 156"/>
                <a:gd name="T33" fmla="*/ 137 h 153"/>
                <a:gd name="T34" fmla="*/ 101 w 156"/>
                <a:gd name="T35" fmla="*/ 141 h 153"/>
                <a:gd name="T36" fmla="*/ 99 w 156"/>
                <a:gd name="T37" fmla="*/ 142 h 153"/>
                <a:gd name="T38" fmla="*/ 98 w 156"/>
                <a:gd name="T39" fmla="*/ 142 h 153"/>
                <a:gd name="T40" fmla="*/ 98 w 156"/>
                <a:gd name="T41" fmla="*/ 142 h 153"/>
                <a:gd name="T42" fmla="*/ 37 w 156"/>
                <a:gd name="T43" fmla="*/ 147 h 153"/>
                <a:gd name="T44" fmla="*/ 23 w 156"/>
                <a:gd name="T45" fmla="*/ 139 h 153"/>
                <a:gd name="T46" fmla="*/ 13 w 156"/>
                <a:gd name="T47" fmla="*/ 121 h 153"/>
                <a:gd name="T48" fmla="*/ 11 w 156"/>
                <a:gd name="T49" fmla="*/ 114 h 153"/>
                <a:gd name="T50" fmla="*/ 10 w 156"/>
                <a:gd name="T51" fmla="*/ 112 h 153"/>
                <a:gd name="T52" fmla="*/ 10 w 156"/>
                <a:gd name="T53" fmla="*/ 111 h 153"/>
                <a:gd name="T54" fmla="*/ 10 w 156"/>
                <a:gd name="T55" fmla="*/ 111 h 153"/>
                <a:gd name="T56" fmla="*/ 6 w 156"/>
                <a:gd name="T57" fmla="*/ 30 h 153"/>
                <a:gd name="T58" fmla="*/ 6 w 156"/>
                <a:gd name="T59" fmla="*/ 30 h 153"/>
                <a:gd name="T60" fmla="*/ 6 w 156"/>
                <a:gd name="T61" fmla="*/ 29 h 153"/>
                <a:gd name="T62" fmla="*/ 9 w 156"/>
                <a:gd name="T63" fmla="*/ 20 h 153"/>
                <a:gd name="T64" fmla="*/ 20 w 156"/>
                <a:gd name="T65" fmla="*/ 11 h 153"/>
                <a:gd name="T66" fmla="*/ 24 w 156"/>
                <a:gd name="T67" fmla="*/ 9 h 153"/>
                <a:gd name="T68" fmla="*/ 26 w 156"/>
                <a:gd name="T69" fmla="*/ 9 h 153"/>
                <a:gd name="T70" fmla="*/ 26 w 156"/>
                <a:gd name="T71" fmla="*/ 9 h 153"/>
                <a:gd name="T72" fmla="*/ 103 w 156"/>
                <a:gd name="T73" fmla="*/ 0 h 153"/>
                <a:gd name="T74" fmla="*/ 25 w 156"/>
                <a:gd name="T75" fmla="*/ 3 h 153"/>
                <a:gd name="T76" fmla="*/ 24 w 156"/>
                <a:gd name="T77" fmla="*/ 3 h 153"/>
                <a:gd name="T78" fmla="*/ 12 w 156"/>
                <a:gd name="T79" fmla="*/ 8 h 153"/>
                <a:gd name="T80" fmla="*/ 4 w 156"/>
                <a:gd name="T81" fmla="*/ 17 h 153"/>
                <a:gd name="T82" fmla="*/ 0 w 156"/>
                <a:gd name="T83" fmla="*/ 29 h 153"/>
                <a:gd name="T84" fmla="*/ 0 w 156"/>
                <a:gd name="T85" fmla="*/ 31 h 153"/>
                <a:gd name="T86" fmla="*/ 0 w 156"/>
                <a:gd name="T87" fmla="*/ 31 h 153"/>
                <a:gd name="T88" fmla="*/ 4 w 156"/>
                <a:gd name="T89" fmla="*/ 112 h 153"/>
                <a:gd name="T90" fmla="*/ 4 w 156"/>
                <a:gd name="T91" fmla="*/ 112 h 153"/>
                <a:gd name="T92" fmla="*/ 10 w 156"/>
                <a:gd name="T93" fmla="*/ 130 h 153"/>
                <a:gd name="T94" fmla="*/ 19 w 156"/>
                <a:gd name="T95" fmla="*/ 144 h 153"/>
                <a:gd name="T96" fmla="*/ 36 w 156"/>
                <a:gd name="T97" fmla="*/ 153 h 153"/>
                <a:gd name="T98" fmla="*/ 36 w 156"/>
                <a:gd name="T99" fmla="*/ 153 h 153"/>
                <a:gd name="T100" fmla="*/ 99 w 156"/>
                <a:gd name="T101" fmla="*/ 148 h 153"/>
                <a:gd name="T102" fmla="*/ 99 w 156"/>
                <a:gd name="T103" fmla="*/ 148 h 153"/>
                <a:gd name="T104" fmla="*/ 112 w 156"/>
                <a:gd name="T105" fmla="*/ 142 h 153"/>
                <a:gd name="T106" fmla="*/ 125 w 156"/>
                <a:gd name="T107" fmla="*/ 111 h 153"/>
                <a:gd name="T108" fmla="*/ 125 w 156"/>
                <a:gd name="T109" fmla="*/ 111 h 153"/>
                <a:gd name="T110" fmla="*/ 123 w 156"/>
                <a:gd name="T111" fmla="*/ 75 h 153"/>
                <a:gd name="T112" fmla="*/ 156 w 156"/>
                <a:gd name="T113" fmla="*/ 94 h 153"/>
                <a:gd name="T114" fmla="*/ 123 w 156"/>
                <a:gd name="T115" fmla="*/ 40 h 153"/>
                <a:gd name="T116" fmla="*/ 120 w 156"/>
                <a:gd name="T117" fmla="*/ 22 h 153"/>
                <a:gd name="T118" fmla="*/ 115 w 156"/>
                <a:gd name="T119" fmla="*/ 9 h 153"/>
                <a:gd name="T120" fmla="*/ 103 w 156"/>
                <a:gd name="T121" fmla="*/ 0 h 153"/>
                <a:gd name="T122" fmla="*/ 103 w 156"/>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9" name="Freeform 511">
              <a:extLst>
                <a:ext uri="{FF2B5EF4-FFF2-40B4-BE49-F238E27FC236}">
                  <a16:creationId xmlns:a16="http://schemas.microsoft.com/office/drawing/2014/main" id="{F91D8EE4-C6E0-45DF-B407-CC42BAD4C2DF}"/>
                </a:ext>
              </a:extLst>
            </p:cNvPr>
            <p:cNvSpPr>
              <a:spLocks noEditPoints="1"/>
            </p:cNvSpPr>
            <p:nvPr userDrawn="1"/>
          </p:nvSpPr>
          <p:spPr bwMode="auto">
            <a:xfrm>
              <a:off x="8517591" y="500725"/>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0" name="Freeform 512">
              <a:extLst>
                <a:ext uri="{FF2B5EF4-FFF2-40B4-BE49-F238E27FC236}">
                  <a16:creationId xmlns:a16="http://schemas.microsoft.com/office/drawing/2014/main" id="{3DC19E28-0F81-448B-AFB9-C45A12BE41A4}"/>
                </a:ext>
              </a:extLst>
            </p:cNvPr>
            <p:cNvSpPr>
              <a:spLocks noEditPoints="1"/>
            </p:cNvSpPr>
            <p:nvPr userDrawn="1"/>
          </p:nvSpPr>
          <p:spPr bwMode="auto">
            <a:xfrm>
              <a:off x="8808593"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5 w 76"/>
                <a:gd name="T81" fmla="*/ 88 h 115"/>
                <a:gd name="T82" fmla="*/ 15 w 76"/>
                <a:gd name="T83" fmla="*/ 88 h 115"/>
                <a:gd name="T84" fmla="*/ 37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1" name="Freeform 513">
              <a:extLst>
                <a:ext uri="{FF2B5EF4-FFF2-40B4-BE49-F238E27FC236}">
                  <a16:creationId xmlns:a16="http://schemas.microsoft.com/office/drawing/2014/main" id="{11A62D56-A4AE-44CF-9688-0FE53358FC1A}"/>
                </a:ext>
              </a:extLst>
            </p:cNvPr>
            <p:cNvSpPr>
              <a:spLocks noEditPoints="1"/>
            </p:cNvSpPr>
            <p:nvPr userDrawn="1"/>
          </p:nvSpPr>
          <p:spPr bwMode="auto">
            <a:xfrm>
              <a:off x="7116766" y="408407"/>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17 w 76"/>
                <a:gd name="T71" fmla="*/ 6 h 115"/>
                <a:gd name="T72" fmla="*/ 16 w 76"/>
                <a:gd name="T73" fmla="*/ 3 h 115"/>
                <a:gd name="T74" fmla="*/ 8 w 76"/>
                <a:gd name="T75" fmla="*/ 7 h 115"/>
                <a:gd name="T76" fmla="*/ 1 w 76"/>
                <a:gd name="T77" fmla="*/ 22 h 115"/>
                <a:gd name="T78" fmla="*/ 0 w 76"/>
                <a:gd name="T79" fmla="*/ 39 h 115"/>
                <a:gd name="T80" fmla="*/ 1 w 76"/>
                <a:gd name="T81" fmla="*/ 60 h 115"/>
                <a:gd name="T82" fmla="*/ 9 w 76"/>
                <a:gd name="T83" fmla="*/ 81 h 115"/>
                <a:gd name="T84" fmla="*/ 15 w 76"/>
                <a:gd name="T85" fmla="*/ 88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2" name="Freeform 514">
              <a:extLst>
                <a:ext uri="{FF2B5EF4-FFF2-40B4-BE49-F238E27FC236}">
                  <a16:creationId xmlns:a16="http://schemas.microsoft.com/office/drawing/2014/main" id="{1E0C352C-0338-49D8-876C-66BB28ECF56C}"/>
                </a:ext>
              </a:extLst>
            </p:cNvPr>
            <p:cNvSpPr>
              <a:spLocks noEditPoints="1"/>
            </p:cNvSpPr>
            <p:nvPr userDrawn="1"/>
          </p:nvSpPr>
          <p:spPr bwMode="auto">
            <a:xfrm>
              <a:off x="642638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6 w 76"/>
                <a:gd name="T69" fmla="*/ 3 h 115"/>
                <a:gd name="T70" fmla="*/ 8 w 76"/>
                <a:gd name="T71" fmla="*/ 7 h 115"/>
                <a:gd name="T72" fmla="*/ 2 w 76"/>
                <a:gd name="T73" fmla="*/ 22 h 115"/>
                <a:gd name="T74" fmla="*/ 0 w 76"/>
                <a:gd name="T75" fmla="*/ 39 h 115"/>
                <a:gd name="T76" fmla="*/ 2 w 76"/>
                <a:gd name="T77" fmla="*/ 60 h 115"/>
                <a:gd name="T78" fmla="*/ 9 w 76"/>
                <a:gd name="T79" fmla="*/ 81 h 115"/>
                <a:gd name="T80" fmla="*/ 15 w 76"/>
                <a:gd name="T81" fmla="*/ 87 h 115"/>
                <a:gd name="T82" fmla="*/ 16 w 76"/>
                <a:gd name="T83" fmla="*/ 88 h 115"/>
                <a:gd name="T84" fmla="*/ 38 w 76"/>
                <a:gd name="T85" fmla="*/ 89 h 115"/>
                <a:gd name="T86" fmla="*/ 26 w 76"/>
                <a:gd name="T87" fmla="*/ 115 h 115"/>
                <a:gd name="T88" fmla="*/ 56 w 76"/>
                <a:gd name="T89" fmla="*/ 89 h 115"/>
                <a:gd name="T90" fmla="*/ 72 w 76"/>
                <a:gd name="T91" fmla="*/ 85 h 115"/>
                <a:gd name="T92" fmla="*/ 76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3" name="Freeform 515">
              <a:extLst>
                <a:ext uri="{FF2B5EF4-FFF2-40B4-BE49-F238E27FC236}">
                  <a16:creationId xmlns:a16="http://schemas.microsoft.com/office/drawing/2014/main" id="{561A81F2-3F11-40F0-AD5C-DA8547D2BB0C}"/>
                </a:ext>
              </a:extLst>
            </p:cNvPr>
            <p:cNvSpPr>
              <a:spLocks noEditPoints="1"/>
            </p:cNvSpPr>
            <p:nvPr userDrawn="1"/>
          </p:nvSpPr>
          <p:spPr bwMode="auto">
            <a:xfrm>
              <a:off x="7574342" y="741554"/>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4" name="Freeform 516">
              <a:extLst>
                <a:ext uri="{FF2B5EF4-FFF2-40B4-BE49-F238E27FC236}">
                  <a16:creationId xmlns:a16="http://schemas.microsoft.com/office/drawing/2014/main" id="{71D3D963-5AD9-4410-AE62-401F48201A5E}"/>
                </a:ext>
              </a:extLst>
            </p:cNvPr>
            <p:cNvSpPr>
              <a:spLocks noEditPoints="1"/>
            </p:cNvSpPr>
            <p:nvPr userDrawn="1"/>
          </p:nvSpPr>
          <p:spPr bwMode="auto">
            <a:xfrm>
              <a:off x="7148876" y="765637"/>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9 w 76"/>
                <a:gd name="T71" fmla="*/ 82 h 116"/>
                <a:gd name="T72" fmla="*/ 15 w 76"/>
                <a:gd name="T73" fmla="*/ 88 h 116"/>
                <a:gd name="T74" fmla="*/ 16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5" name="Freeform 517">
              <a:extLst>
                <a:ext uri="{FF2B5EF4-FFF2-40B4-BE49-F238E27FC236}">
                  <a16:creationId xmlns:a16="http://schemas.microsoft.com/office/drawing/2014/main" id="{759EE6B9-E8CB-4A35-8DA2-F4724367DE97}"/>
                </a:ext>
              </a:extLst>
            </p:cNvPr>
            <p:cNvSpPr>
              <a:spLocks noEditPoints="1"/>
            </p:cNvSpPr>
            <p:nvPr userDrawn="1"/>
          </p:nvSpPr>
          <p:spPr bwMode="auto">
            <a:xfrm>
              <a:off x="6655176" y="96030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6" name="Freeform 518">
              <a:extLst>
                <a:ext uri="{FF2B5EF4-FFF2-40B4-BE49-F238E27FC236}">
                  <a16:creationId xmlns:a16="http://schemas.microsoft.com/office/drawing/2014/main" id="{7EDDF527-71AE-437A-8295-F8ACF5D1983C}"/>
                </a:ext>
              </a:extLst>
            </p:cNvPr>
            <p:cNvSpPr>
              <a:spLocks noEditPoints="1"/>
            </p:cNvSpPr>
            <p:nvPr userDrawn="1"/>
          </p:nvSpPr>
          <p:spPr bwMode="auto">
            <a:xfrm>
              <a:off x="7094689" y="1219199"/>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8 w 76"/>
                <a:gd name="T69" fmla="*/ 8 h 116"/>
                <a:gd name="T70" fmla="*/ 1 w 76"/>
                <a:gd name="T71" fmla="*/ 22 h 116"/>
                <a:gd name="T72" fmla="*/ 0 w 76"/>
                <a:gd name="T73" fmla="*/ 40 h 116"/>
                <a:gd name="T74" fmla="*/ 1 w 76"/>
                <a:gd name="T75" fmla="*/ 61 h 116"/>
                <a:gd name="T76" fmla="*/ 9 w 76"/>
                <a:gd name="T77" fmla="*/ 82 h 116"/>
                <a:gd name="T78" fmla="*/ 15 w 76"/>
                <a:gd name="T79" fmla="*/ 88 h 116"/>
                <a:gd name="T80" fmla="*/ 16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7" name="Freeform 519">
              <a:extLst>
                <a:ext uri="{FF2B5EF4-FFF2-40B4-BE49-F238E27FC236}">
                  <a16:creationId xmlns:a16="http://schemas.microsoft.com/office/drawing/2014/main" id="{B1238323-C752-4C3C-B457-AA02FBA1BD62}"/>
                </a:ext>
              </a:extLst>
            </p:cNvPr>
            <p:cNvSpPr>
              <a:spLocks noEditPoints="1"/>
            </p:cNvSpPr>
            <p:nvPr userDrawn="1"/>
          </p:nvSpPr>
          <p:spPr bwMode="auto">
            <a:xfrm>
              <a:off x="6281890" y="1161000"/>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8" name="Freeform 520">
              <a:extLst>
                <a:ext uri="{FF2B5EF4-FFF2-40B4-BE49-F238E27FC236}">
                  <a16:creationId xmlns:a16="http://schemas.microsoft.com/office/drawing/2014/main" id="{CDC1FC27-7C9C-4DF3-8C5F-2DA1805BDAF4}"/>
                </a:ext>
              </a:extLst>
            </p:cNvPr>
            <p:cNvSpPr>
              <a:spLocks noEditPoints="1"/>
            </p:cNvSpPr>
            <p:nvPr userDrawn="1"/>
          </p:nvSpPr>
          <p:spPr bwMode="auto">
            <a:xfrm>
              <a:off x="7146869" y="1353663"/>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9" name="Freeform 521">
              <a:extLst>
                <a:ext uri="{FF2B5EF4-FFF2-40B4-BE49-F238E27FC236}">
                  <a16:creationId xmlns:a16="http://schemas.microsoft.com/office/drawing/2014/main" id="{37B401E9-A4B4-4D8C-BD93-974800384BFD}"/>
                </a:ext>
              </a:extLst>
            </p:cNvPr>
            <p:cNvSpPr>
              <a:spLocks noEditPoints="1"/>
            </p:cNvSpPr>
            <p:nvPr userDrawn="1"/>
          </p:nvSpPr>
          <p:spPr bwMode="auto">
            <a:xfrm>
              <a:off x="8156347" y="731520"/>
              <a:ext cx="299031" cy="118408"/>
            </a:xfrm>
            <a:custGeom>
              <a:avLst/>
              <a:gdLst>
                <a:gd name="T0" fmla="*/ 142 w 198"/>
                <a:gd name="T1" fmla="*/ 41 h 79"/>
                <a:gd name="T2" fmla="*/ 142 w 198"/>
                <a:gd name="T3" fmla="*/ 41 h 79"/>
                <a:gd name="T4" fmla="*/ 19 w 198"/>
                <a:gd name="T5" fmla="*/ 11 h 79"/>
                <a:gd name="T6" fmla="*/ 121 w 198"/>
                <a:gd name="T7" fmla="*/ 13 h 79"/>
                <a:gd name="T8" fmla="*/ 136 w 198"/>
                <a:gd name="T9" fmla="*/ 19 h 79"/>
                <a:gd name="T10" fmla="*/ 139 w 198"/>
                <a:gd name="T11" fmla="*/ 27 h 79"/>
                <a:gd name="T12" fmla="*/ 137 w 198"/>
                <a:gd name="T13" fmla="*/ 37 h 79"/>
                <a:gd name="T14" fmla="*/ 136 w 198"/>
                <a:gd name="T15" fmla="*/ 38 h 79"/>
                <a:gd name="T16" fmla="*/ 136 w 198"/>
                <a:gd name="T17" fmla="*/ 38 h 79"/>
                <a:gd name="T18" fmla="*/ 132 w 198"/>
                <a:gd name="T19" fmla="*/ 52 h 79"/>
                <a:gd name="T20" fmla="*/ 138 w 198"/>
                <a:gd name="T21" fmla="*/ 62 h 79"/>
                <a:gd name="T22" fmla="*/ 141 w 198"/>
                <a:gd name="T23" fmla="*/ 63 h 79"/>
                <a:gd name="T24" fmla="*/ 86 w 198"/>
                <a:gd name="T25" fmla="*/ 73 h 79"/>
                <a:gd name="T26" fmla="*/ 75 w 198"/>
                <a:gd name="T27" fmla="*/ 73 h 79"/>
                <a:gd name="T28" fmla="*/ 74 w 198"/>
                <a:gd name="T29" fmla="*/ 73 h 79"/>
                <a:gd name="T30" fmla="*/ 70 w 198"/>
                <a:gd name="T31" fmla="*/ 73 h 79"/>
                <a:gd name="T32" fmla="*/ 11 w 198"/>
                <a:gd name="T33" fmla="*/ 58 h 79"/>
                <a:gd name="T34" fmla="*/ 9 w 198"/>
                <a:gd name="T35" fmla="*/ 56 h 79"/>
                <a:gd name="T36" fmla="*/ 13 w 198"/>
                <a:gd name="T37" fmla="*/ 15 h 79"/>
                <a:gd name="T38" fmla="*/ 19 w 198"/>
                <a:gd name="T39" fmla="*/ 11 h 79"/>
                <a:gd name="T40" fmla="*/ 70 w 198"/>
                <a:gd name="T41" fmla="*/ 0 h 79"/>
                <a:gd name="T42" fmla="*/ 18 w 198"/>
                <a:gd name="T43" fmla="*/ 5 h 79"/>
                <a:gd name="T44" fmla="*/ 17 w 198"/>
                <a:gd name="T45" fmla="*/ 5 h 79"/>
                <a:gd name="T46" fmla="*/ 0 w 198"/>
                <a:gd name="T47" fmla="*/ 35 h 79"/>
                <a:gd name="T48" fmla="*/ 4 w 198"/>
                <a:gd name="T49" fmla="*/ 59 h 79"/>
                <a:gd name="T50" fmla="*/ 18 w 198"/>
                <a:gd name="T51" fmla="*/ 69 h 79"/>
                <a:gd name="T52" fmla="*/ 70 w 198"/>
                <a:gd name="T53" fmla="*/ 79 h 79"/>
                <a:gd name="T54" fmla="*/ 86 w 198"/>
                <a:gd name="T55" fmla="*/ 79 h 79"/>
                <a:gd name="T56" fmla="*/ 198 w 198"/>
                <a:gd name="T57" fmla="*/ 59 h 79"/>
                <a:gd name="T58" fmla="*/ 140 w 198"/>
                <a:gd name="T59" fmla="*/ 56 h 79"/>
                <a:gd name="T60" fmla="*/ 138 w 198"/>
                <a:gd name="T61" fmla="*/ 52 h 79"/>
                <a:gd name="T62" fmla="*/ 145 w 198"/>
                <a:gd name="T63" fmla="*/ 27 h 79"/>
                <a:gd name="T64" fmla="*/ 140 w 198"/>
                <a:gd name="T65" fmla="*/ 14 h 79"/>
                <a:gd name="T66" fmla="*/ 138 w 198"/>
                <a:gd name="T67" fmla="*/ 17 h 79"/>
                <a:gd name="T68" fmla="*/ 138 w 198"/>
                <a:gd name="T69" fmla="*/ 17 h 79"/>
                <a:gd name="T70" fmla="*/ 70 w 198"/>
                <a:gd name="T7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79">
                  <a:moveTo>
                    <a:pt x="142" y="41"/>
                  </a:moveTo>
                  <a:cubicBezTo>
                    <a:pt x="142" y="41"/>
                    <a:pt x="142" y="41"/>
                    <a:pt x="142" y="41"/>
                  </a:cubicBezTo>
                  <a:cubicBezTo>
                    <a:pt x="142" y="41"/>
                    <a:pt x="142" y="41"/>
                    <a:pt x="142" y="41"/>
                  </a:cubicBezTo>
                  <a:cubicBezTo>
                    <a:pt x="142" y="41"/>
                    <a:pt x="142" y="41"/>
                    <a:pt x="142" y="41"/>
                  </a:cubicBezTo>
                  <a:cubicBezTo>
                    <a:pt x="142" y="41"/>
                    <a:pt x="142" y="41"/>
                    <a:pt x="142" y="41"/>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0" name="Freeform 522">
              <a:extLst>
                <a:ext uri="{FF2B5EF4-FFF2-40B4-BE49-F238E27FC236}">
                  <a16:creationId xmlns:a16="http://schemas.microsoft.com/office/drawing/2014/main" id="{2240CFEB-8008-4225-AC74-3E0B19548F4B}"/>
                </a:ext>
              </a:extLst>
            </p:cNvPr>
            <p:cNvSpPr>
              <a:spLocks noEditPoints="1"/>
            </p:cNvSpPr>
            <p:nvPr userDrawn="1"/>
          </p:nvSpPr>
          <p:spPr bwMode="auto">
            <a:xfrm>
              <a:off x="6586941" y="-221764"/>
              <a:ext cx="387335" cy="156539"/>
            </a:xfrm>
            <a:custGeom>
              <a:avLst/>
              <a:gdLst>
                <a:gd name="T0" fmla="*/ 187 w 258"/>
                <a:gd name="T1" fmla="*/ 54 h 104"/>
                <a:gd name="T2" fmla="*/ 187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76 w 258"/>
                <a:gd name="T17" fmla="*/ 69 h 104"/>
                <a:gd name="T18" fmla="*/ 184 w 258"/>
                <a:gd name="T19" fmla="*/ 81 h 104"/>
                <a:gd name="T20" fmla="*/ 187 w 258"/>
                <a:gd name="T21" fmla="*/ 83 h 104"/>
                <a:gd name="T22" fmla="*/ 115 w 258"/>
                <a:gd name="T23" fmla="*/ 98 h 104"/>
                <a:gd name="T24" fmla="*/ 100 w 258"/>
                <a:gd name="T25" fmla="*/ 98 h 104"/>
                <a:gd name="T26" fmla="*/ 99 w 258"/>
                <a:gd name="T27" fmla="*/ 97 h 104"/>
                <a:gd name="T28" fmla="*/ 93 w 258"/>
                <a:gd name="T29" fmla="*/ 98 h 104"/>
                <a:gd name="T30" fmla="*/ 14 w 258"/>
                <a:gd name="T31" fmla="*/ 78 h 104"/>
                <a:gd name="T32" fmla="*/ 11 w 258"/>
                <a:gd name="T33" fmla="*/ 75 h 104"/>
                <a:gd name="T34" fmla="*/ 16 w 258"/>
                <a:gd name="T35" fmla="*/ 19 h 104"/>
                <a:gd name="T36" fmla="*/ 24 w 258"/>
                <a:gd name="T37" fmla="*/ 14 h 104"/>
                <a:gd name="T38" fmla="*/ 25 w 258"/>
                <a:gd name="T39" fmla="*/ 13 h 104"/>
                <a:gd name="T40" fmla="*/ 94 w 258"/>
                <a:gd name="T41" fmla="*/ 0 h 104"/>
                <a:gd name="T42" fmla="*/ 23 w 258"/>
                <a:gd name="T43" fmla="*/ 8 h 104"/>
                <a:gd name="T44" fmla="*/ 11 w 258"/>
                <a:gd name="T45" fmla="*/ 15 h 104"/>
                <a:gd name="T46" fmla="*/ 5 w 258"/>
                <a:gd name="T47" fmla="*/ 77 h 104"/>
                <a:gd name="T48" fmla="*/ 6 w 258"/>
                <a:gd name="T49" fmla="*/ 78 h 104"/>
                <a:gd name="T50" fmla="*/ 93 w 258"/>
                <a:gd name="T51" fmla="*/ 104 h 104"/>
                <a:gd name="T52" fmla="*/ 98 w 258"/>
                <a:gd name="T53" fmla="*/ 103 h 104"/>
                <a:gd name="T54" fmla="*/ 240 w 258"/>
                <a:gd name="T55" fmla="*/ 84 h 104"/>
                <a:gd name="T56" fmla="*/ 188 w 258"/>
                <a:gd name="T57" fmla="*/ 77 h 104"/>
                <a:gd name="T58" fmla="*/ 185 w 258"/>
                <a:gd name="T59" fmla="*/ 75 h 104"/>
                <a:gd name="T60" fmla="*/ 187 w 258"/>
                <a:gd name="T61" fmla="*/ 54 h 104"/>
                <a:gd name="T62" fmla="*/ 186 w 258"/>
                <a:gd name="T63" fmla="*/ 20 h 104"/>
                <a:gd name="T64" fmla="*/ 186 w 258"/>
                <a:gd name="T65" fmla="*/ 19 h 104"/>
                <a:gd name="T66" fmla="*/ 182 w 258"/>
                <a:gd name="T67" fmla="*/ 23 h 104"/>
                <a:gd name="T68" fmla="*/ 186 w 258"/>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3"/>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1" name="Freeform 523">
              <a:extLst>
                <a:ext uri="{FF2B5EF4-FFF2-40B4-BE49-F238E27FC236}">
                  <a16:creationId xmlns:a16="http://schemas.microsoft.com/office/drawing/2014/main" id="{53597B56-94F5-4FDB-8578-CD974472A140}"/>
                </a:ext>
              </a:extLst>
            </p:cNvPr>
            <p:cNvSpPr>
              <a:spLocks noEditPoints="1"/>
            </p:cNvSpPr>
            <p:nvPr userDrawn="1"/>
          </p:nvSpPr>
          <p:spPr bwMode="auto">
            <a:xfrm>
              <a:off x="6251786" y="958301"/>
              <a:ext cx="417438" cy="170588"/>
            </a:xfrm>
            <a:custGeom>
              <a:avLst/>
              <a:gdLst>
                <a:gd name="T0" fmla="*/ 101 w 277"/>
                <a:gd name="T1" fmla="*/ 6 h 112"/>
                <a:gd name="T2" fmla="*/ 191 w 277"/>
                <a:gd name="T3" fmla="*/ 22 h 112"/>
                <a:gd name="T4" fmla="*/ 197 w 277"/>
                <a:gd name="T5" fmla="*/ 25 h 112"/>
                <a:gd name="T6" fmla="*/ 199 w 277"/>
                <a:gd name="T7" fmla="*/ 50 h 112"/>
                <a:gd name="T8" fmla="*/ 197 w 277"/>
                <a:gd name="T9" fmla="*/ 54 h 112"/>
                <a:gd name="T10" fmla="*/ 197 w 277"/>
                <a:gd name="T11" fmla="*/ 54 h 112"/>
                <a:gd name="T12" fmla="*/ 191 w 277"/>
                <a:gd name="T13" fmla="*/ 74 h 112"/>
                <a:gd name="T14" fmla="*/ 198 w 277"/>
                <a:gd name="T15" fmla="*/ 87 h 112"/>
                <a:gd name="T16" fmla="*/ 202 w 277"/>
                <a:gd name="T17" fmla="*/ 88 h 112"/>
                <a:gd name="T18" fmla="*/ 124 w 277"/>
                <a:gd name="T19" fmla="*/ 106 h 112"/>
                <a:gd name="T20" fmla="*/ 108 w 277"/>
                <a:gd name="T21" fmla="*/ 105 h 112"/>
                <a:gd name="T22" fmla="*/ 107 w 277"/>
                <a:gd name="T23" fmla="*/ 105 h 112"/>
                <a:gd name="T24" fmla="*/ 100 w 277"/>
                <a:gd name="T25" fmla="*/ 105 h 112"/>
                <a:gd name="T26" fmla="*/ 15 w 277"/>
                <a:gd name="T27" fmla="*/ 83 h 112"/>
                <a:gd name="T28" fmla="*/ 12 w 277"/>
                <a:gd name="T29" fmla="*/ 80 h 112"/>
                <a:gd name="T30" fmla="*/ 17 w 277"/>
                <a:gd name="T31" fmla="*/ 20 h 112"/>
                <a:gd name="T32" fmla="*/ 26 w 277"/>
                <a:gd name="T33" fmla="*/ 14 h 112"/>
                <a:gd name="T34" fmla="*/ 26 w 277"/>
                <a:gd name="T35" fmla="*/ 14 h 112"/>
                <a:gd name="T36" fmla="*/ 101 w 277"/>
                <a:gd name="T37" fmla="*/ 0 h 112"/>
                <a:gd name="T38" fmla="*/ 25 w 277"/>
                <a:gd name="T39" fmla="*/ 8 h 112"/>
                <a:gd name="T40" fmla="*/ 23 w 277"/>
                <a:gd name="T41" fmla="*/ 9 h 112"/>
                <a:gd name="T42" fmla="*/ 22 w 277"/>
                <a:gd name="T43" fmla="*/ 9 h 112"/>
                <a:gd name="T44" fmla="*/ 0 w 277"/>
                <a:gd name="T45" fmla="*/ 50 h 112"/>
                <a:gd name="T46" fmla="*/ 6 w 277"/>
                <a:gd name="T47" fmla="*/ 83 h 112"/>
                <a:gd name="T48" fmla="*/ 25 w 277"/>
                <a:gd name="T49" fmla="*/ 97 h 112"/>
                <a:gd name="T50" fmla="*/ 100 w 277"/>
                <a:gd name="T51" fmla="*/ 111 h 112"/>
                <a:gd name="T52" fmla="*/ 124 w 277"/>
                <a:gd name="T53" fmla="*/ 112 h 112"/>
                <a:gd name="T54" fmla="*/ 277 w 277"/>
                <a:gd name="T55" fmla="*/ 84 h 112"/>
                <a:gd name="T56" fmla="*/ 202 w 277"/>
                <a:gd name="T57" fmla="*/ 82 h 112"/>
                <a:gd name="T58" fmla="*/ 197 w 277"/>
                <a:gd name="T59" fmla="*/ 74 h 112"/>
                <a:gd name="T60" fmla="*/ 202 w 277"/>
                <a:gd name="T61" fmla="*/ 57 h 112"/>
                <a:gd name="T62" fmla="*/ 201 w 277"/>
                <a:gd name="T63" fmla="*/ 21 h 112"/>
                <a:gd name="T64" fmla="*/ 200 w 277"/>
                <a:gd name="T65" fmla="*/ 20 h 112"/>
                <a:gd name="T66" fmla="*/ 196 w 277"/>
                <a:gd name="T67" fmla="*/ 25 h 112"/>
                <a:gd name="T68" fmla="*/ 200 w 277"/>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12">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7"/>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2" name="Freeform 524">
              <a:extLst>
                <a:ext uri="{FF2B5EF4-FFF2-40B4-BE49-F238E27FC236}">
                  <a16:creationId xmlns:a16="http://schemas.microsoft.com/office/drawing/2014/main" id="{0A443A42-8A81-479F-BC76-064874553637}"/>
                </a:ext>
              </a:extLst>
            </p:cNvPr>
            <p:cNvSpPr>
              <a:spLocks/>
            </p:cNvSpPr>
            <p:nvPr userDrawn="1"/>
          </p:nvSpPr>
          <p:spPr bwMode="auto">
            <a:xfrm>
              <a:off x="6285904" y="972350"/>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3" name="Freeform 525">
              <a:extLst>
                <a:ext uri="{FF2B5EF4-FFF2-40B4-BE49-F238E27FC236}">
                  <a16:creationId xmlns:a16="http://schemas.microsoft.com/office/drawing/2014/main" id="{3886693D-8DA0-4916-8F4D-A4AA3B8B1A29}"/>
                </a:ext>
              </a:extLst>
            </p:cNvPr>
            <p:cNvSpPr>
              <a:spLocks noEditPoints="1"/>
            </p:cNvSpPr>
            <p:nvPr userDrawn="1"/>
          </p:nvSpPr>
          <p:spPr bwMode="auto">
            <a:xfrm>
              <a:off x="7052544" y="976364"/>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4" name="Freeform 526">
              <a:extLst>
                <a:ext uri="{FF2B5EF4-FFF2-40B4-BE49-F238E27FC236}">
                  <a16:creationId xmlns:a16="http://schemas.microsoft.com/office/drawing/2014/main" id="{0D3F9DB0-69C6-4216-B3F1-DA5BFA26AB43}"/>
                </a:ext>
              </a:extLst>
            </p:cNvPr>
            <p:cNvSpPr>
              <a:spLocks/>
            </p:cNvSpPr>
            <p:nvPr userDrawn="1"/>
          </p:nvSpPr>
          <p:spPr bwMode="auto">
            <a:xfrm>
              <a:off x="7076627" y="1018508"/>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5" name="Freeform 527">
              <a:extLst>
                <a:ext uri="{FF2B5EF4-FFF2-40B4-BE49-F238E27FC236}">
                  <a16:creationId xmlns:a16="http://schemas.microsoft.com/office/drawing/2014/main" id="{FD1B804A-0F61-4C56-8DCD-E6CC8D8282FE}"/>
                </a:ext>
              </a:extLst>
            </p:cNvPr>
            <p:cNvSpPr>
              <a:spLocks noEditPoints="1"/>
            </p:cNvSpPr>
            <p:nvPr userDrawn="1"/>
          </p:nvSpPr>
          <p:spPr bwMode="auto">
            <a:xfrm>
              <a:off x="7423823" y="1460029"/>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7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6" name="Freeform 528">
              <a:extLst>
                <a:ext uri="{FF2B5EF4-FFF2-40B4-BE49-F238E27FC236}">
                  <a16:creationId xmlns:a16="http://schemas.microsoft.com/office/drawing/2014/main" id="{E268A7EB-2339-4A51-A4D1-94C2E445E33E}"/>
                </a:ext>
              </a:extLst>
            </p:cNvPr>
            <p:cNvSpPr>
              <a:spLocks noEditPoints="1"/>
            </p:cNvSpPr>
            <p:nvPr userDrawn="1"/>
          </p:nvSpPr>
          <p:spPr bwMode="auto">
            <a:xfrm>
              <a:off x="7769012" y="861969"/>
              <a:ext cx="254879"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7" name="Freeform 529">
              <a:extLst>
                <a:ext uri="{FF2B5EF4-FFF2-40B4-BE49-F238E27FC236}">
                  <a16:creationId xmlns:a16="http://schemas.microsoft.com/office/drawing/2014/main" id="{C48BB543-128A-4C67-8450-BA52DEE9963C}"/>
                </a:ext>
              </a:extLst>
            </p:cNvPr>
            <p:cNvSpPr>
              <a:spLocks noEditPoints="1"/>
            </p:cNvSpPr>
            <p:nvPr userDrawn="1"/>
          </p:nvSpPr>
          <p:spPr bwMode="auto">
            <a:xfrm>
              <a:off x="8738351" y="1233248"/>
              <a:ext cx="256885" cy="198685"/>
            </a:xfrm>
            <a:custGeom>
              <a:avLst/>
              <a:gdLst>
                <a:gd name="T0" fmla="*/ 40 w 170"/>
                <a:gd name="T1" fmla="*/ 87 h 132"/>
                <a:gd name="T2" fmla="*/ 40 w 170"/>
                <a:gd name="T3" fmla="*/ 87 h 132"/>
                <a:gd name="T4" fmla="*/ 27 w 170"/>
                <a:gd name="T5" fmla="*/ 7 h 132"/>
                <a:gd name="T6" fmla="*/ 35 w 170"/>
                <a:gd name="T7" fmla="*/ 7 h 132"/>
                <a:gd name="T8" fmla="*/ 108 w 170"/>
                <a:gd name="T9" fmla="*/ 6 h 132"/>
                <a:gd name="T10" fmla="*/ 131 w 170"/>
                <a:gd name="T11" fmla="*/ 7 h 132"/>
                <a:gd name="T12" fmla="*/ 139 w 170"/>
                <a:gd name="T13" fmla="*/ 7 h 132"/>
                <a:gd name="T14" fmla="*/ 143 w 170"/>
                <a:gd name="T15" fmla="*/ 7 h 132"/>
                <a:gd name="T16" fmla="*/ 148 w 170"/>
                <a:gd name="T17" fmla="*/ 10 h 132"/>
                <a:gd name="T18" fmla="*/ 158 w 170"/>
                <a:gd name="T19" fmla="*/ 23 h 132"/>
                <a:gd name="T20" fmla="*/ 164 w 170"/>
                <a:gd name="T21" fmla="*/ 42 h 132"/>
                <a:gd name="T22" fmla="*/ 155 w 170"/>
                <a:gd name="T23" fmla="*/ 65 h 132"/>
                <a:gd name="T24" fmla="*/ 124 w 170"/>
                <a:gd name="T25" fmla="*/ 88 h 132"/>
                <a:gd name="T26" fmla="*/ 51 w 170"/>
                <a:gd name="T27" fmla="*/ 88 h 132"/>
                <a:gd name="T28" fmla="*/ 45 w 170"/>
                <a:gd name="T29" fmla="*/ 107 h 132"/>
                <a:gd name="T30" fmla="*/ 43 w 170"/>
                <a:gd name="T31" fmla="*/ 88 h 132"/>
                <a:gd name="T32" fmla="*/ 40 w 170"/>
                <a:gd name="T33" fmla="*/ 87 h 132"/>
                <a:gd name="T34" fmla="*/ 27 w 170"/>
                <a:gd name="T35" fmla="*/ 82 h 132"/>
                <a:gd name="T36" fmla="*/ 8 w 170"/>
                <a:gd name="T37" fmla="*/ 45 h 132"/>
                <a:gd name="T38" fmla="*/ 8 w 170"/>
                <a:gd name="T39" fmla="*/ 45 h 132"/>
                <a:gd name="T40" fmla="*/ 8 w 170"/>
                <a:gd name="T41" fmla="*/ 44 h 132"/>
                <a:gd name="T42" fmla="*/ 8 w 170"/>
                <a:gd name="T43" fmla="*/ 44 h 132"/>
                <a:gd name="T44" fmla="*/ 6 w 170"/>
                <a:gd name="T45" fmla="*/ 33 h 132"/>
                <a:gd name="T46" fmla="*/ 10 w 170"/>
                <a:gd name="T47" fmla="*/ 18 h 132"/>
                <a:gd name="T48" fmla="*/ 27 w 170"/>
                <a:gd name="T49" fmla="*/ 7 h 132"/>
                <a:gd name="T50" fmla="*/ 108 w 170"/>
                <a:gd name="T51" fmla="*/ 0 h 132"/>
                <a:gd name="T52" fmla="*/ 27 w 170"/>
                <a:gd name="T53" fmla="*/ 1 h 132"/>
                <a:gd name="T54" fmla="*/ 27 w 170"/>
                <a:gd name="T55" fmla="*/ 1 h 132"/>
                <a:gd name="T56" fmla="*/ 26 w 170"/>
                <a:gd name="T57" fmla="*/ 2 h 132"/>
                <a:gd name="T58" fmla="*/ 5 w 170"/>
                <a:gd name="T59" fmla="*/ 15 h 132"/>
                <a:gd name="T60" fmla="*/ 0 w 170"/>
                <a:gd name="T61" fmla="*/ 33 h 132"/>
                <a:gd name="T62" fmla="*/ 2 w 170"/>
                <a:gd name="T63" fmla="*/ 46 h 132"/>
                <a:gd name="T64" fmla="*/ 24 w 170"/>
                <a:gd name="T65" fmla="*/ 87 h 132"/>
                <a:gd name="T66" fmla="*/ 37 w 170"/>
                <a:gd name="T67" fmla="*/ 93 h 132"/>
                <a:gd name="T68" fmla="*/ 43 w 170"/>
                <a:gd name="T69" fmla="*/ 132 h 132"/>
                <a:gd name="T70" fmla="*/ 44 w 170"/>
                <a:gd name="T71" fmla="*/ 132 h 132"/>
                <a:gd name="T72" fmla="*/ 56 w 170"/>
                <a:gd name="T73" fmla="*/ 94 h 132"/>
                <a:gd name="T74" fmla="*/ 125 w 170"/>
                <a:gd name="T75" fmla="*/ 94 h 132"/>
                <a:gd name="T76" fmla="*/ 126 w 170"/>
                <a:gd name="T77" fmla="*/ 94 h 132"/>
                <a:gd name="T78" fmla="*/ 160 w 170"/>
                <a:gd name="T79" fmla="*/ 68 h 132"/>
                <a:gd name="T80" fmla="*/ 170 w 170"/>
                <a:gd name="T81" fmla="*/ 42 h 132"/>
                <a:gd name="T82" fmla="*/ 162 w 170"/>
                <a:gd name="T83" fmla="*/ 17 h 132"/>
                <a:gd name="T84" fmla="*/ 162 w 170"/>
                <a:gd name="T85" fmla="*/ 17 h 132"/>
                <a:gd name="T86" fmla="*/ 160 w 170"/>
                <a:gd name="T87" fmla="*/ 15 h 132"/>
                <a:gd name="T88" fmla="*/ 160 w 170"/>
                <a:gd name="T89" fmla="*/ 14 h 132"/>
                <a:gd name="T90" fmla="*/ 160 w 170"/>
                <a:gd name="T91" fmla="*/ 14 h 132"/>
                <a:gd name="T92" fmla="*/ 152 w 170"/>
                <a:gd name="T93" fmla="*/ 6 h 132"/>
                <a:gd name="T94" fmla="*/ 144 w 170"/>
                <a:gd name="T95" fmla="*/ 2 h 132"/>
                <a:gd name="T96" fmla="*/ 139 w 170"/>
                <a:gd name="T97" fmla="*/ 1 h 132"/>
                <a:gd name="T98" fmla="*/ 108 w 170"/>
                <a:gd name="T9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32">
                  <a:moveTo>
                    <a:pt x="40" y="87"/>
                  </a:moveTo>
                  <a:cubicBezTo>
                    <a:pt x="40" y="87"/>
                    <a:pt x="40" y="87"/>
                    <a:pt x="40" y="87"/>
                  </a:cubicBezTo>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8" name="Freeform 530">
              <a:extLst>
                <a:ext uri="{FF2B5EF4-FFF2-40B4-BE49-F238E27FC236}">
                  <a16:creationId xmlns:a16="http://schemas.microsoft.com/office/drawing/2014/main" id="{E0B45653-FA97-4C7D-B8E0-CE249EDECE6A}"/>
                </a:ext>
              </a:extLst>
            </p:cNvPr>
            <p:cNvSpPr>
              <a:spLocks/>
            </p:cNvSpPr>
            <p:nvPr userDrawn="1"/>
          </p:nvSpPr>
          <p:spPr bwMode="auto">
            <a:xfrm>
              <a:off x="8804579" y="1431932"/>
              <a:ext cx="0"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9" name="Freeform 531">
              <a:extLst>
                <a:ext uri="{FF2B5EF4-FFF2-40B4-BE49-F238E27FC236}">
                  <a16:creationId xmlns:a16="http://schemas.microsoft.com/office/drawing/2014/main" id="{F480B300-1621-4CB1-A813-D467657B4DAB}"/>
                </a:ext>
              </a:extLst>
            </p:cNvPr>
            <p:cNvSpPr>
              <a:spLocks noEditPoints="1"/>
            </p:cNvSpPr>
            <p:nvPr userDrawn="1"/>
          </p:nvSpPr>
          <p:spPr bwMode="auto">
            <a:xfrm>
              <a:off x="7492058" y="5018"/>
              <a:ext cx="280968" cy="242837"/>
            </a:xfrm>
            <a:custGeom>
              <a:avLst/>
              <a:gdLst>
                <a:gd name="T0" fmla="*/ 91 w 187"/>
                <a:gd name="T1" fmla="*/ 23 h 162"/>
                <a:gd name="T2" fmla="*/ 94 w 187"/>
                <a:gd name="T3" fmla="*/ 22 h 162"/>
                <a:gd name="T4" fmla="*/ 73 w 187"/>
                <a:gd name="T5" fmla="*/ 8 h 162"/>
                <a:gd name="T6" fmla="*/ 84 w 187"/>
                <a:gd name="T7" fmla="*/ 12 h 162"/>
                <a:gd name="T8" fmla="*/ 93 w 187"/>
                <a:gd name="T9" fmla="*/ 25 h 162"/>
                <a:gd name="T10" fmla="*/ 135 w 187"/>
                <a:gd name="T11" fmla="*/ 13 h 162"/>
                <a:gd name="T12" fmla="*/ 151 w 187"/>
                <a:gd name="T13" fmla="*/ 51 h 162"/>
                <a:gd name="T14" fmla="*/ 174 w 187"/>
                <a:gd name="T15" fmla="*/ 64 h 162"/>
                <a:gd name="T16" fmla="*/ 178 w 187"/>
                <a:gd name="T17" fmla="*/ 87 h 162"/>
                <a:gd name="T18" fmla="*/ 153 w 187"/>
                <a:gd name="T19" fmla="*/ 110 h 162"/>
                <a:gd name="T20" fmla="*/ 142 w 187"/>
                <a:gd name="T21" fmla="*/ 112 h 162"/>
                <a:gd name="T22" fmla="*/ 134 w 187"/>
                <a:gd name="T23" fmla="*/ 137 h 162"/>
                <a:gd name="T24" fmla="*/ 113 w 187"/>
                <a:gd name="T25" fmla="*/ 134 h 162"/>
                <a:gd name="T26" fmla="*/ 98 w 187"/>
                <a:gd name="T27" fmla="*/ 135 h 162"/>
                <a:gd name="T28" fmla="*/ 46 w 187"/>
                <a:gd name="T29" fmla="*/ 137 h 162"/>
                <a:gd name="T30" fmla="*/ 28 w 187"/>
                <a:gd name="T31" fmla="*/ 111 h 162"/>
                <a:gd name="T32" fmla="*/ 8 w 187"/>
                <a:gd name="T33" fmla="*/ 105 h 162"/>
                <a:gd name="T34" fmla="*/ 20 w 187"/>
                <a:gd name="T35" fmla="*/ 81 h 162"/>
                <a:gd name="T36" fmla="*/ 21 w 187"/>
                <a:gd name="T37" fmla="*/ 36 h 162"/>
                <a:gd name="T38" fmla="*/ 62 w 187"/>
                <a:gd name="T39" fmla="*/ 28 h 162"/>
                <a:gd name="T40" fmla="*/ 77 w 187"/>
                <a:gd name="T41" fmla="*/ 0 h 162"/>
                <a:gd name="T42" fmla="*/ 60 w 187"/>
                <a:gd name="T43" fmla="*/ 13 h 162"/>
                <a:gd name="T44" fmla="*/ 60 w 187"/>
                <a:gd name="T45" fmla="*/ 21 h 162"/>
                <a:gd name="T46" fmla="*/ 53 w 187"/>
                <a:gd name="T47" fmla="*/ 24 h 162"/>
                <a:gd name="T48" fmla="*/ 36 w 187"/>
                <a:gd name="T49" fmla="*/ 20 h 162"/>
                <a:gd name="T50" fmla="*/ 11 w 187"/>
                <a:gd name="T51" fmla="*/ 48 h 162"/>
                <a:gd name="T52" fmla="*/ 18 w 187"/>
                <a:gd name="T53" fmla="*/ 71 h 162"/>
                <a:gd name="T54" fmla="*/ 4 w 187"/>
                <a:gd name="T55" fmla="*/ 83 h 162"/>
                <a:gd name="T56" fmla="*/ 2 w 187"/>
                <a:gd name="T57" fmla="*/ 85 h 162"/>
                <a:gd name="T58" fmla="*/ 19 w 187"/>
                <a:gd name="T59" fmla="*/ 118 h 162"/>
                <a:gd name="T60" fmla="*/ 35 w 187"/>
                <a:gd name="T61" fmla="*/ 118 h 162"/>
                <a:gd name="T62" fmla="*/ 40 w 187"/>
                <a:gd name="T63" fmla="*/ 138 h 162"/>
                <a:gd name="T64" fmla="*/ 41 w 187"/>
                <a:gd name="T65" fmla="*/ 141 h 162"/>
                <a:gd name="T66" fmla="*/ 93 w 187"/>
                <a:gd name="T67" fmla="*/ 150 h 162"/>
                <a:gd name="T68" fmla="*/ 107 w 187"/>
                <a:gd name="T69" fmla="*/ 137 h 162"/>
                <a:gd name="T70" fmla="*/ 110 w 187"/>
                <a:gd name="T71" fmla="*/ 140 h 162"/>
                <a:gd name="T72" fmla="*/ 123 w 187"/>
                <a:gd name="T73" fmla="*/ 146 h 162"/>
                <a:gd name="T74" fmla="*/ 144 w 187"/>
                <a:gd name="T75" fmla="*/ 134 h 162"/>
                <a:gd name="T76" fmla="*/ 172 w 187"/>
                <a:gd name="T77" fmla="*/ 155 h 162"/>
                <a:gd name="T78" fmla="*/ 184 w 187"/>
                <a:gd name="T79" fmla="*/ 162 h 162"/>
                <a:gd name="T80" fmla="*/ 187 w 187"/>
                <a:gd name="T81" fmla="*/ 158 h 162"/>
                <a:gd name="T82" fmla="*/ 159 w 187"/>
                <a:gd name="T83" fmla="*/ 110 h 162"/>
                <a:gd name="T84" fmla="*/ 185 w 187"/>
                <a:gd name="T85" fmla="*/ 87 h 162"/>
                <a:gd name="T86" fmla="*/ 174 w 187"/>
                <a:gd name="T87" fmla="*/ 58 h 162"/>
                <a:gd name="T88" fmla="*/ 160 w 187"/>
                <a:gd name="T89" fmla="*/ 56 h 162"/>
                <a:gd name="T90" fmla="*/ 157 w 187"/>
                <a:gd name="T91" fmla="*/ 21 h 162"/>
                <a:gd name="T92" fmla="*/ 99 w 187"/>
                <a:gd name="T93" fmla="*/ 13 h 162"/>
                <a:gd name="T94" fmla="*/ 77 w 187"/>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0" name="Freeform 532">
              <a:extLst>
                <a:ext uri="{FF2B5EF4-FFF2-40B4-BE49-F238E27FC236}">
                  <a16:creationId xmlns:a16="http://schemas.microsoft.com/office/drawing/2014/main" id="{DF323B0A-5182-4AF4-8AAC-B6A3A9AC79E0}"/>
                </a:ext>
              </a:extLst>
            </p:cNvPr>
            <p:cNvSpPr>
              <a:spLocks noEditPoints="1"/>
            </p:cNvSpPr>
            <p:nvPr userDrawn="1"/>
          </p:nvSpPr>
          <p:spPr bwMode="auto">
            <a:xfrm>
              <a:off x="8202505" y="47162"/>
              <a:ext cx="282975" cy="242837"/>
            </a:xfrm>
            <a:custGeom>
              <a:avLst/>
              <a:gdLst>
                <a:gd name="T0" fmla="*/ 77 w 188"/>
                <a:gd name="T1" fmla="*/ 139 h 162"/>
                <a:gd name="T2" fmla="*/ 105 w 188"/>
                <a:gd name="T3" fmla="*/ 9 h 162"/>
                <a:gd name="T4" fmla="*/ 110 w 188"/>
                <a:gd name="T5" fmla="*/ 6 h 162"/>
                <a:gd name="T6" fmla="*/ 121 w 188"/>
                <a:gd name="T7" fmla="*/ 15 h 162"/>
                <a:gd name="T8" fmla="*/ 127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2"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1" name="Freeform 533">
              <a:extLst>
                <a:ext uri="{FF2B5EF4-FFF2-40B4-BE49-F238E27FC236}">
                  <a16:creationId xmlns:a16="http://schemas.microsoft.com/office/drawing/2014/main" id="{029A45D3-B742-4F11-B764-B6EEE84995F2}"/>
                </a:ext>
              </a:extLst>
            </p:cNvPr>
            <p:cNvSpPr>
              <a:spLocks noEditPoints="1"/>
            </p:cNvSpPr>
            <p:nvPr userDrawn="1"/>
          </p:nvSpPr>
          <p:spPr bwMode="auto">
            <a:xfrm>
              <a:off x="7630535" y="1144944"/>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7 h 162"/>
                <a:gd name="T10" fmla="*/ 169 w 188"/>
                <a:gd name="T11" fmla="*/ 54 h 162"/>
                <a:gd name="T12" fmla="*/ 167 w 188"/>
                <a:gd name="T13" fmla="*/ 80 h 162"/>
                <a:gd name="T14" fmla="*/ 179 w 188"/>
                <a:gd name="T15" fmla="*/ 105 h 162"/>
                <a:gd name="T16" fmla="*/ 159 w 188"/>
                <a:gd name="T17" fmla="*/ 110 h 162"/>
                <a:gd name="T18" fmla="*/ 141 w 188"/>
                <a:gd name="T19" fmla="*/ 132 h 162"/>
                <a:gd name="T20" fmla="*/ 102 w 188"/>
                <a:gd name="T21" fmla="*/ 146 h 162"/>
                <a:gd name="T22" fmla="*/ 81 w 188"/>
                <a:gd name="T23" fmla="*/ 131 h 162"/>
                <a:gd name="T24" fmla="*/ 73 w 188"/>
                <a:gd name="T25" fmla="*/ 135 h 162"/>
                <a:gd name="T26" fmla="*/ 53 w 188"/>
                <a:gd name="T27" fmla="*/ 136 h 162"/>
                <a:gd name="T28" fmla="*/ 48 w 188"/>
                <a:gd name="T29" fmla="*/ 115 h 162"/>
                <a:gd name="T30" fmla="*/ 27 w 188"/>
                <a:gd name="T31" fmla="*/ 126 h 162"/>
                <a:gd name="T32" fmla="*/ 12 w 188"/>
                <a:gd name="T33" fmla="*/ 91 h 162"/>
                <a:gd name="T34" fmla="*/ 10 w 188"/>
                <a:gd name="T35" fmla="*/ 64 h 162"/>
                <a:gd name="T36" fmla="*/ 31 w 188"/>
                <a:gd name="T37" fmla="*/ 60 h 162"/>
                <a:gd name="T38" fmla="*/ 35 w 188"/>
                <a:gd name="T39" fmla="*/ 24 h 162"/>
                <a:gd name="T40" fmla="*/ 85 w 188"/>
                <a:gd name="T41" fmla="*/ 17 h 162"/>
                <a:gd name="T42" fmla="*/ 94 w 188"/>
                <a:gd name="T43" fmla="*/ 24 h 162"/>
                <a:gd name="T44" fmla="*/ 110 w 188"/>
                <a:gd name="T45" fmla="*/ 0 h 162"/>
                <a:gd name="T46" fmla="*/ 88 w 188"/>
                <a:gd name="T47" fmla="*/ 12 h 162"/>
                <a:gd name="T48" fmla="*/ 30 w 188"/>
                <a:gd name="T49" fmla="*/ 20 h 162"/>
                <a:gd name="T50" fmla="*/ 28 w 188"/>
                <a:gd name="T51" fmla="*/ 55 h 162"/>
                <a:gd name="T52" fmla="*/ 13 w 188"/>
                <a:gd name="T53" fmla="*/ 57 h 162"/>
                <a:gd name="T54" fmla="*/ 3 w 188"/>
                <a:gd name="T55" fmla="*/ 90 h 162"/>
                <a:gd name="T56" fmla="*/ 28 w 188"/>
                <a:gd name="T57" fmla="*/ 110 h 162"/>
                <a:gd name="T58" fmla="*/ 1 w 188"/>
                <a:gd name="T59" fmla="*/ 157 h 162"/>
                <a:gd name="T60" fmla="*/ 0 w 188"/>
                <a:gd name="T61" fmla="*/ 160 h 162"/>
                <a:gd name="T62" fmla="*/ 8 w 188"/>
                <a:gd name="T63" fmla="*/ 160 h 162"/>
                <a:gd name="T64" fmla="*/ 44 w 188"/>
                <a:gd name="T65" fmla="*/ 124 h 162"/>
                <a:gd name="T66" fmla="*/ 50 w 188"/>
                <a:gd name="T67" fmla="*/ 141 h 162"/>
                <a:gd name="T68" fmla="*/ 77 w 188"/>
                <a:gd name="T69" fmla="*/ 140 h 162"/>
                <a:gd name="T70" fmla="*/ 79 w 188"/>
                <a:gd name="T71" fmla="*/ 138 h 162"/>
                <a:gd name="T72" fmla="*/ 94 w 188"/>
                <a:gd name="T73" fmla="*/ 150 h 162"/>
                <a:gd name="T74" fmla="*/ 146 w 188"/>
                <a:gd name="T75" fmla="*/ 140 h 162"/>
                <a:gd name="T76" fmla="*/ 147 w 188"/>
                <a:gd name="T77" fmla="*/ 132 h 162"/>
                <a:gd name="T78" fmla="*/ 167 w 188"/>
                <a:gd name="T79" fmla="*/ 117 h 162"/>
                <a:gd name="T80" fmla="*/ 184 w 188"/>
                <a:gd name="T81" fmla="*/ 108 h 162"/>
                <a:gd name="T82" fmla="*/ 183 w 188"/>
                <a:gd name="T83" fmla="*/ 83 h 162"/>
                <a:gd name="T84" fmla="*/ 170 w 188"/>
                <a:gd name="T85" fmla="*/ 71 h 162"/>
                <a:gd name="T86" fmla="*/ 176 w 188"/>
                <a:gd name="T87" fmla="*/ 47 h 162"/>
                <a:gd name="T88" fmla="*/ 151 w 188"/>
                <a:gd name="T89" fmla="*/ 20 h 162"/>
                <a:gd name="T90" fmla="*/ 134 w 188"/>
                <a:gd name="T91" fmla="*/ 23 h 162"/>
                <a:gd name="T92" fmla="*/ 128 w 188"/>
                <a:gd name="T93" fmla="*/ 15 h 162"/>
                <a:gd name="T94" fmla="*/ 117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2" name="Freeform 534">
              <a:extLst>
                <a:ext uri="{FF2B5EF4-FFF2-40B4-BE49-F238E27FC236}">
                  <a16:creationId xmlns:a16="http://schemas.microsoft.com/office/drawing/2014/main" id="{1D598550-2F98-4ADE-A5B7-9A41724691F5}"/>
                </a:ext>
              </a:extLst>
            </p:cNvPr>
            <p:cNvSpPr>
              <a:spLocks noEditPoints="1"/>
            </p:cNvSpPr>
            <p:nvPr userDrawn="1"/>
          </p:nvSpPr>
          <p:spPr bwMode="auto">
            <a:xfrm>
              <a:off x="8979181" y="946259"/>
              <a:ext cx="365258" cy="313078"/>
            </a:xfrm>
            <a:custGeom>
              <a:avLst/>
              <a:gdLst>
                <a:gd name="T0" fmla="*/ 3 w 243"/>
                <a:gd name="T1" fmla="*/ 202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32 w 243"/>
                <a:gd name="T21" fmla="*/ 190 h 208"/>
                <a:gd name="T22" fmla="*/ 105 w 243"/>
                <a:gd name="T23" fmla="*/ 170 h 208"/>
                <a:gd name="T24" fmla="*/ 96 w 243"/>
                <a:gd name="T25" fmla="*/ 175 h 208"/>
                <a:gd name="T26" fmla="*/ 68 w 243"/>
                <a:gd name="T27" fmla="*/ 176 h 208"/>
                <a:gd name="T28" fmla="*/ 61 w 243"/>
                <a:gd name="T29" fmla="*/ 149 h 208"/>
                <a:gd name="T30" fmla="*/ 14 w 243"/>
                <a:gd name="T31" fmla="*/ 196 h 208"/>
                <a:gd name="T32" fmla="*/ 19 w 243"/>
                <a:gd name="T33" fmla="*/ 120 h 208"/>
                <a:gd name="T34" fmla="*/ 9 w 243"/>
                <a:gd name="T35" fmla="*/ 85 h 208"/>
                <a:gd name="T36" fmla="*/ 24 w 243"/>
                <a:gd name="T37" fmla="*/ 81 h 208"/>
                <a:gd name="T38" fmla="*/ 37 w 243"/>
                <a:gd name="T39" fmla="*/ 45 h 208"/>
                <a:gd name="T40" fmla="*/ 83 w 243"/>
                <a:gd name="T41" fmla="*/ 11 h 208"/>
                <a:gd name="T42" fmla="*/ 123 w 243"/>
                <a:gd name="T43" fmla="*/ 30 h 208"/>
                <a:gd name="T44" fmla="*/ 128 w 243"/>
                <a:gd name="T45" fmla="*/ 28 h 208"/>
                <a:gd name="T46" fmla="*/ 123 w 243"/>
                <a:gd name="T47" fmla="*/ 22 h 208"/>
                <a:gd name="T48" fmla="*/ 40 w 243"/>
                <a:gd name="T49" fmla="*/ 26 h 208"/>
                <a:gd name="T50" fmla="*/ 36 w 243"/>
                <a:gd name="T51" fmla="*/ 71 h 208"/>
                <a:gd name="T52" fmla="*/ 17 w 243"/>
                <a:gd name="T53" fmla="*/ 74 h 208"/>
                <a:gd name="T54" fmla="*/ 5 w 243"/>
                <a:gd name="T55" fmla="*/ 115 h 208"/>
                <a:gd name="T56" fmla="*/ 37 w 243"/>
                <a:gd name="T57" fmla="*/ 142 h 208"/>
                <a:gd name="T58" fmla="*/ 2 w 243"/>
                <a:gd name="T59" fmla="*/ 203 h 208"/>
                <a:gd name="T60" fmla="*/ 1 w 243"/>
                <a:gd name="T61" fmla="*/ 205 h 208"/>
                <a:gd name="T62" fmla="*/ 9 w 243"/>
                <a:gd name="T63" fmla="*/ 206 h 208"/>
                <a:gd name="T64" fmla="*/ 57 w 243"/>
                <a:gd name="T65" fmla="*/ 160 h 208"/>
                <a:gd name="T66" fmla="*/ 65 w 243"/>
                <a:gd name="T67" fmla="*/ 181 h 208"/>
                <a:gd name="T68" fmla="*/ 99 w 243"/>
                <a:gd name="T69" fmla="*/ 180 h 208"/>
                <a:gd name="T70" fmla="*/ 105 w 243"/>
                <a:gd name="T71" fmla="*/ 176 h 208"/>
                <a:gd name="T72" fmla="*/ 124 w 243"/>
                <a:gd name="T73" fmla="*/ 194 h 208"/>
                <a:gd name="T74" fmla="*/ 190 w 243"/>
                <a:gd name="T75" fmla="*/ 180 h 208"/>
                <a:gd name="T76" fmla="*/ 192 w 243"/>
                <a:gd name="T77" fmla="*/ 157 h 208"/>
                <a:gd name="T78" fmla="*/ 217 w 243"/>
                <a:gd name="T79" fmla="*/ 151 h 208"/>
                <a:gd name="T80" fmla="*/ 239 w 243"/>
                <a:gd name="T81" fmla="*/ 139 h 208"/>
                <a:gd name="T82" fmla="*/ 238 w 243"/>
                <a:gd name="T83" fmla="*/ 108 h 208"/>
                <a:gd name="T84" fmla="*/ 219 w 243"/>
                <a:gd name="T85" fmla="*/ 91 h 208"/>
                <a:gd name="T86" fmla="*/ 228 w 243"/>
                <a:gd name="T87" fmla="*/ 61 h 208"/>
                <a:gd name="T88" fmla="*/ 196 w 243"/>
                <a:gd name="T89" fmla="*/ 26 h 208"/>
                <a:gd name="T90" fmla="*/ 174 w 243"/>
                <a:gd name="T91" fmla="*/ 30 h 208"/>
                <a:gd name="T92" fmla="*/ 165 w 243"/>
                <a:gd name="T93" fmla="*/ 18 h 208"/>
                <a:gd name="T94" fmla="*/ 151 w 243"/>
                <a:gd name="T9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3" y="202"/>
                  </a:moveTo>
                  <a:cubicBezTo>
                    <a:pt x="3" y="202"/>
                    <a:pt x="3" y="202"/>
                    <a:pt x="3" y="202"/>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6" y="192"/>
                    <a:pt x="146"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3" name="Freeform 535">
              <a:extLst>
                <a:ext uri="{FF2B5EF4-FFF2-40B4-BE49-F238E27FC236}">
                  <a16:creationId xmlns:a16="http://schemas.microsoft.com/office/drawing/2014/main" id="{368CFC7D-CE1E-4784-9018-DB3812DFE454}"/>
                </a:ext>
              </a:extLst>
            </p:cNvPr>
            <p:cNvSpPr>
              <a:spLocks/>
            </p:cNvSpPr>
            <p:nvPr userDrawn="1"/>
          </p:nvSpPr>
          <p:spPr bwMode="auto">
            <a:xfrm>
              <a:off x="8979181" y="1255324"/>
              <a:ext cx="4014"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4" name="Freeform 536">
              <a:extLst>
                <a:ext uri="{FF2B5EF4-FFF2-40B4-BE49-F238E27FC236}">
                  <a16:creationId xmlns:a16="http://schemas.microsoft.com/office/drawing/2014/main" id="{684137B9-1880-4345-A04E-7E1A058C665F}"/>
                </a:ext>
              </a:extLst>
            </p:cNvPr>
            <p:cNvSpPr>
              <a:spLocks noEditPoints="1"/>
            </p:cNvSpPr>
            <p:nvPr userDrawn="1"/>
          </p:nvSpPr>
          <p:spPr bwMode="auto">
            <a:xfrm>
              <a:off x="610354" y="198985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6"/>
                    <a:pt x="4" y="26"/>
                    <a:pt x="4" y="26"/>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5" name="Freeform 537">
              <a:extLst>
                <a:ext uri="{FF2B5EF4-FFF2-40B4-BE49-F238E27FC236}">
                  <a16:creationId xmlns:a16="http://schemas.microsoft.com/office/drawing/2014/main" id="{71435F9A-FCA5-4C50-8231-D3CF07393055}"/>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close/>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6" name="Freeform 538">
              <a:extLst>
                <a:ext uri="{FF2B5EF4-FFF2-40B4-BE49-F238E27FC236}">
                  <a16:creationId xmlns:a16="http://schemas.microsoft.com/office/drawing/2014/main" id="{9C6DF593-F3C4-42F1-80FA-4F610BED1076}"/>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7" name="Freeform 539">
              <a:extLst>
                <a:ext uri="{FF2B5EF4-FFF2-40B4-BE49-F238E27FC236}">
                  <a16:creationId xmlns:a16="http://schemas.microsoft.com/office/drawing/2014/main" id="{D61FDC2A-6162-42EA-93A7-DFDD3AA7BD29}"/>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close/>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close/>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8" name="Freeform 540">
              <a:extLst>
                <a:ext uri="{FF2B5EF4-FFF2-40B4-BE49-F238E27FC236}">
                  <a16:creationId xmlns:a16="http://schemas.microsoft.com/office/drawing/2014/main" id="{1ADBDAE5-7834-4653-A964-368382F848A2}"/>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9" name="Freeform 541">
              <a:extLst>
                <a:ext uri="{FF2B5EF4-FFF2-40B4-BE49-F238E27FC236}">
                  <a16:creationId xmlns:a16="http://schemas.microsoft.com/office/drawing/2014/main" id="{B40ADDF8-F8E4-4292-9ED8-A958CEFEED7C}"/>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close/>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close/>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0" name="Freeform 542">
              <a:extLst>
                <a:ext uri="{FF2B5EF4-FFF2-40B4-BE49-F238E27FC236}">
                  <a16:creationId xmlns:a16="http://schemas.microsoft.com/office/drawing/2014/main" id="{4C0BD6C1-DFD4-4E9E-B782-D275B35060FB}"/>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1" name="Freeform 543">
              <a:extLst>
                <a:ext uri="{FF2B5EF4-FFF2-40B4-BE49-F238E27FC236}">
                  <a16:creationId xmlns:a16="http://schemas.microsoft.com/office/drawing/2014/main" id="{00114A20-1AC6-42D3-888A-3201757A32F2}"/>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2" name="Freeform 544">
              <a:extLst>
                <a:ext uri="{FF2B5EF4-FFF2-40B4-BE49-F238E27FC236}">
                  <a16:creationId xmlns:a16="http://schemas.microsoft.com/office/drawing/2014/main" id="{68797CB3-ED66-4EB4-975D-A9674D55D694}"/>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3" name="Freeform 545">
              <a:extLst>
                <a:ext uri="{FF2B5EF4-FFF2-40B4-BE49-F238E27FC236}">
                  <a16:creationId xmlns:a16="http://schemas.microsoft.com/office/drawing/2014/main" id="{F13A89DD-ECF9-42CD-8931-2A39442D52F8}"/>
                </a:ext>
              </a:extLst>
            </p:cNvPr>
            <p:cNvSpPr>
              <a:spLocks noEditPoints="1"/>
            </p:cNvSpPr>
            <p:nvPr userDrawn="1"/>
          </p:nvSpPr>
          <p:spPr bwMode="auto">
            <a:xfrm>
              <a:off x="2530969" y="3597392"/>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4" name="Freeform 546">
              <a:extLst>
                <a:ext uri="{FF2B5EF4-FFF2-40B4-BE49-F238E27FC236}">
                  <a16:creationId xmlns:a16="http://schemas.microsoft.com/office/drawing/2014/main" id="{5AB93749-9B12-46A9-9AE1-203008ADDF1E}"/>
                </a:ext>
              </a:extLst>
            </p:cNvPr>
            <p:cNvSpPr>
              <a:spLocks noEditPoints="1"/>
            </p:cNvSpPr>
            <p:nvPr userDrawn="1"/>
          </p:nvSpPr>
          <p:spPr bwMode="auto">
            <a:xfrm>
              <a:off x="1248552" y="2674212"/>
              <a:ext cx="295017" cy="28899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5" name="Freeform 547">
              <a:extLst>
                <a:ext uri="{FF2B5EF4-FFF2-40B4-BE49-F238E27FC236}">
                  <a16:creationId xmlns:a16="http://schemas.microsoft.com/office/drawing/2014/main" id="{BE37EEE0-B55A-41B1-A34B-48B9D2B460EF}"/>
                </a:ext>
              </a:extLst>
            </p:cNvPr>
            <p:cNvSpPr>
              <a:spLocks noEditPoints="1"/>
            </p:cNvSpPr>
            <p:nvPr userDrawn="1"/>
          </p:nvSpPr>
          <p:spPr bwMode="auto">
            <a:xfrm>
              <a:off x="2199829" y="2702309"/>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6" name="Freeform 548">
              <a:extLst>
                <a:ext uri="{FF2B5EF4-FFF2-40B4-BE49-F238E27FC236}">
                  <a16:creationId xmlns:a16="http://schemas.microsoft.com/office/drawing/2014/main" id="{A334AB72-44EE-4F89-B8AB-D3B1045D826F}"/>
                </a:ext>
              </a:extLst>
            </p:cNvPr>
            <p:cNvSpPr>
              <a:spLocks noEditPoints="1"/>
            </p:cNvSpPr>
            <p:nvPr userDrawn="1"/>
          </p:nvSpPr>
          <p:spPr bwMode="auto">
            <a:xfrm>
              <a:off x="2553046" y="2054075"/>
              <a:ext cx="194671" cy="184636"/>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7" name="Freeform 549">
              <a:extLst>
                <a:ext uri="{FF2B5EF4-FFF2-40B4-BE49-F238E27FC236}">
                  <a16:creationId xmlns:a16="http://schemas.microsoft.com/office/drawing/2014/main" id="{696D4590-AEFF-451C-AF88-EE920C4E0B9E}"/>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close/>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close/>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8" name="Freeform 550">
              <a:extLst>
                <a:ext uri="{FF2B5EF4-FFF2-40B4-BE49-F238E27FC236}">
                  <a16:creationId xmlns:a16="http://schemas.microsoft.com/office/drawing/2014/main" id="{C4902572-2837-455F-97C3-B394C61511E7}"/>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9" name="Freeform 551">
              <a:extLst>
                <a:ext uri="{FF2B5EF4-FFF2-40B4-BE49-F238E27FC236}">
                  <a16:creationId xmlns:a16="http://schemas.microsoft.com/office/drawing/2014/main" id="{A3D7197A-862B-43E0-A1C8-E5967763AA0D}"/>
                </a:ext>
              </a:extLst>
            </p:cNvPr>
            <p:cNvSpPr>
              <a:spLocks noEditPoints="1"/>
            </p:cNvSpPr>
            <p:nvPr userDrawn="1"/>
          </p:nvSpPr>
          <p:spPr bwMode="auto">
            <a:xfrm>
              <a:off x="2111525" y="3549226"/>
              <a:ext cx="124429" cy="120415"/>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0" name="Freeform 552">
              <a:extLst>
                <a:ext uri="{FF2B5EF4-FFF2-40B4-BE49-F238E27FC236}">
                  <a16:creationId xmlns:a16="http://schemas.microsoft.com/office/drawing/2014/main" id="{9ECC4184-D85A-4801-8DC2-B69B152EC2AC}"/>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close/>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1" name="Freeform 553">
              <a:extLst>
                <a:ext uri="{FF2B5EF4-FFF2-40B4-BE49-F238E27FC236}">
                  <a16:creationId xmlns:a16="http://schemas.microsoft.com/office/drawing/2014/main" id="{F228350C-ECB1-49BA-99D5-D514A265B99D}"/>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2" name="Freeform 554">
              <a:extLst>
                <a:ext uri="{FF2B5EF4-FFF2-40B4-BE49-F238E27FC236}">
                  <a16:creationId xmlns:a16="http://schemas.microsoft.com/office/drawing/2014/main" id="{144C58EE-79FD-4866-9C02-E4E79FBE39B3}"/>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3" name="Freeform 555">
              <a:extLst>
                <a:ext uri="{FF2B5EF4-FFF2-40B4-BE49-F238E27FC236}">
                  <a16:creationId xmlns:a16="http://schemas.microsoft.com/office/drawing/2014/main" id="{FBDF0A81-585B-4B72-86CA-99A99A529885}"/>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4" name="Freeform 556">
              <a:extLst>
                <a:ext uri="{FF2B5EF4-FFF2-40B4-BE49-F238E27FC236}">
                  <a16:creationId xmlns:a16="http://schemas.microsoft.com/office/drawing/2014/main" id="{3D96F5B0-800E-4ADF-BA28-E64ABFB115BE}"/>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close/>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5" name="Freeform 557">
              <a:extLst>
                <a:ext uri="{FF2B5EF4-FFF2-40B4-BE49-F238E27FC236}">
                  <a16:creationId xmlns:a16="http://schemas.microsoft.com/office/drawing/2014/main" id="{C4B1F5D8-0D6A-4BB2-AC35-82F080BCE3E6}"/>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6" name="Freeform 558">
              <a:extLst>
                <a:ext uri="{FF2B5EF4-FFF2-40B4-BE49-F238E27FC236}">
                  <a16:creationId xmlns:a16="http://schemas.microsoft.com/office/drawing/2014/main" id="{54A81AA1-88DF-4561-9473-51C0DF239A4E}"/>
                </a:ext>
              </a:extLst>
            </p:cNvPr>
            <p:cNvSpPr>
              <a:spLocks noEditPoints="1"/>
            </p:cNvSpPr>
            <p:nvPr userDrawn="1"/>
          </p:nvSpPr>
          <p:spPr bwMode="auto">
            <a:xfrm>
              <a:off x="261151" y="2660163"/>
              <a:ext cx="329134" cy="321106"/>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7" name="Freeform 559">
              <a:extLst>
                <a:ext uri="{FF2B5EF4-FFF2-40B4-BE49-F238E27FC236}">
                  <a16:creationId xmlns:a16="http://schemas.microsoft.com/office/drawing/2014/main" id="{4CD7729C-2B7A-4E50-A086-3630FE3D68DD}"/>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8" name="Freeform 560">
              <a:extLst>
                <a:ext uri="{FF2B5EF4-FFF2-40B4-BE49-F238E27FC236}">
                  <a16:creationId xmlns:a16="http://schemas.microsoft.com/office/drawing/2014/main" id="{6596F9FC-06A2-4B5F-B544-CAB17B9797E2}"/>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9" name="Freeform 561">
              <a:extLst>
                <a:ext uri="{FF2B5EF4-FFF2-40B4-BE49-F238E27FC236}">
                  <a16:creationId xmlns:a16="http://schemas.microsoft.com/office/drawing/2014/main" id="{365B8D88-9BD9-403F-897F-86D174961BEA}"/>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close/>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0" name="Freeform 562">
              <a:extLst>
                <a:ext uri="{FF2B5EF4-FFF2-40B4-BE49-F238E27FC236}">
                  <a16:creationId xmlns:a16="http://schemas.microsoft.com/office/drawing/2014/main" id="{302A52E5-3A6E-4F5E-A4DD-FE93B4AF94A2}"/>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1" name="Freeform 563">
              <a:extLst>
                <a:ext uri="{FF2B5EF4-FFF2-40B4-BE49-F238E27FC236}">
                  <a16:creationId xmlns:a16="http://schemas.microsoft.com/office/drawing/2014/main" id="{B32DB1FD-BA19-4905-BA03-7458F904F20E}"/>
                </a:ext>
              </a:extLst>
            </p:cNvPr>
            <p:cNvSpPr>
              <a:spLocks noEditPoints="1"/>
            </p:cNvSpPr>
            <p:nvPr userDrawn="1"/>
          </p:nvSpPr>
          <p:spPr bwMode="auto">
            <a:xfrm>
              <a:off x="475890" y="2327015"/>
              <a:ext cx="118408" cy="116401"/>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2" name="Freeform 564">
              <a:extLst>
                <a:ext uri="{FF2B5EF4-FFF2-40B4-BE49-F238E27FC236}">
                  <a16:creationId xmlns:a16="http://schemas.microsoft.com/office/drawing/2014/main" id="{33903203-CCA6-4C13-A9EF-142688F90AE0}"/>
                </a:ext>
              </a:extLst>
            </p:cNvPr>
            <p:cNvSpPr>
              <a:spLocks noEditPoints="1"/>
            </p:cNvSpPr>
            <p:nvPr userDrawn="1"/>
          </p:nvSpPr>
          <p:spPr bwMode="auto">
            <a:xfrm>
              <a:off x="542119" y="2439402"/>
              <a:ext cx="26091" cy="28097"/>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3" name="Freeform 565">
              <a:extLst>
                <a:ext uri="{FF2B5EF4-FFF2-40B4-BE49-F238E27FC236}">
                  <a16:creationId xmlns:a16="http://schemas.microsoft.com/office/drawing/2014/main" id="{DAC318C6-E0A9-4596-B7D6-9829A2B71BCB}"/>
                </a:ext>
              </a:extLst>
            </p:cNvPr>
            <p:cNvSpPr>
              <a:spLocks/>
            </p:cNvSpPr>
            <p:nvPr userDrawn="1"/>
          </p:nvSpPr>
          <p:spPr bwMode="auto">
            <a:xfrm>
              <a:off x="548139" y="2439402"/>
              <a:ext cx="8028" cy="4014"/>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4" name="Freeform 566">
              <a:extLst>
                <a:ext uri="{FF2B5EF4-FFF2-40B4-BE49-F238E27FC236}">
                  <a16:creationId xmlns:a16="http://schemas.microsoft.com/office/drawing/2014/main" id="{72EDD7F0-4FFC-47F7-BE06-D4C2C2C6DE9C}"/>
                </a:ext>
              </a:extLst>
            </p:cNvPr>
            <p:cNvSpPr>
              <a:spLocks/>
            </p:cNvSpPr>
            <p:nvPr userDrawn="1"/>
          </p:nvSpPr>
          <p:spPr bwMode="auto">
            <a:xfrm>
              <a:off x="550146" y="2463485"/>
              <a:ext cx="22077" cy="22077"/>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5" name="Freeform 567">
              <a:extLst>
                <a:ext uri="{FF2B5EF4-FFF2-40B4-BE49-F238E27FC236}">
                  <a16:creationId xmlns:a16="http://schemas.microsoft.com/office/drawing/2014/main" id="{B0E4C9B7-744F-4AF5-BCCF-7488BF31DA63}"/>
                </a:ext>
              </a:extLst>
            </p:cNvPr>
            <p:cNvSpPr>
              <a:spLocks/>
            </p:cNvSpPr>
            <p:nvPr userDrawn="1"/>
          </p:nvSpPr>
          <p:spPr bwMode="auto">
            <a:xfrm>
              <a:off x="554160" y="2463485"/>
              <a:ext cx="10035" cy="4014"/>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6" name="Freeform 568">
              <a:extLst>
                <a:ext uri="{FF2B5EF4-FFF2-40B4-BE49-F238E27FC236}">
                  <a16:creationId xmlns:a16="http://schemas.microsoft.com/office/drawing/2014/main" id="{120282C6-A687-4F4E-A15D-2BEFE87B282E}"/>
                </a:ext>
              </a:extLst>
            </p:cNvPr>
            <p:cNvSpPr>
              <a:spLocks noEditPoints="1"/>
            </p:cNvSpPr>
            <p:nvPr userDrawn="1"/>
          </p:nvSpPr>
          <p:spPr bwMode="auto">
            <a:xfrm>
              <a:off x="570216" y="2473521"/>
              <a:ext cx="20069" cy="2006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3"/>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7" name="Freeform 569">
              <a:extLst>
                <a:ext uri="{FF2B5EF4-FFF2-40B4-BE49-F238E27FC236}">
                  <a16:creationId xmlns:a16="http://schemas.microsoft.com/office/drawing/2014/main" id="{89013328-C597-4BDB-BFB3-313A9C906999}"/>
                </a:ext>
              </a:extLst>
            </p:cNvPr>
            <p:cNvSpPr>
              <a:spLocks/>
            </p:cNvSpPr>
            <p:nvPr userDrawn="1"/>
          </p:nvSpPr>
          <p:spPr bwMode="auto">
            <a:xfrm>
              <a:off x="570216" y="2477534"/>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8" name="Freeform 570">
              <a:extLst>
                <a:ext uri="{FF2B5EF4-FFF2-40B4-BE49-F238E27FC236}">
                  <a16:creationId xmlns:a16="http://schemas.microsoft.com/office/drawing/2014/main" id="{4AA2CDCC-F396-4856-A4A2-E6CD861B7F09}"/>
                </a:ext>
              </a:extLst>
            </p:cNvPr>
            <p:cNvSpPr>
              <a:spLocks noEditPoints="1"/>
            </p:cNvSpPr>
            <p:nvPr userDrawn="1"/>
          </p:nvSpPr>
          <p:spPr bwMode="auto">
            <a:xfrm>
              <a:off x="2175746" y="3282306"/>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8 w 79"/>
                <a:gd name="T17" fmla="*/ 69 h 77"/>
                <a:gd name="T18" fmla="*/ 57 w 79"/>
                <a:gd name="T19" fmla="*/ 66 h 77"/>
                <a:gd name="T20" fmla="*/ 39 w 79"/>
                <a:gd name="T21" fmla="*/ 71 h 77"/>
                <a:gd name="T22" fmla="*/ 39 w 79"/>
                <a:gd name="T23" fmla="*/ 0 h 77"/>
                <a:gd name="T24" fmla="*/ 39 w 79"/>
                <a:gd name="T25" fmla="*/ 0 h 77"/>
                <a:gd name="T26" fmla="*/ 19 w 79"/>
                <a:gd name="T27" fmla="*/ 5 h 77"/>
                <a:gd name="T28" fmla="*/ 0 w 79"/>
                <a:gd name="T29" fmla="*/ 38 h 77"/>
                <a:gd name="T30" fmla="*/ 6 w 79"/>
                <a:gd name="T31" fmla="*/ 58 h 77"/>
                <a:gd name="T32" fmla="*/ 10 w 79"/>
                <a:gd name="T33" fmla="*/ 64 h 77"/>
                <a:gd name="T34" fmla="*/ 15 w 79"/>
                <a:gd name="T35" fmla="*/ 68 h 77"/>
                <a:gd name="T36" fmla="*/ 15 w 79"/>
                <a:gd name="T37" fmla="*/ 69 h 77"/>
                <a:gd name="T38" fmla="*/ 39 w 79"/>
                <a:gd name="T39" fmla="*/ 77 h 77"/>
                <a:gd name="T40" fmla="*/ 39 w 79"/>
                <a:gd name="T41" fmla="*/ 77 h 77"/>
                <a:gd name="T42" fmla="*/ 60 w 79"/>
                <a:gd name="T43" fmla="*/ 71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8" y="69"/>
                    <a:pt x="58" y="69"/>
                    <a:pt x="58" y="69"/>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9" name="Freeform 571">
              <a:extLst>
                <a:ext uri="{FF2B5EF4-FFF2-40B4-BE49-F238E27FC236}">
                  <a16:creationId xmlns:a16="http://schemas.microsoft.com/office/drawing/2014/main" id="{08CF68B2-307F-42B2-83E2-F4E97576C60C}"/>
                </a:ext>
              </a:extLst>
            </p:cNvPr>
            <p:cNvSpPr>
              <a:spLocks noEditPoints="1"/>
            </p:cNvSpPr>
            <p:nvPr userDrawn="1"/>
          </p:nvSpPr>
          <p:spPr bwMode="auto">
            <a:xfrm>
              <a:off x="2171732" y="3378638"/>
              <a:ext cx="28097" cy="26090"/>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0" name="Freeform 572">
              <a:extLst>
                <a:ext uri="{FF2B5EF4-FFF2-40B4-BE49-F238E27FC236}">
                  <a16:creationId xmlns:a16="http://schemas.microsoft.com/office/drawing/2014/main" id="{4C9B5C87-E610-4EDF-B31F-8DC4A52812D5}"/>
                </a:ext>
              </a:extLst>
            </p:cNvPr>
            <p:cNvSpPr>
              <a:spLocks/>
            </p:cNvSpPr>
            <p:nvPr userDrawn="1"/>
          </p:nvSpPr>
          <p:spPr bwMode="auto">
            <a:xfrm>
              <a:off x="2189794" y="3378638"/>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1" name="Freeform 573">
              <a:extLst>
                <a:ext uri="{FF2B5EF4-FFF2-40B4-BE49-F238E27FC236}">
                  <a16:creationId xmlns:a16="http://schemas.microsoft.com/office/drawing/2014/main" id="{FB84ED63-94D0-4A34-8CB9-37E7718A3931}"/>
                </a:ext>
              </a:extLst>
            </p:cNvPr>
            <p:cNvSpPr>
              <a:spLocks noEditPoints="1"/>
            </p:cNvSpPr>
            <p:nvPr userDrawn="1"/>
          </p:nvSpPr>
          <p:spPr bwMode="auto">
            <a:xfrm>
              <a:off x="2159691" y="3398707"/>
              <a:ext cx="22077" cy="20069"/>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8 w 15"/>
                <a:gd name="T27" fmla="*/ 0 h 14"/>
                <a:gd name="T28" fmla="*/ 8 w 15"/>
                <a:gd name="T29" fmla="*/ 0 h 14"/>
                <a:gd name="T30" fmla="*/ 4 w 15"/>
                <a:gd name="T31" fmla="*/ 1 h 14"/>
                <a:gd name="T32" fmla="*/ 0 w 15"/>
                <a:gd name="T33" fmla="*/ 7 h 14"/>
                <a:gd name="T34" fmla="*/ 1 w 15"/>
                <a:gd name="T35" fmla="*/ 11 h 14"/>
                <a:gd name="T36" fmla="*/ 6 w 15"/>
                <a:gd name="T37" fmla="*/ 14 h 14"/>
                <a:gd name="T38" fmla="*/ 8 w 15"/>
                <a:gd name="T39" fmla="*/ 14 h 14"/>
                <a:gd name="T40" fmla="*/ 8 w 15"/>
                <a:gd name="T41" fmla="*/ 14 h 14"/>
                <a:gd name="T42" fmla="*/ 10 w 15"/>
                <a:gd name="T43" fmla="*/ 14 h 14"/>
                <a:gd name="T44" fmla="*/ 12 w 15"/>
                <a:gd name="T45" fmla="*/ 13 h 14"/>
                <a:gd name="T46" fmla="*/ 12 w 15"/>
                <a:gd name="T47" fmla="*/ 13 h 14"/>
                <a:gd name="T48" fmla="*/ 15 w 15"/>
                <a:gd name="T49" fmla="*/ 7 h 14"/>
                <a:gd name="T50" fmla="*/ 14 w 15"/>
                <a:gd name="T51" fmla="*/ 4 h 14"/>
                <a:gd name="T52" fmla="*/ 10 w 15"/>
                <a:gd name="T53" fmla="*/ 1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2" name="Freeform 574">
              <a:extLst>
                <a:ext uri="{FF2B5EF4-FFF2-40B4-BE49-F238E27FC236}">
                  <a16:creationId xmlns:a16="http://schemas.microsoft.com/office/drawing/2014/main" id="{F7750123-7AAD-4323-AE2E-DC72BF6B254A}"/>
                </a:ext>
              </a:extLst>
            </p:cNvPr>
            <p:cNvSpPr>
              <a:spLocks/>
            </p:cNvSpPr>
            <p:nvPr userDrawn="1"/>
          </p:nvSpPr>
          <p:spPr bwMode="auto">
            <a:xfrm>
              <a:off x="2173738" y="3398707"/>
              <a:ext cx="6021" cy="6021"/>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3" name="Freeform 575">
              <a:extLst>
                <a:ext uri="{FF2B5EF4-FFF2-40B4-BE49-F238E27FC236}">
                  <a16:creationId xmlns:a16="http://schemas.microsoft.com/office/drawing/2014/main" id="{17534A38-EFF0-4B93-B345-05097B550B59}"/>
                </a:ext>
              </a:extLst>
            </p:cNvPr>
            <p:cNvSpPr>
              <a:spLocks noEditPoints="1"/>
            </p:cNvSpPr>
            <p:nvPr userDrawn="1"/>
          </p:nvSpPr>
          <p:spPr bwMode="auto">
            <a:xfrm>
              <a:off x="2161697" y="3418776"/>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8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6 w 13"/>
                <a:gd name="T33" fmla="*/ 13 h 13"/>
                <a:gd name="T34" fmla="*/ 6 w 13"/>
                <a:gd name="T35" fmla="*/ 13 h 13"/>
                <a:gd name="T36" fmla="*/ 6 w 13"/>
                <a:gd name="T37" fmla="*/ 13 h 13"/>
                <a:gd name="T38" fmla="*/ 10 w 13"/>
                <a:gd name="T39" fmla="*/ 12 h 13"/>
                <a:gd name="T40" fmla="*/ 10 w 13"/>
                <a:gd name="T41" fmla="*/ 12 h 13"/>
                <a:gd name="T42" fmla="*/ 13 w 13"/>
                <a:gd name="T43" fmla="*/ 6 h 13"/>
                <a:gd name="T44" fmla="*/ 12 w 13"/>
                <a:gd name="T45" fmla="*/ 3 h 13"/>
                <a:gd name="T46" fmla="*/ 8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8" y="0"/>
                  </a:moveTo>
                  <a:cubicBezTo>
                    <a:pt x="7" y="0"/>
                    <a:pt x="7" y="0"/>
                    <a:pt x="6" y="0"/>
                  </a:cubicBezTo>
                  <a:cubicBezTo>
                    <a:pt x="6" y="0"/>
                    <a:pt x="6" y="0"/>
                    <a:pt x="6" y="0"/>
                  </a:cubicBezTo>
                  <a:cubicBezTo>
                    <a:pt x="5" y="0"/>
                    <a:pt x="4"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4" name="Freeform 576">
              <a:extLst>
                <a:ext uri="{FF2B5EF4-FFF2-40B4-BE49-F238E27FC236}">
                  <a16:creationId xmlns:a16="http://schemas.microsoft.com/office/drawing/2014/main" id="{19AAB5C3-0EE5-4836-B3A4-2AB77D02D6C1}"/>
                </a:ext>
              </a:extLst>
            </p:cNvPr>
            <p:cNvSpPr>
              <a:spLocks/>
            </p:cNvSpPr>
            <p:nvPr userDrawn="1"/>
          </p:nvSpPr>
          <p:spPr bwMode="auto">
            <a:xfrm>
              <a:off x="2167718" y="3418776"/>
              <a:ext cx="6021"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5" name="Freeform 577">
              <a:extLst>
                <a:ext uri="{FF2B5EF4-FFF2-40B4-BE49-F238E27FC236}">
                  <a16:creationId xmlns:a16="http://schemas.microsoft.com/office/drawing/2014/main" id="{AA8E29F0-6356-4AC4-80D1-1D574D8BC6DE}"/>
                </a:ext>
              </a:extLst>
            </p:cNvPr>
            <p:cNvSpPr>
              <a:spLocks noEditPoints="1"/>
            </p:cNvSpPr>
            <p:nvPr userDrawn="1"/>
          </p:nvSpPr>
          <p:spPr bwMode="auto">
            <a:xfrm>
              <a:off x="2370416"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6" name="Freeform 578">
              <a:extLst>
                <a:ext uri="{FF2B5EF4-FFF2-40B4-BE49-F238E27FC236}">
                  <a16:creationId xmlns:a16="http://schemas.microsoft.com/office/drawing/2014/main" id="{E256B630-54A6-4CE4-B006-64308495E2D8}"/>
                </a:ext>
              </a:extLst>
            </p:cNvPr>
            <p:cNvSpPr>
              <a:spLocks noEditPoints="1"/>
            </p:cNvSpPr>
            <p:nvPr userDrawn="1"/>
          </p:nvSpPr>
          <p:spPr bwMode="auto">
            <a:xfrm>
              <a:off x="2364396" y="3163899"/>
              <a:ext cx="42146" cy="40138"/>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7" name="Freeform 579">
              <a:extLst>
                <a:ext uri="{FF2B5EF4-FFF2-40B4-BE49-F238E27FC236}">
                  <a16:creationId xmlns:a16="http://schemas.microsoft.com/office/drawing/2014/main" id="{37BFCDDA-4C8C-45BC-821C-69F26B712862}"/>
                </a:ext>
              </a:extLst>
            </p:cNvPr>
            <p:cNvSpPr>
              <a:spLocks noEditPoints="1"/>
            </p:cNvSpPr>
            <p:nvPr userDrawn="1"/>
          </p:nvSpPr>
          <p:spPr bwMode="auto">
            <a:xfrm>
              <a:off x="2342319" y="3198016"/>
              <a:ext cx="34118" cy="32111"/>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1 w 22"/>
                <a:gd name="T37" fmla="*/ 21 h 21"/>
                <a:gd name="T38" fmla="*/ 17 w 22"/>
                <a:gd name="T39" fmla="*/ 20 h 21"/>
                <a:gd name="T40" fmla="*/ 17 w 22"/>
                <a:gd name="T41" fmla="*/ 20 h 21"/>
                <a:gd name="T42" fmla="*/ 22 w 22"/>
                <a:gd name="T43" fmla="*/ 11 h 21"/>
                <a:gd name="T44" fmla="*/ 20 w 22"/>
                <a:gd name="T45" fmla="*/ 5 h 21"/>
                <a:gd name="T46" fmla="*/ 11 w 22"/>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8" name="Freeform 580">
              <a:extLst>
                <a:ext uri="{FF2B5EF4-FFF2-40B4-BE49-F238E27FC236}">
                  <a16:creationId xmlns:a16="http://schemas.microsoft.com/office/drawing/2014/main" id="{28845B4B-9FEC-4D39-95C3-67FDBB001586}"/>
                </a:ext>
              </a:extLst>
            </p:cNvPr>
            <p:cNvSpPr>
              <a:spLocks noEditPoints="1"/>
            </p:cNvSpPr>
            <p:nvPr userDrawn="1"/>
          </p:nvSpPr>
          <p:spPr bwMode="auto">
            <a:xfrm>
              <a:off x="2346333" y="3234140"/>
              <a:ext cx="28097" cy="3010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14 w 18"/>
                <a:gd name="T35" fmla="*/ 17 h 19"/>
                <a:gd name="T36" fmla="*/ 12 w 18"/>
                <a:gd name="T37" fmla="*/ 15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2" y="15"/>
                    <a:pt x="12" y="15"/>
                    <a:pt x="12" y="15"/>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9" name="Freeform 581">
              <a:extLst>
                <a:ext uri="{FF2B5EF4-FFF2-40B4-BE49-F238E27FC236}">
                  <a16:creationId xmlns:a16="http://schemas.microsoft.com/office/drawing/2014/main" id="{54D019EC-E585-40F2-811D-1ADC17CEC2EA}"/>
                </a:ext>
              </a:extLst>
            </p:cNvPr>
            <p:cNvSpPr>
              <a:spLocks noEditPoints="1"/>
            </p:cNvSpPr>
            <p:nvPr userDrawn="1"/>
          </p:nvSpPr>
          <p:spPr bwMode="auto">
            <a:xfrm>
              <a:off x="1979068" y="1797190"/>
              <a:ext cx="120415" cy="11840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7 w 79"/>
                <a:gd name="T17" fmla="*/ 67 h 78"/>
                <a:gd name="T18" fmla="*/ 39 w 79"/>
                <a:gd name="T19" fmla="*/ 72 h 78"/>
                <a:gd name="T20" fmla="*/ 39 w 79"/>
                <a:gd name="T21" fmla="*/ 0 h 78"/>
                <a:gd name="T22" fmla="*/ 39 w 79"/>
                <a:gd name="T23" fmla="*/ 0 h 78"/>
                <a:gd name="T24" fmla="*/ 19 w 79"/>
                <a:gd name="T25" fmla="*/ 6 h 78"/>
                <a:gd name="T26" fmla="*/ 0 w 79"/>
                <a:gd name="T27" fmla="*/ 39 h 78"/>
                <a:gd name="T28" fmla="*/ 6 w 79"/>
                <a:gd name="T29" fmla="*/ 59 h 78"/>
                <a:gd name="T30" fmla="*/ 10 w 79"/>
                <a:gd name="T31" fmla="*/ 65 h 78"/>
                <a:gd name="T32" fmla="*/ 15 w 79"/>
                <a:gd name="T33" fmla="*/ 69 h 78"/>
                <a:gd name="T34" fmla="*/ 15 w 79"/>
                <a:gd name="T35" fmla="*/ 70 h 78"/>
                <a:gd name="T36" fmla="*/ 39 w 79"/>
                <a:gd name="T37" fmla="*/ 78 h 78"/>
                <a:gd name="T38" fmla="*/ 39 w 79"/>
                <a:gd name="T39" fmla="*/ 78 h 78"/>
                <a:gd name="T40" fmla="*/ 60 w 79"/>
                <a:gd name="T41" fmla="*/ 72 h 78"/>
                <a:gd name="T42" fmla="*/ 60 w 79"/>
                <a:gd name="T43" fmla="*/ 72 h 78"/>
                <a:gd name="T44" fmla="*/ 79 w 79"/>
                <a:gd name="T45" fmla="*/ 39 h 78"/>
                <a:gd name="T46" fmla="*/ 73 w 79"/>
                <a:gd name="T47" fmla="*/ 19 h 78"/>
                <a:gd name="T48" fmla="*/ 39 w 7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0" name="Freeform 582">
              <a:extLst>
                <a:ext uri="{FF2B5EF4-FFF2-40B4-BE49-F238E27FC236}">
                  <a16:creationId xmlns:a16="http://schemas.microsoft.com/office/drawing/2014/main" id="{E7F939F5-3B0B-4417-AAA7-2CA87834C100}"/>
                </a:ext>
              </a:extLst>
            </p:cNvPr>
            <p:cNvSpPr>
              <a:spLocks noEditPoints="1"/>
            </p:cNvSpPr>
            <p:nvPr userDrawn="1"/>
          </p:nvSpPr>
          <p:spPr bwMode="auto">
            <a:xfrm>
              <a:off x="1977061" y="1895530"/>
              <a:ext cx="26091"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5 w 18"/>
                <a:gd name="T31" fmla="*/ 17 h 19"/>
                <a:gd name="T32" fmla="*/ 5 w 18"/>
                <a:gd name="T33" fmla="*/ 18 h 19"/>
                <a:gd name="T34" fmla="*/ 9 w 18"/>
                <a:gd name="T35" fmla="*/ 19 h 19"/>
                <a:gd name="T36" fmla="*/ 9 w 18"/>
                <a:gd name="T37" fmla="*/ 19 h 19"/>
                <a:gd name="T38" fmla="*/ 9 w 18"/>
                <a:gd name="T39" fmla="*/ 19 h 19"/>
                <a:gd name="T40" fmla="*/ 14 w 18"/>
                <a:gd name="T41" fmla="*/ 17 h 19"/>
                <a:gd name="T42" fmla="*/ 14 w 18"/>
                <a:gd name="T43" fmla="*/ 17 h 19"/>
                <a:gd name="T44" fmla="*/ 18 w 18"/>
                <a:gd name="T45" fmla="*/ 10 h 19"/>
                <a:gd name="T46" fmla="*/ 17 w 18"/>
                <a:gd name="T47" fmla="*/ 6 h 19"/>
                <a:gd name="T48" fmla="*/ 12 w 18"/>
                <a:gd name="T49" fmla="*/ 1 h 19"/>
                <a:gd name="T50" fmla="*/ 9 w 18"/>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8" y="0"/>
                    <a:pt x="6" y="1"/>
                    <a:pt x="4" y="2"/>
                  </a:cubicBezTo>
                  <a:cubicBezTo>
                    <a:pt x="2" y="4"/>
                    <a:pt x="0" y="7"/>
                    <a:pt x="0" y="10"/>
                  </a:cubicBezTo>
                  <a:cubicBezTo>
                    <a:pt x="0" y="11"/>
                    <a:pt x="0" y="13"/>
                    <a:pt x="1" y="14"/>
                  </a:cubicBezTo>
                  <a:cubicBezTo>
                    <a:pt x="3" y="14"/>
                    <a:pt x="4" y="16"/>
                    <a:pt x="5" y="17"/>
                  </a:cubicBezTo>
                  <a:cubicBezTo>
                    <a:pt x="5" y="17"/>
                    <a:pt x="5" y="18"/>
                    <a:pt x="5" y="18"/>
                  </a:cubicBezTo>
                  <a:cubicBezTo>
                    <a:pt x="7" y="18"/>
                    <a:pt x="8"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7"/>
                    <a:pt x="17" y="6"/>
                  </a:cubicBezTo>
                  <a:cubicBezTo>
                    <a:pt x="16" y="4"/>
                    <a:pt x="14" y="3"/>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1" name="Freeform 583">
              <a:extLst>
                <a:ext uri="{FF2B5EF4-FFF2-40B4-BE49-F238E27FC236}">
                  <a16:creationId xmlns:a16="http://schemas.microsoft.com/office/drawing/2014/main" id="{5CA6FBCA-49B2-4510-B95D-1F8B69140EBA}"/>
                </a:ext>
              </a:extLst>
            </p:cNvPr>
            <p:cNvSpPr>
              <a:spLocks/>
            </p:cNvSpPr>
            <p:nvPr userDrawn="1"/>
          </p:nvSpPr>
          <p:spPr bwMode="auto">
            <a:xfrm>
              <a:off x="1995124" y="1895530"/>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2" name="Freeform 584">
              <a:extLst>
                <a:ext uri="{FF2B5EF4-FFF2-40B4-BE49-F238E27FC236}">
                  <a16:creationId xmlns:a16="http://schemas.microsoft.com/office/drawing/2014/main" id="{2E9DF3F3-C652-42A5-995F-29DA3197B802}"/>
                </a:ext>
              </a:extLst>
            </p:cNvPr>
            <p:cNvSpPr>
              <a:spLocks noEditPoints="1"/>
            </p:cNvSpPr>
            <p:nvPr userDrawn="1"/>
          </p:nvSpPr>
          <p:spPr bwMode="auto">
            <a:xfrm>
              <a:off x="1963013" y="1915599"/>
              <a:ext cx="22077" cy="22077"/>
            </a:xfrm>
            <a:custGeom>
              <a:avLst/>
              <a:gdLst>
                <a:gd name="T0" fmla="*/ 8 w 15"/>
                <a:gd name="T1" fmla="*/ 8 h 14"/>
                <a:gd name="T2" fmla="*/ 7 w 15"/>
                <a:gd name="T3" fmla="*/ 7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6 w 15"/>
                <a:gd name="T33" fmla="*/ 14 h 14"/>
                <a:gd name="T34" fmla="*/ 8 w 15"/>
                <a:gd name="T35" fmla="*/ 13 h 14"/>
                <a:gd name="T36" fmla="*/ 8 w 15"/>
                <a:gd name="T37" fmla="*/ 13 h 14"/>
                <a:gd name="T38" fmla="*/ 10 w 15"/>
                <a:gd name="T39" fmla="*/ 14 h 14"/>
                <a:gd name="T40" fmla="*/ 12 w 15"/>
                <a:gd name="T41" fmla="*/ 13 h 14"/>
                <a:gd name="T42" fmla="*/ 10 w 15"/>
                <a:gd name="T43" fmla="*/ 10 h 14"/>
                <a:gd name="T44" fmla="*/ 12 w 15"/>
                <a:gd name="T45" fmla="*/ 13 h 14"/>
                <a:gd name="T46" fmla="*/ 15 w 15"/>
                <a:gd name="T47" fmla="*/ 7 h 14"/>
                <a:gd name="T48" fmla="*/ 14 w 15"/>
                <a:gd name="T49" fmla="*/ 4 h 14"/>
                <a:gd name="T50" fmla="*/ 10 w 15"/>
                <a:gd name="T51" fmla="*/ 0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7" y="8"/>
                    <a:pt x="7" y="8"/>
                    <a:pt x="7" y="7"/>
                  </a:cubicBezTo>
                  <a:cubicBezTo>
                    <a:pt x="6" y="7"/>
                    <a:pt x="6" y="7"/>
                    <a:pt x="6" y="7"/>
                  </a:cubicBezTo>
                  <a:cubicBezTo>
                    <a:pt x="6" y="6"/>
                    <a:pt x="7" y="6"/>
                    <a:pt x="7" y="6"/>
                  </a:cubicBezTo>
                  <a:cubicBezTo>
                    <a:pt x="7"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9"/>
                    <a:pt x="1" y="11"/>
                  </a:cubicBezTo>
                  <a:cubicBezTo>
                    <a:pt x="3" y="12"/>
                    <a:pt x="4" y="13"/>
                    <a:pt x="6" y="14"/>
                  </a:cubicBezTo>
                  <a:cubicBezTo>
                    <a:pt x="7" y="14"/>
                    <a:pt x="8" y="13"/>
                    <a:pt x="8" y="13"/>
                  </a:cubicBezTo>
                  <a:cubicBezTo>
                    <a:pt x="8" y="13"/>
                    <a:pt x="8" y="13"/>
                    <a:pt x="8" y="13"/>
                  </a:cubicBezTo>
                  <a:cubicBezTo>
                    <a:pt x="9" y="13"/>
                    <a:pt x="10" y="13"/>
                    <a:pt x="10" y="14"/>
                  </a:cubicBezTo>
                  <a:cubicBezTo>
                    <a:pt x="11" y="14"/>
                    <a:pt x="11" y="13"/>
                    <a:pt x="12" y="13"/>
                  </a:cubicBezTo>
                  <a:cubicBezTo>
                    <a:pt x="10" y="10"/>
                    <a:pt x="10" y="10"/>
                    <a:pt x="10" y="10"/>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3" name="Freeform 585">
              <a:extLst>
                <a:ext uri="{FF2B5EF4-FFF2-40B4-BE49-F238E27FC236}">
                  <a16:creationId xmlns:a16="http://schemas.microsoft.com/office/drawing/2014/main" id="{7689C417-EFEC-45CF-BAC4-274D4E1E4B68}"/>
                </a:ext>
              </a:extLst>
            </p:cNvPr>
            <p:cNvSpPr>
              <a:spLocks/>
            </p:cNvSpPr>
            <p:nvPr userDrawn="1"/>
          </p:nvSpPr>
          <p:spPr bwMode="auto">
            <a:xfrm>
              <a:off x="1979068" y="1915599"/>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4" name="Freeform 586">
              <a:extLst>
                <a:ext uri="{FF2B5EF4-FFF2-40B4-BE49-F238E27FC236}">
                  <a16:creationId xmlns:a16="http://schemas.microsoft.com/office/drawing/2014/main" id="{312D375A-6AE6-4F31-A3FB-BABD1570B4DD}"/>
                </a:ext>
              </a:extLst>
            </p:cNvPr>
            <p:cNvSpPr>
              <a:spLocks/>
            </p:cNvSpPr>
            <p:nvPr userDrawn="1"/>
          </p:nvSpPr>
          <p:spPr bwMode="auto">
            <a:xfrm>
              <a:off x="1969033" y="19176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5" name="Freeform 587">
              <a:extLst>
                <a:ext uri="{FF2B5EF4-FFF2-40B4-BE49-F238E27FC236}">
                  <a16:creationId xmlns:a16="http://schemas.microsoft.com/office/drawing/2014/main" id="{3684C5B3-6DB5-4B68-81E5-ABBAB17F97AD}"/>
                </a:ext>
              </a:extLst>
            </p:cNvPr>
            <p:cNvSpPr>
              <a:spLocks noEditPoints="1"/>
            </p:cNvSpPr>
            <p:nvPr userDrawn="1"/>
          </p:nvSpPr>
          <p:spPr bwMode="auto">
            <a:xfrm>
              <a:off x="1967027" y="1937674"/>
              <a:ext cx="18063" cy="18063"/>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5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5"/>
                    <a:pt x="6" y="5"/>
                    <a:pt x="6" y="5"/>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6" name="Freeform 588">
              <a:extLst>
                <a:ext uri="{FF2B5EF4-FFF2-40B4-BE49-F238E27FC236}">
                  <a16:creationId xmlns:a16="http://schemas.microsoft.com/office/drawing/2014/main" id="{6D2F341F-17F8-4256-9116-69E2A82DA38E}"/>
                </a:ext>
              </a:extLst>
            </p:cNvPr>
            <p:cNvSpPr>
              <a:spLocks/>
            </p:cNvSpPr>
            <p:nvPr userDrawn="1"/>
          </p:nvSpPr>
          <p:spPr bwMode="auto">
            <a:xfrm>
              <a:off x="1973047" y="1935668"/>
              <a:ext cx="6021" cy="2008"/>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7" name="Freeform 589">
              <a:extLst>
                <a:ext uri="{FF2B5EF4-FFF2-40B4-BE49-F238E27FC236}">
                  <a16:creationId xmlns:a16="http://schemas.microsoft.com/office/drawing/2014/main" id="{C5E47E72-9F1D-44A0-8932-09BF02A3CC2F}"/>
                </a:ext>
              </a:extLst>
            </p:cNvPr>
            <p:cNvSpPr>
              <a:spLocks noEditPoints="1"/>
            </p:cNvSpPr>
            <p:nvPr userDrawn="1"/>
          </p:nvSpPr>
          <p:spPr bwMode="auto">
            <a:xfrm>
              <a:off x="1350904" y="2214628"/>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8" name="Freeform 590">
              <a:extLst>
                <a:ext uri="{FF2B5EF4-FFF2-40B4-BE49-F238E27FC236}">
                  <a16:creationId xmlns:a16="http://schemas.microsoft.com/office/drawing/2014/main" id="{AD1EC9AA-6899-4501-93F6-616BB039DB77}"/>
                </a:ext>
              </a:extLst>
            </p:cNvPr>
            <p:cNvSpPr>
              <a:spLocks noEditPoints="1"/>
            </p:cNvSpPr>
            <p:nvPr userDrawn="1"/>
          </p:nvSpPr>
          <p:spPr bwMode="auto">
            <a:xfrm>
              <a:off x="1445230"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9" name="Freeform 591">
              <a:extLst>
                <a:ext uri="{FF2B5EF4-FFF2-40B4-BE49-F238E27FC236}">
                  <a16:creationId xmlns:a16="http://schemas.microsoft.com/office/drawing/2014/main" id="{EEB47E95-4346-4725-9A0A-B148C3352798}"/>
                </a:ext>
              </a:extLst>
            </p:cNvPr>
            <p:cNvSpPr>
              <a:spLocks/>
            </p:cNvSpPr>
            <p:nvPr userDrawn="1"/>
          </p:nvSpPr>
          <p:spPr bwMode="auto">
            <a:xfrm>
              <a:off x="1457271" y="2411306"/>
              <a:ext cx="28097" cy="26090"/>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0" name="Freeform 592">
              <a:extLst>
                <a:ext uri="{FF2B5EF4-FFF2-40B4-BE49-F238E27FC236}">
                  <a16:creationId xmlns:a16="http://schemas.microsoft.com/office/drawing/2014/main" id="{96D7420E-CD6B-4CF6-94E1-4DBC7E73E1A4}"/>
                </a:ext>
              </a:extLst>
            </p:cNvPr>
            <p:cNvSpPr>
              <a:spLocks noEditPoints="1"/>
            </p:cNvSpPr>
            <p:nvPr userDrawn="1"/>
          </p:nvSpPr>
          <p:spPr bwMode="auto">
            <a:xfrm>
              <a:off x="1485368" y="2425355"/>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1" name="Freeform 593">
              <a:extLst>
                <a:ext uri="{FF2B5EF4-FFF2-40B4-BE49-F238E27FC236}">
                  <a16:creationId xmlns:a16="http://schemas.microsoft.com/office/drawing/2014/main" id="{2BF2CFCE-BD9E-4565-8FFC-22D1084DFB40}"/>
                </a:ext>
              </a:extLst>
            </p:cNvPr>
            <p:cNvSpPr>
              <a:spLocks noEditPoints="1"/>
            </p:cNvSpPr>
            <p:nvPr userDrawn="1"/>
          </p:nvSpPr>
          <p:spPr bwMode="auto">
            <a:xfrm>
              <a:off x="1567651" y="3641544"/>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2" name="Freeform 594">
              <a:extLst>
                <a:ext uri="{FF2B5EF4-FFF2-40B4-BE49-F238E27FC236}">
                  <a16:creationId xmlns:a16="http://schemas.microsoft.com/office/drawing/2014/main" id="{419B609E-8D2D-4B99-9830-D4F17863E9B7}"/>
                </a:ext>
              </a:extLst>
            </p:cNvPr>
            <p:cNvSpPr>
              <a:spLocks noEditPoints="1"/>
            </p:cNvSpPr>
            <p:nvPr userDrawn="1"/>
          </p:nvSpPr>
          <p:spPr bwMode="auto">
            <a:xfrm>
              <a:off x="1676024" y="3826180"/>
              <a:ext cx="38132"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3" name="Freeform 595">
              <a:extLst>
                <a:ext uri="{FF2B5EF4-FFF2-40B4-BE49-F238E27FC236}">
                  <a16:creationId xmlns:a16="http://schemas.microsoft.com/office/drawing/2014/main" id="{97FA7702-37FE-405E-8C97-318F65843BFB}"/>
                </a:ext>
              </a:extLst>
            </p:cNvPr>
            <p:cNvSpPr>
              <a:spLocks/>
            </p:cNvSpPr>
            <p:nvPr userDrawn="1"/>
          </p:nvSpPr>
          <p:spPr bwMode="auto">
            <a:xfrm>
              <a:off x="1690073" y="3868324"/>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4" name="Freeform 596">
              <a:extLst>
                <a:ext uri="{FF2B5EF4-FFF2-40B4-BE49-F238E27FC236}">
                  <a16:creationId xmlns:a16="http://schemas.microsoft.com/office/drawing/2014/main" id="{D8C8BB26-3D08-4040-8D45-8C1289EC3FBE}"/>
                </a:ext>
              </a:extLst>
            </p:cNvPr>
            <p:cNvSpPr>
              <a:spLocks noEditPoints="1"/>
            </p:cNvSpPr>
            <p:nvPr userDrawn="1"/>
          </p:nvSpPr>
          <p:spPr bwMode="auto">
            <a:xfrm>
              <a:off x="1722184" y="3886387"/>
              <a:ext cx="26091" cy="2408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5" name="Freeform 597">
              <a:extLst>
                <a:ext uri="{FF2B5EF4-FFF2-40B4-BE49-F238E27FC236}">
                  <a16:creationId xmlns:a16="http://schemas.microsoft.com/office/drawing/2014/main" id="{00F4C34D-E8EF-457E-9DCF-F2D1EEBF2D89}"/>
                </a:ext>
              </a:extLst>
            </p:cNvPr>
            <p:cNvSpPr>
              <a:spLocks noEditPoints="1"/>
            </p:cNvSpPr>
            <p:nvPr userDrawn="1"/>
          </p:nvSpPr>
          <p:spPr bwMode="auto">
            <a:xfrm>
              <a:off x="1527512" y="2836771"/>
              <a:ext cx="168581" cy="162561"/>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6" name="Freeform 598">
              <a:extLst>
                <a:ext uri="{FF2B5EF4-FFF2-40B4-BE49-F238E27FC236}">
                  <a16:creationId xmlns:a16="http://schemas.microsoft.com/office/drawing/2014/main" id="{D4FB0A49-F719-4DC3-AE23-1E6BB8B23165}"/>
                </a:ext>
              </a:extLst>
            </p:cNvPr>
            <p:cNvSpPr>
              <a:spLocks/>
            </p:cNvSpPr>
            <p:nvPr userDrawn="1"/>
          </p:nvSpPr>
          <p:spPr bwMode="auto">
            <a:xfrm>
              <a:off x="1623844" y="2997324"/>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7" name="Freeform 599">
              <a:extLst>
                <a:ext uri="{FF2B5EF4-FFF2-40B4-BE49-F238E27FC236}">
                  <a16:creationId xmlns:a16="http://schemas.microsoft.com/office/drawing/2014/main" id="{677A419A-915E-4E9C-A53A-A420B8B4F6D2}"/>
                </a:ext>
              </a:extLst>
            </p:cNvPr>
            <p:cNvSpPr>
              <a:spLocks/>
            </p:cNvSpPr>
            <p:nvPr userDrawn="1"/>
          </p:nvSpPr>
          <p:spPr bwMode="auto">
            <a:xfrm>
              <a:off x="1635886" y="3033449"/>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8" name="Freeform 600">
              <a:extLst>
                <a:ext uri="{FF2B5EF4-FFF2-40B4-BE49-F238E27FC236}">
                  <a16:creationId xmlns:a16="http://schemas.microsoft.com/office/drawing/2014/main" id="{936ED9CA-7AC1-4DA2-BA52-699506ADDC33}"/>
                </a:ext>
              </a:extLst>
            </p:cNvPr>
            <p:cNvSpPr>
              <a:spLocks noEditPoints="1"/>
            </p:cNvSpPr>
            <p:nvPr userDrawn="1"/>
          </p:nvSpPr>
          <p:spPr bwMode="auto">
            <a:xfrm>
              <a:off x="1661976" y="3047498"/>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9" name="Freeform 601">
              <a:extLst>
                <a:ext uri="{FF2B5EF4-FFF2-40B4-BE49-F238E27FC236}">
                  <a16:creationId xmlns:a16="http://schemas.microsoft.com/office/drawing/2014/main" id="{64FD96BA-5035-4F4D-AF01-1FB6E4B497C1}"/>
                </a:ext>
              </a:extLst>
            </p:cNvPr>
            <p:cNvSpPr>
              <a:spLocks noEditPoints="1"/>
            </p:cNvSpPr>
            <p:nvPr userDrawn="1"/>
          </p:nvSpPr>
          <p:spPr bwMode="auto">
            <a:xfrm>
              <a:off x="1126130" y="3053518"/>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0" name="Freeform 602">
              <a:extLst>
                <a:ext uri="{FF2B5EF4-FFF2-40B4-BE49-F238E27FC236}">
                  <a16:creationId xmlns:a16="http://schemas.microsoft.com/office/drawing/2014/main" id="{31B7D567-9386-4F17-9BEA-55DE9EB2F7EA}"/>
                </a:ext>
              </a:extLst>
            </p:cNvPr>
            <p:cNvSpPr>
              <a:spLocks noEditPoints="1"/>
            </p:cNvSpPr>
            <p:nvPr userDrawn="1"/>
          </p:nvSpPr>
          <p:spPr bwMode="auto">
            <a:xfrm>
              <a:off x="1290697" y="3191995"/>
              <a:ext cx="40138" cy="38132"/>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6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4 w 26"/>
                <a:gd name="T43" fmla="*/ 5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1" name="Freeform 603">
              <a:extLst>
                <a:ext uri="{FF2B5EF4-FFF2-40B4-BE49-F238E27FC236}">
                  <a16:creationId xmlns:a16="http://schemas.microsoft.com/office/drawing/2014/main" id="{EFD8003C-CF7C-42F2-8357-F1763A88DEEA}"/>
                </a:ext>
              </a:extLst>
            </p:cNvPr>
            <p:cNvSpPr>
              <a:spLocks noEditPoints="1"/>
            </p:cNvSpPr>
            <p:nvPr userDrawn="1"/>
          </p:nvSpPr>
          <p:spPr bwMode="auto">
            <a:xfrm>
              <a:off x="1324815" y="3218085"/>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2" name="Freeform 604">
              <a:extLst>
                <a:ext uri="{FF2B5EF4-FFF2-40B4-BE49-F238E27FC236}">
                  <a16:creationId xmlns:a16="http://schemas.microsoft.com/office/drawing/2014/main" id="{9763D249-1F81-4D01-8766-A562C481DF38}"/>
                </a:ext>
              </a:extLst>
            </p:cNvPr>
            <p:cNvSpPr>
              <a:spLocks noEditPoints="1"/>
            </p:cNvSpPr>
            <p:nvPr userDrawn="1"/>
          </p:nvSpPr>
          <p:spPr bwMode="auto">
            <a:xfrm>
              <a:off x="1360939" y="3216078"/>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10 w 17"/>
                <a:gd name="T19" fmla="*/ 11 h 18"/>
                <a:gd name="T20" fmla="*/ 9 w 17"/>
                <a:gd name="T21" fmla="*/ 12 h 18"/>
                <a:gd name="T22" fmla="*/ 9 w 17"/>
                <a:gd name="T23" fmla="*/ 0 h 18"/>
                <a:gd name="T24" fmla="*/ 9 w 17"/>
                <a:gd name="T25" fmla="*/ 0 h 18"/>
                <a:gd name="T26" fmla="*/ 9 w 17"/>
                <a:gd name="T27" fmla="*/ 0 h 18"/>
                <a:gd name="T28" fmla="*/ 3 w 17"/>
                <a:gd name="T29" fmla="*/ 2 h 18"/>
                <a:gd name="T30" fmla="*/ 0 w 17"/>
                <a:gd name="T31" fmla="*/ 9 h 18"/>
                <a:gd name="T32" fmla="*/ 2 w 17"/>
                <a:gd name="T33" fmla="*/ 14 h 18"/>
                <a:gd name="T34" fmla="*/ 9 w 17"/>
                <a:gd name="T35" fmla="*/ 18 h 18"/>
                <a:gd name="T36" fmla="*/ 9 w 17"/>
                <a:gd name="T37" fmla="*/ 18 h 18"/>
                <a:gd name="T38" fmla="*/ 14 w 17"/>
                <a:gd name="T39" fmla="*/ 16 h 18"/>
                <a:gd name="T40" fmla="*/ 14 w 17"/>
                <a:gd name="T41" fmla="*/ 16 h 18"/>
                <a:gd name="T42" fmla="*/ 17 w 17"/>
                <a:gd name="T43" fmla="*/ 9 h 18"/>
                <a:gd name="T44" fmla="*/ 16 w 17"/>
                <a:gd name="T45" fmla="*/ 4 h 18"/>
                <a:gd name="T46" fmla="*/ 13 w 17"/>
                <a:gd name="T47" fmla="*/ 6 h 18"/>
                <a:gd name="T48" fmla="*/ 16 w 17"/>
                <a:gd name="T49" fmla="*/ 4 h 18"/>
                <a:gd name="T50" fmla="*/ 9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1"/>
                    <a:pt x="10" y="11"/>
                    <a:pt x="10" y="11"/>
                  </a:cubicBezTo>
                  <a:cubicBezTo>
                    <a:pt x="10" y="12"/>
                    <a:pt x="9" y="12"/>
                    <a:pt x="9" y="12"/>
                  </a:cubicBezTo>
                  <a:moveTo>
                    <a:pt x="9" y="0"/>
                  </a:moveTo>
                  <a:cubicBezTo>
                    <a:pt x="9" y="0"/>
                    <a:pt x="9" y="0"/>
                    <a:pt x="9" y="0"/>
                  </a:cubicBez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10" y="18"/>
                    <a:pt x="12" y="17"/>
                    <a:pt x="14" y="16"/>
                  </a:cubicBezTo>
                  <a:cubicBezTo>
                    <a:pt x="14" y="16"/>
                    <a:pt x="14" y="16"/>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3" name="Freeform 605">
              <a:extLst>
                <a:ext uri="{FF2B5EF4-FFF2-40B4-BE49-F238E27FC236}">
                  <a16:creationId xmlns:a16="http://schemas.microsoft.com/office/drawing/2014/main" id="{0771C669-BE56-4462-9CBC-4FC2AD62EA8C}"/>
                </a:ext>
              </a:extLst>
            </p:cNvPr>
            <p:cNvSpPr>
              <a:spLocks noEditPoints="1"/>
            </p:cNvSpPr>
            <p:nvPr userDrawn="1"/>
          </p:nvSpPr>
          <p:spPr bwMode="auto">
            <a:xfrm>
              <a:off x="-200439" y="2692273"/>
              <a:ext cx="319100" cy="313078"/>
            </a:xfrm>
            <a:custGeom>
              <a:avLst/>
              <a:gdLst>
                <a:gd name="T0" fmla="*/ 147 w 212"/>
                <a:gd name="T1" fmla="*/ 8 h 208"/>
                <a:gd name="T2" fmla="*/ 148 w 212"/>
                <a:gd name="T3" fmla="*/ 15 h 208"/>
                <a:gd name="T4" fmla="*/ 186 w 212"/>
                <a:gd name="T5" fmla="*/ 45 h 208"/>
                <a:gd name="T6" fmla="*/ 188 w 212"/>
                <a:gd name="T7" fmla="*/ 43 h 208"/>
                <a:gd name="T8" fmla="*/ 191 w 212"/>
                <a:gd name="T9" fmla="*/ 41 h 208"/>
                <a:gd name="T10" fmla="*/ 147 w 212"/>
                <a:gd name="T11" fmla="*/ 8 h 208"/>
                <a:gd name="T12" fmla="*/ 106 w 212"/>
                <a:gd name="T13" fmla="*/ 0 h 208"/>
                <a:gd name="T14" fmla="*/ 106 w 212"/>
                <a:gd name="T15" fmla="*/ 0 h 208"/>
                <a:gd name="T16" fmla="*/ 42 w 212"/>
                <a:gd name="T17" fmla="*/ 20 h 208"/>
                <a:gd name="T18" fmla="*/ 0 w 212"/>
                <a:gd name="T19" fmla="*/ 104 h 208"/>
                <a:gd name="T20" fmla="*/ 21 w 212"/>
                <a:gd name="T21" fmla="*/ 166 h 208"/>
                <a:gd name="T22" fmla="*/ 106 w 212"/>
                <a:gd name="T23" fmla="*/ 208 h 208"/>
                <a:gd name="T24" fmla="*/ 106 w 212"/>
                <a:gd name="T25" fmla="*/ 208 h 208"/>
                <a:gd name="T26" fmla="*/ 169 w 212"/>
                <a:gd name="T27" fmla="*/ 187 h 208"/>
                <a:gd name="T28" fmla="*/ 212 w 212"/>
                <a:gd name="T29" fmla="*/ 104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47" y="8"/>
                  </a:moveTo>
                  <a:cubicBezTo>
                    <a:pt x="148" y="15"/>
                    <a:pt x="148" y="15"/>
                    <a:pt x="148" y="15"/>
                  </a:cubicBezTo>
                  <a:cubicBezTo>
                    <a:pt x="163" y="21"/>
                    <a:pt x="176" y="32"/>
                    <a:pt x="186" y="45"/>
                  </a:cubicBezTo>
                  <a:cubicBezTo>
                    <a:pt x="188" y="43"/>
                    <a:pt x="188" y="43"/>
                    <a:pt x="188" y="43"/>
                  </a:cubicBezTo>
                  <a:cubicBezTo>
                    <a:pt x="191" y="41"/>
                    <a:pt x="191" y="41"/>
                    <a:pt x="191" y="41"/>
                  </a:cubicBezTo>
                  <a:cubicBezTo>
                    <a:pt x="179" y="26"/>
                    <a:pt x="164" y="15"/>
                    <a:pt x="147" y="8"/>
                  </a:cubicBezTo>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4" name="Freeform 606">
              <a:extLst>
                <a:ext uri="{FF2B5EF4-FFF2-40B4-BE49-F238E27FC236}">
                  <a16:creationId xmlns:a16="http://schemas.microsoft.com/office/drawing/2014/main" id="{74669776-6EB6-4A09-A2CA-5F1781ACEA36}"/>
                </a:ext>
              </a:extLst>
            </p:cNvPr>
            <p:cNvSpPr>
              <a:spLocks noEditPoints="1"/>
            </p:cNvSpPr>
            <p:nvPr userDrawn="1"/>
          </p:nvSpPr>
          <p:spPr bwMode="auto">
            <a:xfrm>
              <a:off x="90563" y="2939124"/>
              <a:ext cx="62215" cy="60207"/>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0" name="Group 808">
              <a:extLst>
                <a:ext uri="{FF2B5EF4-FFF2-40B4-BE49-F238E27FC236}">
                  <a16:creationId xmlns:a16="http://schemas.microsoft.com/office/drawing/2014/main" id="{70C05799-F866-4A2C-82F0-FF39DCDDBA8A}"/>
                </a:ext>
              </a:extLst>
            </p:cNvPr>
            <p:cNvGrpSpPr>
              <a:grpSpLocks/>
            </p:cNvGrpSpPr>
            <p:nvPr userDrawn="1"/>
          </p:nvGrpSpPr>
          <p:grpSpPr bwMode="auto">
            <a:xfrm>
              <a:off x="-180370" y="1616568"/>
              <a:ext cx="6263576" cy="2338054"/>
              <a:chOff x="-4935" y="1009"/>
              <a:chExt cx="3121" cy="1165"/>
            </a:xfrm>
            <a:grpFill/>
          </p:grpSpPr>
          <p:sp>
            <p:nvSpPr>
              <p:cNvPr id="945" name="Freeform 608">
                <a:extLst>
                  <a:ext uri="{FF2B5EF4-FFF2-40B4-BE49-F238E27FC236}">
                    <a16:creationId xmlns:a16="http://schemas.microsoft.com/office/drawing/2014/main" id="{9FF482A4-7467-42AE-9C8D-71E10673BD01}"/>
                  </a:ext>
                </a:extLst>
              </p:cNvPr>
              <p:cNvSpPr>
                <a:spLocks noEditPoints="1"/>
              </p:cNvSpPr>
              <p:nvPr userDrawn="1"/>
            </p:nvSpPr>
            <p:spPr bwMode="auto">
              <a:xfrm>
                <a:off x="-4770" y="1692"/>
                <a:ext cx="24" cy="2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3 w 31"/>
                  <a:gd name="T15" fmla="*/ 9 h 30"/>
                  <a:gd name="T16" fmla="*/ 25 w 31"/>
                  <a:gd name="T17" fmla="*/ 15 h 30"/>
                  <a:gd name="T18" fmla="*/ 21 w 31"/>
                  <a:gd name="T19" fmla="*/ 22 h 30"/>
                  <a:gd name="T20" fmla="*/ 16 w 31"/>
                  <a:gd name="T21" fmla="*/ 24 h 30"/>
                  <a:gd name="T22" fmla="*/ 15 w 31"/>
                  <a:gd name="T23" fmla="*/ 0 h 30"/>
                  <a:gd name="T24" fmla="*/ 15 w 31"/>
                  <a:gd name="T25" fmla="*/ 0 h 30"/>
                  <a:gd name="T26" fmla="*/ 6 w 31"/>
                  <a:gd name="T27" fmla="*/ 3 h 30"/>
                  <a:gd name="T28" fmla="*/ 0 w 31"/>
                  <a:gd name="T29" fmla="*/ 15 h 30"/>
                  <a:gd name="T30" fmla="*/ 3 w 31"/>
                  <a:gd name="T31" fmla="*/ 24 h 30"/>
                  <a:gd name="T32" fmla="*/ 15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6" name="Freeform 609">
                <a:extLst>
                  <a:ext uri="{FF2B5EF4-FFF2-40B4-BE49-F238E27FC236}">
                    <a16:creationId xmlns:a16="http://schemas.microsoft.com/office/drawing/2014/main" id="{451133A9-1486-4DE1-8220-49C51903FC4D}"/>
                  </a:ext>
                </a:extLst>
              </p:cNvPr>
              <p:cNvSpPr>
                <a:spLocks/>
              </p:cNvSpPr>
              <p:nvPr userDrawn="1"/>
            </p:nvSpPr>
            <p:spPr bwMode="auto">
              <a:xfrm>
                <a:off x="-4740" y="1689"/>
                <a:ext cx="20" cy="19"/>
              </a:xfrm>
              <a:custGeom>
                <a:avLst/>
                <a:gdLst>
                  <a:gd name="T0" fmla="*/ 13 w 26"/>
                  <a:gd name="T1" fmla="*/ 0 h 25"/>
                  <a:gd name="T2" fmla="*/ 13 w 26"/>
                  <a:gd name="T3" fmla="*/ 0 h 25"/>
                  <a:gd name="T4" fmla="*/ 13 w 26"/>
                  <a:gd name="T5" fmla="*/ 0 h 25"/>
                  <a:gd name="T6" fmla="*/ 5 w 26"/>
                  <a:gd name="T7" fmla="*/ 2 h 25"/>
                  <a:gd name="T8" fmla="*/ 0 w 26"/>
                  <a:gd name="T9" fmla="*/ 12 h 25"/>
                  <a:gd name="T10" fmla="*/ 2 w 26"/>
                  <a:gd name="T11" fmla="*/ 20 h 25"/>
                  <a:gd name="T12" fmla="*/ 13 w 26"/>
                  <a:gd name="T13" fmla="*/ 25 h 25"/>
                  <a:gd name="T14" fmla="*/ 13 w 26"/>
                  <a:gd name="T15" fmla="*/ 25 h 25"/>
                  <a:gd name="T16" fmla="*/ 21 w 26"/>
                  <a:gd name="T17" fmla="*/ 23 h 25"/>
                  <a:gd name="T18" fmla="*/ 26 w 26"/>
                  <a:gd name="T19" fmla="*/ 12 h 25"/>
                  <a:gd name="T20" fmla="*/ 23 w 26"/>
                  <a:gd name="T21" fmla="*/ 5 h 25"/>
                  <a:gd name="T22" fmla="*/ 21 w 26"/>
                  <a:gd name="T23" fmla="*/ 6 h 25"/>
                  <a:gd name="T24" fmla="*/ 19 w 26"/>
                  <a:gd name="T25" fmla="*/ 8 h 25"/>
                  <a:gd name="T26" fmla="*/ 20 w 26"/>
                  <a:gd name="T27" fmla="*/ 12 h 25"/>
                  <a:gd name="T28" fmla="*/ 17 w 26"/>
                  <a:gd name="T29" fmla="*/ 18 h 25"/>
                  <a:gd name="T30" fmla="*/ 13 w 26"/>
                  <a:gd name="T31" fmla="*/ 19 h 25"/>
                  <a:gd name="T32" fmla="*/ 7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7" name="Freeform 610">
                <a:extLst>
                  <a:ext uri="{FF2B5EF4-FFF2-40B4-BE49-F238E27FC236}">
                    <a16:creationId xmlns:a16="http://schemas.microsoft.com/office/drawing/2014/main" id="{F8B9A89B-4344-47F7-934B-AAFFE3DA7A74}"/>
                  </a:ext>
                </a:extLst>
              </p:cNvPr>
              <p:cNvSpPr>
                <a:spLocks/>
              </p:cNvSpPr>
              <p:nvPr userDrawn="1"/>
            </p:nvSpPr>
            <p:spPr bwMode="auto">
              <a:xfrm>
                <a:off x="-4342" y="1386"/>
                <a:ext cx="82" cy="77"/>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8" name="Freeform 611">
                <a:extLst>
                  <a:ext uri="{FF2B5EF4-FFF2-40B4-BE49-F238E27FC236}">
                    <a16:creationId xmlns:a16="http://schemas.microsoft.com/office/drawing/2014/main" id="{1BA3DABF-001B-4D59-8B74-F40462BA6C82}"/>
                  </a:ext>
                </a:extLst>
              </p:cNvPr>
              <p:cNvSpPr>
                <a:spLocks noEditPoints="1"/>
              </p:cNvSpPr>
              <p:nvPr userDrawn="1"/>
            </p:nvSpPr>
            <p:spPr bwMode="auto">
              <a:xfrm>
                <a:off x="-4352" y="1387"/>
                <a:ext cx="17" cy="17"/>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9" name="Freeform 612">
                <a:extLst>
                  <a:ext uri="{FF2B5EF4-FFF2-40B4-BE49-F238E27FC236}">
                    <a16:creationId xmlns:a16="http://schemas.microsoft.com/office/drawing/2014/main" id="{0DFC4327-4705-402D-A766-2A8BB7F31415}"/>
                  </a:ext>
                </a:extLst>
              </p:cNvPr>
              <p:cNvSpPr>
                <a:spLocks/>
              </p:cNvSpPr>
              <p:nvPr userDrawn="1"/>
            </p:nvSpPr>
            <p:spPr bwMode="auto">
              <a:xfrm>
                <a:off x="-4364" y="1379"/>
                <a:ext cx="14" cy="14"/>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0" name="Freeform 613">
                <a:extLst>
                  <a:ext uri="{FF2B5EF4-FFF2-40B4-BE49-F238E27FC236}">
                    <a16:creationId xmlns:a16="http://schemas.microsoft.com/office/drawing/2014/main" id="{0C176C37-9CD5-45C8-801C-524B58996C42}"/>
                  </a:ext>
                </a:extLst>
              </p:cNvPr>
              <p:cNvSpPr>
                <a:spLocks noEditPoints="1"/>
              </p:cNvSpPr>
              <p:nvPr userDrawn="1"/>
            </p:nvSpPr>
            <p:spPr bwMode="auto">
              <a:xfrm>
                <a:off x="-4365" y="1367"/>
                <a:ext cx="12" cy="12"/>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8 w 16"/>
                  <a:gd name="T33" fmla="*/ 0 h 15"/>
                  <a:gd name="T34" fmla="*/ 3 w 16"/>
                  <a:gd name="T35" fmla="*/ 1 h 15"/>
                  <a:gd name="T36" fmla="*/ 0 w 16"/>
                  <a:gd name="T37" fmla="*/ 5 h 15"/>
                  <a:gd name="T38" fmla="*/ 0 w 16"/>
                  <a:gd name="T39" fmla="*/ 7 h 15"/>
                  <a:gd name="T40" fmla="*/ 5 w 16"/>
                  <a:gd name="T41" fmla="*/ 15 h 15"/>
                  <a:gd name="T42" fmla="*/ 8 w 16"/>
                  <a:gd name="T43" fmla="*/ 15 h 15"/>
                  <a:gd name="T44" fmla="*/ 8 w 16"/>
                  <a:gd name="T45" fmla="*/ 15 h 15"/>
                  <a:gd name="T46" fmla="*/ 13 w 16"/>
                  <a:gd name="T47" fmla="*/ 14 h 15"/>
                  <a:gd name="T48" fmla="*/ 15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8" y="0"/>
                      <a:pt x="8" y="0"/>
                      <a:pt x="8" y="0"/>
                    </a:cubicBez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1" name="Freeform 614">
                <a:extLst>
                  <a:ext uri="{FF2B5EF4-FFF2-40B4-BE49-F238E27FC236}">
                    <a16:creationId xmlns:a16="http://schemas.microsoft.com/office/drawing/2014/main" id="{47C20239-9BC9-4853-89EE-A177E5C59F1C}"/>
                  </a:ext>
                </a:extLst>
              </p:cNvPr>
              <p:cNvSpPr>
                <a:spLocks/>
              </p:cNvSpPr>
              <p:nvPr userDrawn="1"/>
            </p:nvSpPr>
            <p:spPr bwMode="auto">
              <a:xfrm>
                <a:off x="-4744" y="1074"/>
                <a:ext cx="59" cy="55"/>
              </a:xfrm>
              <a:custGeom>
                <a:avLst/>
                <a:gdLst>
                  <a:gd name="T0" fmla="*/ 38 w 79"/>
                  <a:gd name="T1" fmla="*/ 0 h 73"/>
                  <a:gd name="T2" fmla="*/ 16 w 79"/>
                  <a:gd name="T3" fmla="*/ 6 h 73"/>
                  <a:gd name="T4" fmla="*/ 10 w 79"/>
                  <a:gd name="T5" fmla="*/ 12 h 73"/>
                  <a:gd name="T6" fmla="*/ 9 w 79"/>
                  <a:gd name="T7" fmla="*/ 13 h 73"/>
                  <a:gd name="T8" fmla="*/ 6 w 79"/>
                  <a:gd name="T9" fmla="*/ 17 h 73"/>
                  <a:gd name="T10" fmla="*/ 6 w 79"/>
                  <a:gd name="T11" fmla="*/ 17 h 73"/>
                  <a:gd name="T12" fmla="*/ 3 w 79"/>
                  <a:gd name="T13" fmla="*/ 23 h 73"/>
                  <a:gd name="T14" fmla="*/ 0 w 79"/>
                  <a:gd name="T15" fmla="*/ 35 h 73"/>
                  <a:gd name="T16" fmla="*/ 27 w 79"/>
                  <a:gd name="T17" fmla="*/ 70 h 73"/>
                  <a:gd name="T18" fmla="*/ 41 w 79"/>
                  <a:gd name="T19" fmla="*/ 73 h 73"/>
                  <a:gd name="T20" fmla="*/ 63 w 79"/>
                  <a:gd name="T21" fmla="*/ 67 h 73"/>
                  <a:gd name="T22" fmla="*/ 76 w 79"/>
                  <a:gd name="T23" fmla="*/ 50 h 73"/>
                  <a:gd name="T24" fmla="*/ 79 w 79"/>
                  <a:gd name="T25" fmla="*/ 38 h 73"/>
                  <a:gd name="T26" fmla="*/ 52 w 79"/>
                  <a:gd name="T27" fmla="*/ 3 h 73"/>
                  <a:gd name="T28" fmla="*/ 51 w 79"/>
                  <a:gd name="T29" fmla="*/ 5 h 73"/>
                  <a:gd name="T30" fmla="*/ 50 w 79"/>
                  <a:gd name="T31" fmla="*/ 8 h 73"/>
                  <a:gd name="T32" fmla="*/ 73 w 79"/>
                  <a:gd name="T33" fmla="*/ 38 h 73"/>
                  <a:gd name="T34" fmla="*/ 71 w 79"/>
                  <a:gd name="T35" fmla="*/ 48 h 73"/>
                  <a:gd name="T36" fmla="*/ 59 w 79"/>
                  <a:gd name="T37" fmla="*/ 62 h 73"/>
                  <a:gd name="T38" fmla="*/ 41 w 79"/>
                  <a:gd name="T39" fmla="*/ 67 h 73"/>
                  <a:gd name="T40" fmla="*/ 29 w 79"/>
                  <a:gd name="T41" fmla="*/ 65 h 73"/>
                  <a:gd name="T42" fmla="*/ 6 w 79"/>
                  <a:gd name="T43" fmla="*/ 35 h 73"/>
                  <a:gd name="T44" fmla="*/ 8 w 79"/>
                  <a:gd name="T45" fmla="*/ 25 h 73"/>
                  <a:gd name="T46" fmla="*/ 20 w 79"/>
                  <a:gd name="T47" fmla="*/ 11 h 73"/>
                  <a:gd name="T48" fmla="*/ 38 w 79"/>
                  <a:gd name="T49" fmla="*/ 6 h 73"/>
                  <a:gd name="T50" fmla="*/ 50 w 79"/>
                  <a:gd name="T51" fmla="*/ 8 h 73"/>
                  <a:gd name="T52" fmla="*/ 51 w 79"/>
                  <a:gd name="T53" fmla="*/ 5 h 73"/>
                  <a:gd name="T54" fmla="*/ 52 w 79"/>
                  <a:gd name="T55" fmla="*/ 3 h 73"/>
                  <a:gd name="T56" fmla="*/ 38 w 79"/>
                  <a:gd name="T5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3">
                    <a:moveTo>
                      <a:pt x="38" y="0"/>
                    </a:move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3"/>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4"/>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2" name="Freeform 615">
                <a:extLst>
                  <a:ext uri="{FF2B5EF4-FFF2-40B4-BE49-F238E27FC236}">
                    <a16:creationId xmlns:a16="http://schemas.microsoft.com/office/drawing/2014/main" id="{A982BD3F-33DC-4F67-8701-AC6D9BB33BC0}"/>
                  </a:ext>
                </a:extLst>
              </p:cNvPr>
              <p:cNvSpPr>
                <a:spLocks/>
              </p:cNvSpPr>
              <p:nvPr userDrawn="1"/>
            </p:nvSpPr>
            <p:spPr bwMode="auto">
              <a:xfrm>
                <a:off x="-4751" y="1075"/>
                <a:ext cx="14" cy="12"/>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5 w 19"/>
                  <a:gd name="T19" fmla="*/ 16 h 17"/>
                  <a:gd name="T20" fmla="*/ 19 w 19"/>
                  <a:gd name="T21" fmla="*/ 11 h 17"/>
                  <a:gd name="T22" fmla="*/ 19 w 19"/>
                  <a:gd name="T23" fmla="*/ 9 h 17"/>
                  <a:gd name="T24" fmla="*/ 13 w 19"/>
                  <a:gd name="T25" fmla="*/ 0 h 17"/>
                  <a:gd name="T26" fmla="*/ 12 w 19"/>
                  <a:gd name="T27" fmla="*/ 3 h 17"/>
                  <a:gd name="T28" fmla="*/ 11 w 19"/>
                  <a:gd name="T29" fmla="*/ 6 h 17"/>
                  <a:gd name="T30" fmla="*/ 13 w 19"/>
                  <a:gd name="T31" fmla="*/ 9 h 17"/>
                  <a:gd name="T32" fmla="*/ 13 w 19"/>
                  <a:gd name="T33" fmla="*/ 10 h 17"/>
                  <a:gd name="T34" fmla="*/ 12 w 19"/>
                  <a:gd name="T35" fmla="*/ 11 h 17"/>
                  <a:gd name="T36" fmla="*/ 10 w 19"/>
                  <a:gd name="T37" fmla="*/ 11 h 17"/>
                  <a:gd name="T38" fmla="*/ 10 w 19"/>
                  <a:gd name="T39" fmla="*/ 11 h 17"/>
                  <a:gd name="T40" fmla="*/ 9 w 19"/>
                  <a:gd name="T41" fmla="*/ 11 h 17"/>
                  <a:gd name="T42" fmla="*/ 6 w 19"/>
                  <a:gd name="T43" fmla="*/ 8 h 17"/>
                  <a:gd name="T44" fmla="*/ 7 w 19"/>
                  <a:gd name="T45" fmla="*/ 7 h 17"/>
                  <a:gd name="T46" fmla="*/ 8 w 19"/>
                  <a:gd name="T47" fmla="*/ 6 h 17"/>
                  <a:gd name="T48" fmla="*/ 9 w 19"/>
                  <a:gd name="T49" fmla="*/ 6 h 17"/>
                  <a:gd name="T50" fmla="*/ 9 w 19"/>
                  <a:gd name="T51" fmla="*/ 6 h 17"/>
                  <a:gd name="T52" fmla="*/ 11 w 19"/>
                  <a:gd name="T53" fmla="*/ 6 h 17"/>
                  <a:gd name="T54" fmla="*/ 12 w 19"/>
                  <a:gd name="T55" fmla="*/ 3 h 17"/>
                  <a:gd name="T56" fmla="*/ 13 w 19"/>
                  <a:gd name="T57" fmla="*/ 0 h 17"/>
                  <a:gd name="T58" fmla="*/ 9 w 19"/>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2" y="17"/>
                      <a:pt x="13" y="17"/>
                      <a:pt x="15" y="16"/>
                    </a:cubicBezTo>
                    <a:cubicBezTo>
                      <a:pt x="16" y="14"/>
                      <a:pt x="17" y="12"/>
                      <a:pt x="19" y="11"/>
                    </a:cubicBezTo>
                    <a:cubicBezTo>
                      <a:pt x="19" y="10"/>
                      <a:pt x="19" y="9"/>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0"/>
                      <a:pt x="6" y="9"/>
                      <a:pt x="6" y="8"/>
                    </a:cubicBezTo>
                    <a:cubicBezTo>
                      <a:pt x="7" y="7"/>
                      <a:pt x="7" y="7"/>
                      <a:pt x="7" y="7"/>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3" name="Freeform 616">
                <a:extLst>
                  <a:ext uri="{FF2B5EF4-FFF2-40B4-BE49-F238E27FC236}">
                    <a16:creationId xmlns:a16="http://schemas.microsoft.com/office/drawing/2014/main" id="{459F8097-1B7C-4925-92E0-9CE03F38CA97}"/>
                  </a:ext>
                </a:extLst>
              </p:cNvPr>
              <p:cNvSpPr>
                <a:spLocks/>
              </p:cNvSpPr>
              <p:nvPr userDrawn="1"/>
            </p:nvSpPr>
            <p:spPr bwMode="auto">
              <a:xfrm>
                <a:off x="-4740" y="1083"/>
                <a:ext cx="3" cy="4"/>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4" name="Freeform 617">
                <a:extLst>
                  <a:ext uri="{FF2B5EF4-FFF2-40B4-BE49-F238E27FC236}">
                    <a16:creationId xmlns:a16="http://schemas.microsoft.com/office/drawing/2014/main" id="{72C32431-2E61-49BC-9214-8E6647920AA4}"/>
                  </a:ext>
                </a:extLst>
              </p:cNvPr>
              <p:cNvSpPr>
                <a:spLocks/>
              </p:cNvSpPr>
              <p:nvPr userDrawn="1"/>
            </p:nvSpPr>
            <p:spPr bwMode="auto">
              <a:xfrm>
                <a:off x="-4758" y="1069"/>
                <a:ext cx="10" cy="11"/>
              </a:xfrm>
              <a:custGeom>
                <a:avLst/>
                <a:gdLst>
                  <a:gd name="T0" fmla="*/ 8 w 14"/>
                  <a:gd name="T1" fmla="*/ 0 h 14"/>
                  <a:gd name="T2" fmla="*/ 5 w 14"/>
                  <a:gd name="T3" fmla="*/ 1 h 14"/>
                  <a:gd name="T4" fmla="*/ 5 w 14"/>
                  <a:gd name="T5" fmla="*/ 1 h 14"/>
                  <a:gd name="T6" fmla="*/ 3 w 14"/>
                  <a:gd name="T7" fmla="*/ 1 h 14"/>
                  <a:gd name="T8" fmla="*/ 3 w 14"/>
                  <a:gd name="T9" fmla="*/ 1 h 14"/>
                  <a:gd name="T10" fmla="*/ 0 w 14"/>
                  <a:gd name="T11" fmla="*/ 4 h 14"/>
                  <a:gd name="T12" fmla="*/ 0 w 14"/>
                  <a:gd name="T13" fmla="*/ 7 h 14"/>
                  <a:gd name="T14" fmla="*/ 5 w 14"/>
                  <a:gd name="T15" fmla="*/ 13 h 14"/>
                  <a:gd name="T16" fmla="*/ 5 w 14"/>
                  <a:gd name="T17" fmla="*/ 13 h 14"/>
                  <a:gd name="T18" fmla="*/ 7 w 14"/>
                  <a:gd name="T19" fmla="*/ 14 h 14"/>
                  <a:gd name="T20" fmla="*/ 11 w 14"/>
                  <a:gd name="T21" fmla="*/ 13 h 14"/>
                  <a:gd name="T22" fmla="*/ 11 w 14"/>
                  <a:gd name="T23" fmla="*/ 12 h 14"/>
                  <a:gd name="T24" fmla="*/ 14 w 14"/>
                  <a:gd name="T25" fmla="*/ 8 h 14"/>
                  <a:gd name="T26" fmla="*/ 14 w 14"/>
                  <a:gd name="T27" fmla="*/ 7 h 14"/>
                  <a:gd name="T28" fmla="*/ 9 w 14"/>
                  <a:gd name="T29" fmla="*/ 0 h 14"/>
                  <a:gd name="T30" fmla="*/ 8 w 14"/>
                  <a:gd name="T31" fmla="*/ 3 h 14"/>
                  <a:gd name="T32" fmla="*/ 7 w 14"/>
                  <a:gd name="T33" fmla="*/ 6 h 14"/>
                  <a:gd name="T34" fmla="*/ 8 w 14"/>
                  <a:gd name="T35" fmla="*/ 7 h 14"/>
                  <a:gd name="T36" fmla="*/ 8 w 14"/>
                  <a:gd name="T37" fmla="*/ 7 h 14"/>
                  <a:gd name="T38" fmla="*/ 8 w 14"/>
                  <a:gd name="T39" fmla="*/ 8 h 14"/>
                  <a:gd name="T40" fmla="*/ 7 w 14"/>
                  <a:gd name="T41" fmla="*/ 8 h 14"/>
                  <a:gd name="T42" fmla="*/ 7 w 14"/>
                  <a:gd name="T43" fmla="*/ 8 h 14"/>
                  <a:gd name="T44" fmla="*/ 7 w 14"/>
                  <a:gd name="T45" fmla="*/ 8 h 14"/>
                  <a:gd name="T46" fmla="*/ 6 w 14"/>
                  <a:gd name="T47" fmla="*/ 7 h 14"/>
                  <a:gd name="T48" fmla="*/ 6 w 14"/>
                  <a:gd name="T49" fmla="*/ 6 h 14"/>
                  <a:gd name="T50" fmla="*/ 6 w 14"/>
                  <a:gd name="T51" fmla="*/ 6 h 14"/>
                  <a:gd name="T52" fmla="*/ 7 w 14"/>
                  <a:gd name="T53" fmla="*/ 6 h 14"/>
                  <a:gd name="T54" fmla="*/ 7 w 14"/>
                  <a:gd name="T55" fmla="*/ 6 h 14"/>
                  <a:gd name="T56" fmla="*/ 8 w 14"/>
                  <a:gd name="T57" fmla="*/ 3 h 14"/>
                  <a:gd name="T58" fmla="*/ 9 w 14"/>
                  <a:gd name="T59" fmla="*/ 0 h 14"/>
                  <a:gd name="T60" fmla="*/ 8 w 14"/>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4">
                    <a:moveTo>
                      <a:pt x="8" y="0"/>
                    </a:moveTo>
                    <a:cubicBezTo>
                      <a:pt x="7" y="1"/>
                      <a:pt x="6" y="1"/>
                      <a:pt x="5" y="1"/>
                    </a:cubicBezTo>
                    <a:cubicBezTo>
                      <a:pt x="5" y="1"/>
                      <a:pt x="5"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3"/>
                      <a:pt x="5" y="13"/>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5" name="Freeform 618">
                <a:extLst>
                  <a:ext uri="{FF2B5EF4-FFF2-40B4-BE49-F238E27FC236}">
                    <a16:creationId xmlns:a16="http://schemas.microsoft.com/office/drawing/2014/main" id="{8256174E-4CE1-4936-BDAC-80265ACE208B}"/>
                  </a:ext>
                </a:extLst>
              </p:cNvPr>
              <p:cNvSpPr>
                <a:spLocks/>
              </p:cNvSpPr>
              <p:nvPr userDrawn="1"/>
            </p:nvSpPr>
            <p:spPr bwMode="auto">
              <a:xfrm>
                <a:off x="-4750" y="1075"/>
                <a:ext cx="2" cy="4"/>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6" name="Freeform 619">
                <a:extLst>
                  <a:ext uri="{FF2B5EF4-FFF2-40B4-BE49-F238E27FC236}">
                    <a16:creationId xmlns:a16="http://schemas.microsoft.com/office/drawing/2014/main" id="{67093A3E-F5BF-49E7-990B-B7283F9E76E7}"/>
                  </a:ext>
                </a:extLst>
              </p:cNvPr>
              <p:cNvSpPr>
                <a:spLocks noEditPoints="1"/>
              </p:cNvSpPr>
              <p:nvPr userDrawn="1"/>
            </p:nvSpPr>
            <p:spPr bwMode="auto">
              <a:xfrm>
                <a:off x="-4760" y="1060"/>
                <a:ext cx="10" cy="10"/>
              </a:xfrm>
              <a:custGeom>
                <a:avLst/>
                <a:gdLst>
                  <a:gd name="T0" fmla="*/ 6 w 13"/>
                  <a:gd name="T1" fmla="*/ 6 h 13"/>
                  <a:gd name="T2" fmla="*/ 6 w 13"/>
                  <a:gd name="T3" fmla="*/ 6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6 h 13"/>
                  <a:gd name="T20" fmla="*/ 7 w 13"/>
                  <a:gd name="T21" fmla="*/ 0 h 13"/>
                  <a:gd name="T22" fmla="*/ 3 w 13"/>
                  <a:gd name="T23" fmla="*/ 1 h 13"/>
                  <a:gd name="T24" fmla="*/ 1 w 13"/>
                  <a:gd name="T25" fmla="*/ 4 h 13"/>
                  <a:gd name="T26" fmla="*/ 0 w 13"/>
                  <a:gd name="T27" fmla="*/ 6 h 13"/>
                  <a:gd name="T28" fmla="*/ 5 w 13"/>
                  <a:gd name="T29" fmla="*/ 12 h 13"/>
                  <a:gd name="T30" fmla="*/ 5 w 13"/>
                  <a:gd name="T31" fmla="*/ 13 h 13"/>
                  <a:gd name="T32" fmla="*/ 9 w 13"/>
                  <a:gd name="T33" fmla="*/ 12 h 13"/>
                  <a:gd name="T34" fmla="*/ 10 w 13"/>
                  <a:gd name="T35" fmla="*/ 12 h 13"/>
                  <a:gd name="T36" fmla="*/ 10 w 13"/>
                  <a:gd name="T37" fmla="*/ 12 h 13"/>
                  <a:gd name="T38" fmla="*/ 13 w 13"/>
                  <a:gd name="T39" fmla="*/ 9 h 13"/>
                  <a:gd name="T40" fmla="*/ 13 w 13"/>
                  <a:gd name="T41" fmla="*/ 7 h 13"/>
                  <a:gd name="T42" fmla="*/ 9 w 13"/>
                  <a:gd name="T43" fmla="*/ 1 h 13"/>
                  <a:gd name="T44" fmla="*/ 8 w 13"/>
                  <a:gd name="T45" fmla="*/ 4 h 13"/>
                  <a:gd name="T46" fmla="*/ 9 w 13"/>
                  <a:gd name="T47" fmla="*/ 1 h 13"/>
                  <a:gd name="T48" fmla="*/ 7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6"/>
                    </a:move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6"/>
                      <a:pt x="6" y="6"/>
                      <a:pt x="6" y="6"/>
                    </a:cubicBezTo>
                    <a:moveTo>
                      <a:pt x="7" y="0"/>
                    </a:moveTo>
                    <a:cubicBezTo>
                      <a:pt x="5" y="0"/>
                      <a:pt x="4" y="1"/>
                      <a:pt x="3" y="1"/>
                    </a:cubicBezTo>
                    <a:cubicBezTo>
                      <a:pt x="2" y="2"/>
                      <a:pt x="1" y="3"/>
                      <a:pt x="1" y="4"/>
                    </a:cubicBezTo>
                    <a:cubicBezTo>
                      <a:pt x="0" y="5"/>
                      <a:pt x="0" y="6"/>
                      <a:pt x="0" y="6"/>
                    </a:cubicBezTo>
                    <a:cubicBezTo>
                      <a:pt x="0" y="9"/>
                      <a:pt x="2" y="12"/>
                      <a:pt x="5" y="12"/>
                    </a:cubicBezTo>
                    <a:cubicBezTo>
                      <a:pt x="5" y="13"/>
                      <a:pt x="5" y="13"/>
                      <a:pt x="5" y="13"/>
                    </a:cubicBezTo>
                    <a:cubicBezTo>
                      <a:pt x="6" y="12"/>
                      <a:pt x="8" y="12"/>
                      <a:pt x="9" y="12"/>
                    </a:cubicBezTo>
                    <a:cubicBezTo>
                      <a:pt x="9" y="12"/>
                      <a:pt x="10" y="12"/>
                      <a:pt x="10" y="12"/>
                    </a:cubicBezTo>
                    <a:cubicBezTo>
                      <a:pt x="10" y="12"/>
                      <a:pt x="10" y="12"/>
                      <a:pt x="10" y="12"/>
                    </a:cubicBezTo>
                    <a:cubicBezTo>
                      <a:pt x="11" y="11"/>
                      <a:pt x="12" y="10"/>
                      <a:pt x="13" y="9"/>
                    </a:cubicBezTo>
                    <a:cubicBezTo>
                      <a:pt x="13" y="8"/>
                      <a:pt x="13" y="7"/>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7" name="Freeform 620">
                <a:extLst>
                  <a:ext uri="{FF2B5EF4-FFF2-40B4-BE49-F238E27FC236}">
                    <a16:creationId xmlns:a16="http://schemas.microsoft.com/office/drawing/2014/main" id="{1A343533-970E-4AF0-A5B0-4D6934345D8F}"/>
                  </a:ext>
                </a:extLst>
              </p:cNvPr>
              <p:cNvSpPr>
                <a:spLocks/>
              </p:cNvSpPr>
              <p:nvPr userDrawn="1"/>
            </p:nvSpPr>
            <p:spPr bwMode="auto">
              <a:xfrm>
                <a:off x="-4756" y="1069"/>
                <a:ext cx="4" cy="1"/>
              </a:xfrm>
              <a:custGeom>
                <a:avLst/>
                <a:gdLst>
                  <a:gd name="T0" fmla="*/ 4 w 5"/>
                  <a:gd name="T1" fmla="*/ 0 h 1"/>
                  <a:gd name="T2" fmla="*/ 0 w 5"/>
                  <a:gd name="T3" fmla="*/ 1 h 1"/>
                  <a:gd name="T4" fmla="*/ 2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3" y="0"/>
                      <a:pt x="1" y="0"/>
                      <a:pt x="0" y="1"/>
                    </a:cubicBezTo>
                    <a:cubicBezTo>
                      <a:pt x="1" y="1"/>
                      <a:pt x="1" y="1"/>
                      <a:pt x="2" y="1"/>
                    </a:cubicBezTo>
                    <a:cubicBezTo>
                      <a:pt x="2" y="1"/>
                      <a:pt x="2"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8" name="Freeform 621">
                <a:extLst>
                  <a:ext uri="{FF2B5EF4-FFF2-40B4-BE49-F238E27FC236}">
                    <a16:creationId xmlns:a16="http://schemas.microsoft.com/office/drawing/2014/main" id="{29895068-B994-4CC4-9302-4573B47A6354}"/>
                  </a:ext>
                </a:extLst>
              </p:cNvPr>
              <p:cNvSpPr>
                <a:spLocks noEditPoints="1"/>
              </p:cNvSpPr>
              <p:nvPr userDrawn="1"/>
            </p:nvSpPr>
            <p:spPr bwMode="auto">
              <a:xfrm>
                <a:off x="-4392" y="1258"/>
                <a:ext cx="76" cy="74"/>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51 w 101"/>
                  <a:gd name="T23" fmla="*/ 0 h 99"/>
                  <a:gd name="T24" fmla="*/ 6 w 101"/>
                  <a:gd name="T25" fmla="*/ 28 h 99"/>
                  <a:gd name="T26" fmla="*/ 6 w 101"/>
                  <a:gd name="T27" fmla="*/ 28 h 99"/>
                  <a:gd name="T28" fmla="*/ 0 w 101"/>
                  <a:gd name="T29" fmla="*/ 50 h 99"/>
                  <a:gd name="T30" fmla="*/ 28 w 101"/>
                  <a:gd name="T31" fmla="*/ 94 h 99"/>
                  <a:gd name="T32" fmla="*/ 51 w 101"/>
                  <a:gd name="T33" fmla="*/ 99 h 99"/>
                  <a:gd name="T34" fmla="*/ 51 w 101"/>
                  <a:gd name="T35" fmla="*/ 99 h 99"/>
                  <a:gd name="T36" fmla="*/ 96 w 101"/>
                  <a:gd name="T37" fmla="*/ 72 h 99"/>
                  <a:gd name="T38" fmla="*/ 101 w 101"/>
                  <a:gd name="T39" fmla="*/ 50 h 99"/>
                  <a:gd name="T40" fmla="*/ 74 w 101"/>
                  <a:gd name="T41" fmla="*/ 6 h 99"/>
                  <a:gd name="T42" fmla="*/ 75 w 101"/>
                  <a:gd name="T43" fmla="*/ 13 h 99"/>
                  <a:gd name="T44" fmla="*/ 71 w 101"/>
                  <a:gd name="T45" fmla="*/ 5 h 99"/>
                  <a:gd name="T46" fmla="*/ 51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1" y="31"/>
                    </a:moveTo>
                    <a:cubicBezTo>
                      <a:pt x="19" y="15"/>
                      <a:pt x="34" y="7"/>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51" y="0"/>
                      <a:pt x="51" y="0"/>
                      <a:pt x="51" y="0"/>
                    </a:cubicBez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51" y="99"/>
                      <a:pt x="51"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9" name="Freeform 622">
                <a:extLst>
                  <a:ext uri="{FF2B5EF4-FFF2-40B4-BE49-F238E27FC236}">
                    <a16:creationId xmlns:a16="http://schemas.microsoft.com/office/drawing/2014/main" id="{9D7BA792-72F7-45C3-8707-A5678F966CAE}"/>
                  </a:ext>
                </a:extLst>
              </p:cNvPr>
              <p:cNvSpPr>
                <a:spLocks noEditPoints="1"/>
              </p:cNvSpPr>
              <p:nvPr userDrawn="1"/>
            </p:nvSpPr>
            <p:spPr bwMode="auto">
              <a:xfrm>
                <a:off x="-4394" y="1321"/>
                <a:ext cx="17" cy="16"/>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0" name="Freeform 623">
                <a:extLst>
                  <a:ext uri="{FF2B5EF4-FFF2-40B4-BE49-F238E27FC236}">
                    <a16:creationId xmlns:a16="http://schemas.microsoft.com/office/drawing/2014/main" id="{DACB6448-7240-4151-8E3C-5D0293B68E3A}"/>
                  </a:ext>
                </a:extLst>
              </p:cNvPr>
              <p:cNvSpPr>
                <a:spLocks noEditPoints="1"/>
              </p:cNvSpPr>
              <p:nvPr userDrawn="1"/>
            </p:nvSpPr>
            <p:spPr bwMode="auto">
              <a:xfrm>
                <a:off x="-4402" y="1334"/>
                <a:ext cx="13" cy="12"/>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1" name="Freeform 624">
                <a:extLst>
                  <a:ext uri="{FF2B5EF4-FFF2-40B4-BE49-F238E27FC236}">
                    <a16:creationId xmlns:a16="http://schemas.microsoft.com/office/drawing/2014/main" id="{34DB6E9A-FF38-4A07-A119-17BDC05158AF}"/>
                  </a:ext>
                </a:extLst>
              </p:cNvPr>
              <p:cNvSpPr>
                <a:spLocks noEditPoints="1"/>
              </p:cNvSpPr>
              <p:nvPr userDrawn="1"/>
            </p:nvSpPr>
            <p:spPr bwMode="auto">
              <a:xfrm>
                <a:off x="-4414" y="1335"/>
                <a:ext cx="11" cy="11"/>
              </a:xfrm>
              <a:custGeom>
                <a:avLst/>
                <a:gdLst>
                  <a:gd name="T0" fmla="*/ 7 w 15"/>
                  <a:gd name="T1" fmla="*/ 9 h 15"/>
                  <a:gd name="T2" fmla="*/ 6 w 15"/>
                  <a:gd name="T3" fmla="*/ 7 h 15"/>
                  <a:gd name="T4" fmla="*/ 6 w 15"/>
                  <a:gd name="T5" fmla="*/ 7 h 15"/>
                  <a:gd name="T6" fmla="*/ 3 w 15"/>
                  <a:gd name="T7" fmla="*/ 5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4 w 15"/>
                  <a:gd name="T33" fmla="*/ 14 h 15"/>
                  <a:gd name="T34" fmla="*/ 7 w 15"/>
                  <a:gd name="T35" fmla="*/ 15 h 15"/>
                  <a:gd name="T36" fmla="*/ 7 w 15"/>
                  <a:gd name="T37" fmla="*/ 15 h 15"/>
                  <a:gd name="T38" fmla="*/ 14 w 15"/>
                  <a:gd name="T39" fmla="*/ 11 h 15"/>
                  <a:gd name="T40" fmla="*/ 15 w 15"/>
                  <a:gd name="T41" fmla="*/ 7 h 15"/>
                  <a:gd name="T42" fmla="*/ 11 w 15"/>
                  <a:gd name="T43" fmla="*/ 0 h 15"/>
                  <a:gd name="T44" fmla="*/ 7 w 15"/>
                  <a:gd name="T45" fmla="*/ 0 h 15"/>
                  <a:gd name="T46" fmla="*/ 7 w 15"/>
                  <a:gd name="T47" fmla="*/ 0 h 15"/>
                  <a:gd name="T48" fmla="*/ 7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7" y="9"/>
                    </a:move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2" name="Freeform 625">
                <a:extLst>
                  <a:ext uri="{FF2B5EF4-FFF2-40B4-BE49-F238E27FC236}">
                    <a16:creationId xmlns:a16="http://schemas.microsoft.com/office/drawing/2014/main" id="{3EED0DE0-F7FD-4A8A-A413-88AC2B4D00E8}"/>
                  </a:ext>
                </a:extLst>
              </p:cNvPr>
              <p:cNvSpPr>
                <a:spLocks noEditPoints="1"/>
              </p:cNvSpPr>
              <p:nvPr userDrawn="1"/>
            </p:nvSpPr>
            <p:spPr bwMode="auto">
              <a:xfrm>
                <a:off x="-4148" y="1940"/>
                <a:ext cx="76" cy="74"/>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2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8 h 99"/>
                  <a:gd name="T34" fmla="*/ 96 w 101"/>
                  <a:gd name="T35" fmla="*/ 71 h 99"/>
                  <a:gd name="T36" fmla="*/ 101 w 101"/>
                  <a:gd name="T37" fmla="*/ 49 h 99"/>
                  <a:gd name="T38" fmla="*/ 73 w 101"/>
                  <a:gd name="T39" fmla="*/ 5 h 99"/>
                  <a:gd name="T40" fmla="*/ 51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9"/>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3" name="Freeform 626">
                <a:extLst>
                  <a:ext uri="{FF2B5EF4-FFF2-40B4-BE49-F238E27FC236}">
                    <a16:creationId xmlns:a16="http://schemas.microsoft.com/office/drawing/2014/main" id="{22FEAF18-7EA7-4122-94C8-144F6ED210F9}"/>
                  </a:ext>
                </a:extLst>
              </p:cNvPr>
              <p:cNvSpPr>
                <a:spLocks noEditPoints="1"/>
              </p:cNvSpPr>
              <p:nvPr userDrawn="1"/>
            </p:nvSpPr>
            <p:spPr bwMode="auto">
              <a:xfrm>
                <a:off x="-4150" y="2002"/>
                <a:ext cx="17" cy="17"/>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4" name="Freeform 627">
                <a:extLst>
                  <a:ext uri="{FF2B5EF4-FFF2-40B4-BE49-F238E27FC236}">
                    <a16:creationId xmlns:a16="http://schemas.microsoft.com/office/drawing/2014/main" id="{8CAA756F-C913-4D2E-B3CB-479D39B1FD3A}"/>
                  </a:ext>
                </a:extLst>
              </p:cNvPr>
              <p:cNvSpPr>
                <a:spLocks noEditPoints="1"/>
              </p:cNvSpPr>
              <p:nvPr userDrawn="1"/>
            </p:nvSpPr>
            <p:spPr bwMode="auto">
              <a:xfrm>
                <a:off x="-4158" y="2015"/>
                <a:ext cx="13" cy="13"/>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5" name="Freeform 628">
                <a:extLst>
                  <a:ext uri="{FF2B5EF4-FFF2-40B4-BE49-F238E27FC236}">
                    <a16:creationId xmlns:a16="http://schemas.microsoft.com/office/drawing/2014/main" id="{44089D8F-27D1-454E-93B7-97C9F11E64A8}"/>
                  </a:ext>
                </a:extLst>
              </p:cNvPr>
              <p:cNvSpPr>
                <a:spLocks noEditPoints="1"/>
              </p:cNvSpPr>
              <p:nvPr userDrawn="1"/>
            </p:nvSpPr>
            <p:spPr bwMode="auto">
              <a:xfrm>
                <a:off x="-4170" y="2017"/>
                <a:ext cx="11" cy="11"/>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6" name="Freeform 629">
                <a:extLst>
                  <a:ext uri="{FF2B5EF4-FFF2-40B4-BE49-F238E27FC236}">
                    <a16:creationId xmlns:a16="http://schemas.microsoft.com/office/drawing/2014/main" id="{2774A769-7484-4195-84F8-9ECFF2DFF3F6}"/>
                  </a:ext>
                </a:extLst>
              </p:cNvPr>
              <p:cNvSpPr>
                <a:spLocks noEditPoints="1"/>
              </p:cNvSpPr>
              <p:nvPr userDrawn="1"/>
            </p:nvSpPr>
            <p:spPr bwMode="auto">
              <a:xfrm>
                <a:off x="-4438" y="2024"/>
                <a:ext cx="76" cy="74"/>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7" name="Freeform 630">
                <a:extLst>
                  <a:ext uri="{FF2B5EF4-FFF2-40B4-BE49-F238E27FC236}">
                    <a16:creationId xmlns:a16="http://schemas.microsoft.com/office/drawing/2014/main" id="{BC8D1B87-7301-434D-B58C-69820A26C1D5}"/>
                  </a:ext>
                </a:extLst>
              </p:cNvPr>
              <p:cNvSpPr>
                <a:spLocks noEditPoints="1"/>
              </p:cNvSpPr>
              <p:nvPr userDrawn="1"/>
            </p:nvSpPr>
            <p:spPr bwMode="auto">
              <a:xfrm>
                <a:off x="-4440" y="2086"/>
                <a:ext cx="16" cy="17"/>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4" y="8"/>
                      <a:pt x="4" y="8"/>
                      <a:pt x="4" y="8"/>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8" name="Freeform 631">
                <a:extLst>
                  <a:ext uri="{FF2B5EF4-FFF2-40B4-BE49-F238E27FC236}">
                    <a16:creationId xmlns:a16="http://schemas.microsoft.com/office/drawing/2014/main" id="{D54BC091-8D40-412C-892B-4A719BEE9050}"/>
                  </a:ext>
                </a:extLst>
              </p:cNvPr>
              <p:cNvSpPr>
                <a:spLocks noEditPoints="1"/>
              </p:cNvSpPr>
              <p:nvPr userDrawn="1"/>
            </p:nvSpPr>
            <p:spPr bwMode="auto">
              <a:xfrm>
                <a:off x="-4449" y="2099"/>
                <a:ext cx="13" cy="13"/>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17 w 18"/>
                  <a:gd name="T35" fmla="*/ 13 h 17"/>
                  <a:gd name="T36" fmla="*/ 18 w 18"/>
                  <a:gd name="T37" fmla="*/ 9 h 17"/>
                  <a:gd name="T38" fmla="*/ 13 w 18"/>
                  <a:gd name="T39" fmla="*/ 1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9" name="Freeform 632">
                <a:extLst>
                  <a:ext uri="{FF2B5EF4-FFF2-40B4-BE49-F238E27FC236}">
                    <a16:creationId xmlns:a16="http://schemas.microsoft.com/office/drawing/2014/main" id="{3397B799-6D73-44A5-9F82-2CEBAB896A6A}"/>
                  </a:ext>
                </a:extLst>
              </p:cNvPr>
              <p:cNvSpPr>
                <a:spLocks noEditPoints="1"/>
              </p:cNvSpPr>
              <p:nvPr userDrawn="1"/>
            </p:nvSpPr>
            <p:spPr bwMode="auto">
              <a:xfrm>
                <a:off x="-4461" y="2101"/>
                <a:ext cx="11" cy="11"/>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0" name="Freeform 633">
                <a:extLst>
                  <a:ext uri="{FF2B5EF4-FFF2-40B4-BE49-F238E27FC236}">
                    <a16:creationId xmlns:a16="http://schemas.microsoft.com/office/drawing/2014/main" id="{7DE6261D-537A-4BD3-B867-C43F484E0C07}"/>
                  </a:ext>
                </a:extLst>
              </p:cNvPr>
              <p:cNvSpPr>
                <a:spLocks noEditPoints="1"/>
              </p:cNvSpPr>
              <p:nvPr userDrawn="1"/>
            </p:nvSpPr>
            <p:spPr bwMode="auto">
              <a:xfrm>
                <a:off x="-3919" y="1814"/>
                <a:ext cx="72" cy="7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1" name="Freeform 634">
                <a:extLst>
                  <a:ext uri="{FF2B5EF4-FFF2-40B4-BE49-F238E27FC236}">
                    <a16:creationId xmlns:a16="http://schemas.microsoft.com/office/drawing/2014/main" id="{33440052-8D86-40D5-9755-0F889093B76B}"/>
                  </a:ext>
                </a:extLst>
              </p:cNvPr>
              <p:cNvSpPr>
                <a:spLocks noEditPoints="1"/>
              </p:cNvSpPr>
              <p:nvPr userDrawn="1"/>
            </p:nvSpPr>
            <p:spPr bwMode="auto">
              <a:xfrm>
                <a:off x="-3927" y="1868"/>
                <a:ext cx="17" cy="16"/>
              </a:xfrm>
              <a:custGeom>
                <a:avLst/>
                <a:gdLst>
                  <a:gd name="T0" fmla="*/ 11 w 22"/>
                  <a:gd name="T1" fmla="*/ 15 h 21"/>
                  <a:gd name="T2" fmla="*/ 8 w 22"/>
                  <a:gd name="T3" fmla="*/ 14 h 21"/>
                  <a:gd name="T4" fmla="*/ 6 w 22"/>
                  <a:gd name="T5" fmla="*/ 10 h 21"/>
                  <a:gd name="T6" fmla="*/ 7 w 22"/>
                  <a:gd name="T7" fmla="*/ 7 h 21"/>
                  <a:gd name="T8" fmla="*/ 5 w 22"/>
                  <a:gd name="T9" fmla="*/ 5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5"/>
                      <a:pt x="5" y="5"/>
                      <a:pt x="5" y="5"/>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2" name="Freeform 635">
                <a:extLst>
                  <a:ext uri="{FF2B5EF4-FFF2-40B4-BE49-F238E27FC236}">
                    <a16:creationId xmlns:a16="http://schemas.microsoft.com/office/drawing/2014/main" id="{489E8934-61AA-4E97-BABF-86A9C1F7A329}"/>
                  </a:ext>
                </a:extLst>
              </p:cNvPr>
              <p:cNvSpPr>
                <a:spLocks noEditPoints="1"/>
              </p:cNvSpPr>
              <p:nvPr userDrawn="1"/>
            </p:nvSpPr>
            <p:spPr bwMode="auto">
              <a:xfrm>
                <a:off x="-3937" y="1878"/>
                <a:ext cx="13" cy="13"/>
              </a:xfrm>
              <a:custGeom>
                <a:avLst/>
                <a:gdLst>
                  <a:gd name="T0" fmla="*/ 7 w 17"/>
                  <a:gd name="T1" fmla="*/ 7 h 17"/>
                  <a:gd name="T2" fmla="*/ 9 w 17"/>
                  <a:gd name="T3" fmla="*/ 6 h 17"/>
                  <a:gd name="T4" fmla="*/ 10 w 17"/>
                  <a:gd name="T5" fmla="*/ 6 h 17"/>
                  <a:gd name="T6" fmla="*/ 10 w 17"/>
                  <a:gd name="T7" fmla="*/ 6 h 17"/>
                  <a:gd name="T8" fmla="*/ 11 w 17"/>
                  <a:gd name="T9" fmla="*/ 8 h 17"/>
                  <a:gd name="T10" fmla="*/ 11 w 17"/>
                  <a:gd name="T11" fmla="*/ 10 h 17"/>
                  <a:gd name="T12" fmla="*/ 9 w 17"/>
                  <a:gd name="T13" fmla="*/ 11 h 17"/>
                  <a:gd name="T14" fmla="*/ 7 w 17"/>
                  <a:gd name="T15" fmla="*/ 10 h 17"/>
                  <a:gd name="T16" fmla="*/ 6 w 17"/>
                  <a:gd name="T17" fmla="*/ 8 h 17"/>
                  <a:gd name="T18" fmla="*/ 7 w 17"/>
                  <a:gd name="T19" fmla="*/ 7 h 17"/>
                  <a:gd name="T20" fmla="*/ 7 w 17"/>
                  <a:gd name="T21" fmla="*/ 7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15 w 17"/>
                  <a:gd name="T41" fmla="*/ 13 h 17"/>
                  <a:gd name="T42" fmla="*/ 17 w 17"/>
                  <a:gd name="T43" fmla="*/ 8 h 17"/>
                  <a:gd name="T44" fmla="*/ 14 w 17"/>
                  <a:gd name="T45" fmla="*/ 2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7" y="7"/>
                    </a:moveTo>
                    <a:cubicBezTo>
                      <a:pt x="7" y="6"/>
                      <a:pt x="8" y="6"/>
                      <a:pt x="9" y="6"/>
                    </a:cubicBezTo>
                    <a:cubicBezTo>
                      <a:pt x="9" y="6"/>
                      <a:pt x="10" y="6"/>
                      <a:pt x="10" y="6"/>
                    </a:cubicBezTo>
                    <a:cubicBezTo>
                      <a:pt x="10" y="6"/>
                      <a:pt x="10" y="6"/>
                      <a:pt x="10" y="6"/>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3" name="Freeform 636">
                <a:extLst>
                  <a:ext uri="{FF2B5EF4-FFF2-40B4-BE49-F238E27FC236}">
                    <a16:creationId xmlns:a16="http://schemas.microsoft.com/office/drawing/2014/main" id="{4D228908-D3C9-4CE7-B83D-5F2CACAE82FB}"/>
                  </a:ext>
                </a:extLst>
              </p:cNvPr>
              <p:cNvSpPr>
                <a:spLocks noEditPoints="1"/>
              </p:cNvSpPr>
              <p:nvPr userDrawn="1"/>
            </p:nvSpPr>
            <p:spPr bwMode="auto">
              <a:xfrm>
                <a:off x="-3948" y="1877"/>
                <a:ext cx="11" cy="11"/>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13 w 15"/>
                  <a:gd name="T37" fmla="*/ 11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4" name="Freeform 637">
                <a:extLst>
                  <a:ext uri="{FF2B5EF4-FFF2-40B4-BE49-F238E27FC236}">
                    <a16:creationId xmlns:a16="http://schemas.microsoft.com/office/drawing/2014/main" id="{35F35BCF-CC94-4413-B74F-FB1859DD38EE}"/>
                  </a:ext>
                </a:extLst>
              </p:cNvPr>
              <p:cNvSpPr>
                <a:spLocks noEditPoints="1"/>
              </p:cNvSpPr>
              <p:nvPr userDrawn="1"/>
            </p:nvSpPr>
            <p:spPr bwMode="auto">
              <a:xfrm>
                <a:off x="-4498" y="1110"/>
                <a:ext cx="181" cy="152"/>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8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1 w 241"/>
                  <a:gd name="T83" fmla="*/ 134 h 203"/>
                  <a:gd name="T84" fmla="*/ 51 w 241"/>
                  <a:gd name="T85" fmla="*/ 158 h 203"/>
                  <a:gd name="T86" fmla="*/ 78 w 241"/>
                  <a:gd name="T87" fmla="*/ 177 h 203"/>
                  <a:gd name="T88" fmla="*/ 133 w 241"/>
                  <a:gd name="T89" fmla="*/ 155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8"/>
                    </a:cubicBezTo>
                    <a:cubicBezTo>
                      <a:pt x="175" y="151"/>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5" name="Freeform 638">
                <a:extLst>
                  <a:ext uri="{FF2B5EF4-FFF2-40B4-BE49-F238E27FC236}">
                    <a16:creationId xmlns:a16="http://schemas.microsoft.com/office/drawing/2014/main" id="{68E70613-C926-4F13-A2C3-6EC8E9BB260A}"/>
                  </a:ext>
                </a:extLst>
              </p:cNvPr>
              <p:cNvSpPr>
                <a:spLocks/>
              </p:cNvSpPr>
              <p:nvPr userDrawn="1"/>
            </p:nvSpPr>
            <p:spPr bwMode="auto">
              <a:xfrm>
                <a:off x="-4484" y="120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6" name="Freeform 639">
                <a:extLst>
                  <a:ext uri="{FF2B5EF4-FFF2-40B4-BE49-F238E27FC236}">
                    <a16:creationId xmlns:a16="http://schemas.microsoft.com/office/drawing/2014/main" id="{BB79E294-57B9-4D35-8E77-6790606A3D1F}"/>
                  </a:ext>
                </a:extLst>
              </p:cNvPr>
              <p:cNvSpPr>
                <a:spLocks/>
              </p:cNvSpPr>
              <p:nvPr userDrawn="1"/>
            </p:nvSpPr>
            <p:spPr bwMode="auto">
              <a:xfrm>
                <a:off x="-4338" y="1262"/>
                <a:ext cx="3" cy="6"/>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7" name="Freeform 640">
                <a:extLst>
                  <a:ext uri="{FF2B5EF4-FFF2-40B4-BE49-F238E27FC236}">
                    <a16:creationId xmlns:a16="http://schemas.microsoft.com/office/drawing/2014/main" id="{7408CB7F-6D76-417B-A133-35E93BFC5DE8}"/>
                  </a:ext>
                </a:extLst>
              </p:cNvPr>
              <p:cNvSpPr>
                <a:spLocks noEditPoints="1"/>
              </p:cNvSpPr>
              <p:nvPr userDrawn="1"/>
            </p:nvSpPr>
            <p:spPr bwMode="auto">
              <a:xfrm>
                <a:off x="-4680" y="2017"/>
                <a:ext cx="180" cy="157"/>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9 w 240"/>
                  <a:gd name="T69" fmla="*/ 10 h 209"/>
                  <a:gd name="T70" fmla="*/ 18 w 240"/>
                  <a:gd name="T71" fmla="*/ 66 h 209"/>
                  <a:gd name="T72" fmla="*/ 21 w 240"/>
                  <a:gd name="T73" fmla="*/ 77 h 209"/>
                  <a:gd name="T74" fmla="*/ 2 w 240"/>
                  <a:gd name="T75" fmla="*/ 89 h 209"/>
                  <a:gd name="T76" fmla="*/ 14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7 w 240"/>
                  <a:gd name="T97" fmla="*/ 111 h 209"/>
                  <a:gd name="T98" fmla="*/ 240 w 240"/>
                  <a:gd name="T99" fmla="*/ 80 h 209"/>
                  <a:gd name="T100" fmla="*/ 228 w 240"/>
                  <a:gd name="T101" fmla="*/ 55 h 209"/>
                  <a:gd name="T102" fmla="*/ 215 w 240"/>
                  <a:gd name="T103" fmla="*/ 53 h 209"/>
                  <a:gd name="T104" fmla="*/ 204 w 240"/>
                  <a:gd name="T105" fmla="*/ 48 h 209"/>
                  <a:gd name="T106" fmla="*/ 207 w 240"/>
                  <a:gd name="T107" fmla="*/ 14 h 209"/>
                  <a:gd name="T108" fmla="*/ 195 w 240"/>
                  <a:gd name="T109" fmla="*/ 4 h 209"/>
                  <a:gd name="T110" fmla="*/ 190 w 240"/>
                  <a:gd name="T111" fmla="*/ 2 h 209"/>
                  <a:gd name="T112" fmla="*/ 123 w 240"/>
                  <a:gd name="T113" fmla="*/ 3 h 209"/>
                  <a:gd name="T114" fmla="*/ 121 w 240"/>
                  <a:gd name="T115" fmla="*/ 5 h 209"/>
                  <a:gd name="T116" fmla="*/ 119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8" name="Freeform 641">
                <a:extLst>
                  <a:ext uri="{FF2B5EF4-FFF2-40B4-BE49-F238E27FC236}">
                    <a16:creationId xmlns:a16="http://schemas.microsoft.com/office/drawing/2014/main" id="{EE25F41A-B689-4602-9940-5B0B5F2CD6AD}"/>
                  </a:ext>
                </a:extLst>
              </p:cNvPr>
              <p:cNvSpPr>
                <a:spLocks noEditPoints="1"/>
              </p:cNvSpPr>
              <p:nvPr userDrawn="1"/>
            </p:nvSpPr>
            <p:spPr bwMode="auto">
              <a:xfrm>
                <a:off x="-4306" y="1131"/>
                <a:ext cx="179" cy="124"/>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9" name="Freeform 642">
                <a:extLst>
                  <a:ext uri="{FF2B5EF4-FFF2-40B4-BE49-F238E27FC236}">
                    <a16:creationId xmlns:a16="http://schemas.microsoft.com/office/drawing/2014/main" id="{FD65989F-7779-4515-96FE-45740C77C90E}"/>
                  </a:ext>
                </a:extLst>
              </p:cNvPr>
              <p:cNvSpPr>
                <a:spLocks noEditPoints="1"/>
              </p:cNvSpPr>
              <p:nvPr userDrawn="1"/>
            </p:nvSpPr>
            <p:spPr bwMode="auto">
              <a:xfrm>
                <a:off x="-3688" y="1113"/>
                <a:ext cx="180" cy="124"/>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6 w 239"/>
                  <a:gd name="T59" fmla="*/ 132 h 165"/>
                  <a:gd name="T60" fmla="*/ 104 w 239"/>
                  <a:gd name="T61" fmla="*/ 147 h 165"/>
                  <a:gd name="T62" fmla="*/ 113 w 239"/>
                  <a:gd name="T63" fmla="*/ 129 h 165"/>
                  <a:gd name="T64" fmla="*/ 30 w 239"/>
                  <a:gd name="T65" fmla="*/ 128 h 165"/>
                  <a:gd name="T66" fmla="*/ 30 w 239"/>
                  <a:gd name="T67" fmla="*/ 0 h 165"/>
                  <a:gd name="T68" fmla="*/ 29 w 239"/>
                  <a:gd name="T69" fmla="*/ 0 h 165"/>
                  <a:gd name="T70" fmla="*/ 14 w 239"/>
                  <a:gd name="T71" fmla="*/ 9 h 165"/>
                  <a:gd name="T72" fmla="*/ 0 w 239"/>
                  <a:gd name="T73" fmla="*/ 66 h 165"/>
                  <a:gd name="T74" fmla="*/ 0 w 239"/>
                  <a:gd name="T75" fmla="*/ 68 h 165"/>
                  <a:gd name="T76" fmla="*/ 0 w 239"/>
                  <a:gd name="T77" fmla="*/ 73 h 165"/>
                  <a:gd name="T78" fmla="*/ 4 w 239"/>
                  <a:gd name="T79" fmla="*/ 100 h 165"/>
                  <a:gd name="T80" fmla="*/ 27 w 239"/>
                  <a:gd name="T81" fmla="*/ 133 h 165"/>
                  <a:gd name="T82" fmla="*/ 28 w 239"/>
                  <a:gd name="T83" fmla="*/ 134 h 165"/>
                  <a:gd name="T84" fmla="*/ 103 w 239"/>
                  <a:gd name="T85" fmla="*/ 135 h 165"/>
                  <a:gd name="T86" fmla="*/ 86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8 w 239"/>
                  <a:gd name="T101" fmla="*/ 75 h 165"/>
                  <a:gd name="T102" fmla="*/ 239 w 239"/>
                  <a:gd name="T103" fmla="*/ 64 h 165"/>
                  <a:gd name="T104" fmla="*/ 234 w 239"/>
                  <a:gd name="T105" fmla="*/ 29 h 165"/>
                  <a:gd name="T106" fmla="*/ 225 w 239"/>
                  <a:gd name="T107" fmla="*/ 13 h 165"/>
                  <a:gd name="T108" fmla="*/ 209 w 239"/>
                  <a:gd name="T109" fmla="*/ 3 h 165"/>
                  <a:gd name="T110" fmla="*/ 209 w 239"/>
                  <a:gd name="T111" fmla="*/ 3 h 165"/>
                  <a:gd name="T112" fmla="*/ 208 w 239"/>
                  <a:gd name="T113" fmla="*/ 3 h 165"/>
                  <a:gd name="T114" fmla="*/ 208 w 239"/>
                  <a:gd name="T115" fmla="*/ 6 h 165"/>
                  <a:gd name="T116" fmla="*/ 208 w 239"/>
                  <a:gd name="T117" fmla="*/ 9 h 165"/>
                  <a:gd name="T118" fmla="*/ 208 w 239"/>
                  <a:gd name="T119" fmla="*/ 6 h 165"/>
                  <a:gd name="T120" fmla="*/ 208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0" name="Freeform 643">
                <a:extLst>
                  <a:ext uri="{FF2B5EF4-FFF2-40B4-BE49-F238E27FC236}">
                    <a16:creationId xmlns:a16="http://schemas.microsoft.com/office/drawing/2014/main" id="{1C888065-3880-435C-AB61-A23BCBA40CFD}"/>
                  </a:ext>
                </a:extLst>
              </p:cNvPr>
              <p:cNvSpPr>
                <a:spLocks noEditPoints="1"/>
              </p:cNvSpPr>
              <p:nvPr userDrawn="1"/>
            </p:nvSpPr>
            <p:spPr bwMode="auto">
              <a:xfrm>
                <a:off x="-3665" y="1506"/>
                <a:ext cx="223" cy="201"/>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1" name="Freeform 644">
                <a:extLst>
                  <a:ext uri="{FF2B5EF4-FFF2-40B4-BE49-F238E27FC236}">
                    <a16:creationId xmlns:a16="http://schemas.microsoft.com/office/drawing/2014/main" id="{D47664D9-3448-4BA3-9064-7CE1366A9D46}"/>
                  </a:ext>
                </a:extLst>
              </p:cNvPr>
              <p:cNvSpPr>
                <a:spLocks noEditPoints="1"/>
              </p:cNvSpPr>
              <p:nvPr userDrawn="1"/>
            </p:nvSpPr>
            <p:spPr bwMode="auto">
              <a:xfrm>
                <a:off x="-3665" y="1580"/>
                <a:ext cx="9" cy="36"/>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2" name="Freeform 645">
                <a:extLst>
                  <a:ext uri="{FF2B5EF4-FFF2-40B4-BE49-F238E27FC236}">
                    <a16:creationId xmlns:a16="http://schemas.microsoft.com/office/drawing/2014/main" id="{B6B14251-DCE9-4535-BC71-BEABCBF6864F}"/>
                  </a:ext>
                </a:extLst>
              </p:cNvPr>
              <p:cNvSpPr>
                <a:spLocks noEditPoints="1"/>
              </p:cNvSpPr>
              <p:nvPr userDrawn="1"/>
            </p:nvSpPr>
            <p:spPr bwMode="auto">
              <a:xfrm>
                <a:off x="-4197" y="1241"/>
                <a:ext cx="90" cy="55"/>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3" name="Freeform 646">
                <a:extLst>
                  <a:ext uri="{FF2B5EF4-FFF2-40B4-BE49-F238E27FC236}">
                    <a16:creationId xmlns:a16="http://schemas.microsoft.com/office/drawing/2014/main" id="{22278146-03BC-411A-B3EE-D688C3BEFD3A}"/>
                  </a:ext>
                </a:extLst>
              </p:cNvPr>
              <p:cNvSpPr>
                <a:spLocks noEditPoints="1"/>
              </p:cNvSpPr>
              <p:nvPr userDrawn="1"/>
            </p:nvSpPr>
            <p:spPr bwMode="auto">
              <a:xfrm>
                <a:off x="-4819" y="1358"/>
                <a:ext cx="112" cy="68"/>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4" name="Freeform 647">
                <a:extLst>
                  <a:ext uri="{FF2B5EF4-FFF2-40B4-BE49-F238E27FC236}">
                    <a16:creationId xmlns:a16="http://schemas.microsoft.com/office/drawing/2014/main" id="{95FEB3FC-446F-4BB1-B070-6BBA31C0C83C}"/>
                  </a:ext>
                </a:extLst>
              </p:cNvPr>
              <p:cNvSpPr>
                <a:spLocks noEditPoints="1"/>
              </p:cNvSpPr>
              <p:nvPr userDrawn="1"/>
            </p:nvSpPr>
            <p:spPr bwMode="auto">
              <a:xfrm>
                <a:off x="-4000" y="1712"/>
                <a:ext cx="89" cy="55"/>
              </a:xfrm>
              <a:custGeom>
                <a:avLst/>
                <a:gdLst>
                  <a:gd name="T0" fmla="*/ 33 w 119"/>
                  <a:gd name="T1" fmla="*/ 19 h 73"/>
                  <a:gd name="T2" fmla="*/ 33 w 119"/>
                  <a:gd name="T3" fmla="*/ 19 h 73"/>
                  <a:gd name="T4" fmla="*/ 49 w 119"/>
                  <a:gd name="T5" fmla="*/ 6 h 73"/>
                  <a:gd name="T6" fmla="*/ 101 w 119"/>
                  <a:gd name="T7" fmla="*/ 6 h 73"/>
                  <a:gd name="T8" fmla="*/ 107 w 119"/>
                  <a:gd name="T9" fmla="*/ 9 h 73"/>
                  <a:gd name="T10" fmla="*/ 111 w 119"/>
                  <a:gd name="T11" fmla="*/ 14 h 73"/>
                  <a:gd name="T12" fmla="*/ 113 w 119"/>
                  <a:gd name="T13" fmla="*/ 20 h 73"/>
                  <a:gd name="T14" fmla="*/ 113 w 119"/>
                  <a:gd name="T15" fmla="*/ 57 h 73"/>
                  <a:gd name="T16" fmla="*/ 110 w 119"/>
                  <a:gd name="T17" fmla="*/ 62 h 73"/>
                  <a:gd name="T18" fmla="*/ 106 w 119"/>
                  <a:gd name="T19" fmla="*/ 65 h 73"/>
                  <a:gd name="T20" fmla="*/ 102 w 119"/>
                  <a:gd name="T21" fmla="*/ 67 h 73"/>
                  <a:gd name="T22" fmla="*/ 42 w 119"/>
                  <a:gd name="T23" fmla="*/ 67 h 73"/>
                  <a:gd name="T24" fmla="*/ 37 w 119"/>
                  <a:gd name="T25" fmla="*/ 65 h 73"/>
                  <a:gd name="T26" fmla="*/ 34 w 119"/>
                  <a:gd name="T27" fmla="*/ 62 h 73"/>
                  <a:gd name="T28" fmla="*/ 33 w 119"/>
                  <a:gd name="T29" fmla="*/ 55 h 73"/>
                  <a:gd name="T30" fmla="*/ 33 w 119"/>
                  <a:gd name="T31" fmla="*/ 53 h 73"/>
                  <a:gd name="T32" fmla="*/ 33 w 119"/>
                  <a:gd name="T33" fmla="*/ 51 h 73"/>
                  <a:gd name="T34" fmla="*/ 21 w 119"/>
                  <a:gd name="T35" fmla="*/ 37 h 73"/>
                  <a:gd name="T36" fmla="*/ 33 w 119"/>
                  <a:gd name="T37" fmla="*/ 43 h 73"/>
                  <a:gd name="T38" fmla="*/ 34 w 119"/>
                  <a:gd name="T39" fmla="*/ 19 h 73"/>
                  <a:gd name="T40" fmla="*/ 37 w 119"/>
                  <a:gd name="T41" fmla="*/ 13 h 73"/>
                  <a:gd name="T42" fmla="*/ 49 w 119"/>
                  <a:gd name="T43" fmla="*/ 6 h 73"/>
                  <a:gd name="T44" fmla="*/ 102 w 119"/>
                  <a:gd name="T45" fmla="*/ 0 h 73"/>
                  <a:gd name="T46" fmla="*/ 49 w 119"/>
                  <a:gd name="T47" fmla="*/ 0 h 73"/>
                  <a:gd name="T48" fmla="*/ 48 w 119"/>
                  <a:gd name="T49" fmla="*/ 0 h 73"/>
                  <a:gd name="T50" fmla="*/ 31 w 119"/>
                  <a:gd name="T51" fmla="*/ 10 h 73"/>
                  <a:gd name="T52" fmla="*/ 28 w 119"/>
                  <a:gd name="T53" fmla="*/ 18 h 73"/>
                  <a:gd name="T54" fmla="*/ 28 w 119"/>
                  <a:gd name="T55" fmla="*/ 19 h 73"/>
                  <a:gd name="T56" fmla="*/ 28 w 119"/>
                  <a:gd name="T57" fmla="*/ 33 h 73"/>
                  <a:gd name="T58" fmla="*/ 0 w 119"/>
                  <a:gd name="T59" fmla="*/ 20 h 73"/>
                  <a:gd name="T60" fmla="*/ 27 w 119"/>
                  <a:gd name="T61" fmla="*/ 53 h 73"/>
                  <a:gd name="T62" fmla="*/ 27 w 119"/>
                  <a:gd name="T63" fmla="*/ 55 h 73"/>
                  <a:gd name="T64" fmla="*/ 29 w 119"/>
                  <a:gd name="T65" fmla="*/ 65 h 73"/>
                  <a:gd name="T66" fmla="*/ 37 w 119"/>
                  <a:gd name="T67" fmla="*/ 72 h 73"/>
                  <a:gd name="T68" fmla="*/ 41 w 119"/>
                  <a:gd name="T69" fmla="*/ 73 h 73"/>
                  <a:gd name="T70" fmla="*/ 42 w 119"/>
                  <a:gd name="T71" fmla="*/ 73 h 73"/>
                  <a:gd name="T72" fmla="*/ 102 w 119"/>
                  <a:gd name="T73" fmla="*/ 73 h 73"/>
                  <a:gd name="T74" fmla="*/ 102 w 119"/>
                  <a:gd name="T75" fmla="*/ 73 h 73"/>
                  <a:gd name="T76" fmla="*/ 110 w 119"/>
                  <a:gd name="T77" fmla="*/ 70 h 73"/>
                  <a:gd name="T78" fmla="*/ 117 w 119"/>
                  <a:gd name="T79" fmla="*/ 63 h 73"/>
                  <a:gd name="T80" fmla="*/ 119 w 119"/>
                  <a:gd name="T81" fmla="*/ 59 h 73"/>
                  <a:gd name="T82" fmla="*/ 119 w 119"/>
                  <a:gd name="T83" fmla="*/ 58 h 73"/>
                  <a:gd name="T84" fmla="*/ 119 w 119"/>
                  <a:gd name="T85" fmla="*/ 20 h 73"/>
                  <a:gd name="T86" fmla="*/ 119 w 119"/>
                  <a:gd name="T87" fmla="*/ 20 h 73"/>
                  <a:gd name="T88" fmla="*/ 116 w 119"/>
                  <a:gd name="T89" fmla="*/ 10 h 73"/>
                  <a:gd name="T90" fmla="*/ 107 w 119"/>
                  <a:gd name="T91" fmla="*/ 2 h 73"/>
                  <a:gd name="T92" fmla="*/ 102 w 119"/>
                  <a:gd name="T93" fmla="*/ 0 h 73"/>
                  <a:gd name="T94" fmla="*/ 102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5" name="Freeform 648">
                <a:extLst>
                  <a:ext uri="{FF2B5EF4-FFF2-40B4-BE49-F238E27FC236}">
                    <a16:creationId xmlns:a16="http://schemas.microsoft.com/office/drawing/2014/main" id="{2A72D17F-634E-414C-A41F-C817BC2A6C9E}"/>
                  </a:ext>
                </a:extLst>
              </p:cNvPr>
              <p:cNvSpPr>
                <a:spLocks noEditPoints="1"/>
              </p:cNvSpPr>
              <p:nvPr userDrawn="1"/>
            </p:nvSpPr>
            <p:spPr bwMode="auto">
              <a:xfrm>
                <a:off x="-4607" y="1491"/>
                <a:ext cx="87" cy="54"/>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6" name="Freeform 649">
                <a:extLst>
                  <a:ext uri="{FF2B5EF4-FFF2-40B4-BE49-F238E27FC236}">
                    <a16:creationId xmlns:a16="http://schemas.microsoft.com/office/drawing/2014/main" id="{A21156A4-C824-4998-BDD7-39BA52CF4DCA}"/>
                  </a:ext>
                </a:extLst>
              </p:cNvPr>
              <p:cNvSpPr>
                <a:spLocks noEditPoints="1"/>
              </p:cNvSpPr>
              <p:nvPr userDrawn="1"/>
            </p:nvSpPr>
            <p:spPr bwMode="auto">
              <a:xfrm>
                <a:off x="-4030" y="1108"/>
                <a:ext cx="133" cy="83"/>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1 w 177"/>
                  <a:gd name="T17" fmla="*/ 104 h 110"/>
                  <a:gd name="T18" fmla="*/ 58 w 177"/>
                  <a:gd name="T19" fmla="*/ 104 h 110"/>
                  <a:gd name="T20" fmla="*/ 58 w 177"/>
                  <a:gd name="T21" fmla="*/ 104 h 110"/>
                  <a:gd name="T22" fmla="*/ 58 w 177"/>
                  <a:gd name="T23" fmla="*/ 104 h 110"/>
                  <a:gd name="T24" fmla="*/ 58 w 177"/>
                  <a:gd name="T25" fmla="*/ 104 h 110"/>
                  <a:gd name="T26" fmla="*/ 50 w 177"/>
                  <a:gd name="T27" fmla="*/ 101 h 110"/>
                  <a:gd name="T28" fmla="*/ 45 w 177"/>
                  <a:gd name="T29" fmla="*/ 95 h 110"/>
                  <a:gd name="T30" fmla="*/ 43 w 177"/>
                  <a:gd name="T31" fmla="*/ 84 h 110"/>
                  <a:gd name="T32" fmla="*/ 43 w 177"/>
                  <a:gd name="T33" fmla="*/ 80 h 110"/>
                  <a:gd name="T34" fmla="*/ 43 w 177"/>
                  <a:gd name="T35" fmla="*/ 79 h 110"/>
                  <a:gd name="T36" fmla="*/ 21 w 177"/>
                  <a:gd name="T37" fmla="*/ 51 h 110"/>
                  <a:gd name="T38" fmla="*/ 44 w 177"/>
                  <a:gd name="T39" fmla="*/ 62 h 110"/>
                  <a:gd name="T40" fmla="*/ 45 w 177"/>
                  <a:gd name="T41" fmla="*/ 28 h 110"/>
                  <a:gd name="T42" fmla="*/ 49 w 177"/>
                  <a:gd name="T43" fmla="*/ 18 h 110"/>
                  <a:gd name="T44" fmla="*/ 70 w 177"/>
                  <a:gd name="T45" fmla="*/ 6 h 110"/>
                  <a:gd name="T46" fmla="*/ 151 w 177"/>
                  <a:gd name="T47" fmla="*/ 0 h 110"/>
                  <a:gd name="T48" fmla="*/ 70 w 177"/>
                  <a:gd name="T49" fmla="*/ 0 h 110"/>
                  <a:gd name="T50" fmla="*/ 69 w 177"/>
                  <a:gd name="T51" fmla="*/ 0 h 110"/>
                  <a:gd name="T52" fmla="*/ 44 w 177"/>
                  <a:gd name="T53" fmla="*/ 15 h 110"/>
                  <a:gd name="T54" fmla="*/ 39 w 177"/>
                  <a:gd name="T55" fmla="*/ 27 h 110"/>
                  <a:gd name="T56" fmla="*/ 39 w 177"/>
                  <a:gd name="T57" fmla="*/ 28 h 110"/>
                  <a:gd name="T58" fmla="*/ 38 w 177"/>
                  <a:gd name="T59" fmla="*/ 52 h 110"/>
                  <a:gd name="T60" fmla="*/ 0 w 177"/>
                  <a:gd name="T61" fmla="*/ 34 h 110"/>
                  <a:gd name="T62" fmla="*/ 37 w 177"/>
                  <a:gd name="T63" fmla="*/ 81 h 110"/>
                  <a:gd name="T64" fmla="*/ 37 w 177"/>
                  <a:gd name="T65" fmla="*/ 84 h 110"/>
                  <a:gd name="T66" fmla="*/ 40 w 177"/>
                  <a:gd name="T67" fmla="*/ 98 h 110"/>
                  <a:gd name="T68" fmla="*/ 51 w 177"/>
                  <a:gd name="T69" fmla="*/ 108 h 110"/>
                  <a:gd name="T70" fmla="*/ 58 w 177"/>
                  <a:gd name="T71" fmla="*/ 110 h 110"/>
                  <a:gd name="T72" fmla="*/ 58 w 177"/>
                  <a:gd name="T73" fmla="*/ 110 h 110"/>
                  <a:gd name="T74" fmla="*/ 152 w 177"/>
                  <a:gd name="T75" fmla="*/ 110 h 110"/>
                  <a:gd name="T76" fmla="*/ 152 w 177"/>
                  <a:gd name="T77" fmla="*/ 110 h 110"/>
                  <a:gd name="T78" fmla="*/ 163 w 177"/>
                  <a:gd name="T79" fmla="*/ 106 h 110"/>
                  <a:gd name="T80" fmla="*/ 173 w 177"/>
                  <a:gd name="T81" fmla="*/ 95 h 110"/>
                  <a:gd name="T82" fmla="*/ 176 w 177"/>
                  <a:gd name="T83" fmla="*/ 89 h 110"/>
                  <a:gd name="T84" fmla="*/ 177 w 177"/>
                  <a:gd name="T85" fmla="*/ 88 h 110"/>
                  <a:gd name="T86" fmla="*/ 177 w 177"/>
                  <a:gd name="T87" fmla="*/ 29 h 110"/>
                  <a:gd name="T88" fmla="*/ 177 w 177"/>
                  <a:gd name="T89" fmla="*/ 29 h 110"/>
                  <a:gd name="T90" fmla="*/ 173 w 177"/>
                  <a:gd name="T91" fmla="*/ 16 h 110"/>
                  <a:gd name="T92" fmla="*/ 159 w 177"/>
                  <a:gd name="T93" fmla="*/ 4 h 110"/>
                  <a:gd name="T94" fmla="*/ 152 w 177"/>
                  <a:gd name="T95" fmla="*/ 0 h 110"/>
                  <a:gd name="T96" fmla="*/ 151 w 177"/>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0">
                    <a:moveTo>
                      <a:pt x="70" y="6"/>
                    </a:moveTo>
                    <a:cubicBezTo>
                      <a:pt x="150" y="6"/>
                      <a:pt x="150" y="6"/>
                      <a:pt x="150" y="6"/>
                    </a:cubicBezTo>
                    <a:cubicBezTo>
                      <a:pt x="152" y="6"/>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2"/>
                      <a:pt x="155" y="103"/>
                      <a:pt x="151" y="104"/>
                    </a:cubicBezTo>
                    <a:cubicBezTo>
                      <a:pt x="58" y="104"/>
                      <a:pt x="58" y="104"/>
                      <a:pt x="58" y="104"/>
                    </a:cubicBezTo>
                    <a:cubicBezTo>
                      <a:pt x="58" y="104"/>
                      <a:pt x="58" y="104"/>
                      <a:pt x="58" y="104"/>
                    </a:cubicBezTo>
                    <a:cubicBezTo>
                      <a:pt x="58" y="104"/>
                      <a:pt x="58" y="104"/>
                      <a:pt x="58"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8"/>
                      <a:pt x="177" y="88"/>
                      <a:pt x="177" y="88"/>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7" name="Freeform 650">
                <a:extLst>
                  <a:ext uri="{FF2B5EF4-FFF2-40B4-BE49-F238E27FC236}">
                    <a16:creationId xmlns:a16="http://schemas.microsoft.com/office/drawing/2014/main" id="{B0D9777C-1032-4899-B70E-C2FF93D67BB6}"/>
                  </a:ext>
                </a:extLst>
              </p:cNvPr>
              <p:cNvSpPr>
                <a:spLocks noEditPoints="1"/>
              </p:cNvSpPr>
              <p:nvPr userDrawn="1"/>
            </p:nvSpPr>
            <p:spPr bwMode="auto">
              <a:xfrm>
                <a:off x="-4110" y="1201"/>
                <a:ext cx="318" cy="96"/>
              </a:xfrm>
              <a:custGeom>
                <a:avLst/>
                <a:gdLst>
                  <a:gd name="T0" fmla="*/ 91 w 425"/>
                  <a:gd name="T1" fmla="*/ 25 h 128"/>
                  <a:gd name="T2" fmla="*/ 345 w 425"/>
                  <a:gd name="T3" fmla="*/ 6 h 128"/>
                  <a:gd name="T4" fmla="*/ 371 w 425"/>
                  <a:gd name="T5" fmla="*/ 7 h 128"/>
                  <a:gd name="T6" fmla="*/ 373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345 w 425"/>
                  <a:gd name="T43" fmla="*/ 0 h 128"/>
                  <a:gd name="T44" fmla="*/ 83 w 425"/>
                  <a:gd name="T45" fmla="*/ 20 h 128"/>
                  <a:gd name="T46" fmla="*/ 38 w 425"/>
                  <a:gd name="T47" fmla="*/ 42 h 128"/>
                  <a:gd name="T48" fmla="*/ 30 w 425"/>
                  <a:gd name="T49" fmla="*/ 74 h 128"/>
                  <a:gd name="T50" fmla="*/ 30 w 425"/>
                  <a:gd name="T51" fmla="*/ 74 h 128"/>
                  <a:gd name="T52" fmla="*/ 49 w 425"/>
                  <a:gd name="T53" fmla="*/ 105 h 128"/>
                  <a:gd name="T54" fmla="*/ 0 w 425"/>
                  <a:gd name="T55" fmla="*/ 128 h 128"/>
                  <a:gd name="T56" fmla="*/ 39 w 425"/>
                  <a:gd name="T57" fmla="*/ 124 h 128"/>
                  <a:gd name="T58" fmla="*/ 91 w 425"/>
                  <a:gd name="T59" fmla="*/ 119 h 128"/>
                  <a:gd name="T60" fmla="*/ 101 w 425"/>
                  <a:gd name="T61" fmla="*/ 118 h 128"/>
                  <a:gd name="T62" fmla="*/ 101 w 425"/>
                  <a:gd name="T63" fmla="*/ 118 h 128"/>
                  <a:gd name="T64" fmla="*/ 368 w 425"/>
                  <a:gd name="T65" fmla="*/ 113 h 128"/>
                  <a:gd name="T66" fmla="*/ 396 w 425"/>
                  <a:gd name="T67" fmla="*/ 103 h 128"/>
                  <a:gd name="T68" fmla="*/ 425 w 425"/>
                  <a:gd name="T69" fmla="*/ 46 h 128"/>
                  <a:gd name="T70" fmla="*/ 417 w 425"/>
                  <a:gd name="T71" fmla="*/ 22 h 128"/>
                  <a:gd name="T72" fmla="*/ 373 w 425"/>
                  <a:gd name="T73" fmla="*/ 1 h 128"/>
                  <a:gd name="T74" fmla="*/ 372 w 425"/>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3" y="7"/>
                      <a:pt x="373" y="7"/>
                      <a:pt x="373"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4" y="19"/>
                      <a:pt x="83" y="20"/>
                    </a:cubicBezTo>
                    <a:cubicBezTo>
                      <a:pt x="81" y="20"/>
                      <a:pt x="69" y="21"/>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8" name="Freeform 651">
                <a:extLst>
                  <a:ext uri="{FF2B5EF4-FFF2-40B4-BE49-F238E27FC236}">
                    <a16:creationId xmlns:a16="http://schemas.microsoft.com/office/drawing/2014/main" id="{A355BE71-E4DE-44B8-A4F4-A1A91B8E25E5}"/>
                  </a:ext>
                </a:extLst>
              </p:cNvPr>
              <p:cNvSpPr>
                <a:spLocks/>
              </p:cNvSpPr>
              <p:nvPr userDrawn="1"/>
            </p:nvSpPr>
            <p:spPr bwMode="auto">
              <a:xfrm>
                <a:off x="-4812" y="1249"/>
                <a:ext cx="318" cy="95"/>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9" name="Freeform 652">
                <a:extLst>
                  <a:ext uri="{FF2B5EF4-FFF2-40B4-BE49-F238E27FC236}">
                    <a16:creationId xmlns:a16="http://schemas.microsoft.com/office/drawing/2014/main" id="{D2717D79-E5D7-4527-B42D-98B8C76BED87}"/>
                  </a:ext>
                </a:extLst>
              </p:cNvPr>
              <p:cNvSpPr>
                <a:spLocks noEditPoints="1"/>
              </p:cNvSpPr>
              <p:nvPr userDrawn="1"/>
            </p:nvSpPr>
            <p:spPr bwMode="auto">
              <a:xfrm>
                <a:off x="-4531" y="1250"/>
                <a:ext cx="25" cy="10"/>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0" name="Freeform 653">
                <a:extLst>
                  <a:ext uri="{FF2B5EF4-FFF2-40B4-BE49-F238E27FC236}">
                    <a16:creationId xmlns:a16="http://schemas.microsoft.com/office/drawing/2014/main" id="{4061217A-DCA8-4926-9A4E-83C130141DDA}"/>
                  </a:ext>
                </a:extLst>
              </p:cNvPr>
              <p:cNvSpPr>
                <a:spLocks noEditPoints="1"/>
              </p:cNvSpPr>
              <p:nvPr userDrawn="1"/>
            </p:nvSpPr>
            <p:spPr bwMode="auto">
              <a:xfrm>
                <a:off x="-4536" y="1536"/>
                <a:ext cx="318" cy="96"/>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1 w 425"/>
                  <a:gd name="T45" fmla="*/ 112 h 128"/>
                  <a:gd name="T46" fmla="*/ 57 w 425"/>
                  <a:gd name="T47" fmla="*/ 116 h 128"/>
                  <a:gd name="T48" fmla="*/ 72 w 425"/>
                  <a:gd name="T49" fmla="*/ 105 h 128"/>
                  <a:gd name="T50" fmla="*/ 39 w 425"/>
                  <a:gd name="T51" fmla="*/ 83 h 128"/>
                  <a:gd name="T52" fmla="*/ 36 w 425"/>
                  <a:gd name="T53" fmla="*/ 74 h 128"/>
                  <a:gd name="T54" fmla="*/ 36 w 425"/>
                  <a:gd name="T55" fmla="*/ 74 h 128"/>
                  <a:gd name="T56" fmla="*/ 43 w 425"/>
                  <a:gd name="T57" fmla="*/ 45 h 128"/>
                  <a:gd name="T58" fmla="*/ 79 w 425"/>
                  <a:gd name="T59" fmla="*/ 26 h 128"/>
                  <a:gd name="T60" fmla="*/ 83 w 425"/>
                  <a:gd name="T61" fmla="*/ 25 h 128"/>
                  <a:gd name="T62" fmla="*/ 83 w 425"/>
                  <a:gd name="T63" fmla="*/ 25 h 128"/>
                  <a:gd name="T64" fmla="*/ 91 w 425"/>
                  <a:gd name="T65" fmla="*/ 25 h 128"/>
                  <a:gd name="T66" fmla="*/ 210 w 425"/>
                  <a:gd name="T67" fmla="*/ 7 h 128"/>
                  <a:gd name="T68" fmla="*/ 220 w 425"/>
                  <a:gd name="T69" fmla="*/ 7 h 128"/>
                  <a:gd name="T70" fmla="*/ 345 w 425"/>
                  <a:gd name="T71" fmla="*/ 6 h 128"/>
                  <a:gd name="T72" fmla="*/ 371 w 425"/>
                  <a:gd name="T73" fmla="*/ 7 h 128"/>
                  <a:gd name="T74" fmla="*/ 373 w 425"/>
                  <a:gd name="T75" fmla="*/ 7 h 128"/>
                  <a:gd name="T76" fmla="*/ 409 w 425"/>
                  <a:gd name="T77" fmla="*/ 15 h 128"/>
                  <a:gd name="T78" fmla="*/ 409 w 425"/>
                  <a:gd name="T79" fmla="*/ 14 h 128"/>
                  <a:gd name="T80" fmla="*/ 373 w 425"/>
                  <a:gd name="T81" fmla="*/ 1 h 128"/>
                  <a:gd name="T82" fmla="*/ 345 w 425"/>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5" h="128">
                    <a:moveTo>
                      <a:pt x="210" y="7"/>
                    </a:moveTo>
                    <a:cubicBezTo>
                      <a:pt x="201" y="8"/>
                      <a:pt x="192" y="9"/>
                      <a:pt x="184" y="10"/>
                    </a:cubicBezTo>
                    <a:cubicBezTo>
                      <a:pt x="130" y="14"/>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1" name="Freeform 654">
                <a:extLst>
                  <a:ext uri="{FF2B5EF4-FFF2-40B4-BE49-F238E27FC236}">
                    <a16:creationId xmlns:a16="http://schemas.microsoft.com/office/drawing/2014/main" id="{2ECAE6D6-4974-410E-9472-089F2F5CC28A}"/>
                  </a:ext>
                </a:extLst>
              </p:cNvPr>
              <p:cNvSpPr>
                <a:spLocks noEditPoints="1"/>
              </p:cNvSpPr>
              <p:nvPr userDrawn="1"/>
            </p:nvSpPr>
            <p:spPr bwMode="auto">
              <a:xfrm>
                <a:off x="-3752" y="1620"/>
                <a:ext cx="60" cy="207"/>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2" name="Freeform 655">
                <a:extLst>
                  <a:ext uri="{FF2B5EF4-FFF2-40B4-BE49-F238E27FC236}">
                    <a16:creationId xmlns:a16="http://schemas.microsoft.com/office/drawing/2014/main" id="{931965A4-F821-456B-A0E0-350C016C9501}"/>
                  </a:ext>
                </a:extLst>
              </p:cNvPr>
              <p:cNvSpPr>
                <a:spLocks noEditPoints="1"/>
              </p:cNvSpPr>
              <p:nvPr userDrawn="1"/>
            </p:nvSpPr>
            <p:spPr bwMode="auto">
              <a:xfrm>
                <a:off x="-3724" y="1247"/>
                <a:ext cx="60" cy="207"/>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5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3" name="Freeform 656">
                <a:extLst>
                  <a:ext uri="{FF2B5EF4-FFF2-40B4-BE49-F238E27FC236}">
                    <a16:creationId xmlns:a16="http://schemas.microsoft.com/office/drawing/2014/main" id="{27C22257-9878-4497-8B72-746DA9765302}"/>
                  </a:ext>
                </a:extLst>
              </p:cNvPr>
              <p:cNvSpPr>
                <a:spLocks noEditPoints="1"/>
              </p:cNvSpPr>
              <p:nvPr userDrawn="1"/>
            </p:nvSpPr>
            <p:spPr bwMode="auto">
              <a:xfrm>
                <a:off x="-4088" y="1912"/>
                <a:ext cx="319" cy="96"/>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4" name="Freeform 657">
                <a:extLst>
                  <a:ext uri="{FF2B5EF4-FFF2-40B4-BE49-F238E27FC236}">
                    <a16:creationId xmlns:a16="http://schemas.microsoft.com/office/drawing/2014/main" id="{AE2754FE-CE44-4A9D-8ED5-24210BC6273E}"/>
                  </a:ext>
                </a:extLst>
              </p:cNvPr>
              <p:cNvSpPr>
                <a:spLocks/>
              </p:cNvSpPr>
              <p:nvPr userDrawn="1"/>
            </p:nvSpPr>
            <p:spPr bwMode="auto">
              <a:xfrm>
                <a:off x="-3784" y="1981"/>
                <a:ext cx="2"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5" name="Freeform 658">
                <a:extLst>
                  <a:ext uri="{FF2B5EF4-FFF2-40B4-BE49-F238E27FC236}">
                    <a16:creationId xmlns:a16="http://schemas.microsoft.com/office/drawing/2014/main" id="{4AB917FE-EC63-4684-9ADC-F317FFB68BF2}"/>
                  </a:ext>
                </a:extLst>
              </p:cNvPr>
              <p:cNvSpPr>
                <a:spLocks noEditPoints="1"/>
              </p:cNvSpPr>
              <p:nvPr userDrawn="1"/>
            </p:nvSpPr>
            <p:spPr bwMode="auto">
              <a:xfrm>
                <a:off x="-3815" y="1280"/>
                <a:ext cx="74" cy="23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5 w 99"/>
                  <a:gd name="T13" fmla="*/ 6 h 313"/>
                  <a:gd name="T14" fmla="*/ 59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2 w 99"/>
                  <a:gd name="T43" fmla="*/ 157 h 313"/>
                  <a:gd name="T44" fmla="*/ 7 w 99"/>
                  <a:gd name="T45" fmla="*/ 40 h 313"/>
                  <a:gd name="T46" fmla="*/ 7 w 99"/>
                  <a:gd name="T47" fmla="*/ 39 h 313"/>
                  <a:gd name="T48" fmla="*/ 17 w 99"/>
                  <a:gd name="T49" fmla="*/ 6 h 313"/>
                  <a:gd name="T50" fmla="*/ 1 w 99"/>
                  <a:gd name="T51" fmla="*/ 39 h 313"/>
                  <a:gd name="T52" fmla="*/ 1 w 99"/>
                  <a:gd name="T53" fmla="*/ 40 h 313"/>
                  <a:gd name="T54" fmla="*/ 8 w 99"/>
                  <a:gd name="T55" fmla="*/ 173 h 313"/>
                  <a:gd name="T56" fmla="*/ 21 w 99"/>
                  <a:gd name="T57" fmla="*/ 266 h 313"/>
                  <a:gd name="T58" fmla="*/ 55 w 99"/>
                  <a:gd name="T59" fmla="*/ 285 h 313"/>
                  <a:gd name="T60" fmla="*/ 57 w 99"/>
                  <a:gd name="T61" fmla="*/ 285 h 313"/>
                  <a:gd name="T62" fmla="*/ 57 w 99"/>
                  <a:gd name="T63" fmla="*/ 285 h 313"/>
                  <a:gd name="T64" fmla="*/ 81 w 99"/>
                  <a:gd name="T65" fmla="*/ 271 h 313"/>
                  <a:gd name="T66" fmla="*/ 99 w 99"/>
                  <a:gd name="T67" fmla="*/ 313 h 313"/>
                  <a:gd name="T68" fmla="*/ 95 w 99"/>
                  <a:gd name="T69" fmla="*/ 278 h 313"/>
                  <a:gd name="T70" fmla="*/ 91 w 99"/>
                  <a:gd name="T71" fmla="*/ 240 h 313"/>
                  <a:gd name="T72" fmla="*/ 91 w 99"/>
                  <a:gd name="T73" fmla="*/ 233 h 313"/>
                  <a:gd name="T74" fmla="*/ 85 w 99"/>
                  <a:gd name="T75" fmla="*/ 42 h 313"/>
                  <a:gd name="T76" fmla="*/ 78 w 99"/>
                  <a:gd name="T77" fmla="*/ 21 h 313"/>
                  <a:gd name="T78" fmla="*/ 35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2"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6" name="Freeform 659">
                <a:extLst>
                  <a:ext uri="{FF2B5EF4-FFF2-40B4-BE49-F238E27FC236}">
                    <a16:creationId xmlns:a16="http://schemas.microsoft.com/office/drawing/2014/main" id="{F0D559D8-C3C9-4A35-8CA1-13C2DFA3888F}"/>
                  </a:ext>
                </a:extLst>
              </p:cNvPr>
              <p:cNvSpPr>
                <a:spLocks noEditPoints="1"/>
              </p:cNvSpPr>
              <p:nvPr userDrawn="1"/>
            </p:nvSpPr>
            <p:spPr bwMode="auto">
              <a:xfrm>
                <a:off x="-4920" y="1285"/>
                <a:ext cx="87" cy="27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40 w 116"/>
                  <a:gd name="T19" fmla="*/ 6 h 365"/>
                  <a:gd name="T20" fmla="*/ 40 w 116"/>
                  <a:gd name="T21" fmla="*/ 6 h 365"/>
                  <a:gd name="T22" fmla="*/ 40 w 116"/>
                  <a:gd name="T23" fmla="*/ 6 h 365"/>
                  <a:gd name="T24" fmla="*/ 90 w 116"/>
                  <a:gd name="T25" fmla="*/ 36 h 365"/>
                  <a:gd name="T26" fmla="*/ 94 w 116"/>
                  <a:gd name="T27" fmla="*/ 48 h 365"/>
                  <a:gd name="T28" fmla="*/ 94 w 116"/>
                  <a:gd name="T29" fmla="*/ 49 h 365"/>
                  <a:gd name="T30" fmla="*/ 100 w 116"/>
                  <a:gd name="T31" fmla="*/ 276 h 365"/>
                  <a:gd name="T32" fmla="*/ 104 w 116"/>
                  <a:gd name="T33" fmla="*/ 310 h 365"/>
                  <a:gd name="T34" fmla="*/ 94 w 116"/>
                  <a:gd name="T35" fmla="*/ 301 h 365"/>
                  <a:gd name="T36" fmla="*/ 75 w 116"/>
                  <a:gd name="T37" fmla="*/ 328 h 365"/>
                  <a:gd name="T38" fmla="*/ 67 w 116"/>
                  <a:gd name="T39" fmla="*/ 330 h 365"/>
                  <a:gd name="T40" fmla="*/ 67 w 116"/>
                  <a:gd name="T41" fmla="*/ 331 h 365"/>
                  <a:gd name="T42" fmla="*/ 42 w 116"/>
                  <a:gd name="T43" fmla="*/ 324 h 365"/>
                  <a:gd name="T44" fmla="*/ 25 w 116"/>
                  <a:gd name="T45" fmla="*/ 295 h 365"/>
                  <a:gd name="T46" fmla="*/ 24 w 116"/>
                  <a:gd name="T47" fmla="*/ 292 h 365"/>
                  <a:gd name="T48" fmla="*/ 24 w 116"/>
                  <a:gd name="T49" fmla="*/ 291 h 365"/>
                  <a:gd name="T50" fmla="*/ 39 w 116"/>
                  <a:gd name="T51" fmla="*/ 0 h 365"/>
                  <a:gd name="T52" fmla="*/ 1 w 116"/>
                  <a:gd name="T53" fmla="*/ 45 h 365"/>
                  <a:gd name="T54" fmla="*/ 0 w 116"/>
                  <a:gd name="T55" fmla="*/ 66 h 365"/>
                  <a:gd name="T56" fmla="*/ 18 w 116"/>
                  <a:gd name="T57" fmla="*/ 292 h 365"/>
                  <a:gd name="T58" fmla="*/ 39 w 116"/>
                  <a:gd name="T59" fmla="*/ 329 h 365"/>
                  <a:gd name="T60" fmla="*/ 64 w 116"/>
                  <a:gd name="T61" fmla="*/ 337 h 365"/>
                  <a:gd name="T62" fmla="*/ 67 w 116"/>
                  <a:gd name="T63" fmla="*/ 336 h 365"/>
                  <a:gd name="T64" fmla="*/ 84 w 116"/>
                  <a:gd name="T65" fmla="*/ 331 h 365"/>
                  <a:gd name="T66" fmla="*/ 98 w 116"/>
                  <a:gd name="T67" fmla="*/ 313 h 365"/>
                  <a:gd name="T68" fmla="*/ 114 w 116"/>
                  <a:gd name="T69" fmla="*/ 355 h 365"/>
                  <a:gd name="T70" fmla="*/ 112 w 116"/>
                  <a:gd name="T71" fmla="*/ 328 h 365"/>
                  <a:gd name="T72" fmla="*/ 107 w 116"/>
                  <a:gd name="T73" fmla="*/ 284 h 365"/>
                  <a:gd name="T74" fmla="*/ 106 w 116"/>
                  <a:gd name="T75" fmla="*/ 275 h 365"/>
                  <a:gd name="T76" fmla="*/ 100 w 116"/>
                  <a:gd name="T77" fmla="*/ 49 h 365"/>
                  <a:gd name="T78" fmla="*/ 91 w 116"/>
                  <a:gd name="T79" fmla="*/ 25 h 365"/>
                  <a:gd name="T80" fmla="*/ 41 w 116"/>
                  <a:gd name="T8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7" name="Freeform 660">
                <a:extLst>
                  <a:ext uri="{FF2B5EF4-FFF2-40B4-BE49-F238E27FC236}">
                    <a16:creationId xmlns:a16="http://schemas.microsoft.com/office/drawing/2014/main" id="{F18496C6-4420-4D64-9259-D80A666DB46F}"/>
                  </a:ext>
                </a:extLst>
              </p:cNvPr>
              <p:cNvSpPr>
                <a:spLocks/>
              </p:cNvSpPr>
              <p:nvPr userDrawn="1"/>
            </p:nvSpPr>
            <p:spPr bwMode="auto">
              <a:xfrm>
                <a:off x="-4836" y="1551"/>
                <a:ext cx="2" cy="6"/>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8" name="Freeform 661">
                <a:extLst>
                  <a:ext uri="{FF2B5EF4-FFF2-40B4-BE49-F238E27FC236}">
                    <a16:creationId xmlns:a16="http://schemas.microsoft.com/office/drawing/2014/main" id="{F4B84629-E62E-488C-972A-E5F8986EA40A}"/>
                  </a:ext>
                </a:extLst>
              </p:cNvPr>
              <p:cNvSpPr>
                <a:spLocks noEditPoints="1"/>
              </p:cNvSpPr>
              <p:nvPr userDrawn="1"/>
            </p:nvSpPr>
            <p:spPr bwMode="auto">
              <a:xfrm>
                <a:off x="-4076" y="1304"/>
                <a:ext cx="94" cy="74"/>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9" name="Freeform 662">
                <a:extLst>
                  <a:ext uri="{FF2B5EF4-FFF2-40B4-BE49-F238E27FC236}">
                    <a16:creationId xmlns:a16="http://schemas.microsoft.com/office/drawing/2014/main" id="{0C8A56E0-2A24-47EB-AEC1-6B07F8FEEEF6}"/>
                  </a:ext>
                </a:extLst>
              </p:cNvPr>
              <p:cNvSpPr>
                <a:spLocks noEditPoints="1"/>
              </p:cNvSpPr>
              <p:nvPr userDrawn="1"/>
            </p:nvSpPr>
            <p:spPr bwMode="auto">
              <a:xfrm>
                <a:off x="-4935" y="1126"/>
                <a:ext cx="137" cy="10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0" name="Freeform 663">
                <a:extLst>
                  <a:ext uri="{FF2B5EF4-FFF2-40B4-BE49-F238E27FC236}">
                    <a16:creationId xmlns:a16="http://schemas.microsoft.com/office/drawing/2014/main" id="{792F2852-B3A4-4582-A0D6-BF6F28DFC216}"/>
                  </a:ext>
                </a:extLst>
              </p:cNvPr>
              <p:cNvSpPr>
                <a:spLocks noEditPoints="1"/>
              </p:cNvSpPr>
              <p:nvPr userDrawn="1"/>
            </p:nvSpPr>
            <p:spPr bwMode="auto">
              <a:xfrm>
                <a:off x="-3904" y="1707"/>
                <a:ext cx="119" cy="91"/>
              </a:xfrm>
              <a:custGeom>
                <a:avLst/>
                <a:gdLst>
                  <a:gd name="T0" fmla="*/ 46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3 h 121"/>
                  <a:gd name="T38" fmla="*/ 6 w 159"/>
                  <a:gd name="T39" fmla="*/ 45 h 121"/>
                  <a:gd name="T40" fmla="*/ 12 w 159"/>
                  <a:gd name="T41" fmla="*/ 38 h 121"/>
                  <a:gd name="T42" fmla="*/ 36 w 159"/>
                  <a:gd name="T43" fmla="*/ 31 h 121"/>
                  <a:gd name="T44" fmla="*/ 45 w 159"/>
                  <a:gd name="T45" fmla="*/ 32 h 121"/>
                  <a:gd name="T46" fmla="*/ 46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6"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1" name="Freeform 664">
                <a:extLst>
                  <a:ext uri="{FF2B5EF4-FFF2-40B4-BE49-F238E27FC236}">
                    <a16:creationId xmlns:a16="http://schemas.microsoft.com/office/drawing/2014/main" id="{C595DF0C-04AB-45BE-BB7F-31B9B501C867}"/>
                  </a:ext>
                </a:extLst>
              </p:cNvPr>
              <p:cNvSpPr>
                <a:spLocks noEditPoints="1"/>
              </p:cNvSpPr>
              <p:nvPr userDrawn="1"/>
            </p:nvSpPr>
            <p:spPr bwMode="auto">
              <a:xfrm>
                <a:off x="-4084" y="1380"/>
                <a:ext cx="125" cy="114"/>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2" name="Freeform 665">
                <a:extLst>
                  <a:ext uri="{FF2B5EF4-FFF2-40B4-BE49-F238E27FC236}">
                    <a16:creationId xmlns:a16="http://schemas.microsoft.com/office/drawing/2014/main" id="{BE637A5C-ADE1-4A61-B0F0-B86F97800052}"/>
                  </a:ext>
                </a:extLst>
              </p:cNvPr>
              <p:cNvSpPr>
                <a:spLocks noEditPoints="1"/>
              </p:cNvSpPr>
              <p:nvPr userDrawn="1"/>
            </p:nvSpPr>
            <p:spPr bwMode="auto">
              <a:xfrm>
                <a:off x="-3681" y="1964"/>
                <a:ext cx="115" cy="106"/>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36 w 153"/>
                  <a:gd name="T27" fmla="*/ 112 h 141"/>
                  <a:gd name="T28" fmla="*/ 125 w 153"/>
                  <a:gd name="T29" fmla="*/ 98 h 141"/>
                  <a:gd name="T30" fmla="*/ 113 w 153"/>
                  <a:gd name="T31" fmla="*/ 104 h 141"/>
                  <a:gd name="T32" fmla="*/ 91 w 153"/>
                  <a:gd name="T33" fmla="*/ 115 h 141"/>
                  <a:gd name="T34" fmla="*/ 88 w 153"/>
                  <a:gd name="T35" fmla="*/ 116 h 141"/>
                  <a:gd name="T36" fmla="*/ 72 w 153"/>
                  <a:gd name="T37" fmla="*/ 120 h 141"/>
                  <a:gd name="T38" fmla="*/ 72 w 153"/>
                  <a:gd name="T39" fmla="*/ 120 h 141"/>
                  <a:gd name="T40" fmla="*/ 44 w 153"/>
                  <a:gd name="T41" fmla="*/ 114 h 141"/>
                  <a:gd name="T42" fmla="*/ 42 w 153"/>
                  <a:gd name="T43" fmla="*/ 114 h 141"/>
                  <a:gd name="T44" fmla="*/ 6 w 153"/>
                  <a:gd name="T45" fmla="*/ 58 h 141"/>
                  <a:gd name="T46" fmla="*/ 10 w 153"/>
                  <a:gd name="T47" fmla="*/ 39 h 141"/>
                  <a:gd name="T48" fmla="*/ 10 w 153"/>
                  <a:gd name="T49" fmla="*/ 38 h 141"/>
                  <a:gd name="T50" fmla="*/ 40 w 153"/>
                  <a:gd name="T51" fmla="*/ 7 h 141"/>
                  <a:gd name="T52" fmla="*/ 21 w 153"/>
                  <a:gd name="T53" fmla="*/ 19 h 141"/>
                  <a:gd name="T54" fmla="*/ 5 w 153"/>
                  <a:gd name="T55" fmla="*/ 35 h 141"/>
                  <a:gd name="T56" fmla="*/ 5 w 153"/>
                  <a:gd name="T57" fmla="*/ 35 h 141"/>
                  <a:gd name="T58" fmla="*/ 8 w 153"/>
                  <a:gd name="T59" fmla="*/ 88 h 141"/>
                  <a:gd name="T60" fmla="*/ 39 w 153"/>
                  <a:gd name="T61" fmla="*/ 119 h 141"/>
                  <a:gd name="T62" fmla="*/ 72 w 153"/>
                  <a:gd name="T63" fmla="*/ 126 h 141"/>
                  <a:gd name="T64" fmla="*/ 105 w 153"/>
                  <a:gd name="T65" fmla="*/ 115 h 141"/>
                  <a:gd name="T66" fmla="*/ 123 w 153"/>
                  <a:gd name="T67" fmla="*/ 106 h 141"/>
                  <a:gd name="T68" fmla="*/ 143 w 153"/>
                  <a:gd name="T69" fmla="*/ 127 h 141"/>
                  <a:gd name="T70" fmla="*/ 142 w 153"/>
                  <a:gd name="T71" fmla="*/ 112 h 141"/>
                  <a:gd name="T72" fmla="*/ 142 w 153"/>
                  <a:gd name="T73" fmla="*/ 110 h 141"/>
                  <a:gd name="T74" fmla="*/ 150 w 153"/>
                  <a:gd name="T75" fmla="*/ 84 h 141"/>
                  <a:gd name="T76" fmla="*/ 147 w 153"/>
                  <a:gd name="T77" fmla="*/ 50 h 141"/>
                  <a:gd name="T78" fmla="*/ 93 w 153"/>
                  <a:gd name="T79" fmla="*/ 2 h 141"/>
                  <a:gd name="T80" fmla="*/ 93 w 153"/>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3" name="Freeform 666">
                <a:extLst>
                  <a:ext uri="{FF2B5EF4-FFF2-40B4-BE49-F238E27FC236}">
                    <a16:creationId xmlns:a16="http://schemas.microsoft.com/office/drawing/2014/main" id="{B47E79CF-EFCE-417E-9586-47E650694D48}"/>
                  </a:ext>
                </a:extLst>
              </p:cNvPr>
              <p:cNvSpPr>
                <a:spLocks/>
              </p:cNvSpPr>
              <p:nvPr userDrawn="1"/>
            </p:nvSpPr>
            <p:spPr bwMode="auto">
              <a:xfrm>
                <a:off x="-3577" y="2046"/>
                <a:ext cx="3" cy="2"/>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4" name="Freeform 667">
                <a:extLst>
                  <a:ext uri="{FF2B5EF4-FFF2-40B4-BE49-F238E27FC236}">
                    <a16:creationId xmlns:a16="http://schemas.microsoft.com/office/drawing/2014/main" id="{B680447D-BF8D-4A93-8E2F-27544FDC5368}"/>
                  </a:ext>
                </a:extLst>
              </p:cNvPr>
              <p:cNvSpPr>
                <a:spLocks noEditPoints="1"/>
              </p:cNvSpPr>
              <p:nvPr userDrawn="1"/>
            </p:nvSpPr>
            <p:spPr bwMode="auto">
              <a:xfrm>
                <a:off x="-4090" y="1767"/>
                <a:ext cx="156" cy="141"/>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2"/>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8"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5" name="Freeform 668">
                <a:extLst>
                  <a:ext uri="{FF2B5EF4-FFF2-40B4-BE49-F238E27FC236}">
                    <a16:creationId xmlns:a16="http://schemas.microsoft.com/office/drawing/2014/main" id="{224A0C2F-8A7F-4C89-B4F1-522BB5C99587}"/>
                  </a:ext>
                </a:extLst>
              </p:cNvPr>
              <p:cNvSpPr>
                <a:spLocks noEditPoints="1"/>
              </p:cNvSpPr>
              <p:nvPr userDrawn="1"/>
            </p:nvSpPr>
            <p:spPr bwMode="auto">
              <a:xfrm>
                <a:off x="-3915" y="2011"/>
                <a:ext cx="157" cy="141"/>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6" name="Freeform 669">
                <a:extLst>
                  <a:ext uri="{FF2B5EF4-FFF2-40B4-BE49-F238E27FC236}">
                    <a16:creationId xmlns:a16="http://schemas.microsoft.com/office/drawing/2014/main" id="{72208A31-960A-4A9F-ABA9-144881AE9EFF}"/>
                  </a:ext>
                </a:extLst>
              </p:cNvPr>
              <p:cNvSpPr>
                <a:spLocks noEditPoints="1"/>
              </p:cNvSpPr>
              <p:nvPr userDrawn="1"/>
            </p:nvSpPr>
            <p:spPr bwMode="auto">
              <a:xfrm>
                <a:off x="-4668" y="1681"/>
                <a:ext cx="157" cy="141"/>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7" name="Freeform 670">
                <a:extLst>
                  <a:ext uri="{FF2B5EF4-FFF2-40B4-BE49-F238E27FC236}">
                    <a16:creationId xmlns:a16="http://schemas.microsoft.com/office/drawing/2014/main" id="{00BD0902-74A4-4132-A94E-0F42E8F2ABCC}"/>
                  </a:ext>
                </a:extLst>
              </p:cNvPr>
              <p:cNvSpPr>
                <a:spLocks/>
              </p:cNvSpPr>
              <p:nvPr userDrawn="1"/>
            </p:nvSpPr>
            <p:spPr bwMode="auto">
              <a:xfrm>
                <a:off x="-4602" y="1682"/>
                <a:ext cx="0" cy="1"/>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8" name="Freeform 671">
                <a:extLst>
                  <a:ext uri="{FF2B5EF4-FFF2-40B4-BE49-F238E27FC236}">
                    <a16:creationId xmlns:a16="http://schemas.microsoft.com/office/drawing/2014/main" id="{6B4EE173-0653-4A6A-8D3F-7F6EE4FB3711}"/>
                  </a:ext>
                </a:extLst>
              </p:cNvPr>
              <p:cNvSpPr>
                <a:spLocks/>
              </p:cNvSpPr>
              <p:nvPr userDrawn="1"/>
            </p:nvSpPr>
            <p:spPr bwMode="auto">
              <a:xfrm>
                <a:off x="-4239" y="1417"/>
                <a:ext cx="156" cy="133"/>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9" name="Freeform 672">
                <a:extLst>
                  <a:ext uri="{FF2B5EF4-FFF2-40B4-BE49-F238E27FC236}">
                    <a16:creationId xmlns:a16="http://schemas.microsoft.com/office/drawing/2014/main" id="{E9B9C27B-21C0-4ED9-A5B4-3CDA4722D39F}"/>
                  </a:ext>
                </a:extLst>
              </p:cNvPr>
              <p:cNvSpPr>
                <a:spLocks/>
              </p:cNvSpPr>
              <p:nvPr userDrawn="1"/>
            </p:nvSpPr>
            <p:spPr bwMode="auto">
              <a:xfrm>
                <a:off x="-4152" y="1541"/>
                <a:ext cx="5" cy="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0" name="Freeform 673">
                <a:extLst>
                  <a:ext uri="{FF2B5EF4-FFF2-40B4-BE49-F238E27FC236}">
                    <a16:creationId xmlns:a16="http://schemas.microsoft.com/office/drawing/2014/main" id="{C1998157-54EA-4465-9F37-F49F60876E4C}"/>
                  </a:ext>
                </a:extLst>
              </p:cNvPr>
              <p:cNvSpPr>
                <a:spLocks/>
              </p:cNvSpPr>
              <p:nvPr userDrawn="1"/>
            </p:nvSpPr>
            <p:spPr bwMode="auto">
              <a:xfrm>
                <a:off x="-4231" y="1552"/>
                <a:ext cx="3" cy="6"/>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1" name="Freeform 674">
                <a:extLst>
                  <a:ext uri="{FF2B5EF4-FFF2-40B4-BE49-F238E27FC236}">
                    <a16:creationId xmlns:a16="http://schemas.microsoft.com/office/drawing/2014/main" id="{3441AB70-5C34-4C74-85C4-A6AA73D17F5F}"/>
                  </a:ext>
                </a:extLst>
              </p:cNvPr>
              <p:cNvSpPr>
                <a:spLocks/>
              </p:cNvSpPr>
              <p:nvPr userDrawn="1"/>
            </p:nvSpPr>
            <p:spPr bwMode="auto">
              <a:xfrm>
                <a:off x="-4230" y="1547"/>
                <a:ext cx="4" cy="7"/>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2" name="Freeform 675">
                <a:extLst>
                  <a:ext uri="{FF2B5EF4-FFF2-40B4-BE49-F238E27FC236}">
                    <a16:creationId xmlns:a16="http://schemas.microsoft.com/office/drawing/2014/main" id="{C6EA29EA-C889-4579-8455-CA2A29236AAB}"/>
                  </a:ext>
                </a:extLst>
              </p:cNvPr>
              <p:cNvSpPr>
                <a:spLocks noEditPoints="1"/>
              </p:cNvSpPr>
              <p:nvPr userDrawn="1"/>
            </p:nvSpPr>
            <p:spPr bwMode="auto">
              <a:xfrm>
                <a:off x="-3664" y="1318"/>
                <a:ext cx="228" cy="202"/>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3" name="Freeform 676">
                <a:extLst>
                  <a:ext uri="{FF2B5EF4-FFF2-40B4-BE49-F238E27FC236}">
                    <a16:creationId xmlns:a16="http://schemas.microsoft.com/office/drawing/2014/main" id="{8BDAF2F1-08F9-4537-858D-71565BEF48CD}"/>
                  </a:ext>
                </a:extLst>
              </p:cNvPr>
              <p:cNvSpPr>
                <a:spLocks noEditPoints="1"/>
              </p:cNvSpPr>
              <p:nvPr userDrawn="1"/>
            </p:nvSpPr>
            <p:spPr bwMode="auto">
              <a:xfrm>
                <a:off x="-3543" y="1318"/>
                <a:ext cx="19" cy="4"/>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4" name="Freeform 677">
                <a:extLst>
                  <a:ext uri="{FF2B5EF4-FFF2-40B4-BE49-F238E27FC236}">
                    <a16:creationId xmlns:a16="http://schemas.microsoft.com/office/drawing/2014/main" id="{835F99D4-666A-4A24-A6AD-F11C646EAA57}"/>
                  </a:ext>
                </a:extLst>
              </p:cNvPr>
              <p:cNvSpPr>
                <a:spLocks/>
              </p:cNvSpPr>
              <p:nvPr userDrawn="1"/>
            </p:nvSpPr>
            <p:spPr bwMode="auto">
              <a:xfrm>
                <a:off x="-3664"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5" name="Freeform 678">
                <a:extLst>
                  <a:ext uri="{FF2B5EF4-FFF2-40B4-BE49-F238E27FC236}">
                    <a16:creationId xmlns:a16="http://schemas.microsoft.com/office/drawing/2014/main" id="{CF3596FA-A951-4A7E-A38C-FB26F582C943}"/>
                  </a:ext>
                </a:extLst>
              </p:cNvPr>
              <p:cNvSpPr>
                <a:spLocks noEditPoints="1"/>
              </p:cNvSpPr>
              <p:nvPr userDrawn="1"/>
            </p:nvSpPr>
            <p:spPr bwMode="auto">
              <a:xfrm>
                <a:off x="-4744" y="1847"/>
                <a:ext cx="175" cy="156"/>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7 h 208"/>
                  <a:gd name="T54" fmla="*/ 15 w 233"/>
                  <a:gd name="T55" fmla="*/ 77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2 h 208"/>
                  <a:gd name="T74" fmla="*/ 25 w 233"/>
                  <a:gd name="T75" fmla="*/ 46 h 208"/>
                  <a:gd name="T76" fmla="*/ 9 w 233"/>
                  <a:gd name="T77" fmla="*/ 75 h 208"/>
                  <a:gd name="T78" fmla="*/ 0 w 233"/>
                  <a:gd name="T79" fmla="*/ 107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2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6" name="Freeform 679">
                <a:extLst>
                  <a:ext uri="{FF2B5EF4-FFF2-40B4-BE49-F238E27FC236}">
                    <a16:creationId xmlns:a16="http://schemas.microsoft.com/office/drawing/2014/main" id="{7042062E-ED37-4544-A714-887ACF9AE8CC}"/>
                  </a:ext>
                </a:extLst>
              </p:cNvPr>
              <p:cNvSpPr>
                <a:spLocks noEditPoints="1"/>
              </p:cNvSpPr>
              <p:nvPr userDrawn="1"/>
            </p:nvSpPr>
            <p:spPr bwMode="auto">
              <a:xfrm>
                <a:off x="-3961" y="1432"/>
                <a:ext cx="127" cy="88"/>
              </a:xfrm>
              <a:custGeom>
                <a:avLst/>
                <a:gdLst>
                  <a:gd name="T0" fmla="*/ 63 w 169"/>
                  <a:gd name="T1" fmla="*/ 111 h 117"/>
                  <a:gd name="T2" fmla="*/ 63 w 169"/>
                  <a:gd name="T3" fmla="*/ 111 h 117"/>
                  <a:gd name="T4" fmla="*/ 63 w 169"/>
                  <a:gd name="T5" fmla="*/ 111 h 117"/>
                  <a:gd name="T6" fmla="*/ 63 w 169"/>
                  <a:gd name="T7" fmla="*/ 111 h 117"/>
                  <a:gd name="T8" fmla="*/ 9 w 169"/>
                  <a:gd name="T9" fmla="*/ 49 h 117"/>
                  <a:gd name="T10" fmla="*/ 11 w 169"/>
                  <a:gd name="T11" fmla="*/ 47 h 117"/>
                  <a:gd name="T12" fmla="*/ 9 w 169"/>
                  <a:gd name="T13" fmla="*/ 49 h 117"/>
                  <a:gd name="T14" fmla="*/ 72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2 w 169"/>
                  <a:gd name="T35" fmla="*/ 106 h 117"/>
                  <a:gd name="T36" fmla="*/ 46 w 169"/>
                  <a:gd name="T37" fmla="*/ 99 h 117"/>
                  <a:gd name="T38" fmla="*/ 42 w 169"/>
                  <a:gd name="T39" fmla="*/ 85 h 117"/>
                  <a:gd name="T40" fmla="*/ 42 w 169"/>
                  <a:gd name="T41" fmla="*/ 84 h 117"/>
                  <a:gd name="T42" fmla="*/ 21 w 169"/>
                  <a:gd name="T43" fmla="*/ 55 h 117"/>
                  <a:gd name="T44" fmla="*/ 42 w 169"/>
                  <a:gd name="T45" fmla="*/ 67 h 117"/>
                  <a:gd name="T46" fmla="*/ 42 w 169"/>
                  <a:gd name="T47" fmla="*/ 32 h 117"/>
                  <a:gd name="T48" fmla="*/ 48 w 169"/>
                  <a:gd name="T49" fmla="*/ 19 h 117"/>
                  <a:gd name="T50" fmla="*/ 57 w 169"/>
                  <a:gd name="T51" fmla="*/ 10 h 117"/>
                  <a:gd name="T52" fmla="*/ 72 w 169"/>
                  <a:gd name="T53" fmla="*/ 6 h 117"/>
                  <a:gd name="T54" fmla="*/ 72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7" name="Freeform 680">
                <a:extLst>
                  <a:ext uri="{FF2B5EF4-FFF2-40B4-BE49-F238E27FC236}">
                    <a16:creationId xmlns:a16="http://schemas.microsoft.com/office/drawing/2014/main" id="{690BEE34-CA25-439F-97DE-2FB8146E64BD}"/>
                  </a:ext>
                </a:extLst>
              </p:cNvPr>
              <p:cNvSpPr>
                <a:spLocks noEditPoints="1"/>
              </p:cNvSpPr>
              <p:nvPr userDrawn="1"/>
            </p:nvSpPr>
            <p:spPr bwMode="auto">
              <a:xfrm>
                <a:off x="-4577" y="1959"/>
                <a:ext cx="78" cy="52"/>
              </a:xfrm>
              <a:custGeom>
                <a:avLst/>
                <a:gdLst>
                  <a:gd name="T0" fmla="*/ 9 w 104"/>
                  <a:gd name="T1" fmla="*/ 31 h 70"/>
                  <a:gd name="T2" fmla="*/ 10 w 104"/>
                  <a:gd name="T3" fmla="*/ 28 h 70"/>
                  <a:gd name="T4" fmla="*/ 9 w 104"/>
                  <a:gd name="T5" fmla="*/ 31 h 70"/>
                  <a:gd name="T6" fmla="*/ 46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1 w 104"/>
                  <a:gd name="T23" fmla="*/ 64 h 70"/>
                  <a:gd name="T24" fmla="*/ 41 w 104"/>
                  <a:gd name="T25" fmla="*/ 64 h 70"/>
                  <a:gd name="T26" fmla="*/ 35 w 104"/>
                  <a:gd name="T27" fmla="*/ 62 h 70"/>
                  <a:gd name="T28" fmla="*/ 32 w 104"/>
                  <a:gd name="T29" fmla="*/ 58 h 70"/>
                  <a:gd name="T30" fmla="*/ 30 w 104"/>
                  <a:gd name="T31" fmla="*/ 50 h 70"/>
                  <a:gd name="T32" fmla="*/ 30 w 104"/>
                  <a:gd name="T33" fmla="*/ 49 h 70"/>
                  <a:gd name="T34" fmla="*/ 21 w 104"/>
                  <a:gd name="T35" fmla="*/ 37 h 70"/>
                  <a:gd name="T36" fmla="*/ 30 w 104"/>
                  <a:gd name="T37" fmla="*/ 42 h 70"/>
                  <a:gd name="T38" fmla="*/ 30 w 104"/>
                  <a:gd name="T39" fmla="*/ 19 h 70"/>
                  <a:gd name="T40" fmla="*/ 33 w 104"/>
                  <a:gd name="T41" fmla="*/ 12 h 70"/>
                  <a:gd name="T42" fmla="*/ 38 w 104"/>
                  <a:gd name="T43" fmla="*/ 8 h 70"/>
                  <a:gd name="T44" fmla="*/ 46 w 104"/>
                  <a:gd name="T45" fmla="*/ 6 h 70"/>
                  <a:gd name="T46" fmla="*/ 46 w 104"/>
                  <a:gd name="T47" fmla="*/ 6 h 70"/>
                  <a:gd name="T48" fmla="*/ 84 w 104"/>
                  <a:gd name="T49" fmla="*/ 0 h 70"/>
                  <a:gd name="T50" fmla="*/ 46 w 104"/>
                  <a:gd name="T51" fmla="*/ 0 h 70"/>
                  <a:gd name="T52" fmla="*/ 46 w 104"/>
                  <a:gd name="T53" fmla="*/ 0 h 70"/>
                  <a:gd name="T54" fmla="*/ 35 w 104"/>
                  <a:gd name="T55" fmla="*/ 3 h 70"/>
                  <a:gd name="T56" fmla="*/ 26 w 104"/>
                  <a:gd name="T57" fmla="*/ 13 h 70"/>
                  <a:gd name="T58" fmla="*/ 24 w 104"/>
                  <a:gd name="T59" fmla="*/ 19 h 70"/>
                  <a:gd name="T60" fmla="*/ 24 w 104"/>
                  <a:gd name="T61" fmla="*/ 19 h 70"/>
                  <a:gd name="T62" fmla="*/ 24 w 104"/>
                  <a:gd name="T63" fmla="*/ 32 h 70"/>
                  <a:gd name="T64" fmla="*/ 0 w 104"/>
                  <a:gd name="T65" fmla="*/ 19 h 70"/>
                  <a:gd name="T66" fmla="*/ 8 w 104"/>
                  <a:gd name="T67" fmla="*/ 30 h 70"/>
                  <a:gd name="T68" fmla="*/ 10 w 104"/>
                  <a:gd name="T69" fmla="*/ 28 h 70"/>
                  <a:gd name="T70" fmla="*/ 8 w 104"/>
                  <a:gd name="T71" fmla="*/ 30 h 70"/>
                  <a:gd name="T72" fmla="*/ 24 w 104"/>
                  <a:gd name="T73" fmla="*/ 51 h 70"/>
                  <a:gd name="T74" fmla="*/ 27 w 104"/>
                  <a:gd name="T75" fmla="*/ 61 h 70"/>
                  <a:gd name="T76" fmla="*/ 35 w 104"/>
                  <a:gd name="T77" fmla="*/ 69 h 70"/>
                  <a:gd name="T78" fmla="*/ 40 w 104"/>
                  <a:gd name="T79" fmla="*/ 70 h 70"/>
                  <a:gd name="T80" fmla="*/ 40 w 104"/>
                  <a:gd name="T81" fmla="*/ 70 h 70"/>
                  <a:gd name="T82" fmla="*/ 81 w 104"/>
                  <a:gd name="T83" fmla="*/ 70 h 70"/>
                  <a:gd name="T84" fmla="*/ 81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0" y="28"/>
                      <a:pt x="10" y="28"/>
                      <a:pt x="10" y="28"/>
                    </a:cubicBezTo>
                    <a:cubicBezTo>
                      <a:pt x="9" y="31"/>
                      <a:pt x="9" y="31"/>
                      <a:pt x="9" y="31"/>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8" name="Freeform 681">
                <a:extLst>
                  <a:ext uri="{FF2B5EF4-FFF2-40B4-BE49-F238E27FC236}">
                    <a16:creationId xmlns:a16="http://schemas.microsoft.com/office/drawing/2014/main" id="{F75BEBAB-3343-46E9-B909-9E5380057269}"/>
                  </a:ext>
                </a:extLst>
              </p:cNvPr>
              <p:cNvSpPr>
                <a:spLocks noEditPoints="1"/>
              </p:cNvSpPr>
              <p:nvPr userDrawn="1"/>
            </p:nvSpPr>
            <p:spPr bwMode="auto">
              <a:xfrm>
                <a:off x="-4854" y="2024"/>
                <a:ext cx="107" cy="74"/>
              </a:xfrm>
              <a:custGeom>
                <a:avLst/>
                <a:gdLst>
                  <a:gd name="T0" fmla="*/ 9 w 143"/>
                  <a:gd name="T1" fmla="*/ 42 h 98"/>
                  <a:gd name="T2" fmla="*/ 11 w 143"/>
                  <a:gd name="T3" fmla="*/ 39 h 98"/>
                  <a:gd name="T4" fmla="*/ 9 w 143"/>
                  <a:gd name="T5" fmla="*/ 42 h 98"/>
                  <a:gd name="T6" fmla="*/ 37 w 143"/>
                  <a:gd name="T7" fmla="*/ 27 h 98"/>
                  <a:gd name="T8" fmla="*/ 37 w 143"/>
                  <a:gd name="T9" fmla="*/ 27 h 98"/>
                  <a:gd name="T10" fmla="*/ 62 w 143"/>
                  <a:gd name="T11" fmla="*/ 6 h 98"/>
                  <a:gd name="T12" fmla="*/ 115 w 143"/>
                  <a:gd name="T13" fmla="*/ 6 h 98"/>
                  <a:gd name="T14" fmla="*/ 125 w 143"/>
                  <a:gd name="T15" fmla="*/ 10 h 98"/>
                  <a:gd name="T16" fmla="*/ 137 w 143"/>
                  <a:gd name="T17" fmla="*/ 28 h 98"/>
                  <a:gd name="T18" fmla="*/ 137 w 143"/>
                  <a:gd name="T19" fmla="*/ 76 h 98"/>
                  <a:gd name="T20" fmla="*/ 137 w 143"/>
                  <a:gd name="T21" fmla="*/ 76 h 98"/>
                  <a:gd name="T22" fmla="*/ 137 w 143"/>
                  <a:gd name="T23" fmla="*/ 76 h 98"/>
                  <a:gd name="T24" fmla="*/ 137 w 143"/>
                  <a:gd name="T25" fmla="*/ 76 h 98"/>
                  <a:gd name="T26" fmla="*/ 137 w 143"/>
                  <a:gd name="T27" fmla="*/ 76 h 98"/>
                  <a:gd name="T28" fmla="*/ 137 w 143"/>
                  <a:gd name="T29" fmla="*/ 77 h 98"/>
                  <a:gd name="T30" fmla="*/ 134 w 143"/>
                  <a:gd name="T31" fmla="*/ 85 h 98"/>
                  <a:gd name="T32" fmla="*/ 112 w 143"/>
                  <a:gd name="T33" fmla="*/ 92 h 98"/>
                  <a:gd name="T34" fmla="*/ 54 w 143"/>
                  <a:gd name="T35" fmla="*/ 92 h 98"/>
                  <a:gd name="T36" fmla="*/ 46 w 143"/>
                  <a:gd name="T37" fmla="*/ 89 h 98"/>
                  <a:gd name="T38" fmla="*/ 40 w 143"/>
                  <a:gd name="T39" fmla="*/ 82 h 98"/>
                  <a:gd name="T40" fmla="*/ 38 w 143"/>
                  <a:gd name="T41" fmla="*/ 71 h 98"/>
                  <a:gd name="T42" fmla="*/ 38 w 143"/>
                  <a:gd name="T43" fmla="*/ 70 h 98"/>
                  <a:gd name="T44" fmla="*/ 21 w 143"/>
                  <a:gd name="T45" fmla="*/ 48 h 98"/>
                  <a:gd name="T46" fmla="*/ 38 w 143"/>
                  <a:gd name="T47" fmla="*/ 57 h 98"/>
                  <a:gd name="T48" fmla="*/ 38 w 143"/>
                  <a:gd name="T49" fmla="*/ 27 h 98"/>
                  <a:gd name="T50" fmla="*/ 42 w 143"/>
                  <a:gd name="T51" fmla="*/ 17 h 98"/>
                  <a:gd name="T52" fmla="*/ 49 w 143"/>
                  <a:gd name="T53" fmla="*/ 10 h 98"/>
                  <a:gd name="T54" fmla="*/ 62 w 143"/>
                  <a:gd name="T55" fmla="*/ 6 h 98"/>
                  <a:gd name="T56" fmla="*/ 62 w 143"/>
                  <a:gd name="T57" fmla="*/ 6 h 98"/>
                  <a:gd name="T58" fmla="*/ 115 w 143"/>
                  <a:gd name="T59" fmla="*/ 0 h 98"/>
                  <a:gd name="T60" fmla="*/ 62 w 143"/>
                  <a:gd name="T61" fmla="*/ 0 h 98"/>
                  <a:gd name="T62" fmla="*/ 62 w 143"/>
                  <a:gd name="T63" fmla="*/ 0 h 98"/>
                  <a:gd name="T64" fmla="*/ 46 w 143"/>
                  <a:gd name="T65" fmla="*/ 5 h 98"/>
                  <a:gd name="T66" fmla="*/ 34 w 143"/>
                  <a:gd name="T67" fmla="*/ 18 h 98"/>
                  <a:gd name="T68" fmla="*/ 32 w 143"/>
                  <a:gd name="T69" fmla="*/ 26 h 98"/>
                  <a:gd name="T70" fmla="*/ 32 w 143"/>
                  <a:gd name="T71" fmla="*/ 26 h 98"/>
                  <a:gd name="T72" fmla="*/ 32 w 143"/>
                  <a:gd name="T73" fmla="*/ 47 h 98"/>
                  <a:gd name="T74" fmla="*/ 0 w 143"/>
                  <a:gd name="T75" fmla="*/ 30 h 98"/>
                  <a:gd name="T76" fmla="*/ 8 w 143"/>
                  <a:gd name="T77" fmla="*/ 41 h 98"/>
                  <a:gd name="T78" fmla="*/ 11 w 143"/>
                  <a:gd name="T79" fmla="*/ 39 h 98"/>
                  <a:gd name="T80" fmla="*/ 8 w 143"/>
                  <a:gd name="T81" fmla="*/ 41 h 98"/>
                  <a:gd name="T82" fmla="*/ 32 w 143"/>
                  <a:gd name="T83" fmla="*/ 72 h 98"/>
                  <a:gd name="T84" fmla="*/ 35 w 143"/>
                  <a:gd name="T85" fmla="*/ 85 h 98"/>
                  <a:gd name="T86" fmla="*/ 47 w 143"/>
                  <a:gd name="T87" fmla="*/ 96 h 98"/>
                  <a:gd name="T88" fmla="*/ 54 w 143"/>
                  <a:gd name="T89" fmla="*/ 98 h 98"/>
                  <a:gd name="T90" fmla="*/ 54 w 143"/>
                  <a:gd name="T91" fmla="*/ 98 h 98"/>
                  <a:gd name="T92" fmla="*/ 112 w 143"/>
                  <a:gd name="T93" fmla="*/ 98 h 98"/>
                  <a:gd name="T94" fmla="*/ 112 w 143"/>
                  <a:gd name="T95" fmla="*/ 98 h 98"/>
                  <a:gd name="T96" fmla="*/ 138 w 143"/>
                  <a:gd name="T97" fmla="*/ 89 h 98"/>
                  <a:gd name="T98" fmla="*/ 143 w 143"/>
                  <a:gd name="T99" fmla="*/ 77 h 98"/>
                  <a:gd name="T100" fmla="*/ 143 w 143"/>
                  <a:gd name="T101" fmla="*/ 75 h 98"/>
                  <a:gd name="T102" fmla="*/ 143 w 143"/>
                  <a:gd name="T103" fmla="*/ 27 h 98"/>
                  <a:gd name="T104" fmla="*/ 143 w 143"/>
                  <a:gd name="T105" fmla="*/ 27 h 98"/>
                  <a:gd name="T106" fmla="*/ 127 w 143"/>
                  <a:gd name="T107" fmla="*/ 4 h 98"/>
                  <a:gd name="T108" fmla="*/ 116 w 143"/>
                  <a:gd name="T109" fmla="*/ 0 h 98"/>
                  <a:gd name="T110" fmla="*/ 115 w 143"/>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 h="98">
                    <a:moveTo>
                      <a:pt x="9" y="42"/>
                    </a:moveTo>
                    <a:cubicBezTo>
                      <a:pt x="11" y="39"/>
                      <a:pt x="11" y="39"/>
                      <a:pt x="11" y="39"/>
                    </a:cubicBezTo>
                    <a:cubicBezTo>
                      <a:pt x="9" y="42"/>
                      <a:pt x="9" y="42"/>
                      <a:pt x="9" y="42"/>
                    </a:cubicBezTo>
                    <a:moveTo>
                      <a:pt x="37" y="27"/>
                    </a:moveTo>
                    <a:cubicBezTo>
                      <a:pt x="37" y="27"/>
                      <a:pt x="37" y="27"/>
                      <a:pt x="37" y="27"/>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9" name="Freeform 682">
                <a:extLst>
                  <a:ext uri="{FF2B5EF4-FFF2-40B4-BE49-F238E27FC236}">
                    <a16:creationId xmlns:a16="http://schemas.microsoft.com/office/drawing/2014/main" id="{D1D74B83-9ECD-4554-B279-BFA4006399B5}"/>
                  </a:ext>
                </a:extLst>
              </p:cNvPr>
              <p:cNvSpPr>
                <a:spLocks noEditPoints="1"/>
              </p:cNvSpPr>
              <p:nvPr userDrawn="1"/>
            </p:nvSpPr>
            <p:spPr bwMode="auto">
              <a:xfrm>
                <a:off x="-4412" y="1770"/>
                <a:ext cx="84" cy="57"/>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2 w 112"/>
                  <a:gd name="T13" fmla="*/ 21 h 76"/>
                  <a:gd name="T14" fmla="*/ 32 w 112"/>
                  <a:gd name="T15" fmla="*/ 21 h 76"/>
                  <a:gd name="T16" fmla="*/ 32 w 112"/>
                  <a:gd name="T17" fmla="*/ 21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35 w 112"/>
                  <a:gd name="T53" fmla="*/ 13 h 76"/>
                  <a:gd name="T54" fmla="*/ 40 w 112"/>
                  <a:gd name="T55" fmla="*/ 8 h 76"/>
                  <a:gd name="T56" fmla="*/ 49 w 112"/>
                  <a:gd name="T57" fmla="*/ 6 h 76"/>
                  <a:gd name="T58" fmla="*/ 49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2" y="7"/>
                      <a:pt x="45" y="6"/>
                      <a:pt x="49" y="6"/>
                    </a:cubicBezTo>
                    <a:cubicBezTo>
                      <a:pt x="49" y="6"/>
                      <a:pt x="49" y="6"/>
                      <a:pt x="49"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0" name="Freeform 683">
                <a:extLst>
                  <a:ext uri="{FF2B5EF4-FFF2-40B4-BE49-F238E27FC236}">
                    <a16:creationId xmlns:a16="http://schemas.microsoft.com/office/drawing/2014/main" id="{675DA2D1-CE18-43A9-BB14-41525DE66BB5}"/>
                  </a:ext>
                </a:extLst>
              </p:cNvPr>
              <p:cNvSpPr>
                <a:spLocks noEditPoints="1"/>
              </p:cNvSpPr>
              <p:nvPr userDrawn="1"/>
            </p:nvSpPr>
            <p:spPr bwMode="auto">
              <a:xfrm>
                <a:off x="-4419" y="1633"/>
                <a:ext cx="126" cy="116"/>
              </a:xfrm>
              <a:custGeom>
                <a:avLst/>
                <a:gdLst>
                  <a:gd name="T0" fmla="*/ 7 w 167"/>
                  <a:gd name="T1" fmla="*/ 64 h 155"/>
                  <a:gd name="T2" fmla="*/ 9 w 167"/>
                  <a:gd name="T3" fmla="*/ 61 h 155"/>
                  <a:gd name="T4" fmla="*/ 7 w 167"/>
                  <a:gd name="T5" fmla="*/ 64 h 155"/>
                  <a:gd name="T6" fmla="*/ 41 w 167"/>
                  <a:gd name="T7" fmla="*/ 41 h 155"/>
                  <a:gd name="T8" fmla="*/ 46 w 167"/>
                  <a:gd name="T9" fmla="*/ 22 h 155"/>
                  <a:gd name="T10" fmla="*/ 56 w 167"/>
                  <a:gd name="T11" fmla="*/ 11 h 155"/>
                  <a:gd name="T12" fmla="*/ 71 w 167"/>
                  <a:gd name="T13" fmla="*/ 6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7 h 155"/>
                  <a:gd name="T46" fmla="*/ 41 w 167"/>
                  <a:gd name="T47" fmla="*/ 41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41" y="41"/>
                    </a:moveTo>
                    <a:cubicBezTo>
                      <a:pt x="41" y="40"/>
                      <a:pt x="42" y="31"/>
                      <a:pt x="46" y="22"/>
                    </a:cubicBezTo>
                    <a:cubicBezTo>
                      <a:pt x="49" y="18"/>
                      <a:pt x="52" y="14"/>
                      <a:pt x="56" y="11"/>
                    </a:cubicBezTo>
                    <a:cubicBezTo>
                      <a:pt x="59" y="8"/>
                      <a:pt x="64" y="6"/>
                      <a:pt x="71" y="6"/>
                    </a:cubicBezTo>
                    <a:cubicBezTo>
                      <a:pt x="71" y="6"/>
                      <a:pt x="71" y="6"/>
                      <a:pt x="71" y="6"/>
                    </a:cubicBez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1" name="Freeform 684">
                <a:extLst>
                  <a:ext uri="{FF2B5EF4-FFF2-40B4-BE49-F238E27FC236}">
                    <a16:creationId xmlns:a16="http://schemas.microsoft.com/office/drawing/2014/main" id="{CE65FEAF-497B-4C24-878D-2CBF128E745A}"/>
                  </a:ext>
                </a:extLst>
              </p:cNvPr>
              <p:cNvSpPr>
                <a:spLocks noEditPoints="1"/>
              </p:cNvSpPr>
              <p:nvPr userDrawn="1"/>
            </p:nvSpPr>
            <p:spPr bwMode="auto">
              <a:xfrm>
                <a:off x="-4729" y="1403"/>
                <a:ext cx="125" cy="117"/>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2" name="Freeform 685">
                <a:extLst>
                  <a:ext uri="{FF2B5EF4-FFF2-40B4-BE49-F238E27FC236}">
                    <a16:creationId xmlns:a16="http://schemas.microsoft.com/office/drawing/2014/main" id="{70623A1C-C03F-4510-A87B-8665AF8942F6}"/>
                  </a:ext>
                </a:extLst>
              </p:cNvPr>
              <p:cNvSpPr>
                <a:spLocks/>
              </p:cNvSpPr>
              <p:nvPr userDrawn="1"/>
            </p:nvSpPr>
            <p:spPr bwMode="auto">
              <a:xfrm>
                <a:off x="-4609"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3" name="Freeform 686">
                <a:extLst>
                  <a:ext uri="{FF2B5EF4-FFF2-40B4-BE49-F238E27FC236}">
                    <a16:creationId xmlns:a16="http://schemas.microsoft.com/office/drawing/2014/main" id="{CBF46849-1833-4C32-B971-BF0576B7CAB1}"/>
                  </a:ext>
                </a:extLst>
              </p:cNvPr>
              <p:cNvSpPr>
                <a:spLocks noEditPoints="1"/>
              </p:cNvSpPr>
              <p:nvPr userDrawn="1"/>
            </p:nvSpPr>
            <p:spPr bwMode="auto">
              <a:xfrm>
                <a:off x="-4344" y="1802"/>
                <a:ext cx="90" cy="12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1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4" name="Freeform 687">
                <a:extLst>
                  <a:ext uri="{FF2B5EF4-FFF2-40B4-BE49-F238E27FC236}">
                    <a16:creationId xmlns:a16="http://schemas.microsoft.com/office/drawing/2014/main" id="{5FEE33C0-62C5-4DF6-ABCB-A507E0F4FE1F}"/>
                  </a:ext>
                </a:extLst>
              </p:cNvPr>
              <p:cNvSpPr>
                <a:spLocks noEditPoints="1"/>
              </p:cNvSpPr>
              <p:nvPr userDrawn="1"/>
            </p:nvSpPr>
            <p:spPr bwMode="auto">
              <a:xfrm>
                <a:off x="-4794" y="1476"/>
                <a:ext cx="90" cy="126"/>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5" name="Freeform 688">
                <a:extLst>
                  <a:ext uri="{FF2B5EF4-FFF2-40B4-BE49-F238E27FC236}">
                    <a16:creationId xmlns:a16="http://schemas.microsoft.com/office/drawing/2014/main" id="{25333176-393A-43F8-BBDA-C420F06B2052}"/>
                  </a:ext>
                </a:extLst>
              </p:cNvPr>
              <p:cNvSpPr>
                <a:spLocks/>
              </p:cNvSpPr>
              <p:nvPr userDrawn="1"/>
            </p:nvSpPr>
            <p:spPr bwMode="auto">
              <a:xfrm>
                <a:off x="-4709" y="1578"/>
                <a:ext cx="4" cy="3"/>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6" name="Freeform 689">
                <a:extLst>
                  <a:ext uri="{FF2B5EF4-FFF2-40B4-BE49-F238E27FC236}">
                    <a16:creationId xmlns:a16="http://schemas.microsoft.com/office/drawing/2014/main" id="{CE867D51-4FE7-4D33-BB48-9B95DB4AB109}"/>
                  </a:ext>
                </a:extLst>
              </p:cNvPr>
              <p:cNvSpPr>
                <a:spLocks noEditPoints="1"/>
              </p:cNvSpPr>
              <p:nvPr userDrawn="1"/>
            </p:nvSpPr>
            <p:spPr bwMode="auto">
              <a:xfrm>
                <a:off x="-4091" y="1504"/>
                <a:ext cx="164" cy="98"/>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7" name="Freeform 690">
                <a:extLst>
                  <a:ext uri="{FF2B5EF4-FFF2-40B4-BE49-F238E27FC236}">
                    <a16:creationId xmlns:a16="http://schemas.microsoft.com/office/drawing/2014/main" id="{F69FF07C-9FAC-4FF1-BE86-F884DCCE7DB0}"/>
                  </a:ext>
                </a:extLst>
              </p:cNvPr>
              <p:cNvSpPr>
                <a:spLocks noEditPoints="1"/>
              </p:cNvSpPr>
              <p:nvPr userDrawn="1"/>
            </p:nvSpPr>
            <p:spPr bwMode="auto">
              <a:xfrm>
                <a:off x="-3916" y="1533"/>
                <a:ext cx="105" cy="103"/>
              </a:xfrm>
              <a:custGeom>
                <a:avLst/>
                <a:gdLst>
                  <a:gd name="T0" fmla="*/ 24 w 140"/>
                  <a:gd name="T1" fmla="*/ 8 h 137"/>
                  <a:gd name="T2" fmla="*/ 99 w 140"/>
                  <a:gd name="T3" fmla="*/ 6 h 137"/>
                  <a:gd name="T4" fmla="*/ 100 w 140"/>
                  <a:gd name="T5" fmla="*/ 6 h 137"/>
                  <a:gd name="T6" fmla="*/ 116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3 w 140"/>
                  <a:gd name="T19" fmla="*/ 104 h 137"/>
                  <a:gd name="T20" fmla="*/ 76 w 140"/>
                  <a:gd name="T21" fmla="*/ 122 h 137"/>
                  <a:gd name="T22" fmla="*/ 42 w 140"/>
                  <a:gd name="T23" fmla="*/ 105 h 137"/>
                  <a:gd name="T24" fmla="*/ 41 w 140"/>
                  <a:gd name="T25" fmla="*/ 105 h 137"/>
                  <a:gd name="T26" fmla="*/ 41 w 140"/>
                  <a:gd name="T27" fmla="*/ 105 h 137"/>
                  <a:gd name="T28" fmla="*/ 37 w 140"/>
                  <a:gd name="T29" fmla="*/ 106 h 137"/>
                  <a:gd name="T30" fmla="*/ 37 w 140"/>
                  <a:gd name="T31" fmla="*/ 106 h 137"/>
                  <a:gd name="T32" fmla="*/ 21 w 140"/>
                  <a:gd name="T33" fmla="*/ 104 h 137"/>
                  <a:gd name="T34" fmla="*/ 13 w 140"/>
                  <a:gd name="T35" fmla="*/ 100 h 137"/>
                  <a:gd name="T36" fmla="*/ 8 w 140"/>
                  <a:gd name="T37" fmla="*/ 94 h 137"/>
                  <a:gd name="T38" fmla="*/ 6 w 140"/>
                  <a:gd name="T39" fmla="*/ 27 h 137"/>
                  <a:gd name="T40" fmla="*/ 10 w 140"/>
                  <a:gd name="T41" fmla="*/ 17 h 137"/>
                  <a:gd name="T42" fmla="*/ 16 w 140"/>
                  <a:gd name="T43" fmla="*/ 11 h 137"/>
                  <a:gd name="T44" fmla="*/ 24 w 140"/>
                  <a:gd name="T45" fmla="*/ 8 h 137"/>
                  <a:gd name="T46" fmla="*/ 24 w 140"/>
                  <a:gd name="T47" fmla="*/ 8 h 137"/>
                  <a:gd name="T48" fmla="*/ 99 w 140"/>
                  <a:gd name="T49" fmla="*/ 0 h 137"/>
                  <a:gd name="T50" fmla="*/ 24 w 140"/>
                  <a:gd name="T51" fmla="*/ 2 h 137"/>
                  <a:gd name="T52" fmla="*/ 12 w 140"/>
                  <a:gd name="T53" fmla="*/ 6 h 137"/>
                  <a:gd name="T54" fmla="*/ 2 w 140"/>
                  <a:gd name="T55" fmla="*/ 19 h 137"/>
                  <a:gd name="T56" fmla="*/ 0 w 140"/>
                  <a:gd name="T57" fmla="*/ 26 h 137"/>
                  <a:gd name="T58" fmla="*/ 0 w 140"/>
                  <a:gd name="T59" fmla="*/ 26 h 137"/>
                  <a:gd name="T60" fmla="*/ 2 w 140"/>
                  <a:gd name="T61" fmla="*/ 96 h 137"/>
                  <a:gd name="T62" fmla="*/ 3 w 140"/>
                  <a:gd name="T63" fmla="*/ 97 h 137"/>
                  <a:gd name="T64" fmla="*/ 10 w 140"/>
                  <a:gd name="T65" fmla="*/ 105 h 137"/>
                  <a:gd name="T66" fmla="*/ 24 w 140"/>
                  <a:gd name="T67" fmla="*/ 110 h 137"/>
                  <a:gd name="T68" fmla="*/ 37 w 140"/>
                  <a:gd name="T69" fmla="*/ 112 h 137"/>
                  <a:gd name="T70" fmla="*/ 41 w 140"/>
                  <a:gd name="T71" fmla="*/ 111 h 137"/>
                  <a:gd name="T72" fmla="*/ 94 w 140"/>
                  <a:gd name="T73" fmla="*/ 137 h 137"/>
                  <a:gd name="T74" fmla="*/ 75 w 140"/>
                  <a:gd name="T75" fmla="*/ 109 h 137"/>
                  <a:gd name="T76" fmla="*/ 107 w 140"/>
                  <a:gd name="T77" fmla="*/ 109 h 137"/>
                  <a:gd name="T78" fmla="*/ 107 w 140"/>
                  <a:gd name="T79" fmla="*/ 109 h 137"/>
                  <a:gd name="T80" fmla="*/ 135 w 140"/>
                  <a:gd name="T81" fmla="*/ 94 h 137"/>
                  <a:gd name="T82" fmla="*/ 140 w 140"/>
                  <a:gd name="T83" fmla="*/ 82 h 137"/>
                  <a:gd name="T84" fmla="*/ 140 w 140"/>
                  <a:gd name="T85" fmla="*/ 82 h 137"/>
                  <a:gd name="T86" fmla="*/ 140 w 140"/>
                  <a:gd name="T87" fmla="*/ 26 h 137"/>
                  <a:gd name="T88" fmla="*/ 140 w 140"/>
                  <a:gd name="T89" fmla="*/ 26 h 137"/>
                  <a:gd name="T90" fmla="*/ 130 w 140"/>
                  <a:gd name="T91" fmla="*/ 11 h 137"/>
                  <a:gd name="T92" fmla="*/ 110 w 140"/>
                  <a:gd name="T93" fmla="*/ 2 h 137"/>
                  <a:gd name="T94" fmla="*/ 100 w 140"/>
                  <a:gd name="T95" fmla="*/ 0 h 137"/>
                  <a:gd name="T96" fmla="*/ 99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8" name="Freeform 691">
                <a:extLst>
                  <a:ext uri="{FF2B5EF4-FFF2-40B4-BE49-F238E27FC236}">
                    <a16:creationId xmlns:a16="http://schemas.microsoft.com/office/drawing/2014/main" id="{FC2AB33E-9CFA-4BA3-A950-2DFCEE23F62D}"/>
                  </a:ext>
                </a:extLst>
              </p:cNvPr>
              <p:cNvSpPr>
                <a:spLocks noEditPoints="1"/>
              </p:cNvSpPr>
              <p:nvPr userDrawn="1"/>
            </p:nvSpPr>
            <p:spPr bwMode="auto">
              <a:xfrm>
                <a:off x="-4438" y="1445"/>
                <a:ext cx="106" cy="10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5 h 137"/>
                  <a:gd name="T46" fmla="*/ 38 w 141"/>
                  <a:gd name="T47" fmla="*/ 105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1 h 137"/>
                  <a:gd name="T86" fmla="*/ 42 w 141"/>
                  <a:gd name="T87" fmla="*/ 111 h 137"/>
                  <a:gd name="T88" fmla="*/ 79 w 141"/>
                  <a:gd name="T89" fmla="*/ 129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9" name="Freeform 692">
                <a:extLst>
                  <a:ext uri="{FF2B5EF4-FFF2-40B4-BE49-F238E27FC236}">
                    <a16:creationId xmlns:a16="http://schemas.microsoft.com/office/drawing/2014/main" id="{E1E5A085-3BDE-4BAE-8799-75C5EB6D8C17}"/>
                  </a:ext>
                </a:extLst>
              </p:cNvPr>
              <p:cNvSpPr>
                <a:spLocks/>
              </p:cNvSpPr>
              <p:nvPr userDrawn="1"/>
            </p:nvSpPr>
            <p:spPr bwMode="auto">
              <a:xfrm>
                <a:off x="-4379" y="1542"/>
                <a:ext cx="11" cy="4"/>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0" name="Freeform 693">
                <a:extLst>
                  <a:ext uri="{FF2B5EF4-FFF2-40B4-BE49-F238E27FC236}">
                    <a16:creationId xmlns:a16="http://schemas.microsoft.com/office/drawing/2014/main" id="{E9008E7A-BC88-4073-8A66-A5969AE00F83}"/>
                  </a:ext>
                </a:extLst>
              </p:cNvPr>
              <p:cNvSpPr>
                <a:spLocks noEditPoints="1"/>
              </p:cNvSpPr>
              <p:nvPr userDrawn="1"/>
            </p:nvSpPr>
            <p:spPr bwMode="auto">
              <a:xfrm>
                <a:off x="-4517" y="1335"/>
                <a:ext cx="116" cy="115"/>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8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5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1" name="Freeform 694">
                <a:extLst>
                  <a:ext uri="{FF2B5EF4-FFF2-40B4-BE49-F238E27FC236}">
                    <a16:creationId xmlns:a16="http://schemas.microsoft.com/office/drawing/2014/main" id="{156BD42B-75CB-42EE-9CCE-E07DDA2638A9}"/>
                  </a:ext>
                </a:extLst>
              </p:cNvPr>
              <p:cNvSpPr>
                <a:spLocks noEditPoints="1"/>
              </p:cNvSpPr>
              <p:nvPr userDrawn="1"/>
            </p:nvSpPr>
            <p:spPr bwMode="auto">
              <a:xfrm>
                <a:off x="-3807" y="1512"/>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2" name="Freeform 695">
                <a:extLst>
                  <a:ext uri="{FF2B5EF4-FFF2-40B4-BE49-F238E27FC236}">
                    <a16:creationId xmlns:a16="http://schemas.microsoft.com/office/drawing/2014/main" id="{1207DD9E-33D1-4B53-9519-54B547E2B08F}"/>
                  </a:ext>
                </a:extLst>
              </p:cNvPr>
              <p:cNvSpPr>
                <a:spLocks noEditPoints="1"/>
              </p:cNvSpPr>
              <p:nvPr userDrawn="1"/>
            </p:nvSpPr>
            <p:spPr bwMode="auto">
              <a:xfrm>
                <a:off x="-3662" y="1246"/>
                <a:ext cx="57" cy="86"/>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8 h 115"/>
                  <a:gd name="T68" fmla="*/ 1 w 76"/>
                  <a:gd name="T69" fmla="*/ 22 h 115"/>
                  <a:gd name="T70" fmla="*/ 0 w 76"/>
                  <a:gd name="T71" fmla="*/ 39 h 115"/>
                  <a:gd name="T72" fmla="*/ 1 w 76"/>
                  <a:gd name="T73" fmla="*/ 61 h 115"/>
                  <a:gd name="T74" fmla="*/ 8 w 76"/>
                  <a:gd name="T75" fmla="*/ 81 h 115"/>
                  <a:gd name="T76" fmla="*/ 14 w 76"/>
                  <a:gd name="T77" fmla="*/ 88 h 115"/>
                  <a:gd name="T78" fmla="*/ 15 w 76"/>
                  <a:gd name="T79" fmla="*/ 88 h 115"/>
                  <a:gd name="T80" fmla="*/ 37 w 76"/>
                  <a:gd name="T81" fmla="*/ 89 h 115"/>
                  <a:gd name="T82" fmla="*/ 25 w 76"/>
                  <a:gd name="T83" fmla="*/ 115 h 115"/>
                  <a:gd name="T84" fmla="*/ 56 w 76"/>
                  <a:gd name="T85" fmla="*/ 90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1 h 115"/>
                  <a:gd name="T100" fmla="*/ 59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3" name="Freeform 696">
                <a:extLst>
                  <a:ext uri="{FF2B5EF4-FFF2-40B4-BE49-F238E27FC236}">
                    <a16:creationId xmlns:a16="http://schemas.microsoft.com/office/drawing/2014/main" id="{0CEF16D5-F2B8-4957-8DFE-4EE45F1B861A}"/>
                  </a:ext>
                </a:extLst>
              </p:cNvPr>
              <p:cNvSpPr>
                <a:spLocks noEditPoints="1"/>
              </p:cNvSpPr>
              <p:nvPr userDrawn="1"/>
            </p:nvSpPr>
            <p:spPr bwMode="auto">
              <a:xfrm>
                <a:off x="-4505" y="1466"/>
                <a:ext cx="57" cy="87"/>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4" name="Freeform 697">
                <a:extLst>
                  <a:ext uri="{FF2B5EF4-FFF2-40B4-BE49-F238E27FC236}">
                    <a16:creationId xmlns:a16="http://schemas.microsoft.com/office/drawing/2014/main" id="{80E1A45A-30C7-489D-8583-19691A78F99B}"/>
                  </a:ext>
                </a:extLst>
              </p:cNvPr>
              <p:cNvSpPr>
                <a:spLocks noEditPoints="1"/>
              </p:cNvSpPr>
              <p:nvPr userDrawn="1"/>
            </p:nvSpPr>
            <p:spPr bwMode="auto">
              <a:xfrm>
                <a:off x="-4848" y="1228"/>
                <a:ext cx="57" cy="86"/>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5" name="Freeform 698">
                <a:extLst>
                  <a:ext uri="{FF2B5EF4-FFF2-40B4-BE49-F238E27FC236}">
                    <a16:creationId xmlns:a16="http://schemas.microsoft.com/office/drawing/2014/main" id="{6648B817-EE4C-4E07-8FC9-74A2F331497F}"/>
                  </a:ext>
                </a:extLst>
              </p:cNvPr>
              <p:cNvSpPr>
                <a:spLocks noEditPoints="1"/>
              </p:cNvSpPr>
              <p:nvPr userDrawn="1"/>
            </p:nvSpPr>
            <p:spPr bwMode="auto">
              <a:xfrm>
                <a:off x="-4102" y="1105"/>
                <a:ext cx="57" cy="88"/>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8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9 h 116"/>
                  <a:gd name="T54" fmla="*/ 59 w 76"/>
                  <a:gd name="T55" fmla="*/ 0 h 116"/>
                  <a:gd name="T56" fmla="*/ 59 w 76"/>
                  <a:gd name="T57" fmla="*/ 0 h 116"/>
                  <a:gd name="T58" fmla="*/ 59 w 76"/>
                  <a:gd name="T59" fmla="*/ 0 h 116"/>
                  <a:gd name="T60" fmla="*/ 16 w 76"/>
                  <a:gd name="T61" fmla="*/ 3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8"/>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5"/>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6" name="Freeform 699">
                <a:extLst>
                  <a:ext uri="{FF2B5EF4-FFF2-40B4-BE49-F238E27FC236}">
                    <a16:creationId xmlns:a16="http://schemas.microsoft.com/office/drawing/2014/main" id="{515248F9-03E0-4164-8476-2B34798B16BE}"/>
                  </a:ext>
                </a:extLst>
              </p:cNvPr>
              <p:cNvSpPr>
                <a:spLocks noEditPoints="1"/>
              </p:cNvSpPr>
              <p:nvPr userDrawn="1"/>
            </p:nvSpPr>
            <p:spPr bwMode="auto">
              <a:xfrm>
                <a:off x="-4277" y="1632"/>
                <a:ext cx="57" cy="87"/>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8 h 116"/>
                  <a:gd name="T50" fmla="*/ 6 w 76"/>
                  <a:gd name="T51" fmla="*/ 39 h 116"/>
                  <a:gd name="T52" fmla="*/ 9 w 76"/>
                  <a:gd name="T53" fmla="*/ 19 h 116"/>
                  <a:gd name="T54" fmla="*/ 12 w 76"/>
                  <a:gd name="T55" fmla="*/ 12 h 116"/>
                  <a:gd name="T56" fmla="*/ 17 w 76"/>
                  <a:gd name="T57" fmla="*/ 10 h 116"/>
                  <a:gd name="T58" fmla="*/ 17 w 76"/>
                  <a:gd name="T59" fmla="*/ 10 h 116"/>
                  <a:gd name="T60" fmla="*/ 60 w 76"/>
                  <a:gd name="T61" fmla="*/ 6 h 116"/>
                  <a:gd name="T62" fmla="*/ 60 w 76"/>
                  <a:gd name="T63" fmla="*/ 6 h 116"/>
                  <a:gd name="T64" fmla="*/ 60 w 76"/>
                  <a:gd name="T65" fmla="*/ 6 h 116"/>
                  <a:gd name="T66" fmla="*/ 60 w 76"/>
                  <a:gd name="T67" fmla="*/ 6 h 116"/>
                  <a:gd name="T68" fmla="*/ 60 w 76"/>
                  <a:gd name="T69" fmla="*/ 5 h 116"/>
                  <a:gd name="T70" fmla="*/ 60 w 76"/>
                  <a:gd name="T71" fmla="*/ 5 h 116"/>
                  <a:gd name="T72" fmla="*/ 60 w 76"/>
                  <a:gd name="T73" fmla="*/ 0 h 116"/>
                  <a:gd name="T74" fmla="*/ 60 w 76"/>
                  <a:gd name="T75" fmla="*/ 0 h 116"/>
                  <a:gd name="T76" fmla="*/ 60 w 76"/>
                  <a:gd name="T77" fmla="*/ 0 h 116"/>
                  <a:gd name="T78" fmla="*/ 16 w 76"/>
                  <a:gd name="T79" fmla="*/ 4 h 116"/>
                  <a:gd name="T80" fmla="*/ 8 w 76"/>
                  <a:gd name="T81" fmla="*/ 8 h 116"/>
                  <a:gd name="T82" fmla="*/ 2 w 76"/>
                  <a:gd name="T83" fmla="*/ 22 h 116"/>
                  <a:gd name="T84" fmla="*/ 0 w 76"/>
                  <a:gd name="T85" fmla="*/ 39 h 116"/>
                  <a:gd name="T86" fmla="*/ 2 w 76"/>
                  <a:gd name="T87" fmla="*/ 61 h 116"/>
                  <a:gd name="T88" fmla="*/ 9 w 76"/>
                  <a:gd name="T89" fmla="*/ 81 h 116"/>
                  <a:gd name="T90" fmla="*/ 15 w 76"/>
                  <a:gd name="T91" fmla="*/ 88 h 116"/>
                  <a:gd name="T92" fmla="*/ 16 w 76"/>
                  <a:gd name="T93" fmla="*/ 88 h 116"/>
                  <a:gd name="T94" fmla="*/ 38 w 76"/>
                  <a:gd name="T95" fmla="*/ 90 h 116"/>
                  <a:gd name="T96" fmla="*/ 26 w 76"/>
                  <a:gd name="T97" fmla="*/ 116 h 116"/>
                  <a:gd name="T98" fmla="*/ 56 w 76"/>
                  <a:gd name="T99" fmla="*/ 90 h 116"/>
                  <a:gd name="T100" fmla="*/ 72 w 76"/>
                  <a:gd name="T101" fmla="*/ 85 h 116"/>
                  <a:gd name="T102" fmla="*/ 75 w 76"/>
                  <a:gd name="T103" fmla="*/ 81 h 116"/>
                  <a:gd name="T104" fmla="*/ 76 w 76"/>
                  <a:gd name="T105" fmla="*/ 77 h 116"/>
                  <a:gd name="T106" fmla="*/ 76 w 76"/>
                  <a:gd name="T107" fmla="*/ 76 h 116"/>
                  <a:gd name="T108" fmla="*/ 76 w 76"/>
                  <a:gd name="T109" fmla="*/ 28 h 116"/>
                  <a:gd name="T110" fmla="*/ 69 w 76"/>
                  <a:gd name="T111" fmla="*/ 4 h 116"/>
                  <a:gd name="T112" fmla="*/ 63 w 76"/>
                  <a:gd name="T113" fmla="*/ 1 h 116"/>
                  <a:gd name="T114" fmla="*/ 60 w 76"/>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7" name="Freeform 700">
                <a:extLst>
                  <a:ext uri="{FF2B5EF4-FFF2-40B4-BE49-F238E27FC236}">
                    <a16:creationId xmlns:a16="http://schemas.microsoft.com/office/drawing/2014/main" id="{ECCFE9BE-05EB-48D8-962F-539490ED8C4C}"/>
                  </a:ext>
                </a:extLst>
              </p:cNvPr>
              <p:cNvSpPr>
                <a:spLocks noEditPoints="1"/>
              </p:cNvSpPr>
              <p:nvPr userDrawn="1"/>
            </p:nvSpPr>
            <p:spPr bwMode="auto">
              <a:xfrm>
                <a:off x="-4489" y="1644"/>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5 h 116"/>
                  <a:gd name="T64" fmla="*/ 59 w 76"/>
                  <a:gd name="T65" fmla="*/ 5 h 116"/>
                  <a:gd name="T66" fmla="*/ 59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8 w 76"/>
                  <a:gd name="T83" fmla="*/ 82 h 116"/>
                  <a:gd name="T84" fmla="*/ 15 w 76"/>
                  <a:gd name="T85" fmla="*/ 88 h 116"/>
                  <a:gd name="T86" fmla="*/ 15 w 76"/>
                  <a:gd name="T87" fmla="*/ 89 h 116"/>
                  <a:gd name="T88" fmla="*/ 37 w 76"/>
                  <a:gd name="T89" fmla="*/ 90 h 116"/>
                  <a:gd name="T90" fmla="*/ 25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59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8" name="Freeform 701">
                <a:extLst>
                  <a:ext uri="{FF2B5EF4-FFF2-40B4-BE49-F238E27FC236}">
                    <a16:creationId xmlns:a16="http://schemas.microsoft.com/office/drawing/2014/main" id="{530E0E19-F998-4D18-AF9B-719A6AC4C930}"/>
                  </a:ext>
                </a:extLst>
              </p:cNvPr>
              <p:cNvSpPr>
                <a:spLocks noEditPoints="1"/>
              </p:cNvSpPr>
              <p:nvPr userDrawn="1"/>
            </p:nvSpPr>
            <p:spPr bwMode="auto">
              <a:xfrm>
                <a:off x="-4735" y="1742"/>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5 w 76"/>
                  <a:gd name="T73" fmla="*/ 88 h 116"/>
                  <a:gd name="T74" fmla="*/ 15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9" name="Freeform 702">
                <a:extLst>
                  <a:ext uri="{FF2B5EF4-FFF2-40B4-BE49-F238E27FC236}">
                    <a16:creationId xmlns:a16="http://schemas.microsoft.com/office/drawing/2014/main" id="{94FEF575-1905-414C-B5F6-EF4DA1EEB661}"/>
                  </a:ext>
                </a:extLst>
              </p:cNvPr>
              <p:cNvSpPr>
                <a:spLocks noEditPoints="1"/>
              </p:cNvSpPr>
              <p:nvPr userDrawn="1"/>
            </p:nvSpPr>
            <p:spPr bwMode="auto">
              <a:xfrm>
                <a:off x="-4515" y="1871"/>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0" name="Freeform 703">
                <a:extLst>
                  <a:ext uri="{FF2B5EF4-FFF2-40B4-BE49-F238E27FC236}">
                    <a16:creationId xmlns:a16="http://schemas.microsoft.com/office/drawing/2014/main" id="{46DD04C5-D508-449B-B030-76DEDFD0D8CD}"/>
                  </a:ext>
                </a:extLst>
              </p:cNvPr>
              <p:cNvSpPr>
                <a:spLocks noEditPoints="1"/>
              </p:cNvSpPr>
              <p:nvPr userDrawn="1"/>
            </p:nvSpPr>
            <p:spPr bwMode="auto">
              <a:xfrm>
                <a:off x="-4920" y="1842"/>
                <a:ext cx="125" cy="185"/>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1" name="Freeform 704">
                <a:extLst>
                  <a:ext uri="{FF2B5EF4-FFF2-40B4-BE49-F238E27FC236}">
                    <a16:creationId xmlns:a16="http://schemas.microsoft.com/office/drawing/2014/main" id="{6936E763-20EB-493E-B2A1-2EF3AFA3FED0}"/>
                  </a:ext>
                </a:extLst>
              </p:cNvPr>
              <p:cNvSpPr>
                <a:spLocks noEditPoints="1"/>
              </p:cNvSpPr>
              <p:nvPr userDrawn="1"/>
            </p:nvSpPr>
            <p:spPr bwMode="auto">
              <a:xfrm>
                <a:off x="-4490" y="1938"/>
                <a:ext cx="183" cy="73"/>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3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2" name="Freeform 705">
                <a:extLst>
                  <a:ext uri="{FF2B5EF4-FFF2-40B4-BE49-F238E27FC236}">
                    <a16:creationId xmlns:a16="http://schemas.microsoft.com/office/drawing/2014/main" id="{FC1FCAAE-B00E-4036-A501-F8A9003A386A}"/>
                  </a:ext>
                </a:extLst>
              </p:cNvPr>
              <p:cNvSpPr>
                <a:spLocks noEditPoints="1"/>
              </p:cNvSpPr>
              <p:nvPr userDrawn="1"/>
            </p:nvSpPr>
            <p:spPr bwMode="auto">
              <a:xfrm>
                <a:off x="-3988" y="1628"/>
                <a:ext cx="150" cy="59"/>
              </a:xfrm>
              <a:custGeom>
                <a:avLst/>
                <a:gdLst>
                  <a:gd name="T0" fmla="*/ 142 w 199"/>
                  <a:gd name="T1" fmla="*/ 57 h 79"/>
                  <a:gd name="T2" fmla="*/ 142 w 199"/>
                  <a:gd name="T3" fmla="*/ 57 h 79"/>
                  <a:gd name="T4" fmla="*/ 19 w 199"/>
                  <a:gd name="T5" fmla="*/ 10 h 79"/>
                  <a:gd name="T6" fmla="*/ 71 w 199"/>
                  <a:gd name="T7" fmla="*/ 6 h 79"/>
                  <a:gd name="T8" fmla="*/ 134 w 199"/>
                  <a:gd name="T9" fmla="*/ 17 h 79"/>
                  <a:gd name="T10" fmla="*/ 137 w 199"/>
                  <a:gd name="T11" fmla="*/ 19 h 79"/>
                  <a:gd name="T12" fmla="*/ 138 w 199"/>
                  <a:gd name="T13" fmla="*/ 35 h 79"/>
                  <a:gd name="T14" fmla="*/ 137 w 199"/>
                  <a:gd name="T15" fmla="*/ 38 h 79"/>
                  <a:gd name="T16" fmla="*/ 137 w 199"/>
                  <a:gd name="T17" fmla="*/ 38 h 79"/>
                  <a:gd name="T18" fmla="*/ 137 w 199"/>
                  <a:gd name="T19" fmla="*/ 38 h 79"/>
                  <a:gd name="T20" fmla="*/ 134 w 199"/>
                  <a:gd name="T21" fmla="*/ 58 h 79"/>
                  <a:gd name="T22" fmla="*/ 141 w 199"/>
                  <a:gd name="T23" fmla="*/ 63 h 79"/>
                  <a:gd name="T24" fmla="*/ 161 w 199"/>
                  <a:gd name="T25" fmla="*/ 64 h 79"/>
                  <a:gd name="T26" fmla="*/ 78 w 199"/>
                  <a:gd name="T27" fmla="*/ 73 h 79"/>
                  <a:gd name="T28" fmla="*/ 75 w 199"/>
                  <a:gd name="T29" fmla="*/ 73 h 79"/>
                  <a:gd name="T30" fmla="*/ 75 w 199"/>
                  <a:gd name="T31" fmla="*/ 73 h 79"/>
                  <a:gd name="T32" fmla="*/ 21 w 199"/>
                  <a:gd name="T33" fmla="*/ 64 h 79"/>
                  <a:gd name="T34" fmla="*/ 10 w 199"/>
                  <a:gd name="T35" fmla="*/ 56 h 79"/>
                  <a:gd name="T36" fmla="*/ 6 w 199"/>
                  <a:gd name="T37" fmla="*/ 35 h 79"/>
                  <a:gd name="T38" fmla="*/ 18 w 199"/>
                  <a:gd name="T39" fmla="*/ 12 h 79"/>
                  <a:gd name="T40" fmla="*/ 20 w 199"/>
                  <a:gd name="T41" fmla="*/ 11 h 79"/>
                  <a:gd name="T42" fmla="*/ 71 w 199"/>
                  <a:gd name="T43" fmla="*/ 0 h 79"/>
                  <a:gd name="T44" fmla="*/ 18 w 199"/>
                  <a:gd name="T45" fmla="*/ 5 h 79"/>
                  <a:gd name="T46" fmla="*/ 9 w 199"/>
                  <a:gd name="T47" fmla="*/ 11 h 79"/>
                  <a:gd name="T48" fmla="*/ 4 w 199"/>
                  <a:gd name="T49" fmla="*/ 58 h 79"/>
                  <a:gd name="T50" fmla="*/ 5 w 199"/>
                  <a:gd name="T51" fmla="*/ 59 h 79"/>
                  <a:gd name="T52" fmla="*/ 71 w 199"/>
                  <a:gd name="T53" fmla="*/ 79 h 79"/>
                  <a:gd name="T54" fmla="*/ 75 w 199"/>
                  <a:gd name="T55" fmla="*/ 79 h 79"/>
                  <a:gd name="T56" fmla="*/ 182 w 199"/>
                  <a:gd name="T57" fmla="*/ 64 h 79"/>
                  <a:gd name="T58" fmla="*/ 142 w 199"/>
                  <a:gd name="T59" fmla="*/ 57 h 79"/>
                  <a:gd name="T60" fmla="*/ 139 w 199"/>
                  <a:gd name="T61" fmla="*/ 55 h 79"/>
                  <a:gd name="T62" fmla="*/ 142 w 199"/>
                  <a:gd name="T63" fmla="*/ 41 h 79"/>
                  <a:gd name="T64" fmla="*/ 146 w 199"/>
                  <a:gd name="T65" fmla="*/ 27 h 79"/>
                  <a:gd name="T66" fmla="*/ 141 w 199"/>
                  <a:gd name="T67" fmla="*/ 14 h 79"/>
                  <a:gd name="T68" fmla="*/ 139 w 199"/>
                  <a:gd name="T69" fmla="*/ 17 h 79"/>
                  <a:gd name="T70" fmla="*/ 139 w 199"/>
                  <a:gd name="T71" fmla="*/ 17 h 79"/>
                  <a:gd name="T72" fmla="*/ 71 w 199"/>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79">
                    <a:moveTo>
                      <a:pt x="142" y="57"/>
                    </a:moveTo>
                    <a:cubicBezTo>
                      <a:pt x="142" y="57"/>
                      <a:pt x="142" y="57"/>
                      <a:pt x="142" y="57"/>
                    </a:cubicBezTo>
                    <a:cubicBezTo>
                      <a:pt x="142" y="57"/>
                      <a:pt x="142" y="57"/>
                      <a:pt x="142" y="57"/>
                    </a:cubicBezTo>
                    <a:cubicBezTo>
                      <a:pt x="142" y="57"/>
                      <a:pt x="142" y="57"/>
                      <a:pt x="142" y="57"/>
                    </a:cubicBezTo>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3" name="Freeform 706">
                <a:extLst>
                  <a:ext uri="{FF2B5EF4-FFF2-40B4-BE49-F238E27FC236}">
                    <a16:creationId xmlns:a16="http://schemas.microsoft.com/office/drawing/2014/main" id="{80F56DFE-F971-4C56-85B3-D6A6C005D8FD}"/>
                  </a:ext>
                </a:extLst>
              </p:cNvPr>
              <p:cNvSpPr>
                <a:spLocks noEditPoints="1"/>
              </p:cNvSpPr>
              <p:nvPr userDrawn="1"/>
            </p:nvSpPr>
            <p:spPr bwMode="auto">
              <a:xfrm>
                <a:off x="-4769" y="1153"/>
                <a:ext cx="193" cy="78"/>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82 w 257"/>
                  <a:gd name="T17" fmla="*/ 51 h 104"/>
                  <a:gd name="T18" fmla="*/ 178 w 257"/>
                  <a:gd name="T19" fmla="*/ 76 h 104"/>
                  <a:gd name="T20" fmla="*/ 187 w 257"/>
                  <a:gd name="T21" fmla="*/ 83 h 104"/>
                  <a:gd name="T22" fmla="*/ 220 w 257"/>
                  <a:gd name="T23" fmla="*/ 83 h 104"/>
                  <a:gd name="T24" fmla="*/ 103 w 257"/>
                  <a:gd name="T25" fmla="*/ 98 h 104"/>
                  <a:gd name="T26" fmla="*/ 99 w 257"/>
                  <a:gd name="T27" fmla="*/ 97 h 104"/>
                  <a:gd name="T28" fmla="*/ 98 w 257"/>
                  <a:gd name="T29" fmla="*/ 97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7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8"/>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4" name="Freeform 707">
                <a:extLst>
                  <a:ext uri="{FF2B5EF4-FFF2-40B4-BE49-F238E27FC236}">
                    <a16:creationId xmlns:a16="http://schemas.microsoft.com/office/drawing/2014/main" id="{1D677ACA-377B-44AB-A6DD-FAA64D8E59C7}"/>
                  </a:ext>
                </a:extLst>
              </p:cNvPr>
              <p:cNvSpPr>
                <a:spLocks noEditPoints="1"/>
              </p:cNvSpPr>
              <p:nvPr userDrawn="1"/>
            </p:nvSpPr>
            <p:spPr bwMode="auto">
              <a:xfrm>
                <a:off x="-4935" y="1741"/>
                <a:ext cx="207" cy="84"/>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5" name="Freeform 708">
                <a:extLst>
                  <a:ext uri="{FF2B5EF4-FFF2-40B4-BE49-F238E27FC236}">
                    <a16:creationId xmlns:a16="http://schemas.microsoft.com/office/drawing/2014/main" id="{E2F3232A-4397-4992-A84B-B6F9250FDA2C}"/>
                  </a:ext>
                </a:extLst>
              </p:cNvPr>
              <p:cNvSpPr>
                <a:spLocks noEditPoints="1"/>
              </p:cNvSpPr>
              <p:nvPr userDrawn="1"/>
            </p:nvSpPr>
            <p:spPr bwMode="auto">
              <a:xfrm>
                <a:off x="-4537" y="1750"/>
                <a:ext cx="184" cy="121"/>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7 w 245"/>
                  <a:gd name="T29" fmla="*/ 126 h 161"/>
                  <a:gd name="T30" fmla="*/ 238 w 245"/>
                  <a:gd name="T31" fmla="*/ 126 h 161"/>
                  <a:gd name="T32" fmla="*/ 237 w 245"/>
                  <a:gd name="T33" fmla="*/ 127 h 161"/>
                  <a:gd name="T34" fmla="*/ 226 w 245"/>
                  <a:gd name="T35" fmla="*/ 133 h 161"/>
                  <a:gd name="T36" fmla="*/ 202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5 w 245"/>
                  <a:gd name="T53" fmla="*/ 141 h 161"/>
                  <a:gd name="T54" fmla="*/ 35 w 245"/>
                  <a:gd name="T55" fmla="*/ 141 h 161"/>
                  <a:gd name="T56" fmla="*/ 35 w 245"/>
                  <a:gd name="T57" fmla="*/ 141 h 161"/>
                  <a:gd name="T58" fmla="*/ 20 w 245"/>
                  <a:gd name="T59" fmla="*/ 131 h 161"/>
                  <a:gd name="T60" fmla="*/ 6 w 245"/>
                  <a:gd name="T61" fmla="*/ 95 h 161"/>
                  <a:gd name="T62" fmla="*/ 24 w 245"/>
                  <a:gd name="T63" fmla="*/ 37 h 161"/>
                  <a:gd name="T64" fmla="*/ 83 w 245"/>
                  <a:gd name="T65" fmla="*/ 0 h 161"/>
                  <a:gd name="T66" fmla="*/ 83 w 245"/>
                  <a:gd name="T67" fmla="*/ 0 h 161"/>
                  <a:gd name="T68" fmla="*/ 35 w 245"/>
                  <a:gd name="T69" fmla="*/ 17 h 161"/>
                  <a:gd name="T70" fmla="*/ 24 w 245"/>
                  <a:gd name="T71" fmla="*/ 27 h 161"/>
                  <a:gd name="T72" fmla="*/ 16 w 245"/>
                  <a:gd name="T73" fmla="*/ 40 h 161"/>
                  <a:gd name="T74" fmla="*/ 0 w 245"/>
                  <a:gd name="T75" fmla="*/ 95 h 161"/>
                  <a:gd name="T76" fmla="*/ 16 w 245"/>
                  <a:gd name="T77" fmla="*/ 136 h 161"/>
                  <a:gd name="T78" fmla="*/ 33 w 245"/>
                  <a:gd name="T79" fmla="*/ 147 h 161"/>
                  <a:gd name="T80" fmla="*/ 110 w 245"/>
                  <a:gd name="T81" fmla="*/ 161 h 161"/>
                  <a:gd name="T82" fmla="*/ 204 w 245"/>
                  <a:gd name="T83" fmla="*/ 147 h 161"/>
                  <a:gd name="T84" fmla="*/ 204 w 245"/>
                  <a:gd name="T85" fmla="*/ 147 h 161"/>
                  <a:gd name="T86" fmla="*/ 236 w 245"/>
                  <a:gd name="T87" fmla="*/ 135 h 161"/>
                  <a:gd name="T88" fmla="*/ 242 w 245"/>
                  <a:gd name="T89" fmla="*/ 130 h 161"/>
                  <a:gd name="T90" fmla="*/ 245 w 245"/>
                  <a:gd name="T91" fmla="*/ 125 h 161"/>
                  <a:gd name="T92" fmla="*/ 244 w 245"/>
                  <a:gd name="T93" fmla="*/ 123 h 161"/>
                  <a:gd name="T94" fmla="*/ 242 w 245"/>
                  <a:gd name="T95" fmla="*/ 121 h 161"/>
                  <a:gd name="T96" fmla="*/ 240 w 245"/>
                  <a:gd name="T97" fmla="*/ 121 h 161"/>
                  <a:gd name="T98" fmla="*/ 230 w 245"/>
                  <a:gd name="T99" fmla="*/ 120 h 161"/>
                  <a:gd name="T100" fmla="*/ 198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5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6" name="Freeform 709">
                <a:extLst>
                  <a:ext uri="{FF2B5EF4-FFF2-40B4-BE49-F238E27FC236}">
                    <a16:creationId xmlns:a16="http://schemas.microsoft.com/office/drawing/2014/main" id="{D4D1FB91-C763-449C-A2E7-D1064EF35387}"/>
                  </a:ext>
                </a:extLst>
              </p:cNvPr>
              <p:cNvSpPr>
                <a:spLocks/>
              </p:cNvSpPr>
              <p:nvPr userDrawn="1"/>
            </p:nvSpPr>
            <p:spPr bwMode="auto">
              <a:xfrm>
                <a:off x="-4525" y="1770"/>
                <a:ext cx="6" cy="10"/>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7" name="Freeform 710">
                <a:extLst>
                  <a:ext uri="{FF2B5EF4-FFF2-40B4-BE49-F238E27FC236}">
                    <a16:creationId xmlns:a16="http://schemas.microsoft.com/office/drawing/2014/main" id="{F645A193-9440-4863-B814-DD76E75DFF74}"/>
                  </a:ext>
                </a:extLst>
              </p:cNvPr>
              <p:cNvSpPr>
                <a:spLocks noEditPoints="1"/>
              </p:cNvSpPr>
              <p:nvPr userDrawn="1"/>
            </p:nvSpPr>
            <p:spPr bwMode="auto">
              <a:xfrm>
                <a:off x="-4352" y="1990"/>
                <a:ext cx="265" cy="174"/>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4"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8" name="Freeform 711">
                <a:extLst>
                  <a:ext uri="{FF2B5EF4-FFF2-40B4-BE49-F238E27FC236}">
                    <a16:creationId xmlns:a16="http://schemas.microsoft.com/office/drawing/2014/main" id="{41C86E36-847B-481E-8D4B-9BACDA55FF20}"/>
                  </a:ext>
                </a:extLst>
              </p:cNvPr>
              <p:cNvSpPr>
                <a:spLocks noEditPoints="1"/>
              </p:cNvSpPr>
              <p:nvPr userDrawn="1"/>
            </p:nvSpPr>
            <p:spPr bwMode="auto">
              <a:xfrm>
                <a:off x="-4181" y="1693"/>
                <a:ext cx="127" cy="100"/>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27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8 w 170"/>
                  <a:gd name="T45" fmla="*/ 7 h 133"/>
                  <a:gd name="T46" fmla="*/ 109 w 170"/>
                  <a:gd name="T47" fmla="*/ 0 h 133"/>
                  <a:gd name="T48" fmla="*/ 27 w 170"/>
                  <a:gd name="T49" fmla="*/ 1 h 133"/>
                  <a:gd name="T50" fmla="*/ 27 w 170"/>
                  <a:gd name="T51" fmla="*/ 1 h 133"/>
                  <a:gd name="T52" fmla="*/ 27 w 170"/>
                  <a:gd name="T53" fmla="*/ 1 h 133"/>
                  <a:gd name="T54" fmla="*/ 5 w 170"/>
                  <a:gd name="T55" fmla="*/ 14 h 133"/>
                  <a:gd name="T56" fmla="*/ 0 w 170"/>
                  <a:gd name="T57" fmla="*/ 32 h 133"/>
                  <a:gd name="T58" fmla="*/ 2 w 170"/>
                  <a:gd name="T59" fmla="*/ 45 h 133"/>
                  <a:gd name="T60" fmla="*/ 24 w 170"/>
                  <a:gd name="T61" fmla="*/ 86 h 133"/>
                  <a:gd name="T62" fmla="*/ 38 w 170"/>
                  <a:gd name="T63" fmla="*/ 92 h 133"/>
                  <a:gd name="T64" fmla="*/ 43 w 170"/>
                  <a:gd name="T65" fmla="*/ 133 h 133"/>
                  <a:gd name="T66" fmla="*/ 56 w 170"/>
                  <a:gd name="T67" fmla="*/ 93 h 133"/>
                  <a:gd name="T68" fmla="*/ 126 w 170"/>
                  <a:gd name="T69" fmla="*/ 93 h 133"/>
                  <a:gd name="T70" fmla="*/ 127 w 170"/>
                  <a:gd name="T71" fmla="*/ 93 h 133"/>
                  <a:gd name="T72" fmla="*/ 161 w 170"/>
                  <a:gd name="T73" fmla="*/ 67 h 133"/>
                  <a:gd name="T74" fmla="*/ 170 w 170"/>
                  <a:gd name="T75" fmla="*/ 41 h 133"/>
                  <a:gd name="T76" fmla="*/ 160 w 170"/>
                  <a:gd name="T77" fmla="*/ 14 h 133"/>
                  <a:gd name="T78" fmla="*/ 152 w 170"/>
                  <a:gd name="T79" fmla="*/ 5 h 133"/>
                  <a:gd name="T80" fmla="*/ 145 w 170"/>
                  <a:gd name="T81" fmla="*/ 1 h 133"/>
                  <a:gd name="T82" fmla="*/ 140 w 170"/>
                  <a:gd name="T83" fmla="*/ 0 h 133"/>
                  <a:gd name="T84" fmla="*/ 109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9" name="Freeform 712">
                <a:extLst>
                  <a:ext uri="{FF2B5EF4-FFF2-40B4-BE49-F238E27FC236}">
                    <a16:creationId xmlns:a16="http://schemas.microsoft.com/office/drawing/2014/main" id="{0513F49F-697C-4705-8E2C-5753761134FE}"/>
                  </a:ext>
                </a:extLst>
              </p:cNvPr>
              <p:cNvSpPr>
                <a:spLocks noEditPoints="1"/>
              </p:cNvSpPr>
              <p:nvPr userDrawn="1"/>
            </p:nvSpPr>
            <p:spPr bwMode="auto">
              <a:xfrm>
                <a:off x="-3697" y="1878"/>
                <a:ext cx="127" cy="99"/>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40 w 169"/>
                  <a:gd name="T31" fmla="*/ 87 h 132"/>
                  <a:gd name="T32" fmla="*/ 26 w 169"/>
                  <a:gd name="T33" fmla="*/ 82 h 132"/>
                  <a:gd name="T34" fmla="*/ 8 w 169"/>
                  <a:gd name="T35" fmla="*/ 45 h 132"/>
                  <a:gd name="T36" fmla="*/ 7 w 169"/>
                  <a:gd name="T37" fmla="*/ 45 h 132"/>
                  <a:gd name="T38" fmla="*/ 7 w 169"/>
                  <a:gd name="T39" fmla="*/ 44 h 132"/>
                  <a:gd name="T40" fmla="*/ 7 w 169"/>
                  <a:gd name="T41" fmla="*/ 44 h 132"/>
                  <a:gd name="T42" fmla="*/ 6 w 169"/>
                  <a:gd name="T43" fmla="*/ 33 h 132"/>
                  <a:gd name="T44" fmla="*/ 10 w 169"/>
                  <a:gd name="T45" fmla="*/ 18 h 132"/>
                  <a:gd name="T46" fmla="*/ 27 w 169"/>
                  <a:gd name="T47" fmla="*/ 7 h 132"/>
                  <a:gd name="T48" fmla="*/ 108 w 169"/>
                  <a:gd name="T49" fmla="*/ 0 h 132"/>
                  <a:gd name="T50" fmla="*/ 27 w 169"/>
                  <a:gd name="T51" fmla="*/ 1 h 132"/>
                  <a:gd name="T52" fmla="*/ 26 w 169"/>
                  <a:gd name="T53" fmla="*/ 1 h 132"/>
                  <a:gd name="T54" fmla="*/ 26 w 169"/>
                  <a:gd name="T55" fmla="*/ 2 h 132"/>
                  <a:gd name="T56" fmla="*/ 5 w 169"/>
                  <a:gd name="T57" fmla="*/ 15 h 132"/>
                  <a:gd name="T58" fmla="*/ 0 w 169"/>
                  <a:gd name="T59" fmla="*/ 33 h 132"/>
                  <a:gd name="T60" fmla="*/ 2 w 169"/>
                  <a:gd name="T61" fmla="*/ 46 h 132"/>
                  <a:gd name="T62" fmla="*/ 23 w 169"/>
                  <a:gd name="T63" fmla="*/ 87 h 132"/>
                  <a:gd name="T64" fmla="*/ 37 w 169"/>
                  <a:gd name="T65" fmla="*/ 93 h 132"/>
                  <a:gd name="T66" fmla="*/ 42 w 169"/>
                  <a:gd name="T67" fmla="*/ 132 h 132"/>
                  <a:gd name="T68" fmla="*/ 43 w 169"/>
                  <a:gd name="T69" fmla="*/ 132 h 132"/>
                  <a:gd name="T70" fmla="*/ 55 w 169"/>
                  <a:gd name="T71" fmla="*/ 94 h 132"/>
                  <a:gd name="T72" fmla="*/ 125 w 169"/>
                  <a:gd name="T73" fmla="*/ 94 h 132"/>
                  <a:gd name="T74" fmla="*/ 126 w 169"/>
                  <a:gd name="T75" fmla="*/ 94 h 132"/>
                  <a:gd name="T76" fmla="*/ 160 w 169"/>
                  <a:gd name="T77" fmla="*/ 68 h 132"/>
                  <a:gd name="T78" fmla="*/ 169 w 169"/>
                  <a:gd name="T79" fmla="*/ 42 h 132"/>
                  <a:gd name="T80" fmla="*/ 161 w 169"/>
                  <a:gd name="T81" fmla="*/ 17 h 132"/>
                  <a:gd name="T82" fmla="*/ 161 w 169"/>
                  <a:gd name="T83" fmla="*/ 17 h 132"/>
                  <a:gd name="T84" fmla="*/ 160 w 169"/>
                  <a:gd name="T85" fmla="*/ 15 h 132"/>
                  <a:gd name="T86" fmla="*/ 160 w 169"/>
                  <a:gd name="T87" fmla="*/ 14 h 132"/>
                  <a:gd name="T88" fmla="*/ 159 w 169"/>
                  <a:gd name="T89" fmla="*/ 14 h 132"/>
                  <a:gd name="T90" fmla="*/ 151 w 169"/>
                  <a:gd name="T91" fmla="*/ 6 h 132"/>
                  <a:gd name="T92" fmla="*/ 144 w 169"/>
                  <a:gd name="T93" fmla="*/ 2 h 132"/>
                  <a:gd name="T94" fmla="*/ 139 w 169"/>
                  <a:gd name="T95" fmla="*/ 1 h 132"/>
                  <a:gd name="T96" fmla="*/ 108 w 169"/>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0" name="Freeform 713">
                <a:extLst>
                  <a:ext uri="{FF2B5EF4-FFF2-40B4-BE49-F238E27FC236}">
                    <a16:creationId xmlns:a16="http://schemas.microsoft.com/office/drawing/2014/main" id="{D0F7743D-AEB4-47FB-BD86-8E2F36908EC6}"/>
                  </a:ext>
                </a:extLst>
              </p:cNvPr>
              <p:cNvSpPr>
                <a:spLocks/>
              </p:cNvSpPr>
              <p:nvPr userDrawn="1"/>
            </p:nvSpPr>
            <p:spPr bwMode="auto">
              <a:xfrm>
                <a:off x="-3665" y="1977"/>
                <a:ext cx="1"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1" name="Freeform 714">
                <a:extLst>
                  <a:ext uri="{FF2B5EF4-FFF2-40B4-BE49-F238E27FC236}">
                    <a16:creationId xmlns:a16="http://schemas.microsoft.com/office/drawing/2014/main" id="{92851F26-96E3-4DA2-A7E1-FB315BF6E76E}"/>
                  </a:ext>
                </a:extLst>
              </p:cNvPr>
              <p:cNvSpPr>
                <a:spLocks noEditPoints="1"/>
              </p:cNvSpPr>
              <p:nvPr userDrawn="1"/>
            </p:nvSpPr>
            <p:spPr bwMode="auto">
              <a:xfrm>
                <a:off x="-4319" y="1265"/>
                <a:ext cx="141" cy="122"/>
              </a:xfrm>
              <a:custGeom>
                <a:avLst/>
                <a:gdLst>
                  <a:gd name="T0" fmla="*/ 94 w 188"/>
                  <a:gd name="T1" fmla="*/ 22 h 162"/>
                  <a:gd name="T2" fmla="*/ 94 w 188"/>
                  <a:gd name="T3" fmla="*/ 22 h 162"/>
                  <a:gd name="T4" fmla="*/ 70 w 188"/>
                  <a:gd name="T5" fmla="*/ 11 h 162"/>
                  <a:gd name="T6" fmla="*/ 78 w 188"/>
                  <a:gd name="T7" fmla="*/ 6 h 162"/>
                  <a:gd name="T8" fmla="*/ 89 w 188"/>
                  <a:gd name="T9" fmla="*/ 23 h 162"/>
                  <a:gd name="T10" fmla="*/ 94 w 188"/>
                  <a:gd name="T11" fmla="*/ 25 h 162"/>
                  <a:gd name="T12" fmla="*/ 124 w 188"/>
                  <a:gd name="T13" fmla="*/ 11 h 162"/>
                  <a:gd name="T14" fmla="*/ 158 w 188"/>
                  <a:gd name="T15" fmla="*/ 36 h 162"/>
                  <a:gd name="T16" fmla="*/ 157 w 188"/>
                  <a:gd name="T17" fmla="*/ 60 h 162"/>
                  <a:gd name="T18" fmla="*/ 174 w 188"/>
                  <a:gd name="T19" fmla="*/ 64 h 162"/>
                  <a:gd name="T20" fmla="*/ 182 w 188"/>
                  <a:gd name="T21" fmla="*/ 75 h 162"/>
                  <a:gd name="T22" fmla="*/ 173 w 188"/>
                  <a:gd name="T23" fmla="*/ 93 h 162"/>
                  <a:gd name="T24" fmla="*/ 160 w 188"/>
                  <a:gd name="T25" fmla="*/ 127 h 162"/>
                  <a:gd name="T26" fmla="*/ 142 w 188"/>
                  <a:gd name="T27" fmla="*/ 112 h 162"/>
                  <a:gd name="T28" fmla="*/ 139 w 188"/>
                  <a:gd name="T29" fmla="*/ 133 h 162"/>
                  <a:gd name="T30" fmla="*/ 123 w 188"/>
                  <a:gd name="T31" fmla="*/ 140 h 162"/>
                  <a:gd name="T32" fmla="*/ 111 w 188"/>
                  <a:gd name="T33" fmla="*/ 132 h 162"/>
                  <a:gd name="T34" fmla="*/ 98 w 188"/>
                  <a:gd name="T35" fmla="*/ 135 h 162"/>
                  <a:gd name="T36" fmla="*/ 75 w 188"/>
                  <a:gd name="T37" fmla="*/ 148 h 162"/>
                  <a:gd name="T38" fmla="*/ 44 w 188"/>
                  <a:gd name="T39" fmla="*/ 119 h 162"/>
                  <a:gd name="T40" fmla="*/ 29 w 188"/>
                  <a:gd name="T41" fmla="*/ 111 h 162"/>
                  <a:gd name="T42" fmla="*/ 8 w 188"/>
                  <a:gd name="T43" fmla="*/ 105 h 162"/>
                  <a:gd name="T44" fmla="*/ 15 w 188"/>
                  <a:gd name="T45" fmla="*/ 86 h 162"/>
                  <a:gd name="T46" fmla="*/ 19 w 188"/>
                  <a:gd name="T47" fmla="*/ 57 h 162"/>
                  <a:gd name="T48" fmla="*/ 36 w 188"/>
                  <a:gd name="T49" fmla="*/ 26 h 162"/>
                  <a:gd name="T50" fmla="*/ 62 w 188"/>
                  <a:gd name="T51" fmla="*/ 28 h 162"/>
                  <a:gd name="T52" fmla="*/ 67 w 188"/>
                  <a:gd name="T53" fmla="*/ 15 h 162"/>
                  <a:gd name="T54" fmla="*/ 71 w 188"/>
                  <a:gd name="T55" fmla="*/ 3 h 162"/>
                  <a:gd name="T56" fmla="*/ 60 w 188"/>
                  <a:gd name="T57" fmla="*/ 14 h 162"/>
                  <a:gd name="T58" fmla="*/ 61 w 188"/>
                  <a:gd name="T59" fmla="*/ 21 h 162"/>
                  <a:gd name="T60" fmla="*/ 54 w 188"/>
                  <a:gd name="T61" fmla="*/ 24 h 162"/>
                  <a:gd name="T62" fmla="*/ 38 w 188"/>
                  <a:gd name="T63" fmla="*/ 21 h 162"/>
                  <a:gd name="T64" fmla="*/ 36 w 188"/>
                  <a:gd name="T65" fmla="*/ 20 h 162"/>
                  <a:gd name="T66" fmla="*/ 12 w 188"/>
                  <a:gd name="T67" fmla="*/ 48 h 162"/>
                  <a:gd name="T68" fmla="*/ 14 w 188"/>
                  <a:gd name="T69" fmla="*/ 60 h 162"/>
                  <a:gd name="T70" fmla="*/ 9 w 188"/>
                  <a:gd name="T71" fmla="*/ 82 h 162"/>
                  <a:gd name="T72" fmla="*/ 5 w 188"/>
                  <a:gd name="T73" fmla="*/ 83 h 162"/>
                  <a:gd name="T74" fmla="*/ 2 w 188"/>
                  <a:gd name="T75" fmla="*/ 85 h 162"/>
                  <a:gd name="T76" fmla="*/ 14 w 188"/>
                  <a:gd name="T77" fmla="*/ 117 h 162"/>
                  <a:gd name="T78" fmla="*/ 21 w 188"/>
                  <a:gd name="T79" fmla="*/ 118 h 162"/>
                  <a:gd name="T80" fmla="*/ 40 w 188"/>
                  <a:gd name="T81" fmla="*/ 125 h 162"/>
                  <a:gd name="T82" fmla="*/ 41 w 188"/>
                  <a:gd name="T83" fmla="*/ 138 h 162"/>
                  <a:gd name="T84" fmla="*/ 41 w 188"/>
                  <a:gd name="T85" fmla="*/ 140 h 162"/>
                  <a:gd name="T86" fmla="*/ 75 w 188"/>
                  <a:gd name="T87" fmla="*/ 154 h 162"/>
                  <a:gd name="T88" fmla="*/ 94 w 188"/>
                  <a:gd name="T89" fmla="*/ 150 h 162"/>
                  <a:gd name="T90" fmla="*/ 108 w 188"/>
                  <a:gd name="T91" fmla="*/ 137 h 162"/>
                  <a:gd name="T92" fmla="*/ 110 w 188"/>
                  <a:gd name="T93" fmla="*/ 140 h 162"/>
                  <a:gd name="T94" fmla="*/ 111 w 188"/>
                  <a:gd name="T95" fmla="*/ 141 h 162"/>
                  <a:gd name="T96" fmla="*/ 138 w 188"/>
                  <a:gd name="T97" fmla="*/ 141 h 162"/>
                  <a:gd name="T98" fmla="*/ 145 w 188"/>
                  <a:gd name="T99" fmla="*/ 134 h 162"/>
                  <a:gd name="T100" fmla="*/ 173 w 188"/>
                  <a:gd name="T101" fmla="*/ 155 h 162"/>
                  <a:gd name="T102" fmla="*/ 182 w 188"/>
                  <a:gd name="T103" fmla="*/ 162 h 162"/>
                  <a:gd name="T104" fmla="*/ 187 w 188"/>
                  <a:gd name="T105" fmla="*/ 162 h 162"/>
                  <a:gd name="T106" fmla="*/ 187 w 188"/>
                  <a:gd name="T107" fmla="*/ 158 h 162"/>
                  <a:gd name="T108" fmla="*/ 165 w 188"/>
                  <a:gd name="T109" fmla="*/ 124 h 162"/>
                  <a:gd name="T110" fmla="*/ 173 w 188"/>
                  <a:gd name="T111" fmla="*/ 99 h 162"/>
                  <a:gd name="T112" fmla="*/ 188 w 188"/>
                  <a:gd name="T113" fmla="*/ 75 h 162"/>
                  <a:gd name="T114" fmla="*/ 175 w 188"/>
                  <a:gd name="T115" fmla="*/ 58 h 162"/>
                  <a:gd name="T116" fmla="*/ 170 w 188"/>
                  <a:gd name="T117" fmla="*/ 58 h 162"/>
                  <a:gd name="T118" fmla="*/ 161 w 188"/>
                  <a:gd name="T119" fmla="*/ 45 h 162"/>
                  <a:gd name="T120" fmla="*/ 138 w 188"/>
                  <a:gd name="T121" fmla="*/ 7 h 162"/>
                  <a:gd name="T122" fmla="*/ 99 w 188"/>
                  <a:gd name="T123" fmla="*/ 13 h 162"/>
                  <a:gd name="T124" fmla="*/ 83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9"/>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4"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2" name="Freeform 715">
                <a:extLst>
                  <a:ext uri="{FF2B5EF4-FFF2-40B4-BE49-F238E27FC236}">
                    <a16:creationId xmlns:a16="http://schemas.microsoft.com/office/drawing/2014/main" id="{C3C67F5F-4612-40DE-877A-A11861794BC8}"/>
                  </a:ext>
                </a:extLst>
              </p:cNvPr>
              <p:cNvSpPr>
                <a:spLocks noEditPoints="1"/>
              </p:cNvSpPr>
              <p:nvPr userDrawn="1"/>
            </p:nvSpPr>
            <p:spPr bwMode="auto">
              <a:xfrm>
                <a:off x="-3965" y="1286"/>
                <a:ext cx="141" cy="122"/>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6 w 188"/>
                  <a:gd name="T93" fmla="*/ 139 h 162"/>
                  <a:gd name="T94" fmla="*/ 96 w 188"/>
                  <a:gd name="T95" fmla="*/ 151 h 162"/>
                  <a:gd name="T96" fmla="*/ 147 w 188"/>
                  <a:gd name="T97" fmla="*/ 141 h 162"/>
                  <a:gd name="T98" fmla="*/ 147 w 188"/>
                  <a:gd name="T99" fmla="*/ 138 h 162"/>
                  <a:gd name="T100" fmla="*/ 153 w 188"/>
                  <a:gd name="T101" fmla="*/ 118 h 162"/>
                  <a:gd name="T102" fmla="*/ 168 w 188"/>
                  <a:gd name="T103" fmla="*/ 118 h 162"/>
                  <a:gd name="T104" fmla="*/ 185 w 188"/>
                  <a:gd name="T105" fmla="*/ 108 h 162"/>
                  <a:gd name="T106" fmla="*/ 186 w 188"/>
                  <a:gd name="T107" fmla="*/ 84 h 162"/>
                  <a:gd name="T108" fmla="*/ 176 w 188"/>
                  <a:gd name="T109" fmla="*/ 80 h 162"/>
                  <a:gd name="T110" fmla="*/ 175 w 188"/>
                  <a:gd name="T111" fmla="*/ 59 h 162"/>
                  <a:gd name="T112" fmla="*/ 177 w 188"/>
                  <a:gd name="T113" fmla="*/ 48 h 162"/>
                  <a:gd name="T114" fmla="*/ 153 w 188"/>
                  <a:gd name="T115" fmla="*/ 20 h 162"/>
                  <a:gd name="T116" fmla="*/ 135 w 188"/>
                  <a:gd name="T117" fmla="*/ 23 h 162"/>
                  <a:gd name="T118" fmla="*/ 129 w 188"/>
                  <a:gd name="T119" fmla="*/ 22 h 162"/>
                  <a:gd name="T120" fmla="*/ 128 w 188"/>
                  <a:gd name="T121" fmla="*/ 15 h 162"/>
                  <a:gd name="T122" fmla="*/ 123 w 188"/>
                  <a:gd name="T123" fmla="*/ 7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3" name="Freeform 716">
                <a:extLst>
                  <a:ext uri="{FF2B5EF4-FFF2-40B4-BE49-F238E27FC236}">
                    <a16:creationId xmlns:a16="http://schemas.microsoft.com/office/drawing/2014/main" id="{427F6F8E-32FA-4529-949A-290C48AFBDCF}"/>
                  </a:ext>
                </a:extLst>
              </p:cNvPr>
              <p:cNvSpPr>
                <a:spLocks noEditPoints="1"/>
              </p:cNvSpPr>
              <p:nvPr userDrawn="1"/>
            </p:nvSpPr>
            <p:spPr bwMode="auto">
              <a:xfrm>
                <a:off x="-4249" y="1834"/>
                <a:ext cx="141" cy="121"/>
              </a:xfrm>
              <a:custGeom>
                <a:avLst/>
                <a:gdLst>
                  <a:gd name="T0" fmla="*/ 168 w 188"/>
                  <a:gd name="T1" fmla="*/ 112 h 162"/>
                  <a:gd name="T2" fmla="*/ 109 w 188"/>
                  <a:gd name="T3" fmla="*/ 6 h 162"/>
                  <a:gd name="T4" fmla="*/ 120 w 188"/>
                  <a:gd name="T5" fmla="*/ 12 h 162"/>
                  <a:gd name="T6" fmla="*/ 128 w 188"/>
                  <a:gd name="T7" fmla="*/ 28 h 162"/>
                  <a:gd name="T8" fmla="*/ 167 w 188"/>
                  <a:gd name="T9" fmla="*/ 35 h 162"/>
                  <a:gd name="T10" fmla="*/ 169 w 188"/>
                  <a:gd name="T11" fmla="*/ 56 h 162"/>
                  <a:gd name="T12" fmla="*/ 181 w 188"/>
                  <a:gd name="T13" fmla="*/ 88 h 162"/>
                  <a:gd name="T14" fmla="*/ 169 w 188"/>
                  <a:gd name="T15" fmla="*/ 111 h 162"/>
                  <a:gd name="T16" fmla="*/ 150 w 188"/>
                  <a:gd name="T17" fmla="*/ 113 h 162"/>
                  <a:gd name="T18" fmla="*/ 114 w 188"/>
                  <a:gd name="T19" fmla="*/ 148 h 162"/>
                  <a:gd name="T20" fmla="*/ 90 w 188"/>
                  <a:gd name="T21" fmla="*/ 134 h 162"/>
                  <a:gd name="T22" fmla="*/ 78 w 188"/>
                  <a:gd name="T23" fmla="*/ 132 h 162"/>
                  <a:gd name="T24" fmla="*/ 65 w 188"/>
                  <a:gd name="T25" fmla="*/ 139 h 162"/>
                  <a:gd name="T26" fmla="*/ 50 w 188"/>
                  <a:gd name="T27" fmla="*/ 124 h 162"/>
                  <a:gd name="T28" fmla="*/ 17 w 188"/>
                  <a:gd name="T29" fmla="*/ 144 h 162"/>
                  <a:gd name="T30" fmla="*/ 15 w 188"/>
                  <a:gd name="T31" fmla="*/ 92 h 162"/>
                  <a:gd name="T32" fmla="*/ 8 w 188"/>
                  <a:gd name="T33" fmla="*/ 66 h 162"/>
                  <a:gd name="T34" fmla="*/ 19 w 188"/>
                  <a:gd name="T35" fmla="*/ 64 h 162"/>
                  <a:gd name="T36" fmla="*/ 30 w 188"/>
                  <a:gd name="T37" fmla="*/ 35 h 162"/>
                  <a:gd name="T38" fmla="*/ 65 w 188"/>
                  <a:gd name="T39" fmla="*/ 10 h 162"/>
                  <a:gd name="T40" fmla="*/ 95 w 188"/>
                  <a:gd name="T41" fmla="*/ 24 h 162"/>
                  <a:gd name="T42" fmla="*/ 100 w 188"/>
                  <a:gd name="T43" fmla="*/ 23 h 162"/>
                  <a:gd name="T44" fmla="*/ 96 w 188"/>
                  <a:gd name="T45" fmla="*/ 17 h 162"/>
                  <a:gd name="T46" fmla="*/ 51 w 188"/>
                  <a:gd name="T47" fmla="*/ 7 h 162"/>
                  <a:gd name="T48" fmla="*/ 30 w 188"/>
                  <a:gd name="T49" fmla="*/ 50 h 162"/>
                  <a:gd name="T50" fmla="*/ 14 w 188"/>
                  <a:gd name="T51" fmla="*/ 57 h 162"/>
                  <a:gd name="T52" fmla="*/ 0 w 188"/>
                  <a:gd name="T53" fmla="*/ 75 h 162"/>
                  <a:gd name="T54" fmla="*/ 25 w 188"/>
                  <a:gd name="T55" fmla="*/ 102 h 162"/>
                  <a:gd name="T56" fmla="*/ 2 w 188"/>
                  <a:gd name="T57" fmla="*/ 157 h 162"/>
                  <a:gd name="T58" fmla="*/ 1 w 188"/>
                  <a:gd name="T59" fmla="*/ 159 h 162"/>
                  <a:gd name="T60" fmla="*/ 5 w 188"/>
                  <a:gd name="T61" fmla="*/ 162 h 162"/>
                  <a:gd name="T62" fmla="*/ 44 w 188"/>
                  <a:gd name="T63" fmla="*/ 120 h 162"/>
                  <a:gd name="T64" fmla="*/ 45 w 188"/>
                  <a:gd name="T65" fmla="*/ 137 h 162"/>
                  <a:gd name="T66" fmla="*/ 78 w 188"/>
                  <a:gd name="T67" fmla="*/ 140 h 162"/>
                  <a:gd name="T68" fmla="*/ 78 w 188"/>
                  <a:gd name="T69" fmla="*/ 139 h 162"/>
                  <a:gd name="T70" fmla="*/ 95 w 188"/>
                  <a:gd name="T71" fmla="*/ 149 h 162"/>
                  <a:gd name="T72" fmla="*/ 114 w 188"/>
                  <a:gd name="T73" fmla="*/ 154 h 162"/>
                  <a:gd name="T74" fmla="*/ 148 w 188"/>
                  <a:gd name="T75" fmla="*/ 138 h 162"/>
                  <a:gd name="T76" fmla="*/ 160 w 188"/>
                  <a:gd name="T77" fmla="*/ 116 h 162"/>
                  <a:gd name="T78" fmla="*/ 168 w 188"/>
                  <a:gd name="T79" fmla="*/ 118 h 162"/>
                  <a:gd name="T80" fmla="*/ 186 w 188"/>
                  <a:gd name="T81" fmla="*/ 85 h 162"/>
                  <a:gd name="T82" fmla="*/ 176 w 188"/>
                  <a:gd name="T83" fmla="*/ 80 h 162"/>
                  <a:gd name="T84" fmla="*/ 175 w 188"/>
                  <a:gd name="T85" fmla="*/ 59 h 162"/>
                  <a:gd name="T86" fmla="*/ 154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8" y="139"/>
                    </a:moveTo>
                    <a:cubicBezTo>
                      <a:pt x="78" y="139"/>
                      <a:pt x="78" y="139"/>
                      <a:pt x="78" y="139"/>
                    </a:cubicBezTo>
                    <a:moveTo>
                      <a:pt x="168" y="112"/>
                    </a:moveTo>
                    <a:cubicBezTo>
                      <a:pt x="168" y="112"/>
                      <a:pt x="168" y="112"/>
                      <a:pt x="168" y="112"/>
                    </a:cubicBez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0" y="116"/>
                      <a:pt x="160"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4" name="Freeform 717">
                <a:extLst>
                  <a:ext uri="{FF2B5EF4-FFF2-40B4-BE49-F238E27FC236}">
                    <a16:creationId xmlns:a16="http://schemas.microsoft.com/office/drawing/2014/main" id="{62968100-C660-4C79-8FD9-8913F8530FBD}"/>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close/>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5" name="Freeform 718">
                <a:extLst>
                  <a:ext uri="{FF2B5EF4-FFF2-40B4-BE49-F238E27FC236}">
                    <a16:creationId xmlns:a16="http://schemas.microsoft.com/office/drawing/2014/main" id="{6B1368E3-5EC9-4BBA-9B5C-CA73053055A8}"/>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6" name="Freeform 719">
                <a:extLst>
                  <a:ext uri="{FF2B5EF4-FFF2-40B4-BE49-F238E27FC236}">
                    <a16:creationId xmlns:a16="http://schemas.microsoft.com/office/drawing/2014/main" id="{96ED197C-952E-44B5-BEA2-FBCAC3003D5D}"/>
                  </a:ext>
                </a:extLst>
              </p:cNvPr>
              <p:cNvSpPr>
                <a:spLocks noEditPoints="1"/>
              </p:cNvSpPr>
              <p:nvPr userDrawn="1"/>
            </p:nvSpPr>
            <p:spPr bwMode="auto">
              <a:xfrm>
                <a:off x="-3368" y="1677"/>
                <a:ext cx="76" cy="74"/>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7" name="Freeform 720">
                <a:extLst>
                  <a:ext uri="{FF2B5EF4-FFF2-40B4-BE49-F238E27FC236}">
                    <a16:creationId xmlns:a16="http://schemas.microsoft.com/office/drawing/2014/main" id="{8AD3BA2C-7299-47A1-A749-4288F83952CE}"/>
                  </a:ext>
                </a:extLst>
              </p:cNvPr>
              <p:cNvSpPr>
                <a:spLocks noEditPoints="1"/>
              </p:cNvSpPr>
              <p:nvPr userDrawn="1"/>
            </p:nvSpPr>
            <p:spPr bwMode="auto">
              <a:xfrm>
                <a:off x="-3481" y="1164"/>
                <a:ext cx="59" cy="58"/>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8" name="Freeform 721">
                <a:extLst>
                  <a:ext uri="{FF2B5EF4-FFF2-40B4-BE49-F238E27FC236}">
                    <a16:creationId xmlns:a16="http://schemas.microsoft.com/office/drawing/2014/main" id="{2F09BFD6-192C-4B92-8558-8CE3D1C9877F}"/>
                  </a:ext>
                </a:extLst>
              </p:cNvPr>
              <p:cNvSpPr>
                <a:spLocks noEditPoints="1"/>
              </p:cNvSpPr>
              <p:nvPr userDrawn="1"/>
            </p:nvSpPr>
            <p:spPr bwMode="auto">
              <a:xfrm>
                <a:off x="-3482" y="1212"/>
                <a:ext cx="13" cy="14"/>
              </a:xfrm>
              <a:custGeom>
                <a:avLst/>
                <a:gdLst>
                  <a:gd name="T0" fmla="*/ 14 w 18"/>
                  <a:gd name="T1" fmla="*/ 17 h 18"/>
                  <a:gd name="T2" fmla="*/ 14 w 18"/>
                  <a:gd name="T3" fmla="*/ 17 h 18"/>
                  <a:gd name="T4" fmla="*/ 14 w 18"/>
                  <a:gd name="T5" fmla="*/ 17 h 18"/>
                  <a:gd name="T6" fmla="*/ 14 w 18"/>
                  <a:gd name="T7" fmla="*/ 17 h 18"/>
                  <a:gd name="T8" fmla="*/ 9 w 18"/>
                  <a:gd name="T9" fmla="*/ 12 h 18"/>
                  <a:gd name="T10" fmla="*/ 6 w 18"/>
                  <a:gd name="T11" fmla="*/ 11 h 18"/>
                  <a:gd name="T12" fmla="*/ 6 w 18"/>
                  <a:gd name="T13" fmla="*/ 9 h 18"/>
                  <a:gd name="T14" fmla="*/ 7 w 18"/>
                  <a:gd name="T15" fmla="*/ 7 h 18"/>
                  <a:gd name="T16" fmla="*/ 7 w 18"/>
                  <a:gd name="T17" fmla="*/ 7 h 18"/>
                  <a:gd name="T18" fmla="*/ 9 w 18"/>
                  <a:gd name="T19" fmla="*/ 6 h 18"/>
                  <a:gd name="T20" fmla="*/ 12 w 18"/>
                  <a:gd name="T21" fmla="*/ 8 h 18"/>
                  <a:gd name="T22" fmla="*/ 12 w 18"/>
                  <a:gd name="T23" fmla="*/ 9 h 18"/>
                  <a:gd name="T24" fmla="*/ 11 w 18"/>
                  <a:gd name="T25" fmla="*/ 12 h 18"/>
                  <a:gd name="T26" fmla="*/ 11 w 18"/>
                  <a:gd name="T27" fmla="*/ 12 h 18"/>
                  <a:gd name="T28" fmla="*/ 9 w 18"/>
                  <a:gd name="T29" fmla="*/ 12 h 18"/>
                  <a:gd name="T30" fmla="*/ 9 w 18"/>
                  <a:gd name="T31" fmla="*/ 0 h 18"/>
                  <a:gd name="T32" fmla="*/ 9 w 18"/>
                  <a:gd name="T33" fmla="*/ 0 h 18"/>
                  <a:gd name="T34" fmla="*/ 4 w 18"/>
                  <a:gd name="T35" fmla="*/ 2 h 18"/>
                  <a:gd name="T36" fmla="*/ 4 w 18"/>
                  <a:gd name="T37" fmla="*/ 2 h 18"/>
                  <a:gd name="T38" fmla="*/ 0 w 18"/>
                  <a:gd name="T39" fmla="*/ 9 h 18"/>
                  <a:gd name="T40" fmla="*/ 1 w 18"/>
                  <a:gd name="T41" fmla="*/ 14 h 18"/>
                  <a:gd name="T42" fmla="*/ 5 w 18"/>
                  <a:gd name="T43" fmla="*/ 17 h 18"/>
                  <a:gd name="T44" fmla="*/ 5 w 18"/>
                  <a:gd name="T45" fmla="*/ 17 h 18"/>
                  <a:gd name="T46" fmla="*/ 5 w 18"/>
                  <a:gd name="T47" fmla="*/ 18 h 18"/>
                  <a:gd name="T48" fmla="*/ 9 w 18"/>
                  <a:gd name="T49" fmla="*/ 18 h 18"/>
                  <a:gd name="T50" fmla="*/ 9 w 18"/>
                  <a:gd name="T51" fmla="*/ 18 h 18"/>
                  <a:gd name="T52" fmla="*/ 14 w 18"/>
                  <a:gd name="T53" fmla="*/ 17 h 18"/>
                  <a:gd name="T54" fmla="*/ 14 w 18"/>
                  <a:gd name="T55" fmla="*/ 17 h 18"/>
                  <a:gd name="T56" fmla="*/ 18 w 18"/>
                  <a:gd name="T57" fmla="*/ 9 h 18"/>
                  <a:gd name="T58" fmla="*/ 17 w 18"/>
                  <a:gd name="T59" fmla="*/ 5 h 18"/>
                  <a:gd name="T60" fmla="*/ 12 w 18"/>
                  <a:gd name="T61" fmla="*/ 1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14" y="17"/>
                    </a:moveTo>
                    <a:cubicBezTo>
                      <a:pt x="14" y="17"/>
                      <a:pt x="14" y="17"/>
                      <a:pt x="14" y="17"/>
                    </a:cubicBezTo>
                    <a:cubicBezTo>
                      <a:pt x="14" y="17"/>
                      <a:pt x="14" y="17"/>
                      <a:pt x="14" y="17"/>
                    </a:cubicBezTo>
                    <a:cubicBezTo>
                      <a:pt x="14" y="17"/>
                      <a:pt x="14" y="17"/>
                      <a:pt x="14" y="17"/>
                    </a:cubicBezTo>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9" name="Freeform 722">
                <a:extLst>
                  <a:ext uri="{FF2B5EF4-FFF2-40B4-BE49-F238E27FC236}">
                    <a16:creationId xmlns:a16="http://schemas.microsoft.com/office/drawing/2014/main" id="{8DCFC7F7-91BE-4E78-8287-E24521CB83AD}"/>
                  </a:ext>
                </a:extLst>
              </p:cNvPr>
              <p:cNvSpPr>
                <a:spLocks/>
              </p:cNvSpPr>
              <p:nvPr userDrawn="1"/>
            </p:nvSpPr>
            <p:spPr bwMode="auto">
              <a:xfrm>
                <a:off x="-3473" y="1213"/>
                <a:ext cx="4" cy="3"/>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0" name="Freeform 723">
                <a:extLst>
                  <a:ext uri="{FF2B5EF4-FFF2-40B4-BE49-F238E27FC236}">
                    <a16:creationId xmlns:a16="http://schemas.microsoft.com/office/drawing/2014/main" id="{CA77A218-DFE6-4A42-AA2A-8FFE61ED7925}"/>
                  </a:ext>
                </a:extLst>
              </p:cNvPr>
              <p:cNvSpPr>
                <a:spLocks noEditPoints="1"/>
              </p:cNvSpPr>
              <p:nvPr userDrawn="1"/>
            </p:nvSpPr>
            <p:spPr bwMode="auto">
              <a:xfrm>
                <a:off x="-3489" y="1222"/>
                <a:ext cx="11" cy="11"/>
              </a:xfrm>
              <a:custGeom>
                <a:avLst/>
                <a:gdLst>
                  <a:gd name="T0" fmla="*/ 8 w 15"/>
                  <a:gd name="T1" fmla="*/ 9 h 15"/>
                  <a:gd name="T2" fmla="*/ 6 w 15"/>
                  <a:gd name="T3" fmla="*/ 8 h 15"/>
                  <a:gd name="T4" fmla="*/ 6 w 15"/>
                  <a:gd name="T5" fmla="*/ 8 h 15"/>
                  <a:gd name="T6" fmla="*/ 7 w 15"/>
                  <a:gd name="T7" fmla="*/ 7 h 15"/>
                  <a:gd name="T8" fmla="*/ 8 w 15"/>
                  <a:gd name="T9" fmla="*/ 6 h 15"/>
                  <a:gd name="T10" fmla="*/ 9 w 15"/>
                  <a:gd name="T11" fmla="*/ 7 h 15"/>
                  <a:gd name="T12" fmla="*/ 9 w 15"/>
                  <a:gd name="T13" fmla="*/ 7 h 15"/>
                  <a:gd name="T14" fmla="*/ 9 w 15"/>
                  <a:gd name="T15" fmla="*/ 8 h 15"/>
                  <a:gd name="T16" fmla="*/ 8 w 15"/>
                  <a:gd name="T17" fmla="*/ 9 h 15"/>
                  <a:gd name="T18" fmla="*/ 8 w 15"/>
                  <a:gd name="T19" fmla="*/ 9 h 15"/>
                  <a:gd name="T20" fmla="*/ 8 w 15"/>
                  <a:gd name="T21" fmla="*/ 9 h 15"/>
                  <a:gd name="T22" fmla="*/ 8 w 15"/>
                  <a:gd name="T23" fmla="*/ 9 h 15"/>
                  <a:gd name="T24" fmla="*/ 8 w 15"/>
                  <a:gd name="T25" fmla="*/ 9 h 15"/>
                  <a:gd name="T26" fmla="*/ 8 w 15"/>
                  <a:gd name="T27" fmla="*/ 9 h 15"/>
                  <a:gd name="T28" fmla="*/ 8 w 15"/>
                  <a:gd name="T29" fmla="*/ 0 h 15"/>
                  <a:gd name="T30" fmla="*/ 8 w 15"/>
                  <a:gd name="T31" fmla="*/ 0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0 w 15"/>
                  <a:gd name="T55" fmla="*/ 1 h 15"/>
                  <a:gd name="T56" fmla="*/ 10 w 15"/>
                  <a:gd name="T57" fmla="*/ 1 h 15"/>
                  <a:gd name="T58" fmla="*/ 8 w 15"/>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5">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1" name="Freeform 724">
                <a:extLst>
                  <a:ext uri="{FF2B5EF4-FFF2-40B4-BE49-F238E27FC236}">
                    <a16:creationId xmlns:a16="http://schemas.microsoft.com/office/drawing/2014/main" id="{75CE149B-C727-41E8-A7B5-567A3C5539F1}"/>
                  </a:ext>
                </a:extLst>
              </p:cNvPr>
              <p:cNvSpPr>
                <a:spLocks/>
              </p:cNvSpPr>
              <p:nvPr userDrawn="1"/>
            </p:nvSpPr>
            <p:spPr bwMode="auto">
              <a:xfrm>
                <a:off x="-3481" y="1223"/>
                <a:ext cx="3" cy="3"/>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2" name="Freeform 725">
                <a:extLst>
                  <a:ext uri="{FF2B5EF4-FFF2-40B4-BE49-F238E27FC236}">
                    <a16:creationId xmlns:a16="http://schemas.microsoft.com/office/drawing/2014/main" id="{0D5A6E06-EEBD-4294-84F3-380400B205CB}"/>
                  </a:ext>
                </a:extLst>
              </p:cNvPr>
              <p:cNvSpPr>
                <a:spLocks noEditPoints="1"/>
              </p:cNvSpPr>
              <p:nvPr userDrawn="1"/>
            </p:nvSpPr>
            <p:spPr bwMode="auto">
              <a:xfrm>
                <a:off x="-3487" y="1232"/>
                <a:ext cx="9" cy="10"/>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7 w 13"/>
                  <a:gd name="T23" fmla="*/ 7 h 13"/>
                  <a:gd name="T24" fmla="*/ 7 w 13"/>
                  <a:gd name="T25" fmla="*/ 7 h 13"/>
                  <a:gd name="T26" fmla="*/ 6 w 13"/>
                  <a:gd name="T27" fmla="*/ 7 h 13"/>
                  <a:gd name="T28" fmla="*/ 8 w 13"/>
                  <a:gd name="T29" fmla="*/ 0 h 13"/>
                  <a:gd name="T30" fmla="*/ 6 w 13"/>
                  <a:gd name="T31" fmla="*/ 1 h 13"/>
                  <a:gd name="T32" fmla="*/ 6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0 w 13"/>
                  <a:gd name="T51" fmla="*/ 12 h 13"/>
                  <a:gd name="T52" fmla="*/ 10 w 13"/>
                  <a:gd name="T53" fmla="*/ 12 h 13"/>
                  <a:gd name="T54" fmla="*/ 13 w 13"/>
                  <a:gd name="T55" fmla="*/ 7 h 13"/>
                  <a:gd name="T56" fmla="*/ 12 w 13"/>
                  <a:gd name="T57" fmla="*/ 3 h 13"/>
                  <a:gd name="T58" fmla="*/ 12 w 13"/>
                  <a:gd name="T59" fmla="*/ 3 h 13"/>
                  <a:gd name="T60" fmla="*/ 8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3" name="Freeform 726">
                <a:extLst>
                  <a:ext uri="{FF2B5EF4-FFF2-40B4-BE49-F238E27FC236}">
                    <a16:creationId xmlns:a16="http://schemas.microsoft.com/office/drawing/2014/main" id="{23541D6D-67DD-4864-BADE-B48179BE8E0B}"/>
                  </a:ext>
                </a:extLst>
              </p:cNvPr>
              <p:cNvSpPr>
                <a:spLocks/>
              </p:cNvSpPr>
              <p:nvPr userDrawn="1"/>
            </p:nvSpPr>
            <p:spPr bwMode="auto">
              <a:xfrm>
                <a:off x="-3484" y="1232"/>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4" name="Freeform 727">
                <a:extLst>
                  <a:ext uri="{FF2B5EF4-FFF2-40B4-BE49-F238E27FC236}">
                    <a16:creationId xmlns:a16="http://schemas.microsoft.com/office/drawing/2014/main" id="{3E1257E8-09EE-4E55-A78C-43FC9EF6513B}"/>
                  </a:ext>
                </a:extLst>
              </p:cNvPr>
              <p:cNvSpPr>
                <a:spLocks noEditPoints="1"/>
              </p:cNvSpPr>
              <p:nvPr userDrawn="1"/>
            </p:nvSpPr>
            <p:spPr bwMode="auto">
              <a:xfrm>
                <a:off x="-3673" y="101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6 h 77"/>
                  <a:gd name="T26" fmla="*/ 0 w 79"/>
                  <a:gd name="T27" fmla="*/ 38 h 77"/>
                  <a:gd name="T28" fmla="*/ 6 w 79"/>
                  <a:gd name="T29" fmla="*/ 59 h 77"/>
                  <a:gd name="T30" fmla="*/ 11 w 79"/>
                  <a:gd name="T31" fmla="*/ 65 h 77"/>
                  <a:gd name="T32" fmla="*/ 15 w 79"/>
                  <a:gd name="T33" fmla="*/ 68 h 77"/>
                  <a:gd name="T34" fmla="*/ 16 w 79"/>
                  <a:gd name="T35" fmla="*/ 69 h 77"/>
                  <a:gd name="T36" fmla="*/ 40 w 79"/>
                  <a:gd name="T37" fmla="*/ 77 h 77"/>
                  <a:gd name="T38" fmla="*/ 40 w 79"/>
                  <a:gd name="T39" fmla="*/ 77 h 77"/>
                  <a:gd name="T40" fmla="*/ 60 w 79"/>
                  <a:gd name="T41" fmla="*/ 71 h 77"/>
                  <a:gd name="T42" fmla="*/ 60 w 79"/>
                  <a:gd name="T43" fmla="*/ 71 h 77"/>
                  <a:gd name="T44" fmla="*/ 79 w 79"/>
                  <a:gd name="T45" fmla="*/ 38 h 77"/>
                  <a:gd name="T46" fmla="*/ 73 w 79"/>
                  <a:gd name="T47" fmla="*/ 18 h 77"/>
                  <a:gd name="T48" fmla="*/ 40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40" y="71"/>
                    </a:moveTo>
                    <a:cubicBezTo>
                      <a:pt x="28" y="71"/>
                      <a:pt x="17"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8"/>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5" name="Freeform 728">
                <a:extLst>
                  <a:ext uri="{FF2B5EF4-FFF2-40B4-BE49-F238E27FC236}">
                    <a16:creationId xmlns:a16="http://schemas.microsoft.com/office/drawing/2014/main" id="{940A7F0E-44D3-4019-8A90-595F7B017493}"/>
                  </a:ext>
                </a:extLst>
              </p:cNvPr>
              <p:cNvSpPr>
                <a:spLocks noEditPoints="1"/>
              </p:cNvSpPr>
              <p:nvPr userDrawn="1"/>
            </p:nvSpPr>
            <p:spPr bwMode="auto">
              <a:xfrm>
                <a:off x="-3675" y="1065"/>
                <a:ext cx="14" cy="13"/>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1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1"/>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6" name="Freeform 729">
                <a:extLst>
                  <a:ext uri="{FF2B5EF4-FFF2-40B4-BE49-F238E27FC236}">
                    <a16:creationId xmlns:a16="http://schemas.microsoft.com/office/drawing/2014/main" id="{13CB8162-D905-4E74-B262-379C12E37E88}"/>
                  </a:ext>
                </a:extLst>
              </p:cNvPr>
              <p:cNvSpPr>
                <a:spLocks/>
              </p:cNvSpPr>
              <p:nvPr userDrawn="1"/>
            </p:nvSpPr>
            <p:spPr bwMode="auto">
              <a:xfrm>
                <a:off x="-3665" y="106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7" name="Freeform 730">
                <a:extLst>
                  <a:ext uri="{FF2B5EF4-FFF2-40B4-BE49-F238E27FC236}">
                    <a16:creationId xmlns:a16="http://schemas.microsoft.com/office/drawing/2014/main" id="{35FD92AE-C498-471B-89E5-9547CE488226}"/>
                  </a:ext>
                </a:extLst>
              </p:cNvPr>
              <p:cNvSpPr>
                <a:spLocks noEditPoints="1"/>
              </p:cNvSpPr>
              <p:nvPr userDrawn="1"/>
            </p:nvSpPr>
            <p:spPr bwMode="auto">
              <a:xfrm>
                <a:off x="-3681" y="1075"/>
                <a:ext cx="11" cy="10"/>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9 h 14"/>
                  <a:gd name="T22" fmla="*/ 7 w 14"/>
                  <a:gd name="T23" fmla="*/ 0 h 14"/>
                  <a:gd name="T24" fmla="*/ 7 w 14"/>
                  <a:gd name="T25" fmla="*/ 0 h 14"/>
                  <a:gd name="T26" fmla="*/ 3 w 14"/>
                  <a:gd name="T27" fmla="*/ 1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4 h 14"/>
                  <a:gd name="T44" fmla="*/ 9 w 14"/>
                  <a:gd name="T45" fmla="*/ 11 h 14"/>
                  <a:gd name="T46" fmla="*/ 11 w 14"/>
                  <a:gd name="T47" fmla="*/ 14 h 14"/>
                  <a:gd name="T48" fmla="*/ 14 w 14"/>
                  <a:gd name="T49" fmla="*/ 7 h 14"/>
                  <a:gd name="T50" fmla="*/ 14 w 14"/>
                  <a:gd name="T51" fmla="*/ 4 h 14"/>
                  <a:gd name="T52" fmla="*/ 10 w 14"/>
                  <a:gd name="T53" fmla="*/ 1 h 14"/>
                  <a:gd name="T54" fmla="*/ 9 w 14"/>
                  <a:gd name="T55" fmla="*/ 0 h 14"/>
                  <a:gd name="T56" fmla="*/ 7 w 14"/>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9" y="11"/>
                      <a:pt x="9" y="11"/>
                      <a:pt x="9" y="11"/>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8" name="Freeform 731">
                <a:extLst>
                  <a:ext uri="{FF2B5EF4-FFF2-40B4-BE49-F238E27FC236}">
                    <a16:creationId xmlns:a16="http://schemas.microsoft.com/office/drawing/2014/main" id="{8ED64E24-60E3-4789-870B-78C7CF1143D9}"/>
                  </a:ext>
                </a:extLst>
              </p:cNvPr>
              <p:cNvSpPr>
                <a:spLocks/>
              </p:cNvSpPr>
              <p:nvPr userDrawn="1"/>
            </p:nvSpPr>
            <p:spPr bwMode="auto">
              <a:xfrm>
                <a:off x="-3674" y="1075"/>
                <a:ext cx="4"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9" name="Freeform 732">
                <a:extLst>
                  <a:ext uri="{FF2B5EF4-FFF2-40B4-BE49-F238E27FC236}">
                    <a16:creationId xmlns:a16="http://schemas.microsoft.com/office/drawing/2014/main" id="{6BE5955B-9E59-4605-9366-33A8D9498023}"/>
                  </a:ext>
                </a:extLst>
              </p:cNvPr>
              <p:cNvSpPr>
                <a:spLocks noEditPoints="1"/>
              </p:cNvSpPr>
              <p:nvPr userDrawn="1"/>
            </p:nvSpPr>
            <p:spPr bwMode="auto">
              <a:xfrm>
                <a:off x="-3680" y="1085"/>
                <a:ext cx="10" cy="10"/>
              </a:xfrm>
              <a:custGeom>
                <a:avLst/>
                <a:gdLst>
                  <a:gd name="T0" fmla="*/ 7 w 13"/>
                  <a:gd name="T1" fmla="*/ 7 h 13"/>
                  <a:gd name="T2" fmla="*/ 6 w 13"/>
                  <a:gd name="T3" fmla="*/ 7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9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7" y="7"/>
                    </a:moveTo>
                    <a:cubicBezTo>
                      <a:pt x="6" y="7"/>
                      <a:pt x="6" y="7"/>
                      <a:pt x="6" y="7"/>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moveTo>
                      <a:pt x="9" y="0"/>
                    </a:moveTo>
                    <a:cubicBezTo>
                      <a:pt x="8" y="0"/>
                      <a:pt x="7" y="1"/>
                      <a:pt x="6" y="1"/>
                    </a:cubicBezTo>
                    <a:cubicBezTo>
                      <a:pt x="6" y="1"/>
                      <a:pt x="6" y="1"/>
                      <a:pt x="6" y="1"/>
                    </a:cubicBezTo>
                    <a:cubicBezTo>
                      <a:pt x="5" y="1"/>
                      <a:pt x="5" y="1"/>
                      <a:pt x="4" y="0"/>
                    </a:cubicBezTo>
                    <a:cubicBezTo>
                      <a:pt x="4" y="0"/>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0" name="Freeform 733">
                <a:extLst>
                  <a:ext uri="{FF2B5EF4-FFF2-40B4-BE49-F238E27FC236}">
                    <a16:creationId xmlns:a16="http://schemas.microsoft.com/office/drawing/2014/main" id="{77F2A16A-3B20-4821-915C-970C82D8FC25}"/>
                  </a:ext>
                </a:extLst>
              </p:cNvPr>
              <p:cNvSpPr>
                <a:spLocks/>
              </p:cNvSpPr>
              <p:nvPr userDrawn="1"/>
            </p:nvSpPr>
            <p:spPr bwMode="auto">
              <a:xfrm>
                <a:off x="-3677" y="108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1" name="Freeform 734">
                <a:extLst>
                  <a:ext uri="{FF2B5EF4-FFF2-40B4-BE49-F238E27FC236}">
                    <a16:creationId xmlns:a16="http://schemas.microsoft.com/office/drawing/2014/main" id="{09FA77A9-6446-412A-A1CB-219517466F4C}"/>
                  </a:ext>
                </a:extLst>
              </p:cNvPr>
              <p:cNvSpPr>
                <a:spLocks noEditPoints="1"/>
              </p:cNvSpPr>
              <p:nvPr userDrawn="1"/>
            </p:nvSpPr>
            <p:spPr bwMode="auto">
              <a:xfrm>
                <a:off x="-3386" y="1805"/>
                <a:ext cx="76" cy="74"/>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2" name="Freeform 735">
                <a:extLst>
                  <a:ext uri="{FF2B5EF4-FFF2-40B4-BE49-F238E27FC236}">
                    <a16:creationId xmlns:a16="http://schemas.microsoft.com/office/drawing/2014/main" id="{740C538C-9E54-411B-8F88-9181915289BC}"/>
                  </a:ext>
                </a:extLst>
              </p:cNvPr>
              <p:cNvSpPr>
                <a:spLocks noEditPoints="1"/>
              </p:cNvSpPr>
              <p:nvPr userDrawn="1"/>
            </p:nvSpPr>
            <p:spPr bwMode="auto">
              <a:xfrm>
                <a:off x="-3388" y="1868"/>
                <a:ext cx="16" cy="16"/>
              </a:xfrm>
              <a:custGeom>
                <a:avLst/>
                <a:gdLst>
                  <a:gd name="T0" fmla="*/ 6 w 22"/>
                  <a:gd name="T1" fmla="*/ 8 h 21"/>
                  <a:gd name="T2" fmla="*/ 11 w 22"/>
                  <a:gd name="T3" fmla="*/ 6 h 21"/>
                  <a:gd name="T4" fmla="*/ 13 w 22"/>
                  <a:gd name="T5" fmla="*/ 6 h 21"/>
                  <a:gd name="T6" fmla="*/ 13 w 22"/>
                  <a:gd name="T7" fmla="*/ 6 h 21"/>
                  <a:gd name="T8" fmla="*/ 16 w 22"/>
                  <a:gd name="T9" fmla="*/ 10 h 21"/>
                  <a:gd name="T10" fmla="*/ 16 w 22"/>
                  <a:gd name="T11" fmla="*/ 13 h 21"/>
                  <a:gd name="T12" fmla="*/ 11 w 22"/>
                  <a:gd name="T13" fmla="*/ 15 h 21"/>
                  <a:gd name="T14" fmla="*/ 9 w 22"/>
                  <a:gd name="T15" fmla="*/ 15 h 21"/>
                  <a:gd name="T16" fmla="*/ 9 w 22"/>
                  <a:gd name="T17" fmla="*/ 15 h 21"/>
                  <a:gd name="T18" fmla="*/ 6 w 22"/>
                  <a:gd name="T19" fmla="*/ 10 h 21"/>
                  <a:gd name="T20" fmla="*/ 6 w 22"/>
                  <a:gd name="T21" fmla="*/ 8 h 21"/>
                  <a:gd name="T22" fmla="*/ 4 w 22"/>
                  <a:gd name="T23" fmla="*/ 7 h 21"/>
                  <a:gd name="T24" fmla="*/ 6 w 22"/>
                  <a:gd name="T25" fmla="*/ 8 h 21"/>
                  <a:gd name="T26" fmla="*/ 11 w 22"/>
                  <a:gd name="T27" fmla="*/ 0 h 21"/>
                  <a:gd name="T28" fmla="*/ 11 w 22"/>
                  <a:gd name="T29" fmla="*/ 0 h 21"/>
                  <a:gd name="T30" fmla="*/ 1 w 22"/>
                  <a:gd name="T31" fmla="*/ 6 h 21"/>
                  <a:gd name="T32" fmla="*/ 1 w 22"/>
                  <a:gd name="T33" fmla="*/ 6 h 21"/>
                  <a:gd name="T34" fmla="*/ 0 w 22"/>
                  <a:gd name="T35" fmla="*/ 10 h 21"/>
                  <a:gd name="T36" fmla="*/ 6 w 22"/>
                  <a:gd name="T37" fmla="*/ 20 h 21"/>
                  <a:gd name="T38" fmla="*/ 6 w 22"/>
                  <a:gd name="T39" fmla="*/ 20 h 21"/>
                  <a:gd name="T40" fmla="*/ 11 w 22"/>
                  <a:gd name="T41" fmla="*/ 21 h 21"/>
                  <a:gd name="T42" fmla="*/ 21 w 22"/>
                  <a:gd name="T43" fmla="*/ 15 h 21"/>
                  <a:gd name="T44" fmla="*/ 22 w 22"/>
                  <a:gd name="T45" fmla="*/ 10 h 21"/>
                  <a:gd name="T46" fmla="*/ 16 w 22"/>
                  <a:gd name="T47" fmla="*/ 1 h 21"/>
                  <a:gd name="T48" fmla="*/ 16 w 22"/>
                  <a:gd name="T49" fmla="*/ 1 h 21"/>
                  <a:gd name="T50" fmla="*/ 11 w 2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1">
                    <a:moveTo>
                      <a:pt x="6" y="8"/>
                    </a:moveTo>
                    <a:cubicBezTo>
                      <a:pt x="7" y="7"/>
                      <a:pt x="9" y="6"/>
                      <a:pt x="11" y="6"/>
                    </a:cubicBezTo>
                    <a:cubicBezTo>
                      <a:pt x="12" y="6"/>
                      <a:pt x="13" y="6"/>
                      <a:pt x="13" y="6"/>
                    </a:cubicBezTo>
                    <a:cubicBezTo>
                      <a:pt x="13"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6" y="20"/>
                      <a:pt x="6" y="20"/>
                      <a:pt x="6" y="20"/>
                    </a:cubicBezTo>
                    <a:cubicBezTo>
                      <a:pt x="8" y="21"/>
                      <a:pt x="9" y="21"/>
                      <a:pt x="11" y="21"/>
                    </a:cubicBezTo>
                    <a:cubicBezTo>
                      <a:pt x="15" y="21"/>
                      <a:pt x="19" y="19"/>
                      <a:pt x="21" y="15"/>
                    </a:cubicBezTo>
                    <a:cubicBezTo>
                      <a:pt x="22" y="14"/>
                      <a:pt x="22" y="12"/>
                      <a:pt x="22" y="10"/>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3" name="Freeform 736">
                <a:extLst>
                  <a:ext uri="{FF2B5EF4-FFF2-40B4-BE49-F238E27FC236}">
                    <a16:creationId xmlns:a16="http://schemas.microsoft.com/office/drawing/2014/main" id="{B9CAD4C5-DE4B-4CD7-B305-E60B75B9850E}"/>
                  </a:ext>
                </a:extLst>
              </p:cNvPr>
              <p:cNvSpPr>
                <a:spLocks noEditPoints="1"/>
              </p:cNvSpPr>
              <p:nvPr userDrawn="1"/>
            </p:nvSpPr>
            <p:spPr bwMode="auto">
              <a:xfrm>
                <a:off x="-3397" y="1880"/>
                <a:ext cx="13" cy="14"/>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7 w 17"/>
                  <a:gd name="T15" fmla="*/ 11 h 18"/>
                  <a:gd name="T16" fmla="*/ 6 w 17"/>
                  <a:gd name="T17" fmla="*/ 9 h 18"/>
                  <a:gd name="T18" fmla="*/ 6 w 17"/>
                  <a:gd name="T19" fmla="*/ 8 h 18"/>
                  <a:gd name="T20" fmla="*/ 6 w 17"/>
                  <a:gd name="T21" fmla="*/ 8 h 18"/>
                  <a:gd name="T22" fmla="*/ 8 w 17"/>
                  <a:gd name="T23" fmla="*/ 0 h 18"/>
                  <a:gd name="T24" fmla="*/ 1 w 17"/>
                  <a:gd name="T25" fmla="*/ 5 h 18"/>
                  <a:gd name="T26" fmla="*/ 3 w 17"/>
                  <a:gd name="T27" fmla="*/ 7 h 18"/>
                  <a:gd name="T28" fmla="*/ 1 w 17"/>
                  <a:gd name="T29" fmla="*/ 5 h 18"/>
                  <a:gd name="T30" fmla="*/ 0 w 17"/>
                  <a:gd name="T31" fmla="*/ 9 h 18"/>
                  <a:gd name="T32" fmla="*/ 4 w 17"/>
                  <a:gd name="T33" fmla="*/ 17 h 18"/>
                  <a:gd name="T34" fmla="*/ 4 w 17"/>
                  <a:gd name="T35" fmla="*/ 17 h 18"/>
                  <a:gd name="T36" fmla="*/ 8 w 17"/>
                  <a:gd name="T37" fmla="*/ 18 h 18"/>
                  <a:gd name="T38" fmla="*/ 8 w 17"/>
                  <a:gd name="T39" fmla="*/ 18 h 18"/>
                  <a:gd name="T40" fmla="*/ 16 w 17"/>
                  <a:gd name="T41" fmla="*/ 13 h 18"/>
                  <a:gd name="T42" fmla="*/ 17 w 17"/>
                  <a:gd name="T43" fmla="*/ 9 h 18"/>
                  <a:gd name="T44" fmla="*/ 12 w 17"/>
                  <a:gd name="T45" fmla="*/ 1 h 18"/>
                  <a:gd name="T46" fmla="*/ 8 w 17"/>
                  <a:gd name="T47" fmla="*/ 0 h 18"/>
                  <a:gd name="T48" fmla="*/ 8 w 17"/>
                  <a:gd name="T49" fmla="*/ 0 h 18"/>
                  <a:gd name="T50" fmla="*/ 8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7" y="11"/>
                      <a:pt x="7" y="11"/>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4" y="17"/>
                      <a:pt x="4" y="17"/>
                      <a:pt x="4" y="17"/>
                    </a:cubicBezTo>
                    <a:cubicBezTo>
                      <a:pt x="6" y="17"/>
                      <a:pt x="7"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4" name="Freeform 737">
                <a:extLst>
                  <a:ext uri="{FF2B5EF4-FFF2-40B4-BE49-F238E27FC236}">
                    <a16:creationId xmlns:a16="http://schemas.microsoft.com/office/drawing/2014/main" id="{C5728DB8-E367-4778-9F0A-B9F2CB47035A}"/>
                  </a:ext>
                </a:extLst>
              </p:cNvPr>
              <p:cNvSpPr>
                <a:spLocks noEditPoints="1"/>
              </p:cNvSpPr>
              <p:nvPr userDrawn="1"/>
            </p:nvSpPr>
            <p:spPr bwMode="auto">
              <a:xfrm>
                <a:off x="-3409" y="1882"/>
                <a:ext cx="12" cy="11"/>
              </a:xfrm>
              <a:custGeom>
                <a:avLst/>
                <a:gdLst>
                  <a:gd name="T0" fmla="*/ 8 w 16"/>
                  <a:gd name="T1" fmla="*/ 9 h 15"/>
                  <a:gd name="T2" fmla="*/ 7 w 16"/>
                  <a:gd name="T3" fmla="*/ 9 h 15"/>
                  <a:gd name="T4" fmla="*/ 7 w 16"/>
                  <a:gd name="T5" fmla="*/ 9 h 15"/>
                  <a:gd name="T6" fmla="*/ 6 w 16"/>
                  <a:gd name="T7" fmla="*/ 8 h 15"/>
                  <a:gd name="T8" fmla="*/ 6 w 16"/>
                  <a:gd name="T9" fmla="*/ 7 h 15"/>
                  <a:gd name="T10" fmla="*/ 4 w 16"/>
                  <a:gd name="T11" fmla="*/ 6 h 15"/>
                  <a:gd name="T12" fmla="*/ 6 w 16"/>
                  <a:gd name="T13" fmla="*/ 7 h 15"/>
                  <a:gd name="T14" fmla="*/ 8 w 16"/>
                  <a:gd name="T15" fmla="*/ 6 h 15"/>
                  <a:gd name="T16" fmla="*/ 9 w 16"/>
                  <a:gd name="T17" fmla="*/ 6 h 15"/>
                  <a:gd name="T18" fmla="*/ 10 w 16"/>
                  <a:gd name="T19" fmla="*/ 8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8 h 15"/>
                  <a:gd name="T32" fmla="*/ 5 w 16"/>
                  <a:gd name="T33" fmla="*/ 14 h 15"/>
                  <a:gd name="T34" fmla="*/ 5 w 16"/>
                  <a:gd name="T35" fmla="*/ 14 h 15"/>
                  <a:gd name="T36" fmla="*/ 8 w 16"/>
                  <a:gd name="T37" fmla="*/ 15 h 15"/>
                  <a:gd name="T38" fmla="*/ 8 w 16"/>
                  <a:gd name="T39" fmla="*/ 15 h 15"/>
                  <a:gd name="T40" fmla="*/ 15 w 16"/>
                  <a:gd name="T41" fmla="*/ 11 h 15"/>
                  <a:gd name="T42" fmla="*/ 15 w 16"/>
                  <a:gd name="T43" fmla="*/ 11 h 15"/>
                  <a:gd name="T44" fmla="*/ 16 w 16"/>
                  <a:gd name="T45" fmla="*/ 8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8" y="9"/>
                    </a:moveTo>
                    <a:cubicBezTo>
                      <a:pt x="7" y="9"/>
                      <a:pt x="7" y="9"/>
                      <a:pt x="7" y="9"/>
                    </a:cubicBez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4"/>
                    </a:cubicBezTo>
                    <a:cubicBezTo>
                      <a:pt x="5" y="14"/>
                      <a:pt x="5" y="14"/>
                      <a:pt x="5" y="14"/>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5" name="Freeform 738">
                <a:extLst>
                  <a:ext uri="{FF2B5EF4-FFF2-40B4-BE49-F238E27FC236}">
                    <a16:creationId xmlns:a16="http://schemas.microsoft.com/office/drawing/2014/main" id="{D8A04D67-7A63-4DED-8171-7C5A995A5187}"/>
                  </a:ext>
                </a:extLst>
              </p:cNvPr>
              <p:cNvSpPr>
                <a:spLocks noEditPoints="1"/>
              </p:cNvSpPr>
              <p:nvPr userDrawn="1"/>
            </p:nvSpPr>
            <p:spPr bwMode="auto">
              <a:xfrm>
                <a:off x="-3429" y="1522"/>
                <a:ext cx="60" cy="207"/>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6" name="Freeform 739">
                <a:extLst>
                  <a:ext uri="{FF2B5EF4-FFF2-40B4-BE49-F238E27FC236}">
                    <a16:creationId xmlns:a16="http://schemas.microsoft.com/office/drawing/2014/main" id="{98EA694A-95FE-48C7-BB6E-55D2EBE9AD53}"/>
                  </a:ext>
                </a:extLst>
              </p:cNvPr>
              <p:cNvSpPr>
                <a:spLocks noEditPoints="1"/>
              </p:cNvSpPr>
              <p:nvPr userDrawn="1"/>
            </p:nvSpPr>
            <p:spPr bwMode="auto">
              <a:xfrm>
                <a:off x="-3405" y="1954"/>
                <a:ext cx="90" cy="124"/>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7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7" y="160"/>
                      <a:pt x="27"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7" name="Freeform 740">
                <a:extLst>
                  <a:ext uri="{FF2B5EF4-FFF2-40B4-BE49-F238E27FC236}">
                    <a16:creationId xmlns:a16="http://schemas.microsoft.com/office/drawing/2014/main" id="{274A739C-55A6-4EE5-B9E1-7E53FA967408}"/>
                  </a:ext>
                </a:extLst>
              </p:cNvPr>
              <p:cNvSpPr>
                <a:spLocks noEditPoints="1"/>
              </p:cNvSpPr>
              <p:nvPr userDrawn="1"/>
            </p:nvSpPr>
            <p:spPr bwMode="auto">
              <a:xfrm>
                <a:off x="-3411" y="1190"/>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8" name="Freeform 741">
                <a:extLst>
                  <a:ext uri="{FF2B5EF4-FFF2-40B4-BE49-F238E27FC236}">
                    <a16:creationId xmlns:a16="http://schemas.microsoft.com/office/drawing/2014/main" id="{A199A657-A855-44B2-9B17-461DB70CB348}"/>
                  </a:ext>
                </a:extLst>
              </p:cNvPr>
              <p:cNvSpPr>
                <a:spLocks noEditPoints="1"/>
              </p:cNvSpPr>
              <p:nvPr userDrawn="1"/>
            </p:nvSpPr>
            <p:spPr bwMode="auto">
              <a:xfrm>
                <a:off x="-3454" y="1295"/>
                <a:ext cx="123" cy="49"/>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9" name="Freeform 742">
                <a:extLst>
                  <a:ext uri="{FF2B5EF4-FFF2-40B4-BE49-F238E27FC236}">
                    <a16:creationId xmlns:a16="http://schemas.microsoft.com/office/drawing/2014/main" id="{5E49475F-213B-43BA-BD50-51E4076920C5}"/>
                  </a:ext>
                </a:extLst>
              </p:cNvPr>
              <p:cNvSpPr>
                <a:spLocks noEditPoints="1"/>
              </p:cNvSpPr>
              <p:nvPr userDrawn="1"/>
            </p:nvSpPr>
            <p:spPr bwMode="auto">
              <a:xfrm>
                <a:off x="-3291" y="1053"/>
                <a:ext cx="124" cy="49"/>
              </a:xfrm>
              <a:custGeom>
                <a:avLst/>
                <a:gdLst>
                  <a:gd name="T0" fmla="*/ 116 w 165"/>
                  <a:gd name="T1" fmla="*/ 34 h 65"/>
                  <a:gd name="T2" fmla="*/ 116 w 165"/>
                  <a:gd name="T3" fmla="*/ 34 h 65"/>
                  <a:gd name="T4" fmla="*/ 16 w 165"/>
                  <a:gd name="T5" fmla="*/ 9 h 65"/>
                  <a:gd name="T6" fmla="*/ 58 w 165"/>
                  <a:gd name="T7" fmla="*/ 6 h 65"/>
                  <a:gd name="T8" fmla="*/ 109 w 165"/>
                  <a:gd name="T9" fmla="*/ 15 h 65"/>
                  <a:gd name="T10" fmla="*/ 111 w 165"/>
                  <a:gd name="T11" fmla="*/ 16 h 65"/>
                  <a:gd name="T12" fmla="*/ 112 w 165"/>
                  <a:gd name="T13" fmla="*/ 29 h 65"/>
                  <a:gd name="T14" fmla="*/ 111 w 165"/>
                  <a:gd name="T15" fmla="*/ 31 h 65"/>
                  <a:gd name="T16" fmla="*/ 111 w 165"/>
                  <a:gd name="T17" fmla="*/ 31 h 65"/>
                  <a:gd name="T18" fmla="*/ 111 w 165"/>
                  <a:gd name="T19" fmla="*/ 31 h 65"/>
                  <a:gd name="T20" fmla="*/ 109 w 165"/>
                  <a:gd name="T21" fmla="*/ 48 h 65"/>
                  <a:gd name="T22" fmla="*/ 115 w 165"/>
                  <a:gd name="T23" fmla="*/ 52 h 65"/>
                  <a:gd name="T24" fmla="*/ 127 w 165"/>
                  <a:gd name="T25" fmla="*/ 53 h 65"/>
                  <a:gd name="T26" fmla="*/ 64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3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2 h 65"/>
                  <a:gd name="T68" fmla="*/ 111 w 165"/>
                  <a:gd name="T69" fmla="*/ 16 h 65"/>
                  <a:gd name="T70" fmla="*/ 115 w 165"/>
                  <a:gd name="T71"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3"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0" name="Freeform 743">
                <a:extLst>
                  <a:ext uri="{FF2B5EF4-FFF2-40B4-BE49-F238E27FC236}">
                    <a16:creationId xmlns:a16="http://schemas.microsoft.com/office/drawing/2014/main" id="{C8A7D7C3-39BB-4E51-8121-B59B6C745EF1}"/>
                  </a:ext>
                </a:extLst>
              </p:cNvPr>
              <p:cNvSpPr>
                <a:spLocks noEditPoints="1"/>
              </p:cNvSpPr>
              <p:nvPr userDrawn="1"/>
            </p:nvSpPr>
            <p:spPr bwMode="auto">
              <a:xfrm>
                <a:off x="-3508" y="1896"/>
                <a:ext cx="128" cy="100"/>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1" name="Freeform 744">
                <a:extLst>
                  <a:ext uri="{FF2B5EF4-FFF2-40B4-BE49-F238E27FC236}">
                    <a16:creationId xmlns:a16="http://schemas.microsoft.com/office/drawing/2014/main" id="{74194D25-2D44-4C05-B97B-283D42E9498E}"/>
                  </a:ext>
                </a:extLst>
              </p:cNvPr>
              <p:cNvSpPr>
                <a:spLocks noEditPoints="1"/>
              </p:cNvSpPr>
              <p:nvPr userDrawn="1"/>
            </p:nvSpPr>
            <p:spPr bwMode="auto">
              <a:xfrm>
                <a:off x="-3453" y="1409"/>
                <a:ext cx="141" cy="121"/>
              </a:xfrm>
              <a:custGeom>
                <a:avLst/>
                <a:gdLst>
                  <a:gd name="T0" fmla="*/ 168 w 188"/>
                  <a:gd name="T1" fmla="*/ 112 h 162"/>
                  <a:gd name="T2" fmla="*/ 111 w 188"/>
                  <a:gd name="T3" fmla="*/ 6 h 162"/>
                  <a:gd name="T4" fmla="*/ 122 w 188"/>
                  <a:gd name="T5" fmla="*/ 15 h 162"/>
                  <a:gd name="T6" fmla="*/ 135 w 188"/>
                  <a:gd name="T7" fmla="*/ 29 h 162"/>
                  <a:gd name="T8" fmla="*/ 171 w 188"/>
                  <a:gd name="T9" fmla="*/ 47 h 162"/>
                  <a:gd name="T10" fmla="*/ 164 w 188"/>
                  <a:gd name="T11" fmla="*/ 71 h 162"/>
                  <a:gd name="T12" fmla="*/ 182 w 188"/>
                  <a:gd name="T13" fmla="*/ 97 h 162"/>
                  <a:gd name="T14" fmla="*/ 168 w 188"/>
                  <a:gd name="T15" fmla="*/ 112 h 162"/>
                  <a:gd name="T16" fmla="*/ 143 w 188"/>
                  <a:gd name="T17" fmla="*/ 122 h 162"/>
                  <a:gd name="T18" fmla="*/ 102 w 188"/>
                  <a:gd name="T19" fmla="*/ 146 h 162"/>
                  <a:gd name="T20" fmla="*/ 82 w 188"/>
                  <a:gd name="T21" fmla="*/ 131 h 162"/>
                  <a:gd name="T22" fmla="*/ 74 w 188"/>
                  <a:gd name="T23" fmla="*/ 135 h 162"/>
                  <a:gd name="T24" fmla="*/ 54 w 188"/>
                  <a:gd name="T25" fmla="*/ 136 h 162"/>
                  <a:gd name="T26" fmla="*/ 49 w 188"/>
                  <a:gd name="T27" fmla="*/ 115 h 162"/>
                  <a:gd name="T28" fmla="*/ 28 w 188"/>
                  <a:gd name="T29" fmla="*/ 127 h 162"/>
                  <a:gd name="T30" fmla="*/ 12 w 188"/>
                  <a:gd name="T31" fmla="*/ 91 h 162"/>
                  <a:gd name="T32" fmla="*/ 10 w 188"/>
                  <a:gd name="T33" fmla="*/ 64 h 162"/>
                  <a:gd name="T34" fmla="*/ 19 w 188"/>
                  <a:gd name="T35" fmla="*/ 64 h 162"/>
                  <a:gd name="T36" fmla="*/ 30 w 188"/>
                  <a:gd name="T37" fmla="*/ 35 h 162"/>
                  <a:gd name="T38" fmla="*/ 64 w 188"/>
                  <a:gd name="T39" fmla="*/ 10 h 162"/>
                  <a:gd name="T40" fmla="*/ 95 w 188"/>
                  <a:gd name="T41" fmla="*/ 24 h 162"/>
                  <a:gd name="T42" fmla="*/ 100 w 188"/>
                  <a:gd name="T43" fmla="*/ 23 h 162"/>
                  <a:gd name="T44" fmla="*/ 95 w 188"/>
                  <a:gd name="T45" fmla="*/ 17 h 162"/>
                  <a:gd name="T46" fmla="*/ 51 w 188"/>
                  <a:gd name="T47" fmla="*/ 7 h 162"/>
                  <a:gd name="T48" fmla="*/ 30 w 188"/>
                  <a:gd name="T49" fmla="*/ 50 h 162"/>
                  <a:gd name="T50" fmla="*/ 16 w 188"/>
                  <a:gd name="T51" fmla="*/ 57 h 162"/>
                  <a:gd name="T52" fmla="*/ 2 w 188"/>
                  <a:gd name="T53" fmla="*/ 66 h 162"/>
                  <a:gd name="T54" fmla="*/ 15 w 188"/>
                  <a:gd name="T55" fmla="*/ 98 h 162"/>
                  <a:gd name="T56" fmla="*/ 23 w 188"/>
                  <a:gd name="T57" fmla="*/ 123 h 162"/>
                  <a:gd name="T58" fmla="*/ 1 w 188"/>
                  <a:gd name="T59" fmla="*/ 157 h 162"/>
                  <a:gd name="T60" fmla="*/ 4 w 188"/>
                  <a:gd name="T61" fmla="*/ 162 h 162"/>
                  <a:gd name="T62" fmla="*/ 16 w 188"/>
                  <a:gd name="T63" fmla="*/ 155 h 162"/>
                  <a:gd name="T64" fmla="*/ 43 w 188"/>
                  <a:gd name="T65" fmla="*/ 136 h 162"/>
                  <a:gd name="T66" fmla="*/ 65 w 188"/>
                  <a:gd name="T67" fmla="*/ 145 h 162"/>
                  <a:gd name="T68" fmla="*/ 78 w 188"/>
                  <a:gd name="T69" fmla="*/ 139 h 162"/>
                  <a:gd name="T70" fmla="*/ 94 w 188"/>
                  <a:gd name="T71" fmla="*/ 149 h 162"/>
                  <a:gd name="T72" fmla="*/ 114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2" name="Freeform 745">
                <a:extLst>
                  <a:ext uri="{FF2B5EF4-FFF2-40B4-BE49-F238E27FC236}">
                    <a16:creationId xmlns:a16="http://schemas.microsoft.com/office/drawing/2014/main" id="{D439DBC2-8D1E-4BE9-9DA5-75B59864FD64}"/>
                  </a:ext>
                </a:extLst>
              </p:cNvPr>
              <p:cNvSpPr>
                <a:spLocks noEditPoints="1"/>
              </p:cNvSpPr>
              <p:nvPr userDrawn="1"/>
            </p:nvSpPr>
            <p:spPr bwMode="auto">
              <a:xfrm>
                <a:off x="-3577" y="1734"/>
                <a:ext cx="181" cy="157"/>
              </a:xfrm>
              <a:custGeom>
                <a:avLst/>
                <a:gdLst>
                  <a:gd name="T0" fmla="*/ 99 w 242"/>
                  <a:gd name="T1" fmla="*/ 180 h 208"/>
                  <a:gd name="T2" fmla="*/ 135 w 242"/>
                  <a:gd name="T3" fmla="*/ 10 h 208"/>
                  <a:gd name="T4" fmla="*/ 142 w 242"/>
                  <a:gd name="T5" fmla="*/ 6 h 208"/>
                  <a:gd name="T6" fmla="*/ 158 w 242"/>
                  <a:gd name="T7" fmla="*/ 18 h 208"/>
                  <a:gd name="T8" fmla="*/ 159 w 242"/>
                  <a:gd name="T9" fmla="*/ 30 h 208"/>
                  <a:gd name="T10" fmla="*/ 190 w 242"/>
                  <a:gd name="T11" fmla="*/ 34 h 208"/>
                  <a:gd name="T12" fmla="*/ 221 w 242"/>
                  <a:gd name="T13" fmla="*/ 61 h 208"/>
                  <a:gd name="T14" fmla="*/ 220 w 242"/>
                  <a:gd name="T15" fmla="*/ 72 h 208"/>
                  <a:gd name="T16" fmla="*/ 229 w 242"/>
                  <a:gd name="T17" fmla="*/ 111 h 208"/>
                  <a:gd name="T18" fmla="*/ 233 w 242"/>
                  <a:gd name="T19" fmla="*/ 136 h 208"/>
                  <a:gd name="T20" fmla="*/ 217 w 242"/>
                  <a:gd name="T21" fmla="*/ 145 h 208"/>
                  <a:gd name="T22" fmla="*/ 194 w 242"/>
                  <a:gd name="T23" fmla="*/ 146 h 208"/>
                  <a:gd name="T24" fmla="*/ 183 w 242"/>
                  <a:gd name="T25" fmla="*/ 177 h 208"/>
                  <a:gd name="T26" fmla="*/ 127 w 242"/>
                  <a:gd name="T27" fmla="*/ 189 h 208"/>
                  <a:gd name="T28" fmla="*/ 105 w 242"/>
                  <a:gd name="T29" fmla="*/ 170 h 208"/>
                  <a:gd name="T30" fmla="*/ 100 w 242"/>
                  <a:gd name="T31" fmla="*/ 171 h 208"/>
                  <a:gd name="T32" fmla="*/ 83 w 242"/>
                  <a:gd name="T33" fmla="*/ 181 h 208"/>
                  <a:gd name="T34" fmla="*/ 63 w 242"/>
                  <a:gd name="T35" fmla="*/ 173 h 208"/>
                  <a:gd name="T36" fmla="*/ 61 w 242"/>
                  <a:gd name="T37" fmla="*/ 149 h 208"/>
                  <a:gd name="T38" fmla="*/ 14 w 242"/>
                  <a:gd name="T39" fmla="*/ 195 h 208"/>
                  <a:gd name="T40" fmla="*/ 42 w 242"/>
                  <a:gd name="T41" fmla="*/ 142 h 208"/>
                  <a:gd name="T42" fmla="*/ 14 w 242"/>
                  <a:gd name="T43" fmla="*/ 118 h 208"/>
                  <a:gd name="T44" fmla="*/ 9 w 242"/>
                  <a:gd name="T45" fmla="*/ 85 h 208"/>
                  <a:gd name="T46" fmla="*/ 18 w 242"/>
                  <a:gd name="T47" fmla="*/ 80 h 208"/>
                  <a:gd name="T48" fmla="*/ 45 w 242"/>
                  <a:gd name="T49" fmla="*/ 65 h 208"/>
                  <a:gd name="T50" fmla="*/ 44 w 242"/>
                  <a:gd name="T51" fmla="*/ 30 h 208"/>
                  <a:gd name="T52" fmla="*/ 82 w 242"/>
                  <a:gd name="T53" fmla="*/ 11 h 208"/>
                  <a:gd name="T54" fmla="*/ 122 w 242"/>
                  <a:gd name="T55" fmla="*/ 29 h 208"/>
                  <a:gd name="T56" fmla="*/ 122 w 242"/>
                  <a:gd name="T57" fmla="*/ 30 h 208"/>
                  <a:gd name="T58" fmla="*/ 142 w 242"/>
                  <a:gd name="T59" fmla="*/ 0 h 208"/>
                  <a:gd name="T60" fmla="*/ 123 w 242"/>
                  <a:gd name="T61" fmla="*/ 22 h 208"/>
                  <a:gd name="T62" fmla="*/ 65 w 242"/>
                  <a:gd name="T63" fmla="*/ 9 h 208"/>
                  <a:gd name="T64" fmla="*/ 35 w 242"/>
                  <a:gd name="T65" fmla="*/ 56 h 208"/>
                  <a:gd name="T66" fmla="*/ 23 w 242"/>
                  <a:gd name="T67" fmla="*/ 75 h 208"/>
                  <a:gd name="T68" fmla="*/ 17 w 242"/>
                  <a:gd name="T69" fmla="*/ 74 h 208"/>
                  <a:gd name="T70" fmla="*/ 0 w 242"/>
                  <a:gd name="T71" fmla="*/ 96 h 208"/>
                  <a:gd name="T72" fmla="*/ 18 w 242"/>
                  <a:gd name="T73" fmla="*/ 126 h 208"/>
                  <a:gd name="T74" fmla="*/ 29 w 242"/>
                  <a:gd name="T75" fmla="*/ 160 h 208"/>
                  <a:gd name="T76" fmla="*/ 1 w 242"/>
                  <a:gd name="T77" fmla="*/ 203 h 208"/>
                  <a:gd name="T78" fmla="*/ 1 w 242"/>
                  <a:gd name="T79" fmla="*/ 205 h 208"/>
                  <a:gd name="T80" fmla="*/ 4 w 242"/>
                  <a:gd name="T81" fmla="*/ 208 h 208"/>
                  <a:gd name="T82" fmla="*/ 18 w 242"/>
                  <a:gd name="T83" fmla="*/ 200 h 208"/>
                  <a:gd name="T84" fmla="*/ 57 w 242"/>
                  <a:gd name="T85" fmla="*/ 160 h 208"/>
                  <a:gd name="T86" fmla="*/ 57 w 242"/>
                  <a:gd name="T87" fmla="*/ 176 h 208"/>
                  <a:gd name="T88" fmla="*/ 83 w 242"/>
                  <a:gd name="T89" fmla="*/ 187 h 208"/>
                  <a:gd name="T90" fmla="*/ 99 w 242"/>
                  <a:gd name="T91" fmla="*/ 180 h 208"/>
                  <a:gd name="T92" fmla="*/ 105 w 242"/>
                  <a:gd name="T93" fmla="*/ 176 h 208"/>
                  <a:gd name="T94" fmla="*/ 123 w 242"/>
                  <a:gd name="T95" fmla="*/ 193 h 208"/>
                  <a:gd name="T96" fmla="*/ 146 w 242"/>
                  <a:gd name="T97" fmla="*/ 198 h 208"/>
                  <a:gd name="T98" fmla="*/ 189 w 242"/>
                  <a:gd name="T99" fmla="*/ 178 h 208"/>
                  <a:gd name="T100" fmla="*/ 192 w 242"/>
                  <a:gd name="T101" fmla="*/ 157 h 208"/>
                  <a:gd name="T102" fmla="*/ 216 w 242"/>
                  <a:gd name="T103" fmla="*/ 151 h 208"/>
                  <a:gd name="T104" fmla="*/ 230 w 242"/>
                  <a:gd name="T105" fmla="*/ 147 h 208"/>
                  <a:gd name="T106" fmla="*/ 240 w 242"/>
                  <a:gd name="T107" fmla="*/ 110 h 208"/>
                  <a:gd name="T108" fmla="*/ 237 w 242"/>
                  <a:gd name="T109" fmla="*/ 108 h 208"/>
                  <a:gd name="T110" fmla="*/ 219 w 242"/>
                  <a:gd name="T111" fmla="*/ 91 h 208"/>
                  <a:gd name="T112" fmla="*/ 225 w 242"/>
                  <a:gd name="T113" fmla="*/ 75 h 208"/>
                  <a:gd name="T114" fmla="*/ 198 w 242"/>
                  <a:gd name="T115" fmla="*/ 26 h 208"/>
                  <a:gd name="T116" fmla="*/ 196 w 242"/>
                  <a:gd name="T117" fmla="*/ 26 h 208"/>
                  <a:gd name="T118" fmla="*/ 174 w 242"/>
                  <a:gd name="T119" fmla="*/ 30 h 208"/>
                  <a:gd name="T120" fmla="*/ 163 w 242"/>
                  <a:gd name="T121" fmla="*/ 23 h 208"/>
                  <a:gd name="T122" fmla="*/ 164 w 242"/>
                  <a:gd name="T123" fmla="*/ 16 h 208"/>
                  <a:gd name="T124" fmla="*/ 142 w 242"/>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08">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3" name="Freeform 746">
                <a:extLst>
                  <a:ext uri="{FF2B5EF4-FFF2-40B4-BE49-F238E27FC236}">
                    <a16:creationId xmlns:a16="http://schemas.microsoft.com/office/drawing/2014/main" id="{ECB5D80D-D4C2-41C9-81E9-D5C4B7E17CA8}"/>
                  </a:ext>
                </a:extLst>
              </p:cNvPr>
              <p:cNvSpPr>
                <a:spLocks/>
              </p:cNvSpPr>
              <p:nvPr userDrawn="1"/>
            </p:nvSpPr>
            <p:spPr bwMode="auto">
              <a:xfrm>
                <a:off x="-3577" y="1888"/>
                <a:ext cx="1" cy="3"/>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4" name="Freeform 747">
                <a:extLst>
                  <a:ext uri="{FF2B5EF4-FFF2-40B4-BE49-F238E27FC236}">
                    <a16:creationId xmlns:a16="http://schemas.microsoft.com/office/drawing/2014/main" id="{CE3224EE-A129-44BF-BE31-4B70B4C00227}"/>
                  </a:ext>
                </a:extLst>
              </p:cNvPr>
              <p:cNvSpPr>
                <a:spLocks noEditPoints="1"/>
              </p:cNvSpPr>
              <p:nvPr userDrawn="1"/>
            </p:nvSpPr>
            <p:spPr bwMode="auto">
              <a:xfrm>
                <a:off x="-2938" y="1195"/>
                <a:ext cx="67" cy="64"/>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5" name="Freeform 748">
                <a:extLst>
                  <a:ext uri="{FF2B5EF4-FFF2-40B4-BE49-F238E27FC236}">
                    <a16:creationId xmlns:a16="http://schemas.microsoft.com/office/drawing/2014/main" id="{E9F26A21-3714-49B4-AB15-9746091462D6}"/>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close/>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close/>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6" name="Freeform 749">
                <a:extLst>
                  <a:ext uri="{FF2B5EF4-FFF2-40B4-BE49-F238E27FC236}">
                    <a16:creationId xmlns:a16="http://schemas.microsoft.com/office/drawing/2014/main" id="{293014EC-52DC-448E-9E49-2D867C1AB64C}"/>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7" name="Freeform 750">
                <a:extLst>
                  <a:ext uri="{FF2B5EF4-FFF2-40B4-BE49-F238E27FC236}">
                    <a16:creationId xmlns:a16="http://schemas.microsoft.com/office/drawing/2014/main" id="{733836E1-1151-404F-B658-F40C845B9657}"/>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close/>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8" name="Freeform 751">
                <a:extLst>
                  <a:ext uri="{FF2B5EF4-FFF2-40B4-BE49-F238E27FC236}">
                    <a16:creationId xmlns:a16="http://schemas.microsoft.com/office/drawing/2014/main" id="{503396CB-A49C-4152-9F86-C74B4DD34308}"/>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9" name="Freeform 752">
                <a:extLst>
                  <a:ext uri="{FF2B5EF4-FFF2-40B4-BE49-F238E27FC236}">
                    <a16:creationId xmlns:a16="http://schemas.microsoft.com/office/drawing/2014/main" id="{B3D6718C-B549-4E77-B6C0-24AF54AC0EA2}"/>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close/>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0" name="Freeform 753">
                <a:extLst>
                  <a:ext uri="{FF2B5EF4-FFF2-40B4-BE49-F238E27FC236}">
                    <a16:creationId xmlns:a16="http://schemas.microsoft.com/office/drawing/2014/main" id="{B6C98248-2A7A-4DE7-A09B-DC1F5224945E}"/>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1" name="Freeform 754">
                <a:extLst>
                  <a:ext uri="{FF2B5EF4-FFF2-40B4-BE49-F238E27FC236}">
                    <a16:creationId xmlns:a16="http://schemas.microsoft.com/office/drawing/2014/main" id="{50836C00-C8DC-45EC-A46E-8B2121A0374E}"/>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close/>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close/>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2" name="Freeform 755">
                <a:extLst>
                  <a:ext uri="{FF2B5EF4-FFF2-40B4-BE49-F238E27FC236}">
                    <a16:creationId xmlns:a16="http://schemas.microsoft.com/office/drawing/2014/main" id="{B719C2EB-B13A-4615-8041-50C2850FB11A}"/>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3" name="Freeform 756">
                <a:extLst>
                  <a:ext uri="{FF2B5EF4-FFF2-40B4-BE49-F238E27FC236}">
                    <a16:creationId xmlns:a16="http://schemas.microsoft.com/office/drawing/2014/main" id="{3EE30807-3469-4CA0-81DB-56BEC8C1708C}"/>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close/>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4" name="Freeform 757">
                <a:extLst>
                  <a:ext uri="{FF2B5EF4-FFF2-40B4-BE49-F238E27FC236}">
                    <a16:creationId xmlns:a16="http://schemas.microsoft.com/office/drawing/2014/main" id="{8FA0DBDA-4039-4964-B366-34257C41B556}"/>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5" name="Freeform 758">
                <a:extLst>
                  <a:ext uri="{FF2B5EF4-FFF2-40B4-BE49-F238E27FC236}">
                    <a16:creationId xmlns:a16="http://schemas.microsoft.com/office/drawing/2014/main" id="{E153C605-4890-443A-9C9E-888B8408026A}"/>
                  </a:ext>
                </a:extLst>
              </p:cNvPr>
              <p:cNvSpPr>
                <a:spLocks noEditPoints="1"/>
              </p:cNvSpPr>
              <p:nvPr userDrawn="1"/>
            </p:nvSpPr>
            <p:spPr bwMode="auto">
              <a:xfrm>
                <a:off x="-1981" y="1996"/>
                <a:ext cx="167" cy="163"/>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6" name="Freeform 759">
                <a:extLst>
                  <a:ext uri="{FF2B5EF4-FFF2-40B4-BE49-F238E27FC236}">
                    <a16:creationId xmlns:a16="http://schemas.microsoft.com/office/drawing/2014/main" id="{14F26953-592F-4AE3-8E7D-FED33D25ACF9}"/>
                  </a:ext>
                </a:extLst>
              </p:cNvPr>
              <p:cNvSpPr>
                <a:spLocks noEditPoints="1"/>
              </p:cNvSpPr>
              <p:nvPr userDrawn="1"/>
            </p:nvSpPr>
            <p:spPr bwMode="auto">
              <a:xfrm>
                <a:off x="-2620" y="1536"/>
                <a:ext cx="147" cy="144"/>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7" name="Freeform 760">
                <a:extLst>
                  <a:ext uri="{FF2B5EF4-FFF2-40B4-BE49-F238E27FC236}">
                    <a16:creationId xmlns:a16="http://schemas.microsoft.com/office/drawing/2014/main" id="{7A0B561A-9EA8-4EE4-9880-441A36FA29B7}"/>
                  </a:ext>
                </a:extLst>
              </p:cNvPr>
              <p:cNvSpPr>
                <a:spLocks noEditPoints="1"/>
              </p:cNvSpPr>
              <p:nvPr userDrawn="1"/>
            </p:nvSpPr>
            <p:spPr bwMode="auto">
              <a:xfrm>
                <a:off x="-2147" y="1550"/>
                <a:ext cx="98" cy="95"/>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8" name="Freeform 761">
                <a:extLst>
                  <a:ext uri="{FF2B5EF4-FFF2-40B4-BE49-F238E27FC236}">
                    <a16:creationId xmlns:a16="http://schemas.microsoft.com/office/drawing/2014/main" id="{89A14C0D-6AD6-4E3B-8539-EE4D95C0994A}"/>
                  </a:ext>
                </a:extLst>
              </p:cNvPr>
              <p:cNvSpPr>
                <a:spLocks noEditPoints="1"/>
              </p:cNvSpPr>
              <p:nvPr userDrawn="1"/>
            </p:nvSpPr>
            <p:spPr bwMode="auto">
              <a:xfrm>
                <a:off x="-1970" y="1227"/>
                <a:ext cx="96" cy="92"/>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9" name="Freeform 762">
                <a:extLst>
                  <a:ext uri="{FF2B5EF4-FFF2-40B4-BE49-F238E27FC236}">
                    <a16:creationId xmlns:a16="http://schemas.microsoft.com/office/drawing/2014/main" id="{30E45C22-66E4-48FB-9257-5A09248B9C88}"/>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close/>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0" name="Freeform 763">
                <a:extLst>
                  <a:ext uri="{FF2B5EF4-FFF2-40B4-BE49-F238E27FC236}">
                    <a16:creationId xmlns:a16="http://schemas.microsoft.com/office/drawing/2014/main" id="{61C2F5A3-586C-4350-8CF9-43D9CB2551F6}"/>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1" name="Freeform 764">
                <a:extLst>
                  <a:ext uri="{FF2B5EF4-FFF2-40B4-BE49-F238E27FC236}">
                    <a16:creationId xmlns:a16="http://schemas.microsoft.com/office/drawing/2014/main" id="{810150E3-7A0D-4787-98D5-F789F1E2BECE}"/>
                  </a:ext>
                </a:extLst>
              </p:cNvPr>
              <p:cNvSpPr>
                <a:spLocks noEditPoints="1"/>
              </p:cNvSpPr>
              <p:nvPr userDrawn="1"/>
            </p:nvSpPr>
            <p:spPr bwMode="auto">
              <a:xfrm>
                <a:off x="-2191" y="1972"/>
                <a:ext cx="63" cy="60"/>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2" name="Freeform 765">
                <a:extLst>
                  <a:ext uri="{FF2B5EF4-FFF2-40B4-BE49-F238E27FC236}">
                    <a16:creationId xmlns:a16="http://schemas.microsoft.com/office/drawing/2014/main" id="{A8BE2041-DD9A-4D7A-811A-B1DB47DEB31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close/>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3" name="Freeform 766">
                <a:extLst>
                  <a:ext uri="{FF2B5EF4-FFF2-40B4-BE49-F238E27FC236}">
                    <a16:creationId xmlns:a16="http://schemas.microsoft.com/office/drawing/2014/main" id="{873F2551-7D99-4600-BD8D-724B8E12330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4" name="Freeform 767">
                <a:extLst>
                  <a:ext uri="{FF2B5EF4-FFF2-40B4-BE49-F238E27FC236}">
                    <a16:creationId xmlns:a16="http://schemas.microsoft.com/office/drawing/2014/main" id="{BA70778B-28D5-4D93-9086-208F63FD43C8}"/>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5" name="Freeform 768">
                <a:extLst>
                  <a:ext uri="{FF2B5EF4-FFF2-40B4-BE49-F238E27FC236}">
                    <a16:creationId xmlns:a16="http://schemas.microsoft.com/office/drawing/2014/main" id="{305244B0-722C-451A-B60A-6F714C2AF5B7}"/>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6" name="Freeform 769">
                <a:extLst>
                  <a:ext uri="{FF2B5EF4-FFF2-40B4-BE49-F238E27FC236}">
                    <a16:creationId xmlns:a16="http://schemas.microsoft.com/office/drawing/2014/main" id="{DA0129E9-94ED-405F-B698-FDBAF7889D29}"/>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close/>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close/>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7" name="Freeform 770">
                <a:extLst>
                  <a:ext uri="{FF2B5EF4-FFF2-40B4-BE49-F238E27FC236}">
                    <a16:creationId xmlns:a16="http://schemas.microsoft.com/office/drawing/2014/main" id="{BEB51248-0506-4C6A-8C75-579CB4E34F8B}"/>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8" name="Freeform 771">
                <a:extLst>
                  <a:ext uri="{FF2B5EF4-FFF2-40B4-BE49-F238E27FC236}">
                    <a16:creationId xmlns:a16="http://schemas.microsoft.com/office/drawing/2014/main" id="{BFE8E9AB-EEC4-4806-8BF6-3DD1974617C0}"/>
                  </a:ext>
                </a:extLst>
              </p:cNvPr>
              <p:cNvSpPr>
                <a:spLocks noEditPoints="1"/>
              </p:cNvSpPr>
              <p:nvPr userDrawn="1"/>
            </p:nvSpPr>
            <p:spPr bwMode="auto">
              <a:xfrm>
                <a:off x="-3112" y="1529"/>
                <a:ext cx="164" cy="160"/>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9" name="Freeform 772">
                <a:extLst>
                  <a:ext uri="{FF2B5EF4-FFF2-40B4-BE49-F238E27FC236}">
                    <a16:creationId xmlns:a16="http://schemas.microsoft.com/office/drawing/2014/main" id="{10830F6D-FF9A-478C-94D9-895453D99026}"/>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close/>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close/>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0" name="Freeform 773">
                <a:extLst>
                  <a:ext uri="{FF2B5EF4-FFF2-40B4-BE49-F238E27FC236}">
                    <a16:creationId xmlns:a16="http://schemas.microsoft.com/office/drawing/2014/main" id="{AA6ABF53-2E53-4862-AAE3-206AED35BA39}"/>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1" name="Freeform 774">
                <a:extLst>
                  <a:ext uri="{FF2B5EF4-FFF2-40B4-BE49-F238E27FC236}">
                    <a16:creationId xmlns:a16="http://schemas.microsoft.com/office/drawing/2014/main" id="{024CD5AB-1B25-4BE0-B8C8-CF59F9E36C19}"/>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2" name="Freeform 775">
                <a:extLst>
                  <a:ext uri="{FF2B5EF4-FFF2-40B4-BE49-F238E27FC236}">
                    <a16:creationId xmlns:a16="http://schemas.microsoft.com/office/drawing/2014/main" id="{70C5452A-E6B8-4523-8167-3D52DAE9DDCD}"/>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3" name="Freeform 776">
                <a:extLst>
                  <a:ext uri="{FF2B5EF4-FFF2-40B4-BE49-F238E27FC236}">
                    <a16:creationId xmlns:a16="http://schemas.microsoft.com/office/drawing/2014/main" id="{BD37B1CA-54A6-4505-9068-1AEDE0B85E57}"/>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close/>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4" name="Freeform 777">
                <a:extLst>
                  <a:ext uri="{FF2B5EF4-FFF2-40B4-BE49-F238E27FC236}">
                    <a16:creationId xmlns:a16="http://schemas.microsoft.com/office/drawing/2014/main" id="{5B29705B-3CE6-4D6E-8A15-F29B9E3341CD}"/>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5" name="Freeform 778">
                <a:extLst>
                  <a:ext uri="{FF2B5EF4-FFF2-40B4-BE49-F238E27FC236}">
                    <a16:creationId xmlns:a16="http://schemas.microsoft.com/office/drawing/2014/main" id="{AAEF7403-E292-4DC2-9818-07A7B98FC228}"/>
                  </a:ext>
                </a:extLst>
              </p:cNvPr>
              <p:cNvSpPr>
                <a:spLocks noEditPoints="1"/>
              </p:cNvSpPr>
              <p:nvPr userDrawn="1"/>
            </p:nvSpPr>
            <p:spPr bwMode="auto">
              <a:xfrm>
                <a:off x="-3005" y="1363"/>
                <a:ext cx="59" cy="5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6" name="Freeform 779">
                <a:extLst>
                  <a:ext uri="{FF2B5EF4-FFF2-40B4-BE49-F238E27FC236}">
                    <a16:creationId xmlns:a16="http://schemas.microsoft.com/office/drawing/2014/main" id="{2FB01709-DA74-46B9-BB29-9F8C27A8C1F9}"/>
                  </a:ext>
                </a:extLst>
              </p:cNvPr>
              <p:cNvSpPr>
                <a:spLocks noEditPoints="1"/>
              </p:cNvSpPr>
              <p:nvPr userDrawn="1"/>
            </p:nvSpPr>
            <p:spPr bwMode="auto">
              <a:xfrm>
                <a:off x="-2972" y="1419"/>
                <a:ext cx="13" cy="14"/>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7" name="Freeform 780">
                <a:extLst>
                  <a:ext uri="{FF2B5EF4-FFF2-40B4-BE49-F238E27FC236}">
                    <a16:creationId xmlns:a16="http://schemas.microsoft.com/office/drawing/2014/main" id="{A8154CE6-CCEB-4DD0-9DAD-939320843DB0}"/>
                  </a:ext>
                </a:extLst>
              </p:cNvPr>
              <p:cNvSpPr>
                <a:spLocks/>
              </p:cNvSpPr>
              <p:nvPr userDrawn="1"/>
            </p:nvSpPr>
            <p:spPr bwMode="auto">
              <a:xfrm>
                <a:off x="-2970" y="1419"/>
                <a:ext cx="5" cy="2"/>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8" name="Freeform 781">
                <a:extLst>
                  <a:ext uri="{FF2B5EF4-FFF2-40B4-BE49-F238E27FC236}">
                    <a16:creationId xmlns:a16="http://schemas.microsoft.com/office/drawing/2014/main" id="{486BE295-B7A6-4384-833E-9DFD046B087E}"/>
                  </a:ext>
                </a:extLst>
              </p:cNvPr>
              <p:cNvSpPr>
                <a:spLocks/>
              </p:cNvSpPr>
              <p:nvPr userDrawn="1"/>
            </p:nvSpPr>
            <p:spPr bwMode="auto">
              <a:xfrm>
                <a:off x="-2968" y="1431"/>
                <a:ext cx="11" cy="11"/>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9" name="Freeform 782">
                <a:extLst>
                  <a:ext uri="{FF2B5EF4-FFF2-40B4-BE49-F238E27FC236}">
                    <a16:creationId xmlns:a16="http://schemas.microsoft.com/office/drawing/2014/main" id="{505DE1F8-1750-4BDD-B3AC-02E392DD5622}"/>
                  </a:ext>
                </a:extLst>
              </p:cNvPr>
              <p:cNvSpPr>
                <a:spLocks/>
              </p:cNvSpPr>
              <p:nvPr userDrawn="1"/>
            </p:nvSpPr>
            <p:spPr bwMode="auto">
              <a:xfrm>
                <a:off x="-2966" y="1431"/>
                <a:ext cx="4" cy="2"/>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0" name="Freeform 783">
                <a:extLst>
                  <a:ext uri="{FF2B5EF4-FFF2-40B4-BE49-F238E27FC236}">
                    <a16:creationId xmlns:a16="http://schemas.microsoft.com/office/drawing/2014/main" id="{65CEBAAD-B1E2-4BD0-815D-CDEEE4209819}"/>
                  </a:ext>
                </a:extLst>
              </p:cNvPr>
              <p:cNvSpPr>
                <a:spLocks noEditPoints="1"/>
              </p:cNvSpPr>
              <p:nvPr userDrawn="1"/>
            </p:nvSpPr>
            <p:spPr bwMode="auto">
              <a:xfrm>
                <a:off x="-2959" y="1436"/>
                <a:ext cx="10" cy="10"/>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1" name="Freeform 784">
                <a:extLst>
                  <a:ext uri="{FF2B5EF4-FFF2-40B4-BE49-F238E27FC236}">
                    <a16:creationId xmlns:a16="http://schemas.microsoft.com/office/drawing/2014/main" id="{6A1752CB-F670-4C97-BE7C-7250875DD88D}"/>
                  </a:ext>
                </a:extLst>
              </p:cNvPr>
              <p:cNvSpPr>
                <a:spLocks/>
              </p:cNvSpPr>
              <p:nvPr userDrawn="1"/>
            </p:nvSpPr>
            <p:spPr bwMode="auto">
              <a:xfrm>
                <a:off x="-2959" y="1438"/>
                <a:ext cx="2"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2" name="Freeform 785">
                <a:extLst>
                  <a:ext uri="{FF2B5EF4-FFF2-40B4-BE49-F238E27FC236}">
                    <a16:creationId xmlns:a16="http://schemas.microsoft.com/office/drawing/2014/main" id="{1EC56B21-28BF-4E72-A24B-7448BE280491}"/>
                  </a:ext>
                </a:extLst>
              </p:cNvPr>
              <p:cNvSpPr>
                <a:spLocks noEditPoints="1"/>
              </p:cNvSpPr>
              <p:nvPr userDrawn="1"/>
            </p:nvSpPr>
            <p:spPr bwMode="auto">
              <a:xfrm>
                <a:off x="-2159" y="1839"/>
                <a:ext cx="60"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3" name="Freeform 786">
                <a:extLst>
                  <a:ext uri="{FF2B5EF4-FFF2-40B4-BE49-F238E27FC236}">
                    <a16:creationId xmlns:a16="http://schemas.microsoft.com/office/drawing/2014/main" id="{46C3BC02-83B9-466E-BAF4-E9F8A62A9150}"/>
                  </a:ext>
                </a:extLst>
              </p:cNvPr>
              <p:cNvSpPr>
                <a:spLocks noEditPoints="1"/>
              </p:cNvSpPr>
              <p:nvPr userDrawn="1"/>
            </p:nvSpPr>
            <p:spPr bwMode="auto">
              <a:xfrm>
                <a:off x="-2160" y="1887"/>
                <a:ext cx="14" cy="13"/>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4" name="Freeform 787">
                <a:extLst>
                  <a:ext uri="{FF2B5EF4-FFF2-40B4-BE49-F238E27FC236}">
                    <a16:creationId xmlns:a16="http://schemas.microsoft.com/office/drawing/2014/main" id="{1CE7E908-9753-4461-AF4F-8E7994547E53}"/>
                  </a:ext>
                </a:extLst>
              </p:cNvPr>
              <p:cNvSpPr>
                <a:spLocks/>
              </p:cNvSpPr>
              <p:nvPr userDrawn="1"/>
            </p:nvSpPr>
            <p:spPr bwMode="auto">
              <a:xfrm>
                <a:off x="-2150" y="1887"/>
                <a:ext cx="3" cy="4"/>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5" name="Freeform 788">
                <a:extLst>
                  <a:ext uri="{FF2B5EF4-FFF2-40B4-BE49-F238E27FC236}">
                    <a16:creationId xmlns:a16="http://schemas.microsoft.com/office/drawing/2014/main" id="{D29A2CBD-C55D-4C80-842F-ED8B31DEF1A8}"/>
                  </a:ext>
                </a:extLst>
              </p:cNvPr>
              <p:cNvSpPr>
                <a:spLocks noEditPoints="1"/>
              </p:cNvSpPr>
              <p:nvPr userDrawn="1"/>
            </p:nvSpPr>
            <p:spPr bwMode="auto">
              <a:xfrm>
                <a:off x="-2166" y="1897"/>
                <a:ext cx="10" cy="10"/>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6" name="Freeform 789">
                <a:extLst>
                  <a:ext uri="{FF2B5EF4-FFF2-40B4-BE49-F238E27FC236}">
                    <a16:creationId xmlns:a16="http://schemas.microsoft.com/office/drawing/2014/main" id="{1E130F2D-7DAA-41CC-A872-C68DEE6A5227}"/>
                  </a:ext>
                </a:extLst>
              </p:cNvPr>
              <p:cNvSpPr>
                <a:spLocks/>
              </p:cNvSpPr>
              <p:nvPr userDrawn="1"/>
            </p:nvSpPr>
            <p:spPr bwMode="auto">
              <a:xfrm>
                <a:off x="-2159" y="1897"/>
                <a:ext cx="3"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0"/>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7" name="Freeform 790">
                <a:extLst>
                  <a:ext uri="{FF2B5EF4-FFF2-40B4-BE49-F238E27FC236}">
                    <a16:creationId xmlns:a16="http://schemas.microsoft.com/office/drawing/2014/main" id="{C25F83FE-789E-452B-A74F-139F27B69C0A}"/>
                  </a:ext>
                </a:extLst>
              </p:cNvPr>
              <p:cNvSpPr>
                <a:spLocks noEditPoints="1"/>
              </p:cNvSpPr>
              <p:nvPr userDrawn="1"/>
            </p:nvSpPr>
            <p:spPr bwMode="auto">
              <a:xfrm>
                <a:off x="-2165" y="1907"/>
                <a:ext cx="9" cy="10"/>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8" name="Freeform 791">
                <a:extLst>
                  <a:ext uri="{FF2B5EF4-FFF2-40B4-BE49-F238E27FC236}">
                    <a16:creationId xmlns:a16="http://schemas.microsoft.com/office/drawing/2014/main" id="{768C0A21-3E05-41DE-8227-BEA3370B3787}"/>
                  </a:ext>
                </a:extLst>
              </p:cNvPr>
              <p:cNvSpPr>
                <a:spLocks/>
              </p:cNvSpPr>
              <p:nvPr userDrawn="1"/>
            </p:nvSpPr>
            <p:spPr bwMode="auto">
              <a:xfrm>
                <a:off x="-2162" y="1907"/>
                <a:ext cx="3"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9" name="Freeform 792">
                <a:extLst>
                  <a:ext uri="{FF2B5EF4-FFF2-40B4-BE49-F238E27FC236}">
                    <a16:creationId xmlns:a16="http://schemas.microsoft.com/office/drawing/2014/main" id="{A593A12C-D9A7-46B9-9C83-A88C9113DD81}"/>
                  </a:ext>
                </a:extLst>
              </p:cNvPr>
              <p:cNvSpPr>
                <a:spLocks noEditPoints="1"/>
              </p:cNvSpPr>
              <p:nvPr userDrawn="1"/>
            </p:nvSpPr>
            <p:spPr bwMode="auto">
              <a:xfrm>
                <a:off x="-2061" y="1695"/>
                <a:ext cx="100" cy="99"/>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0" name="Freeform 793">
                <a:extLst>
                  <a:ext uri="{FF2B5EF4-FFF2-40B4-BE49-F238E27FC236}">
                    <a16:creationId xmlns:a16="http://schemas.microsoft.com/office/drawing/2014/main" id="{23984F2B-77CC-4677-B6C9-4E36CE56885F}"/>
                  </a:ext>
                </a:extLst>
              </p:cNvPr>
              <p:cNvSpPr>
                <a:spLocks noEditPoints="1"/>
              </p:cNvSpPr>
              <p:nvPr userDrawn="1"/>
            </p:nvSpPr>
            <p:spPr bwMode="auto">
              <a:xfrm>
                <a:off x="-2063" y="1780"/>
                <a:ext cx="21" cy="20"/>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6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1" name="Freeform 794">
                <a:extLst>
                  <a:ext uri="{FF2B5EF4-FFF2-40B4-BE49-F238E27FC236}">
                    <a16:creationId xmlns:a16="http://schemas.microsoft.com/office/drawing/2014/main" id="{8A6F426A-D44D-40C1-BE4A-973E7A521DF6}"/>
                  </a:ext>
                </a:extLst>
              </p:cNvPr>
              <p:cNvSpPr>
                <a:spLocks noEditPoints="1"/>
              </p:cNvSpPr>
              <p:nvPr userDrawn="1"/>
            </p:nvSpPr>
            <p:spPr bwMode="auto">
              <a:xfrm>
                <a:off x="-2075" y="1797"/>
                <a:ext cx="16" cy="16"/>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2" name="Freeform 795">
                <a:extLst>
                  <a:ext uri="{FF2B5EF4-FFF2-40B4-BE49-F238E27FC236}">
                    <a16:creationId xmlns:a16="http://schemas.microsoft.com/office/drawing/2014/main" id="{A8776D23-A6B5-4C63-AD5C-1B6B512A6CC1}"/>
                  </a:ext>
                </a:extLst>
              </p:cNvPr>
              <p:cNvSpPr>
                <a:spLocks noEditPoints="1"/>
              </p:cNvSpPr>
              <p:nvPr userDrawn="1"/>
            </p:nvSpPr>
            <p:spPr bwMode="auto">
              <a:xfrm>
                <a:off x="-2073" y="1815"/>
                <a:ext cx="14" cy="15"/>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10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3" name="Freeform 796">
                <a:extLst>
                  <a:ext uri="{FF2B5EF4-FFF2-40B4-BE49-F238E27FC236}">
                    <a16:creationId xmlns:a16="http://schemas.microsoft.com/office/drawing/2014/main" id="{10C89B1B-9E1C-49F1-AF9D-5AA7624B11F3}"/>
                  </a:ext>
                </a:extLst>
              </p:cNvPr>
              <p:cNvSpPr>
                <a:spLocks noEditPoints="1"/>
              </p:cNvSpPr>
              <p:nvPr userDrawn="1"/>
            </p:nvSpPr>
            <p:spPr bwMode="auto">
              <a:xfrm>
                <a:off x="-2259" y="110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8"/>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4" name="Freeform 797">
                <a:extLst>
                  <a:ext uri="{FF2B5EF4-FFF2-40B4-BE49-F238E27FC236}">
                    <a16:creationId xmlns:a16="http://schemas.microsoft.com/office/drawing/2014/main" id="{44DCE771-67BD-48DE-8BF4-25A2AA3C6E04}"/>
                  </a:ext>
                </a:extLst>
              </p:cNvPr>
              <p:cNvSpPr>
                <a:spLocks noEditPoints="1"/>
              </p:cNvSpPr>
              <p:nvPr userDrawn="1"/>
            </p:nvSpPr>
            <p:spPr bwMode="auto">
              <a:xfrm>
                <a:off x="-2261" y="1155"/>
                <a:ext cx="15" cy="14"/>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6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5" name="Freeform 798">
                <a:extLst>
                  <a:ext uri="{FF2B5EF4-FFF2-40B4-BE49-F238E27FC236}">
                    <a16:creationId xmlns:a16="http://schemas.microsoft.com/office/drawing/2014/main" id="{47906DDA-3CC7-4BC3-84FF-A48ED705DC6C}"/>
                  </a:ext>
                </a:extLst>
              </p:cNvPr>
              <p:cNvSpPr>
                <a:spLocks/>
              </p:cNvSpPr>
              <p:nvPr userDrawn="1"/>
            </p:nvSpPr>
            <p:spPr bwMode="auto">
              <a:xfrm>
                <a:off x="-2251" y="115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6" name="Freeform 799">
                <a:extLst>
                  <a:ext uri="{FF2B5EF4-FFF2-40B4-BE49-F238E27FC236}">
                    <a16:creationId xmlns:a16="http://schemas.microsoft.com/office/drawing/2014/main" id="{2A88AA41-8277-4F4B-874A-B436D800A272}"/>
                  </a:ext>
                </a:extLst>
              </p:cNvPr>
              <p:cNvSpPr>
                <a:spLocks noEditPoints="1"/>
              </p:cNvSpPr>
              <p:nvPr userDrawn="1"/>
            </p:nvSpPr>
            <p:spPr bwMode="auto">
              <a:xfrm>
                <a:off x="-2267" y="1165"/>
                <a:ext cx="12" cy="10"/>
              </a:xfrm>
              <a:custGeom>
                <a:avLst/>
                <a:gdLst>
                  <a:gd name="T0" fmla="*/ 7 w 15"/>
                  <a:gd name="T1" fmla="*/ 9 h 14"/>
                  <a:gd name="T2" fmla="*/ 6 w 15"/>
                  <a:gd name="T3" fmla="*/ 8 h 14"/>
                  <a:gd name="T4" fmla="*/ 6 w 15"/>
                  <a:gd name="T5" fmla="*/ 7 h 14"/>
                  <a:gd name="T6" fmla="*/ 6 w 15"/>
                  <a:gd name="T7" fmla="*/ 6 h 14"/>
                  <a:gd name="T8" fmla="*/ 7 w 15"/>
                  <a:gd name="T9" fmla="*/ 6 h 14"/>
                  <a:gd name="T10" fmla="*/ 8 w 15"/>
                  <a:gd name="T11" fmla="*/ 7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7 w 15"/>
                  <a:gd name="T27" fmla="*/ 9 h 14"/>
                  <a:gd name="T28" fmla="*/ 7 w 15"/>
                  <a:gd name="T29" fmla="*/ 0 h 14"/>
                  <a:gd name="T30" fmla="*/ 7 w 15"/>
                  <a:gd name="T31" fmla="*/ 0 h 14"/>
                  <a:gd name="T32" fmla="*/ 3 w 15"/>
                  <a:gd name="T33" fmla="*/ 1 h 14"/>
                  <a:gd name="T34" fmla="*/ 0 w 15"/>
                  <a:gd name="T35" fmla="*/ 7 h 14"/>
                  <a:gd name="T36" fmla="*/ 1 w 15"/>
                  <a:gd name="T37" fmla="*/ 11 h 14"/>
                  <a:gd name="T38" fmla="*/ 5 w 15"/>
                  <a:gd name="T39" fmla="*/ 14 h 14"/>
                  <a:gd name="T40" fmla="*/ 8 w 15"/>
                  <a:gd name="T41" fmla="*/ 14 h 14"/>
                  <a:gd name="T42" fmla="*/ 8 w 15"/>
                  <a:gd name="T43" fmla="*/ 14 h 14"/>
                  <a:gd name="T44" fmla="*/ 10 w 15"/>
                  <a:gd name="T45" fmla="*/ 14 h 14"/>
                  <a:gd name="T46" fmla="*/ 11 w 15"/>
                  <a:gd name="T47" fmla="*/ 14 h 14"/>
                  <a:gd name="T48" fmla="*/ 11 w 15"/>
                  <a:gd name="T49" fmla="*/ 14 h 14"/>
                  <a:gd name="T50" fmla="*/ 15 w 15"/>
                  <a:gd name="T51" fmla="*/ 7 h 14"/>
                  <a:gd name="T52" fmla="*/ 14 w 15"/>
                  <a:gd name="T53" fmla="*/ 4 h 14"/>
                  <a:gd name="T54" fmla="*/ 10 w 15"/>
                  <a:gd name="T55" fmla="*/ 1 h 14"/>
                  <a:gd name="T56" fmla="*/ 10 w 15"/>
                  <a:gd name="T57" fmla="*/ 0 h 14"/>
                  <a:gd name="T58" fmla="*/ 7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7" name="Freeform 800">
                <a:extLst>
                  <a:ext uri="{FF2B5EF4-FFF2-40B4-BE49-F238E27FC236}">
                    <a16:creationId xmlns:a16="http://schemas.microsoft.com/office/drawing/2014/main" id="{F381AB6A-8D00-48EC-98B8-BCB31B522337}"/>
                  </a:ext>
                </a:extLst>
              </p:cNvPr>
              <p:cNvSpPr>
                <a:spLocks/>
              </p:cNvSpPr>
              <p:nvPr userDrawn="1"/>
            </p:nvSpPr>
            <p:spPr bwMode="auto">
              <a:xfrm>
                <a:off x="-2259" y="1165"/>
                <a:ext cx="3" cy="3"/>
              </a:xfrm>
              <a:custGeom>
                <a:avLst/>
                <a:gdLst>
                  <a:gd name="T0" fmla="*/ 0 w 4"/>
                  <a:gd name="T1" fmla="*/ 0 h 4"/>
                  <a:gd name="T2" fmla="*/ 0 w 4"/>
                  <a:gd name="T3" fmla="*/ 1 h 4"/>
                  <a:gd name="T4" fmla="*/ 4 w 4"/>
                  <a:gd name="T5" fmla="*/ 4 h 4"/>
                  <a:gd name="T6" fmla="*/ 3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3"/>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8" name="Freeform 801">
                <a:extLst>
                  <a:ext uri="{FF2B5EF4-FFF2-40B4-BE49-F238E27FC236}">
                    <a16:creationId xmlns:a16="http://schemas.microsoft.com/office/drawing/2014/main" id="{5B2B800E-505A-4D45-91BC-D4A1D3F80A32}"/>
                  </a:ext>
                </a:extLst>
              </p:cNvPr>
              <p:cNvSpPr>
                <a:spLocks noEditPoints="1"/>
              </p:cNvSpPr>
              <p:nvPr userDrawn="1"/>
            </p:nvSpPr>
            <p:spPr bwMode="auto">
              <a:xfrm>
                <a:off x="-2266" y="1175"/>
                <a:ext cx="10" cy="10"/>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0"/>
                      <a:pt x="4"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9" name="Freeform 802">
                <a:extLst>
                  <a:ext uri="{FF2B5EF4-FFF2-40B4-BE49-F238E27FC236}">
                    <a16:creationId xmlns:a16="http://schemas.microsoft.com/office/drawing/2014/main" id="{D2F22CC9-4638-4F6C-9552-86F930A50D91}"/>
                  </a:ext>
                </a:extLst>
              </p:cNvPr>
              <p:cNvSpPr>
                <a:spLocks/>
              </p:cNvSpPr>
              <p:nvPr userDrawn="1"/>
            </p:nvSpPr>
            <p:spPr bwMode="auto">
              <a:xfrm>
                <a:off x="-2263" y="117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0" name="Freeform 803">
                <a:extLst>
                  <a:ext uri="{FF2B5EF4-FFF2-40B4-BE49-F238E27FC236}">
                    <a16:creationId xmlns:a16="http://schemas.microsoft.com/office/drawing/2014/main" id="{D0C44434-D5EB-41ED-ACC3-79A32F4DB111}"/>
                  </a:ext>
                </a:extLst>
              </p:cNvPr>
              <p:cNvSpPr>
                <a:spLocks noEditPoints="1"/>
              </p:cNvSpPr>
              <p:nvPr userDrawn="1"/>
            </p:nvSpPr>
            <p:spPr bwMode="auto">
              <a:xfrm>
                <a:off x="-2569" y="1307"/>
                <a:ext cx="83" cy="8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1" name="Freeform 804">
                <a:extLst>
                  <a:ext uri="{FF2B5EF4-FFF2-40B4-BE49-F238E27FC236}">
                    <a16:creationId xmlns:a16="http://schemas.microsoft.com/office/drawing/2014/main" id="{5088470E-1E56-4C52-91D1-7DC9C7673761}"/>
                  </a:ext>
                </a:extLst>
              </p:cNvPr>
              <p:cNvSpPr>
                <a:spLocks noEditPoints="1"/>
              </p:cNvSpPr>
              <p:nvPr userDrawn="1"/>
            </p:nvSpPr>
            <p:spPr bwMode="auto">
              <a:xfrm>
                <a:off x="-2522" y="1387"/>
                <a:ext cx="17" cy="18"/>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2" name="Freeform 805">
                <a:extLst>
                  <a:ext uri="{FF2B5EF4-FFF2-40B4-BE49-F238E27FC236}">
                    <a16:creationId xmlns:a16="http://schemas.microsoft.com/office/drawing/2014/main" id="{91D6DC72-0B82-46CA-BF8E-C3F7F678EB93}"/>
                  </a:ext>
                </a:extLst>
              </p:cNvPr>
              <p:cNvSpPr>
                <a:spLocks/>
              </p:cNvSpPr>
              <p:nvPr userDrawn="1"/>
            </p:nvSpPr>
            <p:spPr bwMode="auto">
              <a:xfrm>
                <a:off x="-2516" y="1405"/>
                <a:ext cx="14" cy="13"/>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3" name="Freeform 806">
                <a:extLst>
                  <a:ext uri="{FF2B5EF4-FFF2-40B4-BE49-F238E27FC236}">
                    <a16:creationId xmlns:a16="http://schemas.microsoft.com/office/drawing/2014/main" id="{A0559E40-7150-46F1-9378-1B72D76CCBEF}"/>
                  </a:ext>
                </a:extLst>
              </p:cNvPr>
              <p:cNvSpPr>
                <a:spLocks noEditPoints="1"/>
              </p:cNvSpPr>
              <p:nvPr userDrawn="1"/>
            </p:nvSpPr>
            <p:spPr bwMode="auto">
              <a:xfrm>
                <a:off x="-2503" y="1412"/>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4" name="Freeform 807">
                <a:extLst>
                  <a:ext uri="{FF2B5EF4-FFF2-40B4-BE49-F238E27FC236}">
                    <a16:creationId xmlns:a16="http://schemas.microsoft.com/office/drawing/2014/main" id="{43C08241-F76A-43C2-BACE-0FA12DE27866}"/>
                  </a:ext>
                </a:extLst>
              </p:cNvPr>
              <p:cNvSpPr>
                <a:spLocks noEditPoints="1"/>
              </p:cNvSpPr>
              <p:nvPr userDrawn="1"/>
            </p:nvSpPr>
            <p:spPr bwMode="auto">
              <a:xfrm>
                <a:off x="-2461" y="2018"/>
                <a:ext cx="97" cy="95"/>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745" name="Freeform 809">
              <a:extLst>
                <a:ext uri="{FF2B5EF4-FFF2-40B4-BE49-F238E27FC236}">
                  <a16:creationId xmlns:a16="http://schemas.microsoft.com/office/drawing/2014/main" id="{55AFEAE8-ED6A-4F66-BAA2-E3C6E88D9640}"/>
                </a:ext>
              </a:extLst>
            </p:cNvPr>
            <p:cNvSpPr>
              <a:spLocks noEditPoints="1"/>
            </p:cNvSpPr>
            <p:nvPr userDrawn="1"/>
          </p:nvSpPr>
          <p:spPr bwMode="auto">
            <a:xfrm>
              <a:off x="4895114" y="3832200"/>
              <a:ext cx="40138" cy="42146"/>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6" name="Freeform 810">
              <a:extLst>
                <a:ext uri="{FF2B5EF4-FFF2-40B4-BE49-F238E27FC236}">
                  <a16:creationId xmlns:a16="http://schemas.microsoft.com/office/drawing/2014/main" id="{12CC4DB3-0AA7-4197-AEBA-5FA1D75619AE}"/>
                </a:ext>
              </a:extLst>
            </p:cNvPr>
            <p:cNvSpPr>
              <a:spLocks/>
            </p:cNvSpPr>
            <p:nvPr userDrawn="1"/>
          </p:nvSpPr>
          <p:spPr bwMode="auto">
            <a:xfrm>
              <a:off x="4911169" y="3874345"/>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7" name="Freeform 811">
              <a:extLst>
                <a:ext uri="{FF2B5EF4-FFF2-40B4-BE49-F238E27FC236}">
                  <a16:creationId xmlns:a16="http://schemas.microsoft.com/office/drawing/2014/main" id="{65C24C49-62E4-4513-AC8F-2EEFEF0AA331}"/>
                </a:ext>
              </a:extLst>
            </p:cNvPr>
            <p:cNvSpPr>
              <a:spLocks noEditPoints="1"/>
            </p:cNvSpPr>
            <p:nvPr userDrawn="1"/>
          </p:nvSpPr>
          <p:spPr bwMode="auto">
            <a:xfrm>
              <a:off x="4943280" y="3892407"/>
              <a:ext cx="26091" cy="28097"/>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8" name="Freeform 812">
              <a:extLst>
                <a:ext uri="{FF2B5EF4-FFF2-40B4-BE49-F238E27FC236}">
                  <a16:creationId xmlns:a16="http://schemas.microsoft.com/office/drawing/2014/main" id="{21E414B8-6E71-40B6-AA10-CA29FCB6843E}"/>
                </a:ext>
              </a:extLst>
            </p:cNvPr>
            <p:cNvSpPr>
              <a:spLocks noEditPoints="1"/>
            </p:cNvSpPr>
            <p:nvPr userDrawn="1"/>
          </p:nvSpPr>
          <p:spPr bwMode="auto">
            <a:xfrm>
              <a:off x="4746602" y="2836771"/>
              <a:ext cx="164567" cy="162561"/>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9" name="Freeform 813">
              <a:extLst>
                <a:ext uri="{FF2B5EF4-FFF2-40B4-BE49-F238E27FC236}">
                  <a16:creationId xmlns:a16="http://schemas.microsoft.com/office/drawing/2014/main" id="{2A543E69-D479-4E73-9B73-C26CAFF0C399}"/>
                </a:ext>
              </a:extLst>
            </p:cNvPr>
            <p:cNvSpPr>
              <a:spLocks/>
            </p:cNvSpPr>
            <p:nvPr userDrawn="1"/>
          </p:nvSpPr>
          <p:spPr bwMode="auto">
            <a:xfrm>
              <a:off x="4838920" y="2997324"/>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0" name="Freeform 814">
              <a:extLst>
                <a:ext uri="{FF2B5EF4-FFF2-40B4-BE49-F238E27FC236}">
                  <a16:creationId xmlns:a16="http://schemas.microsoft.com/office/drawing/2014/main" id="{92E79D7F-2D7F-4113-91B8-6310D5A700BD}"/>
                </a:ext>
              </a:extLst>
            </p:cNvPr>
            <p:cNvSpPr>
              <a:spLocks/>
            </p:cNvSpPr>
            <p:nvPr userDrawn="1"/>
          </p:nvSpPr>
          <p:spPr bwMode="auto">
            <a:xfrm>
              <a:off x="4852968" y="3033449"/>
              <a:ext cx="26091" cy="26090"/>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1" name="Freeform 815">
              <a:extLst>
                <a:ext uri="{FF2B5EF4-FFF2-40B4-BE49-F238E27FC236}">
                  <a16:creationId xmlns:a16="http://schemas.microsoft.com/office/drawing/2014/main" id="{254B6641-569A-441B-9F12-8621A4B9D342}"/>
                </a:ext>
              </a:extLst>
            </p:cNvPr>
            <p:cNvSpPr>
              <a:spLocks noEditPoints="1"/>
            </p:cNvSpPr>
            <p:nvPr userDrawn="1"/>
          </p:nvSpPr>
          <p:spPr bwMode="auto">
            <a:xfrm>
              <a:off x="4879058" y="304749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2" name="Freeform 816">
              <a:extLst>
                <a:ext uri="{FF2B5EF4-FFF2-40B4-BE49-F238E27FC236}">
                  <a16:creationId xmlns:a16="http://schemas.microsoft.com/office/drawing/2014/main" id="{142B4A4B-EFC1-4154-80FC-73725D3FA69F}"/>
                </a:ext>
              </a:extLst>
            </p:cNvPr>
            <p:cNvSpPr>
              <a:spLocks noEditPoints="1"/>
            </p:cNvSpPr>
            <p:nvPr userDrawn="1"/>
          </p:nvSpPr>
          <p:spPr bwMode="auto">
            <a:xfrm>
              <a:off x="4343212" y="3053518"/>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3" name="Freeform 817">
              <a:extLst>
                <a:ext uri="{FF2B5EF4-FFF2-40B4-BE49-F238E27FC236}">
                  <a16:creationId xmlns:a16="http://schemas.microsoft.com/office/drawing/2014/main" id="{1B3FCF33-1A62-4BF9-A292-5392B0E89B04}"/>
                </a:ext>
              </a:extLst>
            </p:cNvPr>
            <p:cNvSpPr>
              <a:spLocks noEditPoints="1"/>
            </p:cNvSpPr>
            <p:nvPr userDrawn="1"/>
          </p:nvSpPr>
          <p:spPr bwMode="auto">
            <a:xfrm>
              <a:off x="4507779" y="3191994"/>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4" name="Freeform 818">
              <a:extLst>
                <a:ext uri="{FF2B5EF4-FFF2-40B4-BE49-F238E27FC236}">
                  <a16:creationId xmlns:a16="http://schemas.microsoft.com/office/drawing/2014/main" id="{BE69A2FC-CAC1-4561-993E-6307C0C4A1E1}"/>
                </a:ext>
              </a:extLst>
            </p:cNvPr>
            <p:cNvSpPr>
              <a:spLocks noEditPoints="1"/>
            </p:cNvSpPr>
            <p:nvPr userDrawn="1"/>
          </p:nvSpPr>
          <p:spPr bwMode="auto">
            <a:xfrm>
              <a:off x="4543903" y="3218085"/>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6 w 20"/>
                <a:gd name="T43" fmla="*/ 18 h 20"/>
                <a:gd name="T44" fmla="*/ 20 w 20"/>
                <a:gd name="T45" fmla="*/ 10 h 20"/>
                <a:gd name="T46" fmla="*/ 18 w 20"/>
                <a:gd name="T47" fmla="*/ 4 h 20"/>
                <a:gd name="T48" fmla="*/ 18 w 20"/>
                <a:gd name="T49" fmla="*/ 4 h 20"/>
                <a:gd name="T50" fmla="*/ 10 w 20"/>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5" name="Freeform 819">
              <a:extLst>
                <a:ext uri="{FF2B5EF4-FFF2-40B4-BE49-F238E27FC236}">
                  <a16:creationId xmlns:a16="http://schemas.microsoft.com/office/drawing/2014/main" id="{133969FE-2F89-4EBF-898F-E98DEBA55F6A}"/>
                </a:ext>
              </a:extLst>
            </p:cNvPr>
            <p:cNvSpPr>
              <a:spLocks noEditPoints="1"/>
            </p:cNvSpPr>
            <p:nvPr userDrawn="1"/>
          </p:nvSpPr>
          <p:spPr bwMode="auto">
            <a:xfrm>
              <a:off x="4576014" y="3216077"/>
              <a:ext cx="28097" cy="26090"/>
            </a:xfrm>
            <a:custGeom>
              <a:avLst/>
              <a:gdLst>
                <a:gd name="T0" fmla="*/ 7 w 18"/>
                <a:gd name="T1" fmla="*/ 11 h 18"/>
                <a:gd name="T2" fmla="*/ 6 w 18"/>
                <a:gd name="T3" fmla="*/ 9 h 18"/>
                <a:gd name="T4" fmla="*/ 7 w 18"/>
                <a:gd name="T5" fmla="*/ 7 h 18"/>
                <a:gd name="T6" fmla="*/ 9 w 18"/>
                <a:gd name="T7" fmla="*/ 6 h 18"/>
                <a:gd name="T8" fmla="*/ 11 w 18"/>
                <a:gd name="T9" fmla="*/ 8 h 18"/>
                <a:gd name="T10" fmla="*/ 11 w 18"/>
                <a:gd name="T11" fmla="*/ 8 h 18"/>
                <a:gd name="T12" fmla="*/ 12 w 18"/>
                <a:gd name="T13" fmla="*/ 9 h 18"/>
                <a:gd name="T14" fmla="*/ 11 w 18"/>
                <a:gd name="T15" fmla="*/ 11 h 18"/>
                <a:gd name="T16" fmla="*/ 9 w 18"/>
                <a:gd name="T17" fmla="*/ 12 h 18"/>
                <a:gd name="T18" fmla="*/ 7 w 18"/>
                <a:gd name="T19" fmla="*/ 11 h 18"/>
                <a:gd name="T20" fmla="*/ 7 w 18"/>
                <a:gd name="T21" fmla="*/ 11 h 18"/>
                <a:gd name="T22" fmla="*/ 9 w 18"/>
                <a:gd name="T23" fmla="*/ 0 h 18"/>
                <a:gd name="T24" fmla="*/ 9 w 18"/>
                <a:gd name="T25" fmla="*/ 0 h 18"/>
                <a:gd name="T26" fmla="*/ 9 w 18"/>
                <a:gd name="T27" fmla="*/ 0 h 18"/>
                <a:gd name="T28" fmla="*/ 4 w 18"/>
                <a:gd name="T29" fmla="*/ 2 h 18"/>
                <a:gd name="T30" fmla="*/ 0 w 18"/>
                <a:gd name="T31" fmla="*/ 9 h 18"/>
                <a:gd name="T32" fmla="*/ 2 w 18"/>
                <a:gd name="T33" fmla="*/ 14 h 18"/>
                <a:gd name="T34" fmla="*/ 2 w 18"/>
                <a:gd name="T35" fmla="*/ 14 h 18"/>
                <a:gd name="T36" fmla="*/ 9 w 18"/>
                <a:gd name="T37" fmla="*/ 18 h 18"/>
                <a:gd name="T38" fmla="*/ 9 w 18"/>
                <a:gd name="T39" fmla="*/ 18 h 18"/>
                <a:gd name="T40" fmla="*/ 14 w 18"/>
                <a:gd name="T41" fmla="*/ 16 h 18"/>
                <a:gd name="T42" fmla="*/ 14 w 18"/>
                <a:gd name="T43" fmla="*/ 16 h 18"/>
                <a:gd name="T44" fmla="*/ 18 w 18"/>
                <a:gd name="T45" fmla="*/ 9 h 18"/>
                <a:gd name="T46" fmla="*/ 16 w 18"/>
                <a:gd name="T47" fmla="*/ 4 h 18"/>
                <a:gd name="T48" fmla="*/ 14 w 18"/>
                <a:gd name="T49" fmla="*/ 6 h 18"/>
                <a:gd name="T50" fmla="*/ 16 w 18"/>
                <a:gd name="T51" fmla="*/ 4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7" y="11"/>
                  </a:move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moveTo>
                    <a:pt x="9" y="0"/>
                  </a:moveTo>
                  <a:cubicBezTo>
                    <a:pt x="9" y="0"/>
                    <a:pt x="9" y="0"/>
                    <a:pt x="9" y="0"/>
                  </a:cubicBezTo>
                  <a:cubicBezTo>
                    <a:pt x="9" y="0"/>
                    <a:pt x="9" y="0"/>
                    <a:pt x="9" y="0"/>
                  </a:cubicBezTo>
                  <a:cubicBezTo>
                    <a:pt x="7" y="0"/>
                    <a:pt x="5" y="1"/>
                    <a:pt x="4" y="2"/>
                  </a:cubicBezTo>
                  <a:cubicBezTo>
                    <a:pt x="2"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4" y="16"/>
                    <a:pt x="14" y="16"/>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6" name="Freeform 820">
              <a:extLst>
                <a:ext uri="{FF2B5EF4-FFF2-40B4-BE49-F238E27FC236}">
                  <a16:creationId xmlns:a16="http://schemas.microsoft.com/office/drawing/2014/main" id="{3F39F06C-5FB5-403C-A03A-D4BB85D0F3FD}"/>
                </a:ext>
              </a:extLst>
            </p:cNvPr>
            <p:cNvSpPr>
              <a:spLocks/>
            </p:cNvSpPr>
            <p:nvPr userDrawn="1"/>
          </p:nvSpPr>
          <p:spPr bwMode="auto">
            <a:xfrm>
              <a:off x="3014636" y="269227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7" name="Freeform 821">
              <a:extLst>
                <a:ext uri="{FF2B5EF4-FFF2-40B4-BE49-F238E27FC236}">
                  <a16:creationId xmlns:a16="http://schemas.microsoft.com/office/drawing/2014/main" id="{A34F6B0C-CD95-4572-85E5-F627335478DD}"/>
                </a:ext>
              </a:extLst>
            </p:cNvPr>
            <p:cNvSpPr>
              <a:spLocks noEditPoints="1"/>
            </p:cNvSpPr>
            <p:nvPr userDrawn="1"/>
          </p:nvSpPr>
          <p:spPr bwMode="auto">
            <a:xfrm>
              <a:off x="3068823" y="2963206"/>
              <a:ext cx="24083" cy="18063"/>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8" name="Freeform 822">
              <a:extLst>
                <a:ext uri="{FF2B5EF4-FFF2-40B4-BE49-F238E27FC236}">
                  <a16:creationId xmlns:a16="http://schemas.microsoft.com/office/drawing/2014/main" id="{5812FA7F-C127-4F7F-988B-386FF2D838E2}"/>
                </a:ext>
              </a:extLst>
            </p:cNvPr>
            <p:cNvSpPr>
              <a:spLocks noEditPoints="1"/>
            </p:cNvSpPr>
            <p:nvPr userDrawn="1"/>
          </p:nvSpPr>
          <p:spPr bwMode="auto">
            <a:xfrm>
              <a:off x="3307645" y="2939123"/>
              <a:ext cx="62215" cy="60207"/>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5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9" name="Freeform 823">
              <a:extLst>
                <a:ext uri="{FF2B5EF4-FFF2-40B4-BE49-F238E27FC236}">
                  <a16:creationId xmlns:a16="http://schemas.microsoft.com/office/drawing/2014/main" id="{C85B4319-AC6F-4228-9BB3-D00283E7727D}"/>
                </a:ext>
              </a:extLst>
            </p:cNvPr>
            <p:cNvSpPr>
              <a:spLocks noEditPoints="1"/>
            </p:cNvSpPr>
            <p:nvPr userDrawn="1"/>
          </p:nvSpPr>
          <p:spPr bwMode="auto">
            <a:xfrm>
              <a:off x="3369860" y="2987289"/>
              <a:ext cx="44152" cy="44152"/>
            </a:xfrm>
            <a:custGeom>
              <a:avLst/>
              <a:gdLst>
                <a:gd name="T0" fmla="*/ 27 w 30"/>
                <a:gd name="T1" fmla="*/ 6 h 30"/>
                <a:gd name="T2" fmla="*/ 27 w 30"/>
                <a:gd name="T3" fmla="*/ 6 h 30"/>
                <a:gd name="T4" fmla="*/ 27 w 30"/>
                <a:gd name="T5" fmla="*/ 6 h 30"/>
                <a:gd name="T6" fmla="*/ 27 w 30"/>
                <a:gd name="T7" fmla="*/ 6 h 30"/>
                <a:gd name="T8" fmla="*/ 15 w 30"/>
                <a:gd name="T9" fmla="*/ 0 h 30"/>
                <a:gd name="T10" fmla="*/ 15 w 30"/>
                <a:gd name="T11" fmla="*/ 0 h 30"/>
                <a:gd name="T12" fmla="*/ 6 w 30"/>
                <a:gd name="T13" fmla="*/ 3 h 30"/>
                <a:gd name="T14" fmla="*/ 6 w 30"/>
                <a:gd name="T15" fmla="*/ 3 h 30"/>
                <a:gd name="T16" fmla="*/ 0 w 30"/>
                <a:gd name="T17" fmla="*/ 15 h 30"/>
                <a:gd name="T18" fmla="*/ 3 w 30"/>
                <a:gd name="T19" fmla="*/ 24 h 30"/>
                <a:gd name="T20" fmla="*/ 3 w 30"/>
                <a:gd name="T21" fmla="*/ 24 h 30"/>
                <a:gd name="T22" fmla="*/ 15 w 30"/>
                <a:gd name="T23" fmla="*/ 30 h 30"/>
                <a:gd name="T24" fmla="*/ 15 w 30"/>
                <a:gd name="T25" fmla="*/ 30 h 30"/>
                <a:gd name="T26" fmla="*/ 24 w 30"/>
                <a:gd name="T27" fmla="*/ 27 h 30"/>
                <a:gd name="T28" fmla="*/ 24 w 30"/>
                <a:gd name="T29" fmla="*/ 27 h 30"/>
                <a:gd name="T30" fmla="*/ 24 w 30"/>
                <a:gd name="T31" fmla="*/ 27 h 30"/>
                <a:gd name="T32" fmla="*/ 30 w 30"/>
                <a:gd name="T33" fmla="*/ 15 h 30"/>
                <a:gd name="T34" fmla="*/ 27 w 30"/>
                <a:gd name="T35" fmla="*/ 6 h 30"/>
                <a:gd name="T36" fmla="*/ 25 w 30"/>
                <a:gd name="T37" fmla="*/ 7 h 30"/>
                <a:gd name="T38" fmla="*/ 22 w 30"/>
                <a:gd name="T39" fmla="*/ 9 h 30"/>
                <a:gd name="T40" fmla="*/ 24 w 30"/>
                <a:gd name="T41" fmla="*/ 15 h 30"/>
                <a:gd name="T42" fmla="*/ 21 w 30"/>
                <a:gd name="T43" fmla="*/ 22 h 30"/>
                <a:gd name="T44" fmla="*/ 21 w 30"/>
                <a:gd name="T45" fmla="*/ 22 h 30"/>
                <a:gd name="T46" fmla="*/ 15 w 30"/>
                <a:gd name="T47" fmla="*/ 24 h 30"/>
                <a:gd name="T48" fmla="*/ 7 w 30"/>
                <a:gd name="T49" fmla="*/ 20 h 30"/>
                <a:gd name="T50" fmla="*/ 7 w 30"/>
                <a:gd name="T51" fmla="*/ 20 h 30"/>
                <a:gd name="T52" fmla="*/ 6 w 30"/>
                <a:gd name="T53" fmla="*/ 15 h 30"/>
                <a:gd name="T54" fmla="*/ 9 w 30"/>
                <a:gd name="T55" fmla="*/ 7 h 30"/>
                <a:gd name="T56" fmla="*/ 9 w 30"/>
                <a:gd name="T57" fmla="*/ 7 h 30"/>
                <a:gd name="T58" fmla="*/ 15 w 30"/>
                <a:gd name="T59" fmla="*/ 6 h 30"/>
                <a:gd name="T60" fmla="*/ 22 w 30"/>
                <a:gd name="T61" fmla="*/ 9 h 30"/>
                <a:gd name="T62" fmla="*/ 22 w 30"/>
                <a:gd name="T63" fmla="*/ 9 h 30"/>
                <a:gd name="T64" fmla="*/ 25 w 30"/>
                <a:gd name="T65" fmla="*/ 7 h 30"/>
                <a:gd name="T66" fmla="*/ 27 w 30"/>
                <a:gd name="T67" fmla="*/ 6 h 30"/>
                <a:gd name="T68" fmla="*/ 27 w 30"/>
                <a:gd name="T69" fmla="*/ 6 h 30"/>
                <a:gd name="T70" fmla="*/ 27 w 30"/>
                <a:gd name="T71" fmla="*/ 6 h 30"/>
                <a:gd name="T72" fmla="*/ 15 w 30"/>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27" y="6"/>
                  </a:moveTo>
                  <a:cubicBezTo>
                    <a:pt x="27" y="6"/>
                    <a:pt x="27" y="6"/>
                    <a:pt x="27" y="6"/>
                  </a:cubicBezTo>
                  <a:cubicBezTo>
                    <a:pt x="27" y="6"/>
                    <a:pt x="27" y="6"/>
                    <a:pt x="27" y="6"/>
                  </a:cubicBezTo>
                  <a:cubicBezTo>
                    <a:pt x="27" y="6"/>
                    <a:pt x="27" y="6"/>
                    <a:pt x="27" y="6"/>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8"/>
                    <a:pt x="6" y="17"/>
                    <a:pt x="6" y="15"/>
                  </a:cubicBezTo>
                  <a:cubicBezTo>
                    <a:pt x="6" y="12"/>
                    <a:pt x="7" y="9"/>
                    <a:pt x="9" y="7"/>
                  </a:cubicBezTo>
                  <a:cubicBezTo>
                    <a:pt x="9" y="7"/>
                    <a:pt x="9" y="7"/>
                    <a:pt x="9" y="7"/>
                  </a:cubicBezTo>
                  <a:cubicBezTo>
                    <a:pt x="11" y="6"/>
                    <a:pt x="13" y="6"/>
                    <a:pt x="15" y="6"/>
                  </a:cubicBezTo>
                  <a:cubicBezTo>
                    <a:pt x="18" y="6"/>
                    <a:pt x="21" y="7"/>
                    <a:pt x="22" y="9"/>
                  </a:cubicBezTo>
                  <a:cubicBezTo>
                    <a:pt x="22" y="9"/>
                    <a:pt x="22" y="9"/>
                    <a:pt x="22" y="9"/>
                  </a:cubicBezTo>
                  <a:cubicBezTo>
                    <a:pt x="25" y="7"/>
                    <a:pt x="25" y="7"/>
                    <a:pt x="25" y="7"/>
                  </a:cubicBezTo>
                  <a:cubicBezTo>
                    <a:pt x="27" y="6"/>
                    <a:pt x="27" y="6"/>
                    <a:pt x="27" y="6"/>
                  </a:cubicBezTo>
                  <a:cubicBezTo>
                    <a:pt x="27" y="6"/>
                    <a:pt x="27" y="6"/>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0" name="Freeform 824">
              <a:extLst>
                <a:ext uri="{FF2B5EF4-FFF2-40B4-BE49-F238E27FC236}">
                  <a16:creationId xmlns:a16="http://schemas.microsoft.com/office/drawing/2014/main" id="{B65C2D36-E9D0-4229-92A2-544E1306967E}"/>
                </a:ext>
              </a:extLst>
            </p:cNvPr>
            <p:cNvSpPr>
              <a:spLocks noEditPoints="1"/>
            </p:cNvSpPr>
            <p:nvPr userDrawn="1"/>
          </p:nvSpPr>
          <p:spPr bwMode="auto">
            <a:xfrm>
              <a:off x="3428060" y="2981269"/>
              <a:ext cx="38132" cy="38132"/>
            </a:xfrm>
            <a:custGeom>
              <a:avLst/>
              <a:gdLst>
                <a:gd name="T0" fmla="*/ 3 w 26"/>
                <a:gd name="T1" fmla="*/ 20 h 25"/>
                <a:gd name="T2" fmla="*/ 3 w 26"/>
                <a:gd name="T3" fmla="*/ 20 h 25"/>
                <a:gd name="T4" fmla="*/ 3 w 26"/>
                <a:gd name="T5" fmla="*/ 20 h 25"/>
                <a:gd name="T6" fmla="*/ 3 w 26"/>
                <a:gd name="T7" fmla="*/ 20 h 25"/>
                <a:gd name="T8" fmla="*/ 19 w 26"/>
                <a:gd name="T9" fmla="*/ 8 h 25"/>
                <a:gd name="T10" fmla="*/ 21 w 26"/>
                <a:gd name="T11" fmla="*/ 6 h 25"/>
                <a:gd name="T12" fmla="*/ 24 w 26"/>
                <a:gd name="T13" fmla="*/ 5 h 25"/>
                <a:gd name="T14" fmla="*/ 21 w 26"/>
                <a:gd name="T15" fmla="*/ 6 h 25"/>
                <a:gd name="T16" fmla="*/ 19 w 26"/>
                <a:gd name="T17" fmla="*/ 8 h 25"/>
                <a:gd name="T18" fmla="*/ 20 w 26"/>
                <a:gd name="T19" fmla="*/ 12 h 25"/>
                <a:gd name="T20" fmla="*/ 18 w 26"/>
                <a:gd name="T21" fmla="*/ 18 h 25"/>
                <a:gd name="T22" fmla="*/ 18 w 26"/>
                <a:gd name="T23" fmla="*/ 18 h 25"/>
                <a:gd name="T24" fmla="*/ 13 w 26"/>
                <a:gd name="T25" fmla="*/ 19 h 25"/>
                <a:gd name="T26" fmla="*/ 8 w 26"/>
                <a:gd name="T27" fmla="*/ 16 h 25"/>
                <a:gd name="T28" fmla="*/ 8 w 26"/>
                <a:gd name="T29" fmla="*/ 16 h 25"/>
                <a:gd name="T30" fmla="*/ 6 w 26"/>
                <a:gd name="T31" fmla="*/ 12 h 25"/>
                <a:gd name="T32" fmla="*/ 9 w 26"/>
                <a:gd name="T33" fmla="*/ 7 h 25"/>
                <a:gd name="T34" fmla="*/ 9 w 26"/>
                <a:gd name="T35" fmla="*/ 7 h 25"/>
                <a:gd name="T36" fmla="*/ 9 w 26"/>
                <a:gd name="T37" fmla="*/ 7 h 25"/>
                <a:gd name="T38" fmla="*/ 13 w 26"/>
                <a:gd name="T39" fmla="*/ 6 h 25"/>
                <a:gd name="T40" fmla="*/ 19 w 26"/>
                <a:gd name="T41" fmla="*/ 8 h 25"/>
                <a:gd name="T42" fmla="*/ 13 w 26"/>
                <a:gd name="T43" fmla="*/ 0 h 25"/>
                <a:gd name="T44" fmla="*/ 13 w 26"/>
                <a:gd name="T45" fmla="*/ 0 h 25"/>
                <a:gd name="T46" fmla="*/ 13 w 26"/>
                <a:gd name="T47" fmla="*/ 0 h 25"/>
                <a:gd name="T48" fmla="*/ 6 w 26"/>
                <a:gd name="T49" fmla="*/ 2 h 25"/>
                <a:gd name="T50" fmla="*/ 6 w 26"/>
                <a:gd name="T51" fmla="*/ 2 h 25"/>
                <a:gd name="T52" fmla="*/ 0 w 26"/>
                <a:gd name="T53" fmla="*/ 12 h 25"/>
                <a:gd name="T54" fmla="*/ 3 w 26"/>
                <a:gd name="T55" fmla="*/ 20 h 25"/>
                <a:gd name="T56" fmla="*/ 3 w 26"/>
                <a:gd name="T57" fmla="*/ 20 h 25"/>
                <a:gd name="T58" fmla="*/ 13 w 26"/>
                <a:gd name="T59" fmla="*/ 25 h 25"/>
                <a:gd name="T60" fmla="*/ 13 w 26"/>
                <a:gd name="T61" fmla="*/ 25 h 25"/>
                <a:gd name="T62" fmla="*/ 21 w 26"/>
                <a:gd name="T63" fmla="*/ 23 h 25"/>
                <a:gd name="T64" fmla="*/ 21 w 26"/>
                <a:gd name="T65" fmla="*/ 23 h 25"/>
                <a:gd name="T66" fmla="*/ 26 w 26"/>
                <a:gd name="T67" fmla="*/ 12 h 25"/>
                <a:gd name="T68" fmla="*/ 24 w 26"/>
                <a:gd name="T69" fmla="*/ 5 h 25"/>
                <a:gd name="T70" fmla="*/ 24 w 26"/>
                <a:gd name="T71" fmla="*/ 5 h 25"/>
                <a:gd name="T72" fmla="*/ 13 w 26"/>
                <a:gd name="T7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25">
                  <a:moveTo>
                    <a:pt x="3" y="20"/>
                  </a:moveTo>
                  <a:cubicBezTo>
                    <a:pt x="3" y="20"/>
                    <a:pt x="3" y="20"/>
                    <a:pt x="3" y="20"/>
                  </a:cubicBezTo>
                  <a:cubicBezTo>
                    <a:pt x="3" y="20"/>
                    <a:pt x="3" y="20"/>
                    <a:pt x="3" y="20"/>
                  </a:cubicBezTo>
                  <a:cubicBezTo>
                    <a:pt x="3" y="20"/>
                    <a:pt x="3" y="20"/>
                    <a:pt x="3" y="20"/>
                  </a:cubicBezTo>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1" name="Freeform 825">
              <a:extLst>
                <a:ext uri="{FF2B5EF4-FFF2-40B4-BE49-F238E27FC236}">
                  <a16:creationId xmlns:a16="http://schemas.microsoft.com/office/drawing/2014/main" id="{A96E5D8C-3DDA-4EBA-A0BF-DDA1275C94AF}"/>
                </a:ext>
              </a:extLst>
            </p:cNvPr>
            <p:cNvSpPr>
              <a:spLocks/>
            </p:cNvSpPr>
            <p:nvPr userDrawn="1"/>
          </p:nvSpPr>
          <p:spPr bwMode="auto">
            <a:xfrm>
              <a:off x="4224805" y="2373174"/>
              <a:ext cx="168581" cy="154533"/>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2" name="Freeform 826">
              <a:extLst>
                <a:ext uri="{FF2B5EF4-FFF2-40B4-BE49-F238E27FC236}">
                  <a16:creationId xmlns:a16="http://schemas.microsoft.com/office/drawing/2014/main" id="{A35785DE-1346-4F09-8CA8-5251B4FD95CE}"/>
                </a:ext>
              </a:extLst>
            </p:cNvPr>
            <p:cNvSpPr>
              <a:spLocks noEditPoints="1"/>
            </p:cNvSpPr>
            <p:nvPr userDrawn="1"/>
          </p:nvSpPr>
          <p:spPr bwMode="auto">
            <a:xfrm>
              <a:off x="4206742" y="2375181"/>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3" name="Freeform 827">
              <a:extLst>
                <a:ext uri="{FF2B5EF4-FFF2-40B4-BE49-F238E27FC236}">
                  <a16:creationId xmlns:a16="http://schemas.microsoft.com/office/drawing/2014/main" id="{8574A5CD-09B1-4F32-B6DF-498DD950BF1B}"/>
                </a:ext>
              </a:extLst>
            </p:cNvPr>
            <p:cNvSpPr>
              <a:spLocks noEditPoints="1"/>
            </p:cNvSpPr>
            <p:nvPr userDrawn="1"/>
          </p:nvSpPr>
          <p:spPr bwMode="auto">
            <a:xfrm>
              <a:off x="4182659" y="2359126"/>
              <a:ext cx="28097" cy="28097"/>
            </a:xfrm>
            <a:custGeom>
              <a:avLst/>
              <a:gdLst>
                <a:gd name="T0" fmla="*/ 9 w 19"/>
                <a:gd name="T1" fmla="*/ 12 h 18"/>
                <a:gd name="T2" fmla="*/ 8 w 19"/>
                <a:gd name="T3" fmla="*/ 12 h 18"/>
                <a:gd name="T4" fmla="*/ 9 w 19"/>
                <a:gd name="T5" fmla="*/ 12 h 18"/>
                <a:gd name="T6" fmla="*/ 9 w 19"/>
                <a:gd name="T7" fmla="*/ 0 h 18"/>
                <a:gd name="T8" fmla="*/ 4 w 19"/>
                <a:gd name="T9" fmla="*/ 2 h 18"/>
                <a:gd name="T10" fmla="*/ 1 w 19"/>
                <a:gd name="T11" fmla="*/ 6 h 18"/>
                <a:gd name="T12" fmla="*/ 1 w 19"/>
                <a:gd name="T13" fmla="*/ 6 h 18"/>
                <a:gd name="T14" fmla="*/ 0 w 19"/>
                <a:gd name="T15" fmla="*/ 9 h 18"/>
                <a:gd name="T16" fmla="*/ 7 w 19"/>
                <a:gd name="T17" fmla="*/ 17 h 18"/>
                <a:gd name="T18" fmla="*/ 7 w 19"/>
                <a:gd name="T19" fmla="*/ 17 h 18"/>
                <a:gd name="T20" fmla="*/ 10 w 19"/>
                <a:gd name="T21" fmla="*/ 18 h 18"/>
                <a:gd name="T22" fmla="*/ 15 w 19"/>
                <a:gd name="T23" fmla="*/ 16 h 18"/>
                <a:gd name="T24" fmla="*/ 18 w 19"/>
                <a:gd name="T25" fmla="*/ 12 h 18"/>
                <a:gd name="T26" fmla="*/ 19 w 19"/>
                <a:gd name="T27" fmla="*/ 9 h 18"/>
                <a:gd name="T28" fmla="*/ 13 w 19"/>
                <a:gd name="T29" fmla="*/ 1 h 18"/>
                <a:gd name="T30" fmla="*/ 12 w 19"/>
                <a:gd name="T31" fmla="*/ 4 h 18"/>
                <a:gd name="T32" fmla="*/ 11 w 19"/>
                <a:gd name="T33" fmla="*/ 6 h 18"/>
                <a:gd name="T34" fmla="*/ 13 w 19"/>
                <a:gd name="T35" fmla="*/ 9 h 18"/>
                <a:gd name="T36" fmla="*/ 13 w 19"/>
                <a:gd name="T37" fmla="*/ 10 h 18"/>
                <a:gd name="T38" fmla="*/ 12 w 19"/>
                <a:gd name="T39" fmla="*/ 11 h 18"/>
                <a:gd name="T40" fmla="*/ 10 w 19"/>
                <a:gd name="T41" fmla="*/ 12 h 18"/>
                <a:gd name="T42" fmla="*/ 10 w 19"/>
                <a:gd name="T43" fmla="*/ 12 h 18"/>
                <a:gd name="T44" fmla="*/ 9 w 19"/>
                <a:gd name="T45" fmla="*/ 12 h 18"/>
                <a:gd name="T46" fmla="*/ 8 w 19"/>
                <a:gd name="T47" fmla="*/ 12 h 18"/>
                <a:gd name="T48" fmla="*/ 6 w 19"/>
                <a:gd name="T49" fmla="*/ 9 h 18"/>
                <a:gd name="T50" fmla="*/ 6 w 19"/>
                <a:gd name="T51" fmla="*/ 8 h 18"/>
                <a:gd name="T52" fmla="*/ 6 w 19"/>
                <a:gd name="T53" fmla="*/ 8 h 18"/>
                <a:gd name="T54" fmla="*/ 7 w 19"/>
                <a:gd name="T55" fmla="*/ 7 h 18"/>
                <a:gd name="T56" fmla="*/ 9 w 19"/>
                <a:gd name="T57" fmla="*/ 6 h 18"/>
                <a:gd name="T58" fmla="*/ 9 w 19"/>
                <a:gd name="T59" fmla="*/ 6 h 18"/>
                <a:gd name="T60" fmla="*/ 11 w 19"/>
                <a:gd name="T61" fmla="*/ 6 h 18"/>
                <a:gd name="T62" fmla="*/ 12 w 19"/>
                <a:gd name="T63" fmla="*/ 4 h 18"/>
                <a:gd name="T64" fmla="*/ 13 w 19"/>
                <a:gd name="T65" fmla="*/ 1 h 18"/>
                <a:gd name="T66" fmla="*/ 9 w 19"/>
                <a:gd name="T6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8">
                  <a:moveTo>
                    <a:pt x="9" y="12"/>
                  </a:moveTo>
                  <a:cubicBezTo>
                    <a:pt x="9" y="12"/>
                    <a:pt x="9" y="12"/>
                    <a:pt x="8" y="12"/>
                  </a:cubicBezTo>
                  <a:cubicBezTo>
                    <a:pt x="9" y="12"/>
                    <a:pt x="9" y="12"/>
                    <a:pt x="9" y="12"/>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8" y="12"/>
                    <a:pt x="8" y="12"/>
                    <a:pt x="8"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4" name="Freeform 828">
              <a:extLst>
                <a:ext uri="{FF2B5EF4-FFF2-40B4-BE49-F238E27FC236}">
                  <a16:creationId xmlns:a16="http://schemas.microsoft.com/office/drawing/2014/main" id="{A8E9D63B-11DF-482C-B981-DCBD82AE1AD8}"/>
                </a:ext>
              </a:extLst>
            </p:cNvPr>
            <p:cNvSpPr>
              <a:spLocks noEditPoints="1"/>
            </p:cNvSpPr>
            <p:nvPr userDrawn="1"/>
          </p:nvSpPr>
          <p:spPr bwMode="auto">
            <a:xfrm>
              <a:off x="4178645" y="2335043"/>
              <a:ext cx="24083" cy="24083"/>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8 w 16"/>
                <a:gd name="T35" fmla="*/ 0 h 15"/>
                <a:gd name="T36" fmla="*/ 4 w 16"/>
                <a:gd name="T37" fmla="*/ 1 h 15"/>
                <a:gd name="T38" fmla="*/ 1 w 16"/>
                <a:gd name="T39" fmla="*/ 5 h 15"/>
                <a:gd name="T40" fmla="*/ 0 w 16"/>
                <a:gd name="T41" fmla="*/ 7 h 15"/>
                <a:gd name="T42" fmla="*/ 6 w 16"/>
                <a:gd name="T43" fmla="*/ 15 h 15"/>
                <a:gd name="T44" fmla="*/ 6 w 16"/>
                <a:gd name="T45" fmla="*/ 15 h 15"/>
                <a:gd name="T46" fmla="*/ 9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5" name="Freeform 829">
              <a:extLst>
                <a:ext uri="{FF2B5EF4-FFF2-40B4-BE49-F238E27FC236}">
                  <a16:creationId xmlns:a16="http://schemas.microsoft.com/office/drawing/2014/main" id="{1D4CCE66-F9B6-4777-9DF2-72BCD4B3E5F1}"/>
                </a:ext>
              </a:extLst>
            </p:cNvPr>
            <p:cNvSpPr>
              <a:spLocks noEditPoints="1"/>
            </p:cNvSpPr>
            <p:nvPr userDrawn="1"/>
          </p:nvSpPr>
          <p:spPr bwMode="auto">
            <a:xfrm>
              <a:off x="4128473" y="2116289"/>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1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6" name="Freeform 830">
              <a:extLst>
                <a:ext uri="{FF2B5EF4-FFF2-40B4-BE49-F238E27FC236}">
                  <a16:creationId xmlns:a16="http://schemas.microsoft.com/office/drawing/2014/main" id="{60E33BD6-1251-4576-91AB-A95C0F8B4B8A}"/>
                </a:ext>
              </a:extLst>
            </p:cNvPr>
            <p:cNvSpPr>
              <a:spLocks noEditPoints="1"/>
            </p:cNvSpPr>
            <p:nvPr userDrawn="1"/>
          </p:nvSpPr>
          <p:spPr bwMode="auto">
            <a:xfrm>
              <a:off x="4122451" y="2242725"/>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9 w 22"/>
                <a:gd name="T19" fmla="*/ 15 h 22"/>
                <a:gd name="T20" fmla="*/ 6 w 22"/>
                <a:gd name="T21" fmla="*/ 11 h 22"/>
                <a:gd name="T22" fmla="*/ 6 w 22"/>
                <a:gd name="T23" fmla="*/ 9 h 22"/>
                <a:gd name="T24" fmla="*/ 6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9" y="15"/>
                    <a:pt x="9" y="15"/>
                    <a:pt x="9" y="15"/>
                  </a:cubicBezTo>
                  <a:cubicBezTo>
                    <a:pt x="7" y="14"/>
                    <a:pt x="6" y="13"/>
                    <a:pt x="6" y="11"/>
                  </a:cubicBezTo>
                  <a:cubicBezTo>
                    <a:pt x="6" y="10"/>
                    <a:pt x="6" y="9"/>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7" name="Freeform 831">
              <a:extLst>
                <a:ext uri="{FF2B5EF4-FFF2-40B4-BE49-F238E27FC236}">
                  <a16:creationId xmlns:a16="http://schemas.microsoft.com/office/drawing/2014/main" id="{01B65ACF-086A-40F2-9DFD-9A232CD03F9D}"/>
                </a:ext>
              </a:extLst>
            </p:cNvPr>
            <p:cNvSpPr>
              <a:spLocks noEditPoints="1"/>
            </p:cNvSpPr>
            <p:nvPr userDrawn="1"/>
          </p:nvSpPr>
          <p:spPr bwMode="auto">
            <a:xfrm>
              <a:off x="4106396" y="2268814"/>
              <a:ext cx="26091" cy="24083"/>
            </a:xfrm>
            <a:custGeom>
              <a:avLst/>
              <a:gdLst>
                <a:gd name="T0" fmla="*/ 6 w 17"/>
                <a:gd name="T1" fmla="*/ 7 h 17"/>
                <a:gd name="T2" fmla="*/ 8 w 17"/>
                <a:gd name="T3" fmla="*/ 6 h 17"/>
                <a:gd name="T4" fmla="*/ 9 w 17"/>
                <a:gd name="T5" fmla="*/ 6 h 17"/>
                <a:gd name="T6" fmla="*/ 10 w 17"/>
                <a:gd name="T7" fmla="*/ 6 h 17"/>
                <a:gd name="T8" fmla="*/ 11 w 17"/>
                <a:gd name="T9" fmla="*/ 9 h 17"/>
                <a:gd name="T10" fmla="*/ 11 w 17"/>
                <a:gd name="T11" fmla="*/ 10 h 17"/>
                <a:gd name="T12" fmla="*/ 8 w 17"/>
                <a:gd name="T13" fmla="*/ 11 h 17"/>
                <a:gd name="T14" fmla="*/ 7 w 17"/>
                <a:gd name="T15" fmla="*/ 11 h 17"/>
                <a:gd name="T16" fmla="*/ 7 w 17"/>
                <a:gd name="T17" fmla="*/ 11 h 17"/>
                <a:gd name="T18" fmla="*/ 6 w 17"/>
                <a:gd name="T19" fmla="*/ 9 h 17"/>
                <a:gd name="T20" fmla="*/ 6 w 17"/>
                <a:gd name="T21" fmla="*/ 7 h 17"/>
                <a:gd name="T22" fmla="*/ 6 w 17"/>
                <a:gd name="T23" fmla="*/ 7 h 17"/>
                <a:gd name="T24" fmla="*/ 8 w 17"/>
                <a:gd name="T25" fmla="*/ 0 h 17"/>
                <a:gd name="T26" fmla="*/ 0 w 17"/>
                <a:gd name="T27" fmla="*/ 5 h 17"/>
                <a:gd name="T28" fmla="*/ 3 w 17"/>
                <a:gd name="T29" fmla="*/ 6 h 17"/>
                <a:gd name="T30" fmla="*/ 0 w 17"/>
                <a:gd name="T31" fmla="*/ 5 h 17"/>
                <a:gd name="T32" fmla="*/ 0 w 17"/>
                <a:gd name="T33" fmla="*/ 9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9 h 17"/>
                <a:gd name="T48" fmla="*/ 12 w 17"/>
                <a:gd name="T49" fmla="*/ 1 h 17"/>
                <a:gd name="T50" fmla="*/ 12 w 17"/>
                <a:gd name="T51" fmla="*/ 1 h 17"/>
                <a:gd name="T52" fmla="*/ 8 w 17"/>
                <a:gd name="T53" fmla="*/ 0 h 17"/>
                <a:gd name="T54" fmla="*/ 8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7"/>
                    <a:pt x="7" y="6"/>
                    <a:pt x="8" y="6"/>
                  </a:cubicBezTo>
                  <a:cubicBezTo>
                    <a:pt x="9" y="6"/>
                    <a:pt x="9" y="6"/>
                    <a:pt x="9" y="6"/>
                  </a:cubicBezTo>
                  <a:cubicBezTo>
                    <a:pt x="10" y="6"/>
                    <a:pt x="10" y="6"/>
                    <a:pt x="10"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9"/>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8" name="Freeform 832">
              <a:extLst>
                <a:ext uri="{FF2B5EF4-FFF2-40B4-BE49-F238E27FC236}">
                  <a16:creationId xmlns:a16="http://schemas.microsoft.com/office/drawing/2014/main" id="{D4497AE0-74A8-43A7-9536-90DAB2FCB300}"/>
                </a:ext>
              </a:extLst>
            </p:cNvPr>
            <p:cNvSpPr>
              <a:spLocks noEditPoints="1"/>
            </p:cNvSpPr>
            <p:nvPr userDrawn="1"/>
          </p:nvSpPr>
          <p:spPr bwMode="auto">
            <a:xfrm>
              <a:off x="4080307" y="2270822"/>
              <a:ext cx="24083" cy="22077"/>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4 w 15"/>
                <a:gd name="T33" fmla="*/ 14 h 15"/>
                <a:gd name="T34" fmla="*/ 8 w 15"/>
                <a:gd name="T35" fmla="*/ 15 h 15"/>
                <a:gd name="T36" fmla="*/ 8 w 15"/>
                <a:gd name="T37" fmla="*/ 15 h 15"/>
                <a:gd name="T38" fmla="*/ 15 w 15"/>
                <a:gd name="T39" fmla="*/ 11 h 15"/>
                <a:gd name="T40" fmla="*/ 15 w 15"/>
                <a:gd name="T41" fmla="*/ 11 h 15"/>
                <a:gd name="T42" fmla="*/ 15 w 15"/>
                <a:gd name="T43" fmla="*/ 7 h 15"/>
                <a:gd name="T44" fmla="*/ 11 w 15"/>
                <a:gd name="T45" fmla="*/ 0 h 15"/>
                <a:gd name="T46" fmla="*/ 8 w 15"/>
                <a:gd name="T47" fmla="*/ 0 h 15"/>
                <a:gd name="T48" fmla="*/ 8 w 15"/>
                <a:gd name="T49" fmla="*/ 0 h 15"/>
                <a:gd name="T50" fmla="*/ 8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4" y="14"/>
                    <a:pt x="4" y="14"/>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9" name="Freeform 833">
              <a:extLst>
                <a:ext uri="{FF2B5EF4-FFF2-40B4-BE49-F238E27FC236}">
                  <a16:creationId xmlns:a16="http://schemas.microsoft.com/office/drawing/2014/main" id="{D6EFF8E4-5669-477E-BA28-1BEA235EFBF5}"/>
                </a:ext>
              </a:extLst>
            </p:cNvPr>
            <p:cNvSpPr>
              <a:spLocks noEditPoints="1"/>
            </p:cNvSpPr>
            <p:nvPr userDrawn="1"/>
          </p:nvSpPr>
          <p:spPr bwMode="auto">
            <a:xfrm>
              <a:off x="3381901" y="168480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49 h 99"/>
                <a:gd name="T16" fmla="*/ 11 w 101"/>
                <a:gd name="T17" fmla="*/ 30 h 99"/>
                <a:gd name="T18" fmla="*/ 8 w 101"/>
                <a:gd name="T19" fmla="*/ 29 h 99"/>
                <a:gd name="T20" fmla="*/ 11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49"/>
                  </a:cubicBezTo>
                  <a:cubicBezTo>
                    <a:pt x="6" y="43"/>
                    <a:pt x="7" y="36"/>
                    <a:pt x="11" y="30"/>
                  </a:cubicBezTo>
                  <a:cubicBezTo>
                    <a:pt x="8" y="29"/>
                    <a:pt x="8" y="29"/>
                    <a:pt x="8" y="29"/>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0" name="Freeform 834">
              <a:extLst>
                <a:ext uri="{FF2B5EF4-FFF2-40B4-BE49-F238E27FC236}">
                  <a16:creationId xmlns:a16="http://schemas.microsoft.com/office/drawing/2014/main" id="{38946117-CA4B-473E-BC48-A4AEF0EAC28B}"/>
                </a:ext>
              </a:extLst>
            </p:cNvPr>
            <p:cNvSpPr>
              <a:spLocks noEditPoints="1"/>
            </p:cNvSpPr>
            <p:nvPr userDrawn="1"/>
          </p:nvSpPr>
          <p:spPr bwMode="auto">
            <a:xfrm>
              <a:off x="3377887" y="1811238"/>
              <a:ext cx="34118" cy="32111"/>
            </a:xfrm>
            <a:custGeom>
              <a:avLst/>
              <a:gdLst>
                <a:gd name="T0" fmla="*/ 7 w 22"/>
                <a:gd name="T1" fmla="*/ 8 h 21"/>
                <a:gd name="T2" fmla="*/ 11 w 22"/>
                <a:gd name="T3" fmla="*/ 6 h 21"/>
                <a:gd name="T4" fmla="*/ 13 w 22"/>
                <a:gd name="T5" fmla="*/ 6 h 21"/>
                <a:gd name="T6" fmla="*/ 13 w 22"/>
                <a:gd name="T7" fmla="*/ 6 h 21"/>
                <a:gd name="T8" fmla="*/ 16 w 22"/>
                <a:gd name="T9" fmla="*/ 11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2 w 22"/>
                <a:gd name="T43" fmla="*/ 11 h 21"/>
                <a:gd name="T44" fmla="*/ 16 w 22"/>
                <a:gd name="T45" fmla="*/ 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1" name="Freeform 835">
              <a:extLst>
                <a:ext uri="{FF2B5EF4-FFF2-40B4-BE49-F238E27FC236}">
                  <a16:creationId xmlns:a16="http://schemas.microsoft.com/office/drawing/2014/main" id="{845CD28E-DA7C-4A67-8148-2119CBF85A59}"/>
                </a:ext>
              </a:extLst>
            </p:cNvPr>
            <p:cNvSpPr>
              <a:spLocks noEditPoints="1"/>
            </p:cNvSpPr>
            <p:nvPr userDrawn="1"/>
          </p:nvSpPr>
          <p:spPr bwMode="auto">
            <a:xfrm>
              <a:off x="3361832" y="1837329"/>
              <a:ext cx="26091" cy="26090"/>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11 w 17"/>
                <a:gd name="T11" fmla="*/ 9 h 17"/>
                <a:gd name="T12" fmla="*/ 8 w 17"/>
                <a:gd name="T13" fmla="*/ 11 h 17"/>
                <a:gd name="T14" fmla="*/ 7 w 17"/>
                <a:gd name="T15" fmla="*/ 10 h 17"/>
                <a:gd name="T16" fmla="*/ 7 w 17"/>
                <a:gd name="T17" fmla="*/ 10 h 17"/>
                <a:gd name="T18" fmla="*/ 6 w 17"/>
                <a:gd name="T19" fmla="*/ 8 h 17"/>
                <a:gd name="T20" fmla="*/ 6 w 17"/>
                <a:gd name="T21" fmla="*/ 7 h 17"/>
                <a:gd name="T22" fmla="*/ 6 w 17"/>
                <a:gd name="T23" fmla="*/ 7 h 17"/>
                <a:gd name="T24" fmla="*/ 1 w 17"/>
                <a:gd name="T25" fmla="*/ 4 h 17"/>
                <a:gd name="T26" fmla="*/ 1 w 17"/>
                <a:gd name="T27" fmla="*/ 4 h 17"/>
                <a:gd name="T28" fmla="*/ 1 w 17"/>
                <a:gd name="T29" fmla="*/ 4 h 17"/>
                <a:gd name="T30" fmla="*/ 1 w 17"/>
                <a:gd name="T31" fmla="*/ 4 h 17"/>
                <a:gd name="T32" fmla="*/ 8 w 17"/>
                <a:gd name="T33" fmla="*/ 0 h 17"/>
                <a:gd name="T34" fmla="*/ 1 w 17"/>
                <a:gd name="T35" fmla="*/ 4 h 17"/>
                <a:gd name="T36" fmla="*/ 1 w 17"/>
                <a:gd name="T37" fmla="*/ 4 h 17"/>
                <a:gd name="T38" fmla="*/ 0 w 17"/>
                <a:gd name="T39" fmla="*/ 8 h 17"/>
                <a:gd name="T40" fmla="*/ 5 w 17"/>
                <a:gd name="T41" fmla="*/ 16 h 17"/>
                <a:gd name="T42" fmla="*/ 5 w 17"/>
                <a:gd name="T43" fmla="*/ 16 h 17"/>
                <a:gd name="T44" fmla="*/ 8 w 17"/>
                <a:gd name="T45" fmla="*/ 17 h 17"/>
                <a:gd name="T46" fmla="*/ 8 w 17"/>
                <a:gd name="T47" fmla="*/ 17 h 17"/>
                <a:gd name="T48" fmla="*/ 16 w 17"/>
                <a:gd name="T49" fmla="*/ 12 h 17"/>
                <a:gd name="T50" fmla="*/ 16 w 17"/>
                <a:gd name="T51" fmla="*/ 12 h 17"/>
                <a:gd name="T52" fmla="*/ 17 w 17"/>
                <a:gd name="T53" fmla="*/ 8 h 17"/>
                <a:gd name="T54" fmla="*/ 12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6"/>
                    <a:pt x="7" y="6"/>
                    <a:pt x="8" y="6"/>
                  </a:cubicBezTo>
                  <a:cubicBezTo>
                    <a:pt x="9" y="6"/>
                    <a:pt x="9" y="6"/>
                    <a:pt x="10" y="6"/>
                  </a:cubicBezTo>
                  <a:cubicBezTo>
                    <a:pt x="11" y="6"/>
                    <a:pt x="11" y="7"/>
                    <a:pt x="11" y="8"/>
                  </a:cubicBezTo>
                  <a:cubicBezTo>
                    <a:pt x="11" y="8"/>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5"/>
                    <a:pt x="0" y="7"/>
                    <a:pt x="0" y="8"/>
                  </a:cubicBezTo>
                  <a:cubicBezTo>
                    <a:pt x="0" y="11"/>
                    <a:pt x="2" y="14"/>
                    <a:pt x="5" y="16"/>
                  </a:cubicBezTo>
                  <a:cubicBezTo>
                    <a:pt x="5" y="16"/>
                    <a:pt x="5" y="16"/>
                    <a:pt x="5" y="16"/>
                  </a:cubicBezTo>
                  <a:cubicBezTo>
                    <a:pt x="6" y="16"/>
                    <a:pt x="7"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2" name="Freeform 836">
              <a:extLst>
                <a:ext uri="{FF2B5EF4-FFF2-40B4-BE49-F238E27FC236}">
                  <a16:creationId xmlns:a16="http://schemas.microsoft.com/office/drawing/2014/main" id="{7638C2B2-50C8-4C25-A58A-CBEB9B7D93D5}"/>
                </a:ext>
              </a:extLst>
            </p:cNvPr>
            <p:cNvSpPr>
              <a:spLocks noEditPoints="1"/>
            </p:cNvSpPr>
            <p:nvPr userDrawn="1"/>
          </p:nvSpPr>
          <p:spPr bwMode="auto">
            <a:xfrm>
              <a:off x="3335742" y="1839335"/>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8 w 16"/>
                <a:gd name="T23" fmla="*/ 0 h 15"/>
                <a:gd name="T24" fmla="*/ 1 w 16"/>
                <a:gd name="T25" fmla="*/ 4 h 15"/>
                <a:gd name="T26" fmla="*/ 1 w 16"/>
                <a:gd name="T27" fmla="*/ 4 h 15"/>
                <a:gd name="T28" fmla="*/ 1 w 16"/>
                <a:gd name="T29" fmla="*/ 4 h 15"/>
                <a:gd name="T30" fmla="*/ 1 w 16"/>
                <a:gd name="T31" fmla="*/ 4 h 15"/>
                <a:gd name="T32" fmla="*/ 1 w 16"/>
                <a:gd name="T33" fmla="*/ 4 h 15"/>
                <a:gd name="T34" fmla="*/ 0 w 16"/>
                <a:gd name="T35" fmla="*/ 8 h 15"/>
                <a:gd name="T36" fmla="*/ 5 w 16"/>
                <a:gd name="T37" fmla="*/ 15 h 15"/>
                <a:gd name="T38" fmla="*/ 8 w 16"/>
                <a:gd name="T39" fmla="*/ 15 h 15"/>
                <a:gd name="T40" fmla="*/ 8 w 16"/>
                <a:gd name="T41" fmla="*/ 15 h 15"/>
                <a:gd name="T42" fmla="*/ 15 w 16"/>
                <a:gd name="T43" fmla="*/ 11 h 15"/>
                <a:gd name="T44" fmla="*/ 16 w 16"/>
                <a:gd name="T45" fmla="*/ 8 h 15"/>
                <a:gd name="T46" fmla="*/ 11 w 16"/>
                <a:gd name="T47" fmla="*/ 1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8" y="0"/>
                    <a:pt x="8" y="0"/>
                    <a:pt x="8" y="0"/>
                  </a:cubicBez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3" name="Freeform 837">
              <a:extLst>
                <a:ext uri="{FF2B5EF4-FFF2-40B4-BE49-F238E27FC236}">
                  <a16:creationId xmlns:a16="http://schemas.microsoft.com/office/drawing/2014/main" id="{BA7AA727-C415-4CD9-9907-D1F15B59A280}"/>
                </a:ext>
              </a:extLst>
            </p:cNvPr>
            <p:cNvSpPr>
              <a:spLocks noEditPoints="1"/>
            </p:cNvSpPr>
            <p:nvPr userDrawn="1"/>
          </p:nvSpPr>
          <p:spPr bwMode="auto">
            <a:xfrm>
              <a:off x="4616152" y="3485003"/>
              <a:ext cx="152525" cy="148512"/>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69" y="99"/>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4" name="Freeform 838">
              <a:extLst>
                <a:ext uri="{FF2B5EF4-FFF2-40B4-BE49-F238E27FC236}">
                  <a16:creationId xmlns:a16="http://schemas.microsoft.com/office/drawing/2014/main" id="{3DBF106C-E441-4D88-82AF-0DDBEE87C681}"/>
                </a:ext>
              </a:extLst>
            </p:cNvPr>
            <p:cNvSpPr>
              <a:spLocks noEditPoints="1"/>
            </p:cNvSpPr>
            <p:nvPr userDrawn="1"/>
          </p:nvSpPr>
          <p:spPr bwMode="auto">
            <a:xfrm>
              <a:off x="4612138" y="3609432"/>
              <a:ext cx="34118" cy="34118"/>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5" name="Freeform 839">
              <a:extLst>
                <a:ext uri="{FF2B5EF4-FFF2-40B4-BE49-F238E27FC236}">
                  <a16:creationId xmlns:a16="http://schemas.microsoft.com/office/drawing/2014/main" id="{401D6ABB-BCD0-4262-B207-006D8C660830}"/>
                </a:ext>
              </a:extLst>
            </p:cNvPr>
            <p:cNvSpPr>
              <a:spLocks noEditPoints="1"/>
            </p:cNvSpPr>
            <p:nvPr userDrawn="1"/>
          </p:nvSpPr>
          <p:spPr bwMode="auto">
            <a:xfrm>
              <a:off x="4596083" y="3635523"/>
              <a:ext cx="26091" cy="26090"/>
            </a:xfrm>
            <a:custGeom>
              <a:avLst/>
              <a:gdLst>
                <a:gd name="T0" fmla="*/ 6 w 17"/>
                <a:gd name="T1" fmla="*/ 7 h 17"/>
                <a:gd name="T2" fmla="*/ 8 w 17"/>
                <a:gd name="T3" fmla="*/ 6 h 17"/>
                <a:gd name="T4" fmla="*/ 9 w 17"/>
                <a:gd name="T5" fmla="*/ 6 h 17"/>
                <a:gd name="T6" fmla="*/ 9 w 17"/>
                <a:gd name="T7" fmla="*/ 6 h 17"/>
                <a:gd name="T8" fmla="*/ 11 w 17"/>
                <a:gd name="T9" fmla="*/ 9 h 17"/>
                <a:gd name="T10" fmla="*/ 11 w 17"/>
                <a:gd name="T11" fmla="*/ 10 h 17"/>
                <a:gd name="T12" fmla="*/ 8 w 17"/>
                <a:gd name="T13" fmla="*/ 11 h 17"/>
                <a:gd name="T14" fmla="*/ 7 w 17"/>
                <a:gd name="T15" fmla="*/ 11 h 17"/>
                <a:gd name="T16" fmla="*/ 6 w 17"/>
                <a:gd name="T17" fmla="*/ 9 h 17"/>
                <a:gd name="T18" fmla="*/ 6 w 17"/>
                <a:gd name="T19" fmla="*/ 7 h 17"/>
                <a:gd name="T20" fmla="*/ 6 w 17"/>
                <a:gd name="T21" fmla="*/ 7 h 17"/>
                <a:gd name="T22" fmla="*/ 8 w 17"/>
                <a:gd name="T23" fmla="*/ 0 h 17"/>
                <a:gd name="T24" fmla="*/ 0 w 17"/>
                <a:gd name="T25" fmla="*/ 5 h 17"/>
                <a:gd name="T26" fmla="*/ 3 w 17"/>
                <a:gd name="T27" fmla="*/ 6 h 17"/>
                <a:gd name="T28" fmla="*/ 0 w 17"/>
                <a:gd name="T29" fmla="*/ 5 h 17"/>
                <a:gd name="T30" fmla="*/ 0 w 17"/>
                <a:gd name="T31" fmla="*/ 9 h 17"/>
                <a:gd name="T32" fmla="*/ 4 w 17"/>
                <a:gd name="T33" fmla="*/ 16 h 17"/>
                <a:gd name="T34" fmla="*/ 8 w 17"/>
                <a:gd name="T35" fmla="*/ 17 h 17"/>
                <a:gd name="T36" fmla="*/ 8 w 17"/>
                <a:gd name="T37" fmla="*/ 17 h 17"/>
                <a:gd name="T38" fmla="*/ 8 w 17"/>
                <a:gd name="T39" fmla="*/ 17 h 17"/>
                <a:gd name="T40" fmla="*/ 16 w 17"/>
                <a:gd name="T41" fmla="*/ 12 h 17"/>
                <a:gd name="T42" fmla="*/ 17 w 17"/>
                <a:gd name="T43" fmla="*/ 9 h 17"/>
                <a:gd name="T44" fmla="*/ 12 w 17"/>
                <a:gd name="T45" fmla="*/ 1 h 17"/>
                <a:gd name="T46" fmla="*/ 12 w 17"/>
                <a:gd name="T47" fmla="*/ 1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6" name="Freeform 840">
              <a:extLst>
                <a:ext uri="{FF2B5EF4-FFF2-40B4-BE49-F238E27FC236}">
                  <a16:creationId xmlns:a16="http://schemas.microsoft.com/office/drawing/2014/main" id="{57E11A25-09D9-4843-943E-4830C36C5FFC}"/>
                </a:ext>
              </a:extLst>
            </p:cNvPr>
            <p:cNvSpPr>
              <a:spLocks noEditPoints="1"/>
            </p:cNvSpPr>
            <p:nvPr userDrawn="1"/>
          </p:nvSpPr>
          <p:spPr bwMode="auto">
            <a:xfrm>
              <a:off x="4569994" y="3639536"/>
              <a:ext cx="24083" cy="22077"/>
            </a:xfrm>
            <a:custGeom>
              <a:avLst/>
              <a:gdLst>
                <a:gd name="T0" fmla="*/ 8 w 16"/>
                <a:gd name="T1" fmla="*/ 9 h 15"/>
                <a:gd name="T2" fmla="*/ 7 w 16"/>
                <a:gd name="T3" fmla="*/ 9 h 15"/>
                <a:gd name="T4" fmla="*/ 6 w 16"/>
                <a:gd name="T5" fmla="*/ 7 h 15"/>
                <a:gd name="T6" fmla="*/ 6 w 16"/>
                <a:gd name="T7" fmla="*/ 7 h 15"/>
                <a:gd name="T8" fmla="*/ 4 w 16"/>
                <a:gd name="T9" fmla="*/ 5 h 15"/>
                <a:gd name="T10" fmla="*/ 6 w 16"/>
                <a:gd name="T11" fmla="*/ 7 h 15"/>
                <a:gd name="T12" fmla="*/ 8 w 16"/>
                <a:gd name="T13" fmla="*/ 6 h 15"/>
                <a:gd name="T14" fmla="*/ 9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8 w 16"/>
                <a:gd name="T35" fmla="*/ 15 h 15"/>
                <a:gd name="T36" fmla="*/ 15 w 16"/>
                <a:gd name="T37" fmla="*/ 11 h 15"/>
                <a:gd name="T38" fmla="*/ 15 w 16"/>
                <a:gd name="T39" fmla="*/ 11 h 15"/>
                <a:gd name="T40" fmla="*/ 16 w 16"/>
                <a:gd name="T41" fmla="*/ 7 h 15"/>
                <a:gd name="T42" fmla="*/ 11 w 16"/>
                <a:gd name="T43" fmla="*/ 1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6" y="15"/>
                    <a:pt x="7" y="15"/>
                    <a:pt x="8" y="15"/>
                  </a:cubicBezTo>
                  <a:cubicBezTo>
                    <a:pt x="11" y="15"/>
                    <a:pt x="13" y="13"/>
                    <a:pt x="15" y="11"/>
                  </a:cubicBezTo>
                  <a:cubicBezTo>
                    <a:pt x="15" y="11"/>
                    <a:pt x="15" y="11"/>
                    <a:pt x="15" y="11"/>
                  </a:cubicBezTo>
                  <a:cubicBezTo>
                    <a:pt x="15" y="10"/>
                    <a:pt x="16" y="8"/>
                    <a:pt x="16" y="7"/>
                  </a:cubicBezTo>
                  <a:cubicBezTo>
                    <a:pt x="16" y="4"/>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7" name="Freeform 841">
              <a:extLst>
                <a:ext uri="{FF2B5EF4-FFF2-40B4-BE49-F238E27FC236}">
                  <a16:creationId xmlns:a16="http://schemas.microsoft.com/office/drawing/2014/main" id="{3737AD6C-CA62-4C49-9DDC-A6EB521BC49F}"/>
                </a:ext>
              </a:extLst>
            </p:cNvPr>
            <p:cNvSpPr>
              <a:spLocks noEditPoints="1"/>
            </p:cNvSpPr>
            <p:nvPr userDrawn="1"/>
          </p:nvSpPr>
          <p:spPr bwMode="auto">
            <a:xfrm>
              <a:off x="4032141" y="3653584"/>
              <a:ext cx="152525" cy="148512"/>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8" name="Freeform 842">
              <a:extLst>
                <a:ext uri="{FF2B5EF4-FFF2-40B4-BE49-F238E27FC236}">
                  <a16:creationId xmlns:a16="http://schemas.microsoft.com/office/drawing/2014/main" id="{3650E23E-443A-4441-AD26-989D9F4C1369}"/>
                </a:ext>
              </a:extLst>
            </p:cNvPr>
            <p:cNvSpPr>
              <a:spLocks noEditPoints="1"/>
            </p:cNvSpPr>
            <p:nvPr userDrawn="1"/>
          </p:nvSpPr>
          <p:spPr bwMode="auto">
            <a:xfrm>
              <a:off x="4028127" y="3778013"/>
              <a:ext cx="34118" cy="34118"/>
            </a:xfrm>
            <a:custGeom>
              <a:avLst/>
              <a:gdLst>
                <a:gd name="T0" fmla="*/ 7 w 22"/>
                <a:gd name="T1" fmla="*/ 9 h 22"/>
                <a:gd name="T2" fmla="*/ 11 w 22"/>
                <a:gd name="T3" fmla="*/ 6 h 22"/>
                <a:gd name="T4" fmla="*/ 14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7" y="9"/>
                  </a:moveTo>
                  <a:cubicBezTo>
                    <a:pt x="8" y="7"/>
                    <a:pt x="9" y="6"/>
                    <a:pt x="11" y="6"/>
                  </a:cubicBezTo>
                  <a:cubicBezTo>
                    <a:pt x="12" y="6"/>
                    <a:pt x="13" y="6"/>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0"/>
                    <a:pt x="6" y="10"/>
                    <a:pt x="7" y="9"/>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9" name="Freeform 843">
              <a:extLst>
                <a:ext uri="{FF2B5EF4-FFF2-40B4-BE49-F238E27FC236}">
                  <a16:creationId xmlns:a16="http://schemas.microsoft.com/office/drawing/2014/main" id="{B9475DD7-ABD6-49DD-BFFC-CCC1734459FA}"/>
                </a:ext>
              </a:extLst>
            </p:cNvPr>
            <p:cNvSpPr>
              <a:spLocks noEditPoints="1"/>
            </p:cNvSpPr>
            <p:nvPr userDrawn="1"/>
          </p:nvSpPr>
          <p:spPr bwMode="auto">
            <a:xfrm>
              <a:off x="4012072" y="3804103"/>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16 w 17"/>
                <a:gd name="T39" fmla="*/ 13 h 17"/>
                <a:gd name="T40" fmla="*/ 17 w 17"/>
                <a:gd name="T41" fmla="*/ 9 h 17"/>
                <a:gd name="T42" fmla="*/ 12 w 17"/>
                <a:gd name="T43" fmla="*/ 1 h 17"/>
                <a:gd name="T44" fmla="*/ 12 w 17"/>
                <a:gd name="T45" fmla="*/ 1 h 17"/>
                <a:gd name="T46" fmla="*/ 9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0" name="Freeform 844">
              <a:extLst>
                <a:ext uri="{FF2B5EF4-FFF2-40B4-BE49-F238E27FC236}">
                  <a16:creationId xmlns:a16="http://schemas.microsoft.com/office/drawing/2014/main" id="{DF1AC788-5A18-4585-B159-347F5A17B5EC}"/>
                </a:ext>
              </a:extLst>
            </p:cNvPr>
            <p:cNvSpPr>
              <a:spLocks noEditPoints="1"/>
            </p:cNvSpPr>
            <p:nvPr userDrawn="1"/>
          </p:nvSpPr>
          <p:spPr bwMode="auto">
            <a:xfrm>
              <a:off x="3987989" y="3808117"/>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9 w 15"/>
                <a:gd name="T13" fmla="*/ 8 h 15"/>
                <a:gd name="T14" fmla="*/ 7 w 15"/>
                <a:gd name="T15" fmla="*/ 9 h 15"/>
                <a:gd name="T16" fmla="*/ 6 w 15"/>
                <a:gd name="T17" fmla="*/ 9 h 15"/>
                <a:gd name="T18" fmla="*/ 6 w 15"/>
                <a:gd name="T19" fmla="*/ 9 h 15"/>
                <a:gd name="T20" fmla="*/ 6 w 15"/>
                <a:gd name="T21" fmla="*/ 7 h 15"/>
                <a:gd name="T22" fmla="*/ 6 w 15"/>
                <a:gd name="T23" fmla="*/ 7 h 15"/>
                <a:gd name="T24" fmla="*/ 6 w 15"/>
                <a:gd name="T25" fmla="*/ 7 h 15"/>
                <a:gd name="T26" fmla="*/ 7 w 15"/>
                <a:gd name="T27" fmla="*/ 0 h 15"/>
                <a:gd name="T28" fmla="*/ 0 w 15"/>
                <a:gd name="T29" fmla="*/ 4 h 15"/>
                <a:gd name="T30" fmla="*/ 0 w 15"/>
                <a:gd name="T31" fmla="*/ 4 h 15"/>
                <a:gd name="T32" fmla="*/ 0 w 15"/>
                <a:gd name="T33" fmla="*/ 4 h 15"/>
                <a:gd name="T34" fmla="*/ 0 w 15"/>
                <a:gd name="T35" fmla="*/ 4 h 15"/>
                <a:gd name="T36" fmla="*/ 0 w 15"/>
                <a:gd name="T37" fmla="*/ 4 h 15"/>
                <a:gd name="T38" fmla="*/ 0 w 15"/>
                <a:gd name="T39" fmla="*/ 7 h 15"/>
                <a:gd name="T40" fmla="*/ 4 w 15"/>
                <a:gd name="T41" fmla="*/ 14 h 15"/>
                <a:gd name="T42" fmla="*/ 4 w 15"/>
                <a:gd name="T43" fmla="*/ 14 h 15"/>
                <a:gd name="T44" fmla="*/ 7 w 15"/>
                <a:gd name="T45" fmla="*/ 15 h 15"/>
                <a:gd name="T46" fmla="*/ 7 w 15"/>
                <a:gd name="T47" fmla="*/ 15 h 15"/>
                <a:gd name="T48" fmla="*/ 14 w 15"/>
                <a:gd name="T49" fmla="*/ 11 h 15"/>
                <a:gd name="T50" fmla="*/ 14 w 15"/>
                <a:gd name="T51" fmla="*/ 11 h 15"/>
                <a:gd name="T52" fmla="*/ 14 w 15"/>
                <a:gd name="T53" fmla="*/ 11 h 15"/>
                <a:gd name="T54" fmla="*/ 15 w 15"/>
                <a:gd name="T55" fmla="*/ 7 h 15"/>
                <a:gd name="T56" fmla="*/ 11 w 15"/>
                <a:gd name="T57" fmla="*/ 1 h 15"/>
                <a:gd name="T58" fmla="*/ 11 w 15"/>
                <a:gd name="T59" fmla="*/ 1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4"/>
                    <a:pt x="14" y="11"/>
                  </a:cubicBezTo>
                  <a:cubicBezTo>
                    <a:pt x="14" y="11"/>
                    <a:pt x="14" y="11"/>
                    <a:pt x="14" y="11"/>
                  </a:cubicBezTo>
                  <a:cubicBezTo>
                    <a:pt x="14" y="11"/>
                    <a:pt x="14" y="11"/>
                    <a:pt x="14" y="11"/>
                  </a:cubicBezTo>
                  <a:cubicBezTo>
                    <a:pt x="15" y="10"/>
                    <a:pt x="15" y="9"/>
                    <a:pt x="15" y="7"/>
                  </a:cubicBezTo>
                  <a:cubicBezTo>
                    <a:pt x="15" y="5"/>
                    <a:pt x="13" y="2"/>
                    <a:pt x="11" y="1"/>
                  </a:cubicBezTo>
                  <a:cubicBezTo>
                    <a:pt x="11" y="1"/>
                    <a:pt x="11" y="1"/>
                    <a:pt x="11" y="1"/>
                  </a:cubicBezTo>
                  <a:cubicBezTo>
                    <a:pt x="9" y="0"/>
                    <a:pt x="8"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1" name="Freeform 845">
              <a:extLst>
                <a:ext uri="{FF2B5EF4-FFF2-40B4-BE49-F238E27FC236}">
                  <a16:creationId xmlns:a16="http://schemas.microsoft.com/office/drawing/2014/main" id="{F2076C9E-F82F-4C1F-A9CB-17CCBCDE525D}"/>
                </a:ext>
              </a:extLst>
            </p:cNvPr>
            <p:cNvSpPr>
              <a:spLocks noEditPoints="1"/>
            </p:cNvSpPr>
            <p:nvPr userDrawn="1"/>
          </p:nvSpPr>
          <p:spPr bwMode="auto">
            <a:xfrm>
              <a:off x="5075736" y="3232132"/>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2" name="Freeform 846">
              <a:extLst>
                <a:ext uri="{FF2B5EF4-FFF2-40B4-BE49-F238E27FC236}">
                  <a16:creationId xmlns:a16="http://schemas.microsoft.com/office/drawing/2014/main" id="{A51B996A-D636-4CE7-97CA-F8BBB63490CD}"/>
                </a:ext>
              </a:extLst>
            </p:cNvPr>
            <p:cNvSpPr>
              <a:spLocks noEditPoints="1"/>
            </p:cNvSpPr>
            <p:nvPr userDrawn="1"/>
          </p:nvSpPr>
          <p:spPr bwMode="auto">
            <a:xfrm>
              <a:off x="5059680" y="3340506"/>
              <a:ext cx="32111" cy="32111"/>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3" name="Freeform 847">
              <a:extLst>
                <a:ext uri="{FF2B5EF4-FFF2-40B4-BE49-F238E27FC236}">
                  <a16:creationId xmlns:a16="http://schemas.microsoft.com/office/drawing/2014/main" id="{D9D438CA-8E6A-437F-B516-9731F42EACE9}"/>
                </a:ext>
              </a:extLst>
            </p:cNvPr>
            <p:cNvSpPr>
              <a:spLocks noEditPoints="1"/>
            </p:cNvSpPr>
            <p:nvPr userDrawn="1"/>
          </p:nvSpPr>
          <p:spPr bwMode="auto">
            <a:xfrm>
              <a:off x="5041618" y="3360575"/>
              <a:ext cx="24083" cy="26090"/>
            </a:xfrm>
            <a:custGeom>
              <a:avLst/>
              <a:gdLst>
                <a:gd name="T0" fmla="*/ 8 w 16"/>
                <a:gd name="T1" fmla="*/ 11 h 17"/>
                <a:gd name="T2" fmla="*/ 7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6 h 17"/>
                <a:gd name="T18" fmla="*/ 10 w 16"/>
                <a:gd name="T19" fmla="*/ 8 h 17"/>
                <a:gd name="T20" fmla="*/ 10 w 16"/>
                <a:gd name="T21" fmla="*/ 10 h 17"/>
                <a:gd name="T22" fmla="*/ 8 w 16"/>
                <a:gd name="T23" fmla="*/ 11 h 17"/>
                <a:gd name="T24" fmla="*/ 8 w 16"/>
                <a:gd name="T25" fmla="*/ 0 h 17"/>
                <a:gd name="T26" fmla="*/ 8 w 16"/>
                <a:gd name="T27" fmla="*/ 0 h 17"/>
                <a:gd name="T28" fmla="*/ 8 w 16"/>
                <a:gd name="T29" fmla="*/ 0 h 17"/>
                <a:gd name="T30" fmla="*/ 1 w 16"/>
                <a:gd name="T31" fmla="*/ 3 h 17"/>
                <a:gd name="T32" fmla="*/ 1 w 16"/>
                <a:gd name="T33" fmla="*/ 3 h 17"/>
                <a:gd name="T34" fmla="*/ 0 w 16"/>
                <a:gd name="T35" fmla="*/ 8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13 w 16"/>
                <a:gd name="T51" fmla="*/ 2 h 17"/>
                <a:gd name="T52" fmla="*/ 8 w 16"/>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7">
                  <a:moveTo>
                    <a:pt x="8" y="11"/>
                  </a:moveTo>
                  <a:cubicBezTo>
                    <a:pt x="8" y="11"/>
                    <a:pt x="7" y="10"/>
                    <a:pt x="7" y="10"/>
                  </a:cubicBez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6"/>
                  </a:cubicBezTo>
                  <a:cubicBezTo>
                    <a:pt x="10" y="6"/>
                    <a:pt x="10" y="6"/>
                    <a:pt x="10"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3" y="2"/>
                    <a:pt x="13" y="2"/>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4" name="Freeform 848">
              <a:extLst>
                <a:ext uri="{FF2B5EF4-FFF2-40B4-BE49-F238E27FC236}">
                  <a16:creationId xmlns:a16="http://schemas.microsoft.com/office/drawing/2014/main" id="{9231B1EC-4A24-4D0D-BD93-4653DC3BB532}"/>
                </a:ext>
              </a:extLst>
            </p:cNvPr>
            <p:cNvSpPr>
              <a:spLocks noEditPoints="1"/>
            </p:cNvSpPr>
            <p:nvPr userDrawn="1"/>
          </p:nvSpPr>
          <p:spPr bwMode="auto">
            <a:xfrm>
              <a:off x="5017535" y="3358569"/>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5" name="Freeform 849">
              <a:extLst>
                <a:ext uri="{FF2B5EF4-FFF2-40B4-BE49-F238E27FC236}">
                  <a16:creationId xmlns:a16="http://schemas.microsoft.com/office/drawing/2014/main" id="{EF06EDA1-1D44-44EE-BBD4-05D29D345280}"/>
                </a:ext>
              </a:extLst>
            </p:cNvPr>
            <p:cNvSpPr>
              <a:spLocks noEditPoints="1"/>
            </p:cNvSpPr>
            <p:nvPr userDrawn="1"/>
          </p:nvSpPr>
          <p:spPr bwMode="auto">
            <a:xfrm>
              <a:off x="3913733" y="1819266"/>
              <a:ext cx="361244" cy="305051"/>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6" name="Freeform 850">
              <a:extLst>
                <a:ext uri="{FF2B5EF4-FFF2-40B4-BE49-F238E27FC236}">
                  <a16:creationId xmlns:a16="http://schemas.microsoft.com/office/drawing/2014/main" id="{57E6A281-B7C3-4F2B-BF7F-C79CFA34C9CB}"/>
                </a:ext>
              </a:extLst>
            </p:cNvPr>
            <p:cNvSpPr>
              <a:spLocks/>
            </p:cNvSpPr>
            <p:nvPr userDrawn="1"/>
          </p:nvSpPr>
          <p:spPr bwMode="auto">
            <a:xfrm>
              <a:off x="3941829" y="2007916"/>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7" name="Freeform 851">
              <a:extLst>
                <a:ext uri="{FF2B5EF4-FFF2-40B4-BE49-F238E27FC236}">
                  <a16:creationId xmlns:a16="http://schemas.microsoft.com/office/drawing/2014/main" id="{9BD0E2DC-7DD8-4DAA-B5C3-A54DD61D5DD0}"/>
                </a:ext>
              </a:extLst>
            </p:cNvPr>
            <p:cNvSpPr>
              <a:spLocks/>
            </p:cNvSpPr>
            <p:nvPr userDrawn="1"/>
          </p:nvSpPr>
          <p:spPr bwMode="auto">
            <a:xfrm>
              <a:off x="4234839" y="2124317"/>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8" name="Freeform 852">
              <a:extLst>
                <a:ext uri="{FF2B5EF4-FFF2-40B4-BE49-F238E27FC236}">
                  <a16:creationId xmlns:a16="http://schemas.microsoft.com/office/drawing/2014/main" id="{1B322370-5274-4ABD-84BF-7DA523DE1750}"/>
                </a:ext>
              </a:extLst>
            </p:cNvPr>
            <p:cNvSpPr>
              <a:spLocks noEditPoints="1"/>
            </p:cNvSpPr>
            <p:nvPr userDrawn="1"/>
          </p:nvSpPr>
          <p:spPr bwMode="auto">
            <a:xfrm>
              <a:off x="3550482" y="3639536"/>
              <a:ext cx="361244" cy="315086"/>
            </a:xfrm>
            <a:custGeom>
              <a:avLst/>
              <a:gdLst>
                <a:gd name="T0" fmla="*/ 224 w 240"/>
                <a:gd name="T1" fmla="*/ 102 h 209"/>
                <a:gd name="T2" fmla="*/ 211 w 240"/>
                <a:gd name="T3" fmla="*/ 190 h 209"/>
                <a:gd name="T4" fmla="*/ 213 w 240"/>
                <a:gd name="T5" fmla="*/ 189 h 209"/>
                <a:gd name="T6" fmla="*/ 113 w 240"/>
                <a:gd name="T7" fmla="*/ 7 h 209"/>
                <a:gd name="T8" fmla="*/ 119 w 240"/>
                <a:gd name="T9" fmla="*/ 12 h 209"/>
                <a:gd name="T10" fmla="*/ 173 w 240"/>
                <a:gd name="T11" fmla="*/ 7 h 209"/>
                <a:gd name="T12" fmla="*/ 190 w 240"/>
                <a:gd name="T13" fmla="*/ 8 h 209"/>
                <a:gd name="T14" fmla="*/ 203 w 240"/>
                <a:gd name="T15" fmla="*/ 24 h 209"/>
                <a:gd name="T16" fmla="*/ 202 w 240"/>
                <a:gd name="T17" fmla="*/ 57 h 209"/>
                <a:gd name="T18" fmla="*/ 218 w 240"/>
                <a:gd name="T19" fmla="*/ 59 h 209"/>
                <a:gd name="T20" fmla="*/ 234 w 240"/>
                <a:gd name="T21" fmla="*/ 80 h 209"/>
                <a:gd name="T22" fmla="*/ 202 w 240"/>
                <a:gd name="T23" fmla="*/ 107 h 209"/>
                <a:gd name="T24" fmla="*/ 182 w 240"/>
                <a:gd name="T25" fmla="*/ 124 h 209"/>
                <a:gd name="T26" fmla="*/ 168 w 240"/>
                <a:gd name="T27" fmla="*/ 153 h 209"/>
                <a:gd name="T28" fmla="*/ 153 w 240"/>
                <a:gd name="T29" fmla="*/ 154 h 209"/>
                <a:gd name="T30" fmla="*/ 128 w 240"/>
                <a:gd name="T31" fmla="*/ 147 h 209"/>
                <a:gd name="T32" fmla="*/ 78 w 240"/>
                <a:gd name="T33" fmla="*/ 170 h 209"/>
                <a:gd name="T34" fmla="*/ 58 w 240"/>
                <a:gd name="T35" fmla="*/ 163 h 209"/>
                <a:gd name="T36" fmla="*/ 55 w 240"/>
                <a:gd name="T37" fmla="*/ 130 h 209"/>
                <a:gd name="T38" fmla="*/ 6 w 240"/>
                <a:gd name="T39" fmla="*/ 97 h 209"/>
                <a:gd name="T40" fmla="*/ 26 w 240"/>
                <a:gd name="T41" fmla="*/ 80 h 209"/>
                <a:gd name="T42" fmla="*/ 22 w 240"/>
                <a:gd name="T43" fmla="*/ 54 h 209"/>
                <a:gd name="T44" fmla="*/ 48 w 240"/>
                <a:gd name="T45" fmla="*/ 13 h 209"/>
                <a:gd name="T46" fmla="*/ 80 w 240"/>
                <a:gd name="T47" fmla="*/ 11 h 209"/>
                <a:gd name="T48" fmla="*/ 105 w 240"/>
                <a:gd name="T49" fmla="*/ 6 h 209"/>
                <a:gd name="T50" fmla="*/ 195 w 240"/>
                <a:gd name="T51" fmla="*/ 4 h 209"/>
                <a:gd name="T52" fmla="*/ 76 w 240"/>
                <a:gd name="T53" fmla="*/ 3 h 209"/>
                <a:gd name="T54" fmla="*/ 71 w 240"/>
                <a:gd name="T55" fmla="*/ 14 h 209"/>
                <a:gd name="T56" fmla="*/ 40 w 240"/>
                <a:gd name="T57" fmla="*/ 4 h 209"/>
                <a:gd name="T58" fmla="*/ 19 w 240"/>
                <a:gd name="T59" fmla="*/ 30 h 209"/>
                <a:gd name="T60" fmla="*/ 21 w 240"/>
                <a:gd name="T61" fmla="*/ 77 h 209"/>
                <a:gd name="T62" fmla="*/ 2 w 240"/>
                <a:gd name="T63" fmla="*/ 89 h 209"/>
                <a:gd name="T64" fmla="*/ 16 w 240"/>
                <a:gd name="T65" fmla="*/ 126 h 209"/>
                <a:gd name="T66" fmla="*/ 45 w 240"/>
                <a:gd name="T67" fmla="*/ 128 h 209"/>
                <a:gd name="T68" fmla="*/ 50 w 240"/>
                <a:gd name="T69" fmla="*/ 157 h 209"/>
                <a:gd name="T70" fmla="*/ 114 w 240"/>
                <a:gd name="T71" fmla="*/ 168 h 209"/>
                <a:gd name="T72" fmla="*/ 141 w 240"/>
                <a:gd name="T73" fmla="*/ 154 h 209"/>
                <a:gd name="T74" fmla="*/ 158 w 240"/>
                <a:gd name="T75" fmla="*/ 160 h 209"/>
                <a:gd name="T76" fmla="*/ 216 w 240"/>
                <a:gd name="T77" fmla="*/ 209 h 209"/>
                <a:gd name="T78" fmla="*/ 204 w 240"/>
                <a:gd name="T79" fmla="*/ 123 h 209"/>
                <a:gd name="T80" fmla="*/ 222 w 240"/>
                <a:gd name="T81" fmla="*/ 103 h 209"/>
                <a:gd name="T82" fmla="*/ 232 w 240"/>
                <a:gd name="T83" fmla="*/ 58 h 209"/>
                <a:gd name="T84" fmla="*/ 214 w 240"/>
                <a:gd name="T85" fmla="*/ 53 h 209"/>
                <a:gd name="T86" fmla="*/ 204 w 240"/>
                <a:gd name="T87" fmla="*/ 48 h 209"/>
                <a:gd name="T88" fmla="*/ 199 w 240"/>
                <a:gd name="T89" fmla="*/ 7 h 209"/>
                <a:gd name="T90" fmla="*/ 193 w 240"/>
                <a:gd name="T91" fmla="*/ 3 h 209"/>
                <a:gd name="T92" fmla="*/ 122 w 240"/>
                <a:gd name="T93" fmla="*/ 3 h 209"/>
                <a:gd name="T94" fmla="*/ 119 w 240"/>
                <a:gd name="T95" fmla="*/ 6 h 209"/>
                <a:gd name="T96" fmla="*/ 116 w 240"/>
                <a:gd name="T9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222" y="103"/>
                  </a:moveTo>
                  <a:cubicBezTo>
                    <a:pt x="221" y="103"/>
                    <a:pt x="221" y="103"/>
                    <a:pt x="221" y="103"/>
                  </a:cubicBezTo>
                  <a:cubicBezTo>
                    <a:pt x="222" y="103"/>
                    <a:pt x="222" y="103"/>
                    <a:pt x="222" y="103"/>
                  </a:cubicBezTo>
                  <a:moveTo>
                    <a:pt x="224" y="102"/>
                  </a:moveTo>
                  <a:cubicBezTo>
                    <a:pt x="222" y="103"/>
                    <a:pt x="222" y="103"/>
                    <a:pt x="222" y="103"/>
                  </a:cubicBezTo>
                  <a:cubicBezTo>
                    <a:pt x="222" y="103"/>
                    <a:pt x="222" y="103"/>
                    <a:pt x="222" y="103"/>
                  </a:cubicBezTo>
                  <a:cubicBezTo>
                    <a:pt x="224" y="102"/>
                    <a:pt x="224" y="102"/>
                    <a:pt x="224" y="102"/>
                  </a:cubicBezTo>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2" y="103"/>
                    <a:pt x="222" y="103"/>
                    <a:pt x="222" y="103"/>
                  </a:cubicBezTo>
                  <a:cubicBezTo>
                    <a:pt x="228" y="101"/>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9" name="Freeform 853">
              <a:extLst>
                <a:ext uri="{FF2B5EF4-FFF2-40B4-BE49-F238E27FC236}">
                  <a16:creationId xmlns:a16="http://schemas.microsoft.com/office/drawing/2014/main" id="{9BA2EF63-479F-4170-BBE4-52B6405978C8}"/>
                </a:ext>
              </a:extLst>
            </p:cNvPr>
            <p:cNvSpPr>
              <a:spLocks noEditPoints="1"/>
            </p:cNvSpPr>
            <p:nvPr userDrawn="1"/>
          </p:nvSpPr>
          <p:spPr bwMode="auto">
            <a:xfrm>
              <a:off x="4299060" y="1861412"/>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0" name="Freeform 854">
              <a:extLst>
                <a:ext uri="{FF2B5EF4-FFF2-40B4-BE49-F238E27FC236}">
                  <a16:creationId xmlns:a16="http://schemas.microsoft.com/office/drawing/2014/main" id="{16B5C6B9-0D2D-46FF-9177-DF7F288E31B9}"/>
                </a:ext>
              </a:extLst>
            </p:cNvPr>
            <p:cNvSpPr>
              <a:spLocks noEditPoints="1"/>
            </p:cNvSpPr>
            <p:nvPr userDrawn="1"/>
          </p:nvSpPr>
          <p:spPr bwMode="auto">
            <a:xfrm>
              <a:off x="5539332" y="1825287"/>
              <a:ext cx="359238" cy="248857"/>
            </a:xfrm>
            <a:custGeom>
              <a:avLst/>
              <a:gdLst>
                <a:gd name="T0" fmla="*/ 11 w 239"/>
                <a:gd name="T1" fmla="*/ 98 h 165"/>
                <a:gd name="T2" fmla="*/ 7 w 239"/>
                <a:gd name="T3" fmla="*/ 70 h 165"/>
                <a:gd name="T4" fmla="*/ 7 w 239"/>
                <a:gd name="T5" fmla="*/ 69 h 165"/>
                <a:gd name="T6" fmla="*/ 7 w 239"/>
                <a:gd name="T7" fmla="*/ 68 h 165"/>
                <a:gd name="T8" fmla="*/ 19 w 239"/>
                <a:gd name="T9" fmla="*/ 13 h 165"/>
                <a:gd name="T10" fmla="*/ 30 w 239"/>
                <a:gd name="T11" fmla="*/ 6 h 165"/>
                <a:gd name="T12" fmla="*/ 209 w 239"/>
                <a:gd name="T13" fmla="*/ 9 h 165"/>
                <a:gd name="T14" fmla="*/ 231 w 239"/>
                <a:gd name="T15" fmla="*/ 40 h 165"/>
                <a:gd name="T16" fmla="*/ 233 w 239"/>
                <a:gd name="T17" fmla="*/ 72 h 165"/>
                <a:gd name="T18" fmla="*/ 233 w 239"/>
                <a:gd name="T19" fmla="*/ 75 h 165"/>
                <a:gd name="T20" fmla="*/ 233 w 239"/>
                <a:gd name="T21" fmla="*/ 75 h 165"/>
                <a:gd name="T22" fmla="*/ 211 w 239"/>
                <a:gd name="T23" fmla="*/ 132 h 165"/>
                <a:gd name="T24" fmla="*/ 206 w 239"/>
                <a:gd name="T25" fmla="*/ 133 h 165"/>
                <a:gd name="T26" fmla="*/ 206 w 239"/>
                <a:gd name="T27" fmla="*/ 133 h 165"/>
                <a:gd name="T28" fmla="*/ 127 w 239"/>
                <a:gd name="T29" fmla="*/ 132 h 165"/>
                <a:gd name="T30" fmla="*/ 114 w 239"/>
                <a:gd name="T31" fmla="*/ 129 h 165"/>
                <a:gd name="T32" fmla="*/ 30 w 239"/>
                <a:gd name="T33" fmla="*/ 5 h 165"/>
                <a:gd name="T34" fmla="*/ 30 w 239"/>
                <a:gd name="T35" fmla="*/ 0 h 165"/>
                <a:gd name="T36" fmla="*/ 15 w 239"/>
                <a:gd name="T37" fmla="*/ 9 h 165"/>
                <a:gd name="T38" fmla="*/ 1 w 239"/>
                <a:gd name="T39" fmla="*/ 68 h 165"/>
                <a:gd name="T40" fmla="*/ 5 w 239"/>
                <a:gd name="T41" fmla="*/ 100 h 165"/>
                <a:gd name="T42" fmla="*/ 28 w 239"/>
                <a:gd name="T43" fmla="*/ 134 h 165"/>
                <a:gd name="T44" fmla="*/ 87 w 239"/>
                <a:gd name="T45" fmla="*/ 165 h 165"/>
                <a:gd name="T46" fmla="*/ 206 w 239"/>
                <a:gd name="T47" fmla="*/ 139 h 165"/>
                <a:gd name="T48" fmla="*/ 206 w 239"/>
                <a:gd name="T49" fmla="*/ 139 h 165"/>
                <a:gd name="T50" fmla="*/ 229 w 239"/>
                <a:gd name="T51" fmla="*/ 122 h 165"/>
                <a:gd name="T52" fmla="*/ 239 w 239"/>
                <a:gd name="T53" fmla="*/ 64 h 165"/>
                <a:gd name="T54" fmla="*/ 226 w 239"/>
                <a:gd name="T55" fmla="*/ 13 h 165"/>
                <a:gd name="T56" fmla="*/ 209 w 239"/>
                <a:gd name="T57" fmla="*/ 3 h 165"/>
                <a:gd name="T58" fmla="*/ 209 w 239"/>
                <a:gd name="T59" fmla="*/ 6 h 165"/>
                <a:gd name="T60" fmla="*/ 209 w 239"/>
                <a:gd name="T61" fmla="*/ 6 h 165"/>
                <a:gd name="T62" fmla="*/ 30 w 239"/>
                <a:gd name="T6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1" name="Freeform 855">
              <a:extLst>
                <a:ext uri="{FF2B5EF4-FFF2-40B4-BE49-F238E27FC236}">
                  <a16:creationId xmlns:a16="http://schemas.microsoft.com/office/drawing/2014/main" id="{B640409F-E36A-400A-BC99-1495384B53D3}"/>
                </a:ext>
              </a:extLst>
            </p:cNvPr>
            <p:cNvSpPr>
              <a:spLocks noEditPoints="1"/>
            </p:cNvSpPr>
            <p:nvPr userDrawn="1"/>
          </p:nvSpPr>
          <p:spPr bwMode="auto">
            <a:xfrm>
              <a:off x="5583484" y="261400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8"/>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2" name="Freeform 856">
              <a:extLst>
                <a:ext uri="{FF2B5EF4-FFF2-40B4-BE49-F238E27FC236}">
                  <a16:creationId xmlns:a16="http://schemas.microsoft.com/office/drawing/2014/main" id="{02BD78C5-0994-4D97-923F-F5A3CD80301C}"/>
                </a:ext>
              </a:extLst>
            </p:cNvPr>
            <p:cNvSpPr>
              <a:spLocks noEditPoints="1"/>
            </p:cNvSpPr>
            <p:nvPr userDrawn="1"/>
          </p:nvSpPr>
          <p:spPr bwMode="auto">
            <a:xfrm>
              <a:off x="5583484" y="2762515"/>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3" name="Freeform 857">
              <a:extLst>
                <a:ext uri="{FF2B5EF4-FFF2-40B4-BE49-F238E27FC236}">
                  <a16:creationId xmlns:a16="http://schemas.microsoft.com/office/drawing/2014/main" id="{D67BE1E9-D671-4BF3-8C58-3F0F75FB3D16}"/>
                </a:ext>
              </a:extLst>
            </p:cNvPr>
            <p:cNvSpPr>
              <a:spLocks noEditPoints="1"/>
            </p:cNvSpPr>
            <p:nvPr userDrawn="1"/>
          </p:nvSpPr>
          <p:spPr bwMode="auto">
            <a:xfrm>
              <a:off x="6018985" y="1755045"/>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4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89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4"/>
                    <a:pt x="115" y="94"/>
                    <a:pt x="115" y="94"/>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89"/>
                    <a:pt x="43" y="89"/>
                    <a:pt x="43" y="89"/>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7"/>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4" name="Freeform 858">
              <a:extLst>
                <a:ext uri="{FF2B5EF4-FFF2-40B4-BE49-F238E27FC236}">
                  <a16:creationId xmlns:a16="http://schemas.microsoft.com/office/drawing/2014/main" id="{E5A26ADA-B4B0-434A-B175-05069460D396}"/>
                </a:ext>
              </a:extLst>
            </p:cNvPr>
            <p:cNvSpPr>
              <a:spLocks noEditPoints="1"/>
            </p:cNvSpPr>
            <p:nvPr userDrawn="1"/>
          </p:nvSpPr>
          <p:spPr bwMode="auto">
            <a:xfrm>
              <a:off x="4517814" y="2082172"/>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5" name="Freeform 859">
              <a:extLst>
                <a:ext uri="{FF2B5EF4-FFF2-40B4-BE49-F238E27FC236}">
                  <a16:creationId xmlns:a16="http://schemas.microsoft.com/office/drawing/2014/main" id="{CE50B52F-3299-40B4-8D67-37AE955DE403}"/>
                </a:ext>
              </a:extLst>
            </p:cNvPr>
            <p:cNvSpPr>
              <a:spLocks noEditPoints="1"/>
            </p:cNvSpPr>
            <p:nvPr userDrawn="1"/>
          </p:nvSpPr>
          <p:spPr bwMode="auto">
            <a:xfrm>
              <a:off x="3269514" y="2316980"/>
              <a:ext cx="222768" cy="136470"/>
            </a:xfrm>
            <a:custGeom>
              <a:avLst/>
              <a:gdLst>
                <a:gd name="T0" fmla="*/ 50 w 148"/>
                <a:gd name="T1" fmla="*/ 85 h 91"/>
                <a:gd name="T2" fmla="*/ 50 w 148"/>
                <a:gd name="T3" fmla="*/ 85 h 91"/>
                <a:gd name="T4" fmla="*/ 50 w 148"/>
                <a:gd name="T5" fmla="*/ 85 h 91"/>
                <a:gd name="T6" fmla="*/ 50 w 148"/>
                <a:gd name="T7" fmla="*/ 85 h 91"/>
                <a:gd name="T8" fmla="*/ 59 w 148"/>
                <a:gd name="T9" fmla="*/ 6 h 91"/>
                <a:gd name="T10" fmla="*/ 125 w 148"/>
                <a:gd name="T11" fmla="*/ 6 h 91"/>
                <a:gd name="T12" fmla="*/ 134 w 148"/>
                <a:gd name="T13" fmla="*/ 11 h 91"/>
                <a:gd name="T14" fmla="*/ 140 w 148"/>
                <a:gd name="T15" fmla="*/ 17 h 91"/>
                <a:gd name="T16" fmla="*/ 142 w 148"/>
                <a:gd name="T17" fmla="*/ 25 h 91"/>
                <a:gd name="T18" fmla="*/ 142 w 148"/>
                <a:gd name="T19" fmla="*/ 73 h 91"/>
                <a:gd name="T20" fmla="*/ 138 w 148"/>
                <a:gd name="T21" fmla="*/ 79 h 91"/>
                <a:gd name="T22" fmla="*/ 133 w 148"/>
                <a:gd name="T23" fmla="*/ 83 h 91"/>
                <a:gd name="T24" fmla="*/ 127 w 148"/>
                <a:gd name="T25" fmla="*/ 85 h 91"/>
                <a:gd name="T26" fmla="*/ 50 w 148"/>
                <a:gd name="T27" fmla="*/ 85 h 91"/>
                <a:gd name="T28" fmla="*/ 43 w 148"/>
                <a:gd name="T29" fmla="*/ 83 h 91"/>
                <a:gd name="T30" fmla="*/ 39 w 148"/>
                <a:gd name="T31" fmla="*/ 79 h 91"/>
                <a:gd name="T32" fmla="*/ 38 w 148"/>
                <a:gd name="T33" fmla="*/ 70 h 91"/>
                <a:gd name="T34" fmla="*/ 38 w 148"/>
                <a:gd name="T35" fmla="*/ 67 h 91"/>
                <a:gd name="T36" fmla="*/ 38 w 148"/>
                <a:gd name="T37" fmla="*/ 65 h 91"/>
                <a:gd name="T38" fmla="*/ 21 w 148"/>
                <a:gd name="T39" fmla="*/ 44 h 91"/>
                <a:gd name="T40" fmla="*/ 38 w 148"/>
                <a:gd name="T41" fmla="*/ 52 h 91"/>
                <a:gd name="T42" fmla="*/ 39 w 148"/>
                <a:gd name="T43" fmla="*/ 24 h 91"/>
                <a:gd name="T44" fmla="*/ 43 w 148"/>
                <a:gd name="T45" fmla="*/ 16 h 91"/>
                <a:gd name="T46" fmla="*/ 59 w 148"/>
                <a:gd name="T47" fmla="*/ 6 h 91"/>
                <a:gd name="T48" fmla="*/ 126 w 148"/>
                <a:gd name="T49" fmla="*/ 0 h 91"/>
                <a:gd name="T50" fmla="*/ 59 w 148"/>
                <a:gd name="T51" fmla="*/ 0 h 91"/>
                <a:gd name="T52" fmla="*/ 59 w 148"/>
                <a:gd name="T53" fmla="*/ 0 h 91"/>
                <a:gd name="T54" fmla="*/ 37 w 148"/>
                <a:gd name="T55" fmla="*/ 13 h 91"/>
                <a:gd name="T56" fmla="*/ 33 w 148"/>
                <a:gd name="T57" fmla="*/ 23 h 91"/>
                <a:gd name="T58" fmla="*/ 33 w 148"/>
                <a:gd name="T59" fmla="*/ 23 h 91"/>
                <a:gd name="T60" fmla="*/ 33 w 148"/>
                <a:gd name="T61" fmla="*/ 43 h 91"/>
                <a:gd name="T62" fmla="*/ 0 w 148"/>
                <a:gd name="T63" fmla="*/ 27 h 91"/>
                <a:gd name="T64" fmla="*/ 32 w 148"/>
                <a:gd name="T65" fmla="*/ 67 h 91"/>
                <a:gd name="T66" fmla="*/ 32 w 148"/>
                <a:gd name="T67" fmla="*/ 70 h 91"/>
                <a:gd name="T68" fmla="*/ 34 w 148"/>
                <a:gd name="T69" fmla="*/ 82 h 91"/>
                <a:gd name="T70" fmla="*/ 44 w 148"/>
                <a:gd name="T71" fmla="*/ 90 h 91"/>
                <a:gd name="T72" fmla="*/ 49 w 148"/>
                <a:gd name="T73" fmla="*/ 91 h 91"/>
                <a:gd name="T74" fmla="*/ 50 w 148"/>
                <a:gd name="T75" fmla="*/ 91 h 91"/>
                <a:gd name="T76" fmla="*/ 127 w 148"/>
                <a:gd name="T77" fmla="*/ 91 h 91"/>
                <a:gd name="T78" fmla="*/ 127 w 148"/>
                <a:gd name="T79" fmla="*/ 91 h 91"/>
                <a:gd name="T80" fmla="*/ 136 w 148"/>
                <a:gd name="T81" fmla="*/ 88 h 91"/>
                <a:gd name="T82" fmla="*/ 145 w 148"/>
                <a:gd name="T83" fmla="*/ 79 h 91"/>
                <a:gd name="T84" fmla="*/ 148 w 148"/>
                <a:gd name="T85" fmla="*/ 74 h 91"/>
                <a:gd name="T86" fmla="*/ 148 w 148"/>
                <a:gd name="T87" fmla="*/ 74 h 91"/>
                <a:gd name="T88" fmla="*/ 148 w 148"/>
                <a:gd name="T89" fmla="*/ 24 h 91"/>
                <a:gd name="T90" fmla="*/ 148 w 148"/>
                <a:gd name="T91" fmla="*/ 24 h 91"/>
                <a:gd name="T92" fmla="*/ 144 w 148"/>
                <a:gd name="T93" fmla="*/ 13 h 91"/>
                <a:gd name="T94" fmla="*/ 133 w 148"/>
                <a:gd name="T95" fmla="*/ 3 h 91"/>
                <a:gd name="T96" fmla="*/ 127 w 148"/>
                <a:gd name="T97" fmla="*/ 0 h 91"/>
                <a:gd name="T98" fmla="*/ 126 w 148"/>
                <a:gd name="T9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91">
                  <a:moveTo>
                    <a:pt x="50" y="85"/>
                  </a:moveTo>
                  <a:cubicBezTo>
                    <a:pt x="50" y="85"/>
                    <a:pt x="50" y="85"/>
                    <a:pt x="50" y="85"/>
                  </a:cubicBezTo>
                  <a:cubicBezTo>
                    <a:pt x="50" y="85"/>
                    <a:pt x="50" y="85"/>
                    <a:pt x="50" y="85"/>
                  </a:cubicBezTo>
                  <a:cubicBezTo>
                    <a:pt x="50" y="85"/>
                    <a:pt x="50" y="85"/>
                    <a:pt x="50" y="85"/>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6" name="Freeform 860">
              <a:extLst>
                <a:ext uri="{FF2B5EF4-FFF2-40B4-BE49-F238E27FC236}">
                  <a16:creationId xmlns:a16="http://schemas.microsoft.com/office/drawing/2014/main" id="{320A6F22-42F7-4D5E-AB63-A8161CFDB817}"/>
                </a:ext>
              </a:extLst>
            </p:cNvPr>
            <p:cNvSpPr>
              <a:spLocks noEditPoints="1"/>
            </p:cNvSpPr>
            <p:nvPr userDrawn="1"/>
          </p:nvSpPr>
          <p:spPr bwMode="auto">
            <a:xfrm>
              <a:off x="4913175" y="3027427"/>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1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8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7" name="Freeform 861">
              <a:extLst>
                <a:ext uri="{FF2B5EF4-FFF2-40B4-BE49-F238E27FC236}">
                  <a16:creationId xmlns:a16="http://schemas.microsoft.com/office/drawing/2014/main" id="{4C147C2D-64BA-4C51-A90D-9109C746BFAD}"/>
                </a:ext>
              </a:extLst>
            </p:cNvPr>
            <p:cNvSpPr>
              <a:spLocks noEditPoints="1"/>
            </p:cNvSpPr>
            <p:nvPr userDrawn="1"/>
          </p:nvSpPr>
          <p:spPr bwMode="auto">
            <a:xfrm>
              <a:off x="3694980" y="2583900"/>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6 w 116"/>
                <a:gd name="T59" fmla="*/ 0 h 72"/>
                <a:gd name="T60" fmla="*/ 45 w 116"/>
                <a:gd name="T61" fmla="*/ 0 h 72"/>
                <a:gd name="T62" fmla="*/ 28 w 116"/>
                <a:gd name="T63" fmla="*/ 10 h 72"/>
                <a:gd name="T64" fmla="*/ 25 w 116"/>
                <a:gd name="T65" fmla="*/ 18 h 72"/>
                <a:gd name="T66" fmla="*/ 25 w 116"/>
                <a:gd name="T67" fmla="*/ 18 h 72"/>
                <a:gd name="T68" fmla="*/ 25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4 w 116"/>
                <a:gd name="T81" fmla="*/ 71 h 72"/>
                <a:gd name="T82" fmla="*/ 38 w 116"/>
                <a:gd name="T83" fmla="*/ 72 h 72"/>
                <a:gd name="T84" fmla="*/ 38 w 116"/>
                <a:gd name="T85" fmla="*/ 72 h 72"/>
                <a:gd name="T86" fmla="*/ 99 w 116"/>
                <a:gd name="T87" fmla="*/ 72 h 72"/>
                <a:gd name="T88" fmla="*/ 99 w 116"/>
                <a:gd name="T89" fmla="*/ 72 h 72"/>
                <a:gd name="T90" fmla="*/ 107 w 116"/>
                <a:gd name="T91" fmla="*/ 70 h 72"/>
                <a:gd name="T92" fmla="*/ 113 w 116"/>
                <a:gd name="T93" fmla="*/ 63 h 72"/>
                <a:gd name="T94" fmla="*/ 116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8" name="Freeform 862">
              <a:extLst>
                <a:ext uri="{FF2B5EF4-FFF2-40B4-BE49-F238E27FC236}">
                  <a16:creationId xmlns:a16="http://schemas.microsoft.com/office/drawing/2014/main" id="{1F174882-F63E-4763-BDDB-CA7B1C2D83CC}"/>
                </a:ext>
              </a:extLst>
            </p:cNvPr>
            <p:cNvSpPr>
              <a:spLocks noEditPoints="1"/>
            </p:cNvSpPr>
            <p:nvPr userDrawn="1"/>
          </p:nvSpPr>
          <p:spPr bwMode="auto">
            <a:xfrm>
              <a:off x="4690408" y="2001895"/>
              <a:ext cx="640206" cy="192664"/>
            </a:xfrm>
            <a:custGeom>
              <a:avLst/>
              <a:gdLst>
                <a:gd name="T0" fmla="*/ 92 w 426"/>
                <a:gd name="T1" fmla="*/ 25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346 w 426"/>
                <a:gd name="T43" fmla="*/ 0 h 128"/>
                <a:gd name="T44" fmla="*/ 83 w 426"/>
                <a:gd name="T45" fmla="*/ 20 h 128"/>
                <a:gd name="T46" fmla="*/ 39 w 426"/>
                <a:gd name="T47" fmla="*/ 42 h 128"/>
                <a:gd name="T48" fmla="*/ 31 w 426"/>
                <a:gd name="T49" fmla="*/ 74 h 128"/>
                <a:gd name="T50" fmla="*/ 31 w 426"/>
                <a:gd name="T51" fmla="*/ 74 h 128"/>
                <a:gd name="T52" fmla="*/ 49 w 426"/>
                <a:gd name="T53" fmla="*/ 105 h 128"/>
                <a:gd name="T54" fmla="*/ 0 w 426"/>
                <a:gd name="T55" fmla="*/ 128 h 128"/>
                <a:gd name="T56" fmla="*/ 39 w 426"/>
                <a:gd name="T57" fmla="*/ 124 h 128"/>
                <a:gd name="T58" fmla="*/ 91 w 426"/>
                <a:gd name="T59" fmla="*/ 119 h 128"/>
                <a:gd name="T60" fmla="*/ 101 w 426"/>
                <a:gd name="T61" fmla="*/ 118 h 128"/>
                <a:gd name="T62" fmla="*/ 102 w 426"/>
                <a:gd name="T63" fmla="*/ 118 h 128"/>
                <a:gd name="T64" fmla="*/ 368 w 426"/>
                <a:gd name="T65" fmla="*/ 113 h 128"/>
                <a:gd name="T66" fmla="*/ 397 w 426"/>
                <a:gd name="T67" fmla="*/ 103 h 128"/>
                <a:gd name="T68" fmla="*/ 426 w 426"/>
                <a:gd name="T69" fmla="*/ 46 h 128"/>
                <a:gd name="T70" fmla="*/ 418 w 426"/>
                <a:gd name="T71" fmla="*/ 22 h 128"/>
                <a:gd name="T72" fmla="*/ 374 w 426"/>
                <a:gd name="T73" fmla="*/ 1 h 128"/>
                <a:gd name="T74" fmla="*/ 372 w 426"/>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19"/>
                    <a:pt x="83" y="20"/>
                  </a:cubicBezTo>
                  <a:cubicBezTo>
                    <a:pt x="82" y="20"/>
                    <a:pt x="70" y="21"/>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9" name="Freeform 863">
              <a:extLst>
                <a:ext uri="{FF2B5EF4-FFF2-40B4-BE49-F238E27FC236}">
                  <a16:creationId xmlns:a16="http://schemas.microsoft.com/office/drawing/2014/main" id="{BE0F9745-4F87-4BDB-BF4A-43C06B9493D1}"/>
                </a:ext>
              </a:extLst>
            </p:cNvPr>
            <p:cNvSpPr>
              <a:spLocks/>
            </p:cNvSpPr>
            <p:nvPr userDrawn="1"/>
          </p:nvSpPr>
          <p:spPr bwMode="auto">
            <a:xfrm>
              <a:off x="3281556" y="2098227"/>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 name="T84" fmla="*/ 346 w 426"/>
                <a:gd name="T8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0" name="Freeform 864">
              <a:extLst>
                <a:ext uri="{FF2B5EF4-FFF2-40B4-BE49-F238E27FC236}">
                  <a16:creationId xmlns:a16="http://schemas.microsoft.com/office/drawing/2014/main" id="{EC541D1B-CD11-46FB-9DD0-0701A263F665}"/>
                </a:ext>
              </a:extLst>
            </p:cNvPr>
            <p:cNvSpPr>
              <a:spLocks noEditPoints="1"/>
            </p:cNvSpPr>
            <p:nvPr userDrawn="1"/>
          </p:nvSpPr>
          <p:spPr bwMode="auto">
            <a:xfrm>
              <a:off x="3847505" y="2100234"/>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1" name="Freeform 865">
              <a:extLst>
                <a:ext uri="{FF2B5EF4-FFF2-40B4-BE49-F238E27FC236}">
                  <a16:creationId xmlns:a16="http://schemas.microsoft.com/office/drawing/2014/main" id="{5AC9948C-E8A7-412F-A783-1549DDB31B22}"/>
                </a:ext>
              </a:extLst>
            </p:cNvPr>
            <p:cNvSpPr>
              <a:spLocks noEditPoints="1"/>
            </p:cNvSpPr>
            <p:nvPr userDrawn="1"/>
          </p:nvSpPr>
          <p:spPr bwMode="auto">
            <a:xfrm>
              <a:off x="3835464" y="267421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1 w 426"/>
                <a:gd name="T69" fmla="*/ 7 h 128"/>
                <a:gd name="T70" fmla="*/ 346 w 426"/>
                <a:gd name="T71" fmla="*/ 6 h 128"/>
                <a:gd name="T72" fmla="*/ 371 w 426"/>
                <a:gd name="T73" fmla="*/ 7 h 128"/>
                <a:gd name="T74" fmla="*/ 373 w 426"/>
                <a:gd name="T75" fmla="*/ 7 h 128"/>
                <a:gd name="T76" fmla="*/ 409 w 426"/>
                <a:gd name="T77" fmla="*/ 21 h 128"/>
                <a:gd name="T78" fmla="*/ 410 w 426"/>
                <a:gd name="T79" fmla="*/ 15 h 128"/>
                <a:gd name="T80" fmla="*/ 374 w 426"/>
                <a:gd name="T81" fmla="*/ 1 h 128"/>
                <a:gd name="T82" fmla="*/ 372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2" name="Freeform 866">
              <a:extLst>
                <a:ext uri="{FF2B5EF4-FFF2-40B4-BE49-F238E27FC236}">
                  <a16:creationId xmlns:a16="http://schemas.microsoft.com/office/drawing/2014/main" id="{160C095C-4610-41F5-94DC-D316FA4ACD3F}"/>
                </a:ext>
              </a:extLst>
            </p:cNvPr>
            <p:cNvSpPr>
              <a:spLocks noEditPoints="1"/>
            </p:cNvSpPr>
            <p:nvPr userDrawn="1"/>
          </p:nvSpPr>
          <p:spPr bwMode="auto">
            <a:xfrm>
              <a:off x="5408883" y="2842791"/>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2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2"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3" name="Freeform 867">
              <a:extLst>
                <a:ext uri="{FF2B5EF4-FFF2-40B4-BE49-F238E27FC236}">
                  <a16:creationId xmlns:a16="http://schemas.microsoft.com/office/drawing/2014/main" id="{E6C5AAED-9796-4CF5-9270-83ABCF02D54C}"/>
                </a:ext>
              </a:extLst>
            </p:cNvPr>
            <p:cNvSpPr>
              <a:spLocks noEditPoints="1"/>
            </p:cNvSpPr>
            <p:nvPr userDrawn="1"/>
          </p:nvSpPr>
          <p:spPr bwMode="auto">
            <a:xfrm>
              <a:off x="5469091" y="2094213"/>
              <a:ext cx="120415" cy="415432"/>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35 h 275"/>
                <a:gd name="T64" fmla="*/ 80 w 80"/>
                <a:gd name="T65" fmla="*/ 216 h 275"/>
                <a:gd name="T66" fmla="*/ 66 w 80"/>
                <a:gd name="T67" fmla="*/ 45 h 275"/>
                <a:gd name="T68" fmla="*/ 36 w 80"/>
                <a:gd name="T69" fmla="*/ 28 h 275"/>
                <a:gd name="T70" fmla="*/ 35 w 80"/>
                <a:gd name="T71" fmla="*/ 28 h 275"/>
                <a:gd name="T72" fmla="*/ 35 w 80"/>
                <a:gd name="T73" fmla="*/ 28 h 275"/>
                <a:gd name="T74" fmla="*/ 14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4" name="Freeform 868">
              <a:extLst>
                <a:ext uri="{FF2B5EF4-FFF2-40B4-BE49-F238E27FC236}">
                  <a16:creationId xmlns:a16="http://schemas.microsoft.com/office/drawing/2014/main" id="{1CE8F013-E14A-4C3D-A5D6-3976B850649D}"/>
                </a:ext>
              </a:extLst>
            </p:cNvPr>
            <p:cNvSpPr>
              <a:spLocks noEditPoints="1"/>
            </p:cNvSpPr>
            <p:nvPr userDrawn="1"/>
          </p:nvSpPr>
          <p:spPr bwMode="auto">
            <a:xfrm>
              <a:off x="4736567" y="3428810"/>
              <a:ext cx="640206" cy="192664"/>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5" name="Freeform 869">
              <a:extLst>
                <a:ext uri="{FF2B5EF4-FFF2-40B4-BE49-F238E27FC236}">
                  <a16:creationId xmlns:a16="http://schemas.microsoft.com/office/drawing/2014/main" id="{31E3866E-AE2F-4FC0-93CD-A5D2E972944C}"/>
                </a:ext>
              </a:extLst>
            </p:cNvPr>
            <p:cNvSpPr>
              <a:spLocks/>
            </p:cNvSpPr>
            <p:nvPr userDrawn="1"/>
          </p:nvSpPr>
          <p:spPr bwMode="auto">
            <a:xfrm>
              <a:off x="5346668" y="3567288"/>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6" name="Freeform 870">
              <a:extLst>
                <a:ext uri="{FF2B5EF4-FFF2-40B4-BE49-F238E27FC236}">
                  <a16:creationId xmlns:a16="http://schemas.microsoft.com/office/drawing/2014/main" id="{47866482-6F98-4114-9DCA-E514989998CA}"/>
                </a:ext>
              </a:extLst>
            </p:cNvPr>
            <p:cNvSpPr>
              <a:spLocks noEditPoints="1"/>
            </p:cNvSpPr>
            <p:nvPr userDrawn="1"/>
          </p:nvSpPr>
          <p:spPr bwMode="auto">
            <a:xfrm>
              <a:off x="5282447" y="216044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80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6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7" name="Freeform 871">
              <a:extLst>
                <a:ext uri="{FF2B5EF4-FFF2-40B4-BE49-F238E27FC236}">
                  <a16:creationId xmlns:a16="http://schemas.microsoft.com/office/drawing/2014/main" id="{A5B352CA-0205-47A3-A95F-219B348E4F99}"/>
                </a:ext>
              </a:extLst>
            </p:cNvPr>
            <p:cNvSpPr>
              <a:spLocks noEditPoints="1"/>
            </p:cNvSpPr>
            <p:nvPr userDrawn="1"/>
          </p:nvSpPr>
          <p:spPr bwMode="auto">
            <a:xfrm>
              <a:off x="3064809" y="2170476"/>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91 w 116"/>
                <a:gd name="T25" fmla="*/ 36 h 365"/>
                <a:gd name="T26" fmla="*/ 94 w 116"/>
                <a:gd name="T27" fmla="*/ 48 h 365"/>
                <a:gd name="T28" fmla="*/ 94 w 116"/>
                <a:gd name="T29" fmla="*/ 49 h 365"/>
                <a:gd name="T30" fmla="*/ 101 w 116"/>
                <a:gd name="T31" fmla="*/ 276 h 365"/>
                <a:gd name="T32" fmla="*/ 104 w 116"/>
                <a:gd name="T33" fmla="*/ 310 h 365"/>
                <a:gd name="T34" fmla="*/ 95 w 116"/>
                <a:gd name="T35" fmla="*/ 301 h 365"/>
                <a:gd name="T36" fmla="*/ 76 w 116"/>
                <a:gd name="T37" fmla="*/ 328 h 365"/>
                <a:gd name="T38" fmla="*/ 68 w 116"/>
                <a:gd name="T39" fmla="*/ 330 h 365"/>
                <a:gd name="T40" fmla="*/ 67 w 116"/>
                <a:gd name="T41" fmla="*/ 331 h 365"/>
                <a:gd name="T42" fmla="*/ 42 w 116"/>
                <a:gd name="T43" fmla="*/ 324 h 365"/>
                <a:gd name="T44" fmla="*/ 25 w 116"/>
                <a:gd name="T45" fmla="*/ 295 h 365"/>
                <a:gd name="T46" fmla="*/ 25 w 116"/>
                <a:gd name="T47" fmla="*/ 292 h 365"/>
                <a:gd name="T48" fmla="*/ 25 w 116"/>
                <a:gd name="T49" fmla="*/ 291 h 365"/>
                <a:gd name="T50" fmla="*/ 40 w 116"/>
                <a:gd name="T51" fmla="*/ 0 h 365"/>
                <a:gd name="T52" fmla="*/ 1 w 116"/>
                <a:gd name="T53" fmla="*/ 45 h 365"/>
                <a:gd name="T54" fmla="*/ 0 w 116"/>
                <a:gd name="T55" fmla="*/ 66 h 365"/>
                <a:gd name="T56" fmla="*/ 19 w 116"/>
                <a:gd name="T57" fmla="*/ 292 h 365"/>
                <a:gd name="T58" fmla="*/ 39 w 116"/>
                <a:gd name="T59" fmla="*/ 329 h 365"/>
                <a:gd name="T60" fmla="*/ 65 w 116"/>
                <a:gd name="T61" fmla="*/ 337 h 365"/>
                <a:gd name="T62" fmla="*/ 68 w 116"/>
                <a:gd name="T63" fmla="*/ 336 h 365"/>
                <a:gd name="T64" fmla="*/ 84 w 116"/>
                <a:gd name="T65" fmla="*/ 331 h 365"/>
                <a:gd name="T66" fmla="*/ 99 w 116"/>
                <a:gd name="T67" fmla="*/ 313 h 365"/>
                <a:gd name="T68" fmla="*/ 115 w 116"/>
                <a:gd name="T69" fmla="*/ 355 h 365"/>
                <a:gd name="T70" fmla="*/ 112 w 116"/>
                <a:gd name="T71" fmla="*/ 328 h 365"/>
                <a:gd name="T72" fmla="*/ 107 w 116"/>
                <a:gd name="T73" fmla="*/ 284 h 365"/>
                <a:gd name="T74" fmla="*/ 107 w 116"/>
                <a:gd name="T75" fmla="*/ 275 h 365"/>
                <a:gd name="T76" fmla="*/ 107 w 116"/>
                <a:gd name="T77" fmla="*/ 275 h 365"/>
                <a:gd name="T78" fmla="*/ 100 w 116"/>
                <a:gd name="T79" fmla="*/ 49 h 365"/>
                <a:gd name="T80" fmla="*/ 74 w 116"/>
                <a:gd name="T81" fmla="*/ 8 h 365"/>
                <a:gd name="T82" fmla="*/ 40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8" name="Freeform 872">
              <a:extLst>
                <a:ext uri="{FF2B5EF4-FFF2-40B4-BE49-F238E27FC236}">
                  <a16:creationId xmlns:a16="http://schemas.microsoft.com/office/drawing/2014/main" id="{5FF734E3-C293-4757-97FA-90644F489122}"/>
                </a:ext>
              </a:extLst>
            </p:cNvPr>
            <p:cNvSpPr>
              <a:spLocks/>
            </p:cNvSpPr>
            <p:nvPr userDrawn="1"/>
          </p:nvSpPr>
          <p:spPr bwMode="auto">
            <a:xfrm>
              <a:off x="3233390" y="2704315"/>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9" name="Freeform 873">
              <a:extLst>
                <a:ext uri="{FF2B5EF4-FFF2-40B4-BE49-F238E27FC236}">
                  <a16:creationId xmlns:a16="http://schemas.microsoft.com/office/drawing/2014/main" id="{D62B934B-7651-4492-941E-B2E197E9D90E}"/>
                </a:ext>
              </a:extLst>
            </p:cNvPr>
            <p:cNvSpPr>
              <a:spLocks noEditPoints="1"/>
            </p:cNvSpPr>
            <p:nvPr userDrawn="1"/>
          </p:nvSpPr>
          <p:spPr bwMode="auto">
            <a:xfrm>
              <a:off x="4760650" y="2208607"/>
              <a:ext cx="188650" cy="148512"/>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0" name="Freeform 874">
              <a:extLst>
                <a:ext uri="{FF2B5EF4-FFF2-40B4-BE49-F238E27FC236}">
                  <a16:creationId xmlns:a16="http://schemas.microsoft.com/office/drawing/2014/main" id="{FB6B190E-51B3-4786-9657-57072B01FF88}"/>
                </a:ext>
              </a:extLst>
            </p:cNvPr>
            <p:cNvSpPr>
              <a:spLocks noEditPoints="1"/>
            </p:cNvSpPr>
            <p:nvPr userDrawn="1"/>
          </p:nvSpPr>
          <p:spPr bwMode="auto">
            <a:xfrm>
              <a:off x="3036712" y="1851376"/>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1" name="Freeform 875">
              <a:extLst>
                <a:ext uri="{FF2B5EF4-FFF2-40B4-BE49-F238E27FC236}">
                  <a16:creationId xmlns:a16="http://schemas.microsoft.com/office/drawing/2014/main" id="{064C3DC9-CBEA-454E-97A4-C4522B7B0916}"/>
                </a:ext>
              </a:extLst>
            </p:cNvPr>
            <p:cNvSpPr>
              <a:spLocks noEditPoints="1"/>
            </p:cNvSpPr>
            <p:nvPr userDrawn="1"/>
          </p:nvSpPr>
          <p:spPr bwMode="auto">
            <a:xfrm>
              <a:off x="5105839" y="3017393"/>
              <a:ext cx="238823" cy="182630"/>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3 h 121"/>
                <a:gd name="T38" fmla="*/ 6 w 159"/>
                <a:gd name="T39" fmla="*/ 45 h 121"/>
                <a:gd name="T40" fmla="*/ 11 w 159"/>
                <a:gd name="T41" fmla="*/ 38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5"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2" name="Freeform 876">
              <a:extLst>
                <a:ext uri="{FF2B5EF4-FFF2-40B4-BE49-F238E27FC236}">
                  <a16:creationId xmlns:a16="http://schemas.microsoft.com/office/drawing/2014/main" id="{02AF5707-1CCC-4E2B-A361-2A7A8B2EB50B}"/>
                </a:ext>
              </a:extLst>
            </p:cNvPr>
            <p:cNvSpPr>
              <a:spLocks noEditPoints="1"/>
            </p:cNvSpPr>
            <p:nvPr userDrawn="1"/>
          </p:nvSpPr>
          <p:spPr bwMode="auto">
            <a:xfrm>
              <a:off x="4746602" y="2361132"/>
              <a:ext cx="248857" cy="228788"/>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3" name="Freeform 877">
              <a:extLst>
                <a:ext uri="{FF2B5EF4-FFF2-40B4-BE49-F238E27FC236}">
                  <a16:creationId xmlns:a16="http://schemas.microsoft.com/office/drawing/2014/main" id="{43A1FCA9-DAC9-480D-82D4-8C50C5352FB8}"/>
                </a:ext>
              </a:extLst>
            </p:cNvPr>
            <p:cNvSpPr>
              <a:spLocks noEditPoints="1"/>
            </p:cNvSpPr>
            <p:nvPr userDrawn="1"/>
          </p:nvSpPr>
          <p:spPr bwMode="auto">
            <a:xfrm>
              <a:off x="5553381" y="3533169"/>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2 w 152"/>
                <a:gd name="T31" fmla="*/ 99 h 141"/>
                <a:gd name="T32" fmla="*/ 96 w 152"/>
                <a:gd name="T33" fmla="*/ 112 h 141"/>
                <a:gd name="T34" fmla="*/ 88 w 152"/>
                <a:gd name="T35" fmla="*/ 116 h 141"/>
                <a:gd name="T36" fmla="*/ 87 w 152"/>
                <a:gd name="T37" fmla="*/ 116 h 141"/>
                <a:gd name="T38" fmla="*/ 71 w 152"/>
                <a:gd name="T39" fmla="*/ 120 h 141"/>
                <a:gd name="T40" fmla="*/ 51 w 152"/>
                <a:gd name="T41" fmla="*/ 117 h 141"/>
                <a:gd name="T42" fmla="*/ 41 w 152"/>
                <a:gd name="T43" fmla="*/ 114 h 141"/>
                <a:gd name="T44" fmla="*/ 12 w 152"/>
                <a:gd name="T45" fmla="*/ 85 h 141"/>
                <a:gd name="T46" fmla="*/ 8 w 152"/>
                <a:gd name="T47" fmla="*/ 43 h 141"/>
                <a:gd name="T48" fmla="*/ 10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4" name="Freeform 878">
              <a:extLst>
                <a:ext uri="{FF2B5EF4-FFF2-40B4-BE49-F238E27FC236}">
                  <a16:creationId xmlns:a16="http://schemas.microsoft.com/office/drawing/2014/main" id="{CEFD51AE-A810-42BD-A224-137A2BCA3D47}"/>
                </a:ext>
              </a:extLst>
            </p:cNvPr>
            <p:cNvSpPr>
              <a:spLocks/>
            </p:cNvSpPr>
            <p:nvPr userDrawn="1"/>
          </p:nvSpPr>
          <p:spPr bwMode="auto">
            <a:xfrm>
              <a:off x="5760092" y="3697736"/>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5" name="Freeform 879">
              <a:extLst>
                <a:ext uri="{FF2B5EF4-FFF2-40B4-BE49-F238E27FC236}">
                  <a16:creationId xmlns:a16="http://schemas.microsoft.com/office/drawing/2014/main" id="{3DD99267-5BDB-4AC3-83E6-077F86E1D29A}"/>
                </a:ext>
              </a:extLst>
            </p:cNvPr>
            <p:cNvSpPr>
              <a:spLocks noEditPoints="1"/>
            </p:cNvSpPr>
            <p:nvPr userDrawn="1"/>
          </p:nvSpPr>
          <p:spPr bwMode="auto">
            <a:xfrm>
              <a:off x="4730547" y="3137808"/>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6" name="Freeform 880">
              <a:extLst>
                <a:ext uri="{FF2B5EF4-FFF2-40B4-BE49-F238E27FC236}">
                  <a16:creationId xmlns:a16="http://schemas.microsoft.com/office/drawing/2014/main" id="{8C172E85-AC17-44CF-8506-F615B70DDF13}"/>
                </a:ext>
              </a:extLst>
            </p:cNvPr>
            <p:cNvSpPr>
              <a:spLocks noEditPoints="1"/>
            </p:cNvSpPr>
            <p:nvPr userDrawn="1"/>
          </p:nvSpPr>
          <p:spPr bwMode="auto">
            <a:xfrm>
              <a:off x="5083763" y="3627495"/>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7" name="Freeform 881">
              <a:extLst>
                <a:ext uri="{FF2B5EF4-FFF2-40B4-BE49-F238E27FC236}">
                  <a16:creationId xmlns:a16="http://schemas.microsoft.com/office/drawing/2014/main" id="{BFD7457B-B433-461F-9AFE-B6A95B2495C4}"/>
                </a:ext>
              </a:extLst>
            </p:cNvPr>
            <p:cNvSpPr>
              <a:spLocks noEditPoints="1"/>
            </p:cNvSpPr>
            <p:nvPr userDrawn="1"/>
          </p:nvSpPr>
          <p:spPr bwMode="auto">
            <a:xfrm>
              <a:off x="3572557" y="2965214"/>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8" name="Freeform 882">
              <a:extLst>
                <a:ext uri="{FF2B5EF4-FFF2-40B4-BE49-F238E27FC236}">
                  <a16:creationId xmlns:a16="http://schemas.microsoft.com/office/drawing/2014/main" id="{096DCCFD-24AA-4AB9-8CD9-25FE9B9FBAB2}"/>
                </a:ext>
              </a:extLst>
            </p:cNvPr>
            <p:cNvSpPr>
              <a:spLocks/>
            </p:cNvSpPr>
            <p:nvPr userDrawn="1"/>
          </p:nvSpPr>
          <p:spPr bwMode="auto">
            <a:xfrm>
              <a:off x="3703007" y="2967220"/>
              <a:ext cx="4014" cy="2008"/>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9" name="Freeform 883">
              <a:extLst>
                <a:ext uri="{FF2B5EF4-FFF2-40B4-BE49-F238E27FC236}">
                  <a16:creationId xmlns:a16="http://schemas.microsoft.com/office/drawing/2014/main" id="{306C34E0-C8AB-42F5-9814-81F30C4130F6}"/>
                </a:ext>
              </a:extLst>
            </p:cNvPr>
            <p:cNvSpPr>
              <a:spLocks noEditPoints="1"/>
            </p:cNvSpPr>
            <p:nvPr userDrawn="1"/>
          </p:nvSpPr>
          <p:spPr bwMode="auto">
            <a:xfrm>
              <a:off x="4433524" y="2435389"/>
              <a:ext cx="315086" cy="282975"/>
            </a:xfrm>
            <a:custGeom>
              <a:avLst/>
              <a:gdLst>
                <a:gd name="T0" fmla="*/ 10 w 209"/>
                <a:gd name="T1" fmla="*/ 188 h 188"/>
                <a:gd name="T2" fmla="*/ 12 w 209"/>
                <a:gd name="T3" fmla="*/ 180 h 188"/>
                <a:gd name="T4" fmla="*/ 82 w 209"/>
                <a:gd name="T5" fmla="*/ 3 h 188"/>
                <a:gd name="T6" fmla="*/ 82 w 209"/>
                <a:gd name="T7" fmla="*/ 3 h 188"/>
                <a:gd name="T8" fmla="*/ 8 w 209"/>
                <a:gd name="T9" fmla="*/ 68 h 188"/>
                <a:gd name="T10" fmla="*/ 4 w 209"/>
                <a:gd name="T11" fmla="*/ 114 h 188"/>
                <a:gd name="T12" fmla="*/ 14 w 209"/>
                <a:gd name="T13" fmla="*/ 153 h 188"/>
                <a:gd name="T14" fmla="*/ 13 w 209"/>
                <a:gd name="T15" fmla="*/ 172 h 188"/>
                <a:gd name="T16" fmla="*/ 17 w 209"/>
                <a:gd name="T17" fmla="*/ 177 h 188"/>
                <a:gd name="T18" fmla="*/ 40 w 209"/>
                <a:gd name="T19" fmla="*/ 144 h 188"/>
                <a:gd name="T20" fmla="*/ 85 w 209"/>
                <a:gd name="T21" fmla="*/ 165 h 188"/>
                <a:gd name="T22" fmla="*/ 116 w 209"/>
                <a:gd name="T23" fmla="*/ 172 h 188"/>
                <a:gd name="T24" fmla="*/ 111 w 209"/>
                <a:gd name="T25" fmla="*/ 166 h 188"/>
                <a:gd name="T26" fmla="*/ 110 w 209"/>
                <a:gd name="T27" fmla="*/ 166 h 188"/>
                <a:gd name="T28" fmla="*/ 88 w 209"/>
                <a:gd name="T29" fmla="*/ 160 h 188"/>
                <a:gd name="T30" fmla="*/ 82 w 209"/>
                <a:gd name="T31" fmla="*/ 158 h 188"/>
                <a:gd name="T32" fmla="*/ 40 w 209"/>
                <a:gd name="T33" fmla="*/ 137 h 188"/>
                <a:gd name="T34" fmla="*/ 20 w 209"/>
                <a:gd name="T35" fmla="*/ 162 h 188"/>
                <a:gd name="T36" fmla="*/ 13 w 209"/>
                <a:gd name="T37" fmla="*/ 116 h 188"/>
                <a:gd name="T38" fmla="*/ 12 w 209"/>
                <a:gd name="T39" fmla="*/ 115 h 188"/>
                <a:gd name="T40" fmla="*/ 6 w 209"/>
                <a:gd name="T41" fmla="*/ 97 h 188"/>
                <a:gd name="T42" fmla="*/ 13 w 209"/>
                <a:gd name="T43" fmla="*/ 70 h 188"/>
                <a:gd name="T44" fmla="*/ 13 w 209"/>
                <a:gd name="T45" fmla="*/ 70 h 188"/>
                <a:gd name="T46" fmla="*/ 84 w 209"/>
                <a:gd name="T47" fmla="*/ 9 h 188"/>
                <a:gd name="T48" fmla="*/ 107 w 209"/>
                <a:gd name="T49" fmla="*/ 6 h 188"/>
                <a:gd name="T50" fmla="*/ 152 w 209"/>
                <a:gd name="T51" fmla="*/ 15 h 188"/>
                <a:gd name="T52" fmla="*/ 203 w 209"/>
                <a:gd name="T53" fmla="*/ 79 h 188"/>
                <a:gd name="T54" fmla="*/ 153 w 209"/>
                <a:gd name="T55" fmla="*/ 157 h 188"/>
                <a:gd name="T56" fmla="*/ 121 w 209"/>
                <a:gd name="T57" fmla="*/ 165 h 188"/>
                <a:gd name="T58" fmla="*/ 156 w 209"/>
                <a:gd name="T59" fmla="*/ 162 h 188"/>
                <a:gd name="T60" fmla="*/ 156 w 209"/>
                <a:gd name="T61" fmla="*/ 162 h 188"/>
                <a:gd name="T62" fmla="*/ 209 w 209"/>
                <a:gd name="T63" fmla="*/ 79 h 188"/>
                <a:gd name="T64" fmla="*/ 202 w 209"/>
                <a:gd name="T65" fmla="*/ 48 h 188"/>
                <a:gd name="T66" fmla="*/ 154 w 209"/>
                <a:gd name="T67" fmla="*/ 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188">
                  <a:moveTo>
                    <a:pt x="12" y="180"/>
                  </a:moveTo>
                  <a:cubicBezTo>
                    <a:pt x="10" y="188"/>
                    <a:pt x="10" y="188"/>
                    <a:pt x="10" y="188"/>
                  </a:cubicBezTo>
                  <a:cubicBezTo>
                    <a:pt x="14" y="182"/>
                    <a:pt x="14" y="182"/>
                    <a:pt x="14" y="182"/>
                  </a:cubicBezTo>
                  <a:cubicBezTo>
                    <a:pt x="13" y="182"/>
                    <a:pt x="12" y="181"/>
                    <a:pt x="12" y="180"/>
                  </a:cubicBezTo>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0"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0" name="Freeform 884">
              <a:extLst>
                <a:ext uri="{FF2B5EF4-FFF2-40B4-BE49-F238E27FC236}">
                  <a16:creationId xmlns:a16="http://schemas.microsoft.com/office/drawing/2014/main" id="{269055F7-3642-4952-BEEA-C18FE9973E5C}"/>
                </a:ext>
              </a:extLst>
            </p:cNvPr>
            <p:cNvSpPr>
              <a:spLocks/>
            </p:cNvSpPr>
            <p:nvPr userDrawn="1"/>
          </p:nvSpPr>
          <p:spPr bwMode="auto">
            <a:xfrm>
              <a:off x="4608124" y="2684246"/>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1" name="Freeform 885">
              <a:extLst>
                <a:ext uri="{FF2B5EF4-FFF2-40B4-BE49-F238E27FC236}">
                  <a16:creationId xmlns:a16="http://schemas.microsoft.com/office/drawing/2014/main" id="{5CB772BB-D727-4FA9-A6A7-30903BF96E10}"/>
                </a:ext>
              </a:extLst>
            </p:cNvPr>
            <p:cNvSpPr>
              <a:spLocks/>
            </p:cNvSpPr>
            <p:nvPr userDrawn="1"/>
          </p:nvSpPr>
          <p:spPr bwMode="auto">
            <a:xfrm>
              <a:off x="4451585" y="2696287"/>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2" name="Freeform 886">
              <a:extLst>
                <a:ext uri="{FF2B5EF4-FFF2-40B4-BE49-F238E27FC236}">
                  <a16:creationId xmlns:a16="http://schemas.microsoft.com/office/drawing/2014/main" id="{EBBB40E6-3500-453A-88D6-136C914B6C2E}"/>
                </a:ext>
              </a:extLst>
            </p:cNvPr>
            <p:cNvSpPr>
              <a:spLocks noEditPoints="1"/>
            </p:cNvSpPr>
            <p:nvPr userDrawn="1"/>
          </p:nvSpPr>
          <p:spPr bwMode="auto">
            <a:xfrm>
              <a:off x="5585492" y="2236704"/>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1 w 306"/>
                <a:gd name="T25" fmla="*/ 162 h 269"/>
                <a:gd name="T26" fmla="*/ 17 w 306"/>
                <a:gd name="T27" fmla="*/ 101 h 269"/>
                <a:gd name="T28" fmla="*/ 18 w 306"/>
                <a:gd name="T29" fmla="*/ 100 h 269"/>
                <a:gd name="T30" fmla="*/ 39 w 306"/>
                <a:gd name="T31" fmla="*/ 62 h 269"/>
                <a:gd name="T32" fmla="*/ 158 w 306"/>
                <a:gd name="T33" fmla="*/ 0 h 269"/>
                <a:gd name="T34" fmla="*/ 121 w 306"/>
                <a:gd name="T35" fmla="*/ 3 h 269"/>
                <a:gd name="T36" fmla="*/ 32 w 306"/>
                <a:gd name="T37" fmla="*/ 60 h 269"/>
                <a:gd name="T38" fmla="*/ 2 w 306"/>
                <a:gd name="T39" fmla="*/ 126 h 269"/>
                <a:gd name="T40" fmla="*/ 6 w 306"/>
                <a:gd name="T41" fmla="*/ 166 h 269"/>
                <a:gd name="T42" fmla="*/ 22 w 306"/>
                <a:gd name="T43" fmla="*/ 224 h 269"/>
                <a:gd name="T44" fmla="*/ 20 w 306"/>
                <a:gd name="T45" fmla="*/ 252 h 269"/>
                <a:gd name="T46" fmla="*/ 19 w 306"/>
                <a:gd name="T47" fmla="*/ 255 h 269"/>
                <a:gd name="T48" fmla="*/ 25 w 306"/>
                <a:gd name="T49" fmla="*/ 257 h 269"/>
                <a:gd name="T50" fmla="*/ 73 w 306"/>
                <a:gd name="T51" fmla="*/ 217 h 269"/>
                <a:gd name="T52" fmla="*/ 162 w 306"/>
                <a:gd name="T53" fmla="*/ 250 h 269"/>
                <a:gd name="T54" fmla="*/ 229 w 306"/>
                <a:gd name="T55" fmla="*/ 236 h 269"/>
                <a:gd name="T56" fmla="*/ 291 w 306"/>
                <a:gd name="T57" fmla="*/ 173 h 269"/>
                <a:gd name="T58" fmla="*/ 297 w 306"/>
                <a:gd name="T59" fmla="*/ 69 h 269"/>
                <a:gd name="T60" fmla="*/ 296 w 306"/>
                <a:gd name="T61" fmla="*/ 69 h 269"/>
                <a:gd name="T62" fmla="*/ 187 w 306"/>
                <a:gd name="T63" fmla="*/ 2 h 269"/>
                <a:gd name="T64" fmla="*/ 186 w 306"/>
                <a:gd name="T65" fmla="*/ 2 h 269"/>
                <a:gd name="T66" fmla="*/ 162 w 306"/>
                <a:gd name="T67" fmla="*/ 0 h 269"/>
                <a:gd name="T68" fmla="*/ 158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3" name="Freeform 887">
              <a:extLst>
                <a:ext uri="{FF2B5EF4-FFF2-40B4-BE49-F238E27FC236}">
                  <a16:creationId xmlns:a16="http://schemas.microsoft.com/office/drawing/2014/main" id="{3F107420-9248-459E-971B-546B643B37CE}"/>
                </a:ext>
              </a:extLst>
            </p:cNvPr>
            <p:cNvSpPr>
              <a:spLocks noEditPoints="1"/>
            </p:cNvSpPr>
            <p:nvPr userDrawn="1"/>
          </p:nvSpPr>
          <p:spPr bwMode="auto">
            <a:xfrm>
              <a:off x="5830335" y="2236704"/>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4" name="Freeform 888">
              <a:extLst>
                <a:ext uri="{FF2B5EF4-FFF2-40B4-BE49-F238E27FC236}">
                  <a16:creationId xmlns:a16="http://schemas.microsoft.com/office/drawing/2014/main" id="{FFE77805-927B-4BF5-AE2E-FFECB72D5BD2}"/>
                </a:ext>
              </a:extLst>
            </p:cNvPr>
            <p:cNvSpPr>
              <a:spLocks/>
            </p:cNvSpPr>
            <p:nvPr userDrawn="1"/>
          </p:nvSpPr>
          <p:spPr bwMode="auto">
            <a:xfrm>
              <a:off x="5585492" y="2425353"/>
              <a:ext cx="4014" cy="32111"/>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5" name="Freeform 889">
              <a:extLst>
                <a:ext uri="{FF2B5EF4-FFF2-40B4-BE49-F238E27FC236}">
                  <a16:creationId xmlns:a16="http://schemas.microsoft.com/office/drawing/2014/main" id="{33D2CE88-7E33-4A00-975D-2D3FEC2E49BC}"/>
                </a:ext>
              </a:extLst>
            </p:cNvPr>
            <p:cNvSpPr>
              <a:spLocks noEditPoints="1"/>
            </p:cNvSpPr>
            <p:nvPr userDrawn="1"/>
          </p:nvSpPr>
          <p:spPr bwMode="auto">
            <a:xfrm>
              <a:off x="3420032" y="3298361"/>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6" name="Freeform 890">
              <a:extLst>
                <a:ext uri="{FF2B5EF4-FFF2-40B4-BE49-F238E27FC236}">
                  <a16:creationId xmlns:a16="http://schemas.microsoft.com/office/drawing/2014/main" id="{4C0FE984-FDF5-4DB4-86A7-9B240B26E8AB}"/>
                </a:ext>
              </a:extLst>
            </p:cNvPr>
            <p:cNvSpPr>
              <a:spLocks noEditPoints="1"/>
            </p:cNvSpPr>
            <p:nvPr userDrawn="1"/>
          </p:nvSpPr>
          <p:spPr bwMode="auto">
            <a:xfrm>
              <a:off x="4993452" y="2465492"/>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7" name="Freeform 891">
              <a:extLst>
                <a:ext uri="{FF2B5EF4-FFF2-40B4-BE49-F238E27FC236}">
                  <a16:creationId xmlns:a16="http://schemas.microsoft.com/office/drawing/2014/main" id="{AD40E719-A0FE-4B9C-9863-50A5669020F8}"/>
                </a:ext>
              </a:extLst>
            </p:cNvPr>
            <p:cNvSpPr>
              <a:spLocks noEditPoints="1"/>
            </p:cNvSpPr>
            <p:nvPr userDrawn="1"/>
          </p:nvSpPr>
          <p:spPr bwMode="auto">
            <a:xfrm>
              <a:off x="3755187" y="3523135"/>
              <a:ext cx="156539" cy="104359"/>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4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6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8" name="Freeform 892">
              <a:extLst>
                <a:ext uri="{FF2B5EF4-FFF2-40B4-BE49-F238E27FC236}">
                  <a16:creationId xmlns:a16="http://schemas.microsoft.com/office/drawing/2014/main" id="{B00F47C5-7F4C-4BA0-A063-16B57749CA7E}"/>
                </a:ext>
              </a:extLst>
            </p:cNvPr>
            <p:cNvSpPr>
              <a:spLocks noEditPoints="1"/>
            </p:cNvSpPr>
            <p:nvPr userDrawn="1"/>
          </p:nvSpPr>
          <p:spPr bwMode="auto">
            <a:xfrm>
              <a:off x="3199272" y="3653584"/>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6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9" name="Freeform 893">
              <a:extLst>
                <a:ext uri="{FF2B5EF4-FFF2-40B4-BE49-F238E27FC236}">
                  <a16:creationId xmlns:a16="http://schemas.microsoft.com/office/drawing/2014/main" id="{A731545F-6CAF-46E0-9E44-597EEDB81A52}"/>
                </a:ext>
              </a:extLst>
            </p:cNvPr>
            <p:cNvSpPr>
              <a:spLocks noEditPoints="1"/>
            </p:cNvSpPr>
            <p:nvPr userDrawn="1"/>
          </p:nvSpPr>
          <p:spPr bwMode="auto">
            <a:xfrm>
              <a:off x="4086327" y="3143828"/>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0" name="Freeform 894">
              <a:extLst>
                <a:ext uri="{FF2B5EF4-FFF2-40B4-BE49-F238E27FC236}">
                  <a16:creationId xmlns:a16="http://schemas.microsoft.com/office/drawing/2014/main" id="{CE491E73-8BC0-4421-8513-889A64C6BB2B}"/>
                </a:ext>
              </a:extLst>
            </p:cNvPr>
            <p:cNvSpPr>
              <a:spLocks noEditPoints="1"/>
            </p:cNvSpPr>
            <p:nvPr userDrawn="1"/>
          </p:nvSpPr>
          <p:spPr bwMode="auto">
            <a:xfrm>
              <a:off x="4072279" y="2868882"/>
              <a:ext cx="252871" cy="232802"/>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2 w 168"/>
                <a:gd name="T35" fmla="*/ 149 h 155"/>
                <a:gd name="T36" fmla="*/ 51 w 168"/>
                <a:gd name="T37" fmla="*/ 143 h 155"/>
                <a:gd name="T38" fmla="*/ 41 w 168"/>
                <a:gd name="T39" fmla="*/ 113 h 155"/>
                <a:gd name="T40" fmla="*/ 41 w 168"/>
                <a:gd name="T41" fmla="*/ 112 h 155"/>
                <a:gd name="T42" fmla="*/ 19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2"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1" name="Freeform 895">
              <a:extLst>
                <a:ext uri="{FF2B5EF4-FFF2-40B4-BE49-F238E27FC236}">
                  <a16:creationId xmlns:a16="http://schemas.microsoft.com/office/drawing/2014/main" id="{4628280F-57B1-41AB-B6B9-BAC677348240}"/>
                </a:ext>
              </a:extLst>
            </p:cNvPr>
            <p:cNvSpPr>
              <a:spLocks noEditPoints="1"/>
            </p:cNvSpPr>
            <p:nvPr userDrawn="1"/>
          </p:nvSpPr>
          <p:spPr bwMode="auto">
            <a:xfrm>
              <a:off x="3448129" y="2407292"/>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2" name="Freeform 896">
              <a:extLst>
                <a:ext uri="{FF2B5EF4-FFF2-40B4-BE49-F238E27FC236}">
                  <a16:creationId xmlns:a16="http://schemas.microsoft.com/office/drawing/2014/main" id="{EACD9650-2603-456A-956B-D87D69AA05C6}"/>
                </a:ext>
              </a:extLst>
            </p:cNvPr>
            <p:cNvSpPr>
              <a:spLocks/>
            </p:cNvSpPr>
            <p:nvPr userDrawn="1"/>
          </p:nvSpPr>
          <p:spPr bwMode="auto">
            <a:xfrm>
              <a:off x="3688958" y="2611997"/>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3" name="Freeform 897">
              <a:extLst>
                <a:ext uri="{FF2B5EF4-FFF2-40B4-BE49-F238E27FC236}">
                  <a16:creationId xmlns:a16="http://schemas.microsoft.com/office/drawing/2014/main" id="{58C8DF03-02F9-4415-A126-FA9DEAF1BA85}"/>
                </a:ext>
              </a:extLst>
            </p:cNvPr>
            <p:cNvSpPr>
              <a:spLocks noEditPoints="1"/>
            </p:cNvSpPr>
            <p:nvPr userDrawn="1"/>
          </p:nvSpPr>
          <p:spPr bwMode="auto">
            <a:xfrm>
              <a:off x="4224805" y="3208049"/>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4" name="Freeform 898">
              <a:extLst>
                <a:ext uri="{FF2B5EF4-FFF2-40B4-BE49-F238E27FC236}">
                  <a16:creationId xmlns:a16="http://schemas.microsoft.com/office/drawing/2014/main" id="{50DA9D78-6107-4F44-A52A-4F991A65C342}"/>
                </a:ext>
              </a:extLst>
            </p:cNvPr>
            <p:cNvSpPr>
              <a:spLocks noEditPoints="1"/>
            </p:cNvSpPr>
            <p:nvPr userDrawn="1"/>
          </p:nvSpPr>
          <p:spPr bwMode="auto">
            <a:xfrm>
              <a:off x="3319686" y="2553796"/>
              <a:ext cx="178616" cy="252871"/>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5" name="Freeform 899">
              <a:extLst>
                <a:ext uri="{FF2B5EF4-FFF2-40B4-BE49-F238E27FC236}">
                  <a16:creationId xmlns:a16="http://schemas.microsoft.com/office/drawing/2014/main" id="{107DA708-D9B0-4CA6-86BF-403BE9ADE93D}"/>
                </a:ext>
              </a:extLst>
            </p:cNvPr>
            <p:cNvSpPr>
              <a:spLocks/>
            </p:cNvSpPr>
            <p:nvPr userDrawn="1"/>
          </p:nvSpPr>
          <p:spPr bwMode="auto">
            <a:xfrm>
              <a:off x="3490275" y="2758501"/>
              <a:ext cx="8028" cy="6021"/>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6" name="Freeform 900">
              <a:extLst>
                <a:ext uri="{FF2B5EF4-FFF2-40B4-BE49-F238E27FC236}">
                  <a16:creationId xmlns:a16="http://schemas.microsoft.com/office/drawing/2014/main" id="{10B9A7E6-8471-46D2-B0FF-E7DFE9B82D7A}"/>
                </a:ext>
              </a:extLst>
            </p:cNvPr>
            <p:cNvSpPr>
              <a:spLocks noEditPoints="1"/>
            </p:cNvSpPr>
            <p:nvPr userDrawn="1"/>
          </p:nvSpPr>
          <p:spPr bwMode="auto">
            <a:xfrm>
              <a:off x="4730547" y="2609989"/>
              <a:ext cx="329134" cy="196677"/>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5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5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7" name="Freeform 901">
              <a:extLst>
                <a:ext uri="{FF2B5EF4-FFF2-40B4-BE49-F238E27FC236}">
                  <a16:creationId xmlns:a16="http://schemas.microsoft.com/office/drawing/2014/main" id="{71498C16-6289-407D-84A6-29C077D358A6}"/>
                </a:ext>
              </a:extLst>
            </p:cNvPr>
            <p:cNvSpPr>
              <a:spLocks noEditPoints="1"/>
            </p:cNvSpPr>
            <p:nvPr userDrawn="1"/>
          </p:nvSpPr>
          <p:spPr bwMode="auto">
            <a:xfrm>
              <a:off x="5079750" y="2668191"/>
              <a:ext cx="210726" cy="20671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1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2 w 140"/>
                <a:gd name="T27" fmla="*/ 105 h 137"/>
                <a:gd name="T28" fmla="*/ 38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5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8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8"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8" name="Freeform 902">
              <a:extLst>
                <a:ext uri="{FF2B5EF4-FFF2-40B4-BE49-F238E27FC236}">
                  <a16:creationId xmlns:a16="http://schemas.microsoft.com/office/drawing/2014/main" id="{2FD1E008-249E-48D6-9EC2-6ABA8BC90B8B}"/>
                </a:ext>
              </a:extLst>
            </p:cNvPr>
            <p:cNvSpPr>
              <a:spLocks noEditPoints="1"/>
            </p:cNvSpPr>
            <p:nvPr userDrawn="1"/>
          </p:nvSpPr>
          <p:spPr bwMode="auto">
            <a:xfrm>
              <a:off x="4034147" y="2491582"/>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9" name="Freeform 903">
              <a:extLst>
                <a:ext uri="{FF2B5EF4-FFF2-40B4-BE49-F238E27FC236}">
                  <a16:creationId xmlns:a16="http://schemas.microsoft.com/office/drawing/2014/main" id="{15447A87-CBA6-4E38-BC46-F6F2B08FDDFB}"/>
                </a:ext>
              </a:extLst>
            </p:cNvPr>
            <p:cNvSpPr>
              <a:spLocks/>
            </p:cNvSpPr>
            <p:nvPr userDrawn="1"/>
          </p:nvSpPr>
          <p:spPr bwMode="auto">
            <a:xfrm>
              <a:off x="4152556" y="2686252"/>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0" name="Freeform 904">
              <a:extLst>
                <a:ext uri="{FF2B5EF4-FFF2-40B4-BE49-F238E27FC236}">
                  <a16:creationId xmlns:a16="http://schemas.microsoft.com/office/drawing/2014/main" id="{967DCED2-498D-4676-BB22-0122DCCF6A94}"/>
                </a:ext>
              </a:extLst>
            </p:cNvPr>
            <p:cNvSpPr>
              <a:spLocks noEditPoints="1"/>
            </p:cNvSpPr>
            <p:nvPr userDrawn="1"/>
          </p:nvSpPr>
          <p:spPr bwMode="auto">
            <a:xfrm>
              <a:off x="3875602" y="2270822"/>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1" name="Freeform 905">
              <a:extLst>
                <a:ext uri="{FF2B5EF4-FFF2-40B4-BE49-F238E27FC236}">
                  <a16:creationId xmlns:a16="http://schemas.microsoft.com/office/drawing/2014/main" id="{FCDDC78D-32AB-420E-BBC1-5BC395612A94}"/>
                </a:ext>
              </a:extLst>
            </p:cNvPr>
            <p:cNvSpPr>
              <a:spLocks noEditPoints="1"/>
            </p:cNvSpPr>
            <p:nvPr userDrawn="1"/>
          </p:nvSpPr>
          <p:spPr bwMode="auto">
            <a:xfrm>
              <a:off x="5300510" y="2626045"/>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0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2" name="Freeform 906">
              <a:extLst>
                <a:ext uri="{FF2B5EF4-FFF2-40B4-BE49-F238E27FC236}">
                  <a16:creationId xmlns:a16="http://schemas.microsoft.com/office/drawing/2014/main" id="{2DC8F693-4F0C-403C-BC5C-A20A79710E11}"/>
                </a:ext>
              </a:extLst>
            </p:cNvPr>
            <p:cNvSpPr>
              <a:spLocks noEditPoints="1"/>
            </p:cNvSpPr>
            <p:nvPr userDrawn="1"/>
          </p:nvSpPr>
          <p:spPr bwMode="auto">
            <a:xfrm>
              <a:off x="5589505" y="2092206"/>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17 w 76"/>
                <a:gd name="T69" fmla="*/ 6 h 115"/>
                <a:gd name="T70" fmla="*/ 16 w 76"/>
                <a:gd name="T71" fmla="*/ 3 h 115"/>
                <a:gd name="T72" fmla="*/ 8 w 76"/>
                <a:gd name="T73" fmla="*/ 8 h 115"/>
                <a:gd name="T74" fmla="*/ 1 w 76"/>
                <a:gd name="T75" fmla="*/ 22 h 115"/>
                <a:gd name="T76" fmla="*/ 0 w 76"/>
                <a:gd name="T77" fmla="*/ 39 h 115"/>
                <a:gd name="T78" fmla="*/ 1 w 76"/>
                <a:gd name="T79" fmla="*/ 61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90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1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3" name="Freeform 907">
              <a:extLst>
                <a:ext uri="{FF2B5EF4-FFF2-40B4-BE49-F238E27FC236}">
                  <a16:creationId xmlns:a16="http://schemas.microsoft.com/office/drawing/2014/main" id="{AF6D415B-4CFF-4CDC-A5EA-BF2272770B8D}"/>
                </a:ext>
              </a:extLst>
            </p:cNvPr>
            <p:cNvSpPr>
              <a:spLocks noEditPoints="1"/>
            </p:cNvSpPr>
            <p:nvPr userDrawn="1"/>
          </p:nvSpPr>
          <p:spPr bwMode="auto">
            <a:xfrm>
              <a:off x="4963349" y="1819266"/>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4" name="Freeform 908">
              <a:extLst>
                <a:ext uri="{FF2B5EF4-FFF2-40B4-BE49-F238E27FC236}">
                  <a16:creationId xmlns:a16="http://schemas.microsoft.com/office/drawing/2014/main" id="{10469472-BC38-499A-AF6C-51C10E46682E}"/>
                </a:ext>
              </a:extLst>
            </p:cNvPr>
            <p:cNvSpPr>
              <a:spLocks noEditPoints="1"/>
            </p:cNvSpPr>
            <p:nvPr userDrawn="1"/>
          </p:nvSpPr>
          <p:spPr bwMode="auto">
            <a:xfrm>
              <a:off x="3899685" y="2533727"/>
              <a:ext cx="114395" cy="174602"/>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6 h 115"/>
                <a:gd name="T64" fmla="*/ 60 w 76"/>
                <a:gd name="T65" fmla="*/ 0 h 115"/>
                <a:gd name="T66" fmla="*/ 60 w 76"/>
                <a:gd name="T67" fmla="*/ 0 h 115"/>
                <a:gd name="T68" fmla="*/ 60 w 76"/>
                <a:gd name="T69" fmla="*/ 0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cubicBezTo>
                    <a:pt x="60" y="6"/>
                    <a:pt x="60" y="6"/>
                    <a:pt x="60" y="6"/>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5" name="Freeform 909">
              <a:extLst>
                <a:ext uri="{FF2B5EF4-FFF2-40B4-BE49-F238E27FC236}">
                  <a16:creationId xmlns:a16="http://schemas.microsoft.com/office/drawing/2014/main" id="{95D643C5-B30F-4139-A7C8-A497B34C8337}"/>
                </a:ext>
              </a:extLst>
            </p:cNvPr>
            <p:cNvSpPr>
              <a:spLocks noEditPoints="1"/>
            </p:cNvSpPr>
            <p:nvPr userDrawn="1"/>
          </p:nvSpPr>
          <p:spPr bwMode="auto">
            <a:xfrm>
              <a:off x="3209307" y="2056081"/>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2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3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7 w 76"/>
                <a:gd name="T69" fmla="*/ 3 h 115"/>
                <a:gd name="T70" fmla="*/ 17 w 76"/>
                <a:gd name="T71" fmla="*/ 6 h 115"/>
                <a:gd name="T72" fmla="*/ 17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7" y="6"/>
                    <a:pt x="17" y="6"/>
                    <a:pt x="17" y="6"/>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6" name="Freeform 910">
              <a:extLst>
                <a:ext uri="{FF2B5EF4-FFF2-40B4-BE49-F238E27FC236}">
                  <a16:creationId xmlns:a16="http://schemas.microsoft.com/office/drawing/2014/main" id="{5FFDC425-0A42-4387-B448-B2778C967657}"/>
                </a:ext>
              </a:extLst>
            </p:cNvPr>
            <p:cNvSpPr>
              <a:spLocks noEditPoints="1"/>
            </p:cNvSpPr>
            <p:nvPr userDrawn="1"/>
          </p:nvSpPr>
          <p:spPr bwMode="auto">
            <a:xfrm>
              <a:off x="4357261" y="286687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7" name="Freeform 911">
              <a:extLst>
                <a:ext uri="{FF2B5EF4-FFF2-40B4-BE49-F238E27FC236}">
                  <a16:creationId xmlns:a16="http://schemas.microsoft.com/office/drawing/2014/main" id="{315AC139-7F54-4ECD-8F73-B45F06CC2E90}"/>
                </a:ext>
              </a:extLst>
            </p:cNvPr>
            <p:cNvSpPr>
              <a:spLocks noEditPoints="1"/>
            </p:cNvSpPr>
            <p:nvPr userDrawn="1"/>
          </p:nvSpPr>
          <p:spPr bwMode="auto">
            <a:xfrm>
              <a:off x="3929788" y="28909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0 h 116"/>
                <a:gd name="T66" fmla="*/ 60 w 76"/>
                <a:gd name="T67" fmla="*/ 0 h 116"/>
                <a:gd name="T68" fmla="*/ 59 w 76"/>
                <a:gd name="T69" fmla="*/ 0 h 116"/>
                <a:gd name="T70" fmla="*/ 16 w 76"/>
                <a:gd name="T71" fmla="*/ 4 h 116"/>
                <a:gd name="T72" fmla="*/ 8 w 76"/>
                <a:gd name="T73" fmla="*/ 8 h 116"/>
                <a:gd name="T74" fmla="*/ 2 w 76"/>
                <a:gd name="T75" fmla="*/ 22 h 116"/>
                <a:gd name="T76" fmla="*/ 0 w 76"/>
                <a:gd name="T77" fmla="*/ 40 h 116"/>
                <a:gd name="T78" fmla="*/ 2 w 76"/>
                <a:gd name="T79" fmla="*/ 61 h 116"/>
                <a:gd name="T80" fmla="*/ 9 w 76"/>
                <a:gd name="T81" fmla="*/ 82 h 116"/>
                <a:gd name="T82" fmla="*/ 15 w 76"/>
                <a:gd name="T83" fmla="*/ 88 h 116"/>
                <a:gd name="T84" fmla="*/ 16 w 76"/>
                <a:gd name="T85" fmla="*/ 89 h 116"/>
                <a:gd name="T86" fmla="*/ 38 w 76"/>
                <a:gd name="T87" fmla="*/ 90 h 116"/>
                <a:gd name="T88" fmla="*/ 26 w 76"/>
                <a:gd name="T89" fmla="*/ 116 h 116"/>
                <a:gd name="T90" fmla="*/ 56 w 76"/>
                <a:gd name="T91" fmla="*/ 90 h 116"/>
                <a:gd name="T92" fmla="*/ 72 w 76"/>
                <a:gd name="T93" fmla="*/ 85 h 116"/>
                <a:gd name="T94" fmla="*/ 75 w 76"/>
                <a:gd name="T95" fmla="*/ 81 h 116"/>
                <a:gd name="T96" fmla="*/ 76 w 76"/>
                <a:gd name="T97" fmla="*/ 77 h 116"/>
                <a:gd name="T98" fmla="*/ 76 w 76"/>
                <a:gd name="T99" fmla="*/ 76 h 116"/>
                <a:gd name="T100" fmla="*/ 76 w 76"/>
                <a:gd name="T101" fmla="*/ 28 h 116"/>
                <a:gd name="T102" fmla="*/ 69 w 76"/>
                <a:gd name="T103" fmla="*/ 5 h 116"/>
                <a:gd name="T104" fmla="*/ 63 w 76"/>
                <a:gd name="T105" fmla="*/ 1 h 116"/>
                <a:gd name="T106" fmla="*/ 60 w 76"/>
                <a:gd name="T10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8" name="Freeform 912">
              <a:extLst>
                <a:ext uri="{FF2B5EF4-FFF2-40B4-BE49-F238E27FC236}">
                  <a16:creationId xmlns:a16="http://schemas.microsoft.com/office/drawing/2014/main" id="{CF12BD71-654E-4F4D-8B6B-4D85F806E7CF}"/>
                </a:ext>
              </a:extLst>
            </p:cNvPr>
            <p:cNvSpPr>
              <a:spLocks noEditPoints="1"/>
            </p:cNvSpPr>
            <p:nvPr userDrawn="1"/>
          </p:nvSpPr>
          <p:spPr bwMode="auto">
            <a:xfrm>
              <a:off x="3436087" y="3087635"/>
              <a:ext cx="114395" cy="174602"/>
            </a:xfrm>
            <a:custGeom>
              <a:avLst/>
              <a:gdLst>
                <a:gd name="T0" fmla="*/ 19 w 76"/>
                <a:gd name="T1" fmla="*/ 83 h 116"/>
                <a:gd name="T2" fmla="*/ 19 w 76"/>
                <a:gd name="T3" fmla="*/ 83 h 116"/>
                <a:gd name="T4" fmla="*/ 19 w 76"/>
                <a:gd name="T5" fmla="*/ 83 h 116"/>
                <a:gd name="T6" fmla="*/ 19 w 76"/>
                <a:gd name="T7" fmla="*/ 83 h 116"/>
                <a:gd name="T8" fmla="*/ 17 w 76"/>
                <a:gd name="T9" fmla="*/ 10 h 116"/>
                <a:gd name="T10" fmla="*/ 60 w 76"/>
                <a:gd name="T11" fmla="*/ 6 h 116"/>
                <a:gd name="T12" fmla="*/ 62 w 76"/>
                <a:gd name="T13" fmla="*/ 7 h 116"/>
                <a:gd name="T14" fmla="*/ 67 w 76"/>
                <a:gd name="T15" fmla="*/ 11 h 116"/>
                <a:gd name="T16" fmla="*/ 70 w 76"/>
                <a:gd name="T17" fmla="*/ 28 h 116"/>
                <a:gd name="T18" fmla="*/ 70 w 76"/>
                <a:gd name="T19" fmla="*/ 76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3 w 76"/>
                <a:gd name="T37" fmla="*/ 94 h 116"/>
                <a:gd name="T38" fmla="*/ 47 w 76"/>
                <a:gd name="T39" fmla="*/ 84 h 116"/>
                <a:gd name="T40" fmla="*/ 18 w 76"/>
                <a:gd name="T41" fmla="*/ 83 h 116"/>
                <a:gd name="T42" fmla="*/ 14 w 76"/>
                <a:gd name="T43" fmla="*/ 78 h 116"/>
                <a:gd name="T44" fmla="*/ 8 w 76"/>
                <a:gd name="T45" fmla="*/ 60 h 116"/>
                <a:gd name="T46" fmla="*/ 8 w 76"/>
                <a:gd name="T47" fmla="*/ 60 h 116"/>
                <a:gd name="T48" fmla="*/ 8 w 76"/>
                <a:gd name="T49" fmla="*/ 60 h 116"/>
                <a:gd name="T50" fmla="*/ 8 w 76"/>
                <a:gd name="T51" fmla="*/ 58 h 116"/>
                <a:gd name="T52" fmla="*/ 6 w 76"/>
                <a:gd name="T53" fmla="*/ 39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60 w 76"/>
                <a:gd name="T67" fmla="*/ 0 h 116"/>
                <a:gd name="T68" fmla="*/ 17 w 76"/>
                <a:gd name="T69" fmla="*/ 4 h 116"/>
                <a:gd name="T70" fmla="*/ 8 w 76"/>
                <a:gd name="T71" fmla="*/ 8 h 116"/>
                <a:gd name="T72" fmla="*/ 2 w 76"/>
                <a:gd name="T73" fmla="*/ 22 h 116"/>
                <a:gd name="T74" fmla="*/ 0 w 76"/>
                <a:gd name="T75" fmla="*/ 39 h 116"/>
                <a:gd name="T76" fmla="*/ 2 w 76"/>
                <a:gd name="T77" fmla="*/ 61 h 116"/>
                <a:gd name="T78" fmla="*/ 9 w 76"/>
                <a:gd name="T79" fmla="*/ 81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3 w 76"/>
                <a:gd name="T91" fmla="*/ 85 h 116"/>
                <a:gd name="T92" fmla="*/ 76 w 76"/>
                <a:gd name="T93" fmla="*/ 81 h 116"/>
                <a:gd name="T94" fmla="*/ 76 w 76"/>
                <a:gd name="T95" fmla="*/ 77 h 116"/>
                <a:gd name="T96" fmla="*/ 76 w 76"/>
                <a:gd name="T97" fmla="*/ 76 h 116"/>
                <a:gd name="T98" fmla="*/ 76 w 76"/>
                <a:gd name="T99" fmla="*/ 28 h 116"/>
                <a:gd name="T100" fmla="*/ 69 w 76"/>
                <a:gd name="T101" fmla="*/ 4 h 116"/>
                <a:gd name="T102" fmla="*/ 64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9" name="Freeform 913">
              <a:extLst>
                <a:ext uri="{FF2B5EF4-FFF2-40B4-BE49-F238E27FC236}">
                  <a16:creationId xmlns:a16="http://schemas.microsoft.com/office/drawing/2014/main" id="{E1AA9825-ECFE-4AC6-8534-626EC64D963D}"/>
                </a:ext>
              </a:extLst>
            </p:cNvPr>
            <p:cNvSpPr>
              <a:spLocks noEditPoints="1"/>
            </p:cNvSpPr>
            <p:nvPr userDrawn="1"/>
          </p:nvSpPr>
          <p:spPr bwMode="auto">
            <a:xfrm>
              <a:off x="3877608" y="3346527"/>
              <a:ext cx="114395" cy="174602"/>
            </a:xfrm>
            <a:custGeom>
              <a:avLst/>
              <a:gdLst>
                <a:gd name="T0" fmla="*/ 18 w 76"/>
                <a:gd name="T1" fmla="*/ 83 h 116"/>
                <a:gd name="T2" fmla="*/ 18 w 76"/>
                <a:gd name="T3" fmla="*/ 83 h 116"/>
                <a:gd name="T4" fmla="*/ 18 w 76"/>
                <a:gd name="T5" fmla="*/ 83 h 116"/>
                <a:gd name="T6" fmla="*/ 18 w 76"/>
                <a:gd name="T7" fmla="*/ 83 h 116"/>
                <a:gd name="T8" fmla="*/ 17 w 76"/>
                <a:gd name="T9" fmla="*/ 10 h 116"/>
                <a:gd name="T10" fmla="*/ 60 w 76"/>
                <a:gd name="T11" fmla="*/ 6 h 116"/>
                <a:gd name="T12" fmla="*/ 61 w 76"/>
                <a:gd name="T13" fmla="*/ 7 h 116"/>
                <a:gd name="T14" fmla="*/ 67 w 76"/>
                <a:gd name="T15" fmla="*/ 11 h 116"/>
                <a:gd name="T16" fmla="*/ 70 w 76"/>
                <a:gd name="T17" fmla="*/ 28 h 116"/>
                <a:gd name="T18" fmla="*/ 70 w 76"/>
                <a:gd name="T19" fmla="*/ 77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2 w 76"/>
                <a:gd name="T37" fmla="*/ 94 h 116"/>
                <a:gd name="T38" fmla="*/ 47 w 76"/>
                <a:gd name="T39" fmla="*/ 84 h 116"/>
                <a:gd name="T40" fmla="*/ 18 w 76"/>
                <a:gd name="T41" fmla="*/ 83 h 116"/>
                <a:gd name="T42" fmla="*/ 13 w 76"/>
                <a:gd name="T43" fmla="*/ 78 h 116"/>
                <a:gd name="T44" fmla="*/ 8 w 76"/>
                <a:gd name="T45" fmla="*/ 60 h 116"/>
                <a:gd name="T46" fmla="*/ 8 w 76"/>
                <a:gd name="T47" fmla="*/ 60 h 116"/>
                <a:gd name="T48" fmla="*/ 7 w 76"/>
                <a:gd name="T49" fmla="*/ 60 h 116"/>
                <a:gd name="T50" fmla="*/ 7 w 76"/>
                <a:gd name="T51" fmla="*/ 59 h 116"/>
                <a:gd name="T52" fmla="*/ 6 w 76"/>
                <a:gd name="T53" fmla="*/ 40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59 w 76"/>
                <a:gd name="T67" fmla="*/ 0 h 116"/>
                <a:gd name="T68" fmla="*/ 16 w 76"/>
                <a:gd name="T69" fmla="*/ 4 h 116"/>
                <a:gd name="T70" fmla="*/ 8 w 76"/>
                <a:gd name="T71" fmla="*/ 8 h 116"/>
                <a:gd name="T72" fmla="*/ 2 w 76"/>
                <a:gd name="T73" fmla="*/ 22 h 116"/>
                <a:gd name="T74" fmla="*/ 0 w 76"/>
                <a:gd name="T75" fmla="*/ 40 h 116"/>
                <a:gd name="T76" fmla="*/ 2 w 76"/>
                <a:gd name="T77" fmla="*/ 61 h 116"/>
                <a:gd name="T78" fmla="*/ 9 w 76"/>
                <a:gd name="T79" fmla="*/ 82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0" name="Freeform 914">
              <a:extLst>
                <a:ext uri="{FF2B5EF4-FFF2-40B4-BE49-F238E27FC236}">
                  <a16:creationId xmlns:a16="http://schemas.microsoft.com/office/drawing/2014/main" id="{1C4A3943-5358-420E-8D76-ADB96B264B2E}"/>
                </a:ext>
              </a:extLst>
            </p:cNvPr>
            <p:cNvSpPr>
              <a:spLocks noEditPoints="1"/>
            </p:cNvSpPr>
            <p:nvPr userDrawn="1"/>
          </p:nvSpPr>
          <p:spPr bwMode="auto">
            <a:xfrm>
              <a:off x="3064809" y="3288326"/>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1" name="Freeform 915">
              <a:extLst>
                <a:ext uri="{FF2B5EF4-FFF2-40B4-BE49-F238E27FC236}">
                  <a16:creationId xmlns:a16="http://schemas.microsoft.com/office/drawing/2014/main" id="{3048BCDA-6FBB-44D1-A5D4-E4FA5A58A1FF}"/>
                </a:ext>
              </a:extLst>
            </p:cNvPr>
            <p:cNvSpPr>
              <a:spLocks noEditPoints="1"/>
            </p:cNvSpPr>
            <p:nvPr userDrawn="1"/>
          </p:nvSpPr>
          <p:spPr bwMode="auto">
            <a:xfrm>
              <a:off x="3929788" y="3480990"/>
              <a:ext cx="367266" cy="146505"/>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69 w 244"/>
                <a:gd name="T63" fmla="*/ 18 h 98"/>
                <a:gd name="T64" fmla="*/ 69 w 244"/>
                <a:gd name="T65" fmla="*/ 18 h 98"/>
                <a:gd name="T66" fmla="*/ 68 w 244"/>
                <a:gd name="T67" fmla="*/ 19 h 98"/>
                <a:gd name="T68" fmla="*/ 63 w 244"/>
                <a:gd name="T69" fmla="*/ 34 h 98"/>
                <a:gd name="T70" fmla="*/ 67 w 244"/>
                <a:gd name="T71" fmla="*/ 51 h 98"/>
                <a:gd name="T72" fmla="*/ 72 w 244"/>
                <a:gd name="T73" fmla="*/ 65 h 98"/>
                <a:gd name="T74" fmla="*/ 71 w 244"/>
                <a:gd name="T75" fmla="*/ 69 h 98"/>
                <a:gd name="T76" fmla="*/ 68 w 244"/>
                <a:gd name="T77" fmla="*/ 72 h 98"/>
                <a:gd name="T78" fmla="*/ 67 w 244"/>
                <a:gd name="T79" fmla="*/ 72 h 98"/>
                <a:gd name="T80" fmla="*/ 67 w 244"/>
                <a:gd name="T81" fmla="*/ 72 h 98"/>
                <a:gd name="T82" fmla="*/ 0 w 244"/>
                <a:gd name="T83" fmla="*/ 74 h 98"/>
                <a:gd name="T84" fmla="*/ 17 w 244"/>
                <a:gd name="T85" fmla="*/ 79 h 98"/>
                <a:gd name="T86" fmla="*/ 136 w 244"/>
                <a:gd name="T87" fmla="*/ 98 h 98"/>
                <a:gd name="T88" fmla="*/ 151 w 244"/>
                <a:gd name="T89" fmla="*/ 98 h 98"/>
                <a:gd name="T90" fmla="*/ 157 w 244"/>
                <a:gd name="T91" fmla="*/ 98 h 98"/>
                <a:gd name="T92" fmla="*/ 222 w 244"/>
                <a:gd name="T93" fmla="*/ 86 h 98"/>
                <a:gd name="T94" fmla="*/ 239 w 244"/>
                <a:gd name="T95" fmla="*/ 74 h 98"/>
                <a:gd name="T96" fmla="*/ 239 w 244"/>
                <a:gd name="T97" fmla="*/ 73 h 98"/>
                <a:gd name="T98" fmla="*/ 239 w 244"/>
                <a:gd name="T99" fmla="*/ 73 h 98"/>
                <a:gd name="T100" fmla="*/ 244 w 244"/>
                <a:gd name="T101" fmla="*/ 44 h 98"/>
                <a:gd name="T102" fmla="*/ 234 w 244"/>
                <a:gd name="T103" fmla="*/ 14 h 98"/>
                <a:gd name="T104" fmla="*/ 223 w 244"/>
                <a:gd name="T105" fmla="*/ 7 h 98"/>
                <a:gd name="T106" fmla="*/ 222 w 244"/>
                <a:gd name="T107" fmla="*/ 7 h 98"/>
                <a:gd name="T108" fmla="*/ 222 w 244"/>
                <a:gd name="T109" fmla="*/ 7 h 98"/>
                <a:gd name="T110" fmla="*/ 156 w 244"/>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2" name="Freeform 916">
              <a:extLst>
                <a:ext uri="{FF2B5EF4-FFF2-40B4-BE49-F238E27FC236}">
                  <a16:creationId xmlns:a16="http://schemas.microsoft.com/office/drawing/2014/main" id="{28EF20C1-98CB-4E04-855F-32A05CAD071D}"/>
                </a:ext>
              </a:extLst>
            </p:cNvPr>
            <p:cNvSpPr>
              <a:spLocks noEditPoints="1"/>
            </p:cNvSpPr>
            <p:nvPr userDrawn="1"/>
          </p:nvSpPr>
          <p:spPr bwMode="auto">
            <a:xfrm>
              <a:off x="4939266" y="2858847"/>
              <a:ext cx="297023" cy="118408"/>
            </a:xfrm>
            <a:custGeom>
              <a:avLst/>
              <a:gdLst>
                <a:gd name="T0" fmla="*/ 142 w 198"/>
                <a:gd name="T1" fmla="*/ 41 h 79"/>
                <a:gd name="T2" fmla="*/ 142 w 198"/>
                <a:gd name="T3" fmla="*/ 41 h 79"/>
                <a:gd name="T4" fmla="*/ 141 w 198"/>
                <a:gd name="T5" fmla="*/ 57 h 79"/>
                <a:gd name="T6" fmla="*/ 141 w 198"/>
                <a:gd name="T7" fmla="*/ 57 h 79"/>
                <a:gd name="T8" fmla="*/ 19 w 198"/>
                <a:gd name="T9" fmla="*/ 10 h 79"/>
                <a:gd name="T10" fmla="*/ 71 w 198"/>
                <a:gd name="T11" fmla="*/ 6 h 79"/>
                <a:gd name="T12" fmla="*/ 133 w 198"/>
                <a:gd name="T13" fmla="*/ 17 h 79"/>
                <a:gd name="T14" fmla="*/ 136 w 198"/>
                <a:gd name="T15" fmla="*/ 19 h 79"/>
                <a:gd name="T16" fmla="*/ 138 w 198"/>
                <a:gd name="T17" fmla="*/ 35 h 79"/>
                <a:gd name="T18" fmla="*/ 136 w 198"/>
                <a:gd name="T19" fmla="*/ 38 h 79"/>
                <a:gd name="T20" fmla="*/ 136 w 198"/>
                <a:gd name="T21" fmla="*/ 38 h 79"/>
                <a:gd name="T22" fmla="*/ 136 w 198"/>
                <a:gd name="T23" fmla="*/ 38 h 79"/>
                <a:gd name="T24" fmla="*/ 132 w 198"/>
                <a:gd name="T25" fmla="*/ 52 h 79"/>
                <a:gd name="T26" fmla="*/ 138 w 198"/>
                <a:gd name="T27" fmla="*/ 62 h 79"/>
                <a:gd name="T28" fmla="*/ 141 w 198"/>
                <a:gd name="T29" fmla="*/ 63 h 79"/>
                <a:gd name="T30" fmla="*/ 86 w 198"/>
                <a:gd name="T31" fmla="*/ 73 h 79"/>
                <a:gd name="T32" fmla="*/ 75 w 198"/>
                <a:gd name="T33" fmla="*/ 73 h 79"/>
                <a:gd name="T34" fmla="*/ 74 w 198"/>
                <a:gd name="T35" fmla="*/ 73 h 79"/>
                <a:gd name="T36" fmla="*/ 70 w 198"/>
                <a:gd name="T37" fmla="*/ 73 h 79"/>
                <a:gd name="T38" fmla="*/ 11 w 198"/>
                <a:gd name="T39" fmla="*/ 58 h 79"/>
                <a:gd name="T40" fmla="*/ 9 w 198"/>
                <a:gd name="T41" fmla="*/ 56 h 79"/>
                <a:gd name="T42" fmla="*/ 13 w 198"/>
                <a:gd name="T43" fmla="*/ 15 h 79"/>
                <a:gd name="T44" fmla="*/ 19 w 198"/>
                <a:gd name="T45" fmla="*/ 11 h 79"/>
                <a:gd name="T46" fmla="*/ 71 w 198"/>
                <a:gd name="T47" fmla="*/ 0 h 79"/>
                <a:gd name="T48" fmla="*/ 18 w 198"/>
                <a:gd name="T49" fmla="*/ 5 h 79"/>
                <a:gd name="T50" fmla="*/ 17 w 198"/>
                <a:gd name="T51" fmla="*/ 5 h 79"/>
                <a:gd name="T52" fmla="*/ 0 w 198"/>
                <a:gd name="T53" fmla="*/ 35 h 79"/>
                <a:gd name="T54" fmla="*/ 4 w 198"/>
                <a:gd name="T55" fmla="*/ 59 h 79"/>
                <a:gd name="T56" fmla="*/ 18 w 198"/>
                <a:gd name="T57" fmla="*/ 69 h 79"/>
                <a:gd name="T58" fmla="*/ 70 w 198"/>
                <a:gd name="T59" fmla="*/ 79 h 79"/>
                <a:gd name="T60" fmla="*/ 86 w 198"/>
                <a:gd name="T61" fmla="*/ 79 h 79"/>
                <a:gd name="T62" fmla="*/ 198 w 198"/>
                <a:gd name="T63" fmla="*/ 59 h 79"/>
                <a:gd name="T64" fmla="*/ 140 w 198"/>
                <a:gd name="T65" fmla="*/ 56 h 79"/>
                <a:gd name="T66" fmla="*/ 138 w 198"/>
                <a:gd name="T67" fmla="*/ 52 h 79"/>
                <a:gd name="T68" fmla="*/ 145 w 198"/>
                <a:gd name="T69" fmla="*/ 27 h 79"/>
                <a:gd name="T70" fmla="*/ 141 w 198"/>
                <a:gd name="T71" fmla="*/ 14 h 79"/>
                <a:gd name="T72" fmla="*/ 138 w 198"/>
                <a:gd name="T73" fmla="*/ 17 h 79"/>
                <a:gd name="T74" fmla="*/ 138 w 198"/>
                <a:gd name="T75" fmla="*/ 17 h 79"/>
                <a:gd name="T76" fmla="*/ 71 w 198"/>
                <a:gd name="T7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3" name="Freeform 917">
              <a:extLst>
                <a:ext uri="{FF2B5EF4-FFF2-40B4-BE49-F238E27FC236}">
                  <a16:creationId xmlns:a16="http://schemas.microsoft.com/office/drawing/2014/main" id="{CE5EAE49-89BD-494E-818B-721FF1FCAA3F}"/>
                </a:ext>
              </a:extLst>
            </p:cNvPr>
            <p:cNvSpPr>
              <a:spLocks noEditPoints="1"/>
            </p:cNvSpPr>
            <p:nvPr userDrawn="1"/>
          </p:nvSpPr>
          <p:spPr bwMode="auto">
            <a:xfrm>
              <a:off x="3369860" y="19055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4" name="Freeform 918">
              <a:extLst>
                <a:ext uri="{FF2B5EF4-FFF2-40B4-BE49-F238E27FC236}">
                  <a16:creationId xmlns:a16="http://schemas.microsoft.com/office/drawing/2014/main" id="{A23FB485-7BB9-4463-A001-7120A7C8DA1D}"/>
                </a:ext>
              </a:extLst>
            </p:cNvPr>
            <p:cNvSpPr>
              <a:spLocks noEditPoints="1"/>
            </p:cNvSpPr>
            <p:nvPr userDrawn="1"/>
          </p:nvSpPr>
          <p:spPr bwMode="auto">
            <a:xfrm>
              <a:off x="3036712" y="3085628"/>
              <a:ext cx="415432" cy="168581"/>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6"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5" name="Freeform 919">
              <a:extLst>
                <a:ext uri="{FF2B5EF4-FFF2-40B4-BE49-F238E27FC236}">
                  <a16:creationId xmlns:a16="http://schemas.microsoft.com/office/drawing/2014/main" id="{32F91F02-B100-41B7-9AC4-E7155EF5440B}"/>
                </a:ext>
              </a:extLst>
            </p:cNvPr>
            <p:cNvSpPr>
              <a:spLocks/>
            </p:cNvSpPr>
            <p:nvPr userDrawn="1"/>
          </p:nvSpPr>
          <p:spPr bwMode="auto">
            <a:xfrm>
              <a:off x="3068823" y="3099676"/>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6" name="Freeform 920">
              <a:extLst>
                <a:ext uri="{FF2B5EF4-FFF2-40B4-BE49-F238E27FC236}">
                  <a16:creationId xmlns:a16="http://schemas.microsoft.com/office/drawing/2014/main" id="{46873219-C42A-4698-8FFF-82B8D5CB4D87}"/>
                </a:ext>
              </a:extLst>
            </p:cNvPr>
            <p:cNvSpPr>
              <a:spLocks noEditPoints="1"/>
            </p:cNvSpPr>
            <p:nvPr userDrawn="1"/>
          </p:nvSpPr>
          <p:spPr bwMode="auto">
            <a:xfrm>
              <a:off x="3833456" y="3103690"/>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3 w 245"/>
                <a:gd name="T39" fmla="*/ 141 h 161"/>
                <a:gd name="T40" fmla="*/ 203 w 245"/>
                <a:gd name="T41" fmla="*/ 141 h 161"/>
                <a:gd name="T42" fmla="*/ 202 w 245"/>
                <a:gd name="T43" fmla="*/ 141 h 161"/>
                <a:gd name="T44" fmla="*/ 111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2 w 245"/>
                <a:gd name="T105" fmla="*/ 84 h 161"/>
                <a:gd name="T106" fmla="*/ 158 w 245"/>
                <a:gd name="T107" fmla="*/ 73 h 161"/>
                <a:gd name="T108" fmla="*/ 158 w 245"/>
                <a:gd name="T109" fmla="*/ 69 h 161"/>
                <a:gd name="T110" fmla="*/ 157 w 245"/>
                <a:gd name="T111" fmla="*/ 68 h 161"/>
                <a:gd name="T112" fmla="*/ 157 w 245"/>
                <a:gd name="T113" fmla="*/ 68 h 161"/>
                <a:gd name="T114" fmla="*/ 136 w 245"/>
                <a:gd name="T115" fmla="*/ 16 h 161"/>
                <a:gd name="T116" fmla="*/ 136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7" name="Freeform 921">
              <a:extLst>
                <a:ext uri="{FF2B5EF4-FFF2-40B4-BE49-F238E27FC236}">
                  <a16:creationId xmlns:a16="http://schemas.microsoft.com/office/drawing/2014/main" id="{7B157E07-ED5E-4E68-ADAA-B34597A9C109}"/>
                </a:ext>
              </a:extLst>
            </p:cNvPr>
            <p:cNvSpPr>
              <a:spLocks/>
            </p:cNvSpPr>
            <p:nvPr userDrawn="1"/>
          </p:nvSpPr>
          <p:spPr bwMode="auto">
            <a:xfrm>
              <a:off x="3857539" y="3143828"/>
              <a:ext cx="14049" cy="20069"/>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8" name="Freeform 922">
              <a:extLst>
                <a:ext uri="{FF2B5EF4-FFF2-40B4-BE49-F238E27FC236}">
                  <a16:creationId xmlns:a16="http://schemas.microsoft.com/office/drawing/2014/main" id="{07AC4A60-5525-4564-8628-A4D2DCCE1E6C}"/>
                </a:ext>
              </a:extLst>
            </p:cNvPr>
            <p:cNvSpPr>
              <a:spLocks noEditPoints="1"/>
            </p:cNvSpPr>
            <p:nvPr userDrawn="1"/>
          </p:nvSpPr>
          <p:spPr bwMode="auto">
            <a:xfrm>
              <a:off x="4206742" y="3585349"/>
              <a:ext cx="531833" cy="349203"/>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9" name="Freeform 923">
              <a:extLst>
                <a:ext uri="{FF2B5EF4-FFF2-40B4-BE49-F238E27FC236}">
                  <a16:creationId xmlns:a16="http://schemas.microsoft.com/office/drawing/2014/main" id="{68F1E2A0-D6AE-445F-B9B6-0F247851F356}"/>
                </a:ext>
              </a:extLst>
            </p:cNvPr>
            <p:cNvSpPr>
              <a:spLocks noEditPoints="1"/>
            </p:cNvSpPr>
            <p:nvPr userDrawn="1"/>
          </p:nvSpPr>
          <p:spPr bwMode="auto">
            <a:xfrm>
              <a:off x="4549925" y="2989297"/>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4 w 170"/>
                <a:gd name="T61" fmla="*/ 86 h 133"/>
                <a:gd name="T62" fmla="*/ 37 w 170"/>
                <a:gd name="T63" fmla="*/ 92 h 133"/>
                <a:gd name="T64" fmla="*/ 43 w 170"/>
                <a:gd name="T65" fmla="*/ 133 h 133"/>
                <a:gd name="T66" fmla="*/ 56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2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0" name="Freeform 924">
              <a:extLst>
                <a:ext uri="{FF2B5EF4-FFF2-40B4-BE49-F238E27FC236}">
                  <a16:creationId xmlns:a16="http://schemas.microsoft.com/office/drawing/2014/main" id="{DED6F4F0-457E-46A8-9DD6-2E4D2B1BF12B}"/>
                </a:ext>
              </a:extLst>
            </p:cNvPr>
            <p:cNvSpPr>
              <a:spLocks noEditPoints="1"/>
            </p:cNvSpPr>
            <p:nvPr userDrawn="1"/>
          </p:nvSpPr>
          <p:spPr bwMode="auto">
            <a:xfrm>
              <a:off x="5521270" y="3360575"/>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9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9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1" name="Freeform 925">
              <a:extLst>
                <a:ext uri="{FF2B5EF4-FFF2-40B4-BE49-F238E27FC236}">
                  <a16:creationId xmlns:a16="http://schemas.microsoft.com/office/drawing/2014/main" id="{72FC4FC5-850F-4D61-9254-AA84B3B83B66}"/>
                </a:ext>
              </a:extLst>
            </p:cNvPr>
            <p:cNvSpPr>
              <a:spLocks/>
            </p:cNvSpPr>
            <p:nvPr userDrawn="1"/>
          </p:nvSpPr>
          <p:spPr bwMode="auto">
            <a:xfrm>
              <a:off x="5585492" y="3559260"/>
              <a:ext cx="2008" cy="2008"/>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2" name="Freeform 926">
              <a:extLst>
                <a:ext uri="{FF2B5EF4-FFF2-40B4-BE49-F238E27FC236}">
                  <a16:creationId xmlns:a16="http://schemas.microsoft.com/office/drawing/2014/main" id="{0D1AA5A8-6CCE-4742-B6C4-46AFBF4627F3}"/>
                </a:ext>
              </a:extLst>
            </p:cNvPr>
            <p:cNvSpPr>
              <a:spLocks noEditPoints="1"/>
            </p:cNvSpPr>
            <p:nvPr userDrawn="1"/>
          </p:nvSpPr>
          <p:spPr bwMode="auto">
            <a:xfrm>
              <a:off x="4272971" y="2130338"/>
              <a:ext cx="282975" cy="244843"/>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9 w 188"/>
                <a:gd name="T89" fmla="*/ 58 h 162"/>
                <a:gd name="T90" fmla="*/ 164 w 188"/>
                <a:gd name="T91" fmla="*/ 36 h 162"/>
                <a:gd name="T92" fmla="*/ 123 w 188"/>
                <a:gd name="T93" fmla="*/ 5 h 162"/>
                <a:gd name="T94" fmla="*/ 82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9" y="58"/>
                    <a:pt x="169"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3" name="Freeform 927">
              <a:extLst>
                <a:ext uri="{FF2B5EF4-FFF2-40B4-BE49-F238E27FC236}">
                  <a16:creationId xmlns:a16="http://schemas.microsoft.com/office/drawing/2014/main" id="{FB3715FC-1D5F-442C-87AB-85CBED41B0BF}"/>
                </a:ext>
              </a:extLst>
            </p:cNvPr>
            <p:cNvSpPr>
              <a:spLocks noEditPoints="1"/>
            </p:cNvSpPr>
            <p:nvPr userDrawn="1"/>
          </p:nvSpPr>
          <p:spPr bwMode="auto">
            <a:xfrm>
              <a:off x="2882179" y="1670754"/>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09 w 130"/>
                <a:gd name="T21" fmla="*/ 66 h 112"/>
                <a:gd name="T22" fmla="*/ 97 w 130"/>
                <a:gd name="T23" fmla="*/ 76 h 112"/>
                <a:gd name="T24" fmla="*/ 92 w 130"/>
                <a:gd name="T25" fmla="*/ 92 h 112"/>
                <a:gd name="T26" fmla="*/ 79 w 130"/>
                <a:gd name="T27" fmla="*/ 91 h 112"/>
                <a:gd name="T28" fmla="*/ 67 w 130"/>
                <a:gd name="T29" fmla="*/ 91 h 112"/>
                <a:gd name="T30" fmla="*/ 34 w 130"/>
                <a:gd name="T31" fmla="*/ 93 h 112"/>
                <a:gd name="T32" fmla="*/ 21 w 130"/>
                <a:gd name="T33" fmla="*/ 75 h 112"/>
                <a:gd name="T34" fmla="*/ 8 w 130"/>
                <a:gd name="T35" fmla="*/ 71 h 112"/>
                <a:gd name="T36" fmla="*/ 16 w 130"/>
                <a:gd name="T37" fmla="*/ 56 h 112"/>
                <a:gd name="T38" fmla="*/ 16 w 130"/>
                <a:gd name="T39" fmla="*/ 25 h 112"/>
                <a:gd name="T40" fmla="*/ 44 w 130"/>
                <a:gd name="T41" fmla="*/ 20 h 112"/>
                <a:gd name="T42" fmla="*/ 54 w 130"/>
                <a:gd name="T43" fmla="*/ 0 h 112"/>
                <a:gd name="T44" fmla="*/ 41 w 130"/>
                <a:gd name="T45" fmla="*/ 9 h 112"/>
                <a:gd name="T46" fmla="*/ 41 w 130"/>
                <a:gd name="T47" fmla="*/ 14 h 112"/>
                <a:gd name="T48" fmla="*/ 37 w 130"/>
                <a:gd name="T49" fmla="*/ 16 h 112"/>
                <a:gd name="T50" fmla="*/ 26 w 130"/>
                <a:gd name="T51" fmla="*/ 13 h 112"/>
                <a:gd name="T52" fmla="*/ 8 w 130"/>
                <a:gd name="T53" fmla="*/ 33 h 112"/>
                <a:gd name="T54" fmla="*/ 13 w 130"/>
                <a:gd name="T55" fmla="*/ 49 h 112"/>
                <a:gd name="T56" fmla="*/ 4 w 130"/>
                <a:gd name="T57" fmla="*/ 56 h 112"/>
                <a:gd name="T58" fmla="*/ 2 w 130"/>
                <a:gd name="T59" fmla="*/ 57 h 112"/>
                <a:gd name="T60" fmla="*/ 10 w 130"/>
                <a:gd name="T61" fmla="*/ 81 h 112"/>
                <a:gd name="T62" fmla="*/ 21 w 130"/>
                <a:gd name="T63" fmla="*/ 81 h 112"/>
                <a:gd name="T64" fmla="*/ 28 w 130"/>
                <a:gd name="T65" fmla="*/ 93 h 112"/>
                <a:gd name="T66" fmla="*/ 28 w 130"/>
                <a:gd name="T67" fmla="*/ 96 h 112"/>
                <a:gd name="T68" fmla="*/ 64 w 130"/>
                <a:gd name="T69" fmla="*/ 104 h 112"/>
                <a:gd name="T70" fmla="*/ 74 w 130"/>
                <a:gd name="T71" fmla="*/ 94 h 112"/>
                <a:gd name="T72" fmla="*/ 75 w 130"/>
                <a:gd name="T73" fmla="*/ 96 h 112"/>
                <a:gd name="T74" fmla="*/ 85 w 130"/>
                <a:gd name="T75" fmla="*/ 100 h 112"/>
                <a:gd name="T76" fmla="*/ 100 w 130"/>
                <a:gd name="T77" fmla="*/ 92 h 112"/>
                <a:gd name="T78" fmla="*/ 123 w 130"/>
                <a:gd name="T79" fmla="*/ 110 h 112"/>
                <a:gd name="T80" fmla="*/ 128 w 130"/>
                <a:gd name="T81" fmla="*/ 111 h 112"/>
                <a:gd name="T82" fmla="*/ 129 w 130"/>
                <a:gd name="T83" fmla="*/ 107 h 112"/>
                <a:gd name="T84" fmla="*/ 113 w 130"/>
                <a:gd name="T85" fmla="*/ 71 h 112"/>
                <a:gd name="T86" fmla="*/ 130 w 130"/>
                <a:gd name="T87" fmla="*/ 51 h 112"/>
                <a:gd name="T88" fmla="*/ 120 w 130"/>
                <a:gd name="T89" fmla="*/ 39 h 112"/>
                <a:gd name="T90" fmla="*/ 111 w 130"/>
                <a:gd name="T91" fmla="*/ 37 h 112"/>
                <a:gd name="T92" fmla="*/ 109 w 130"/>
                <a:gd name="T93" fmla="*/ 14 h 112"/>
                <a:gd name="T94" fmla="*/ 68 w 130"/>
                <a:gd name="T95" fmla="*/ 8 h 112"/>
                <a:gd name="T96" fmla="*/ 54 w 130"/>
                <a:gd name="T9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5" y="63"/>
                    <a:pt x="112" y="64"/>
                    <a:pt x="109" y="66"/>
                  </a:cubicBezTo>
                  <a:cubicBezTo>
                    <a:pt x="106" y="68"/>
                    <a:pt x="105" y="72"/>
                    <a:pt x="105" y="75"/>
                  </a:cubicBezTo>
                  <a:cubicBezTo>
                    <a:pt x="105" y="78"/>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2"/>
                    <a:pt x="8" y="71"/>
                  </a:cubicBezTo>
                  <a:cubicBezTo>
                    <a:pt x="7" y="70"/>
                    <a:pt x="6" y="69"/>
                    <a:pt x="6" y="66"/>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19"/>
                    <a:pt x="46" y="19"/>
                    <a:pt x="47" y="17"/>
                  </a:cubicBezTo>
                  <a:cubicBezTo>
                    <a:pt x="47" y="16"/>
                    <a:pt x="48" y="15"/>
                    <a:pt x="48" y="14"/>
                  </a:cubicBezTo>
                  <a:cubicBezTo>
                    <a:pt x="48" y="13"/>
                    <a:pt x="47" y="12"/>
                    <a:pt x="47" y="11"/>
                  </a:cubicBezTo>
                  <a:moveTo>
                    <a:pt x="54" y="0"/>
                  </a:moveTo>
                  <a:cubicBezTo>
                    <a:pt x="54" y="0"/>
                    <a:pt x="54" y="0"/>
                    <a:pt x="54" y="0"/>
                  </a:cubicBezTo>
                  <a:cubicBezTo>
                    <a:pt x="52" y="0"/>
                    <a:pt x="50" y="0"/>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4"/>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4"/>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6"/>
                  </a:cubicBezTo>
                  <a:cubicBezTo>
                    <a:pt x="0" y="70"/>
                    <a:pt x="1" y="73"/>
                    <a:pt x="3" y="75"/>
                  </a:cubicBezTo>
                  <a:cubicBezTo>
                    <a:pt x="5" y="78"/>
                    <a:pt x="8" y="80"/>
                    <a:pt x="10" y="81"/>
                  </a:cubicBezTo>
                  <a:cubicBezTo>
                    <a:pt x="13" y="81"/>
                    <a:pt x="14" y="82"/>
                    <a:pt x="15" y="82"/>
                  </a:cubicBezTo>
                  <a:cubicBezTo>
                    <a:pt x="15" y="82"/>
                    <a:pt x="15" y="82"/>
                    <a:pt x="15" y="82"/>
                  </a:cubicBezTo>
                  <a:cubicBezTo>
                    <a:pt x="16" y="81"/>
                    <a:pt x="16" y="81"/>
                    <a:pt x="16" y="81"/>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6"/>
                    <a:pt x="118" y="106"/>
                    <a:pt x="118" y="106"/>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1"/>
                    <a:pt x="128" y="111"/>
                  </a:cubicBezTo>
                  <a:cubicBezTo>
                    <a:pt x="129" y="110"/>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8"/>
                    <a:pt x="119" y="68"/>
                  </a:cubicBezTo>
                  <a:cubicBezTo>
                    <a:pt x="121" y="68"/>
                    <a:pt x="123" y="67"/>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7" y="39"/>
                    <a:pt x="116" y="39"/>
                  </a:cubicBezTo>
                  <a:cubicBezTo>
                    <a:pt x="113" y="39"/>
                    <a:pt x="111" y="38"/>
                    <a:pt x="111" y="37"/>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0"/>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4" name="Freeform 928">
              <a:extLst>
                <a:ext uri="{FF2B5EF4-FFF2-40B4-BE49-F238E27FC236}">
                  <a16:creationId xmlns:a16="http://schemas.microsoft.com/office/drawing/2014/main" id="{8F3EC240-2F7D-4E84-86E9-64DA0950B123}"/>
                </a:ext>
              </a:extLst>
            </p:cNvPr>
            <p:cNvSpPr>
              <a:spLocks noEditPoints="1"/>
            </p:cNvSpPr>
            <p:nvPr userDrawn="1"/>
          </p:nvSpPr>
          <p:spPr bwMode="auto">
            <a:xfrm>
              <a:off x="4983418" y="2172482"/>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8 w 188"/>
                <a:gd name="T91" fmla="*/ 140 h 162"/>
                <a:gd name="T92" fmla="*/ 79 w 188"/>
                <a:gd name="T93" fmla="*/ 138 h 162"/>
                <a:gd name="T94" fmla="*/ 94 w 188"/>
                <a:gd name="T95" fmla="*/ 149 h 162"/>
                <a:gd name="T96" fmla="*/ 113 w 188"/>
                <a:gd name="T97" fmla="*/ 154 h 162"/>
                <a:gd name="T98" fmla="*/ 147 w 188"/>
                <a:gd name="T99" fmla="*/ 140 h 162"/>
                <a:gd name="T100" fmla="*/ 147 w 188"/>
                <a:gd name="T101" fmla="*/ 133 h 162"/>
                <a:gd name="T102" fmla="*/ 159 w 188"/>
                <a:gd name="T103" fmla="*/ 117 h 162"/>
                <a:gd name="T104" fmla="*/ 168 w 188"/>
                <a:gd name="T105" fmla="*/ 118 h 162"/>
                <a:gd name="T106" fmla="*/ 188 w 188"/>
                <a:gd name="T107" fmla="*/ 97 h 162"/>
                <a:gd name="T108" fmla="*/ 183 w 188"/>
                <a:gd name="T109" fmla="*/ 83 h 162"/>
                <a:gd name="T110" fmla="*/ 171 w 188"/>
                <a:gd name="T111" fmla="*/ 77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5" name="Freeform 929">
              <a:extLst>
                <a:ext uri="{FF2B5EF4-FFF2-40B4-BE49-F238E27FC236}">
                  <a16:creationId xmlns:a16="http://schemas.microsoft.com/office/drawing/2014/main" id="{2ABFB50B-62D3-4051-8EE0-A21714FCA0C4}"/>
                </a:ext>
              </a:extLst>
            </p:cNvPr>
            <p:cNvSpPr>
              <a:spLocks noEditPoints="1"/>
            </p:cNvSpPr>
            <p:nvPr userDrawn="1"/>
          </p:nvSpPr>
          <p:spPr bwMode="auto">
            <a:xfrm>
              <a:off x="4413455" y="3272271"/>
              <a:ext cx="282975" cy="242837"/>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50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5 w 188"/>
                <a:gd name="T35" fmla="*/ 63 h 162"/>
                <a:gd name="T36" fmla="*/ 32 w 188"/>
                <a:gd name="T37" fmla="*/ 40 h 162"/>
                <a:gd name="T38" fmla="*/ 64 w 188"/>
                <a:gd name="T39" fmla="*/ 10 h 162"/>
                <a:gd name="T40" fmla="*/ 94 w 188"/>
                <a:gd name="T41" fmla="*/ 24 h 162"/>
                <a:gd name="T42" fmla="*/ 98 w 188"/>
                <a:gd name="T43" fmla="*/ 28 h 162"/>
                <a:gd name="T44" fmla="*/ 99 w 188"/>
                <a:gd name="T45" fmla="*/ 8 h 162"/>
                <a:gd name="T46" fmla="*/ 64 w 188"/>
                <a:gd name="T47" fmla="*/ 4 h 162"/>
                <a:gd name="T48" fmla="*/ 27 w 188"/>
                <a:gd name="T49" fmla="*/ 44 h 162"/>
                <a:gd name="T50" fmla="*/ 15 w 188"/>
                <a:gd name="T51" fmla="*/ 57 h 162"/>
                <a:gd name="T52" fmla="*/ 7 w 188"/>
                <a:gd name="T53" fmla="*/ 59 h 162"/>
                <a:gd name="T54" fmla="*/ 8 w 188"/>
                <a:gd name="T55" fmla="*/ 95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79 w 188"/>
                <a:gd name="T71" fmla="*/ 138 h 162"/>
                <a:gd name="T72" fmla="*/ 94 w 188"/>
                <a:gd name="T73" fmla="*/ 150 h 162"/>
                <a:gd name="T74" fmla="*/ 146 w 188"/>
                <a:gd name="T75" fmla="*/ 140 h 162"/>
                <a:gd name="T76" fmla="*/ 147 w 188"/>
                <a:gd name="T77" fmla="*/ 132 h 162"/>
                <a:gd name="T78" fmla="*/ 159 w 188"/>
                <a:gd name="T79" fmla="*/ 116 h 162"/>
                <a:gd name="T80" fmla="*/ 178 w 188"/>
                <a:gd name="T81" fmla="*/ 114 h 162"/>
                <a:gd name="T82" fmla="*/ 185 w 188"/>
                <a:gd name="T83" fmla="*/ 83 h 162"/>
                <a:gd name="T84" fmla="*/ 172 w 188"/>
                <a:gd name="T85" fmla="*/ 76 h 162"/>
                <a:gd name="T86" fmla="*/ 174 w 188"/>
                <a:gd name="T87" fmla="*/ 58 h 162"/>
                <a:gd name="T88" fmla="*/ 152 w 188"/>
                <a:gd name="T89" fmla="*/ 20 h 162"/>
                <a:gd name="T90" fmla="*/ 134 w 188"/>
                <a:gd name="T91" fmla="*/ 23 h 162"/>
                <a:gd name="T92" fmla="*/ 127 w 188"/>
                <a:gd name="T93" fmla="*/ 19 h 162"/>
                <a:gd name="T94" fmla="*/ 122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6" name="Freeform 930">
              <a:extLst>
                <a:ext uri="{FF2B5EF4-FFF2-40B4-BE49-F238E27FC236}">
                  <a16:creationId xmlns:a16="http://schemas.microsoft.com/office/drawing/2014/main" id="{2B01A014-F18D-4396-BE25-9C1FE6B13931}"/>
                </a:ext>
              </a:extLst>
            </p:cNvPr>
            <p:cNvSpPr>
              <a:spLocks noEditPoints="1"/>
            </p:cNvSpPr>
            <p:nvPr userDrawn="1"/>
          </p:nvSpPr>
          <p:spPr bwMode="auto">
            <a:xfrm>
              <a:off x="5760092" y="3071579"/>
              <a:ext cx="365258" cy="315086"/>
            </a:xfrm>
            <a:custGeom>
              <a:avLst/>
              <a:gdLst>
                <a:gd name="T0" fmla="*/ 4 w 243"/>
                <a:gd name="T1" fmla="*/ 203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28 w 243"/>
                <a:gd name="T21" fmla="*/ 189 h 208"/>
                <a:gd name="T22" fmla="*/ 105 w 243"/>
                <a:gd name="T23" fmla="*/ 170 h 208"/>
                <a:gd name="T24" fmla="*/ 95 w 243"/>
                <a:gd name="T25" fmla="*/ 177 h 208"/>
                <a:gd name="T26" fmla="*/ 63 w 243"/>
                <a:gd name="T27" fmla="*/ 173 h 208"/>
                <a:gd name="T28" fmla="*/ 58 w 243"/>
                <a:gd name="T29" fmla="*/ 145 h 208"/>
                <a:gd name="T30" fmla="*/ 35 w 243"/>
                <a:gd name="T31" fmla="*/ 163 h 208"/>
                <a:gd name="T32" fmla="*/ 14 w 243"/>
                <a:gd name="T33" fmla="*/ 118 h 208"/>
                <a:gd name="T34" fmla="*/ 12 w 243"/>
                <a:gd name="T35" fmla="*/ 82 h 208"/>
                <a:gd name="T36" fmla="*/ 40 w 243"/>
                <a:gd name="T37" fmla="*/ 76 h 208"/>
                <a:gd name="T38" fmla="*/ 44 w 243"/>
                <a:gd name="T39" fmla="*/ 30 h 208"/>
                <a:gd name="T40" fmla="*/ 111 w 243"/>
                <a:gd name="T41" fmla="*/ 20 h 208"/>
                <a:gd name="T42" fmla="*/ 123 w 243"/>
                <a:gd name="T43" fmla="*/ 30 h 208"/>
                <a:gd name="T44" fmla="*/ 143 w 243"/>
                <a:gd name="T45" fmla="*/ 0 h 208"/>
                <a:gd name="T46" fmla="*/ 114 w 243"/>
                <a:gd name="T47" fmla="*/ 15 h 208"/>
                <a:gd name="T48" fmla="*/ 32 w 243"/>
                <a:gd name="T49" fmla="*/ 45 h 208"/>
                <a:gd name="T50" fmla="*/ 24 w 243"/>
                <a:gd name="T51" fmla="*/ 75 h 208"/>
                <a:gd name="T52" fmla="*/ 9 w 243"/>
                <a:gd name="T53" fmla="*/ 76 h 208"/>
                <a:gd name="T54" fmla="*/ 11 w 243"/>
                <a:gd name="T55" fmla="*/ 122 h 208"/>
                <a:gd name="T56" fmla="*/ 30 w 243"/>
                <a:gd name="T57" fmla="*/ 160 h 208"/>
                <a:gd name="T58" fmla="*/ 2 w 243"/>
                <a:gd name="T59" fmla="*/ 203 h 208"/>
                <a:gd name="T60" fmla="*/ 3 w 243"/>
                <a:gd name="T61" fmla="*/ 208 h 208"/>
                <a:gd name="T62" fmla="*/ 19 w 243"/>
                <a:gd name="T63" fmla="*/ 200 h 208"/>
                <a:gd name="T64" fmla="*/ 56 w 243"/>
                <a:gd name="T65" fmla="*/ 173 h 208"/>
                <a:gd name="T66" fmla="*/ 84 w 243"/>
                <a:gd name="T67" fmla="*/ 187 h 208"/>
                <a:gd name="T68" fmla="*/ 100 w 243"/>
                <a:gd name="T69" fmla="*/ 180 h 208"/>
                <a:gd name="T70" fmla="*/ 112 w 243"/>
                <a:gd name="T71" fmla="*/ 179 h 208"/>
                <a:gd name="T72" fmla="*/ 147 w 243"/>
                <a:gd name="T73" fmla="*/ 198 h 208"/>
                <a:gd name="T74" fmla="*/ 190 w 243"/>
                <a:gd name="T75" fmla="*/ 178 h 208"/>
                <a:gd name="T76" fmla="*/ 197 w 243"/>
                <a:gd name="T77" fmla="*/ 151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7" name="Freeform 931">
              <a:extLst>
                <a:ext uri="{FF2B5EF4-FFF2-40B4-BE49-F238E27FC236}">
                  <a16:creationId xmlns:a16="http://schemas.microsoft.com/office/drawing/2014/main" id="{741E50B3-F170-4719-B5C5-A9A81D038AF1}"/>
                </a:ext>
              </a:extLst>
            </p:cNvPr>
            <p:cNvSpPr>
              <a:spLocks/>
            </p:cNvSpPr>
            <p:nvPr userDrawn="1"/>
          </p:nvSpPr>
          <p:spPr bwMode="auto">
            <a:xfrm>
              <a:off x="5762100" y="3380644"/>
              <a:ext cx="2008" cy="6021"/>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8" name="Freeform 932">
              <a:extLst>
                <a:ext uri="{FF2B5EF4-FFF2-40B4-BE49-F238E27FC236}">
                  <a16:creationId xmlns:a16="http://schemas.microsoft.com/office/drawing/2014/main" id="{6B843117-1EAF-4733-9166-CD7A948E1272}"/>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close/>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9" name="Freeform 933">
              <a:extLst>
                <a:ext uri="{FF2B5EF4-FFF2-40B4-BE49-F238E27FC236}">
                  <a16:creationId xmlns:a16="http://schemas.microsoft.com/office/drawing/2014/main" id="{3C82C675-5E5A-44DF-BF64-3F479F76C8DE}"/>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0" name="Freeform 934">
              <a:extLst>
                <a:ext uri="{FF2B5EF4-FFF2-40B4-BE49-F238E27FC236}">
                  <a16:creationId xmlns:a16="http://schemas.microsoft.com/office/drawing/2014/main" id="{A27D1A6E-D81B-459B-BEA8-89D04AEB2ECE}"/>
                </a:ext>
              </a:extLst>
            </p:cNvPr>
            <p:cNvSpPr>
              <a:spLocks noEditPoints="1"/>
            </p:cNvSpPr>
            <p:nvPr userDrawn="1"/>
          </p:nvSpPr>
          <p:spPr bwMode="auto">
            <a:xfrm>
              <a:off x="6181544" y="2957186"/>
              <a:ext cx="152525" cy="148512"/>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1" name="Freeform 935">
              <a:extLst>
                <a:ext uri="{FF2B5EF4-FFF2-40B4-BE49-F238E27FC236}">
                  <a16:creationId xmlns:a16="http://schemas.microsoft.com/office/drawing/2014/main" id="{C24A4284-DEAA-4B35-8995-0E285D223977}"/>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close/>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close/>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2" name="Freeform 936">
              <a:extLst>
                <a:ext uri="{FF2B5EF4-FFF2-40B4-BE49-F238E27FC236}">
                  <a16:creationId xmlns:a16="http://schemas.microsoft.com/office/drawing/2014/main" id="{73E57342-8380-4C10-85F0-DD3C3DF4AF43}"/>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3" name="Freeform 937">
              <a:extLst>
                <a:ext uri="{FF2B5EF4-FFF2-40B4-BE49-F238E27FC236}">
                  <a16:creationId xmlns:a16="http://schemas.microsoft.com/office/drawing/2014/main" id="{4C9908F7-0605-4F8C-B44A-91C0CBF7ECF8}"/>
                </a:ext>
              </a:extLst>
            </p:cNvPr>
            <p:cNvSpPr>
              <a:spLocks noEditPoints="1"/>
            </p:cNvSpPr>
            <p:nvPr userDrawn="1"/>
          </p:nvSpPr>
          <p:spPr bwMode="auto">
            <a:xfrm>
              <a:off x="5956770" y="1927639"/>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4" name="Freeform 938">
              <a:extLst>
                <a:ext uri="{FF2B5EF4-FFF2-40B4-BE49-F238E27FC236}">
                  <a16:creationId xmlns:a16="http://schemas.microsoft.com/office/drawing/2014/main" id="{8C52AB43-6BCD-47D9-AAF8-E63E78CE54FD}"/>
                </a:ext>
              </a:extLst>
            </p:cNvPr>
            <p:cNvSpPr>
              <a:spLocks noEditPoints="1"/>
            </p:cNvSpPr>
            <p:nvPr userDrawn="1"/>
          </p:nvSpPr>
          <p:spPr bwMode="auto">
            <a:xfrm>
              <a:off x="5952756" y="2023971"/>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4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4"/>
                    <a:pt x="12" y="14"/>
                    <a:pt x="12" y="14"/>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5" name="Freeform 939">
              <a:extLst>
                <a:ext uri="{FF2B5EF4-FFF2-40B4-BE49-F238E27FC236}">
                  <a16:creationId xmlns:a16="http://schemas.microsoft.com/office/drawing/2014/main" id="{DCD17D33-AC93-4D87-9606-999D6F4B220F}"/>
                </a:ext>
              </a:extLst>
            </p:cNvPr>
            <p:cNvSpPr>
              <a:spLocks/>
            </p:cNvSpPr>
            <p:nvPr userDrawn="1"/>
          </p:nvSpPr>
          <p:spPr bwMode="auto">
            <a:xfrm>
              <a:off x="5970819" y="2025978"/>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6" name="Freeform 940">
              <a:extLst>
                <a:ext uri="{FF2B5EF4-FFF2-40B4-BE49-F238E27FC236}">
                  <a16:creationId xmlns:a16="http://schemas.microsoft.com/office/drawing/2014/main" id="{F1BEC4D5-08FB-4AD3-A08E-BD1D0C801169}"/>
                </a:ext>
              </a:extLst>
            </p:cNvPr>
            <p:cNvSpPr>
              <a:spLocks noEditPoints="1"/>
            </p:cNvSpPr>
            <p:nvPr userDrawn="1"/>
          </p:nvSpPr>
          <p:spPr bwMode="auto">
            <a:xfrm>
              <a:off x="5938708" y="2044040"/>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7" name="Freeform 941">
              <a:extLst>
                <a:ext uri="{FF2B5EF4-FFF2-40B4-BE49-F238E27FC236}">
                  <a16:creationId xmlns:a16="http://schemas.microsoft.com/office/drawing/2014/main" id="{C4353394-95C3-4CB4-A506-47FFADC297C0}"/>
                </a:ext>
              </a:extLst>
            </p:cNvPr>
            <p:cNvSpPr>
              <a:spLocks/>
            </p:cNvSpPr>
            <p:nvPr userDrawn="1"/>
          </p:nvSpPr>
          <p:spPr bwMode="auto">
            <a:xfrm>
              <a:off x="5954764" y="2046048"/>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8" name="Freeform 942">
              <a:extLst>
                <a:ext uri="{FF2B5EF4-FFF2-40B4-BE49-F238E27FC236}">
                  <a16:creationId xmlns:a16="http://schemas.microsoft.com/office/drawing/2014/main" id="{B12498CC-3205-417C-9AE5-46158008951A}"/>
                </a:ext>
              </a:extLst>
            </p:cNvPr>
            <p:cNvSpPr>
              <a:spLocks noEditPoints="1"/>
            </p:cNvSpPr>
            <p:nvPr userDrawn="1"/>
          </p:nvSpPr>
          <p:spPr bwMode="auto">
            <a:xfrm>
              <a:off x="5942722" y="2064109"/>
              <a:ext cx="20069" cy="20069"/>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6 w 13"/>
                <a:gd name="T23" fmla="*/ 7 h 13"/>
                <a:gd name="T24" fmla="*/ 6 w 13"/>
                <a:gd name="T25" fmla="*/ 7 h 13"/>
                <a:gd name="T26" fmla="*/ 6 w 13"/>
                <a:gd name="T27" fmla="*/ 7 h 13"/>
                <a:gd name="T28" fmla="*/ 8 w 13"/>
                <a:gd name="T29" fmla="*/ 0 h 13"/>
                <a:gd name="T30" fmla="*/ 5 w 13"/>
                <a:gd name="T31" fmla="*/ 1 h 13"/>
                <a:gd name="T32" fmla="*/ 5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3 w 13"/>
                <a:gd name="T51" fmla="*/ 7 h 13"/>
                <a:gd name="T52" fmla="*/ 12 w 13"/>
                <a:gd name="T53" fmla="*/ 3 h 13"/>
                <a:gd name="T54" fmla="*/ 12 w 13"/>
                <a:gd name="T55" fmla="*/ 3 h 13"/>
                <a:gd name="T56" fmla="*/ 8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9" name="Freeform 943">
              <a:extLst>
                <a:ext uri="{FF2B5EF4-FFF2-40B4-BE49-F238E27FC236}">
                  <a16:creationId xmlns:a16="http://schemas.microsoft.com/office/drawing/2014/main" id="{4D53E4B7-C102-4BA5-BAFE-DC153530722C}"/>
                </a:ext>
              </a:extLst>
            </p:cNvPr>
            <p:cNvSpPr>
              <a:spLocks/>
            </p:cNvSpPr>
            <p:nvPr userDrawn="1"/>
          </p:nvSpPr>
          <p:spPr bwMode="auto">
            <a:xfrm>
              <a:off x="5948742" y="2064109"/>
              <a:ext cx="6021" cy="2008"/>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0" name="Freeform 944">
              <a:extLst>
                <a:ext uri="{FF2B5EF4-FFF2-40B4-BE49-F238E27FC236}">
                  <a16:creationId xmlns:a16="http://schemas.microsoft.com/office/drawing/2014/main" id="{312C1648-2ACD-453A-B560-3109C6A6BFAD}"/>
                </a:ext>
              </a:extLst>
            </p:cNvPr>
            <p:cNvSpPr>
              <a:spLocks noEditPoints="1"/>
            </p:cNvSpPr>
            <p:nvPr userDrawn="1"/>
          </p:nvSpPr>
          <p:spPr bwMode="auto">
            <a:xfrm>
              <a:off x="6145420" y="3214071"/>
              <a:ext cx="152525" cy="148512"/>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1" name="Freeform 945">
              <a:extLst>
                <a:ext uri="{FF2B5EF4-FFF2-40B4-BE49-F238E27FC236}">
                  <a16:creationId xmlns:a16="http://schemas.microsoft.com/office/drawing/2014/main" id="{B37B23F1-814C-4E46-B0AC-BC45B60D9E2F}"/>
                </a:ext>
              </a:extLst>
            </p:cNvPr>
            <p:cNvSpPr>
              <a:spLocks noEditPoints="1"/>
            </p:cNvSpPr>
            <p:nvPr userDrawn="1"/>
          </p:nvSpPr>
          <p:spPr bwMode="auto">
            <a:xfrm>
              <a:off x="6141406" y="3340506"/>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6 w 22"/>
                <a:gd name="T19" fmla="*/ 8 h 21"/>
                <a:gd name="T20" fmla="*/ 11 w 22"/>
                <a:gd name="T21" fmla="*/ 0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2" name="Freeform 946">
              <a:extLst>
                <a:ext uri="{FF2B5EF4-FFF2-40B4-BE49-F238E27FC236}">
                  <a16:creationId xmlns:a16="http://schemas.microsoft.com/office/drawing/2014/main" id="{04674FC2-02AA-45BA-A4A0-A949DC644D4A}"/>
                </a:ext>
              </a:extLst>
            </p:cNvPr>
            <p:cNvSpPr>
              <a:spLocks noEditPoints="1"/>
            </p:cNvSpPr>
            <p:nvPr userDrawn="1"/>
          </p:nvSpPr>
          <p:spPr bwMode="auto">
            <a:xfrm>
              <a:off x="6125351" y="3364589"/>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16 w 17"/>
                <a:gd name="T35" fmla="*/ 13 h 18"/>
                <a:gd name="T36" fmla="*/ 17 w 17"/>
                <a:gd name="T37" fmla="*/ 9 h 18"/>
                <a:gd name="T38" fmla="*/ 12 w 17"/>
                <a:gd name="T39" fmla="*/ 1 h 18"/>
                <a:gd name="T40" fmla="*/ 8 w 17"/>
                <a:gd name="T41" fmla="*/ 0 h 18"/>
                <a:gd name="T42" fmla="*/ 8 w 17"/>
                <a:gd name="T43" fmla="*/ 0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3" name="Freeform 947">
              <a:extLst>
                <a:ext uri="{FF2B5EF4-FFF2-40B4-BE49-F238E27FC236}">
                  <a16:creationId xmlns:a16="http://schemas.microsoft.com/office/drawing/2014/main" id="{CCD9B749-D9F2-4FEE-851C-F63A99BB050C}"/>
                </a:ext>
              </a:extLst>
            </p:cNvPr>
            <p:cNvSpPr>
              <a:spLocks noEditPoints="1"/>
            </p:cNvSpPr>
            <p:nvPr userDrawn="1"/>
          </p:nvSpPr>
          <p:spPr bwMode="auto">
            <a:xfrm>
              <a:off x="6099261" y="3368602"/>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4" name="Freeform 948">
              <a:extLst>
                <a:ext uri="{FF2B5EF4-FFF2-40B4-BE49-F238E27FC236}">
                  <a16:creationId xmlns:a16="http://schemas.microsoft.com/office/drawing/2014/main" id="{AA01F6E2-3AA0-43F3-A25D-8B45FFD8C9CE}"/>
                </a:ext>
              </a:extLst>
            </p:cNvPr>
            <p:cNvSpPr>
              <a:spLocks noEditPoints="1"/>
            </p:cNvSpPr>
            <p:nvPr userDrawn="1"/>
          </p:nvSpPr>
          <p:spPr bwMode="auto">
            <a:xfrm>
              <a:off x="6059123" y="2646114"/>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5" name="Freeform 949">
              <a:extLst>
                <a:ext uri="{FF2B5EF4-FFF2-40B4-BE49-F238E27FC236}">
                  <a16:creationId xmlns:a16="http://schemas.microsoft.com/office/drawing/2014/main" id="{9E6F9EA5-5939-435C-86F9-CD391C3233FB}"/>
                </a:ext>
              </a:extLst>
            </p:cNvPr>
            <p:cNvSpPr>
              <a:spLocks noEditPoints="1"/>
            </p:cNvSpPr>
            <p:nvPr userDrawn="1"/>
          </p:nvSpPr>
          <p:spPr bwMode="auto">
            <a:xfrm>
              <a:off x="6107289" y="3513100"/>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26 w 120"/>
                <a:gd name="T45" fmla="*/ 160 h 166"/>
                <a:gd name="T46" fmla="*/ 16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2 w 120"/>
                <a:gd name="T67" fmla="*/ 54 h 166"/>
                <a:gd name="T68" fmla="*/ 0 w 120"/>
                <a:gd name="T69" fmla="*/ 62 h 166"/>
                <a:gd name="T70" fmla="*/ 0 w 120"/>
                <a:gd name="T71" fmla="*/ 62 h 166"/>
                <a:gd name="T72" fmla="*/ 1 w 120"/>
                <a:gd name="T73" fmla="*/ 131 h 166"/>
                <a:gd name="T74" fmla="*/ 1 w 120"/>
                <a:gd name="T75" fmla="*/ 131 h 166"/>
                <a:gd name="T76" fmla="*/ 12 w 120"/>
                <a:gd name="T77" fmla="*/ 160 h 166"/>
                <a:gd name="T78" fmla="*/ 26 w 120"/>
                <a:gd name="T79" fmla="*/ 166 h 166"/>
                <a:gd name="T80" fmla="*/ 26 w 120"/>
                <a:gd name="T81" fmla="*/ 166 h 166"/>
                <a:gd name="T82" fmla="*/ 29 w 120"/>
                <a:gd name="T83" fmla="*/ 166 h 166"/>
                <a:gd name="T84" fmla="*/ 88 w 120"/>
                <a:gd name="T85" fmla="*/ 165 h 166"/>
                <a:gd name="T86" fmla="*/ 88 w 120"/>
                <a:gd name="T87" fmla="*/ 165 h 166"/>
                <a:gd name="T88" fmla="*/ 115 w 120"/>
                <a:gd name="T89" fmla="*/ 147 h 166"/>
                <a:gd name="T90" fmla="*/ 120 w 120"/>
                <a:gd name="T91" fmla="*/ 133 h 166"/>
                <a:gd name="T92" fmla="*/ 120 w 120"/>
                <a:gd name="T93" fmla="*/ 133 h 166"/>
                <a:gd name="T94" fmla="*/ 119 w 120"/>
                <a:gd name="T95" fmla="*/ 70 h 166"/>
                <a:gd name="T96" fmla="*/ 119 w 120"/>
                <a:gd name="T97" fmla="*/ 70 h 166"/>
                <a:gd name="T98" fmla="*/ 113 w 120"/>
                <a:gd name="T99" fmla="*/ 51 h 166"/>
                <a:gd name="T100" fmla="*/ 97 w 120"/>
                <a:gd name="T101" fmla="*/ 38 h 166"/>
                <a:gd name="T102" fmla="*/ 87 w 120"/>
                <a:gd name="T103" fmla="*/ 35 h 166"/>
                <a:gd name="T104" fmla="*/ 87 w 120"/>
                <a:gd name="T105" fmla="*/ 35 h 166"/>
                <a:gd name="T106" fmla="*/ 61 w 120"/>
                <a:gd name="T107" fmla="*/ 36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6" y="160"/>
                    <a:pt x="26"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6" name="Freeform 950">
              <a:extLst>
                <a:ext uri="{FF2B5EF4-FFF2-40B4-BE49-F238E27FC236}">
                  <a16:creationId xmlns:a16="http://schemas.microsoft.com/office/drawing/2014/main" id="{52AAFB5B-E5BE-47FE-8431-4B52B5CB11C4}"/>
                </a:ext>
              </a:extLst>
            </p:cNvPr>
            <p:cNvSpPr>
              <a:spLocks noEditPoints="1"/>
            </p:cNvSpPr>
            <p:nvPr userDrawn="1"/>
          </p:nvSpPr>
          <p:spPr bwMode="auto">
            <a:xfrm>
              <a:off x="6095248" y="197981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7" name="Freeform 951">
              <a:extLst>
                <a:ext uri="{FF2B5EF4-FFF2-40B4-BE49-F238E27FC236}">
                  <a16:creationId xmlns:a16="http://schemas.microsoft.com/office/drawing/2014/main" id="{029AD9F0-A780-4AB1-A4CF-C647218E004E}"/>
                </a:ext>
              </a:extLst>
            </p:cNvPr>
            <p:cNvSpPr>
              <a:spLocks noEditPoints="1"/>
            </p:cNvSpPr>
            <p:nvPr userDrawn="1"/>
          </p:nvSpPr>
          <p:spPr bwMode="auto">
            <a:xfrm>
              <a:off x="6008950" y="2190545"/>
              <a:ext cx="248857" cy="98339"/>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8" name="Freeform 952">
              <a:extLst>
                <a:ext uri="{FF2B5EF4-FFF2-40B4-BE49-F238E27FC236}">
                  <a16:creationId xmlns:a16="http://schemas.microsoft.com/office/drawing/2014/main" id="{91301558-7614-44B5-8E98-0F42E466983D}"/>
                </a:ext>
              </a:extLst>
            </p:cNvPr>
            <p:cNvSpPr>
              <a:spLocks noEditPoints="1"/>
            </p:cNvSpPr>
            <p:nvPr userDrawn="1"/>
          </p:nvSpPr>
          <p:spPr bwMode="auto">
            <a:xfrm>
              <a:off x="5902584" y="3396699"/>
              <a:ext cx="254879" cy="200691"/>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9" name="Freeform 953">
              <a:extLst>
                <a:ext uri="{FF2B5EF4-FFF2-40B4-BE49-F238E27FC236}">
                  <a16:creationId xmlns:a16="http://schemas.microsoft.com/office/drawing/2014/main" id="{8D9CDC44-6992-4E4F-A7C3-6E43599D5AE6}"/>
                </a:ext>
              </a:extLst>
            </p:cNvPr>
            <p:cNvSpPr>
              <a:spLocks noEditPoints="1"/>
            </p:cNvSpPr>
            <p:nvPr userDrawn="1"/>
          </p:nvSpPr>
          <p:spPr bwMode="auto">
            <a:xfrm>
              <a:off x="6010957" y="2419333"/>
              <a:ext cx="282975" cy="242837"/>
            </a:xfrm>
            <a:custGeom>
              <a:avLst/>
              <a:gdLst>
                <a:gd name="T0" fmla="*/ 77 w 188"/>
                <a:gd name="T1" fmla="*/ 139 h 162"/>
                <a:gd name="T2" fmla="*/ 168 w 188"/>
                <a:gd name="T3" fmla="*/ 112 h 162"/>
                <a:gd name="T4" fmla="*/ 108 w 188"/>
                <a:gd name="T5" fmla="*/ 6 h 162"/>
                <a:gd name="T6" fmla="*/ 114 w 188"/>
                <a:gd name="T7" fmla="*/ 7 h 162"/>
                <a:gd name="T8" fmla="*/ 121 w 188"/>
                <a:gd name="T9" fmla="*/ 19 h 162"/>
                <a:gd name="T10" fmla="*/ 135 w 188"/>
                <a:gd name="T11" fmla="*/ 29 h 162"/>
                <a:gd name="T12" fmla="*/ 167 w 188"/>
                <a:gd name="T13" fmla="*/ 35 h 162"/>
                <a:gd name="T14" fmla="*/ 169 w 188"/>
                <a:gd name="T15" fmla="*/ 56 h 162"/>
                <a:gd name="T16" fmla="*/ 167 w 188"/>
                <a:gd name="T17" fmla="*/ 80 h 162"/>
                <a:gd name="T18" fmla="*/ 182 w 188"/>
                <a:gd name="T19" fmla="*/ 97 h 162"/>
                <a:gd name="T20" fmla="*/ 169 w 188"/>
                <a:gd name="T21" fmla="*/ 111 h 162"/>
                <a:gd name="T22" fmla="*/ 159 w 188"/>
                <a:gd name="T23" fmla="*/ 110 h 162"/>
                <a:gd name="T24" fmla="*/ 141 w 188"/>
                <a:gd name="T25" fmla="*/ 132 h 162"/>
                <a:gd name="T26" fmla="*/ 102 w 188"/>
                <a:gd name="T27" fmla="*/ 146 h 162"/>
                <a:gd name="T28" fmla="*/ 90 w 188"/>
                <a:gd name="T29" fmla="*/ 134 h 162"/>
                <a:gd name="T30" fmla="*/ 82 w 188"/>
                <a:gd name="T31" fmla="*/ 131 h 162"/>
                <a:gd name="T32" fmla="*/ 73 w 188"/>
                <a:gd name="T33" fmla="*/ 136 h 162"/>
                <a:gd name="T34" fmla="*/ 53 w 188"/>
                <a:gd name="T35" fmla="*/ 136 h 162"/>
                <a:gd name="T36" fmla="*/ 50 w 188"/>
                <a:gd name="T37" fmla="*/ 124 h 162"/>
                <a:gd name="T38" fmla="*/ 44 w 188"/>
                <a:gd name="T39" fmla="*/ 111 h 162"/>
                <a:gd name="T40" fmla="*/ 34 w 188"/>
                <a:gd name="T41" fmla="*/ 110 h 162"/>
                <a:gd name="T42" fmla="*/ 12 w 188"/>
                <a:gd name="T43" fmla="*/ 91 h 162"/>
                <a:gd name="T44" fmla="*/ 8 w 188"/>
                <a:gd name="T45" fmla="*/ 66 h 162"/>
                <a:gd name="T46" fmla="*/ 15 w 188"/>
                <a:gd name="T47" fmla="*/ 63 h 162"/>
                <a:gd name="T48" fmla="*/ 36 w 188"/>
                <a:gd name="T49" fmla="*/ 50 h 162"/>
                <a:gd name="T50" fmla="*/ 35 w 188"/>
                <a:gd name="T51" fmla="*/ 24 h 162"/>
                <a:gd name="T52" fmla="*/ 64 w 188"/>
                <a:gd name="T53" fmla="*/ 10 h 162"/>
                <a:gd name="T54" fmla="*/ 94 w 188"/>
                <a:gd name="T55" fmla="*/ 24 h 162"/>
                <a:gd name="T56" fmla="*/ 95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4 w 188"/>
                <a:gd name="T69" fmla="*/ 57 h 162"/>
                <a:gd name="T70" fmla="*/ 2 w 188"/>
                <a:gd name="T71" fmla="*/ 66 h 162"/>
                <a:gd name="T72" fmla="*/ 8 w 188"/>
                <a:gd name="T73" fmla="*/ 96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4 w 188"/>
                <a:gd name="T85" fmla="*/ 121 h 162"/>
                <a:gd name="T86" fmla="*/ 43 w 188"/>
                <a:gd name="T87" fmla="*/ 136 h 162"/>
                <a:gd name="T88" fmla="*/ 65 w 188"/>
                <a:gd name="T89" fmla="*/ 145 h 162"/>
                <a:gd name="T90" fmla="*/ 78 w 188"/>
                <a:gd name="T91" fmla="*/ 140 h 162"/>
                <a:gd name="T92" fmla="*/ 79 w 188"/>
                <a:gd name="T93" fmla="*/ 138 h 162"/>
                <a:gd name="T94" fmla="*/ 94 w 188"/>
                <a:gd name="T95" fmla="*/ 149 h 162"/>
                <a:gd name="T96" fmla="*/ 113 w 188"/>
                <a:gd name="T97" fmla="*/ 154 h 162"/>
                <a:gd name="T98" fmla="*/ 148 w 188"/>
                <a:gd name="T99" fmla="*/ 139 h 162"/>
                <a:gd name="T100" fmla="*/ 147 w 188"/>
                <a:gd name="T101" fmla="*/ 132 h 162"/>
                <a:gd name="T102" fmla="*/ 159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8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0" name="Freeform 954">
              <a:extLst>
                <a:ext uri="{FF2B5EF4-FFF2-40B4-BE49-F238E27FC236}">
                  <a16:creationId xmlns:a16="http://schemas.microsoft.com/office/drawing/2014/main" id="{4212D070-8553-4A0E-951E-2A4E761472E9}"/>
                </a:ext>
              </a:extLst>
            </p:cNvPr>
            <p:cNvSpPr>
              <a:spLocks noEditPoints="1"/>
            </p:cNvSpPr>
            <p:nvPr userDrawn="1"/>
          </p:nvSpPr>
          <p:spPr bwMode="auto">
            <a:xfrm>
              <a:off x="7046524" y="198985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1" name="Freeform 955">
              <a:extLst>
                <a:ext uri="{FF2B5EF4-FFF2-40B4-BE49-F238E27FC236}">
                  <a16:creationId xmlns:a16="http://schemas.microsoft.com/office/drawing/2014/main" id="{C153F788-4951-4AFE-9622-82255FD0CAA3}"/>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close/>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2" name="Freeform 956">
              <a:extLst>
                <a:ext uri="{FF2B5EF4-FFF2-40B4-BE49-F238E27FC236}">
                  <a16:creationId xmlns:a16="http://schemas.microsoft.com/office/drawing/2014/main" id="{3185BC5E-2292-425F-AC1D-6A6A940BB1C8}"/>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3" name="Freeform 957">
              <a:extLst>
                <a:ext uri="{FF2B5EF4-FFF2-40B4-BE49-F238E27FC236}">
                  <a16:creationId xmlns:a16="http://schemas.microsoft.com/office/drawing/2014/main" id="{DA2CC1F4-6BF4-47CD-9DE9-C9AF16E7BFB2}"/>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close/>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4" name="Freeform 958">
              <a:extLst>
                <a:ext uri="{FF2B5EF4-FFF2-40B4-BE49-F238E27FC236}">
                  <a16:creationId xmlns:a16="http://schemas.microsoft.com/office/drawing/2014/main" id="{611CF5F6-DC53-4510-8A90-93E8DCBC9E21}"/>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5" name="Freeform 959">
              <a:extLst>
                <a:ext uri="{FF2B5EF4-FFF2-40B4-BE49-F238E27FC236}">
                  <a16:creationId xmlns:a16="http://schemas.microsoft.com/office/drawing/2014/main" id="{9BB2FED7-5D18-4D7D-B672-6DE922FFB39A}"/>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close/>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6" name="Freeform 960">
              <a:extLst>
                <a:ext uri="{FF2B5EF4-FFF2-40B4-BE49-F238E27FC236}">
                  <a16:creationId xmlns:a16="http://schemas.microsoft.com/office/drawing/2014/main" id="{91DAD904-6073-43E9-B8A7-8AF54B0AEE1D}"/>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7" name="Freeform 961">
              <a:extLst>
                <a:ext uri="{FF2B5EF4-FFF2-40B4-BE49-F238E27FC236}">
                  <a16:creationId xmlns:a16="http://schemas.microsoft.com/office/drawing/2014/main" id="{DDEBA875-08BC-414D-B7E1-F3448BCF0F05}"/>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close/>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8" name="Freeform 962">
              <a:extLst>
                <a:ext uri="{FF2B5EF4-FFF2-40B4-BE49-F238E27FC236}">
                  <a16:creationId xmlns:a16="http://schemas.microsoft.com/office/drawing/2014/main" id="{7E0469E8-9C5D-4B5E-8F73-CB78EF338D72}"/>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9" name="Freeform 963">
              <a:extLst>
                <a:ext uri="{FF2B5EF4-FFF2-40B4-BE49-F238E27FC236}">
                  <a16:creationId xmlns:a16="http://schemas.microsoft.com/office/drawing/2014/main" id="{68EBD78F-B38E-4E1E-A35D-07DD8D1FED14}"/>
                </a:ext>
              </a:extLst>
            </p:cNvPr>
            <p:cNvSpPr>
              <a:spLocks noEditPoints="1"/>
            </p:cNvSpPr>
            <p:nvPr userDrawn="1"/>
          </p:nvSpPr>
          <p:spPr bwMode="auto">
            <a:xfrm>
              <a:off x="8967139" y="3597391"/>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0" name="Freeform 964">
              <a:extLst>
                <a:ext uri="{FF2B5EF4-FFF2-40B4-BE49-F238E27FC236}">
                  <a16:creationId xmlns:a16="http://schemas.microsoft.com/office/drawing/2014/main" id="{3F5CB8C3-2D8F-483D-9051-AA071E5295BC}"/>
                </a:ext>
              </a:extLst>
            </p:cNvPr>
            <p:cNvSpPr>
              <a:spLocks noEditPoints="1"/>
            </p:cNvSpPr>
            <p:nvPr userDrawn="1"/>
          </p:nvSpPr>
          <p:spPr bwMode="auto">
            <a:xfrm>
              <a:off x="7682715" y="2674211"/>
              <a:ext cx="297023" cy="288995"/>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1" name="Freeform 965">
              <a:extLst>
                <a:ext uri="{FF2B5EF4-FFF2-40B4-BE49-F238E27FC236}">
                  <a16:creationId xmlns:a16="http://schemas.microsoft.com/office/drawing/2014/main" id="{90C6FBB2-C48F-4CFB-B6EB-7AACD0E89C1A}"/>
                </a:ext>
              </a:extLst>
            </p:cNvPr>
            <p:cNvSpPr>
              <a:spLocks noEditPoints="1"/>
            </p:cNvSpPr>
            <p:nvPr userDrawn="1"/>
          </p:nvSpPr>
          <p:spPr bwMode="auto">
            <a:xfrm>
              <a:off x="8633992" y="2702307"/>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2" name="Freeform 966">
              <a:extLst>
                <a:ext uri="{FF2B5EF4-FFF2-40B4-BE49-F238E27FC236}">
                  <a16:creationId xmlns:a16="http://schemas.microsoft.com/office/drawing/2014/main" id="{B76A5DC5-2708-45CA-8F37-13030FED09B8}"/>
                </a:ext>
              </a:extLst>
            </p:cNvPr>
            <p:cNvSpPr>
              <a:spLocks noEditPoints="1"/>
            </p:cNvSpPr>
            <p:nvPr userDrawn="1"/>
          </p:nvSpPr>
          <p:spPr bwMode="auto">
            <a:xfrm>
              <a:off x="8987208" y="2054075"/>
              <a:ext cx="194671" cy="184636"/>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3" name="Freeform 967">
              <a:extLst>
                <a:ext uri="{FF2B5EF4-FFF2-40B4-BE49-F238E27FC236}">
                  <a16:creationId xmlns:a16="http://schemas.microsoft.com/office/drawing/2014/main" id="{3F6D77FA-A0EA-49B9-85BD-F19B57E710A2}"/>
                </a:ext>
              </a:extLst>
            </p:cNvPr>
            <p:cNvSpPr>
              <a:spLocks noEditPoints="1"/>
            </p:cNvSpPr>
            <p:nvPr userDrawn="1"/>
          </p:nvSpPr>
          <p:spPr bwMode="auto">
            <a:xfrm>
              <a:off x="8545688" y="3549225"/>
              <a:ext cx="126436" cy="120415"/>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4" name="Freeform 968">
              <a:extLst>
                <a:ext uri="{FF2B5EF4-FFF2-40B4-BE49-F238E27FC236}">
                  <a16:creationId xmlns:a16="http://schemas.microsoft.com/office/drawing/2014/main" id="{2EF4531F-EDCC-4FF3-8CEF-6B7CE69AB818}"/>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close/>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5" name="Freeform 969">
              <a:extLst>
                <a:ext uri="{FF2B5EF4-FFF2-40B4-BE49-F238E27FC236}">
                  <a16:creationId xmlns:a16="http://schemas.microsoft.com/office/drawing/2014/main" id="{9712D346-9621-4FEA-8D4E-C5B42C4F75AF}"/>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6" name="Freeform 970">
              <a:extLst>
                <a:ext uri="{FF2B5EF4-FFF2-40B4-BE49-F238E27FC236}">
                  <a16:creationId xmlns:a16="http://schemas.microsoft.com/office/drawing/2014/main" id="{EBD7CB72-B3D5-4BD8-B11B-FD6B895E195C}"/>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7" name="Freeform 971">
              <a:extLst>
                <a:ext uri="{FF2B5EF4-FFF2-40B4-BE49-F238E27FC236}">
                  <a16:creationId xmlns:a16="http://schemas.microsoft.com/office/drawing/2014/main" id="{A14E060A-E12E-402F-BB7A-2ACA70B7AD67}"/>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8" name="Freeform 972">
              <a:extLst>
                <a:ext uri="{FF2B5EF4-FFF2-40B4-BE49-F238E27FC236}">
                  <a16:creationId xmlns:a16="http://schemas.microsoft.com/office/drawing/2014/main" id="{9C8A103C-85B8-4ECE-99EA-E7EF313F93E1}"/>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close/>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9" name="Freeform 973">
              <a:extLst>
                <a:ext uri="{FF2B5EF4-FFF2-40B4-BE49-F238E27FC236}">
                  <a16:creationId xmlns:a16="http://schemas.microsoft.com/office/drawing/2014/main" id="{6A598C3E-5D89-45CD-B32A-8433F2B9B06B}"/>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0" name="Freeform 974">
              <a:extLst>
                <a:ext uri="{FF2B5EF4-FFF2-40B4-BE49-F238E27FC236}">
                  <a16:creationId xmlns:a16="http://schemas.microsoft.com/office/drawing/2014/main" id="{7A85C200-C40A-4174-B001-0C3652190361}"/>
                </a:ext>
              </a:extLst>
            </p:cNvPr>
            <p:cNvSpPr>
              <a:spLocks noEditPoints="1"/>
            </p:cNvSpPr>
            <p:nvPr userDrawn="1"/>
          </p:nvSpPr>
          <p:spPr bwMode="auto">
            <a:xfrm>
              <a:off x="6695314" y="2660163"/>
              <a:ext cx="329134" cy="321106"/>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1" name="Freeform 975">
              <a:extLst>
                <a:ext uri="{FF2B5EF4-FFF2-40B4-BE49-F238E27FC236}">
                  <a16:creationId xmlns:a16="http://schemas.microsoft.com/office/drawing/2014/main" id="{493B7075-8ECD-49DD-9437-D6AAD896526A}"/>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close/>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2" name="Freeform 976">
              <a:extLst>
                <a:ext uri="{FF2B5EF4-FFF2-40B4-BE49-F238E27FC236}">
                  <a16:creationId xmlns:a16="http://schemas.microsoft.com/office/drawing/2014/main" id="{299CFC29-BA09-49AD-838B-84783246F6FD}"/>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3" name="Freeform 977">
              <a:extLst>
                <a:ext uri="{FF2B5EF4-FFF2-40B4-BE49-F238E27FC236}">
                  <a16:creationId xmlns:a16="http://schemas.microsoft.com/office/drawing/2014/main" id="{1BCA119E-5745-4846-B30B-B204B7524C64}"/>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close/>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4" name="Freeform 978">
              <a:extLst>
                <a:ext uri="{FF2B5EF4-FFF2-40B4-BE49-F238E27FC236}">
                  <a16:creationId xmlns:a16="http://schemas.microsoft.com/office/drawing/2014/main" id="{E80F9A85-AD32-4E02-B5A4-43E5E18B9EC6}"/>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5" name="Freeform 979">
              <a:extLst>
                <a:ext uri="{FF2B5EF4-FFF2-40B4-BE49-F238E27FC236}">
                  <a16:creationId xmlns:a16="http://schemas.microsoft.com/office/drawing/2014/main" id="{00BBC3AE-38D4-4792-A3B1-D76F3977E2A4}"/>
                </a:ext>
              </a:extLst>
            </p:cNvPr>
            <p:cNvSpPr>
              <a:spLocks noEditPoints="1"/>
            </p:cNvSpPr>
            <p:nvPr userDrawn="1"/>
          </p:nvSpPr>
          <p:spPr bwMode="auto">
            <a:xfrm>
              <a:off x="6910054" y="2327015"/>
              <a:ext cx="118408" cy="116401"/>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6" name="Freeform 980">
              <a:extLst>
                <a:ext uri="{FF2B5EF4-FFF2-40B4-BE49-F238E27FC236}">
                  <a16:creationId xmlns:a16="http://schemas.microsoft.com/office/drawing/2014/main" id="{4BAF1B5D-8F60-4AB0-9060-DD2DA7CEFB3A}"/>
                </a:ext>
              </a:extLst>
            </p:cNvPr>
            <p:cNvSpPr>
              <a:spLocks noEditPoints="1"/>
            </p:cNvSpPr>
            <p:nvPr userDrawn="1"/>
          </p:nvSpPr>
          <p:spPr bwMode="auto">
            <a:xfrm>
              <a:off x="6974275" y="2439402"/>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7" name="Freeform 981">
              <a:extLst>
                <a:ext uri="{FF2B5EF4-FFF2-40B4-BE49-F238E27FC236}">
                  <a16:creationId xmlns:a16="http://schemas.microsoft.com/office/drawing/2014/main" id="{F1B6FF6C-4869-415E-A06E-337C7DC2BD5C}"/>
                </a:ext>
              </a:extLst>
            </p:cNvPr>
            <p:cNvSpPr>
              <a:spLocks/>
            </p:cNvSpPr>
            <p:nvPr userDrawn="1"/>
          </p:nvSpPr>
          <p:spPr bwMode="auto">
            <a:xfrm>
              <a:off x="6980296" y="2439402"/>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8" name="Freeform 982">
              <a:extLst>
                <a:ext uri="{FF2B5EF4-FFF2-40B4-BE49-F238E27FC236}">
                  <a16:creationId xmlns:a16="http://schemas.microsoft.com/office/drawing/2014/main" id="{195DBBA6-095C-422E-B03F-67C88F7D4D0D}"/>
                </a:ext>
              </a:extLst>
            </p:cNvPr>
            <p:cNvSpPr>
              <a:spLocks/>
            </p:cNvSpPr>
            <p:nvPr userDrawn="1"/>
          </p:nvSpPr>
          <p:spPr bwMode="auto">
            <a:xfrm>
              <a:off x="6986317" y="2463485"/>
              <a:ext cx="20069" cy="22077"/>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9" name="Freeform 983">
              <a:extLst>
                <a:ext uri="{FF2B5EF4-FFF2-40B4-BE49-F238E27FC236}">
                  <a16:creationId xmlns:a16="http://schemas.microsoft.com/office/drawing/2014/main" id="{77A73EAF-9620-440E-BB72-4223A3E4BCDC}"/>
                </a:ext>
              </a:extLst>
            </p:cNvPr>
            <p:cNvSpPr>
              <a:spLocks/>
            </p:cNvSpPr>
            <p:nvPr userDrawn="1"/>
          </p:nvSpPr>
          <p:spPr bwMode="auto">
            <a:xfrm>
              <a:off x="6988323" y="2463485"/>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0" name="Freeform 984">
              <a:extLst>
                <a:ext uri="{FF2B5EF4-FFF2-40B4-BE49-F238E27FC236}">
                  <a16:creationId xmlns:a16="http://schemas.microsoft.com/office/drawing/2014/main" id="{9F2ABD32-363A-4B0C-9497-DD7B62965BE0}"/>
                </a:ext>
              </a:extLst>
            </p:cNvPr>
            <p:cNvSpPr>
              <a:spLocks noEditPoints="1"/>
            </p:cNvSpPr>
            <p:nvPr userDrawn="1"/>
          </p:nvSpPr>
          <p:spPr bwMode="auto">
            <a:xfrm>
              <a:off x="7004378" y="2473519"/>
              <a:ext cx="18063" cy="20069"/>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1" name="Freeform 985">
              <a:extLst>
                <a:ext uri="{FF2B5EF4-FFF2-40B4-BE49-F238E27FC236}">
                  <a16:creationId xmlns:a16="http://schemas.microsoft.com/office/drawing/2014/main" id="{3B5B4143-7F54-4B1C-AF29-92F83539D923}"/>
                </a:ext>
              </a:extLst>
            </p:cNvPr>
            <p:cNvSpPr>
              <a:spLocks/>
            </p:cNvSpPr>
            <p:nvPr userDrawn="1"/>
          </p:nvSpPr>
          <p:spPr bwMode="auto">
            <a:xfrm>
              <a:off x="7004378" y="2477533"/>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2" name="Freeform 986">
              <a:extLst>
                <a:ext uri="{FF2B5EF4-FFF2-40B4-BE49-F238E27FC236}">
                  <a16:creationId xmlns:a16="http://schemas.microsoft.com/office/drawing/2014/main" id="{BAE9B2AE-E163-41AD-86B9-8B1EC5EECBF6}"/>
                </a:ext>
              </a:extLst>
            </p:cNvPr>
            <p:cNvSpPr>
              <a:spLocks noEditPoints="1"/>
            </p:cNvSpPr>
            <p:nvPr userDrawn="1"/>
          </p:nvSpPr>
          <p:spPr bwMode="auto">
            <a:xfrm>
              <a:off x="8609909" y="3282306"/>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3" name="Freeform 987">
              <a:extLst>
                <a:ext uri="{FF2B5EF4-FFF2-40B4-BE49-F238E27FC236}">
                  <a16:creationId xmlns:a16="http://schemas.microsoft.com/office/drawing/2014/main" id="{79BC7966-74A5-4A23-ACDD-B4E4828456C2}"/>
                </a:ext>
              </a:extLst>
            </p:cNvPr>
            <p:cNvSpPr>
              <a:spLocks noEditPoints="1"/>
            </p:cNvSpPr>
            <p:nvPr userDrawn="1"/>
          </p:nvSpPr>
          <p:spPr bwMode="auto">
            <a:xfrm>
              <a:off x="8605895" y="3378638"/>
              <a:ext cx="30104" cy="26090"/>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0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4" name="Freeform 988">
              <a:extLst>
                <a:ext uri="{FF2B5EF4-FFF2-40B4-BE49-F238E27FC236}">
                  <a16:creationId xmlns:a16="http://schemas.microsoft.com/office/drawing/2014/main" id="{FF2AFEAC-C5CC-4659-B028-CA86E9B7FC45}"/>
                </a:ext>
              </a:extLst>
            </p:cNvPr>
            <p:cNvSpPr>
              <a:spLocks/>
            </p:cNvSpPr>
            <p:nvPr userDrawn="1"/>
          </p:nvSpPr>
          <p:spPr bwMode="auto">
            <a:xfrm>
              <a:off x="8625964" y="3378638"/>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5" name="Freeform 989">
              <a:extLst>
                <a:ext uri="{FF2B5EF4-FFF2-40B4-BE49-F238E27FC236}">
                  <a16:creationId xmlns:a16="http://schemas.microsoft.com/office/drawing/2014/main" id="{F138D1D0-78D0-4464-A6D5-BBE104C2CCE8}"/>
                </a:ext>
              </a:extLst>
            </p:cNvPr>
            <p:cNvSpPr>
              <a:spLocks noEditPoints="1"/>
            </p:cNvSpPr>
            <p:nvPr userDrawn="1"/>
          </p:nvSpPr>
          <p:spPr bwMode="auto">
            <a:xfrm>
              <a:off x="8593854" y="3398707"/>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6" name="Freeform 990">
              <a:extLst>
                <a:ext uri="{FF2B5EF4-FFF2-40B4-BE49-F238E27FC236}">
                  <a16:creationId xmlns:a16="http://schemas.microsoft.com/office/drawing/2014/main" id="{E1791179-95BF-4AD6-B9C4-8D8BA59070D2}"/>
                </a:ext>
              </a:extLst>
            </p:cNvPr>
            <p:cNvSpPr>
              <a:spLocks/>
            </p:cNvSpPr>
            <p:nvPr userDrawn="1"/>
          </p:nvSpPr>
          <p:spPr bwMode="auto">
            <a:xfrm>
              <a:off x="8607903" y="3398707"/>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0"/>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7" name="Freeform 991">
              <a:extLst>
                <a:ext uri="{FF2B5EF4-FFF2-40B4-BE49-F238E27FC236}">
                  <a16:creationId xmlns:a16="http://schemas.microsoft.com/office/drawing/2014/main" id="{CA9EAFA5-5678-4663-BE55-F15F727FAB09}"/>
                </a:ext>
              </a:extLst>
            </p:cNvPr>
            <p:cNvSpPr>
              <a:spLocks noEditPoints="1"/>
            </p:cNvSpPr>
            <p:nvPr userDrawn="1"/>
          </p:nvSpPr>
          <p:spPr bwMode="auto">
            <a:xfrm>
              <a:off x="8595861" y="3418776"/>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8" name="Freeform 992">
              <a:extLst>
                <a:ext uri="{FF2B5EF4-FFF2-40B4-BE49-F238E27FC236}">
                  <a16:creationId xmlns:a16="http://schemas.microsoft.com/office/drawing/2014/main" id="{8C8CA0C1-9BFA-4B1A-B23F-9CE91F879191}"/>
                </a:ext>
              </a:extLst>
            </p:cNvPr>
            <p:cNvSpPr>
              <a:spLocks/>
            </p:cNvSpPr>
            <p:nvPr userDrawn="1"/>
          </p:nvSpPr>
          <p:spPr bwMode="auto">
            <a:xfrm>
              <a:off x="8601881" y="3418776"/>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9" name="Freeform 993">
              <a:extLst>
                <a:ext uri="{FF2B5EF4-FFF2-40B4-BE49-F238E27FC236}">
                  <a16:creationId xmlns:a16="http://schemas.microsoft.com/office/drawing/2014/main" id="{0A30BAB3-5F32-443D-859C-5BD13CA9A737}"/>
                </a:ext>
              </a:extLst>
            </p:cNvPr>
            <p:cNvSpPr>
              <a:spLocks noEditPoints="1"/>
            </p:cNvSpPr>
            <p:nvPr userDrawn="1"/>
          </p:nvSpPr>
          <p:spPr bwMode="auto">
            <a:xfrm>
              <a:off x="8804580"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0" name="Freeform 994">
              <a:extLst>
                <a:ext uri="{FF2B5EF4-FFF2-40B4-BE49-F238E27FC236}">
                  <a16:creationId xmlns:a16="http://schemas.microsoft.com/office/drawing/2014/main" id="{EB459B70-E5CD-473C-B606-01F8843D7809}"/>
                </a:ext>
              </a:extLst>
            </p:cNvPr>
            <p:cNvSpPr>
              <a:spLocks noEditPoints="1"/>
            </p:cNvSpPr>
            <p:nvPr userDrawn="1"/>
          </p:nvSpPr>
          <p:spPr bwMode="auto">
            <a:xfrm>
              <a:off x="8800566" y="3163897"/>
              <a:ext cx="42146" cy="40138"/>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1" name="Freeform 995">
              <a:extLst>
                <a:ext uri="{FF2B5EF4-FFF2-40B4-BE49-F238E27FC236}">
                  <a16:creationId xmlns:a16="http://schemas.microsoft.com/office/drawing/2014/main" id="{8B3C0B14-5E3A-4293-B777-E7298B9B0037}"/>
                </a:ext>
              </a:extLst>
            </p:cNvPr>
            <p:cNvSpPr>
              <a:spLocks noEditPoints="1"/>
            </p:cNvSpPr>
            <p:nvPr userDrawn="1"/>
          </p:nvSpPr>
          <p:spPr bwMode="auto">
            <a:xfrm>
              <a:off x="8778490" y="3198016"/>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2" name="Freeform 996">
              <a:extLst>
                <a:ext uri="{FF2B5EF4-FFF2-40B4-BE49-F238E27FC236}">
                  <a16:creationId xmlns:a16="http://schemas.microsoft.com/office/drawing/2014/main" id="{BA5A1716-94EB-453E-9E7E-8A2088E9F619}"/>
                </a:ext>
              </a:extLst>
            </p:cNvPr>
            <p:cNvSpPr>
              <a:spLocks noEditPoints="1"/>
            </p:cNvSpPr>
            <p:nvPr userDrawn="1"/>
          </p:nvSpPr>
          <p:spPr bwMode="auto">
            <a:xfrm>
              <a:off x="8780497" y="3234140"/>
              <a:ext cx="30104" cy="30104"/>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3" name="Freeform 997">
              <a:extLst>
                <a:ext uri="{FF2B5EF4-FFF2-40B4-BE49-F238E27FC236}">
                  <a16:creationId xmlns:a16="http://schemas.microsoft.com/office/drawing/2014/main" id="{207B74F2-2E70-46AA-8B16-4F7E8F48ACBD}"/>
                </a:ext>
              </a:extLst>
            </p:cNvPr>
            <p:cNvSpPr>
              <a:spLocks noEditPoints="1"/>
            </p:cNvSpPr>
            <p:nvPr userDrawn="1"/>
          </p:nvSpPr>
          <p:spPr bwMode="auto">
            <a:xfrm>
              <a:off x="8407211" y="1841342"/>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4" name="Freeform 998">
              <a:extLst>
                <a:ext uri="{FF2B5EF4-FFF2-40B4-BE49-F238E27FC236}">
                  <a16:creationId xmlns:a16="http://schemas.microsoft.com/office/drawing/2014/main" id="{0B2A053B-79B9-4091-B975-EB84924FC028}"/>
                </a:ext>
              </a:extLst>
            </p:cNvPr>
            <p:cNvSpPr>
              <a:spLocks noEditPoints="1"/>
            </p:cNvSpPr>
            <p:nvPr userDrawn="1"/>
          </p:nvSpPr>
          <p:spPr bwMode="auto">
            <a:xfrm>
              <a:off x="8405204" y="1937674"/>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5" name="Freeform 999">
              <a:extLst>
                <a:ext uri="{FF2B5EF4-FFF2-40B4-BE49-F238E27FC236}">
                  <a16:creationId xmlns:a16="http://schemas.microsoft.com/office/drawing/2014/main" id="{7F3C3553-1B4F-4D0D-90B8-70CA54BE1F9C}"/>
                </a:ext>
              </a:extLst>
            </p:cNvPr>
            <p:cNvSpPr>
              <a:spLocks/>
            </p:cNvSpPr>
            <p:nvPr userDrawn="1"/>
          </p:nvSpPr>
          <p:spPr bwMode="auto">
            <a:xfrm>
              <a:off x="8425273" y="1937674"/>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6" name="Freeform 1000">
              <a:extLst>
                <a:ext uri="{FF2B5EF4-FFF2-40B4-BE49-F238E27FC236}">
                  <a16:creationId xmlns:a16="http://schemas.microsoft.com/office/drawing/2014/main" id="{9C7F3A33-78BF-4C84-84D0-C153CCC42D2A}"/>
                </a:ext>
              </a:extLst>
            </p:cNvPr>
            <p:cNvSpPr>
              <a:spLocks noEditPoints="1"/>
            </p:cNvSpPr>
            <p:nvPr userDrawn="1"/>
          </p:nvSpPr>
          <p:spPr bwMode="auto">
            <a:xfrm>
              <a:off x="8393162" y="1957743"/>
              <a:ext cx="20069" cy="22077"/>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7" name="Freeform 1001">
              <a:extLst>
                <a:ext uri="{FF2B5EF4-FFF2-40B4-BE49-F238E27FC236}">
                  <a16:creationId xmlns:a16="http://schemas.microsoft.com/office/drawing/2014/main" id="{5D98A208-68F4-48A1-B9BC-F2D7878995DA}"/>
                </a:ext>
              </a:extLst>
            </p:cNvPr>
            <p:cNvSpPr>
              <a:spLocks/>
            </p:cNvSpPr>
            <p:nvPr userDrawn="1"/>
          </p:nvSpPr>
          <p:spPr bwMode="auto">
            <a:xfrm>
              <a:off x="8407211" y="1957743"/>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8" name="Freeform 1002">
              <a:extLst>
                <a:ext uri="{FF2B5EF4-FFF2-40B4-BE49-F238E27FC236}">
                  <a16:creationId xmlns:a16="http://schemas.microsoft.com/office/drawing/2014/main" id="{D70F65A2-74DD-4C9D-8D16-DE67CFB57711}"/>
                </a:ext>
              </a:extLst>
            </p:cNvPr>
            <p:cNvSpPr>
              <a:spLocks noEditPoints="1"/>
            </p:cNvSpPr>
            <p:nvPr userDrawn="1"/>
          </p:nvSpPr>
          <p:spPr bwMode="auto">
            <a:xfrm>
              <a:off x="8395170" y="1979819"/>
              <a:ext cx="18063" cy="18063"/>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9" name="Freeform 1003">
              <a:extLst>
                <a:ext uri="{FF2B5EF4-FFF2-40B4-BE49-F238E27FC236}">
                  <a16:creationId xmlns:a16="http://schemas.microsoft.com/office/drawing/2014/main" id="{7CD03714-01BE-4D5B-9319-FF9D630D1586}"/>
                </a:ext>
              </a:extLst>
            </p:cNvPr>
            <p:cNvSpPr>
              <a:spLocks/>
            </p:cNvSpPr>
            <p:nvPr userDrawn="1"/>
          </p:nvSpPr>
          <p:spPr bwMode="auto">
            <a:xfrm>
              <a:off x="8401190" y="1979819"/>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0" name="Freeform 1004">
              <a:extLst>
                <a:ext uri="{FF2B5EF4-FFF2-40B4-BE49-F238E27FC236}">
                  <a16:creationId xmlns:a16="http://schemas.microsoft.com/office/drawing/2014/main" id="{8CD7717A-55A3-4781-B527-E2CBCC46BB5D}"/>
                </a:ext>
              </a:extLst>
            </p:cNvPr>
            <p:cNvSpPr>
              <a:spLocks noEditPoints="1"/>
            </p:cNvSpPr>
            <p:nvPr userDrawn="1"/>
          </p:nvSpPr>
          <p:spPr bwMode="auto">
            <a:xfrm>
              <a:off x="7785068" y="2214628"/>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1" name="Freeform 1005">
              <a:extLst>
                <a:ext uri="{FF2B5EF4-FFF2-40B4-BE49-F238E27FC236}">
                  <a16:creationId xmlns:a16="http://schemas.microsoft.com/office/drawing/2014/main" id="{B0B2D34B-7AB5-4509-91AE-7CA80705631B}"/>
                </a:ext>
              </a:extLst>
            </p:cNvPr>
            <p:cNvSpPr>
              <a:spLocks noEditPoints="1"/>
            </p:cNvSpPr>
            <p:nvPr userDrawn="1"/>
          </p:nvSpPr>
          <p:spPr bwMode="auto">
            <a:xfrm>
              <a:off x="7877386"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3"/>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2" name="Freeform 1006">
              <a:extLst>
                <a:ext uri="{FF2B5EF4-FFF2-40B4-BE49-F238E27FC236}">
                  <a16:creationId xmlns:a16="http://schemas.microsoft.com/office/drawing/2014/main" id="{DFDAD0D1-B096-4CC1-AA09-49F0B012C73F}"/>
                </a:ext>
              </a:extLst>
            </p:cNvPr>
            <p:cNvSpPr>
              <a:spLocks/>
            </p:cNvSpPr>
            <p:nvPr userDrawn="1"/>
          </p:nvSpPr>
          <p:spPr bwMode="auto">
            <a:xfrm>
              <a:off x="7891434" y="2411306"/>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3" name="Freeform 1007">
              <a:extLst>
                <a:ext uri="{FF2B5EF4-FFF2-40B4-BE49-F238E27FC236}">
                  <a16:creationId xmlns:a16="http://schemas.microsoft.com/office/drawing/2014/main" id="{C8252ED7-2784-49ED-B9A3-895E93305C89}"/>
                </a:ext>
              </a:extLst>
            </p:cNvPr>
            <p:cNvSpPr>
              <a:spLocks noEditPoints="1"/>
            </p:cNvSpPr>
            <p:nvPr userDrawn="1"/>
          </p:nvSpPr>
          <p:spPr bwMode="auto">
            <a:xfrm>
              <a:off x="7919531" y="242535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4" name="Freeform 1008">
              <a:extLst>
                <a:ext uri="{FF2B5EF4-FFF2-40B4-BE49-F238E27FC236}">
                  <a16:creationId xmlns:a16="http://schemas.microsoft.com/office/drawing/2014/main" id="{49FA9FA5-3FD8-4B18-B2B2-FF824915FA64}"/>
                </a:ext>
              </a:extLst>
            </p:cNvPr>
            <p:cNvSpPr>
              <a:spLocks noEditPoints="1"/>
            </p:cNvSpPr>
            <p:nvPr userDrawn="1"/>
          </p:nvSpPr>
          <p:spPr bwMode="auto">
            <a:xfrm>
              <a:off x="8003821" y="3641543"/>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2" name="Group 1210">
              <a:extLst>
                <a:ext uri="{FF2B5EF4-FFF2-40B4-BE49-F238E27FC236}">
                  <a16:creationId xmlns:a16="http://schemas.microsoft.com/office/drawing/2014/main" id="{6F2E80A6-8325-43FD-9C9E-ED2F3029B10F}"/>
                </a:ext>
              </a:extLst>
            </p:cNvPr>
            <p:cNvGrpSpPr>
              <a:grpSpLocks/>
            </p:cNvGrpSpPr>
            <p:nvPr userDrawn="1"/>
          </p:nvGrpSpPr>
          <p:grpSpPr bwMode="auto">
            <a:xfrm>
              <a:off x="-200439" y="1606533"/>
              <a:ext cx="9544878" cy="4461368"/>
              <a:chOff x="-4945" y="1004"/>
              <a:chExt cx="4756" cy="2223"/>
            </a:xfrm>
            <a:grpFill/>
          </p:grpSpPr>
          <p:sp>
            <p:nvSpPr>
              <p:cNvPr id="545" name="Freeform 1010">
                <a:extLst>
                  <a:ext uri="{FF2B5EF4-FFF2-40B4-BE49-F238E27FC236}">
                    <a16:creationId xmlns:a16="http://schemas.microsoft.com/office/drawing/2014/main" id="{57EA2734-C88F-4494-9878-A38387035492}"/>
                  </a:ext>
                </a:extLst>
              </p:cNvPr>
              <p:cNvSpPr>
                <a:spLocks noEditPoints="1"/>
              </p:cNvSpPr>
              <p:nvPr userDrawn="1"/>
            </p:nvSpPr>
            <p:spPr bwMode="auto">
              <a:xfrm>
                <a:off x="-806" y="2108"/>
                <a:ext cx="20" cy="20"/>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6" name="Freeform 1011">
                <a:extLst>
                  <a:ext uri="{FF2B5EF4-FFF2-40B4-BE49-F238E27FC236}">
                    <a16:creationId xmlns:a16="http://schemas.microsoft.com/office/drawing/2014/main" id="{EC76306F-28D4-4523-B299-4D7D2346F2A4}"/>
                  </a:ext>
                </a:extLst>
              </p:cNvPr>
              <p:cNvSpPr>
                <a:spLocks/>
              </p:cNvSpPr>
              <p:nvPr userDrawn="1"/>
            </p:nvSpPr>
            <p:spPr bwMode="auto">
              <a:xfrm>
                <a:off x="-798" y="2128"/>
                <a:ext cx="15" cy="15"/>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7" name="Freeform 1012">
                <a:extLst>
                  <a:ext uri="{FF2B5EF4-FFF2-40B4-BE49-F238E27FC236}">
                    <a16:creationId xmlns:a16="http://schemas.microsoft.com/office/drawing/2014/main" id="{236DA6B6-8436-458F-8096-0FE0298B19E9}"/>
                  </a:ext>
                </a:extLst>
              </p:cNvPr>
              <p:cNvSpPr>
                <a:spLocks noEditPoints="1"/>
              </p:cNvSpPr>
              <p:nvPr userDrawn="1"/>
            </p:nvSpPr>
            <p:spPr bwMode="auto">
              <a:xfrm>
                <a:off x="-782" y="2137"/>
                <a:ext cx="12" cy="12"/>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8" name="Freeform 1013">
                <a:extLst>
                  <a:ext uri="{FF2B5EF4-FFF2-40B4-BE49-F238E27FC236}">
                    <a16:creationId xmlns:a16="http://schemas.microsoft.com/office/drawing/2014/main" id="{CB6B5530-8C12-4827-9718-36783A532799}"/>
                  </a:ext>
                </a:extLst>
              </p:cNvPr>
              <p:cNvSpPr>
                <a:spLocks noEditPoints="1"/>
              </p:cNvSpPr>
              <p:nvPr userDrawn="1"/>
            </p:nvSpPr>
            <p:spPr bwMode="auto">
              <a:xfrm>
                <a:off x="-878" y="1617"/>
                <a:ext cx="84" cy="81"/>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9" name="Freeform 1014">
                <a:extLst>
                  <a:ext uri="{FF2B5EF4-FFF2-40B4-BE49-F238E27FC236}">
                    <a16:creationId xmlns:a16="http://schemas.microsoft.com/office/drawing/2014/main" id="{1B97B189-B92F-4294-9B42-5C5D6B9ADF18}"/>
                  </a:ext>
                </a:extLst>
              </p:cNvPr>
              <p:cNvSpPr>
                <a:spLocks/>
              </p:cNvSpPr>
              <p:nvPr userDrawn="1"/>
            </p:nvSpPr>
            <p:spPr bwMode="auto">
              <a:xfrm>
                <a:off x="-830" y="1697"/>
                <a:ext cx="18" cy="18"/>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0" name="Freeform 1015">
                <a:extLst>
                  <a:ext uri="{FF2B5EF4-FFF2-40B4-BE49-F238E27FC236}">
                    <a16:creationId xmlns:a16="http://schemas.microsoft.com/office/drawing/2014/main" id="{E7844405-9680-4922-9341-4E82B1FF9CF0}"/>
                  </a:ext>
                </a:extLst>
              </p:cNvPr>
              <p:cNvSpPr>
                <a:spLocks/>
              </p:cNvSpPr>
              <p:nvPr userDrawn="1"/>
            </p:nvSpPr>
            <p:spPr bwMode="auto">
              <a:xfrm>
                <a:off x="-824" y="1715"/>
                <a:ext cx="14" cy="13"/>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1" name="Freeform 1016">
                <a:extLst>
                  <a:ext uri="{FF2B5EF4-FFF2-40B4-BE49-F238E27FC236}">
                    <a16:creationId xmlns:a16="http://schemas.microsoft.com/office/drawing/2014/main" id="{591CB553-84A3-41FD-8FFA-FFB37D3D3C3E}"/>
                  </a:ext>
                </a:extLst>
              </p:cNvPr>
              <p:cNvSpPr>
                <a:spLocks noEditPoints="1"/>
              </p:cNvSpPr>
              <p:nvPr userDrawn="1"/>
            </p:nvSpPr>
            <p:spPr bwMode="auto">
              <a:xfrm>
                <a:off x="-810" y="1722"/>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2" name="Freeform 1017">
                <a:extLst>
                  <a:ext uri="{FF2B5EF4-FFF2-40B4-BE49-F238E27FC236}">
                    <a16:creationId xmlns:a16="http://schemas.microsoft.com/office/drawing/2014/main" id="{6CEBD902-3CB6-45EE-A274-E5587F53E25F}"/>
                  </a:ext>
                </a:extLst>
              </p:cNvPr>
              <p:cNvSpPr>
                <a:spLocks noEditPoints="1"/>
              </p:cNvSpPr>
              <p:nvPr userDrawn="1"/>
            </p:nvSpPr>
            <p:spPr bwMode="auto">
              <a:xfrm>
                <a:off x="-1078" y="1725"/>
                <a:ext cx="92" cy="90"/>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3" name="Freeform 1018">
                <a:extLst>
                  <a:ext uri="{FF2B5EF4-FFF2-40B4-BE49-F238E27FC236}">
                    <a16:creationId xmlns:a16="http://schemas.microsoft.com/office/drawing/2014/main" id="{176CA0EA-756B-41C2-A790-23CE850410C8}"/>
                  </a:ext>
                </a:extLst>
              </p:cNvPr>
              <p:cNvSpPr>
                <a:spLocks noEditPoints="1"/>
              </p:cNvSpPr>
              <p:nvPr userDrawn="1"/>
            </p:nvSpPr>
            <p:spPr bwMode="auto">
              <a:xfrm>
                <a:off x="-995" y="1794"/>
                <a:ext cx="19" cy="19"/>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0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4" name="Freeform 1019">
                <a:extLst>
                  <a:ext uri="{FF2B5EF4-FFF2-40B4-BE49-F238E27FC236}">
                    <a16:creationId xmlns:a16="http://schemas.microsoft.com/office/drawing/2014/main" id="{DEDBB2FA-0894-41B9-BBED-032AE2CF1DEE}"/>
                  </a:ext>
                </a:extLst>
              </p:cNvPr>
              <p:cNvSpPr>
                <a:spLocks noEditPoints="1"/>
              </p:cNvSpPr>
              <p:nvPr userDrawn="1"/>
            </p:nvSpPr>
            <p:spPr bwMode="auto">
              <a:xfrm>
                <a:off x="-978" y="1807"/>
                <a:ext cx="15" cy="15"/>
              </a:xfrm>
              <a:custGeom>
                <a:avLst/>
                <a:gdLst>
                  <a:gd name="T0" fmla="*/ 10 w 20"/>
                  <a:gd name="T1" fmla="*/ 14 h 20"/>
                  <a:gd name="T2" fmla="*/ 7 w 20"/>
                  <a:gd name="T3" fmla="*/ 12 h 20"/>
                  <a:gd name="T4" fmla="*/ 6 w 20"/>
                  <a:gd name="T5" fmla="*/ 10 h 20"/>
                  <a:gd name="T6" fmla="*/ 7 w 20"/>
                  <a:gd name="T7" fmla="*/ 7 h 20"/>
                  <a:gd name="T8" fmla="*/ 10 w 20"/>
                  <a:gd name="T9" fmla="*/ 6 h 20"/>
                  <a:gd name="T10" fmla="*/ 13 w 20"/>
                  <a:gd name="T11" fmla="*/ 8 h 20"/>
                  <a:gd name="T12" fmla="*/ 13 w 20"/>
                  <a:gd name="T13" fmla="*/ 8 h 20"/>
                  <a:gd name="T14" fmla="*/ 14 w 20"/>
                  <a:gd name="T15" fmla="*/ 10 h 20"/>
                  <a:gd name="T16" fmla="*/ 12 w 20"/>
                  <a:gd name="T17" fmla="*/ 13 h 20"/>
                  <a:gd name="T18" fmla="*/ 10 w 20"/>
                  <a:gd name="T19" fmla="*/ 14 h 20"/>
                  <a:gd name="T20" fmla="*/ 10 w 20"/>
                  <a:gd name="T21" fmla="*/ 0 h 20"/>
                  <a:gd name="T22" fmla="*/ 10 w 20"/>
                  <a:gd name="T23" fmla="*/ 0 h 20"/>
                  <a:gd name="T24" fmla="*/ 10 w 20"/>
                  <a:gd name="T25" fmla="*/ 0 h 20"/>
                  <a:gd name="T26" fmla="*/ 4 w 20"/>
                  <a:gd name="T27" fmla="*/ 2 h 20"/>
                  <a:gd name="T28" fmla="*/ 0 w 20"/>
                  <a:gd name="T29" fmla="*/ 10 h 20"/>
                  <a:gd name="T30" fmla="*/ 2 w 20"/>
                  <a:gd name="T31" fmla="*/ 16 h 20"/>
                  <a:gd name="T32" fmla="*/ 10 w 20"/>
                  <a:gd name="T33" fmla="*/ 20 h 20"/>
                  <a:gd name="T34" fmla="*/ 10 w 20"/>
                  <a:gd name="T35" fmla="*/ 20 h 20"/>
                  <a:gd name="T36" fmla="*/ 16 w 20"/>
                  <a:gd name="T37" fmla="*/ 18 h 20"/>
                  <a:gd name="T38" fmla="*/ 20 w 20"/>
                  <a:gd name="T39" fmla="*/ 10 h 20"/>
                  <a:gd name="T40" fmla="*/ 18 w 20"/>
                  <a:gd name="T41" fmla="*/ 4 h 20"/>
                  <a:gd name="T42" fmla="*/ 15 w 20"/>
                  <a:gd name="T43" fmla="*/ 6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0" y="14"/>
                    </a:move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cubicBezTo>
                      <a:pt x="13" y="8"/>
                      <a:pt x="13" y="8"/>
                      <a:pt x="13" y="8"/>
                    </a:cubicBezTo>
                    <a:cubicBezTo>
                      <a:pt x="14" y="8"/>
                      <a:pt x="14" y="9"/>
                      <a:pt x="14" y="10"/>
                    </a:cubicBezTo>
                    <a:cubicBezTo>
                      <a:pt x="14" y="11"/>
                      <a:pt x="13" y="12"/>
                      <a:pt x="12" y="13"/>
                    </a:cubicBezTo>
                    <a:cubicBezTo>
                      <a:pt x="11" y="14"/>
                      <a:pt x="11" y="14"/>
                      <a:pt x="10" y="14"/>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5" y="6"/>
                      <a:pt x="15" y="6"/>
                      <a:pt x="15" y="6"/>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5" name="Freeform 1020">
                <a:extLst>
                  <a:ext uri="{FF2B5EF4-FFF2-40B4-BE49-F238E27FC236}">
                    <a16:creationId xmlns:a16="http://schemas.microsoft.com/office/drawing/2014/main" id="{62C393CC-3BA0-4740-82D9-D3FC9F5F9564}"/>
                  </a:ext>
                </a:extLst>
              </p:cNvPr>
              <p:cNvSpPr>
                <a:spLocks noEditPoints="1"/>
              </p:cNvSpPr>
              <p:nvPr userDrawn="1"/>
            </p:nvSpPr>
            <p:spPr bwMode="auto">
              <a:xfrm>
                <a:off x="-962" y="1806"/>
                <a:ext cx="14" cy="13"/>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7 w 18"/>
                  <a:gd name="T19" fmla="*/ 11 h 18"/>
                  <a:gd name="T20" fmla="*/ 6 w 18"/>
                  <a:gd name="T21" fmla="*/ 9 h 18"/>
                  <a:gd name="T22" fmla="*/ 7 w 18"/>
                  <a:gd name="T23" fmla="*/ 7 h 18"/>
                  <a:gd name="T24" fmla="*/ 9 w 18"/>
                  <a:gd name="T25" fmla="*/ 6 h 18"/>
                  <a:gd name="T26" fmla="*/ 11 w 18"/>
                  <a:gd name="T27" fmla="*/ 8 h 18"/>
                  <a:gd name="T28" fmla="*/ 9 w 18"/>
                  <a:gd name="T29" fmla="*/ 0 h 18"/>
                  <a:gd name="T30" fmla="*/ 9 w 18"/>
                  <a:gd name="T31" fmla="*/ 0 h 18"/>
                  <a:gd name="T32" fmla="*/ 9 w 18"/>
                  <a:gd name="T33" fmla="*/ 0 h 18"/>
                  <a:gd name="T34" fmla="*/ 4 w 18"/>
                  <a:gd name="T35" fmla="*/ 2 h 18"/>
                  <a:gd name="T36" fmla="*/ 0 w 18"/>
                  <a:gd name="T37" fmla="*/ 9 h 18"/>
                  <a:gd name="T38" fmla="*/ 2 w 18"/>
                  <a:gd name="T39" fmla="*/ 14 h 18"/>
                  <a:gd name="T40" fmla="*/ 2 w 18"/>
                  <a:gd name="T41" fmla="*/ 14 h 18"/>
                  <a:gd name="T42" fmla="*/ 9 w 18"/>
                  <a:gd name="T43" fmla="*/ 18 h 18"/>
                  <a:gd name="T44" fmla="*/ 9 w 18"/>
                  <a:gd name="T45" fmla="*/ 18 h 18"/>
                  <a:gd name="T46" fmla="*/ 14 w 18"/>
                  <a:gd name="T47" fmla="*/ 16 h 18"/>
                  <a:gd name="T48" fmla="*/ 18 w 18"/>
                  <a:gd name="T49" fmla="*/ 9 h 18"/>
                  <a:gd name="T50" fmla="*/ 16 w 18"/>
                  <a:gd name="T51" fmla="*/ 4 h 18"/>
                  <a:gd name="T52" fmla="*/ 16 w 18"/>
                  <a:gd name="T53" fmla="*/ 4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9" y="0"/>
                      <a:pt x="9" y="0"/>
                      <a:pt x="9" y="0"/>
                    </a:cubicBezTo>
                    <a:cubicBezTo>
                      <a:pt x="7" y="0"/>
                      <a:pt x="5" y="1"/>
                      <a:pt x="4" y="2"/>
                    </a:cubicBezTo>
                    <a:cubicBezTo>
                      <a:pt x="1"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6" name="Freeform 1021">
                <a:extLst>
                  <a:ext uri="{FF2B5EF4-FFF2-40B4-BE49-F238E27FC236}">
                    <a16:creationId xmlns:a16="http://schemas.microsoft.com/office/drawing/2014/main" id="{63E1A128-FDE7-420F-9109-A499518EA341}"/>
                  </a:ext>
                </a:extLst>
              </p:cNvPr>
              <p:cNvSpPr>
                <a:spLocks/>
              </p:cNvSpPr>
              <p:nvPr userDrawn="1"/>
            </p:nvSpPr>
            <p:spPr bwMode="auto">
              <a:xfrm>
                <a:off x="-1739" y="1545"/>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7" name="Freeform 1022">
                <a:extLst>
                  <a:ext uri="{FF2B5EF4-FFF2-40B4-BE49-F238E27FC236}">
                    <a16:creationId xmlns:a16="http://schemas.microsoft.com/office/drawing/2014/main" id="{A4EBA264-F84A-416D-8B21-7D0BD3D6E43E}"/>
                  </a:ext>
                </a:extLst>
              </p:cNvPr>
              <p:cNvSpPr>
                <a:spLocks noEditPoints="1"/>
              </p:cNvSpPr>
              <p:nvPr userDrawn="1"/>
            </p:nvSpPr>
            <p:spPr bwMode="auto">
              <a:xfrm>
                <a:off x="-1713" y="1680"/>
                <a:ext cx="13" cy="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8" name="Freeform 1023">
                <a:extLst>
                  <a:ext uri="{FF2B5EF4-FFF2-40B4-BE49-F238E27FC236}">
                    <a16:creationId xmlns:a16="http://schemas.microsoft.com/office/drawing/2014/main" id="{CCB15C64-4BC7-4464-9BAD-8245B82BDC7E}"/>
                  </a:ext>
                </a:extLst>
              </p:cNvPr>
              <p:cNvSpPr>
                <a:spLocks noEditPoints="1"/>
              </p:cNvSpPr>
              <p:nvPr userDrawn="1"/>
            </p:nvSpPr>
            <p:spPr bwMode="auto">
              <a:xfrm>
                <a:off x="-1594" y="1668"/>
                <a:ext cx="31" cy="30"/>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9" name="Freeform 1024">
                <a:extLst>
                  <a:ext uri="{FF2B5EF4-FFF2-40B4-BE49-F238E27FC236}">
                    <a16:creationId xmlns:a16="http://schemas.microsoft.com/office/drawing/2014/main" id="{D936E848-8543-4B1B-A346-C6E71B36E213}"/>
                  </a:ext>
                </a:extLst>
              </p:cNvPr>
              <p:cNvSpPr>
                <a:spLocks noEditPoints="1"/>
              </p:cNvSpPr>
              <p:nvPr userDrawn="1"/>
            </p:nvSpPr>
            <p:spPr bwMode="auto">
              <a:xfrm>
                <a:off x="-1564" y="1692"/>
                <a:ext cx="23" cy="2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0" name="Freeform 1025">
                <a:extLst>
                  <a:ext uri="{FF2B5EF4-FFF2-40B4-BE49-F238E27FC236}">
                    <a16:creationId xmlns:a16="http://schemas.microsoft.com/office/drawing/2014/main" id="{5BE10011-DDC9-4959-80CF-70277DB7E2EE}"/>
                  </a:ext>
                </a:extLst>
              </p:cNvPr>
              <p:cNvSpPr>
                <a:spLocks noEditPoints="1"/>
              </p:cNvSpPr>
              <p:nvPr userDrawn="1"/>
            </p:nvSpPr>
            <p:spPr bwMode="auto">
              <a:xfrm>
                <a:off x="-1534" y="1689"/>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13 w 26"/>
                  <a:gd name="T25" fmla="*/ 0 h 25"/>
                  <a:gd name="T26" fmla="*/ 5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1" name="Freeform 1026">
                <a:extLst>
                  <a:ext uri="{FF2B5EF4-FFF2-40B4-BE49-F238E27FC236}">
                    <a16:creationId xmlns:a16="http://schemas.microsoft.com/office/drawing/2014/main" id="{78EDE6AB-3899-4399-AD98-81C884C4A038}"/>
                  </a:ext>
                </a:extLst>
              </p:cNvPr>
              <p:cNvSpPr>
                <a:spLocks noEditPoints="1"/>
              </p:cNvSpPr>
              <p:nvPr userDrawn="1"/>
            </p:nvSpPr>
            <p:spPr bwMode="auto">
              <a:xfrm>
                <a:off x="-1136" y="1386"/>
                <a:ext cx="83" cy="77"/>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9 h 103"/>
                  <a:gd name="T14" fmla="*/ 72 w 111"/>
                  <a:gd name="T15" fmla="*/ 7 h 103"/>
                  <a:gd name="T16" fmla="*/ 71 w 111"/>
                  <a:gd name="T17" fmla="*/ 9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2" name="Freeform 1027">
                <a:extLst>
                  <a:ext uri="{FF2B5EF4-FFF2-40B4-BE49-F238E27FC236}">
                    <a16:creationId xmlns:a16="http://schemas.microsoft.com/office/drawing/2014/main" id="{887B91D6-6F41-43DE-86A0-632D807DF6BF}"/>
                  </a:ext>
                </a:extLst>
              </p:cNvPr>
              <p:cNvSpPr>
                <a:spLocks noEditPoints="1"/>
              </p:cNvSpPr>
              <p:nvPr userDrawn="1"/>
            </p:nvSpPr>
            <p:spPr bwMode="auto">
              <a:xfrm>
                <a:off x="-1146" y="1387"/>
                <a:ext cx="18" cy="17"/>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3" name="Freeform 1028">
                <a:extLst>
                  <a:ext uri="{FF2B5EF4-FFF2-40B4-BE49-F238E27FC236}">
                    <a16:creationId xmlns:a16="http://schemas.microsoft.com/office/drawing/2014/main" id="{AC2AE78A-03D7-4316-8A71-AAB0D9A24120}"/>
                  </a:ext>
                </a:extLst>
              </p:cNvPr>
              <p:cNvSpPr>
                <a:spLocks noEditPoints="1"/>
              </p:cNvSpPr>
              <p:nvPr userDrawn="1"/>
            </p:nvSpPr>
            <p:spPr bwMode="auto">
              <a:xfrm>
                <a:off x="-1158" y="1379"/>
                <a:ext cx="14" cy="14"/>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4" name="Freeform 1029">
                <a:extLst>
                  <a:ext uri="{FF2B5EF4-FFF2-40B4-BE49-F238E27FC236}">
                    <a16:creationId xmlns:a16="http://schemas.microsoft.com/office/drawing/2014/main" id="{0332EE41-4A83-4A28-B87E-A2AEA5723017}"/>
                  </a:ext>
                </a:extLst>
              </p:cNvPr>
              <p:cNvSpPr>
                <a:spLocks noEditPoints="1"/>
              </p:cNvSpPr>
              <p:nvPr userDrawn="1"/>
            </p:nvSpPr>
            <p:spPr bwMode="auto">
              <a:xfrm>
                <a:off x="-1160" y="1367"/>
                <a:ext cx="12" cy="12"/>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8 w 16"/>
                  <a:gd name="T33" fmla="*/ 0 h 15"/>
                  <a:gd name="T34" fmla="*/ 4 w 16"/>
                  <a:gd name="T35" fmla="*/ 1 h 15"/>
                  <a:gd name="T36" fmla="*/ 1 w 16"/>
                  <a:gd name="T37" fmla="*/ 5 h 15"/>
                  <a:gd name="T38" fmla="*/ 0 w 16"/>
                  <a:gd name="T39" fmla="*/ 7 h 15"/>
                  <a:gd name="T40" fmla="*/ 6 w 16"/>
                  <a:gd name="T41" fmla="*/ 15 h 15"/>
                  <a:gd name="T42" fmla="*/ 8 w 16"/>
                  <a:gd name="T43" fmla="*/ 15 h 15"/>
                  <a:gd name="T44" fmla="*/ 8 w 16"/>
                  <a:gd name="T45" fmla="*/ 15 h 15"/>
                  <a:gd name="T46" fmla="*/ 13 w 16"/>
                  <a:gd name="T47" fmla="*/ 14 h 15"/>
                  <a:gd name="T48" fmla="*/ 16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5" name="Freeform 1030">
                <a:extLst>
                  <a:ext uri="{FF2B5EF4-FFF2-40B4-BE49-F238E27FC236}">
                    <a16:creationId xmlns:a16="http://schemas.microsoft.com/office/drawing/2014/main" id="{C86450D8-E21B-48DF-8408-248821849FA8}"/>
                  </a:ext>
                </a:extLst>
              </p:cNvPr>
              <p:cNvSpPr>
                <a:spLocks noEditPoints="1"/>
              </p:cNvSpPr>
              <p:nvPr userDrawn="1"/>
            </p:nvSpPr>
            <p:spPr bwMode="auto">
              <a:xfrm>
                <a:off x="-1185" y="1258"/>
                <a:ext cx="76" cy="74"/>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0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6" name="Freeform 1031">
                <a:extLst>
                  <a:ext uri="{FF2B5EF4-FFF2-40B4-BE49-F238E27FC236}">
                    <a16:creationId xmlns:a16="http://schemas.microsoft.com/office/drawing/2014/main" id="{1BC6BC6A-8C23-41DA-A50F-72819F678F8F}"/>
                  </a:ext>
                </a:extLst>
              </p:cNvPr>
              <p:cNvSpPr>
                <a:spLocks noEditPoints="1"/>
              </p:cNvSpPr>
              <p:nvPr userDrawn="1"/>
            </p:nvSpPr>
            <p:spPr bwMode="auto">
              <a:xfrm>
                <a:off x="-1187" y="1321"/>
                <a:ext cx="16" cy="16"/>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7" name="Freeform 1032">
                <a:extLst>
                  <a:ext uri="{FF2B5EF4-FFF2-40B4-BE49-F238E27FC236}">
                    <a16:creationId xmlns:a16="http://schemas.microsoft.com/office/drawing/2014/main" id="{C33720BA-97B5-4584-85F7-769C94AC8E9F}"/>
                  </a:ext>
                </a:extLst>
              </p:cNvPr>
              <p:cNvSpPr>
                <a:spLocks noEditPoints="1"/>
              </p:cNvSpPr>
              <p:nvPr userDrawn="1"/>
            </p:nvSpPr>
            <p:spPr bwMode="auto">
              <a:xfrm>
                <a:off x="-1196" y="1334"/>
                <a:ext cx="13" cy="12"/>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8" name="Freeform 1033">
                <a:extLst>
                  <a:ext uri="{FF2B5EF4-FFF2-40B4-BE49-F238E27FC236}">
                    <a16:creationId xmlns:a16="http://schemas.microsoft.com/office/drawing/2014/main" id="{26F1B593-0BFB-4580-9CC0-D8AE29862DAD}"/>
                  </a:ext>
                </a:extLst>
              </p:cNvPr>
              <p:cNvSpPr>
                <a:spLocks noEditPoints="1"/>
              </p:cNvSpPr>
              <p:nvPr userDrawn="1"/>
            </p:nvSpPr>
            <p:spPr bwMode="auto">
              <a:xfrm>
                <a:off x="-1208" y="1335"/>
                <a:ext cx="11"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7 h 15"/>
                  <a:gd name="T38" fmla="*/ 11 w 15"/>
                  <a:gd name="T39" fmla="*/ 0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9" name="Freeform 1034">
                <a:extLst>
                  <a:ext uri="{FF2B5EF4-FFF2-40B4-BE49-F238E27FC236}">
                    <a16:creationId xmlns:a16="http://schemas.microsoft.com/office/drawing/2014/main" id="{020EBFFA-DE79-4CCA-B184-2AEA72211002}"/>
                  </a:ext>
                </a:extLst>
              </p:cNvPr>
              <p:cNvSpPr>
                <a:spLocks noEditPoints="1"/>
              </p:cNvSpPr>
              <p:nvPr userDrawn="1"/>
            </p:nvSpPr>
            <p:spPr bwMode="auto">
              <a:xfrm>
                <a:off x="-2145" y="1045"/>
                <a:ext cx="76" cy="75"/>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5 h 99"/>
                  <a:gd name="T38" fmla="*/ 50 w 101"/>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0" name="Freeform 1035">
                <a:extLst>
                  <a:ext uri="{FF2B5EF4-FFF2-40B4-BE49-F238E27FC236}">
                    <a16:creationId xmlns:a16="http://schemas.microsoft.com/office/drawing/2014/main" id="{1802490C-CEE5-4405-91F5-392DE31573FE}"/>
                  </a:ext>
                </a:extLst>
              </p:cNvPr>
              <p:cNvSpPr>
                <a:spLocks noEditPoints="1"/>
              </p:cNvSpPr>
              <p:nvPr userDrawn="1"/>
            </p:nvSpPr>
            <p:spPr bwMode="auto">
              <a:xfrm>
                <a:off x="-2147" y="1108"/>
                <a:ext cx="16" cy="17"/>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6"/>
                    </a:cubicBezTo>
                    <a:cubicBezTo>
                      <a:pt x="15" y="7"/>
                      <a:pt x="16" y="9"/>
                      <a:pt x="16" y="11"/>
                    </a:cubicBezTo>
                    <a:cubicBezTo>
                      <a:pt x="16" y="11"/>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1" y="22"/>
                      <a:pt x="11" y="22"/>
                      <a:pt x="11" y="22"/>
                    </a:cubicBezTo>
                    <a:cubicBezTo>
                      <a:pt x="15" y="22"/>
                      <a:pt x="19" y="19"/>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1" name="Freeform 1036">
                <a:extLst>
                  <a:ext uri="{FF2B5EF4-FFF2-40B4-BE49-F238E27FC236}">
                    <a16:creationId xmlns:a16="http://schemas.microsoft.com/office/drawing/2014/main" id="{79171E30-6537-4C26-844A-783167DDC6A2}"/>
                  </a:ext>
                </a:extLst>
              </p:cNvPr>
              <p:cNvSpPr>
                <a:spLocks noEditPoints="1"/>
              </p:cNvSpPr>
              <p:nvPr userDrawn="1"/>
            </p:nvSpPr>
            <p:spPr bwMode="auto">
              <a:xfrm>
                <a:off x="-2156" y="1121"/>
                <a:ext cx="13" cy="1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16 w 17"/>
                  <a:gd name="T35" fmla="*/ 12 h 17"/>
                  <a:gd name="T36" fmla="*/ 17 w 17"/>
                  <a:gd name="T37" fmla="*/ 8 h 17"/>
                  <a:gd name="T38" fmla="*/ 12 w 17"/>
                  <a:gd name="T39" fmla="*/ 1 h 17"/>
                  <a:gd name="T40" fmla="*/ 8 w 17"/>
                  <a:gd name="T41" fmla="*/ 0 h 17"/>
                  <a:gd name="T42" fmla="*/ 8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1"/>
                      <a:pt x="1" y="5"/>
                    </a:cubicBezTo>
                    <a:cubicBezTo>
                      <a:pt x="1" y="5"/>
                      <a:pt x="1" y="5"/>
                      <a:pt x="1" y="5"/>
                    </a:cubicBezTo>
                    <a:cubicBezTo>
                      <a:pt x="0" y="6"/>
                      <a:pt x="0" y="7"/>
                      <a:pt x="0" y="8"/>
                    </a:cubicBezTo>
                    <a:cubicBezTo>
                      <a:pt x="0" y="12"/>
                      <a:pt x="1" y="15"/>
                      <a:pt x="5" y="16"/>
                    </a:cubicBezTo>
                    <a:cubicBezTo>
                      <a:pt x="6" y="17"/>
                      <a:pt x="7" y="17"/>
                      <a:pt x="8" y="17"/>
                    </a:cubicBezTo>
                    <a:cubicBezTo>
                      <a:pt x="12" y="17"/>
                      <a:pt x="15" y="15"/>
                      <a:pt x="16" y="12"/>
                    </a:cubicBezTo>
                    <a:cubicBezTo>
                      <a:pt x="17" y="11"/>
                      <a:pt x="17" y="10"/>
                      <a:pt x="17" y="8"/>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2" name="Freeform 1037">
                <a:extLst>
                  <a:ext uri="{FF2B5EF4-FFF2-40B4-BE49-F238E27FC236}">
                    <a16:creationId xmlns:a16="http://schemas.microsoft.com/office/drawing/2014/main" id="{0ABD9FC9-979F-441F-BEEA-118ACF79490E}"/>
                  </a:ext>
                </a:extLst>
              </p:cNvPr>
              <p:cNvSpPr>
                <a:spLocks noEditPoints="1"/>
              </p:cNvSpPr>
              <p:nvPr userDrawn="1"/>
            </p:nvSpPr>
            <p:spPr bwMode="auto">
              <a:xfrm>
                <a:off x="-2168" y="1122"/>
                <a:ext cx="12" cy="12"/>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15 w 16"/>
                  <a:gd name="T35" fmla="*/ 11 h 16"/>
                  <a:gd name="T36" fmla="*/ 16 w 16"/>
                  <a:gd name="T37" fmla="*/ 8 h 16"/>
                  <a:gd name="T38" fmla="*/ 11 w 16"/>
                  <a:gd name="T39" fmla="*/ 1 h 16"/>
                  <a:gd name="T40" fmla="*/ 8 w 16"/>
                  <a:gd name="T41" fmla="*/ 0 h 16"/>
                  <a:gd name="T42" fmla="*/ 8 w 16"/>
                  <a:gd name="T43" fmla="*/ 0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6"/>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11" y="16"/>
                      <a:pt x="13" y="14"/>
                      <a:pt x="15" y="11"/>
                    </a:cubicBezTo>
                    <a:cubicBezTo>
                      <a:pt x="15" y="10"/>
                      <a:pt x="16" y="9"/>
                      <a:pt x="16" y="8"/>
                    </a:cubicBezTo>
                    <a:cubicBezTo>
                      <a:pt x="16" y="5"/>
                      <a:pt x="14" y="3"/>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3" name="Freeform 1038">
                <a:extLst>
                  <a:ext uri="{FF2B5EF4-FFF2-40B4-BE49-F238E27FC236}">
                    <a16:creationId xmlns:a16="http://schemas.microsoft.com/office/drawing/2014/main" id="{F9C08A67-6357-4D4D-90FA-C342175638EE}"/>
                  </a:ext>
                </a:extLst>
              </p:cNvPr>
              <p:cNvSpPr>
                <a:spLocks noEditPoints="1"/>
              </p:cNvSpPr>
              <p:nvPr userDrawn="1"/>
            </p:nvSpPr>
            <p:spPr bwMode="auto">
              <a:xfrm>
                <a:off x="-941" y="1940"/>
                <a:ext cx="75" cy="74"/>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9"/>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4" name="Freeform 1039">
                <a:extLst>
                  <a:ext uri="{FF2B5EF4-FFF2-40B4-BE49-F238E27FC236}">
                    <a16:creationId xmlns:a16="http://schemas.microsoft.com/office/drawing/2014/main" id="{B9513E0B-90D5-4170-9247-FFF3F95FAF67}"/>
                  </a:ext>
                </a:extLst>
              </p:cNvPr>
              <p:cNvSpPr>
                <a:spLocks noEditPoints="1"/>
              </p:cNvSpPr>
              <p:nvPr userDrawn="1"/>
            </p:nvSpPr>
            <p:spPr bwMode="auto">
              <a:xfrm>
                <a:off x="-944" y="2002"/>
                <a:ext cx="17" cy="17"/>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5" name="Freeform 1040">
                <a:extLst>
                  <a:ext uri="{FF2B5EF4-FFF2-40B4-BE49-F238E27FC236}">
                    <a16:creationId xmlns:a16="http://schemas.microsoft.com/office/drawing/2014/main" id="{398B7C6F-67A2-40D5-B322-068AE110A1BB}"/>
                  </a:ext>
                </a:extLst>
              </p:cNvPr>
              <p:cNvSpPr>
                <a:spLocks noEditPoints="1"/>
              </p:cNvSpPr>
              <p:nvPr userDrawn="1"/>
            </p:nvSpPr>
            <p:spPr bwMode="auto">
              <a:xfrm>
                <a:off x="-953" y="2015"/>
                <a:ext cx="14" cy="13"/>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6" name="Freeform 1041">
                <a:extLst>
                  <a:ext uri="{FF2B5EF4-FFF2-40B4-BE49-F238E27FC236}">
                    <a16:creationId xmlns:a16="http://schemas.microsoft.com/office/drawing/2014/main" id="{811F064B-E9DB-4E9C-B676-825E0A1141BF}"/>
                  </a:ext>
                </a:extLst>
              </p:cNvPr>
              <p:cNvSpPr>
                <a:spLocks noEditPoints="1"/>
              </p:cNvSpPr>
              <p:nvPr userDrawn="1"/>
            </p:nvSpPr>
            <p:spPr bwMode="auto">
              <a:xfrm>
                <a:off x="-965" y="2017"/>
                <a:ext cx="12"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7" name="Freeform 1042">
                <a:extLst>
                  <a:ext uri="{FF2B5EF4-FFF2-40B4-BE49-F238E27FC236}">
                    <a16:creationId xmlns:a16="http://schemas.microsoft.com/office/drawing/2014/main" id="{316F52FC-1F5B-4662-A278-7C0B1D04AEA9}"/>
                  </a:ext>
                </a:extLst>
              </p:cNvPr>
              <p:cNvSpPr>
                <a:spLocks noEditPoints="1"/>
              </p:cNvSpPr>
              <p:nvPr userDrawn="1"/>
            </p:nvSpPr>
            <p:spPr bwMode="auto">
              <a:xfrm>
                <a:off x="-1232" y="2024"/>
                <a:ext cx="75" cy="74"/>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8" name="Freeform 1043">
                <a:extLst>
                  <a:ext uri="{FF2B5EF4-FFF2-40B4-BE49-F238E27FC236}">
                    <a16:creationId xmlns:a16="http://schemas.microsoft.com/office/drawing/2014/main" id="{1C94B771-3EAA-4E0E-8E67-33EDFBB9939C}"/>
                  </a:ext>
                </a:extLst>
              </p:cNvPr>
              <p:cNvSpPr>
                <a:spLocks noEditPoints="1"/>
              </p:cNvSpPr>
              <p:nvPr userDrawn="1"/>
            </p:nvSpPr>
            <p:spPr bwMode="auto">
              <a:xfrm>
                <a:off x="-1235" y="2086"/>
                <a:ext cx="17" cy="17"/>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9" name="Freeform 1044">
                <a:extLst>
                  <a:ext uri="{FF2B5EF4-FFF2-40B4-BE49-F238E27FC236}">
                    <a16:creationId xmlns:a16="http://schemas.microsoft.com/office/drawing/2014/main" id="{D013339B-F7F1-4FF4-9F12-82319E80E844}"/>
                  </a:ext>
                </a:extLst>
              </p:cNvPr>
              <p:cNvSpPr>
                <a:spLocks noEditPoints="1"/>
              </p:cNvSpPr>
              <p:nvPr userDrawn="1"/>
            </p:nvSpPr>
            <p:spPr bwMode="auto">
              <a:xfrm>
                <a:off x="-1243" y="2099"/>
                <a:ext cx="13" cy="13"/>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16 w 17"/>
                  <a:gd name="T35" fmla="*/ 13 h 17"/>
                  <a:gd name="T36" fmla="*/ 17 w 17"/>
                  <a:gd name="T37" fmla="*/ 9 h 17"/>
                  <a:gd name="T38" fmla="*/ 12 w 17"/>
                  <a:gd name="T39" fmla="*/ 1 h 17"/>
                  <a:gd name="T40" fmla="*/ 8 w 17"/>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0" name="Freeform 1045">
                <a:extLst>
                  <a:ext uri="{FF2B5EF4-FFF2-40B4-BE49-F238E27FC236}">
                    <a16:creationId xmlns:a16="http://schemas.microsoft.com/office/drawing/2014/main" id="{72A0720C-40BE-416D-91EC-665AD9B589FF}"/>
                  </a:ext>
                </a:extLst>
              </p:cNvPr>
              <p:cNvSpPr>
                <a:spLocks noEditPoints="1"/>
              </p:cNvSpPr>
              <p:nvPr userDrawn="1"/>
            </p:nvSpPr>
            <p:spPr bwMode="auto">
              <a:xfrm>
                <a:off x="-1256" y="2101"/>
                <a:ext cx="12" cy="11"/>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15 w 16"/>
                  <a:gd name="T37" fmla="*/ 11 h 15"/>
                  <a:gd name="T38" fmla="*/ 16 w 16"/>
                  <a:gd name="T39" fmla="*/ 7 h 15"/>
                  <a:gd name="T40" fmla="*/ 11 w 16"/>
                  <a:gd name="T41" fmla="*/ 1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1" name="Freeform 1046">
                <a:extLst>
                  <a:ext uri="{FF2B5EF4-FFF2-40B4-BE49-F238E27FC236}">
                    <a16:creationId xmlns:a16="http://schemas.microsoft.com/office/drawing/2014/main" id="{A44AA6C7-78A2-4B3F-8BDA-A334BD109CEC}"/>
                  </a:ext>
                </a:extLst>
              </p:cNvPr>
              <p:cNvSpPr>
                <a:spLocks noEditPoints="1"/>
              </p:cNvSpPr>
              <p:nvPr userDrawn="1"/>
            </p:nvSpPr>
            <p:spPr bwMode="auto">
              <a:xfrm>
                <a:off x="-713" y="1814"/>
                <a:ext cx="72" cy="7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2" name="Freeform 1047">
                <a:extLst>
                  <a:ext uri="{FF2B5EF4-FFF2-40B4-BE49-F238E27FC236}">
                    <a16:creationId xmlns:a16="http://schemas.microsoft.com/office/drawing/2014/main" id="{AB75907B-86D6-4F90-9F72-A65C9D98C743}"/>
                  </a:ext>
                </a:extLst>
              </p:cNvPr>
              <p:cNvSpPr>
                <a:spLocks noEditPoints="1"/>
              </p:cNvSpPr>
              <p:nvPr userDrawn="1"/>
            </p:nvSpPr>
            <p:spPr bwMode="auto">
              <a:xfrm>
                <a:off x="-720" y="1868"/>
                <a:ext cx="16" cy="16"/>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3" name="Freeform 1048">
                <a:extLst>
                  <a:ext uri="{FF2B5EF4-FFF2-40B4-BE49-F238E27FC236}">
                    <a16:creationId xmlns:a16="http://schemas.microsoft.com/office/drawing/2014/main" id="{0BB8F02C-9838-4033-B71B-24728471FE16}"/>
                  </a:ext>
                </a:extLst>
              </p:cNvPr>
              <p:cNvSpPr>
                <a:spLocks noEditPoints="1"/>
              </p:cNvSpPr>
              <p:nvPr userDrawn="1"/>
            </p:nvSpPr>
            <p:spPr bwMode="auto">
              <a:xfrm>
                <a:off x="-730" y="1878"/>
                <a:ext cx="12" cy="13"/>
              </a:xfrm>
              <a:custGeom>
                <a:avLst/>
                <a:gdLst>
                  <a:gd name="T0" fmla="*/ 6 w 16"/>
                  <a:gd name="T1" fmla="*/ 7 h 17"/>
                  <a:gd name="T2" fmla="*/ 8 w 16"/>
                  <a:gd name="T3" fmla="*/ 6 h 17"/>
                  <a:gd name="T4" fmla="*/ 9 w 16"/>
                  <a:gd name="T5" fmla="*/ 6 h 17"/>
                  <a:gd name="T6" fmla="*/ 10 w 16"/>
                  <a:gd name="T7" fmla="*/ 8 h 17"/>
                  <a:gd name="T8" fmla="*/ 10 w 16"/>
                  <a:gd name="T9" fmla="*/ 10 h 17"/>
                  <a:gd name="T10" fmla="*/ 8 w 16"/>
                  <a:gd name="T11" fmla="*/ 11 h 17"/>
                  <a:gd name="T12" fmla="*/ 6 w 16"/>
                  <a:gd name="T13" fmla="*/ 10 h 17"/>
                  <a:gd name="T14" fmla="*/ 6 w 16"/>
                  <a:gd name="T15" fmla="*/ 8 h 17"/>
                  <a:gd name="T16" fmla="*/ 6 w 16"/>
                  <a:gd name="T17" fmla="*/ 7 h 17"/>
                  <a:gd name="T18" fmla="*/ 6 w 16"/>
                  <a:gd name="T19" fmla="*/ 7 h 17"/>
                  <a:gd name="T20" fmla="*/ 8 w 16"/>
                  <a:gd name="T21" fmla="*/ 0 h 17"/>
                  <a:gd name="T22" fmla="*/ 8 w 16"/>
                  <a:gd name="T23" fmla="*/ 0 h 17"/>
                  <a:gd name="T24" fmla="*/ 8 w 16"/>
                  <a:gd name="T25" fmla="*/ 0 h 17"/>
                  <a:gd name="T26" fmla="*/ 1 w 16"/>
                  <a:gd name="T27" fmla="*/ 3 h 17"/>
                  <a:gd name="T28" fmla="*/ 1 w 16"/>
                  <a:gd name="T29" fmla="*/ 3 h 17"/>
                  <a:gd name="T30" fmla="*/ 0 w 16"/>
                  <a:gd name="T31" fmla="*/ 8 h 17"/>
                  <a:gd name="T32" fmla="*/ 3 w 16"/>
                  <a:gd name="T33" fmla="*/ 15 h 17"/>
                  <a:gd name="T34" fmla="*/ 8 w 16"/>
                  <a:gd name="T35" fmla="*/ 17 h 17"/>
                  <a:gd name="T36" fmla="*/ 8 w 16"/>
                  <a:gd name="T37" fmla="*/ 17 h 17"/>
                  <a:gd name="T38" fmla="*/ 15 w 16"/>
                  <a:gd name="T39" fmla="*/ 13 h 17"/>
                  <a:gd name="T40" fmla="*/ 16 w 16"/>
                  <a:gd name="T41" fmla="*/ 8 h 17"/>
                  <a:gd name="T42" fmla="*/ 13 w 16"/>
                  <a:gd name="T43" fmla="*/ 2 h 17"/>
                  <a:gd name="T44" fmla="*/ 8 w 1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7">
                    <a:moveTo>
                      <a:pt x="6" y="7"/>
                    </a:move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cubicBezTo>
                      <a:pt x="7" y="11"/>
                      <a:pt x="7" y="10"/>
                      <a:pt x="6" y="10"/>
                    </a:cubicBezTo>
                    <a:cubicBezTo>
                      <a:pt x="6" y="10"/>
                      <a:pt x="6" y="9"/>
                      <a:pt x="6" y="8"/>
                    </a:cubicBezTo>
                    <a:cubicBezTo>
                      <a:pt x="6" y="8"/>
                      <a:pt x="6" y="7"/>
                      <a:pt x="6" y="7"/>
                    </a:cubicBezTo>
                    <a:cubicBezTo>
                      <a:pt x="6" y="7"/>
                      <a:pt x="6" y="7"/>
                      <a:pt x="6" y="7"/>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4" name="Freeform 1049">
                <a:extLst>
                  <a:ext uri="{FF2B5EF4-FFF2-40B4-BE49-F238E27FC236}">
                    <a16:creationId xmlns:a16="http://schemas.microsoft.com/office/drawing/2014/main" id="{676271F2-6FCC-4A1F-9840-9741849469C3}"/>
                  </a:ext>
                </a:extLst>
              </p:cNvPr>
              <p:cNvSpPr>
                <a:spLocks noEditPoints="1"/>
              </p:cNvSpPr>
              <p:nvPr userDrawn="1"/>
            </p:nvSpPr>
            <p:spPr bwMode="auto">
              <a:xfrm>
                <a:off x="-742" y="1877"/>
                <a:ext cx="11" cy="11"/>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5" name="Freeform 1050">
                <a:extLst>
                  <a:ext uri="{FF2B5EF4-FFF2-40B4-BE49-F238E27FC236}">
                    <a16:creationId xmlns:a16="http://schemas.microsoft.com/office/drawing/2014/main" id="{8CD900CD-54C8-4671-BD51-C6F418B757DF}"/>
                  </a:ext>
                </a:extLst>
              </p:cNvPr>
              <p:cNvSpPr>
                <a:spLocks noEditPoints="1"/>
              </p:cNvSpPr>
              <p:nvPr userDrawn="1"/>
            </p:nvSpPr>
            <p:spPr bwMode="auto">
              <a:xfrm>
                <a:off x="-1292" y="1110"/>
                <a:ext cx="180" cy="152"/>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4 w 240"/>
                  <a:gd name="T101" fmla="*/ 124 h 203"/>
                  <a:gd name="T102" fmla="*/ 206 w 240"/>
                  <a:gd name="T103" fmla="*/ 112 h 203"/>
                  <a:gd name="T104" fmla="*/ 240 w 240"/>
                  <a:gd name="T105" fmla="*/ 81 h 203"/>
                  <a:gd name="T106" fmla="*/ 228 w 240"/>
                  <a:gd name="T107" fmla="*/ 55 h 203"/>
                  <a:gd name="T108" fmla="*/ 214 w 240"/>
                  <a:gd name="T109" fmla="*/ 54 h 203"/>
                  <a:gd name="T110" fmla="*/ 204 w 240"/>
                  <a:gd name="T111" fmla="*/ 48 h 203"/>
                  <a:gd name="T112" fmla="*/ 207 w 240"/>
                  <a:gd name="T113" fmla="*/ 15 h 203"/>
                  <a:gd name="T114" fmla="*/ 195 w 240"/>
                  <a:gd name="T115" fmla="*/ 5 h 203"/>
                  <a:gd name="T116" fmla="*/ 189 w 240"/>
                  <a:gd name="T117" fmla="*/ 3 h 203"/>
                  <a:gd name="T118" fmla="*/ 122 w 240"/>
                  <a:gd name="T119" fmla="*/ 4 h 203"/>
                  <a:gd name="T120" fmla="*/ 120 w 240"/>
                  <a:gd name="T121" fmla="*/ 6 h 203"/>
                  <a:gd name="T122" fmla="*/ 119 w 240"/>
                  <a:gd name="T123" fmla="*/ 6 h 203"/>
                  <a:gd name="T124" fmla="*/ 105 w 240"/>
                  <a:gd name="T12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6" name="Freeform 1051">
                <a:extLst>
                  <a:ext uri="{FF2B5EF4-FFF2-40B4-BE49-F238E27FC236}">
                    <a16:creationId xmlns:a16="http://schemas.microsoft.com/office/drawing/2014/main" id="{A33CA307-0393-4AF0-900B-A12C198D47AE}"/>
                  </a:ext>
                </a:extLst>
              </p:cNvPr>
              <p:cNvSpPr>
                <a:spLocks/>
              </p:cNvSpPr>
              <p:nvPr userDrawn="1"/>
            </p:nvSpPr>
            <p:spPr bwMode="auto">
              <a:xfrm>
                <a:off x="-1278" y="1204"/>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7" name="Freeform 1052">
                <a:extLst>
                  <a:ext uri="{FF2B5EF4-FFF2-40B4-BE49-F238E27FC236}">
                    <a16:creationId xmlns:a16="http://schemas.microsoft.com/office/drawing/2014/main" id="{25EC8CAB-8E7E-4DD2-9670-2472B0805ABB}"/>
                  </a:ext>
                </a:extLst>
              </p:cNvPr>
              <p:cNvSpPr>
                <a:spLocks/>
              </p:cNvSpPr>
              <p:nvPr userDrawn="1"/>
            </p:nvSpPr>
            <p:spPr bwMode="auto">
              <a:xfrm>
                <a:off x="-1133" y="1262"/>
                <a:ext cx="3" cy="6"/>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8" name="Freeform 1053">
                <a:extLst>
                  <a:ext uri="{FF2B5EF4-FFF2-40B4-BE49-F238E27FC236}">
                    <a16:creationId xmlns:a16="http://schemas.microsoft.com/office/drawing/2014/main" id="{395BDBF3-A5E5-4B3C-BB1F-8AAE86A98AAC}"/>
                  </a:ext>
                </a:extLst>
              </p:cNvPr>
              <p:cNvSpPr>
                <a:spLocks noEditPoints="1"/>
              </p:cNvSpPr>
              <p:nvPr userDrawn="1"/>
            </p:nvSpPr>
            <p:spPr bwMode="auto">
              <a:xfrm>
                <a:off x="-1473" y="2017"/>
                <a:ext cx="180" cy="157"/>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29 w 240"/>
                  <a:gd name="T69" fmla="*/ 10 h 209"/>
                  <a:gd name="T70" fmla="*/ 17 w 240"/>
                  <a:gd name="T71" fmla="*/ 66 h 209"/>
                  <a:gd name="T72" fmla="*/ 21 w 240"/>
                  <a:gd name="T73" fmla="*/ 77 h 209"/>
                  <a:gd name="T74" fmla="*/ 1 w 240"/>
                  <a:gd name="T75" fmla="*/ 89 h 209"/>
                  <a:gd name="T76" fmla="*/ 14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6 w 240"/>
                  <a:gd name="T97" fmla="*/ 111 h 209"/>
                  <a:gd name="T98" fmla="*/ 240 w 240"/>
                  <a:gd name="T99" fmla="*/ 80 h 209"/>
                  <a:gd name="T100" fmla="*/ 227 w 240"/>
                  <a:gd name="T101" fmla="*/ 55 h 209"/>
                  <a:gd name="T102" fmla="*/ 214 w 240"/>
                  <a:gd name="T103" fmla="*/ 53 h 209"/>
                  <a:gd name="T104" fmla="*/ 203 w 240"/>
                  <a:gd name="T105" fmla="*/ 48 h 209"/>
                  <a:gd name="T106" fmla="*/ 207 w 240"/>
                  <a:gd name="T107" fmla="*/ 14 h 209"/>
                  <a:gd name="T108" fmla="*/ 195 w 240"/>
                  <a:gd name="T109" fmla="*/ 4 h 209"/>
                  <a:gd name="T110" fmla="*/ 189 w 240"/>
                  <a:gd name="T111" fmla="*/ 2 h 209"/>
                  <a:gd name="T112" fmla="*/ 122 w 240"/>
                  <a:gd name="T113" fmla="*/ 3 h 209"/>
                  <a:gd name="T114" fmla="*/ 120 w 240"/>
                  <a:gd name="T115" fmla="*/ 5 h 209"/>
                  <a:gd name="T116" fmla="*/ 118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9" name="Freeform 1054">
                <a:extLst>
                  <a:ext uri="{FF2B5EF4-FFF2-40B4-BE49-F238E27FC236}">
                    <a16:creationId xmlns:a16="http://schemas.microsoft.com/office/drawing/2014/main" id="{9C9A1B40-A121-4CAF-B49D-EC751802EAF6}"/>
                  </a:ext>
                </a:extLst>
              </p:cNvPr>
              <p:cNvSpPr>
                <a:spLocks noEditPoints="1"/>
              </p:cNvSpPr>
              <p:nvPr userDrawn="1"/>
            </p:nvSpPr>
            <p:spPr bwMode="auto">
              <a:xfrm>
                <a:off x="-1100" y="1131"/>
                <a:ext cx="179" cy="124"/>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0" name="Freeform 1055">
                <a:extLst>
                  <a:ext uri="{FF2B5EF4-FFF2-40B4-BE49-F238E27FC236}">
                    <a16:creationId xmlns:a16="http://schemas.microsoft.com/office/drawing/2014/main" id="{B9F7E1C9-BAAD-4309-BADF-E7E46378635A}"/>
                  </a:ext>
                </a:extLst>
              </p:cNvPr>
              <p:cNvSpPr>
                <a:spLocks noEditPoints="1"/>
              </p:cNvSpPr>
              <p:nvPr userDrawn="1"/>
            </p:nvSpPr>
            <p:spPr bwMode="auto">
              <a:xfrm>
                <a:off x="-482" y="1113"/>
                <a:ext cx="180" cy="124"/>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7 w 239"/>
                  <a:gd name="T59" fmla="*/ 132 h 165"/>
                  <a:gd name="T60" fmla="*/ 104 w 239"/>
                  <a:gd name="T61" fmla="*/ 147 h 165"/>
                  <a:gd name="T62" fmla="*/ 114 w 239"/>
                  <a:gd name="T63" fmla="*/ 129 h 165"/>
                  <a:gd name="T64" fmla="*/ 30 w 239"/>
                  <a:gd name="T65" fmla="*/ 128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1" name="Freeform 1056">
                <a:extLst>
                  <a:ext uri="{FF2B5EF4-FFF2-40B4-BE49-F238E27FC236}">
                    <a16:creationId xmlns:a16="http://schemas.microsoft.com/office/drawing/2014/main" id="{66950856-3B4C-4A43-AE85-2DF5420ED1B7}"/>
                  </a:ext>
                </a:extLst>
              </p:cNvPr>
              <p:cNvSpPr>
                <a:spLocks noEditPoints="1"/>
              </p:cNvSpPr>
              <p:nvPr userDrawn="1"/>
            </p:nvSpPr>
            <p:spPr bwMode="auto">
              <a:xfrm>
                <a:off x="-459" y="1506"/>
                <a:ext cx="223" cy="201"/>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2" name="Freeform 1057">
                <a:extLst>
                  <a:ext uri="{FF2B5EF4-FFF2-40B4-BE49-F238E27FC236}">
                    <a16:creationId xmlns:a16="http://schemas.microsoft.com/office/drawing/2014/main" id="{5AC5DE5D-2AED-4F26-BBD2-CB9D08DA87F8}"/>
                  </a:ext>
                </a:extLst>
              </p:cNvPr>
              <p:cNvSpPr>
                <a:spLocks noEditPoints="1"/>
              </p:cNvSpPr>
              <p:nvPr userDrawn="1"/>
            </p:nvSpPr>
            <p:spPr bwMode="auto">
              <a:xfrm>
                <a:off x="-459" y="1580"/>
                <a:ext cx="10" cy="36"/>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3" name="Freeform 1058">
                <a:extLst>
                  <a:ext uri="{FF2B5EF4-FFF2-40B4-BE49-F238E27FC236}">
                    <a16:creationId xmlns:a16="http://schemas.microsoft.com/office/drawing/2014/main" id="{45839A11-FC77-42D9-8BF9-5F5C2298A80D}"/>
                  </a:ext>
                </a:extLst>
              </p:cNvPr>
              <p:cNvSpPr>
                <a:spLocks noEditPoints="1"/>
              </p:cNvSpPr>
              <p:nvPr userDrawn="1"/>
            </p:nvSpPr>
            <p:spPr bwMode="auto">
              <a:xfrm>
                <a:off x="-991" y="1241"/>
                <a:ext cx="89" cy="55"/>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4" name="Freeform 1059">
                <a:extLst>
                  <a:ext uri="{FF2B5EF4-FFF2-40B4-BE49-F238E27FC236}">
                    <a16:creationId xmlns:a16="http://schemas.microsoft.com/office/drawing/2014/main" id="{76E77F7D-0024-402C-A28C-CEBE147CACAB}"/>
                  </a:ext>
                </a:extLst>
              </p:cNvPr>
              <p:cNvSpPr>
                <a:spLocks noEditPoints="1"/>
              </p:cNvSpPr>
              <p:nvPr userDrawn="1"/>
            </p:nvSpPr>
            <p:spPr bwMode="auto">
              <a:xfrm>
                <a:off x="-1613" y="1358"/>
                <a:ext cx="111" cy="68"/>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5" name="Freeform 1060">
                <a:extLst>
                  <a:ext uri="{FF2B5EF4-FFF2-40B4-BE49-F238E27FC236}">
                    <a16:creationId xmlns:a16="http://schemas.microsoft.com/office/drawing/2014/main" id="{BB4EC9DA-E774-4ABA-AF11-7A728AB726A6}"/>
                  </a:ext>
                </a:extLst>
              </p:cNvPr>
              <p:cNvSpPr>
                <a:spLocks noEditPoints="1"/>
              </p:cNvSpPr>
              <p:nvPr userDrawn="1"/>
            </p:nvSpPr>
            <p:spPr bwMode="auto">
              <a:xfrm>
                <a:off x="-794" y="1712"/>
                <a:ext cx="90" cy="55"/>
              </a:xfrm>
              <a:custGeom>
                <a:avLst/>
                <a:gdLst>
                  <a:gd name="T0" fmla="*/ 32 w 119"/>
                  <a:gd name="T1" fmla="*/ 19 h 73"/>
                  <a:gd name="T2" fmla="*/ 32 w 119"/>
                  <a:gd name="T3" fmla="*/ 19 h 73"/>
                  <a:gd name="T4" fmla="*/ 49 w 119"/>
                  <a:gd name="T5" fmla="*/ 6 h 73"/>
                  <a:gd name="T6" fmla="*/ 100 w 119"/>
                  <a:gd name="T7" fmla="*/ 6 h 73"/>
                  <a:gd name="T8" fmla="*/ 106 w 119"/>
                  <a:gd name="T9" fmla="*/ 9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3 w 119"/>
                  <a:gd name="T27" fmla="*/ 62 h 73"/>
                  <a:gd name="T28" fmla="*/ 32 w 119"/>
                  <a:gd name="T29" fmla="*/ 55 h 73"/>
                  <a:gd name="T30" fmla="*/ 32 w 119"/>
                  <a:gd name="T31" fmla="*/ 53 h 73"/>
                  <a:gd name="T32" fmla="*/ 32 w 119"/>
                  <a:gd name="T33" fmla="*/ 51 h 73"/>
                  <a:gd name="T34" fmla="*/ 21 w 119"/>
                  <a:gd name="T35" fmla="*/ 37 h 73"/>
                  <a:gd name="T36" fmla="*/ 33 w 119"/>
                  <a:gd name="T37" fmla="*/ 43 h 73"/>
                  <a:gd name="T38" fmla="*/ 33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7 w 119"/>
                  <a:gd name="T53" fmla="*/ 18 h 73"/>
                  <a:gd name="T54" fmla="*/ 27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5 w 119"/>
                  <a:gd name="T89" fmla="*/ 10 h 73"/>
                  <a:gd name="T90" fmla="*/ 107 w 119"/>
                  <a:gd name="T91" fmla="*/ 2 h 73"/>
                  <a:gd name="T92" fmla="*/ 101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2" y="19"/>
                    </a:moveTo>
                    <a:cubicBezTo>
                      <a:pt x="32" y="19"/>
                      <a:pt x="32" y="19"/>
                      <a:pt x="32" y="19"/>
                    </a:cubicBezTo>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6" name="Freeform 1061">
                <a:extLst>
                  <a:ext uri="{FF2B5EF4-FFF2-40B4-BE49-F238E27FC236}">
                    <a16:creationId xmlns:a16="http://schemas.microsoft.com/office/drawing/2014/main" id="{8EF85C78-F43A-4095-9468-1639A4830892}"/>
                  </a:ext>
                </a:extLst>
              </p:cNvPr>
              <p:cNvSpPr>
                <a:spLocks noEditPoints="1"/>
              </p:cNvSpPr>
              <p:nvPr userDrawn="1"/>
            </p:nvSpPr>
            <p:spPr bwMode="auto">
              <a:xfrm>
                <a:off x="-620" y="1084"/>
                <a:ext cx="66" cy="40"/>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3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2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5"/>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3"/>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2"/>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7" name="Freeform 1062">
                <a:extLst>
                  <a:ext uri="{FF2B5EF4-FFF2-40B4-BE49-F238E27FC236}">
                    <a16:creationId xmlns:a16="http://schemas.microsoft.com/office/drawing/2014/main" id="{145F46FC-C350-47F2-8CE0-27FE37544F76}"/>
                  </a:ext>
                </a:extLst>
              </p:cNvPr>
              <p:cNvSpPr>
                <a:spLocks noEditPoints="1"/>
              </p:cNvSpPr>
              <p:nvPr userDrawn="1"/>
            </p:nvSpPr>
            <p:spPr bwMode="auto">
              <a:xfrm>
                <a:off x="-755" y="1105"/>
                <a:ext cx="89" cy="55"/>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8" name="Freeform 1063">
                <a:extLst>
                  <a:ext uri="{FF2B5EF4-FFF2-40B4-BE49-F238E27FC236}">
                    <a16:creationId xmlns:a16="http://schemas.microsoft.com/office/drawing/2014/main" id="{AEA2FDB6-2AF8-418D-8054-0B0D3C9619C2}"/>
                  </a:ext>
                </a:extLst>
              </p:cNvPr>
              <p:cNvSpPr>
                <a:spLocks noEditPoints="1"/>
              </p:cNvSpPr>
              <p:nvPr userDrawn="1"/>
            </p:nvSpPr>
            <p:spPr bwMode="auto">
              <a:xfrm>
                <a:off x="-1401" y="1491"/>
                <a:ext cx="87" cy="54"/>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9" name="Freeform 1064">
                <a:extLst>
                  <a:ext uri="{FF2B5EF4-FFF2-40B4-BE49-F238E27FC236}">
                    <a16:creationId xmlns:a16="http://schemas.microsoft.com/office/drawing/2014/main" id="{79A9C8E5-1CFA-48FA-ACBC-432EDEE7A621}"/>
                  </a:ext>
                </a:extLst>
              </p:cNvPr>
              <p:cNvSpPr>
                <a:spLocks noEditPoints="1"/>
              </p:cNvSpPr>
              <p:nvPr userDrawn="1"/>
            </p:nvSpPr>
            <p:spPr bwMode="auto">
              <a:xfrm>
                <a:off x="-905" y="1201"/>
                <a:ext cx="320" cy="96"/>
              </a:xfrm>
              <a:custGeom>
                <a:avLst/>
                <a:gdLst>
                  <a:gd name="T0" fmla="*/ 92 w 426"/>
                  <a:gd name="T1" fmla="*/ 25 h 128"/>
                  <a:gd name="T2" fmla="*/ 346 w 426"/>
                  <a:gd name="T3" fmla="*/ 6 h 128"/>
                  <a:gd name="T4" fmla="*/ 373 w 426"/>
                  <a:gd name="T5" fmla="*/ 7 h 128"/>
                  <a:gd name="T6" fmla="*/ 420 w 426"/>
                  <a:gd name="T7" fmla="*/ 45 h 128"/>
                  <a:gd name="T8" fmla="*/ 420 w 426"/>
                  <a:gd name="T9" fmla="*/ 46 h 128"/>
                  <a:gd name="T10" fmla="*/ 420 w 426"/>
                  <a:gd name="T11" fmla="*/ 46 h 128"/>
                  <a:gd name="T12" fmla="*/ 420 w 426"/>
                  <a:gd name="T13" fmla="*/ 46 h 128"/>
                  <a:gd name="T14" fmla="*/ 384 w 426"/>
                  <a:gd name="T15" fmla="*/ 103 h 128"/>
                  <a:gd name="T16" fmla="*/ 369 w 426"/>
                  <a:gd name="T17" fmla="*/ 106 h 128"/>
                  <a:gd name="T18" fmla="*/ 368 w 426"/>
                  <a:gd name="T19" fmla="*/ 107 h 128"/>
                  <a:gd name="T20" fmla="*/ 101 w 426"/>
                  <a:gd name="T21" fmla="*/ 112 h 128"/>
                  <a:gd name="T22" fmla="*/ 57 w 426"/>
                  <a:gd name="T23" fmla="*/ 116 h 128"/>
                  <a:gd name="T24" fmla="*/ 72 w 426"/>
                  <a:gd name="T25" fmla="*/ 105 h 128"/>
                  <a:gd name="T26" fmla="*/ 39 w 426"/>
                  <a:gd name="T27" fmla="*/ 84 h 128"/>
                  <a:gd name="T28" fmla="*/ 37 w 426"/>
                  <a:gd name="T29" fmla="*/ 74 h 128"/>
                  <a:gd name="T30" fmla="*/ 37 w 426"/>
                  <a:gd name="T31" fmla="*/ 74 h 128"/>
                  <a:gd name="T32" fmla="*/ 44 w 426"/>
                  <a:gd name="T33" fmla="*/ 46 h 128"/>
                  <a:gd name="T34" fmla="*/ 79 w 426"/>
                  <a:gd name="T35" fmla="*/ 26 h 128"/>
                  <a:gd name="T36" fmla="*/ 83 w 426"/>
                  <a:gd name="T37" fmla="*/ 26 h 128"/>
                  <a:gd name="T38" fmla="*/ 83 w 426"/>
                  <a:gd name="T39" fmla="*/ 26 h 128"/>
                  <a:gd name="T40" fmla="*/ 346 w 426"/>
                  <a:gd name="T41" fmla="*/ 0 h 128"/>
                  <a:gd name="T42" fmla="*/ 83 w 426"/>
                  <a:gd name="T43" fmla="*/ 20 h 128"/>
                  <a:gd name="T44" fmla="*/ 39 w 426"/>
                  <a:gd name="T45" fmla="*/ 42 h 128"/>
                  <a:gd name="T46" fmla="*/ 31 w 426"/>
                  <a:gd name="T47" fmla="*/ 74 h 128"/>
                  <a:gd name="T48" fmla="*/ 31 w 426"/>
                  <a:gd name="T49" fmla="*/ 74 h 128"/>
                  <a:gd name="T50" fmla="*/ 49 w 426"/>
                  <a:gd name="T51" fmla="*/ 105 h 128"/>
                  <a:gd name="T52" fmla="*/ 0 w 426"/>
                  <a:gd name="T53" fmla="*/ 128 h 128"/>
                  <a:gd name="T54" fmla="*/ 39 w 426"/>
                  <a:gd name="T55" fmla="*/ 124 h 128"/>
                  <a:gd name="T56" fmla="*/ 91 w 426"/>
                  <a:gd name="T57" fmla="*/ 119 h 128"/>
                  <a:gd name="T58" fmla="*/ 101 w 426"/>
                  <a:gd name="T59" fmla="*/ 118 h 128"/>
                  <a:gd name="T60" fmla="*/ 102 w 426"/>
                  <a:gd name="T61" fmla="*/ 118 h 128"/>
                  <a:gd name="T62" fmla="*/ 368 w 426"/>
                  <a:gd name="T63" fmla="*/ 113 h 128"/>
                  <a:gd name="T64" fmla="*/ 396 w 426"/>
                  <a:gd name="T65" fmla="*/ 103 h 128"/>
                  <a:gd name="T66" fmla="*/ 426 w 426"/>
                  <a:gd name="T67" fmla="*/ 46 h 128"/>
                  <a:gd name="T68" fmla="*/ 418 w 426"/>
                  <a:gd name="T69" fmla="*/ 22 h 128"/>
                  <a:gd name="T70" fmla="*/ 372 w 426"/>
                  <a:gd name="T7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19"/>
                      <a:pt x="83" y="20"/>
                    </a:cubicBezTo>
                    <a:cubicBezTo>
                      <a:pt x="82" y="20"/>
                      <a:pt x="69" y="21"/>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0" name="Freeform 1065">
                <a:extLst>
                  <a:ext uri="{FF2B5EF4-FFF2-40B4-BE49-F238E27FC236}">
                    <a16:creationId xmlns:a16="http://schemas.microsoft.com/office/drawing/2014/main" id="{1AD7784A-8D83-401D-84D9-DCDB48A29FD6}"/>
                  </a:ext>
                </a:extLst>
              </p:cNvPr>
              <p:cNvSpPr>
                <a:spLocks/>
              </p:cNvSpPr>
              <p:nvPr userDrawn="1"/>
            </p:nvSpPr>
            <p:spPr bwMode="auto">
              <a:xfrm>
                <a:off x="-1607" y="1249"/>
                <a:ext cx="320" cy="95"/>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1" name="Freeform 1066">
                <a:extLst>
                  <a:ext uri="{FF2B5EF4-FFF2-40B4-BE49-F238E27FC236}">
                    <a16:creationId xmlns:a16="http://schemas.microsoft.com/office/drawing/2014/main" id="{2741D114-A6E7-4B13-B41B-ACC484132509}"/>
                  </a:ext>
                </a:extLst>
              </p:cNvPr>
              <p:cNvSpPr>
                <a:spLocks noEditPoints="1"/>
              </p:cNvSpPr>
              <p:nvPr userDrawn="1"/>
            </p:nvSpPr>
            <p:spPr bwMode="auto">
              <a:xfrm>
                <a:off x="-1325" y="1250"/>
                <a:ext cx="24" cy="10"/>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2" name="Freeform 1067">
                <a:extLst>
                  <a:ext uri="{FF2B5EF4-FFF2-40B4-BE49-F238E27FC236}">
                    <a16:creationId xmlns:a16="http://schemas.microsoft.com/office/drawing/2014/main" id="{4B3C04BE-8250-4878-9873-A6701C0B5CE4}"/>
                  </a:ext>
                </a:extLst>
              </p:cNvPr>
              <p:cNvSpPr>
                <a:spLocks noEditPoints="1"/>
              </p:cNvSpPr>
              <p:nvPr userDrawn="1"/>
            </p:nvSpPr>
            <p:spPr bwMode="auto">
              <a:xfrm>
                <a:off x="-1331" y="1536"/>
                <a:ext cx="320" cy="96"/>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0 w 426"/>
                  <a:gd name="T69" fmla="*/ 7 h 128"/>
                  <a:gd name="T70" fmla="*/ 346 w 426"/>
                  <a:gd name="T71" fmla="*/ 6 h 128"/>
                  <a:gd name="T72" fmla="*/ 371 w 426"/>
                  <a:gd name="T73" fmla="*/ 7 h 128"/>
                  <a:gd name="T74" fmla="*/ 373 w 426"/>
                  <a:gd name="T75" fmla="*/ 7 h 128"/>
                  <a:gd name="T76" fmla="*/ 410 w 426"/>
                  <a:gd name="T77" fmla="*/ 15 h 128"/>
                  <a:gd name="T78" fmla="*/ 410 w 426"/>
                  <a:gd name="T79" fmla="*/ 14 h 128"/>
                  <a:gd name="T80" fmla="*/ 374 w 426"/>
                  <a:gd name="T81" fmla="*/ 1 h 128"/>
                  <a:gd name="T82" fmla="*/ 346 w 426"/>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3" name="Freeform 1068">
                <a:extLst>
                  <a:ext uri="{FF2B5EF4-FFF2-40B4-BE49-F238E27FC236}">
                    <a16:creationId xmlns:a16="http://schemas.microsoft.com/office/drawing/2014/main" id="{1D28B379-E5A8-4C4E-A2B9-8A67955CE058}"/>
                  </a:ext>
                </a:extLst>
              </p:cNvPr>
              <p:cNvSpPr>
                <a:spLocks noEditPoints="1"/>
              </p:cNvSpPr>
              <p:nvPr userDrawn="1"/>
            </p:nvSpPr>
            <p:spPr bwMode="auto">
              <a:xfrm>
                <a:off x="-546" y="1620"/>
                <a:ext cx="60" cy="207"/>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8 w 80"/>
                  <a:gd name="T59" fmla="*/ 243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3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4" name="Freeform 1069">
                <a:extLst>
                  <a:ext uri="{FF2B5EF4-FFF2-40B4-BE49-F238E27FC236}">
                    <a16:creationId xmlns:a16="http://schemas.microsoft.com/office/drawing/2014/main" id="{9AA29D6E-606D-4A02-9E0C-FB40E7027132}"/>
                  </a:ext>
                </a:extLst>
              </p:cNvPr>
              <p:cNvSpPr>
                <a:spLocks noEditPoints="1"/>
              </p:cNvSpPr>
              <p:nvPr userDrawn="1"/>
            </p:nvSpPr>
            <p:spPr bwMode="auto">
              <a:xfrm>
                <a:off x="-538" y="1041"/>
                <a:ext cx="47" cy="165"/>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48 w 63"/>
                  <a:gd name="T17" fmla="*/ 211 h 220"/>
                  <a:gd name="T18" fmla="*/ 38 w 63"/>
                  <a:gd name="T19" fmla="*/ 214 h 220"/>
                  <a:gd name="T20" fmla="*/ 38 w 63"/>
                  <a:gd name="T21" fmla="*/ 214 h 220"/>
                  <a:gd name="T22" fmla="*/ 38 w 63"/>
                  <a:gd name="T23" fmla="*/ 214 h 220"/>
                  <a:gd name="T24" fmla="*/ 22 w 63"/>
                  <a:gd name="T25" fmla="*/ 210 h 220"/>
                  <a:gd name="T26" fmla="*/ 10 w 63"/>
                  <a:gd name="T27" fmla="*/ 192 h 220"/>
                  <a:gd name="T28" fmla="*/ 10 w 63"/>
                  <a:gd name="T29" fmla="*/ 190 h 220"/>
                  <a:gd name="T30" fmla="*/ 10 w 63"/>
                  <a:gd name="T31" fmla="*/ 63 h 220"/>
                  <a:gd name="T32" fmla="*/ 10 w 63"/>
                  <a:gd name="T33" fmla="*/ 62 h 220"/>
                  <a:gd name="T34" fmla="*/ 13 w 63"/>
                  <a:gd name="T35" fmla="*/ 66 h 220"/>
                  <a:gd name="T36" fmla="*/ 17 w 63"/>
                  <a:gd name="T37" fmla="*/ 40 h 220"/>
                  <a:gd name="T38" fmla="*/ 28 w 63"/>
                  <a:gd name="T39" fmla="*/ 34 h 220"/>
                  <a:gd name="T40" fmla="*/ 29 w 63"/>
                  <a:gd name="T41" fmla="*/ 33 h 220"/>
                  <a:gd name="T42" fmla="*/ 2 w 63"/>
                  <a:gd name="T43" fmla="*/ 28 h 220"/>
                  <a:gd name="T44" fmla="*/ 4 w 63"/>
                  <a:gd name="T45" fmla="*/ 54 h 220"/>
                  <a:gd name="T46" fmla="*/ 4 w 63"/>
                  <a:gd name="T47" fmla="*/ 62 h 220"/>
                  <a:gd name="T48" fmla="*/ 4 w 63"/>
                  <a:gd name="T49" fmla="*/ 190 h 220"/>
                  <a:gd name="T50" fmla="*/ 9 w 63"/>
                  <a:gd name="T51" fmla="*/ 205 h 220"/>
                  <a:gd name="T52" fmla="*/ 38 w 63"/>
                  <a:gd name="T53" fmla="*/ 220 h 220"/>
                  <a:gd name="T54" fmla="*/ 51 w 63"/>
                  <a:gd name="T55" fmla="*/ 216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2"/>
                    </a:cubicBezTo>
                    <a:cubicBezTo>
                      <a:pt x="56" y="193"/>
                      <a:pt x="56" y="193"/>
                      <a:pt x="56" y="193"/>
                    </a:cubicBezTo>
                    <a:cubicBezTo>
                      <a:pt x="56" y="193"/>
                      <a:pt x="56" y="193"/>
                      <a:pt x="56" y="193"/>
                    </a:cubicBezTo>
                    <a:cubicBezTo>
                      <a:pt x="55" y="203"/>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5" name="Freeform 1070">
                <a:extLst>
                  <a:ext uri="{FF2B5EF4-FFF2-40B4-BE49-F238E27FC236}">
                    <a16:creationId xmlns:a16="http://schemas.microsoft.com/office/drawing/2014/main" id="{50E8BCCB-68A6-447A-AA6B-2A7F0F55E702}"/>
                  </a:ext>
                </a:extLst>
              </p:cNvPr>
              <p:cNvSpPr>
                <a:spLocks noEditPoints="1"/>
              </p:cNvSpPr>
              <p:nvPr userDrawn="1"/>
            </p:nvSpPr>
            <p:spPr bwMode="auto">
              <a:xfrm>
                <a:off x="-518" y="1247"/>
                <a:ext cx="60" cy="207"/>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6" name="Freeform 1071">
                <a:extLst>
                  <a:ext uri="{FF2B5EF4-FFF2-40B4-BE49-F238E27FC236}">
                    <a16:creationId xmlns:a16="http://schemas.microsoft.com/office/drawing/2014/main" id="{CA1E16CD-DC74-415E-8722-C76353AE3950}"/>
                  </a:ext>
                </a:extLst>
              </p:cNvPr>
              <p:cNvSpPr>
                <a:spLocks noEditPoints="1"/>
              </p:cNvSpPr>
              <p:nvPr userDrawn="1"/>
            </p:nvSpPr>
            <p:spPr bwMode="auto">
              <a:xfrm>
                <a:off x="-881" y="1912"/>
                <a:ext cx="318" cy="96"/>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7" name="Freeform 1072">
                <a:extLst>
                  <a:ext uri="{FF2B5EF4-FFF2-40B4-BE49-F238E27FC236}">
                    <a16:creationId xmlns:a16="http://schemas.microsoft.com/office/drawing/2014/main" id="{950EE6E8-28D5-4F95-A8EC-508D30A5EC9E}"/>
                  </a:ext>
                </a:extLst>
              </p:cNvPr>
              <p:cNvSpPr>
                <a:spLocks/>
              </p:cNvSpPr>
              <p:nvPr userDrawn="1"/>
            </p:nvSpPr>
            <p:spPr bwMode="auto">
              <a:xfrm>
                <a:off x="-578" y="1981"/>
                <a:ext cx="3"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8" name="Freeform 1073">
                <a:extLst>
                  <a:ext uri="{FF2B5EF4-FFF2-40B4-BE49-F238E27FC236}">
                    <a16:creationId xmlns:a16="http://schemas.microsoft.com/office/drawing/2014/main" id="{5437C41D-4812-43AC-BB0B-3FF3169A383B}"/>
                  </a:ext>
                </a:extLst>
              </p:cNvPr>
              <p:cNvSpPr>
                <a:spLocks noEditPoints="1"/>
              </p:cNvSpPr>
              <p:nvPr userDrawn="1"/>
            </p:nvSpPr>
            <p:spPr bwMode="auto">
              <a:xfrm>
                <a:off x="-609" y="1280"/>
                <a:ext cx="74" cy="23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5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9" name="Freeform 1074">
                <a:extLst>
                  <a:ext uri="{FF2B5EF4-FFF2-40B4-BE49-F238E27FC236}">
                    <a16:creationId xmlns:a16="http://schemas.microsoft.com/office/drawing/2014/main" id="{C659F0AF-F22F-4090-AF30-BA9724CD7154}"/>
                  </a:ext>
                </a:extLst>
              </p:cNvPr>
              <p:cNvSpPr>
                <a:spLocks noEditPoints="1"/>
              </p:cNvSpPr>
              <p:nvPr userDrawn="1"/>
            </p:nvSpPr>
            <p:spPr bwMode="auto">
              <a:xfrm>
                <a:off x="-1715" y="1285"/>
                <a:ext cx="87" cy="27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7 w 116"/>
                  <a:gd name="T11" fmla="*/ 47 h 365"/>
                  <a:gd name="T12" fmla="*/ 23 w 116"/>
                  <a:gd name="T13" fmla="*/ 12 h 365"/>
                  <a:gd name="T14" fmla="*/ 40 w 116"/>
                  <a:gd name="T15" fmla="*/ 6 h 365"/>
                  <a:gd name="T16" fmla="*/ 40 w 116"/>
                  <a:gd name="T17" fmla="*/ 6 h 365"/>
                  <a:gd name="T18" fmla="*/ 41 w 116"/>
                  <a:gd name="T19" fmla="*/ 6 h 365"/>
                  <a:gd name="T20" fmla="*/ 90 w 116"/>
                  <a:gd name="T21" fmla="*/ 36 h 365"/>
                  <a:gd name="T22" fmla="*/ 94 w 116"/>
                  <a:gd name="T23" fmla="*/ 48 h 365"/>
                  <a:gd name="T24" fmla="*/ 94 w 116"/>
                  <a:gd name="T25" fmla="*/ 49 h 365"/>
                  <a:gd name="T26" fmla="*/ 101 w 116"/>
                  <a:gd name="T27" fmla="*/ 276 h 365"/>
                  <a:gd name="T28" fmla="*/ 104 w 116"/>
                  <a:gd name="T29" fmla="*/ 310 h 365"/>
                  <a:gd name="T30" fmla="*/ 95 w 116"/>
                  <a:gd name="T31" fmla="*/ 301 h 365"/>
                  <a:gd name="T32" fmla="*/ 76 w 116"/>
                  <a:gd name="T33" fmla="*/ 328 h 365"/>
                  <a:gd name="T34" fmla="*/ 68 w 116"/>
                  <a:gd name="T35" fmla="*/ 330 h 365"/>
                  <a:gd name="T36" fmla="*/ 67 w 116"/>
                  <a:gd name="T37" fmla="*/ 331 h 365"/>
                  <a:gd name="T38" fmla="*/ 42 w 116"/>
                  <a:gd name="T39" fmla="*/ 324 h 365"/>
                  <a:gd name="T40" fmla="*/ 25 w 116"/>
                  <a:gd name="T41" fmla="*/ 295 h 365"/>
                  <a:gd name="T42" fmla="*/ 25 w 116"/>
                  <a:gd name="T43" fmla="*/ 292 h 365"/>
                  <a:gd name="T44" fmla="*/ 25 w 116"/>
                  <a:gd name="T45" fmla="*/ 291 h 365"/>
                  <a:gd name="T46" fmla="*/ 24 w 116"/>
                  <a:gd name="T47" fmla="*/ 284 h 365"/>
                  <a:gd name="T48" fmla="*/ 6 w 116"/>
                  <a:gd name="T49" fmla="*/ 66 h 365"/>
                  <a:gd name="T50" fmla="*/ 7 w 116"/>
                  <a:gd name="T51" fmla="*/ 47 h 365"/>
                  <a:gd name="T52" fmla="*/ 40 w 116"/>
                  <a:gd name="T53" fmla="*/ 0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7" y="47"/>
                    </a:move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7"/>
                      <a:pt x="7" y="47"/>
                    </a:cubicBezTo>
                    <a:moveTo>
                      <a:pt x="40" y="0"/>
                    </a:moveTo>
                    <a:cubicBezTo>
                      <a:pt x="36" y="0"/>
                      <a:pt x="28" y="1"/>
                      <a:pt x="20" y="7"/>
                    </a:cubicBezTo>
                    <a:cubicBezTo>
                      <a:pt x="12" y="13"/>
                      <a:pt x="4" y="24"/>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0" name="Freeform 1075">
                <a:extLst>
                  <a:ext uri="{FF2B5EF4-FFF2-40B4-BE49-F238E27FC236}">
                    <a16:creationId xmlns:a16="http://schemas.microsoft.com/office/drawing/2014/main" id="{96FECE4A-3B06-4F1C-8F3A-C6862052AAC3}"/>
                  </a:ext>
                </a:extLst>
              </p:cNvPr>
              <p:cNvSpPr>
                <a:spLocks/>
              </p:cNvSpPr>
              <p:nvPr userDrawn="1"/>
            </p:nvSpPr>
            <p:spPr bwMode="auto">
              <a:xfrm>
                <a:off x="-1631" y="1551"/>
                <a:ext cx="3" cy="6"/>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1" name="Freeform 1076">
                <a:extLst>
                  <a:ext uri="{FF2B5EF4-FFF2-40B4-BE49-F238E27FC236}">
                    <a16:creationId xmlns:a16="http://schemas.microsoft.com/office/drawing/2014/main" id="{B4C653AD-C7C9-4BB3-A91A-42261FA3F907}"/>
                  </a:ext>
                </a:extLst>
              </p:cNvPr>
              <p:cNvSpPr>
                <a:spLocks noEditPoints="1"/>
              </p:cNvSpPr>
              <p:nvPr userDrawn="1"/>
            </p:nvSpPr>
            <p:spPr bwMode="auto">
              <a:xfrm>
                <a:off x="-870" y="1304"/>
                <a:ext cx="94" cy="74"/>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2" name="Freeform 1077">
                <a:extLst>
                  <a:ext uri="{FF2B5EF4-FFF2-40B4-BE49-F238E27FC236}">
                    <a16:creationId xmlns:a16="http://schemas.microsoft.com/office/drawing/2014/main" id="{CF611546-6032-42A5-A274-11802BF66DD3}"/>
                  </a:ext>
                </a:extLst>
              </p:cNvPr>
              <p:cNvSpPr>
                <a:spLocks noEditPoints="1"/>
              </p:cNvSpPr>
              <p:nvPr userDrawn="1"/>
            </p:nvSpPr>
            <p:spPr bwMode="auto">
              <a:xfrm>
                <a:off x="-1730" y="1126"/>
                <a:ext cx="138" cy="10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3" name="Freeform 1078">
                <a:extLst>
                  <a:ext uri="{FF2B5EF4-FFF2-40B4-BE49-F238E27FC236}">
                    <a16:creationId xmlns:a16="http://schemas.microsoft.com/office/drawing/2014/main" id="{F3513E74-BB98-483A-85AA-FBB8AFBAA5AD}"/>
                  </a:ext>
                </a:extLst>
              </p:cNvPr>
              <p:cNvSpPr>
                <a:spLocks noEditPoints="1"/>
              </p:cNvSpPr>
              <p:nvPr userDrawn="1"/>
            </p:nvSpPr>
            <p:spPr bwMode="auto">
              <a:xfrm>
                <a:off x="-698" y="1707"/>
                <a:ext cx="120" cy="91"/>
              </a:xfrm>
              <a:custGeom>
                <a:avLst/>
                <a:gdLst>
                  <a:gd name="T0" fmla="*/ 46 w 160"/>
                  <a:gd name="T1" fmla="*/ 32 h 121"/>
                  <a:gd name="T2" fmla="*/ 86 w 160"/>
                  <a:gd name="T3" fmla="*/ 16 h 121"/>
                  <a:gd name="T4" fmla="*/ 71 w 160"/>
                  <a:gd name="T5" fmla="*/ 31 h 121"/>
                  <a:gd name="T6" fmla="*/ 123 w 160"/>
                  <a:gd name="T7" fmla="*/ 33 h 121"/>
                  <a:gd name="T8" fmla="*/ 123 w 160"/>
                  <a:gd name="T9" fmla="*/ 33 h 121"/>
                  <a:gd name="T10" fmla="*/ 140 w 160"/>
                  <a:gd name="T11" fmla="*/ 38 h 121"/>
                  <a:gd name="T12" fmla="*/ 150 w 160"/>
                  <a:gd name="T13" fmla="*/ 45 h 121"/>
                  <a:gd name="T14" fmla="*/ 154 w 160"/>
                  <a:gd name="T15" fmla="*/ 56 h 121"/>
                  <a:gd name="T16" fmla="*/ 154 w 160"/>
                  <a:gd name="T17" fmla="*/ 58 h 121"/>
                  <a:gd name="T18" fmla="*/ 154 w 160"/>
                  <a:gd name="T19" fmla="*/ 58 h 121"/>
                  <a:gd name="T20" fmla="*/ 154 w 160"/>
                  <a:gd name="T21" fmla="*/ 97 h 121"/>
                  <a:gd name="T22" fmla="*/ 147 w 160"/>
                  <a:gd name="T23" fmla="*/ 105 h 121"/>
                  <a:gd name="T24" fmla="*/ 116 w 160"/>
                  <a:gd name="T25" fmla="*/ 115 h 121"/>
                  <a:gd name="T26" fmla="*/ 23 w 160"/>
                  <a:gd name="T27" fmla="*/ 115 h 121"/>
                  <a:gd name="T28" fmla="*/ 14 w 160"/>
                  <a:gd name="T29" fmla="*/ 110 h 121"/>
                  <a:gd name="T30" fmla="*/ 9 w 160"/>
                  <a:gd name="T31" fmla="*/ 104 h 121"/>
                  <a:gd name="T32" fmla="*/ 6 w 160"/>
                  <a:gd name="T33" fmla="*/ 95 h 121"/>
                  <a:gd name="T34" fmla="*/ 7 w 160"/>
                  <a:gd name="T35" fmla="*/ 94 h 121"/>
                  <a:gd name="T36" fmla="*/ 7 w 160"/>
                  <a:gd name="T37" fmla="*/ 93 h 121"/>
                  <a:gd name="T38" fmla="*/ 6 w 160"/>
                  <a:gd name="T39" fmla="*/ 45 h 121"/>
                  <a:gd name="T40" fmla="*/ 12 w 160"/>
                  <a:gd name="T41" fmla="*/ 38 h 121"/>
                  <a:gd name="T42" fmla="*/ 36 w 160"/>
                  <a:gd name="T43" fmla="*/ 31 h 121"/>
                  <a:gd name="T44" fmla="*/ 45 w 160"/>
                  <a:gd name="T45" fmla="*/ 32 h 121"/>
                  <a:gd name="T46" fmla="*/ 46 w 160"/>
                  <a:gd name="T47" fmla="*/ 32 h 121"/>
                  <a:gd name="T48" fmla="*/ 111 w 160"/>
                  <a:gd name="T49" fmla="*/ 0 h 121"/>
                  <a:gd name="T50" fmla="*/ 45 w 160"/>
                  <a:gd name="T51" fmla="*/ 26 h 121"/>
                  <a:gd name="T52" fmla="*/ 36 w 160"/>
                  <a:gd name="T53" fmla="*/ 25 h 121"/>
                  <a:gd name="T54" fmla="*/ 36 w 160"/>
                  <a:gd name="T55" fmla="*/ 25 h 121"/>
                  <a:gd name="T56" fmla="*/ 8 w 160"/>
                  <a:gd name="T57" fmla="*/ 34 h 121"/>
                  <a:gd name="T58" fmla="*/ 1 w 160"/>
                  <a:gd name="T59" fmla="*/ 44 h 121"/>
                  <a:gd name="T60" fmla="*/ 0 w 160"/>
                  <a:gd name="T61" fmla="*/ 44 h 121"/>
                  <a:gd name="T62" fmla="*/ 1 w 160"/>
                  <a:gd name="T63" fmla="*/ 93 h 121"/>
                  <a:gd name="T64" fmla="*/ 1 w 160"/>
                  <a:gd name="T65" fmla="*/ 95 h 121"/>
                  <a:gd name="T66" fmla="*/ 4 w 160"/>
                  <a:gd name="T67" fmla="*/ 107 h 121"/>
                  <a:gd name="T68" fmla="*/ 15 w 160"/>
                  <a:gd name="T69" fmla="*/ 118 h 121"/>
                  <a:gd name="T70" fmla="*/ 22 w 160"/>
                  <a:gd name="T71" fmla="*/ 121 h 121"/>
                  <a:gd name="T72" fmla="*/ 22 w 160"/>
                  <a:gd name="T73" fmla="*/ 121 h 121"/>
                  <a:gd name="T74" fmla="*/ 22 w 160"/>
                  <a:gd name="T75" fmla="*/ 121 h 121"/>
                  <a:gd name="T76" fmla="*/ 116 w 160"/>
                  <a:gd name="T77" fmla="*/ 121 h 121"/>
                  <a:gd name="T78" fmla="*/ 117 w 160"/>
                  <a:gd name="T79" fmla="*/ 121 h 121"/>
                  <a:gd name="T80" fmla="*/ 152 w 160"/>
                  <a:gd name="T81" fmla="*/ 109 h 121"/>
                  <a:gd name="T82" fmla="*/ 160 w 160"/>
                  <a:gd name="T83" fmla="*/ 98 h 121"/>
                  <a:gd name="T84" fmla="*/ 160 w 160"/>
                  <a:gd name="T85" fmla="*/ 98 h 121"/>
                  <a:gd name="T86" fmla="*/ 160 w 160"/>
                  <a:gd name="T87" fmla="*/ 58 h 121"/>
                  <a:gd name="T88" fmla="*/ 160 w 160"/>
                  <a:gd name="T89" fmla="*/ 56 h 121"/>
                  <a:gd name="T90" fmla="*/ 154 w 160"/>
                  <a:gd name="T91" fmla="*/ 40 h 121"/>
                  <a:gd name="T92" fmla="*/ 135 w 160"/>
                  <a:gd name="T93" fmla="*/ 29 h 121"/>
                  <a:gd name="T94" fmla="*/ 124 w 160"/>
                  <a:gd name="T95" fmla="*/ 27 h 121"/>
                  <a:gd name="T96" fmla="*/ 123 w 160"/>
                  <a:gd name="T97" fmla="*/ 27 h 121"/>
                  <a:gd name="T98" fmla="*/ 85 w 160"/>
                  <a:gd name="T99" fmla="*/ 25 h 121"/>
                  <a:gd name="T100" fmla="*/ 111 w 160"/>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21">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4" name="Freeform 1079">
                <a:extLst>
                  <a:ext uri="{FF2B5EF4-FFF2-40B4-BE49-F238E27FC236}">
                    <a16:creationId xmlns:a16="http://schemas.microsoft.com/office/drawing/2014/main" id="{3A47201E-B054-4DEC-BA7D-77AF54FBDC16}"/>
                  </a:ext>
                </a:extLst>
              </p:cNvPr>
              <p:cNvSpPr>
                <a:spLocks noEditPoints="1"/>
              </p:cNvSpPr>
              <p:nvPr userDrawn="1"/>
            </p:nvSpPr>
            <p:spPr bwMode="auto">
              <a:xfrm>
                <a:off x="-877" y="1380"/>
                <a:ext cx="125" cy="114"/>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5" name="Freeform 1080">
                <a:extLst>
                  <a:ext uri="{FF2B5EF4-FFF2-40B4-BE49-F238E27FC236}">
                    <a16:creationId xmlns:a16="http://schemas.microsoft.com/office/drawing/2014/main" id="{9220F603-6E48-489C-AC8F-47E4B7B9B762}"/>
                  </a:ext>
                </a:extLst>
              </p:cNvPr>
              <p:cNvSpPr>
                <a:spLocks noEditPoints="1"/>
              </p:cNvSpPr>
              <p:nvPr userDrawn="1"/>
            </p:nvSpPr>
            <p:spPr bwMode="auto">
              <a:xfrm>
                <a:off x="-474" y="1964"/>
                <a:ext cx="114" cy="106"/>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1 w 152"/>
                  <a:gd name="T31" fmla="*/ 99 h 141"/>
                  <a:gd name="T32" fmla="*/ 96 w 152"/>
                  <a:gd name="T33" fmla="*/ 112 h 141"/>
                  <a:gd name="T34" fmla="*/ 88 w 152"/>
                  <a:gd name="T35" fmla="*/ 116 h 141"/>
                  <a:gd name="T36" fmla="*/ 87 w 152"/>
                  <a:gd name="T37" fmla="*/ 116 h 141"/>
                  <a:gd name="T38" fmla="*/ 71 w 152"/>
                  <a:gd name="T39" fmla="*/ 120 h 141"/>
                  <a:gd name="T40" fmla="*/ 50 w 152"/>
                  <a:gd name="T41" fmla="*/ 117 h 141"/>
                  <a:gd name="T42" fmla="*/ 41 w 152"/>
                  <a:gd name="T43" fmla="*/ 114 h 141"/>
                  <a:gd name="T44" fmla="*/ 12 w 152"/>
                  <a:gd name="T45" fmla="*/ 85 h 141"/>
                  <a:gd name="T46" fmla="*/ 8 w 152"/>
                  <a:gd name="T47" fmla="*/ 43 h 141"/>
                  <a:gd name="T48" fmla="*/ 9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6" name="Freeform 1081">
                <a:extLst>
                  <a:ext uri="{FF2B5EF4-FFF2-40B4-BE49-F238E27FC236}">
                    <a16:creationId xmlns:a16="http://schemas.microsoft.com/office/drawing/2014/main" id="{B3813F6E-4444-4AA4-8AA6-E504287842A9}"/>
                  </a:ext>
                </a:extLst>
              </p:cNvPr>
              <p:cNvSpPr>
                <a:spLocks/>
              </p:cNvSpPr>
              <p:nvPr userDrawn="1"/>
            </p:nvSpPr>
            <p:spPr bwMode="auto">
              <a:xfrm>
                <a:off x="-371" y="2046"/>
                <a:ext cx="3" cy="2"/>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7" name="Freeform 1082">
                <a:extLst>
                  <a:ext uri="{FF2B5EF4-FFF2-40B4-BE49-F238E27FC236}">
                    <a16:creationId xmlns:a16="http://schemas.microsoft.com/office/drawing/2014/main" id="{A58AEB66-76A4-4F19-8AD3-E874194FDECD}"/>
                  </a:ext>
                </a:extLst>
              </p:cNvPr>
              <p:cNvSpPr>
                <a:spLocks noEditPoints="1"/>
              </p:cNvSpPr>
              <p:nvPr userDrawn="1"/>
            </p:nvSpPr>
            <p:spPr bwMode="auto">
              <a:xfrm>
                <a:off x="-884" y="1767"/>
                <a:ext cx="156" cy="141"/>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8" name="Freeform 1083">
                <a:extLst>
                  <a:ext uri="{FF2B5EF4-FFF2-40B4-BE49-F238E27FC236}">
                    <a16:creationId xmlns:a16="http://schemas.microsoft.com/office/drawing/2014/main" id="{47620BEE-9448-4C47-A9FD-1CB9823CD74E}"/>
                  </a:ext>
                </a:extLst>
              </p:cNvPr>
              <p:cNvSpPr>
                <a:spLocks noEditPoints="1"/>
              </p:cNvSpPr>
              <p:nvPr userDrawn="1"/>
            </p:nvSpPr>
            <p:spPr bwMode="auto">
              <a:xfrm>
                <a:off x="-1589" y="1045"/>
                <a:ext cx="109" cy="101"/>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6 w 146"/>
                  <a:gd name="T51" fmla="*/ 68 h 135"/>
                  <a:gd name="T52" fmla="*/ 11 w 146"/>
                  <a:gd name="T53" fmla="*/ 50 h 135"/>
                  <a:gd name="T54" fmla="*/ 11 w 146"/>
                  <a:gd name="T55" fmla="*/ 50 h 135"/>
                  <a:gd name="T56" fmla="*/ 11 w 146"/>
                  <a:gd name="T57" fmla="*/ 49 h 135"/>
                  <a:gd name="T58" fmla="*/ 11 w 146"/>
                  <a:gd name="T59" fmla="*/ 49 h 135"/>
                  <a:gd name="T60" fmla="*/ 21 w 146"/>
                  <a:gd name="T61" fmla="*/ 32 h 135"/>
                  <a:gd name="T62" fmla="*/ 59 w 146"/>
                  <a:gd name="T63" fmla="*/ 8 h 135"/>
                  <a:gd name="T64" fmla="*/ 75 w 146"/>
                  <a:gd name="T65" fmla="*/ 0 h 135"/>
                  <a:gd name="T66" fmla="*/ 58 w 146"/>
                  <a:gd name="T67" fmla="*/ 2 h 135"/>
                  <a:gd name="T68" fmla="*/ 58 w 146"/>
                  <a:gd name="T69" fmla="*/ 2 h 135"/>
                  <a:gd name="T70" fmla="*/ 58 w 146"/>
                  <a:gd name="T71" fmla="*/ 2 h 135"/>
                  <a:gd name="T72" fmla="*/ 16 w 146"/>
                  <a:gd name="T73" fmla="*/ 29 h 135"/>
                  <a:gd name="T74" fmla="*/ 6 w 146"/>
                  <a:gd name="T75" fmla="*/ 47 h 135"/>
                  <a:gd name="T76" fmla="*/ 0 w 146"/>
                  <a:gd name="T77" fmla="*/ 68 h 135"/>
                  <a:gd name="T78" fmla="*/ 3 w 146"/>
                  <a:gd name="T79" fmla="*/ 80 h 135"/>
                  <a:gd name="T80" fmla="*/ 6 w 146"/>
                  <a:gd name="T81" fmla="*/ 84 h 135"/>
                  <a:gd name="T82" fmla="*/ 10 w 146"/>
                  <a:gd name="T83" fmla="*/ 107 h 135"/>
                  <a:gd name="T84" fmla="*/ 10 w 146"/>
                  <a:gd name="T85" fmla="*/ 117 h 135"/>
                  <a:gd name="T86" fmla="*/ 9 w 146"/>
                  <a:gd name="T87" fmla="*/ 120 h 135"/>
                  <a:gd name="T88" fmla="*/ 9 w 146"/>
                  <a:gd name="T89" fmla="*/ 121 h 135"/>
                  <a:gd name="T90" fmla="*/ 9 w 146"/>
                  <a:gd name="T91" fmla="*/ 121 h 135"/>
                  <a:gd name="T92" fmla="*/ 7 w 146"/>
                  <a:gd name="T93" fmla="*/ 135 h 135"/>
                  <a:gd name="T94" fmla="*/ 15 w 146"/>
                  <a:gd name="T95" fmla="*/ 123 h 135"/>
                  <a:gd name="T96" fmla="*/ 29 w 146"/>
                  <a:gd name="T97" fmla="*/ 101 h 135"/>
                  <a:gd name="T98" fmla="*/ 35 w 146"/>
                  <a:gd name="T99" fmla="*/ 105 h 135"/>
                  <a:gd name="T100" fmla="*/ 59 w 146"/>
                  <a:gd name="T101" fmla="*/ 116 h 135"/>
                  <a:gd name="T102" fmla="*/ 78 w 146"/>
                  <a:gd name="T103" fmla="*/ 121 h 135"/>
                  <a:gd name="T104" fmla="*/ 109 w 146"/>
                  <a:gd name="T105" fmla="*/ 114 h 135"/>
                  <a:gd name="T106" fmla="*/ 109 w 146"/>
                  <a:gd name="T107" fmla="*/ 114 h 135"/>
                  <a:gd name="T108" fmla="*/ 110 w 146"/>
                  <a:gd name="T109" fmla="*/ 114 h 135"/>
                  <a:gd name="T110" fmla="*/ 139 w 146"/>
                  <a:gd name="T111" fmla="*/ 84 h 135"/>
                  <a:gd name="T112" fmla="*/ 146 w 146"/>
                  <a:gd name="T113" fmla="*/ 56 h 135"/>
                  <a:gd name="T114" fmla="*/ 142 w 146"/>
                  <a:gd name="T115" fmla="*/ 34 h 135"/>
                  <a:gd name="T116" fmla="*/ 142 w 146"/>
                  <a:gd name="T117" fmla="*/ 33 h 135"/>
                  <a:gd name="T118" fmla="*/ 142 w 146"/>
                  <a:gd name="T119" fmla="*/ 33 h 135"/>
                  <a:gd name="T120" fmla="*/ 108 w 146"/>
                  <a:gd name="T121" fmla="*/ 6 h 135"/>
                  <a:gd name="T122" fmla="*/ 75 w 146"/>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9" y="79"/>
                      <a:pt x="6" y="75"/>
                      <a:pt x="6" y="68"/>
                    </a:cubicBezTo>
                    <a:cubicBezTo>
                      <a:pt x="6" y="63"/>
                      <a:pt x="7" y="57"/>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2"/>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3"/>
                      <a:pt x="142" y="33"/>
                      <a:pt x="142" y="33"/>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9" name="Freeform 1084">
                <a:extLst>
                  <a:ext uri="{FF2B5EF4-FFF2-40B4-BE49-F238E27FC236}">
                    <a16:creationId xmlns:a16="http://schemas.microsoft.com/office/drawing/2014/main" id="{930BCAB7-63BF-496E-935E-2D35748A7617}"/>
                  </a:ext>
                </a:extLst>
              </p:cNvPr>
              <p:cNvSpPr>
                <a:spLocks noEditPoints="1"/>
              </p:cNvSpPr>
              <p:nvPr userDrawn="1"/>
            </p:nvSpPr>
            <p:spPr bwMode="auto">
              <a:xfrm>
                <a:off x="-708" y="2011"/>
                <a:ext cx="157" cy="141"/>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7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0" name="Freeform 1085">
                <a:extLst>
                  <a:ext uri="{FF2B5EF4-FFF2-40B4-BE49-F238E27FC236}">
                    <a16:creationId xmlns:a16="http://schemas.microsoft.com/office/drawing/2014/main" id="{F5A0EB3D-63D2-4AEE-904A-880E7A614A56}"/>
                  </a:ext>
                </a:extLst>
              </p:cNvPr>
              <p:cNvSpPr>
                <a:spLocks noEditPoints="1"/>
              </p:cNvSpPr>
              <p:nvPr userDrawn="1"/>
            </p:nvSpPr>
            <p:spPr bwMode="auto">
              <a:xfrm>
                <a:off x="-1462" y="1681"/>
                <a:ext cx="157" cy="141"/>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1" name="Freeform 1086">
                <a:extLst>
                  <a:ext uri="{FF2B5EF4-FFF2-40B4-BE49-F238E27FC236}">
                    <a16:creationId xmlns:a16="http://schemas.microsoft.com/office/drawing/2014/main" id="{0C9C159B-0D04-4C44-ABD2-32DC5E10CECB}"/>
                  </a:ext>
                </a:extLst>
              </p:cNvPr>
              <p:cNvSpPr>
                <a:spLocks/>
              </p:cNvSpPr>
              <p:nvPr userDrawn="1"/>
            </p:nvSpPr>
            <p:spPr bwMode="auto">
              <a:xfrm>
                <a:off x="-1397" y="1682"/>
                <a:ext cx="2" cy="1"/>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2" name="Freeform 1087">
                <a:extLst>
                  <a:ext uri="{FF2B5EF4-FFF2-40B4-BE49-F238E27FC236}">
                    <a16:creationId xmlns:a16="http://schemas.microsoft.com/office/drawing/2014/main" id="{22DE172E-1E8B-4063-BCDD-E2CB90F9F9B5}"/>
                  </a:ext>
                </a:extLst>
              </p:cNvPr>
              <p:cNvSpPr>
                <a:spLocks/>
              </p:cNvSpPr>
              <p:nvPr userDrawn="1"/>
            </p:nvSpPr>
            <p:spPr bwMode="auto">
              <a:xfrm>
                <a:off x="-1034" y="1417"/>
                <a:ext cx="157" cy="133"/>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1"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3" name="Freeform 1088">
                <a:extLst>
                  <a:ext uri="{FF2B5EF4-FFF2-40B4-BE49-F238E27FC236}">
                    <a16:creationId xmlns:a16="http://schemas.microsoft.com/office/drawing/2014/main" id="{A4A3314F-B13C-4A6F-A40F-9F6899C91CD2}"/>
                  </a:ext>
                </a:extLst>
              </p:cNvPr>
              <p:cNvSpPr>
                <a:spLocks/>
              </p:cNvSpPr>
              <p:nvPr userDrawn="1"/>
            </p:nvSpPr>
            <p:spPr bwMode="auto">
              <a:xfrm>
                <a:off x="-946" y="1541"/>
                <a:ext cx="5" cy="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4" name="Freeform 1089">
                <a:extLst>
                  <a:ext uri="{FF2B5EF4-FFF2-40B4-BE49-F238E27FC236}">
                    <a16:creationId xmlns:a16="http://schemas.microsoft.com/office/drawing/2014/main" id="{1595F417-4156-443E-B92C-58440CE5907A}"/>
                  </a:ext>
                </a:extLst>
              </p:cNvPr>
              <p:cNvSpPr>
                <a:spLocks/>
              </p:cNvSpPr>
              <p:nvPr userDrawn="1"/>
            </p:nvSpPr>
            <p:spPr bwMode="auto">
              <a:xfrm>
                <a:off x="-1025" y="1552"/>
                <a:ext cx="3" cy="6"/>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5" name="Freeform 1090">
                <a:extLst>
                  <a:ext uri="{FF2B5EF4-FFF2-40B4-BE49-F238E27FC236}">
                    <a16:creationId xmlns:a16="http://schemas.microsoft.com/office/drawing/2014/main" id="{A7A92F85-051F-409B-B532-141C44FF89D8}"/>
                  </a:ext>
                </a:extLst>
              </p:cNvPr>
              <p:cNvSpPr>
                <a:spLocks/>
              </p:cNvSpPr>
              <p:nvPr userDrawn="1"/>
            </p:nvSpPr>
            <p:spPr bwMode="auto">
              <a:xfrm>
                <a:off x="-1024" y="1547"/>
                <a:ext cx="4" cy="7"/>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6" name="Freeform 1091">
                <a:extLst>
                  <a:ext uri="{FF2B5EF4-FFF2-40B4-BE49-F238E27FC236}">
                    <a16:creationId xmlns:a16="http://schemas.microsoft.com/office/drawing/2014/main" id="{ABD8D187-8D22-4BE1-ABF4-894D12965605}"/>
                  </a:ext>
                </a:extLst>
              </p:cNvPr>
              <p:cNvSpPr>
                <a:spLocks noEditPoints="1"/>
              </p:cNvSpPr>
              <p:nvPr userDrawn="1"/>
            </p:nvSpPr>
            <p:spPr bwMode="auto">
              <a:xfrm>
                <a:off x="-458" y="1318"/>
                <a:ext cx="228" cy="202"/>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dirty="0"/>
              </a:p>
            </p:txBody>
          </p:sp>
          <p:sp>
            <p:nvSpPr>
              <p:cNvPr id="627" name="Freeform 1092">
                <a:extLst>
                  <a:ext uri="{FF2B5EF4-FFF2-40B4-BE49-F238E27FC236}">
                    <a16:creationId xmlns:a16="http://schemas.microsoft.com/office/drawing/2014/main" id="{D7324D53-68F5-4268-9362-E9D78F122738}"/>
                  </a:ext>
                </a:extLst>
              </p:cNvPr>
              <p:cNvSpPr>
                <a:spLocks noEditPoints="1"/>
              </p:cNvSpPr>
              <p:nvPr userDrawn="1"/>
            </p:nvSpPr>
            <p:spPr bwMode="auto">
              <a:xfrm>
                <a:off x="-337" y="1318"/>
                <a:ext cx="19" cy="4"/>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8" name="Freeform 1093">
                <a:extLst>
                  <a:ext uri="{FF2B5EF4-FFF2-40B4-BE49-F238E27FC236}">
                    <a16:creationId xmlns:a16="http://schemas.microsoft.com/office/drawing/2014/main" id="{985FA642-31A1-4DDA-A793-E20AD8D3FC99}"/>
                  </a:ext>
                </a:extLst>
              </p:cNvPr>
              <p:cNvSpPr>
                <a:spLocks/>
              </p:cNvSpPr>
              <p:nvPr userDrawn="1"/>
            </p:nvSpPr>
            <p:spPr bwMode="auto">
              <a:xfrm>
                <a:off x="-458"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9" name="Freeform 1094">
                <a:extLst>
                  <a:ext uri="{FF2B5EF4-FFF2-40B4-BE49-F238E27FC236}">
                    <a16:creationId xmlns:a16="http://schemas.microsoft.com/office/drawing/2014/main" id="{EB86CF4B-BD13-4231-9CDD-C07A3C0B1102}"/>
                  </a:ext>
                </a:extLst>
              </p:cNvPr>
              <p:cNvSpPr>
                <a:spLocks noEditPoints="1"/>
              </p:cNvSpPr>
              <p:nvPr userDrawn="1"/>
            </p:nvSpPr>
            <p:spPr bwMode="auto">
              <a:xfrm>
                <a:off x="-1538" y="1847"/>
                <a:ext cx="175" cy="156"/>
              </a:xfrm>
              <a:custGeom>
                <a:avLst/>
                <a:gdLst>
                  <a:gd name="T0" fmla="*/ 93 w 233"/>
                  <a:gd name="T1" fmla="*/ 8 h 208"/>
                  <a:gd name="T2" fmla="*/ 94 w 233"/>
                  <a:gd name="T3" fmla="*/ 8 h 208"/>
                  <a:gd name="T4" fmla="*/ 120 w 233"/>
                  <a:gd name="T5" fmla="*/ 6 h 208"/>
                  <a:gd name="T6" fmla="*/ 120 w 233"/>
                  <a:gd name="T7" fmla="*/ 6 h 208"/>
                  <a:gd name="T8" fmla="*/ 170 w 233"/>
                  <a:gd name="T9" fmla="*/ 15 h 208"/>
                  <a:gd name="T10" fmla="*/ 220 w 233"/>
                  <a:gd name="T11" fmla="*/ 56 h 208"/>
                  <a:gd name="T12" fmla="*/ 227 w 233"/>
                  <a:gd name="T13" fmla="*/ 88 h 208"/>
                  <a:gd name="T14" fmla="*/ 216 w 233"/>
                  <a:gd name="T15" fmla="*/ 130 h 208"/>
                  <a:gd name="T16" fmla="*/ 171 w 233"/>
                  <a:gd name="T17" fmla="*/ 175 h 208"/>
                  <a:gd name="T18" fmla="*/ 171 w 233"/>
                  <a:gd name="T19" fmla="*/ 175 h 208"/>
                  <a:gd name="T20" fmla="*/ 123 w 233"/>
                  <a:gd name="T21" fmla="*/ 185 h 208"/>
                  <a:gd name="T22" fmla="*/ 123 w 233"/>
                  <a:gd name="T23" fmla="*/ 185 h 208"/>
                  <a:gd name="T24" fmla="*/ 123 w 233"/>
                  <a:gd name="T25" fmla="*/ 185 h 208"/>
                  <a:gd name="T26" fmla="*/ 98 w 233"/>
                  <a:gd name="T27" fmla="*/ 179 h 208"/>
                  <a:gd name="T28" fmla="*/ 98 w 233"/>
                  <a:gd name="T29" fmla="*/ 179 h 208"/>
                  <a:gd name="T30" fmla="*/ 97 w 233"/>
                  <a:gd name="T31" fmla="*/ 178 h 208"/>
                  <a:gd name="T32" fmla="*/ 91 w 233"/>
                  <a:gd name="T33" fmla="*/ 176 h 208"/>
                  <a:gd name="T34" fmla="*/ 67 w 233"/>
                  <a:gd name="T35" fmla="*/ 165 h 208"/>
                  <a:gd name="T36" fmla="*/ 45 w 233"/>
                  <a:gd name="T37" fmla="*/ 153 h 208"/>
                  <a:gd name="T38" fmla="*/ 42 w 233"/>
                  <a:gd name="T39" fmla="*/ 151 h 208"/>
                  <a:gd name="T40" fmla="*/ 22 w 233"/>
                  <a:gd name="T41" fmla="*/ 182 h 208"/>
                  <a:gd name="T42" fmla="*/ 22 w 233"/>
                  <a:gd name="T43" fmla="*/ 171 h 208"/>
                  <a:gd name="T44" fmla="*/ 14 w 233"/>
                  <a:gd name="T45" fmla="*/ 129 h 208"/>
                  <a:gd name="T46" fmla="*/ 14 w 233"/>
                  <a:gd name="T47" fmla="*/ 129 h 208"/>
                  <a:gd name="T48" fmla="*/ 13 w 233"/>
                  <a:gd name="T49" fmla="*/ 128 h 208"/>
                  <a:gd name="T50" fmla="*/ 9 w 233"/>
                  <a:gd name="T51" fmla="*/ 123 h 208"/>
                  <a:gd name="T52" fmla="*/ 6 w 233"/>
                  <a:gd name="T53" fmla="*/ 107 h 208"/>
                  <a:gd name="T54" fmla="*/ 14 w 233"/>
                  <a:gd name="T55" fmla="*/ 77 h 208"/>
                  <a:gd name="T56" fmla="*/ 14 w 233"/>
                  <a:gd name="T57" fmla="*/ 77 h 208"/>
                  <a:gd name="T58" fmla="*/ 14 w 233"/>
                  <a:gd name="T59" fmla="*/ 77 h 208"/>
                  <a:gd name="T60" fmla="*/ 14 w 233"/>
                  <a:gd name="T61" fmla="*/ 77 h 208"/>
                  <a:gd name="T62" fmla="*/ 30 w 233"/>
                  <a:gd name="T63" fmla="*/ 48 h 208"/>
                  <a:gd name="T64" fmla="*/ 93 w 233"/>
                  <a:gd name="T65" fmla="*/ 8 h 208"/>
                  <a:gd name="T66" fmla="*/ 120 w 233"/>
                  <a:gd name="T67" fmla="*/ 0 h 208"/>
                  <a:gd name="T68" fmla="*/ 92 w 233"/>
                  <a:gd name="T69" fmla="*/ 2 h 208"/>
                  <a:gd name="T70" fmla="*/ 92 w 233"/>
                  <a:gd name="T71" fmla="*/ 2 h 208"/>
                  <a:gd name="T72" fmla="*/ 92 w 233"/>
                  <a:gd name="T73" fmla="*/ 2 h 208"/>
                  <a:gd name="T74" fmla="*/ 24 w 233"/>
                  <a:gd name="T75" fmla="*/ 46 h 208"/>
                  <a:gd name="T76" fmla="*/ 9 w 233"/>
                  <a:gd name="T77" fmla="*/ 75 h 208"/>
                  <a:gd name="T78" fmla="*/ 0 w 233"/>
                  <a:gd name="T79" fmla="*/ 107 h 208"/>
                  <a:gd name="T80" fmla="*/ 4 w 233"/>
                  <a:gd name="T81" fmla="*/ 127 h 208"/>
                  <a:gd name="T82" fmla="*/ 9 w 233"/>
                  <a:gd name="T83" fmla="*/ 133 h 208"/>
                  <a:gd name="T84" fmla="*/ 16 w 233"/>
                  <a:gd name="T85" fmla="*/ 171 h 208"/>
                  <a:gd name="T86" fmla="*/ 15 w 233"/>
                  <a:gd name="T87" fmla="*/ 187 h 208"/>
                  <a:gd name="T88" fmla="*/ 15 w 233"/>
                  <a:gd name="T89" fmla="*/ 192 h 208"/>
                  <a:gd name="T90" fmla="*/ 14 w 233"/>
                  <a:gd name="T91" fmla="*/ 193 h 208"/>
                  <a:gd name="T92" fmla="*/ 14 w 233"/>
                  <a:gd name="T93" fmla="*/ 194 h 208"/>
                  <a:gd name="T94" fmla="*/ 12 w 233"/>
                  <a:gd name="T95" fmla="*/ 208 h 208"/>
                  <a:gd name="T96" fmla="*/ 20 w 233"/>
                  <a:gd name="T97" fmla="*/ 196 h 208"/>
                  <a:gd name="T98" fmla="*/ 44 w 233"/>
                  <a:gd name="T99" fmla="*/ 159 h 208"/>
                  <a:gd name="T100" fmla="*/ 56 w 233"/>
                  <a:gd name="T101" fmla="*/ 166 h 208"/>
                  <a:gd name="T102" fmla="*/ 95 w 233"/>
                  <a:gd name="T103" fmla="*/ 184 h 208"/>
                  <a:gd name="T104" fmla="*/ 123 w 233"/>
                  <a:gd name="T105" fmla="*/ 191 h 208"/>
                  <a:gd name="T106" fmla="*/ 174 w 233"/>
                  <a:gd name="T107" fmla="*/ 180 h 208"/>
                  <a:gd name="T108" fmla="*/ 174 w 233"/>
                  <a:gd name="T109" fmla="*/ 180 h 208"/>
                  <a:gd name="T110" fmla="*/ 174 w 233"/>
                  <a:gd name="T111" fmla="*/ 180 h 208"/>
                  <a:gd name="T112" fmla="*/ 221 w 233"/>
                  <a:gd name="T113" fmla="*/ 132 h 208"/>
                  <a:gd name="T114" fmla="*/ 233 w 233"/>
                  <a:gd name="T115" fmla="*/ 88 h 208"/>
                  <a:gd name="T116" fmla="*/ 226 w 233"/>
                  <a:gd name="T117" fmla="*/ 53 h 208"/>
                  <a:gd name="T118" fmla="*/ 226 w 233"/>
                  <a:gd name="T119" fmla="*/ 53 h 208"/>
                  <a:gd name="T120" fmla="*/ 226 w 233"/>
                  <a:gd name="T121" fmla="*/ 52 h 208"/>
                  <a:gd name="T122" fmla="*/ 172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0" name="Freeform 1095">
                <a:extLst>
                  <a:ext uri="{FF2B5EF4-FFF2-40B4-BE49-F238E27FC236}">
                    <a16:creationId xmlns:a16="http://schemas.microsoft.com/office/drawing/2014/main" id="{4114802C-2FEA-4D4D-9E35-5C90ED9B6DCC}"/>
                  </a:ext>
                </a:extLst>
              </p:cNvPr>
              <p:cNvSpPr>
                <a:spLocks noEditPoints="1"/>
              </p:cNvSpPr>
              <p:nvPr userDrawn="1"/>
            </p:nvSpPr>
            <p:spPr bwMode="auto">
              <a:xfrm>
                <a:off x="-755" y="1432"/>
                <a:ext cx="127" cy="8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6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7 w 169"/>
                  <a:gd name="T49" fmla="*/ 0 h 117"/>
                  <a:gd name="T50" fmla="*/ 73 w 169"/>
                  <a:gd name="T51" fmla="*/ 0 h 117"/>
                  <a:gd name="T52" fmla="*/ 73 w 169"/>
                  <a:gd name="T53" fmla="*/ 0 h 117"/>
                  <a:gd name="T54" fmla="*/ 54 w 169"/>
                  <a:gd name="T55" fmla="*/ 5 h 117"/>
                  <a:gd name="T56" fmla="*/ 40 w 169"/>
                  <a:gd name="T57" fmla="*/ 21 h 117"/>
                  <a:gd name="T58" fmla="*/ 37 w 169"/>
                  <a:gd name="T59" fmla="*/ 31 h 117"/>
                  <a:gd name="T60" fmla="*/ 37 w 169"/>
                  <a:gd name="T61" fmla="*/ 31 h 117"/>
                  <a:gd name="T62" fmla="*/ 37 w 169"/>
                  <a:gd name="T63" fmla="*/ 57 h 117"/>
                  <a:gd name="T64" fmla="*/ 0 w 169"/>
                  <a:gd name="T65" fmla="*/ 38 h 117"/>
                  <a:gd name="T66" fmla="*/ 9 w 169"/>
                  <a:gd name="T67" fmla="*/ 48 h 117"/>
                  <a:gd name="T68" fmla="*/ 11 w 169"/>
                  <a:gd name="T69" fmla="*/ 47 h 117"/>
                  <a:gd name="T70" fmla="*/ 9 w 169"/>
                  <a:gd name="T71" fmla="*/ 48 h 117"/>
                  <a:gd name="T72" fmla="*/ 37 w 169"/>
                  <a:gd name="T73" fmla="*/ 86 h 117"/>
                  <a:gd name="T74" fmla="*/ 41 w 169"/>
                  <a:gd name="T75" fmla="*/ 102 h 117"/>
                  <a:gd name="T76" fmla="*/ 54 w 169"/>
                  <a:gd name="T77" fmla="*/ 114 h 117"/>
                  <a:gd name="T78" fmla="*/ 62 w 169"/>
                  <a:gd name="T79" fmla="*/ 117 h 117"/>
                  <a:gd name="T80" fmla="*/ 62 w 169"/>
                  <a:gd name="T81" fmla="*/ 117 h 117"/>
                  <a:gd name="T82" fmla="*/ 133 w 169"/>
                  <a:gd name="T83" fmla="*/ 117 h 117"/>
                  <a:gd name="T84" fmla="*/ 133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1 w 169"/>
                  <a:gd name="T97" fmla="*/ 5 h 117"/>
                  <a:gd name="T98" fmla="*/ 137 w 169"/>
                  <a:gd name="T99" fmla="*/ 0 h 117"/>
                  <a:gd name="T100" fmla="*/ 137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1" name="Freeform 1096">
                <a:extLst>
                  <a:ext uri="{FF2B5EF4-FFF2-40B4-BE49-F238E27FC236}">
                    <a16:creationId xmlns:a16="http://schemas.microsoft.com/office/drawing/2014/main" id="{9581C9A5-9567-4C3A-80F9-4201B5BF9739}"/>
                  </a:ext>
                </a:extLst>
              </p:cNvPr>
              <p:cNvSpPr>
                <a:spLocks noEditPoints="1"/>
              </p:cNvSpPr>
              <p:nvPr userDrawn="1"/>
            </p:nvSpPr>
            <p:spPr bwMode="auto">
              <a:xfrm>
                <a:off x="-1371" y="1959"/>
                <a:ext cx="78" cy="52"/>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3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5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2" name="Freeform 1097">
                <a:extLst>
                  <a:ext uri="{FF2B5EF4-FFF2-40B4-BE49-F238E27FC236}">
                    <a16:creationId xmlns:a16="http://schemas.microsoft.com/office/drawing/2014/main" id="{935DADF4-9B8F-4753-A835-DFCEB14A1CEA}"/>
                  </a:ext>
                </a:extLst>
              </p:cNvPr>
              <p:cNvSpPr>
                <a:spLocks noEditPoints="1"/>
              </p:cNvSpPr>
              <p:nvPr userDrawn="1"/>
            </p:nvSpPr>
            <p:spPr bwMode="auto">
              <a:xfrm>
                <a:off x="-1648" y="2024"/>
                <a:ext cx="107" cy="74"/>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6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3" name="Freeform 1098">
                <a:extLst>
                  <a:ext uri="{FF2B5EF4-FFF2-40B4-BE49-F238E27FC236}">
                    <a16:creationId xmlns:a16="http://schemas.microsoft.com/office/drawing/2014/main" id="{DF220810-CD08-40E6-A57F-C26A042FF86D}"/>
                  </a:ext>
                </a:extLst>
              </p:cNvPr>
              <p:cNvSpPr>
                <a:spLocks noEditPoints="1"/>
              </p:cNvSpPr>
              <p:nvPr userDrawn="1"/>
            </p:nvSpPr>
            <p:spPr bwMode="auto">
              <a:xfrm>
                <a:off x="-1206" y="1770"/>
                <a:ext cx="84" cy="57"/>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3 w 112"/>
                  <a:gd name="T21" fmla="*/ 65 h 76"/>
                  <a:gd name="T22" fmla="*/ 87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4" name="Freeform 1099">
                <a:extLst>
                  <a:ext uri="{FF2B5EF4-FFF2-40B4-BE49-F238E27FC236}">
                    <a16:creationId xmlns:a16="http://schemas.microsoft.com/office/drawing/2014/main" id="{5F7BD142-8322-4E72-BB8C-93B0EDAB3444}"/>
                  </a:ext>
                </a:extLst>
              </p:cNvPr>
              <p:cNvSpPr>
                <a:spLocks noEditPoints="1"/>
              </p:cNvSpPr>
              <p:nvPr userDrawn="1"/>
            </p:nvSpPr>
            <p:spPr bwMode="auto">
              <a:xfrm>
                <a:off x="-1213" y="1633"/>
                <a:ext cx="126" cy="116"/>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1 w 168"/>
                  <a:gd name="T35" fmla="*/ 149 h 155"/>
                  <a:gd name="T36" fmla="*/ 51 w 168"/>
                  <a:gd name="T37" fmla="*/ 143 h 155"/>
                  <a:gd name="T38" fmla="*/ 41 w 168"/>
                  <a:gd name="T39" fmla="*/ 113 h 155"/>
                  <a:gd name="T40" fmla="*/ 41 w 168"/>
                  <a:gd name="T41" fmla="*/ 112 h 155"/>
                  <a:gd name="T42" fmla="*/ 18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1"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5" name="Freeform 1100">
                <a:extLst>
                  <a:ext uri="{FF2B5EF4-FFF2-40B4-BE49-F238E27FC236}">
                    <a16:creationId xmlns:a16="http://schemas.microsoft.com/office/drawing/2014/main" id="{7357508A-F406-41A3-A377-4BCD59DB58C4}"/>
                  </a:ext>
                </a:extLst>
              </p:cNvPr>
              <p:cNvSpPr>
                <a:spLocks noEditPoints="1"/>
              </p:cNvSpPr>
              <p:nvPr userDrawn="1"/>
            </p:nvSpPr>
            <p:spPr bwMode="auto">
              <a:xfrm>
                <a:off x="-1523" y="1403"/>
                <a:ext cx="126" cy="117"/>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6" name="Freeform 1101">
                <a:extLst>
                  <a:ext uri="{FF2B5EF4-FFF2-40B4-BE49-F238E27FC236}">
                    <a16:creationId xmlns:a16="http://schemas.microsoft.com/office/drawing/2014/main" id="{5DB6565E-C99B-47C9-B4E8-AEF64FD8C2F0}"/>
                  </a:ext>
                </a:extLst>
              </p:cNvPr>
              <p:cNvSpPr>
                <a:spLocks/>
              </p:cNvSpPr>
              <p:nvPr userDrawn="1"/>
            </p:nvSpPr>
            <p:spPr bwMode="auto">
              <a:xfrm>
                <a:off x="-1403"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7" name="Freeform 1102">
                <a:extLst>
                  <a:ext uri="{FF2B5EF4-FFF2-40B4-BE49-F238E27FC236}">
                    <a16:creationId xmlns:a16="http://schemas.microsoft.com/office/drawing/2014/main" id="{E23CB7DE-DB98-4D96-8B1F-85CF43A1F3FB}"/>
                  </a:ext>
                </a:extLst>
              </p:cNvPr>
              <p:cNvSpPr>
                <a:spLocks noEditPoints="1"/>
              </p:cNvSpPr>
              <p:nvPr userDrawn="1"/>
            </p:nvSpPr>
            <p:spPr bwMode="auto">
              <a:xfrm>
                <a:off x="-1137" y="1802"/>
                <a:ext cx="89" cy="12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8" name="Freeform 1103">
                <a:extLst>
                  <a:ext uri="{FF2B5EF4-FFF2-40B4-BE49-F238E27FC236}">
                    <a16:creationId xmlns:a16="http://schemas.microsoft.com/office/drawing/2014/main" id="{FA66F9D8-C937-40FD-9269-6A97F0B67726}"/>
                  </a:ext>
                </a:extLst>
              </p:cNvPr>
              <p:cNvSpPr>
                <a:spLocks noEditPoints="1"/>
              </p:cNvSpPr>
              <p:nvPr userDrawn="1"/>
            </p:nvSpPr>
            <p:spPr bwMode="auto">
              <a:xfrm>
                <a:off x="-1588" y="1476"/>
                <a:ext cx="89" cy="126"/>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6 w 119"/>
                  <a:gd name="T41" fmla="*/ 161 h 167"/>
                  <a:gd name="T42" fmla="*/ 26 w 119"/>
                  <a:gd name="T43" fmla="*/ 161 h 167"/>
                  <a:gd name="T44" fmla="*/ 16 w 119"/>
                  <a:gd name="T45" fmla="*/ 157 h 167"/>
                  <a:gd name="T46" fmla="*/ 7 w 119"/>
                  <a:gd name="T47" fmla="*/ 131 h 167"/>
                  <a:gd name="T48" fmla="*/ 6 w 119"/>
                  <a:gd name="T49" fmla="*/ 63 h 167"/>
                  <a:gd name="T50" fmla="*/ 70 w 119"/>
                  <a:gd name="T51" fmla="*/ 11 h 167"/>
                  <a:gd name="T52" fmla="*/ 68 w 119"/>
                  <a:gd name="T53" fmla="*/ 9 h 167"/>
                  <a:gd name="T54" fmla="*/ 70 w 119"/>
                  <a:gd name="T55" fmla="*/ 11 h 167"/>
                  <a:gd name="T56" fmla="*/ 79 w 119"/>
                  <a:gd name="T57" fmla="*/ 0 h 167"/>
                  <a:gd name="T58" fmla="*/ 68 w 119"/>
                  <a:gd name="T59" fmla="*/ 8 h 167"/>
                  <a:gd name="T60" fmla="*/ 31 w 119"/>
                  <a:gd name="T61" fmla="*/ 37 h 167"/>
                  <a:gd name="T62" fmla="*/ 14 w 119"/>
                  <a:gd name="T63" fmla="*/ 41 h 167"/>
                  <a:gd name="T64" fmla="*/ 2 w 119"/>
                  <a:gd name="T65" fmla="*/ 54 h 167"/>
                  <a:gd name="T66" fmla="*/ 0 w 119"/>
                  <a:gd name="T67" fmla="*/ 62 h 167"/>
                  <a:gd name="T68" fmla="*/ 0 w 119"/>
                  <a:gd name="T69" fmla="*/ 63 h 167"/>
                  <a:gd name="T70" fmla="*/ 1 w 119"/>
                  <a:gd name="T71" fmla="*/ 131 h 167"/>
                  <a:gd name="T72" fmla="*/ 1 w 119"/>
                  <a:gd name="T73" fmla="*/ 131 h 167"/>
                  <a:gd name="T74" fmla="*/ 12 w 119"/>
                  <a:gd name="T75" fmla="*/ 161 h 167"/>
                  <a:gd name="T76" fmla="*/ 26 w 119"/>
                  <a:gd name="T77" fmla="*/ 167 h 167"/>
                  <a:gd name="T78" fmla="*/ 26 w 119"/>
                  <a:gd name="T79" fmla="*/ 167 h 167"/>
                  <a:gd name="T80" fmla="*/ 29 w 119"/>
                  <a:gd name="T81" fmla="*/ 167 h 167"/>
                  <a:gd name="T82" fmla="*/ 87 w 119"/>
                  <a:gd name="T83" fmla="*/ 166 h 167"/>
                  <a:gd name="T84" fmla="*/ 88 w 119"/>
                  <a:gd name="T85" fmla="*/ 166 h 167"/>
                  <a:gd name="T86" fmla="*/ 115 w 119"/>
                  <a:gd name="T87" fmla="*/ 147 h 167"/>
                  <a:gd name="T88" fmla="*/ 118 w 119"/>
                  <a:gd name="T89" fmla="*/ 139 h 167"/>
                  <a:gd name="T90" fmla="*/ 114 w 119"/>
                  <a:gd name="T91" fmla="*/ 136 h 167"/>
                  <a:gd name="T92" fmla="*/ 119 w 119"/>
                  <a:gd name="T93" fmla="*/ 137 h 167"/>
                  <a:gd name="T94" fmla="*/ 119 w 119"/>
                  <a:gd name="T95" fmla="*/ 133 h 167"/>
                  <a:gd name="T96" fmla="*/ 119 w 119"/>
                  <a:gd name="T97" fmla="*/ 133 h 167"/>
                  <a:gd name="T98" fmla="*/ 118 w 119"/>
                  <a:gd name="T99" fmla="*/ 71 h 167"/>
                  <a:gd name="T100" fmla="*/ 118 w 119"/>
                  <a:gd name="T101" fmla="*/ 71 h 167"/>
                  <a:gd name="T102" fmla="*/ 113 w 119"/>
                  <a:gd name="T103" fmla="*/ 52 h 167"/>
                  <a:gd name="T104" fmla="*/ 96 w 119"/>
                  <a:gd name="T105" fmla="*/ 39 h 167"/>
                  <a:gd name="T106" fmla="*/ 86 w 119"/>
                  <a:gd name="T107" fmla="*/ 36 h 167"/>
                  <a:gd name="T108" fmla="*/ 86 w 119"/>
                  <a:gd name="T109" fmla="*/ 36 h 167"/>
                  <a:gd name="T110" fmla="*/ 60 w 119"/>
                  <a:gd name="T111" fmla="*/ 36 h 167"/>
                  <a:gd name="T112" fmla="*/ 79 w 119"/>
                  <a:gd name="T11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9" name="Freeform 1104">
                <a:extLst>
                  <a:ext uri="{FF2B5EF4-FFF2-40B4-BE49-F238E27FC236}">
                    <a16:creationId xmlns:a16="http://schemas.microsoft.com/office/drawing/2014/main" id="{25C75F51-8759-4531-BC11-F4A2DB690CA1}"/>
                  </a:ext>
                </a:extLst>
              </p:cNvPr>
              <p:cNvSpPr>
                <a:spLocks/>
              </p:cNvSpPr>
              <p:nvPr userDrawn="1"/>
            </p:nvSpPr>
            <p:spPr bwMode="auto">
              <a:xfrm>
                <a:off x="-1502" y="1578"/>
                <a:ext cx="3" cy="3"/>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0" name="Freeform 1105">
                <a:extLst>
                  <a:ext uri="{FF2B5EF4-FFF2-40B4-BE49-F238E27FC236}">
                    <a16:creationId xmlns:a16="http://schemas.microsoft.com/office/drawing/2014/main" id="{BB796EA8-7516-4B4D-BADE-C0A4376A3206}"/>
                  </a:ext>
                </a:extLst>
              </p:cNvPr>
              <p:cNvSpPr>
                <a:spLocks noEditPoints="1"/>
              </p:cNvSpPr>
              <p:nvPr userDrawn="1"/>
            </p:nvSpPr>
            <p:spPr bwMode="auto">
              <a:xfrm>
                <a:off x="-885" y="1504"/>
                <a:ext cx="164" cy="98"/>
              </a:xfrm>
              <a:custGeom>
                <a:avLst/>
                <a:gdLst>
                  <a:gd name="T0" fmla="*/ 15 w 219"/>
                  <a:gd name="T1" fmla="*/ 41 h 131"/>
                  <a:gd name="T2" fmla="*/ 17 w 219"/>
                  <a:gd name="T3" fmla="*/ 38 h 131"/>
                  <a:gd name="T4" fmla="*/ 15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4 h 131"/>
                  <a:gd name="T20" fmla="*/ 208 w 219"/>
                  <a:gd name="T21" fmla="*/ 115 h 131"/>
                  <a:gd name="T22" fmla="*/ 178 w 219"/>
                  <a:gd name="T23" fmla="*/ 125 h 131"/>
                  <a:gd name="T24" fmla="*/ 99 w 219"/>
                  <a:gd name="T25" fmla="*/ 125 h 131"/>
                  <a:gd name="T26" fmla="*/ 87 w 219"/>
                  <a:gd name="T27" fmla="*/ 120 h 131"/>
                  <a:gd name="T28" fmla="*/ 80 w 219"/>
                  <a:gd name="T29" fmla="*/ 111 h 131"/>
                  <a:gd name="T30" fmla="*/ 76 w 219"/>
                  <a:gd name="T31" fmla="*/ 95 h 131"/>
                  <a:gd name="T32" fmla="*/ 76 w 219"/>
                  <a:gd name="T33" fmla="*/ 94 h 131"/>
                  <a:gd name="T34" fmla="*/ 34 w 219"/>
                  <a:gd name="T35" fmla="*/ 51 h 131"/>
                  <a:gd name="T36" fmla="*/ 76 w 219"/>
                  <a:gd name="T37" fmla="*/ 74 h 131"/>
                  <a:gd name="T38" fmla="*/ 76 w 219"/>
                  <a:gd name="T39" fmla="*/ 35 h 131"/>
                  <a:gd name="T40" fmla="*/ 82 w 219"/>
                  <a:gd name="T41" fmla="*/ 20 h 131"/>
                  <a:gd name="T42" fmla="*/ 92 w 219"/>
                  <a:gd name="T43" fmla="*/ 11 h 131"/>
                  <a:gd name="T44" fmla="*/ 110 w 219"/>
                  <a:gd name="T45" fmla="*/ 6 h 131"/>
                  <a:gd name="T46" fmla="*/ 110 w 219"/>
                  <a:gd name="T47" fmla="*/ 6 h 131"/>
                  <a:gd name="T48" fmla="*/ 182 w 219"/>
                  <a:gd name="T49" fmla="*/ 0 h 131"/>
                  <a:gd name="T50" fmla="*/ 110 w 219"/>
                  <a:gd name="T51" fmla="*/ 0 h 131"/>
                  <a:gd name="T52" fmla="*/ 110 w 219"/>
                  <a:gd name="T53" fmla="*/ 0 h 131"/>
                  <a:gd name="T54" fmla="*/ 89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5 w 219"/>
                  <a:gd name="T67" fmla="*/ 40 h 131"/>
                  <a:gd name="T68" fmla="*/ 17 w 219"/>
                  <a:gd name="T69" fmla="*/ 38 h 131"/>
                  <a:gd name="T70" fmla="*/ 15 w 219"/>
                  <a:gd name="T71" fmla="*/ 40 h 131"/>
                  <a:gd name="T72" fmla="*/ 70 w 219"/>
                  <a:gd name="T73" fmla="*/ 97 h 131"/>
                  <a:gd name="T74" fmla="*/ 74 w 219"/>
                  <a:gd name="T75" fmla="*/ 114 h 131"/>
                  <a:gd name="T76" fmla="*/ 89 w 219"/>
                  <a:gd name="T77" fmla="*/ 128 h 131"/>
                  <a:gd name="T78" fmla="*/ 99 w 219"/>
                  <a:gd name="T79" fmla="*/ 131 h 131"/>
                  <a:gd name="T80" fmla="*/ 99 w 219"/>
                  <a:gd name="T81" fmla="*/ 131 h 131"/>
                  <a:gd name="T82" fmla="*/ 178 w 219"/>
                  <a:gd name="T83" fmla="*/ 131 h 131"/>
                  <a:gd name="T84" fmla="*/ 178 w 219"/>
                  <a:gd name="T85" fmla="*/ 131 h 131"/>
                  <a:gd name="T86" fmla="*/ 212 w 219"/>
                  <a:gd name="T87" fmla="*/ 119 h 131"/>
                  <a:gd name="T88" fmla="*/ 219 w 219"/>
                  <a:gd name="T89" fmla="*/ 104 h 131"/>
                  <a:gd name="T90" fmla="*/ 219 w 219"/>
                  <a:gd name="T91" fmla="*/ 101 h 131"/>
                  <a:gd name="T92" fmla="*/ 219 w 219"/>
                  <a:gd name="T93" fmla="*/ 36 h 131"/>
                  <a:gd name="T94" fmla="*/ 219 w 219"/>
                  <a:gd name="T95" fmla="*/ 36 h 131"/>
                  <a:gd name="T96" fmla="*/ 198 w 219"/>
                  <a:gd name="T97" fmla="*/ 5 h 131"/>
                  <a:gd name="T98" fmla="*/ 183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1" name="Freeform 1106">
                <a:extLst>
                  <a:ext uri="{FF2B5EF4-FFF2-40B4-BE49-F238E27FC236}">
                    <a16:creationId xmlns:a16="http://schemas.microsoft.com/office/drawing/2014/main" id="{C94ABFD9-CC71-49B9-9075-FAAF5440D6F3}"/>
                  </a:ext>
                </a:extLst>
              </p:cNvPr>
              <p:cNvSpPr>
                <a:spLocks noEditPoints="1"/>
              </p:cNvSpPr>
              <p:nvPr userDrawn="1"/>
            </p:nvSpPr>
            <p:spPr bwMode="auto">
              <a:xfrm>
                <a:off x="-710" y="1533"/>
                <a:ext cx="105" cy="10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5 h 137"/>
                  <a:gd name="T28" fmla="*/ 37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7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2" name="Freeform 1107">
                <a:extLst>
                  <a:ext uri="{FF2B5EF4-FFF2-40B4-BE49-F238E27FC236}">
                    <a16:creationId xmlns:a16="http://schemas.microsoft.com/office/drawing/2014/main" id="{AAE5A389-E189-45DB-A0A5-E430FF96D507}"/>
                  </a:ext>
                </a:extLst>
              </p:cNvPr>
              <p:cNvSpPr>
                <a:spLocks noEditPoints="1"/>
              </p:cNvSpPr>
              <p:nvPr userDrawn="1"/>
            </p:nvSpPr>
            <p:spPr bwMode="auto">
              <a:xfrm>
                <a:off x="-1232" y="1445"/>
                <a:ext cx="105" cy="10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3" name="Freeform 1108">
                <a:extLst>
                  <a:ext uri="{FF2B5EF4-FFF2-40B4-BE49-F238E27FC236}">
                    <a16:creationId xmlns:a16="http://schemas.microsoft.com/office/drawing/2014/main" id="{39A1F5D9-44D0-4069-9D50-783AECE038B1}"/>
                  </a:ext>
                </a:extLst>
              </p:cNvPr>
              <p:cNvSpPr>
                <a:spLocks/>
              </p:cNvSpPr>
              <p:nvPr userDrawn="1"/>
            </p:nvSpPr>
            <p:spPr bwMode="auto">
              <a:xfrm>
                <a:off x="-1172" y="1542"/>
                <a:ext cx="10" cy="4"/>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4" name="Freeform 1109">
                <a:extLst>
                  <a:ext uri="{FF2B5EF4-FFF2-40B4-BE49-F238E27FC236}">
                    <a16:creationId xmlns:a16="http://schemas.microsoft.com/office/drawing/2014/main" id="{19F04534-9AC4-4C91-B918-1E63095FA318}"/>
                  </a:ext>
                </a:extLst>
              </p:cNvPr>
              <p:cNvSpPr>
                <a:spLocks noEditPoints="1"/>
              </p:cNvSpPr>
              <p:nvPr userDrawn="1"/>
            </p:nvSpPr>
            <p:spPr bwMode="auto">
              <a:xfrm>
                <a:off x="-1311" y="1335"/>
                <a:ext cx="117" cy="115"/>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8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5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5" name="Freeform 1110">
                <a:extLst>
                  <a:ext uri="{FF2B5EF4-FFF2-40B4-BE49-F238E27FC236}">
                    <a16:creationId xmlns:a16="http://schemas.microsoft.com/office/drawing/2014/main" id="{514F96CC-D538-4415-8E6B-5AF1E821FCE7}"/>
                  </a:ext>
                </a:extLst>
              </p:cNvPr>
              <p:cNvSpPr>
                <a:spLocks noEditPoints="1"/>
              </p:cNvSpPr>
              <p:nvPr userDrawn="1"/>
            </p:nvSpPr>
            <p:spPr bwMode="auto">
              <a:xfrm>
                <a:off x="-601" y="151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6" name="Freeform 1111">
                <a:extLst>
                  <a:ext uri="{FF2B5EF4-FFF2-40B4-BE49-F238E27FC236}">
                    <a16:creationId xmlns:a16="http://schemas.microsoft.com/office/drawing/2014/main" id="{2FA7B2E4-1DD3-4339-A1BD-55320D5BBB31}"/>
                  </a:ext>
                </a:extLst>
              </p:cNvPr>
              <p:cNvSpPr>
                <a:spLocks noEditPoints="1"/>
              </p:cNvSpPr>
              <p:nvPr userDrawn="1"/>
            </p:nvSpPr>
            <p:spPr bwMode="auto">
              <a:xfrm>
                <a:off x="-456" y="1246"/>
                <a:ext cx="57" cy="86"/>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6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8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7 w 76"/>
                  <a:gd name="T69" fmla="*/ 8 h 115"/>
                  <a:gd name="T70" fmla="*/ 1 w 76"/>
                  <a:gd name="T71" fmla="*/ 22 h 115"/>
                  <a:gd name="T72" fmla="*/ 0 w 76"/>
                  <a:gd name="T73" fmla="*/ 39 h 115"/>
                  <a:gd name="T74" fmla="*/ 1 w 76"/>
                  <a:gd name="T75" fmla="*/ 61 h 115"/>
                  <a:gd name="T76" fmla="*/ 8 w 76"/>
                  <a:gd name="T77" fmla="*/ 81 h 115"/>
                  <a:gd name="T78" fmla="*/ 15 w 76"/>
                  <a:gd name="T79" fmla="*/ 88 h 115"/>
                  <a:gd name="T80" fmla="*/ 15 w 76"/>
                  <a:gd name="T81" fmla="*/ 88 h 115"/>
                  <a:gd name="T82" fmla="*/ 37 w 76"/>
                  <a:gd name="T83" fmla="*/ 89 h 115"/>
                  <a:gd name="T84" fmla="*/ 26 w 76"/>
                  <a:gd name="T85" fmla="*/ 115 h 115"/>
                  <a:gd name="T86" fmla="*/ 56 w 76"/>
                  <a:gd name="T87" fmla="*/ 90 h 115"/>
                  <a:gd name="T88" fmla="*/ 72 w 76"/>
                  <a:gd name="T89" fmla="*/ 85 h 115"/>
                  <a:gd name="T90" fmla="*/ 75 w 76"/>
                  <a:gd name="T91" fmla="*/ 80 h 115"/>
                  <a:gd name="T92" fmla="*/ 76 w 76"/>
                  <a:gd name="T93" fmla="*/ 77 h 115"/>
                  <a:gd name="T94" fmla="*/ 76 w 76"/>
                  <a:gd name="T95" fmla="*/ 76 h 115"/>
                  <a:gd name="T96" fmla="*/ 76 w 76"/>
                  <a:gd name="T97" fmla="*/ 28 h 115"/>
                  <a:gd name="T98" fmla="*/ 69 w 76"/>
                  <a:gd name="T99" fmla="*/ 4 h 115"/>
                  <a:gd name="T100" fmla="*/ 63 w 76"/>
                  <a:gd name="T101" fmla="*/ 1 h 115"/>
                  <a:gd name="T102" fmla="*/ 60 w 76"/>
                  <a:gd name="T10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7" name="Freeform 1112">
                <a:extLst>
                  <a:ext uri="{FF2B5EF4-FFF2-40B4-BE49-F238E27FC236}">
                    <a16:creationId xmlns:a16="http://schemas.microsoft.com/office/drawing/2014/main" id="{A0C8B453-C1AA-4E06-B5D3-1B34FFE1548D}"/>
                  </a:ext>
                </a:extLst>
              </p:cNvPr>
              <p:cNvSpPr>
                <a:spLocks noEditPoints="1"/>
              </p:cNvSpPr>
              <p:nvPr userDrawn="1"/>
            </p:nvSpPr>
            <p:spPr bwMode="auto">
              <a:xfrm>
                <a:off x="-1299" y="1466"/>
                <a:ext cx="57" cy="87"/>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8" name="Freeform 1113">
                <a:extLst>
                  <a:ext uri="{FF2B5EF4-FFF2-40B4-BE49-F238E27FC236}">
                    <a16:creationId xmlns:a16="http://schemas.microsoft.com/office/drawing/2014/main" id="{321FB9DA-77EC-44E6-8C02-0240316E2482}"/>
                  </a:ext>
                </a:extLst>
              </p:cNvPr>
              <p:cNvSpPr>
                <a:spLocks noEditPoints="1"/>
              </p:cNvSpPr>
              <p:nvPr userDrawn="1"/>
            </p:nvSpPr>
            <p:spPr bwMode="auto">
              <a:xfrm>
                <a:off x="-1643" y="1228"/>
                <a:ext cx="57" cy="86"/>
              </a:xfrm>
              <a:custGeom>
                <a:avLst/>
                <a:gdLst>
                  <a:gd name="T0" fmla="*/ 18 w 76"/>
                  <a:gd name="T1" fmla="*/ 82 h 115"/>
                  <a:gd name="T2" fmla="*/ 18 w 76"/>
                  <a:gd name="T3" fmla="*/ 82 h 115"/>
                  <a:gd name="T4" fmla="*/ 18 w 76"/>
                  <a:gd name="T5" fmla="*/ 82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6 h 115"/>
                  <a:gd name="T22" fmla="*/ 70 w 76"/>
                  <a:gd name="T23" fmla="*/ 77 h 115"/>
                  <a:gd name="T24" fmla="*/ 70 w 76"/>
                  <a:gd name="T25" fmla="*/ 78 h 115"/>
                  <a:gd name="T26" fmla="*/ 67 w 76"/>
                  <a:gd name="T27" fmla="*/ 81 h 115"/>
                  <a:gd name="T28" fmla="*/ 55 w 76"/>
                  <a:gd name="T29" fmla="*/ 83 h 115"/>
                  <a:gd name="T30" fmla="*/ 55 w 76"/>
                  <a:gd name="T31" fmla="*/ 83 h 115"/>
                  <a:gd name="T32" fmla="*/ 54 w 76"/>
                  <a:gd name="T33" fmla="*/ 83 h 115"/>
                  <a:gd name="T34" fmla="*/ 42 w 76"/>
                  <a:gd name="T35" fmla="*/ 93 h 115"/>
                  <a:gd name="T36" fmla="*/ 47 w 76"/>
                  <a:gd name="T37" fmla="*/ 84 h 115"/>
                  <a:gd name="T38" fmla="*/ 18 w 76"/>
                  <a:gd name="T39" fmla="*/ 82 h 115"/>
                  <a:gd name="T40" fmla="*/ 13 w 76"/>
                  <a:gd name="T41" fmla="*/ 77 h 115"/>
                  <a:gd name="T42" fmla="*/ 8 w 76"/>
                  <a:gd name="T43" fmla="*/ 60 h 115"/>
                  <a:gd name="T44" fmla="*/ 8 w 76"/>
                  <a:gd name="T45" fmla="*/ 60 h 115"/>
                  <a:gd name="T46" fmla="*/ 8 w 76"/>
                  <a:gd name="T47" fmla="*/ 60 h 115"/>
                  <a:gd name="T48" fmla="*/ 7 w 76"/>
                  <a:gd name="T49" fmla="*/ 58 h 115"/>
                  <a:gd name="T50" fmla="*/ 6 w 76"/>
                  <a:gd name="T51" fmla="*/ 39 h 115"/>
                  <a:gd name="T52" fmla="*/ 9 w 76"/>
                  <a:gd name="T53" fmla="*/ 18 h 115"/>
                  <a:gd name="T54" fmla="*/ 12 w 76"/>
                  <a:gd name="T55" fmla="*/ 11 h 115"/>
                  <a:gd name="T56" fmla="*/ 17 w 76"/>
                  <a:gd name="T57" fmla="*/ 9 h 115"/>
                  <a:gd name="T58" fmla="*/ 17 w 76"/>
                  <a:gd name="T59" fmla="*/ 9 h 115"/>
                  <a:gd name="T60" fmla="*/ 60 w 76"/>
                  <a:gd name="T61" fmla="*/ 0 h 115"/>
                  <a:gd name="T62" fmla="*/ 60 w 76"/>
                  <a:gd name="T63" fmla="*/ 0 h 115"/>
                  <a:gd name="T64" fmla="*/ 60 w 76"/>
                  <a:gd name="T65" fmla="*/ 0 h 115"/>
                  <a:gd name="T66" fmla="*/ 16 w 76"/>
                  <a:gd name="T67" fmla="*/ 3 h 115"/>
                  <a:gd name="T68" fmla="*/ 17 w 76"/>
                  <a:gd name="T69" fmla="*/ 6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7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6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2"/>
                    </a:move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9" name="Freeform 1114">
                <a:extLst>
                  <a:ext uri="{FF2B5EF4-FFF2-40B4-BE49-F238E27FC236}">
                    <a16:creationId xmlns:a16="http://schemas.microsoft.com/office/drawing/2014/main" id="{A075ED83-1A82-40E0-A423-229472A551D3}"/>
                  </a:ext>
                </a:extLst>
              </p:cNvPr>
              <p:cNvSpPr>
                <a:spLocks noEditPoints="1"/>
              </p:cNvSpPr>
              <p:nvPr userDrawn="1"/>
            </p:nvSpPr>
            <p:spPr bwMode="auto">
              <a:xfrm>
                <a:off x="-1071" y="163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0" name="Freeform 1115">
                <a:extLst>
                  <a:ext uri="{FF2B5EF4-FFF2-40B4-BE49-F238E27FC236}">
                    <a16:creationId xmlns:a16="http://schemas.microsoft.com/office/drawing/2014/main" id="{CF12D783-9766-4599-A6B4-F8B4286D92C3}"/>
                  </a:ext>
                </a:extLst>
              </p:cNvPr>
              <p:cNvSpPr>
                <a:spLocks noEditPoints="1"/>
              </p:cNvSpPr>
              <p:nvPr userDrawn="1"/>
            </p:nvSpPr>
            <p:spPr bwMode="auto">
              <a:xfrm>
                <a:off x="-1283" y="1644"/>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9 w 76"/>
                  <a:gd name="T79" fmla="*/ 82 h 116"/>
                  <a:gd name="T80" fmla="*/ 15 w 76"/>
                  <a:gd name="T81" fmla="*/ 88 h 116"/>
                  <a:gd name="T82" fmla="*/ 16 w 76"/>
                  <a:gd name="T83" fmla="*/ 89 h 116"/>
                  <a:gd name="T84" fmla="*/ 37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1" name="Freeform 1116">
                <a:extLst>
                  <a:ext uri="{FF2B5EF4-FFF2-40B4-BE49-F238E27FC236}">
                    <a16:creationId xmlns:a16="http://schemas.microsoft.com/office/drawing/2014/main" id="{DD296E51-843E-456B-B573-21461CE130BC}"/>
                  </a:ext>
                </a:extLst>
              </p:cNvPr>
              <p:cNvSpPr>
                <a:spLocks noEditPoints="1"/>
              </p:cNvSpPr>
              <p:nvPr userDrawn="1"/>
            </p:nvSpPr>
            <p:spPr bwMode="auto">
              <a:xfrm>
                <a:off x="-1529" y="174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4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2" name="Freeform 1117">
                <a:extLst>
                  <a:ext uri="{FF2B5EF4-FFF2-40B4-BE49-F238E27FC236}">
                    <a16:creationId xmlns:a16="http://schemas.microsoft.com/office/drawing/2014/main" id="{D2DE5188-E7D7-4393-993F-0C34ABA06CE2}"/>
                  </a:ext>
                </a:extLst>
              </p:cNvPr>
              <p:cNvSpPr>
                <a:spLocks noEditPoints="1"/>
              </p:cNvSpPr>
              <p:nvPr userDrawn="1"/>
            </p:nvSpPr>
            <p:spPr bwMode="auto">
              <a:xfrm>
                <a:off x="-1310" y="1871"/>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7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3" name="Freeform 1118">
                <a:extLst>
                  <a:ext uri="{FF2B5EF4-FFF2-40B4-BE49-F238E27FC236}">
                    <a16:creationId xmlns:a16="http://schemas.microsoft.com/office/drawing/2014/main" id="{F92CFF9D-BF84-4015-A664-F6767437E8A1}"/>
                  </a:ext>
                </a:extLst>
              </p:cNvPr>
              <p:cNvSpPr>
                <a:spLocks noEditPoints="1"/>
              </p:cNvSpPr>
              <p:nvPr userDrawn="1"/>
            </p:nvSpPr>
            <p:spPr bwMode="auto">
              <a:xfrm>
                <a:off x="-1715" y="1842"/>
                <a:ext cx="126" cy="185"/>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4" name="Freeform 1119">
                <a:extLst>
                  <a:ext uri="{FF2B5EF4-FFF2-40B4-BE49-F238E27FC236}">
                    <a16:creationId xmlns:a16="http://schemas.microsoft.com/office/drawing/2014/main" id="{E328D9E8-FD9B-4FB5-872E-60B18753135D}"/>
                  </a:ext>
                </a:extLst>
              </p:cNvPr>
              <p:cNvSpPr>
                <a:spLocks noEditPoints="1"/>
              </p:cNvSpPr>
              <p:nvPr userDrawn="1"/>
            </p:nvSpPr>
            <p:spPr bwMode="auto">
              <a:xfrm>
                <a:off x="-1284" y="1938"/>
                <a:ext cx="183" cy="73"/>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5" name="Freeform 1120">
                <a:extLst>
                  <a:ext uri="{FF2B5EF4-FFF2-40B4-BE49-F238E27FC236}">
                    <a16:creationId xmlns:a16="http://schemas.microsoft.com/office/drawing/2014/main" id="{F2EB388F-E9E1-4C3D-97D8-ADB848B37463}"/>
                  </a:ext>
                </a:extLst>
              </p:cNvPr>
              <p:cNvSpPr>
                <a:spLocks noEditPoints="1"/>
              </p:cNvSpPr>
              <p:nvPr userDrawn="1"/>
            </p:nvSpPr>
            <p:spPr bwMode="auto">
              <a:xfrm>
                <a:off x="-781" y="1628"/>
                <a:ext cx="149" cy="59"/>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6" name="Freeform 1121">
                <a:extLst>
                  <a:ext uri="{FF2B5EF4-FFF2-40B4-BE49-F238E27FC236}">
                    <a16:creationId xmlns:a16="http://schemas.microsoft.com/office/drawing/2014/main" id="{13C87113-F9B7-4F54-BBD4-D80A4A55AC25}"/>
                  </a:ext>
                </a:extLst>
              </p:cNvPr>
              <p:cNvSpPr>
                <a:spLocks noEditPoints="1"/>
              </p:cNvSpPr>
              <p:nvPr userDrawn="1"/>
            </p:nvSpPr>
            <p:spPr bwMode="auto">
              <a:xfrm>
                <a:off x="-1563" y="1153"/>
                <a:ext cx="193" cy="78"/>
              </a:xfrm>
              <a:custGeom>
                <a:avLst/>
                <a:gdLst>
                  <a:gd name="T0" fmla="*/ 187 w 258"/>
                  <a:gd name="T1" fmla="*/ 54 h 104"/>
                  <a:gd name="T2" fmla="*/ 187 w 258"/>
                  <a:gd name="T3" fmla="*/ 54 h 104"/>
                  <a:gd name="T4" fmla="*/ 25 w 258"/>
                  <a:gd name="T5" fmla="*/ 13 h 104"/>
                  <a:gd name="T6" fmla="*/ 94 w 258"/>
                  <a:gd name="T7" fmla="*/ 6 h 104"/>
                  <a:gd name="T8" fmla="*/ 177 w 258"/>
                  <a:gd name="T9" fmla="*/ 21 h 104"/>
                  <a:gd name="T10" fmla="*/ 182 w 258"/>
                  <a:gd name="T11" fmla="*/ 24 h 104"/>
                  <a:gd name="T12" fmla="*/ 184 w 258"/>
                  <a:gd name="T13" fmla="*/ 46 h 104"/>
                  <a:gd name="T14" fmla="*/ 182 w 258"/>
                  <a:gd name="T15" fmla="*/ 51 h 104"/>
                  <a:gd name="T16" fmla="*/ 182 w 258"/>
                  <a:gd name="T17" fmla="*/ 51 h 104"/>
                  <a:gd name="T18" fmla="*/ 176 w 258"/>
                  <a:gd name="T19" fmla="*/ 69 h 104"/>
                  <a:gd name="T20" fmla="*/ 184 w 258"/>
                  <a:gd name="T21" fmla="*/ 81 h 104"/>
                  <a:gd name="T22" fmla="*/ 187 w 258"/>
                  <a:gd name="T23" fmla="*/ 83 h 104"/>
                  <a:gd name="T24" fmla="*/ 115 w 258"/>
                  <a:gd name="T25" fmla="*/ 98 h 104"/>
                  <a:gd name="T26" fmla="*/ 100 w 258"/>
                  <a:gd name="T27" fmla="*/ 98 h 104"/>
                  <a:gd name="T28" fmla="*/ 99 w 258"/>
                  <a:gd name="T29" fmla="*/ 97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8 w 258"/>
                  <a:gd name="T55" fmla="*/ 103 h 104"/>
                  <a:gd name="T56" fmla="*/ 240 w 258"/>
                  <a:gd name="T57" fmla="*/ 84 h 104"/>
                  <a:gd name="T58" fmla="*/ 188 w 258"/>
                  <a:gd name="T59" fmla="*/ 77 h 104"/>
                  <a:gd name="T60" fmla="*/ 185 w 258"/>
                  <a:gd name="T61" fmla="*/ 75 h 104"/>
                  <a:gd name="T62" fmla="*/ 187 w 258"/>
                  <a:gd name="T63" fmla="*/ 54 h 104"/>
                  <a:gd name="T64" fmla="*/ 186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25" y="13"/>
                      <a:pt x="25" y="13"/>
                      <a:pt x="25" y="13"/>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7" name="Freeform 1122">
                <a:extLst>
                  <a:ext uri="{FF2B5EF4-FFF2-40B4-BE49-F238E27FC236}">
                    <a16:creationId xmlns:a16="http://schemas.microsoft.com/office/drawing/2014/main" id="{7DCFFC08-7AAA-4B1A-964F-9650026DF32B}"/>
                  </a:ext>
                </a:extLst>
              </p:cNvPr>
              <p:cNvSpPr>
                <a:spLocks noEditPoints="1"/>
              </p:cNvSpPr>
              <p:nvPr userDrawn="1"/>
            </p:nvSpPr>
            <p:spPr bwMode="auto">
              <a:xfrm>
                <a:off x="-1730" y="1741"/>
                <a:ext cx="208" cy="84"/>
              </a:xfrm>
              <a:custGeom>
                <a:avLst/>
                <a:gdLst>
                  <a:gd name="T0" fmla="*/ 11 w 277"/>
                  <a:gd name="T1" fmla="*/ 80 h 112"/>
                  <a:gd name="T2" fmla="*/ 11 w 277"/>
                  <a:gd name="T3" fmla="*/ 80 h 112"/>
                  <a:gd name="T4" fmla="*/ 11 w 277"/>
                  <a:gd name="T5" fmla="*/ 80 h 112"/>
                  <a:gd name="T6" fmla="*/ 101 w 277"/>
                  <a:gd name="T7" fmla="*/ 6 h 112"/>
                  <a:gd name="T8" fmla="*/ 191 w 277"/>
                  <a:gd name="T9" fmla="*/ 22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3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8" name="Freeform 1123">
                <a:extLst>
                  <a:ext uri="{FF2B5EF4-FFF2-40B4-BE49-F238E27FC236}">
                    <a16:creationId xmlns:a16="http://schemas.microsoft.com/office/drawing/2014/main" id="{38A96AEA-E090-4CE2-A9A9-007F48C81CA8}"/>
                  </a:ext>
                </a:extLst>
              </p:cNvPr>
              <p:cNvSpPr>
                <a:spLocks/>
              </p:cNvSpPr>
              <p:nvPr userDrawn="1"/>
            </p:nvSpPr>
            <p:spPr bwMode="auto">
              <a:xfrm>
                <a:off x="-1713" y="1748"/>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9" name="Freeform 1124">
                <a:extLst>
                  <a:ext uri="{FF2B5EF4-FFF2-40B4-BE49-F238E27FC236}">
                    <a16:creationId xmlns:a16="http://schemas.microsoft.com/office/drawing/2014/main" id="{CE318AEC-C6DD-430B-A23F-ED13A811010C}"/>
                  </a:ext>
                </a:extLst>
              </p:cNvPr>
              <p:cNvSpPr>
                <a:spLocks/>
              </p:cNvSpPr>
              <p:nvPr userDrawn="1"/>
            </p:nvSpPr>
            <p:spPr bwMode="auto">
              <a:xfrm>
                <a:off x="-1582" y="17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0" name="Freeform 1125">
                <a:extLst>
                  <a:ext uri="{FF2B5EF4-FFF2-40B4-BE49-F238E27FC236}">
                    <a16:creationId xmlns:a16="http://schemas.microsoft.com/office/drawing/2014/main" id="{1FD92724-DEA5-47CC-98B7-9268F42587B3}"/>
                  </a:ext>
                </a:extLst>
              </p:cNvPr>
              <p:cNvSpPr>
                <a:spLocks noEditPoints="1"/>
              </p:cNvSpPr>
              <p:nvPr userDrawn="1"/>
            </p:nvSpPr>
            <p:spPr bwMode="auto">
              <a:xfrm>
                <a:off x="-1331" y="1750"/>
                <a:ext cx="183" cy="121"/>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6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1" name="Freeform 1126">
                <a:extLst>
                  <a:ext uri="{FF2B5EF4-FFF2-40B4-BE49-F238E27FC236}">
                    <a16:creationId xmlns:a16="http://schemas.microsoft.com/office/drawing/2014/main" id="{9D522F2C-C640-4820-AF1E-D88B09B4480D}"/>
                  </a:ext>
                </a:extLst>
              </p:cNvPr>
              <p:cNvSpPr>
                <a:spLocks/>
              </p:cNvSpPr>
              <p:nvPr userDrawn="1"/>
            </p:nvSpPr>
            <p:spPr bwMode="auto">
              <a:xfrm>
                <a:off x="-1319" y="1770"/>
                <a:ext cx="6" cy="10"/>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2" name="Freeform 1127">
                <a:extLst>
                  <a:ext uri="{FF2B5EF4-FFF2-40B4-BE49-F238E27FC236}">
                    <a16:creationId xmlns:a16="http://schemas.microsoft.com/office/drawing/2014/main" id="{B295AFC4-1667-4A38-8EDC-603B03501C5F}"/>
                  </a:ext>
                </a:extLst>
              </p:cNvPr>
              <p:cNvSpPr>
                <a:spLocks noEditPoints="1"/>
              </p:cNvSpPr>
              <p:nvPr userDrawn="1"/>
            </p:nvSpPr>
            <p:spPr bwMode="auto">
              <a:xfrm>
                <a:off x="-1757" y="1022"/>
                <a:ext cx="129" cy="84"/>
              </a:xfrm>
              <a:custGeom>
                <a:avLst/>
                <a:gdLst>
                  <a:gd name="T0" fmla="*/ 19 w 171"/>
                  <a:gd name="T1" fmla="*/ 26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8 h 112"/>
                  <a:gd name="T28" fmla="*/ 160 w 171"/>
                  <a:gd name="T29" fmla="*/ 88 h 112"/>
                  <a:gd name="T30" fmla="*/ 160 w 171"/>
                  <a:gd name="T31" fmla="*/ 88 h 112"/>
                  <a:gd name="T32" fmla="*/ 163 w 171"/>
                  <a:gd name="T33" fmla="*/ 89 h 112"/>
                  <a:gd name="T34" fmla="*/ 159 w 171"/>
                  <a:gd name="T35" fmla="*/ 90 h 112"/>
                  <a:gd name="T36" fmla="*/ 140 w 171"/>
                  <a:gd name="T37" fmla="*/ 97 h 112"/>
                  <a:gd name="T38" fmla="*/ 140 w 171"/>
                  <a:gd name="T39" fmla="*/ 97 h 112"/>
                  <a:gd name="T40" fmla="*/ 140 w 171"/>
                  <a:gd name="T41" fmla="*/ 97 h 112"/>
                  <a:gd name="T42" fmla="*/ 140 w 171"/>
                  <a:gd name="T43" fmla="*/ 97 h 112"/>
                  <a:gd name="T44" fmla="*/ 77 w 171"/>
                  <a:gd name="T45" fmla="*/ 106 h 112"/>
                  <a:gd name="T46" fmla="*/ 77 w 171"/>
                  <a:gd name="T47" fmla="*/ 106 h 112"/>
                  <a:gd name="T48" fmla="*/ 77 w 171"/>
                  <a:gd name="T49" fmla="*/ 106 h 112"/>
                  <a:gd name="T50" fmla="*/ 26 w 171"/>
                  <a:gd name="T51" fmla="*/ 97 h 112"/>
                  <a:gd name="T52" fmla="*/ 26 w 171"/>
                  <a:gd name="T53" fmla="*/ 97 h 112"/>
                  <a:gd name="T54" fmla="*/ 26 w 171"/>
                  <a:gd name="T55" fmla="*/ 97 h 112"/>
                  <a:gd name="T56" fmla="*/ 26 w 171"/>
                  <a:gd name="T57" fmla="*/ 97 h 112"/>
                  <a:gd name="T58" fmla="*/ 16 w 171"/>
                  <a:gd name="T59" fmla="*/ 90 h 112"/>
                  <a:gd name="T60" fmla="*/ 6 w 171"/>
                  <a:gd name="T61" fmla="*/ 66 h 112"/>
                  <a:gd name="T62" fmla="*/ 19 w 171"/>
                  <a:gd name="T63" fmla="*/ 26 h 112"/>
                  <a:gd name="T64" fmla="*/ 58 w 171"/>
                  <a:gd name="T65" fmla="*/ 0 h 112"/>
                  <a:gd name="T66" fmla="*/ 58 w 171"/>
                  <a:gd name="T67" fmla="*/ 0 h 112"/>
                  <a:gd name="T68" fmla="*/ 25 w 171"/>
                  <a:gd name="T69" fmla="*/ 11 h 112"/>
                  <a:gd name="T70" fmla="*/ 14 w 171"/>
                  <a:gd name="T71" fmla="*/ 23 h 112"/>
                  <a:gd name="T72" fmla="*/ 14 w 171"/>
                  <a:gd name="T73" fmla="*/ 23 h 112"/>
                  <a:gd name="T74" fmla="*/ 13 w 171"/>
                  <a:gd name="T75" fmla="*/ 23 h 112"/>
                  <a:gd name="T76" fmla="*/ 0 w 171"/>
                  <a:gd name="T77" fmla="*/ 66 h 112"/>
                  <a:gd name="T78" fmla="*/ 12 w 171"/>
                  <a:gd name="T79" fmla="*/ 95 h 112"/>
                  <a:gd name="T80" fmla="*/ 24 w 171"/>
                  <a:gd name="T81" fmla="*/ 103 h 112"/>
                  <a:gd name="T82" fmla="*/ 77 w 171"/>
                  <a:gd name="T83" fmla="*/ 112 h 112"/>
                  <a:gd name="T84" fmla="*/ 142 w 171"/>
                  <a:gd name="T85" fmla="*/ 103 h 112"/>
                  <a:gd name="T86" fmla="*/ 142 w 171"/>
                  <a:gd name="T87" fmla="*/ 103 h 112"/>
                  <a:gd name="T88" fmla="*/ 165 w 171"/>
                  <a:gd name="T89" fmla="*/ 94 h 112"/>
                  <a:gd name="T90" fmla="*/ 169 w 171"/>
                  <a:gd name="T91" fmla="*/ 91 h 112"/>
                  <a:gd name="T92" fmla="*/ 171 w 171"/>
                  <a:gd name="T93" fmla="*/ 87 h 112"/>
                  <a:gd name="T94" fmla="*/ 170 w 171"/>
                  <a:gd name="T95" fmla="*/ 85 h 112"/>
                  <a:gd name="T96" fmla="*/ 169 w 171"/>
                  <a:gd name="T97" fmla="*/ 83 h 112"/>
                  <a:gd name="T98" fmla="*/ 167 w 171"/>
                  <a:gd name="T99" fmla="*/ 83 h 112"/>
                  <a:gd name="T100" fmla="*/ 160 w 171"/>
                  <a:gd name="T101" fmla="*/ 82 h 112"/>
                  <a:gd name="T102" fmla="*/ 138 w 171"/>
                  <a:gd name="T103" fmla="*/ 83 h 112"/>
                  <a:gd name="T104" fmla="*/ 125 w 171"/>
                  <a:gd name="T105" fmla="*/ 77 h 112"/>
                  <a:gd name="T106" fmla="*/ 113 w 171"/>
                  <a:gd name="T107" fmla="*/ 58 h 112"/>
                  <a:gd name="T108" fmla="*/ 111 w 171"/>
                  <a:gd name="T109" fmla="*/ 50 h 112"/>
                  <a:gd name="T110" fmla="*/ 111 w 171"/>
                  <a:gd name="T111" fmla="*/ 48 h 112"/>
                  <a:gd name="T112" fmla="*/ 110 w 171"/>
                  <a:gd name="T113" fmla="*/ 47 h 112"/>
                  <a:gd name="T114" fmla="*/ 110 w 171"/>
                  <a:gd name="T115" fmla="*/ 47 h 112"/>
                  <a:gd name="T116" fmla="*/ 95 w 171"/>
                  <a:gd name="T117" fmla="*/ 11 h 112"/>
                  <a:gd name="T118" fmla="*/ 95 w 171"/>
                  <a:gd name="T119" fmla="*/ 11 h 112"/>
                  <a:gd name="T120" fmla="*/ 95 w 171"/>
                  <a:gd name="T121" fmla="*/ 11 h 112"/>
                  <a:gd name="T122" fmla="*/ 58 w 171"/>
                  <a:gd name="T12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12">
                    <a:moveTo>
                      <a:pt x="19" y="26"/>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8"/>
                      <a:pt x="160" y="88"/>
                    </a:cubicBezTo>
                    <a:cubicBezTo>
                      <a:pt x="160" y="88"/>
                      <a:pt x="160" y="88"/>
                      <a:pt x="160" y="88"/>
                    </a:cubicBezTo>
                    <a:cubicBezTo>
                      <a:pt x="160" y="88"/>
                      <a:pt x="160" y="88"/>
                      <a:pt x="160" y="88"/>
                    </a:cubicBezTo>
                    <a:cubicBezTo>
                      <a:pt x="161" y="88"/>
                      <a:pt x="162" y="88"/>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6"/>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2" y="112"/>
                      <a:pt x="142"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5"/>
                      <a:pt x="170" y="85"/>
                    </a:cubicBezTo>
                    <a:cubicBezTo>
                      <a:pt x="170" y="84"/>
                      <a:pt x="169" y="84"/>
                      <a:pt x="169" y="83"/>
                    </a:cubicBezTo>
                    <a:cubicBezTo>
                      <a:pt x="168" y="83"/>
                      <a:pt x="168" y="83"/>
                      <a:pt x="167" y="83"/>
                    </a:cubicBezTo>
                    <a:cubicBezTo>
                      <a:pt x="165" y="83"/>
                      <a:pt x="163" y="82"/>
                      <a:pt x="160" y="82"/>
                    </a:cubicBezTo>
                    <a:cubicBezTo>
                      <a:pt x="151" y="82"/>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3" name="Freeform 1128">
                <a:extLst>
                  <a:ext uri="{FF2B5EF4-FFF2-40B4-BE49-F238E27FC236}">
                    <a16:creationId xmlns:a16="http://schemas.microsoft.com/office/drawing/2014/main" id="{3BA4790A-C757-4FFC-9DA3-065A9F25AA79}"/>
                  </a:ext>
                </a:extLst>
              </p:cNvPr>
              <p:cNvSpPr>
                <a:spLocks noEditPoints="1"/>
              </p:cNvSpPr>
              <p:nvPr userDrawn="1"/>
            </p:nvSpPr>
            <p:spPr bwMode="auto">
              <a:xfrm>
                <a:off x="-1146" y="1990"/>
                <a:ext cx="265" cy="174"/>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4" name="Freeform 1129">
                <a:extLst>
                  <a:ext uri="{FF2B5EF4-FFF2-40B4-BE49-F238E27FC236}">
                    <a16:creationId xmlns:a16="http://schemas.microsoft.com/office/drawing/2014/main" id="{C8864F9A-E317-4FC7-9496-1718001EA19B}"/>
                  </a:ext>
                </a:extLst>
              </p:cNvPr>
              <p:cNvSpPr>
                <a:spLocks noEditPoints="1"/>
              </p:cNvSpPr>
              <p:nvPr userDrawn="1"/>
            </p:nvSpPr>
            <p:spPr bwMode="auto">
              <a:xfrm>
                <a:off x="-974" y="1693"/>
                <a:ext cx="127" cy="100"/>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3 w 170"/>
                  <a:gd name="T61" fmla="*/ 86 h 133"/>
                  <a:gd name="T62" fmla="*/ 37 w 170"/>
                  <a:gd name="T63" fmla="*/ 92 h 133"/>
                  <a:gd name="T64" fmla="*/ 43 w 170"/>
                  <a:gd name="T65" fmla="*/ 133 h 133"/>
                  <a:gd name="T66" fmla="*/ 55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1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5" name="Freeform 1130">
                <a:extLst>
                  <a:ext uri="{FF2B5EF4-FFF2-40B4-BE49-F238E27FC236}">
                    <a16:creationId xmlns:a16="http://schemas.microsoft.com/office/drawing/2014/main" id="{1F715D14-D153-4BAF-A866-117FC6971347}"/>
                  </a:ext>
                </a:extLst>
              </p:cNvPr>
              <p:cNvSpPr>
                <a:spLocks noEditPoints="1"/>
              </p:cNvSpPr>
              <p:nvPr userDrawn="1"/>
            </p:nvSpPr>
            <p:spPr bwMode="auto">
              <a:xfrm>
                <a:off x="-491" y="1878"/>
                <a:ext cx="128" cy="99"/>
              </a:xfrm>
              <a:custGeom>
                <a:avLst/>
                <a:gdLst>
                  <a:gd name="T0" fmla="*/ 27 w 170"/>
                  <a:gd name="T1" fmla="*/ 7 h 132"/>
                  <a:gd name="T2" fmla="*/ 35 w 170"/>
                  <a:gd name="T3" fmla="*/ 7 h 132"/>
                  <a:gd name="T4" fmla="*/ 108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5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8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8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6" name="Freeform 1131">
                <a:extLst>
                  <a:ext uri="{FF2B5EF4-FFF2-40B4-BE49-F238E27FC236}">
                    <a16:creationId xmlns:a16="http://schemas.microsoft.com/office/drawing/2014/main" id="{0AC0074D-071C-40E0-A276-15C5E1FABBA9}"/>
                  </a:ext>
                </a:extLst>
              </p:cNvPr>
              <p:cNvSpPr>
                <a:spLocks/>
              </p:cNvSpPr>
              <p:nvPr userDrawn="1"/>
            </p:nvSpPr>
            <p:spPr bwMode="auto">
              <a:xfrm>
                <a:off x="-458" y="1977"/>
                <a:ext cx="0"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7" name="Freeform 1132">
                <a:extLst>
                  <a:ext uri="{FF2B5EF4-FFF2-40B4-BE49-F238E27FC236}">
                    <a16:creationId xmlns:a16="http://schemas.microsoft.com/office/drawing/2014/main" id="{1DDC5C62-57B9-4966-A3B5-F34CB39BF7E4}"/>
                  </a:ext>
                </a:extLst>
              </p:cNvPr>
              <p:cNvSpPr>
                <a:spLocks noEditPoints="1"/>
              </p:cNvSpPr>
              <p:nvPr userDrawn="1"/>
            </p:nvSpPr>
            <p:spPr bwMode="auto">
              <a:xfrm>
                <a:off x="-1112" y="1265"/>
                <a:ext cx="140" cy="122"/>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5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3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8" name="Freeform 1133">
                <a:extLst>
                  <a:ext uri="{FF2B5EF4-FFF2-40B4-BE49-F238E27FC236}">
                    <a16:creationId xmlns:a16="http://schemas.microsoft.com/office/drawing/2014/main" id="{006AB634-02B5-48B6-ADF7-9112FBB62BCA}"/>
                  </a:ext>
                </a:extLst>
              </p:cNvPr>
              <p:cNvSpPr>
                <a:spLocks noEditPoints="1"/>
              </p:cNvSpPr>
              <p:nvPr userDrawn="1"/>
            </p:nvSpPr>
            <p:spPr bwMode="auto">
              <a:xfrm>
                <a:off x="-490" y="1004"/>
                <a:ext cx="97" cy="84"/>
              </a:xfrm>
              <a:custGeom>
                <a:avLst/>
                <a:gdLst>
                  <a:gd name="T0" fmla="*/ 63 w 129"/>
                  <a:gd name="T1" fmla="*/ 16 h 112"/>
                  <a:gd name="T2" fmla="*/ 63 w 129"/>
                  <a:gd name="T3" fmla="*/ 16 h 112"/>
                  <a:gd name="T4" fmla="*/ 66 w 129"/>
                  <a:gd name="T5" fmla="*/ 15 h 112"/>
                  <a:gd name="T6" fmla="*/ 52 w 129"/>
                  <a:gd name="T7" fmla="*/ 7 h 112"/>
                  <a:gd name="T8" fmla="*/ 55 w 129"/>
                  <a:gd name="T9" fmla="*/ 6 h 112"/>
                  <a:gd name="T10" fmla="*/ 61 w 129"/>
                  <a:gd name="T11" fmla="*/ 22 h 112"/>
                  <a:gd name="T12" fmla="*/ 71 w 129"/>
                  <a:gd name="T13" fmla="*/ 13 h 112"/>
                  <a:gd name="T14" fmla="*/ 92 w 129"/>
                  <a:gd name="T15" fmla="*/ 10 h 112"/>
                  <a:gd name="T16" fmla="*/ 106 w 129"/>
                  <a:gd name="T17" fmla="*/ 28 h 112"/>
                  <a:gd name="T18" fmla="*/ 116 w 129"/>
                  <a:gd name="T19" fmla="*/ 45 h 112"/>
                  <a:gd name="T20" fmla="*/ 121 w 129"/>
                  <a:gd name="T21" fmla="*/ 45 h 112"/>
                  <a:gd name="T22" fmla="*/ 121 w 129"/>
                  <a:gd name="T23" fmla="*/ 60 h 112"/>
                  <a:gd name="T24" fmla="*/ 109 w 129"/>
                  <a:gd name="T25" fmla="*/ 66 h 112"/>
                  <a:gd name="T26" fmla="*/ 99 w 129"/>
                  <a:gd name="T27" fmla="*/ 75 h 112"/>
                  <a:gd name="T28" fmla="*/ 94 w 129"/>
                  <a:gd name="T29" fmla="*/ 85 h 112"/>
                  <a:gd name="T30" fmla="*/ 85 w 129"/>
                  <a:gd name="T31" fmla="*/ 94 h 112"/>
                  <a:gd name="T32" fmla="*/ 79 w 129"/>
                  <a:gd name="T33" fmla="*/ 91 h 112"/>
                  <a:gd name="T34" fmla="*/ 73 w 129"/>
                  <a:gd name="T35" fmla="*/ 89 h 112"/>
                  <a:gd name="T36" fmla="*/ 52 w 129"/>
                  <a:gd name="T37" fmla="*/ 100 h 112"/>
                  <a:gd name="T38" fmla="*/ 34 w 129"/>
                  <a:gd name="T39" fmla="*/ 91 h 112"/>
                  <a:gd name="T40" fmla="*/ 20 w 129"/>
                  <a:gd name="T41" fmla="*/ 75 h 112"/>
                  <a:gd name="T42" fmla="*/ 10 w 129"/>
                  <a:gd name="T43" fmla="*/ 74 h 112"/>
                  <a:gd name="T44" fmla="*/ 7 w 129"/>
                  <a:gd name="T45" fmla="*/ 62 h 112"/>
                  <a:gd name="T46" fmla="*/ 18 w 129"/>
                  <a:gd name="T47" fmla="*/ 49 h 112"/>
                  <a:gd name="T48" fmla="*/ 16 w 129"/>
                  <a:gd name="T49" fmla="*/ 25 h 112"/>
                  <a:gd name="T50" fmla="*/ 37 w 129"/>
                  <a:gd name="T51" fmla="*/ 22 h 112"/>
                  <a:gd name="T52" fmla="*/ 47 w 129"/>
                  <a:gd name="T53" fmla="*/ 14 h 112"/>
                  <a:gd name="T54" fmla="*/ 54 w 129"/>
                  <a:gd name="T55" fmla="*/ 0 h 112"/>
                  <a:gd name="T56" fmla="*/ 41 w 129"/>
                  <a:gd name="T57" fmla="*/ 9 h 112"/>
                  <a:gd name="T58" fmla="*/ 41 w 129"/>
                  <a:gd name="T59" fmla="*/ 14 h 112"/>
                  <a:gd name="T60" fmla="*/ 37 w 129"/>
                  <a:gd name="T61" fmla="*/ 16 h 112"/>
                  <a:gd name="T62" fmla="*/ 30 w 129"/>
                  <a:gd name="T63" fmla="*/ 15 h 112"/>
                  <a:gd name="T64" fmla="*/ 26 w 129"/>
                  <a:gd name="T65" fmla="*/ 14 h 112"/>
                  <a:gd name="T66" fmla="*/ 11 w 129"/>
                  <a:gd name="T67" fmla="*/ 22 h 112"/>
                  <a:gd name="T68" fmla="*/ 9 w 129"/>
                  <a:gd name="T69" fmla="*/ 41 h 112"/>
                  <a:gd name="T70" fmla="*/ 11 w 129"/>
                  <a:gd name="T71" fmla="*/ 52 h 112"/>
                  <a:gd name="T72" fmla="*/ 4 w 129"/>
                  <a:gd name="T73" fmla="*/ 56 h 112"/>
                  <a:gd name="T74" fmla="*/ 4 w 129"/>
                  <a:gd name="T75" fmla="*/ 56 h 112"/>
                  <a:gd name="T76" fmla="*/ 0 w 129"/>
                  <a:gd name="T77" fmla="*/ 67 h 112"/>
                  <a:gd name="T78" fmla="*/ 14 w 129"/>
                  <a:gd name="T79" fmla="*/ 82 h 112"/>
                  <a:gd name="T80" fmla="*/ 20 w 129"/>
                  <a:gd name="T81" fmla="*/ 81 h 112"/>
                  <a:gd name="T82" fmla="*/ 28 w 129"/>
                  <a:gd name="T83" fmla="*/ 91 h 112"/>
                  <a:gd name="T84" fmla="*/ 28 w 129"/>
                  <a:gd name="T85" fmla="*/ 94 h 112"/>
                  <a:gd name="T86" fmla="*/ 29 w 129"/>
                  <a:gd name="T87" fmla="*/ 97 h 112"/>
                  <a:gd name="T88" fmla="*/ 64 w 129"/>
                  <a:gd name="T89" fmla="*/ 104 h 112"/>
                  <a:gd name="T90" fmla="*/ 71 w 129"/>
                  <a:gd name="T91" fmla="*/ 96 h 112"/>
                  <a:gd name="T92" fmla="*/ 74 w 129"/>
                  <a:gd name="T93" fmla="*/ 95 h 112"/>
                  <a:gd name="T94" fmla="*/ 75 w 129"/>
                  <a:gd name="T95" fmla="*/ 96 h 112"/>
                  <a:gd name="T96" fmla="*/ 84 w 129"/>
                  <a:gd name="T97" fmla="*/ 100 h 112"/>
                  <a:gd name="T98" fmla="*/ 100 w 129"/>
                  <a:gd name="T99" fmla="*/ 93 h 112"/>
                  <a:gd name="T100" fmla="*/ 117 w 129"/>
                  <a:gd name="T101" fmla="*/ 107 h 112"/>
                  <a:gd name="T102" fmla="*/ 124 w 129"/>
                  <a:gd name="T103" fmla="*/ 111 h 112"/>
                  <a:gd name="T104" fmla="*/ 128 w 129"/>
                  <a:gd name="T105" fmla="*/ 111 h 112"/>
                  <a:gd name="T106" fmla="*/ 129 w 129"/>
                  <a:gd name="T107" fmla="*/ 107 h 112"/>
                  <a:gd name="T108" fmla="*/ 114 w 129"/>
                  <a:gd name="T109" fmla="*/ 84 h 112"/>
                  <a:gd name="T110" fmla="*/ 118 w 129"/>
                  <a:gd name="T111" fmla="*/ 69 h 112"/>
                  <a:gd name="T112" fmla="*/ 129 w 129"/>
                  <a:gd name="T113" fmla="*/ 52 h 112"/>
                  <a:gd name="T114" fmla="*/ 119 w 129"/>
                  <a:gd name="T115" fmla="*/ 39 h 112"/>
                  <a:gd name="T116" fmla="*/ 116 w 129"/>
                  <a:gd name="T117" fmla="*/ 39 h 112"/>
                  <a:gd name="T118" fmla="*/ 110 w 129"/>
                  <a:gd name="T119" fmla="*/ 32 h 112"/>
                  <a:gd name="T120" fmla="*/ 95 w 129"/>
                  <a:gd name="T121" fmla="*/ 5 h 112"/>
                  <a:gd name="T122" fmla="*/ 68 w 129"/>
                  <a:gd name="T123" fmla="*/ 8 h 112"/>
                  <a:gd name="T124" fmla="*/ 57 w 129"/>
                  <a:gd name="T125"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12">
                    <a:moveTo>
                      <a:pt x="99" y="80"/>
                    </a:moveTo>
                    <a:cubicBezTo>
                      <a:pt x="99" y="80"/>
                      <a:pt x="99" y="80"/>
                      <a:pt x="99" y="80"/>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8"/>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89"/>
                      <a:pt x="67" y="91"/>
                    </a:cubicBezTo>
                    <a:cubicBezTo>
                      <a:pt x="65" y="93"/>
                      <a:pt x="63" y="95"/>
                      <a:pt x="61" y="99"/>
                    </a:cubicBezTo>
                    <a:cubicBezTo>
                      <a:pt x="59" y="99"/>
                      <a:pt x="56" y="100"/>
                      <a:pt x="52" y="100"/>
                    </a:cubicBezTo>
                    <a:cubicBezTo>
                      <a:pt x="52" y="100"/>
                      <a:pt x="52" y="100"/>
                      <a:pt x="52" y="100"/>
                    </a:cubicBezTo>
                    <a:cubicBezTo>
                      <a:pt x="46" y="100"/>
                      <a:pt x="40" y="99"/>
                      <a:pt x="34" y="93"/>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3"/>
                      <a:pt x="8" y="73"/>
                      <a:pt x="7" y="71"/>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2"/>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1"/>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8"/>
                      <a:pt x="122" y="68"/>
                      <a:pt x="123" y="66"/>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9" name="Freeform 1134">
                <a:extLst>
                  <a:ext uri="{FF2B5EF4-FFF2-40B4-BE49-F238E27FC236}">
                    <a16:creationId xmlns:a16="http://schemas.microsoft.com/office/drawing/2014/main" id="{FE5CA647-55AA-421C-AABB-282B2DEF72D0}"/>
                  </a:ext>
                </a:extLst>
              </p:cNvPr>
              <p:cNvSpPr>
                <a:spLocks noEditPoints="1"/>
              </p:cNvSpPr>
              <p:nvPr userDrawn="1"/>
            </p:nvSpPr>
            <p:spPr bwMode="auto">
              <a:xfrm>
                <a:off x="-758" y="1286"/>
                <a:ext cx="141" cy="122"/>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7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7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2 w 188"/>
                  <a:gd name="T73" fmla="*/ 123 h 162"/>
                  <a:gd name="T74" fmla="*/ 1 w 188"/>
                  <a:gd name="T75" fmla="*/ 157 h 162"/>
                  <a:gd name="T76" fmla="*/ 0 w 188"/>
                  <a:gd name="T77" fmla="*/ 159 h 162"/>
                  <a:gd name="T78" fmla="*/ 3 w 188"/>
                  <a:gd name="T79" fmla="*/ 162 h 162"/>
                  <a:gd name="T80" fmla="*/ 15 w 188"/>
                  <a:gd name="T81" fmla="*/ 155 h 162"/>
                  <a:gd name="T82" fmla="*/ 43 w 188"/>
                  <a:gd name="T83" fmla="*/ 125 h 162"/>
                  <a:gd name="T84" fmla="*/ 44 w 188"/>
                  <a:gd name="T85" fmla="*/ 137 h 162"/>
                  <a:gd name="T86" fmla="*/ 64 w 188"/>
                  <a:gd name="T87" fmla="*/ 146 h 162"/>
                  <a:gd name="T88" fmla="*/ 77 w 188"/>
                  <a:gd name="T89" fmla="*/ 140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67 w 188"/>
                  <a:gd name="T101" fmla="*/ 118 h 162"/>
                  <a:gd name="T102" fmla="*/ 177 w 188"/>
                  <a:gd name="T103" fmla="*/ 115 h 162"/>
                  <a:gd name="T104" fmla="*/ 185 w 188"/>
                  <a:gd name="T105" fmla="*/ 85 h 162"/>
                  <a:gd name="T106" fmla="*/ 183 w 188"/>
                  <a:gd name="T107" fmla="*/ 83 h 162"/>
                  <a:gd name="T108" fmla="*/ 170 w 188"/>
                  <a:gd name="T109" fmla="*/ 71 h 162"/>
                  <a:gd name="T110" fmla="*/ 174 w 188"/>
                  <a:gd name="T111" fmla="*/ 59 h 162"/>
                  <a:gd name="T112" fmla="*/ 153 w 188"/>
                  <a:gd name="T113" fmla="*/ 20 h 162"/>
                  <a:gd name="T114" fmla="*/ 151 w 188"/>
                  <a:gd name="T115" fmla="*/ 20 h 162"/>
                  <a:gd name="T116" fmla="*/ 134 w 188"/>
                  <a:gd name="T117" fmla="*/ 23 h 162"/>
                  <a:gd name="T118" fmla="*/ 127 w 188"/>
                  <a:gd name="T119" fmla="*/ 19 h 162"/>
                  <a:gd name="T120" fmla="*/ 127 w 188"/>
                  <a:gd name="T121" fmla="*/ 13 h 162"/>
                  <a:gd name="T122" fmla="*/ 110 w 188"/>
                  <a:gd name="T1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0" name="Freeform 1135">
                <a:extLst>
                  <a:ext uri="{FF2B5EF4-FFF2-40B4-BE49-F238E27FC236}">
                    <a16:creationId xmlns:a16="http://schemas.microsoft.com/office/drawing/2014/main" id="{5FBC02AA-51F2-4030-96A4-43214841FCBC}"/>
                  </a:ext>
                </a:extLst>
              </p:cNvPr>
              <p:cNvSpPr>
                <a:spLocks noEditPoints="1"/>
              </p:cNvSpPr>
              <p:nvPr userDrawn="1"/>
            </p:nvSpPr>
            <p:spPr bwMode="auto">
              <a:xfrm>
                <a:off x="-1043" y="1834"/>
                <a:ext cx="141" cy="121"/>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49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8 w 188"/>
                  <a:gd name="T35" fmla="*/ 64 h 162"/>
                  <a:gd name="T36" fmla="*/ 30 w 188"/>
                  <a:gd name="T37" fmla="*/ 35 h 162"/>
                  <a:gd name="T38" fmla="*/ 64 w 188"/>
                  <a:gd name="T39" fmla="*/ 10 h 162"/>
                  <a:gd name="T40" fmla="*/ 94 w 188"/>
                  <a:gd name="T41" fmla="*/ 24 h 162"/>
                  <a:gd name="T42" fmla="*/ 99 w 188"/>
                  <a:gd name="T43" fmla="*/ 23 h 162"/>
                  <a:gd name="T44" fmla="*/ 95 w 188"/>
                  <a:gd name="T45" fmla="*/ 17 h 162"/>
                  <a:gd name="T46" fmla="*/ 50 w 188"/>
                  <a:gd name="T47" fmla="*/ 7 h 162"/>
                  <a:gd name="T48" fmla="*/ 30 w 188"/>
                  <a:gd name="T49" fmla="*/ 50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0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4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1" name="Freeform 1136">
                <a:extLst>
                  <a:ext uri="{FF2B5EF4-FFF2-40B4-BE49-F238E27FC236}">
                    <a16:creationId xmlns:a16="http://schemas.microsoft.com/office/drawing/2014/main" id="{322D8391-329B-40FC-B70A-65589E68C61F}"/>
                  </a:ext>
                </a:extLst>
              </p:cNvPr>
              <p:cNvSpPr>
                <a:spLocks noEditPoints="1"/>
              </p:cNvSpPr>
              <p:nvPr userDrawn="1"/>
            </p:nvSpPr>
            <p:spPr bwMode="auto">
              <a:xfrm>
                <a:off x="-906" y="1083"/>
                <a:ext cx="141" cy="122"/>
              </a:xfrm>
              <a:custGeom>
                <a:avLst/>
                <a:gdLst>
                  <a:gd name="T0" fmla="*/ 167 w 188"/>
                  <a:gd name="T1" fmla="*/ 112 h 162"/>
                  <a:gd name="T2" fmla="*/ 99 w 188"/>
                  <a:gd name="T3" fmla="*/ 23 h 162"/>
                  <a:gd name="T4" fmla="*/ 110 w 188"/>
                  <a:gd name="T5" fmla="*/ 6 h 162"/>
                  <a:gd name="T6" fmla="*/ 120 w 188"/>
                  <a:gd name="T7" fmla="*/ 12 h 162"/>
                  <a:gd name="T8" fmla="*/ 122 w 188"/>
                  <a:gd name="T9" fmla="*/ 24 h 162"/>
                  <a:gd name="T10" fmla="*/ 147 w 188"/>
                  <a:gd name="T11" fmla="*/ 27 h 162"/>
                  <a:gd name="T12" fmla="*/ 170 w 188"/>
                  <a:gd name="T13" fmla="*/ 47 h 162"/>
                  <a:gd name="T14" fmla="*/ 169 w 188"/>
                  <a:gd name="T15" fmla="*/ 56 h 162"/>
                  <a:gd name="T16" fmla="*/ 176 w 188"/>
                  <a:gd name="T17" fmla="*/ 87 h 162"/>
                  <a:gd name="T18" fmla="*/ 179 w 188"/>
                  <a:gd name="T19" fmla="*/ 105 h 162"/>
                  <a:gd name="T20" fmla="*/ 168 w 188"/>
                  <a:gd name="T21" fmla="*/ 112 h 162"/>
                  <a:gd name="T22" fmla="*/ 149 w 188"/>
                  <a:gd name="T23" fmla="*/ 113 h 162"/>
                  <a:gd name="T24" fmla="*/ 141 w 188"/>
                  <a:gd name="T25" fmla="*/ 137 h 162"/>
                  <a:gd name="T26" fmla="*/ 102 w 188"/>
                  <a:gd name="T27" fmla="*/ 146 h 162"/>
                  <a:gd name="T28" fmla="*/ 90 w 188"/>
                  <a:gd name="T29" fmla="*/ 134 h 162"/>
                  <a:gd name="T30" fmla="*/ 81 w 188"/>
                  <a:gd name="T31" fmla="*/ 130 h 162"/>
                  <a:gd name="T32" fmla="*/ 72 w 188"/>
                  <a:gd name="T33" fmla="*/ 136 h 162"/>
                  <a:gd name="T34" fmla="*/ 53 w 188"/>
                  <a:gd name="T35" fmla="*/ 136 h 162"/>
                  <a:gd name="T36" fmla="*/ 50 w 188"/>
                  <a:gd name="T37" fmla="*/ 124 h 162"/>
                  <a:gd name="T38" fmla="*/ 43 w 188"/>
                  <a:gd name="T39" fmla="*/ 111 h 162"/>
                  <a:gd name="T40" fmla="*/ 34 w 188"/>
                  <a:gd name="T41" fmla="*/ 110 h 162"/>
                  <a:gd name="T42" fmla="*/ 12 w 188"/>
                  <a:gd name="T43" fmla="*/ 91 h 162"/>
                  <a:gd name="T44" fmla="*/ 8 w 188"/>
                  <a:gd name="T45" fmla="*/ 66 h 162"/>
                  <a:gd name="T46" fmla="*/ 14 w 188"/>
                  <a:gd name="T47" fmla="*/ 63 h 162"/>
                  <a:gd name="T48" fmla="*/ 36 w 188"/>
                  <a:gd name="T49" fmla="*/ 50 h 162"/>
                  <a:gd name="T50" fmla="*/ 35 w 188"/>
                  <a:gd name="T51" fmla="*/ 24 h 162"/>
                  <a:gd name="T52" fmla="*/ 64 w 188"/>
                  <a:gd name="T53" fmla="*/ 10 h 162"/>
                  <a:gd name="T54" fmla="*/ 94 w 188"/>
                  <a:gd name="T55" fmla="*/ 24 h 162"/>
                  <a:gd name="T56" fmla="*/ 94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3 w 188"/>
                  <a:gd name="T69" fmla="*/ 57 h 162"/>
                  <a:gd name="T70" fmla="*/ 1 w 188"/>
                  <a:gd name="T71" fmla="*/ 66 h 162"/>
                  <a:gd name="T72" fmla="*/ 8 w 188"/>
                  <a:gd name="T73" fmla="*/ 95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3 w 188"/>
                  <a:gd name="T85" fmla="*/ 120 h 162"/>
                  <a:gd name="T86" fmla="*/ 43 w 188"/>
                  <a:gd name="T87" fmla="*/ 135 h 162"/>
                  <a:gd name="T88" fmla="*/ 64 w 188"/>
                  <a:gd name="T89" fmla="*/ 145 h 162"/>
                  <a:gd name="T90" fmla="*/ 77 w 188"/>
                  <a:gd name="T91" fmla="*/ 140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09"/>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4" y="147"/>
                      <a:pt x="102" y="146"/>
                    </a:cubicBezTo>
                    <a:cubicBezTo>
                      <a:pt x="100" y="146"/>
                      <a:pt x="99" y="145"/>
                      <a:pt x="99" y="145"/>
                    </a:cubicBezTo>
                    <a:cubicBezTo>
                      <a:pt x="98" y="145"/>
                      <a:pt x="98" y="145"/>
                      <a:pt x="98" y="145"/>
                    </a:cubicBezTo>
                    <a:cubicBezTo>
                      <a:pt x="95" y="140"/>
                      <a:pt x="92" y="136"/>
                      <a:pt x="90" y="134"/>
                    </a:cubicBezTo>
                    <a:cubicBezTo>
                      <a:pt x="87" y="132"/>
                      <a:pt x="84" y="130"/>
                      <a:pt x="81" y="130"/>
                    </a:cubicBezTo>
                    <a:cubicBezTo>
                      <a:pt x="81" y="130"/>
                      <a:pt x="81" y="130"/>
                      <a:pt x="81" y="130"/>
                    </a:cubicBezTo>
                    <a:cubicBezTo>
                      <a:pt x="81" y="130"/>
                      <a:pt x="81" y="130"/>
                      <a:pt x="81" y="130"/>
                    </a:cubicBezTo>
                    <a:cubicBezTo>
                      <a:pt x="80" y="130"/>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7"/>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6"/>
                      <a:pt x="81" y="136"/>
                    </a:cubicBezTo>
                    <a:cubicBezTo>
                      <a:pt x="82" y="136"/>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2" name="Freeform 1137">
                <a:extLst>
                  <a:ext uri="{FF2B5EF4-FFF2-40B4-BE49-F238E27FC236}">
                    <a16:creationId xmlns:a16="http://schemas.microsoft.com/office/drawing/2014/main" id="{EED67D76-261E-433D-9BF7-C57C53C5D3B0}"/>
                  </a:ext>
                </a:extLst>
              </p:cNvPr>
              <p:cNvSpPr>
                <a:spLocks noEditPoints="1"/>
              </p:cNvSpPr>
              <p:nvPr userDrawn="1"/>
            </p:nvSpPr>
            <p:spPr bwMode="auto">
              <a:xfrm>
                <a:off x="-371" y="1734"/>
                <a:ext cx="182" cy="157"/>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1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0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17 w 243"/>
                  <a:gd name="T103" fmla="*/ 151 h 208"/>
                  <a:gd name="T104" fmla="*/ 230 w 243"/>
                  <a:gd name="T105" fmla="*/ 147 h 208"/>
                  <a:gd name="T106" fmla="*/ 240 w 243"/>
                  <a:gd name="T107" fmla="*/ 110 h 208"/>
                  <a:gd name="T108" fmla="*/ 238 w 243"/>
                  <a:gd name="T109" fmla="*/ 108 h 208"/>
                  <a:gd name="T110" fmla="*/ 219 w 243"/>
                  <a:gd name="T111" fmla="*/ 91 h 208"/>
                  <a:gd name="T112" fmla="*/ 225 w 243"/>
                  <a:gd name="T113" fmla="*/ 75 h 208"/>
                  <a:gd name="T114" fmla="*/ 198 w 243"/>
                  <a:gd name="T115" fmla="*/ 26 h 208"/>
                  <a:gd name="T116" fmla="*/ 196 w 243"/>
                  <a:gd name="T117" fmla="*/ 26 h 208"/>
                  <a:gd name="T118" fmla="*/ 174 w 243"/>
                  <a:gd name="T119" fmla="*/ 30 h 208"/>
                  <a:gd name="T120" fmla="*/ 164 w 243"/>
                  <a:gd name="T121" fmla="*/ 23 h 208"/>
                  <a:gd name="T122" fmla="*/ 164 w 243"/>
                  <a:gd name="T123" fmla="*/ 16 h 208"/>
                  <a:gd name="T124" fmla="*/ 143 w 24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3" name="Freeform 1138">
                <a:extLst>
                  <a:ext uri="{FF2B5EF4-FFF2-40B4-BE49-F238E27FC236}">
                    <a16:creationId xmlns:a16="http://schemas.microsoft.com/office/drawing/2014/main" id="{03C06DAF-709D-4288-BD8C-25FCE487EB45}"/>
                  </a:ext>
                </a:extLst>
              </p:cNvPr>
              <p:cNvSpPr>
                <a:spLocks/>
              </p:cNvSpPr>
              <p:nvPr userDrawn="1"/>
            </p:nvSpPr>
            <p:spPr bwMode="auto">
              <a:xfrm>
                <a:off x="-371" y="1888"/>
                <a:ext cx="2" cy="3"/>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4" name="Freeform 1139">
                <a:extLst>
                  <a:ext uri="{FF2B5EF4-FFF2-40B4-BE49-F238E27FC236}">
                    <a16:creationId xmlns:a16="http://schemas.microsoft.com/office/drawing/2014/main" id="{B35252D1-08BC-4CBF-8A9B-87139AA68E6E}"/>
                  </a:ext>
                </a:extLst>
              </p:cNvPr>
              <p:cNvSpPr>
                <a:spLocks noEditPoints="1"/>
              </p:cNvSpPr>
              <p:nvPr userDrawn="1"/>
            </p:nvSpPr>
            <p:spPr bwMode="auto">
              <a:xfrm>
                <a:off x="-4541" y="2262"/>
                <a:ext cx="68" cy="64"/>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1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1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1"/>
                      <a:pt x="59" y="41"/>
                      <a:pt x="59" y="41"/>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1"/>
                      <a:pt x="31" y="41"/>
                      <a:pt x="31" y="41"/>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5" name="Freeform 1140">
                <a:extLst>
                  <a:ext uri="{FF2B5EF4-FFF2-40B4-BE49-F238E27FC236}">
                    <a16:creationId xmlns:a16="http://schemas.microsoft.com/office/drawing/2014/main" id="{93B7B335-CF87-4659-A024-98B7B98754D6}"/>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6" name="Freeform 1141">
                <a:extLst>
                  <a:ext uri="{FF2B5EF4-FFF2-40B4-BE49-F238E27FC236}">
                    <a16:creationId xmlns:a16="http://schemas.microsoft.com/office/drawing/2014/main" id="{6EA5305F-A42F-4827-8579-4436673FAB24}"/>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7" name="Freeform 1142">
                <a:extLst>
                  <a:ext uri="{FF2B5EF4-FFF2-40B4-BE49-F238E27FC236}">
                    <a16:creationId xmlns:a16="http://schemas.microsoft.com/office/drawing/2014/main" id="{6A287ACA-DBD0-4399-9326-F8909BB611C9}"/>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8" name="Freeform 1143">
                <a:extLst>
                  <a:ext uri="{FF2B5EF4-FFF2-40B4-BE49-F238E27FC236}">
                    <a16:creationId xmlns:a16="http://schemas.microsoft.com/office/drawing/2014/main" id="{5052B046-5BD7-4ED4-8F4F-BADC1345D942}"/>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9" name="Freeform 1144">
                <a:extLst>
                  <a:ext uri="{FF2B5EF4-FFF2-40B4-BE49-F238E27FC236}">
                    <a16:creationId xmlns:a16="http://schemas.microsoft.com/office/drawing/2014/main" id="{610A19A5-AD40-4D0F-84B2-CBF5CE601119}"/>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0" name="Freeform 1145">
                <a:extLst>
                  <a:ext uri="{FF2B5EF4-FFF2-40B4-BE49-F238E27FC236}">
                    <a16:creationId xmlns:a16="http://schemas.microsoft.com/office/drawing/2014/main" id="{788E4BF3-EFC8-4593-BB1C-35AFCC66E845}"/>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1" name="Freeform 1146">
                <a:extLst>
                  <a:ext uri="{FF2B5EF4-FFF2-40B4-BE49-F238E27FC236}">
                    <a16:creationId xmlns:a16="http://schemas.microsoft.com/office/drawing/2014/main" id="{E3E9C9B0-633C-4CF2-AB6D-7F73A2BADAE0}"/>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2" name="Freeform 1147">
                <a:extLst>
                  <a:ext uri="{FF2B5EF4-FFF2-40B4-BE49-F238E27FC236}">
                    <a16:creationId xmlns:a16="http://schemas.microsoft.com/office/drawing/2014/main" id="{90DB5739-83B0-4292-9E96-A39224C33967}"/>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3" name="Freeform 1148">
                <a:extLst>
                  <a:ext uri="{FF2B5EF4-FFF2-40B4-BE49-F238E27FC236}">
                    <a16:creationId xmlns:a16="http://schemas.microsoft.com/office/drawing/2014/main" id="{172D2198-3B0D-4058-A9D5-B6CDC9319B88}"/>
                  </a:ext>
                </a:extLst>
              </p:cNvPr>
              <p:cNvSpPr>
                <a:spLocks noEditPoints="1"/>
              </p:cNvSpPr>
              <p:nvPr userDrawn="1"/>
            </p:nvSpPr>
            <p:spPr bwMode="auto">
              <a:xfrm>
                <a:off x="-3584" y="3063"/>
                <a:ext cx="168" cy="164"/>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4 h 218"/>
                  <a:gd name="T22" fmla="*/ 103 w 224"/>
                  <a:gd name="T23" fmla="*/ 154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2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4"/>
                      <a:pt x="121" y="154"/>
                      <a:pt x="121" y="154"/>
                    </a:cubicBezTo>
                    <a:cubicBezTo>
                      <a:pt x="112" y="192"/>
                      <a:pt x="112" y="192"/>
                      <a:pt x="112" y="192"/>
                    </a:cubicBezTo>
                    <a:cubicBezTo>
                      <a:pt x="103" y="154"/>
                      <a:pt x="103" y="154"/>
                      <a:pt x="103" y="154"/>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2"/>
                      <a:pt x="191" y="32"/>
                      <a:pt x="191" y="32"/>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4" name="Freeform 1149">
                <a:extLst>
                  <a:ext uri="{FF2B5EF4-FFF2-40B4-BE49-F238E27FC236}">
                    <a16:creationId xmlns:a16="http://schemas.microsoft.com/office/drawing/2014/main" id="{E8558122-3D9D-4185-BAAE-AC332D5E7CD5}"/>
                  </a:ext>
                </a:extLst>
              </p:cNvPr>
              <p:cNvSpPr>
                <a:spLocks noEditPoints="1"/>
              </p:cNvSpPr>
              <p:nvPr userDrawn="1"/>
            </p:nvSpPr>
            <p:spPr bwMode="auto">
              <a:xfrm>
                <a:off x="-4223" y="2603"/>
                <a:ext cx="147" cy="14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5" name="Freeform 1150">
                <a:extLst>
                  <a:ext uri="{FF2B5EF4-FFF2-40B4-BE49-F238E27FC236}">
                    <a16:creationId xmlns:a16="http://schemas.microsoft.com/office/drawing/2014/main" id="{50B77623-56A9-4005-A2B0-F344E9BD6A56}"/>
                  </a:ext>
                </a:extLst>
              </p:cNvPr>
              <p:cNvSpPr>
                <a:spLocks noEditPoints="1"/>
              </p:cNvSpPr>
              <p:nvPr userDrawn="1"/>
            </p:nvSpPr>
            <p:spPr bwMode="auto">
              <a:xfrm>
                <a:off x="-3749" y="2617"/>
                <a:ext cx="97" cy="95"/>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4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1"/>
                      <a:pt x="64" y="101"/>
                      <a:pt x="64" y="101"/>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50"/>
                      <a:pt x="30" y="50"/>
                      <a:pt x="30" y="50"/>
                    </a:cubicBezTo>
                    <a:cubicBezTo>
                      <a:pt x="47" y="52"/>
                      <a:pt x="47" y="52"/>
                      <a:pt x="47" y="52"/>
                    </a:cubicBezTo>
                    <a:cubicBezTo>
                      <a:pt x="38" y="38"/>
                      <a:pt x="38" y="38"/>
                      <a:pt x="38" y="38"/>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6" name="Freeform 1151">
                <a:extLst>
                  <a:ext uri="{FF2B5EF4-FFF2-40B4-BE49-F238E27FC236}">
                    <a16:creationId xmlns:a16="http://schemas.microsoft.com/office/drawing/2014/main" id="{B8BBFFA2-E3E8-4816-9706-E5ADD4069EAE}"/>
                  </a:ext>
                </a:extLst>
              </p:cNvPr>
              <p:cNvSpPr>
                <a:spLocks noEditPoints="1"/>
              </p:cNvSpPr>
              <p:nvPr userDrawn="1"/>
            </p:nvSpPr>
            <p:spPr bwMode="auto">
              <a:xfrm>
                <a:off x="-3573" y="2294"/>
                <a:ext cx="97" cy="93"/>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7" name="Freeform 1152">
                <a:extLst>
                  <a:ext uri="{FF2B5EF4-FFF2-40B4-BE49-F238E27FC236}">
                    <a16:creationId xmlns:a16="http://schemas.microsoft.com/office/drawing/2014/main" id="{3946B535-C661-45B3-B6BA-8C8ED05F1F39}"/>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close/>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close/>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8" name="Freeform 1153">
                <a:extLst>
                  <a:ext uri="{FF2B5EF4-FFF2-40B4-BE49-F238E27FC236}">
                    <a16:creationId xmlns:a16="http://schemas.microsoft.com/office/drawing/2014/main" id="{CC25E7E6-F126-434F-A563-EE019299FB3F}"/>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9" name="Freeform 1154">
                <a:extLst>
                  <a:ext uri="{FF2B5EF4-FFF2-40B4-BE49-F238E27FC236}">
                    <a16:creationId xmlns:a16="http://schemas.microsoft.com/office/drawing/2014/main" id="{A943276F-5D97-4CCC-A50E-165D7D916761}"/>
                  </a:ext>
                </a:extLst>
              </p:cNvPr>
              <p:cNvSpPr>
                <a:spLocks noEditPoints="1"/>
              </p:cNvSpPr>
              <p:nvPr userDrawn="1"/>
            </p:nvSpPr>
            <p:spPr bwMode="auto">
              <a:xfrm>
                <a:off x="-3793" y="3039"/>
                <a:ext cx="62" cy="61"/>
              </a:xfrm>
              <a:custGeom>
                <a:avLst/>
                <a:gdLst>
                  <a:gd name="T0" fmla="*/ 75 w 83"/>
                  <a:gd name="T1" fmla="*/ 39 h 82"/>
                  <a:gd name="T2" fmla="*/ 74 w 83"/>
                  <a:gd name="T3" fmla="*/ 39 h 82"/>
                  <a:gd name="T4" fmla="*/ 39 w 83"/>
                  <a:gd name="T5" fmla="*/ 28 h 82"/>
                  <a:gd name="T6" fmla="*/ 44 w 83"/>
                  <a:gd name="T7" fmla="*/ 28 h 82"/>
                  <a:gd name="T8" fmla="*/ 49 w 83"/>
                  <a:gd name="T9" fmla="*/ 30 h 82"/>
                  <a:gd name="T10" fmla="*/ 52 w 83"/>
                  <a:gd name="T11" fmla="*/ 34 h 82"/>
                  <a:gd name="T12" fmla="*/ 54 w 83"/>
                  <a:gd name="T13" fmla="*/ 38 h 82"/>
                  <a:gd name="T14" fmla="*/ 54 w 83"/>
                  <a:gd name="T15" fmla="*/ 43 h 82"/>
                  <a:gd name="T16" fmla="*/ 52 w 83"/>
                  <a:gd name="T17" fmla="*/ 48 h 82"/>
                  <a:gd name="T18" fmla="*/ 49 w 83"/>
                  <a:gd name="T19" fmla="*/ 51 h 82"/>
                  <a:gd name="T20" fmla="*/ 44 w 83"/>
                  <a:gd name="T21" fmla="*/ 53 h 82"/>
                  <a:gd name="T22" fmla="*/ 39 w 83"/>
                  <a:gd name="T23" fmla="*/ 53 h 82"/>
                  <a:gd name="T24" fmla="*/ 34 w 83"/>
                  <a:gd name="T25" fmla="*/ 51 h 82"/>
                  <a:gd name="T26" fmla="*/ 31 w 83"/>
                  <a:gd name="T27" fmla="*/ 48 h 82"/>
                  <a:gd name="T28" fmla="*/ 29 w 83"/>
                  <a:gd name="T29" fmla="*/ 43 h 82"/>
                  <a:gd name="T30" fmla="*/ 29 w 83"/>
                  <a:gd name="T31" fmla="*/ 38 h 82"/>
                  <a:gd name="T32" fmla="*/ 31 w 83"/>
                  <a:gd name="T33" fmla="*/ 34 h 82"/>
                  <a:gd name="T34" fmla="*/ 34 w 83"/>
                  <a:gd name="T35" fmla="*/ 30 h 82"/>
                  <a:gd name="T36" fmla="*/ 39 w 83"/>
                  <a:gd name="T37" fmla="*/ 28 h 82"/>
                  <a:gd name="T38" fmla="*/ 37 w 83"/>
                  <a:gd name="T39" fmla="*/ 19 h 82"/>
                  <a:gd name="T40" fmla="*/ 29 w 83"/>
                  <a:gd name="T41" fmla="*/ 22 h 82"/>
                  <a:gd name="T42" fmla="*/ 14 w 83"/>
                  <a:gd name="T43" fmla="*/ 15 h 82"/>
                  <a:gd name="T44" fmla="*/ 3 w 83"/>
                  <a:gd name="T45" fmla="*/ 25 h 82"/>
                  <a:gd name="T46" fmla="*/ 0 w 83"/>
                  <a:gd name="T47" fmla="*/ 41 h 82"/>
                  <a:gd name="T48" fmla="*/ 3 w 83"/>
                  <a:gd name="T49" fmla="*/ 56 h 82"/>
                  <a:gd name="T50" fmla="*/ 12 w 83"/>
                  <a:gd name="T51" fmla="*/ 70 h 82"/>
                  <a:gd name="T52" fmla="*/ 26 w 83"/>
                  <a:gd name="T53" fmla="*/ 78 h 82"/>
                  <a:gd name="T54" fmla="*/ 42 w 83"/>
                  <a:gd name="T55" fmla="*/ 82 h 82"/>
                  <a:gd name="T56" fmla="*/ 58 w 83"/>
                  <a:gd name="T57" fmla="*/ 78 h 82"/>
                  <a:gd name="T58" fmla="*/ 71 w 83"/>
                  <a:gd name="T59" fmla="*/ 70 h 82"/>
                  <a:gd name="T60" fmla="*/ 77 w 83"/>
                  <a:gd name="T61" fmla="*/ 56 h 82"/>
                  <a:gd name="T62" fmla="*/ 64 w 83"/>
                  <a:gd name="T63" fmla="*/ 45 h 82"/>
                  <a:gd name="T64" fmla="*/ 75 w 83"/>
                  <a:gd name="T65" fmla="*/ 39 h 82"/>
                  <a:gd name="T66" fmla="*/ 80 w 83"/>
                  <a:gd name="T67" fmla="*/ 25 h 82"/>
                  <a:gd name="T68" fmla="*/ 71 w 83"/>
                  <a:gd name="T69" fmla="*/ 12 h 82"/>
                  <a:gd name="T70" fmla="*/ 58 w 83"/>
                  <a:gd name="T71" fmla="*/ 3 h 82"/>
                  <a:gd name="T72" fmla="*/ 42 w 83"/>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2">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2"/>
                      <a:pt x="42" y="82"/>
                      <a:pt x="42" y="82"/>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0" name="Freeform 1155">
                <a:extLst>
                  <a:ext uri="{FF2B5EF4-FFF2-40B4-BE49-F238E27FC236}">
                    <a16:creationId xmlns:a16="http://schemas.microsoft.com/office/drawing/2014/main" id="{23551816-7B80-4456-9A3E-C668E4BE8237}"/>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1" name="Freeform 1156">
                <a:extLst>
                  <a:ext uri="{FF2B5EF4-FFF2-40B4-BE49-F238E27FC236}">
                    <a16:creationId xmlns:a16="http://schemas.microsoft.com/office/drawing/2014/main" id="{5DA4FEA5-0C48-4171-B536-2A5B7A66A123}"/>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2" name="Freeform 1157">
                <a:extLst>
                  <a:ext uri="{FF2B5EF4-FFF2-40B4-BE49-F238E27FC236}">
                    <a16:creationId xmlns:a16="http://schemas.microsoft.com/office/drawing/2014/main" id="{532A4043-0730-480C-8799-03D9E77034DB}"/>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3" name="Freeform 1158">
                <a:extLst>
                  <a:ext uri="{FF2B5EF4-FFF2-40B4-BE49-F238E27FC236}">
                    <a16:creationId xmlns:a16="http://schemas.microsoft.com/office/drawing/2014/main" id="{0AE4EEF3-8BEF-4D70-AA48-FC61A10BBA6D}"/>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4" name="Freeform 1159">
                <a:extLst>
                  <a:ext uri="{FF2B5EF4-FFF2-40B4-BE49-F238E27FC236}">
                    <a16:creationId xmlns:a16="http://schemas.microsoft.com/office/drawing/2014/main" id="{A666CDC0-E251-425F-845E-8F0E05AE2AA0}"/>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5" name="Freeform 1160">
                <a:extLst>
                  <a:ext uri="{FF2B5EF4-FFF2-40B4-BE49-F238E27FC236}">
                    <a16:creationId xmlns:a16="http://schemas.microsoft.com/office/drawing/2014/main" id="{8AB597AD-D9E6-40D6-8E1C-F0E82BAB96EA}"/>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6" name="Freeform 1161">
                <a:extLst>
                  <a:ext uri="{FF2B5EF4-FFF2-40B4-BE49-F238E27FC236}">
                    <a16:creationId xmlns:a16="http://schemas.microsoft.com/office/drawing/2014/main" id="{CB7F949C-37BA-47FE-9FE6-F8261533AE2E}"/>
                  </a:ext>
                </a:extLst>
              </p:cNvPr>
              <p:cNvSpPr>
                <a:spLocks noEditPoints="1"/>
              </p:cNvSpPr>
              <p:nvPr userDrawn="1"/>
            </p:nvSpPr>
            <p:spPr bwMode="auto">
              <a:xfrm>
                <a:off x="-4715" y="2596"/>
                <a:ext cx="164" cy="161"/>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1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1 h 214"/>
                  <a:gd name="T36" fmla="*/ 101 w 219"/>
                  <a:gd name="T37" fmla="*/ 64 h 214"/>
                  <a:gd name="T38" fmla="*/ 98 w 219"/>
                  <a:gd name="T39" fmla="*/ 50 h 214"/>
                  <a:gd name="T40" fmla="*/ 76 w 219"/>
                  <a:gd name="T41" fmla="*/ 59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1"/>
                      <a:pt x="134" y="71"/>
                      <a:pt x="134" y="71"/>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1"/>
                      <a:pt x="84" y="71"/>
                      <a:pt x="84" y="71"/>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9"/>
                      <a:pt x="76" y="59"/>
                      <a:pt x="76" y="59"/>
                    </a:cubicBezTo>
                    <a:cubicBezTo>
                      <a:pt x="32" y="32"/>
                      <a:pt x="32" y="32"/>
                      <a:pt x="32" y="32"/>
                    </a:cubicBezTo>
                    <a:cubicBezTo>
                      <a:pt x="60" y="75"/>
                      <a:pt x="60" y="75"/>
                      <a:pt x="60" y="75"/>
                    </a:cubicBezTo>
                    <a:cubicBezTo>
                      <a:pt x="13" y="67"/>
                      <a:pt x="13" y="67"/>
                      <a:pt x="13" y="67"/>
                    </a:cubicBezTo>
                    <a:cubicBezTo>
                      <a:pt x="13" y="68"/>
                      <a:pt x="13" y="69"/>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9"/>
                      <a:pt x="143" y="59"/>
                      <a:pt x="143"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7" name="Freeform 1162">
                <a:extLst>
                  <a:ext uri="{FF2B5EF4-FFF2-40B4-BE49-F238E27FC236}">
                    <a16:creationId xmlns:a16="http://schemas.microsoft.com/office/drawing/2014/main" id="{5345E6D9-071F-4EE4-A32B-91BA02AD5266}"/>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8" name="Freeform 1163">
                <a:extLst>
                  <a:ext uri="{FF2B5EF4-FFF2-40B4-BE49-F238E27FC236}">
                    <a16:creationId xmlns:a16="http://schemas.microsoft.com/office/drawing/2014/main" id="{4AC6FC77-C3EA-406F-82FC-45B99F0E893E}"/>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9" name="Freeform 1164">
                <a:extLst>
                  <a:ext uri="{FF2B5EF4-FFF2-40B4-BE49-F238E27FC236}">
                    <a16:creationId xmlns:a16="http://schemas.microsoft.com/office/drawing/2014/main" id="{CE2E612E-5981-4ED2-94E1-029C8FDC7F18}"/>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0" name="Freeform 1165">
                <a:extLst>
                  <a:ext uri="{FF2B5EF4-FFF2-40B4-BE49-F238E27FC236}">
                    <a16:creationId xmlns:a16="http://schemas.microsoft.com/office/drawing/2014/main" id="{727564FA-5DB4-4E3C-9372-BF16DDB397C5}"/>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1" name="Freeform 1166">
                <a:extLst>
                  <a:ext uri="{FF2B5EF4-FFF2-40B4-BE49-F238E27FC236}">
                    <a16:creationId xmlns:a16="http://schemas.microsoft.com/office/drawing/2014/main" id="{F5FABD94-E659-47C2-A8FC-87EBD22145E9}"/>
                  </a:ext>
                </a:extLst>
              </p:cNvPr>
              <p:cNvSpPr>
                <a:spLocks noEditPoints="1"/>
              </p:cNvSpPr>
              <p:nvPr userDrawn="1"/>
            </p:nvSpPr>
            <p:spPr bwMode="auto">
              <a:xfrm>
                <a:off x="-4608" y="2430"/>
                <a:ext cx="59" cy="59"/>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2" name="Freeform 1167">
                <a:extLst>
                  <a:ext uri="{FF2B5EF4-FFF2-40B4-BE49-F238E27FC236}">
                    <a16:creationId xmlns:a16="http://schemas.microsoft.com/office/drawing/2014/main" id="{7EA2A47B-584B-4FFF-B239-8B1320E5D5C1}"/>
                  </a:ext>
                </a:extLst>
              </p:cNvPr>
              <p:cNvSpPr>
                <a:spLocks noEditPoints="1"/>
              </p:cNvSpPr>
              <p:nvPr userDrawn="1"/>
            </p:nvSpPr>
            <p:spPr bwMode="auto">
              <a:xfrm>
                <a:off x="-4575" y="2486"/>
                <a:ext cx="13" cy="14"/>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3" name="Freeform 1168">
                <a:extLst>
                  <a:ext uri="{FF2B5EF4-FFF2-40B4-BE49-F238E27FC236}">
                    <a16:creationId xmlns:a16="http://schemas.microsoft.com/office/drawing/2014/main" id="{8122248F-A0AD-41FE-B561-DD4CA18B5054}"/>
                  </a:ext>
                </a:extLst>
              </p:cNvPr>
              <p:cNvSpPr>
                <a:spLocks/>
              </p:cNvSpPr>
              <p:nvPr userDrawn="1"/>
            </p:nvSpPr>
            <p:spPr bwMode="auto">
              <a:xfrm>
                <a:off x="-4572" y="2486"/>
                <a:ext cx="4" cy="2"/>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4" name="Freeform 1169">
                <a:extLst>
                  <a:ext uri="{FF2B5EF4-FFF2-40B4-BE49-F238E27FC236}">
                    <a16:creationId xmlns:a16="http://schemas.microsoft.com/office/drawing/2014/main" id="{8D1A1424-81D1-428F-A251-C9A5ED8BE956}"/>
                  </a:ext>
                </a:extLst>
              </p:cNvPr>
              <p:cNvSpPr>
                <a:spLocks/>
              </p:cNvSpPr>
              <p:nvPr userDrawn="1"/>
            </p:nvSpPr>
            <p:spPr bwMode="auto">
              <a:xfrm>
                <a:off x="-4571" y="2498"/>
                <a:ext cx="11" cy="12"/>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5" name="Freeform 1170">
                <a:extLst>
                  <a:ext uri="{FF2B5EF4-FFF2-40B4-BE49-F238E27FC236}">
                    <a16:creationId xmlns:a16="http://schemas.microsoft.com/office/drawing/2014/main" id="{9653EAFC-310A-4077-9961-3A01601FBFA7}"/>
                  </a:ext>
                </a:extLst>
              </p:cNvPr>
              <p:cNvSpPr>
                <a:spLocks/>
              </p:cNvSpPr>
              <p:nvPr userDrawn="1"/>
            </p:nvSpPr>
            <p:spPr bwMode="auto">
              <a:xfrm>
                <a:off x="-4569" y="2498"/>
                <a:ext cx="5" cy="2"/>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6" name="Freeform 1171">
                <a:extLst>
                  <a:ext uri="{FF2B5EF4-FFF2-40B4-BE49-F238E27FC236}">
                    <a16:creationId xmlns:a16="http://schemas.microsoft.com/office/drawing/2014/main" id="{44D37FA7-FD8C-4534-859C-80284E430AAA}"/>
                  </a:ext>
                </a:extLst>
              </p:cNvPr>
              <p:cNvSpPr>
                <a:spLocks noEditPoints="1"/>
              </p:cNvSpPr>
              <p:nvPr userDrawn="1"/>
            </p:nvSpPr>
            <p:spPr bwMode="auto">
              <a:xfrm>
                <a:off x="-4561" y="2504"/>
                <a:ext cx="10" cy="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4"/>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7" name="Freeform 1172">
                <a:extLst>
                  <a:ext uri="{FF2B5EF4-FFF2-40B4-BE49-F238E27FC236}">
                    <a16:creationId xmlns:a16="http://schemas.microsoft.com/office/drawing/2014/main" id="{1F431A53-16BF-4452-888A-89391E3E6E21}"/>
                  </a:ext>
                </a:extLst>
              </p:cNvPr>
              <p:cNvSpPr>
                <a:spLocks/>
              </p:cNvSpPr>
              <p:nvPr userDrawn="1"/>
            </p:nvSpPr>
            <p:spPr bwMode="auto">
              <a:xfrm>
                <a:off x="-4561" y="2505"/>
                <a:ext cx="1"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8" name="Freeform 1173">
                <a:extLst>
                  <a:ext uri="{FF2B5EF4-FFF2-40B4-BE49-F238E27FC236}">
                    <a16:creationId xmlns:a16="http://schemas.microsoft.com/office/drawing/2014/main" id="{B8BEAF5B-7246-40E6-B5B6-36047238BCCC}"/>
                  </a:ext>
                </a:extLst>
              </p:cNvPr>
              <p:cNvSpPr>
                <a:spLocks noEditPoints="1"/>
              </p:cNvSpPr>
              <p:nvPr userDrawn="1"/>
            </p:nvSpPr>
            <p:spPr bwMode="auto">
              <a:xfrm>
                <a:off x="-3761" y="2906"/>
                <a:ext cx="59" cy="58"/>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9" name="Freeform 1174">
                <a:extLst>
                  <a:ext uri="{FF2B5EF4-FFF2-40B4-BE49-F238E27FC236}">
                    <a16:creationId xmlns:a16="http://schemas.microsoft.com/office/drawing/2014/main" id="{43B0AA5B-5858-49FE-AA24-73F437EB7C12}"/>
                  </a:ext>
                </a:extLst>
              </p:cNvPr>
              <p:cNvSpPr>
                <a:spLocks noEditPoints="1"/>
              </p:cNvSpPr>
              <p:nvPr userDrawn="1"/>
            </p:nvSpPr>
            <p:spPr bwMode="auto">
              <a:xfrm>
                <a:off x="-3763" y="2954"/>
                <a:ext cx="14" cy="14"/>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0" name="Freeform 1175">
                <a:extLst>
                  <a:ext uri="{FF2B5EF4-FFF2-40B4-BE49-F238E27FC236}">
                    <a16:creationId xmlns:a16="http://schemas.microsoft.com/office/drawing/2014/main" id="{93ED5A9D-2208-4F1E-89CA-F1868FD1ACB7}"/>
                  </a:ext>
                </a:extLst>
              </p:cNvPr>
              <p:cNvSpPr>
                <a:spLocks/>
              </p:cNvSpPr>
              <p:nvPr userDrawn="1"/>
            </p:nvSpPr>
            <p:spPr bwMode="auto">
              <a:xfrm>
                <a:off x="-3754" y="2954"/>
                <a:ext cx="4" cy="4"/>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1" name="Freeform 1176">
                <a:extLst>
                  <a:ext uri="{FF2B5EF4-FFF2-40B4-BE49-F238E27FC236}">
                    <a16:creationId xmlns:a16="http://schemas.microsoft.com/office/drawing/2014/main" id="{412007D0-3552-46E0-9BC5-076AF3E21426}"/>
                  </a:ext>
                </a:extLst>
              </p:cNvPr>
              <p:cNvSpPr>
                <a:spLocks noEditPoints="1"/>
              </p:cNvSpPr>
              <p:nvPr userDrawn="1"/>
            </p:nvSpPr>
            <p:spPr bwMode="auto">
              <a:xfrm>
                <a:off x="-3769" y="2964"/>
                <a:ext cx="11" cy="10"/>
              </a:xfrm>
              <a:custGeom>
                <a:avLst/>
                <a:gdLst>
                  <a:gd name="T0" fmla="*/ 8 w 15"/>
                  <a:gd name="T1" fmla="*/ 8 h 14"/>
                  <a:gd name="T2" fmla="*/ 8 w 15"/>
                  <a:gd name="T3" fmla="*/ 8 h 14"/>
                  <a:gd name="T4" fmla="*/ 8 w 15"/>
                  <a:gd name="T5" fmla="*/ 8 h 14"/>
                  <a:gd name="T6" fmla="*/ 7 w 15"/>
                  <a:gd name="T7" fmla="*/ 8 h 14"/>
                  <a:gd name="T8" fmla="*/ 6 w 15"/>
                  <a:gd name="T9" fmla="*/ 7 h 14"/>
                  <a:gd name="T10" fmla="*/ 7 w 15"/>
                  <a:gd name="T11" fmla="*/ 6 h 14"/>
                  <a:gd name="T12" fmla="*/ 8 w 15"/>
                  <a:gd name="T13" fmla="*/ 6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8 w 15"/>
                  <a:gd name="T27" fmla="*/ 0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2 w 15"/>
                  <a:gd name="T45" fmla="*/ 13 h 14"/>
                  <a:gd name="T46" fmla="*/ 15 w 15"/>
                  <a:gd name="T47" fmla="*/ 7 h 14"/>
                  <a:gd name="T48" fmla="*/ 14 w 15"/>
                  <a:gd name="T49" fmla="*/ 4 h 14"/>
                  <a:gd name="T50" fmla="*/ 10 w 15"/>
                  <a:gd name="T51" fmla="*/ 1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8" y="8"/>
                      <a:pt x="8" y="8"/>
                      <a:pt x="8" y="8"/>
                    </a:cubicBezTo>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1"/>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2" name="Freeform 1177">
                <a:extLst>
                  <a:ext uri="{FF2B5EF4-FFF2-40B4-BE49-F238E27FC236}">
                    <a16:creationId xmlns:a16="http://schemas.microsoft.com/office/drawing/2014/main" id="{6BFEB7B8-6EE8-4E94-9168-7EB5B5E91ECD}"/>
                  </a:ext>
                </a:extLst>
              </p:cNvPr>
              <p:cNvSpPr>
                <a:spLocks/>
              </p:cNvSpPr>
              <p:nvPr userDrawn="1"/>
            </p:nvSpPr>
            <p:spPr bwMode="auto">
              <a:xfrm>
                <a:off x="-3762" y="2964"/>
                <a:ext cx="3" cy="3"/>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1"/>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3" name="Freeform 1178">
                <a:extLst>
                  <a:ext uri="{FF2B5EF4-FFF2-40B4-BE49-F238E27FC236}">
                    <a16:creationId xmlns:a16="http://schemas.microsoft.com/office/drawing/2014/main" id="{5EAA2A1C-4631-4CA1-96E9-CE445AE96B36}"/>
                  </a:ext>
                </a:extLst>
              </p:cNvPr>
              <p:cNvSpPr>
                <a:spLocks noEditPoints="1"/>
              </p:cNvSpPr>
              <p:nvPr userDrawn="1"/>
            </p:nvSpPr>
            <p:spPr bwMode="auto">
              <a:xfrm>
                <a:off x="-3768" y="2974"/>
                <a:ext cx="10" cy="10"/>
              </a:xfrm>
              <a:custGeom>
                <a:avLst/>
                <a:gdLst>
                  <a:gd name="T0" fmla="*/ 6 w 13"/>
                  <a:gd name="T1" fmla="*/ 6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7 w 13"/>
                  <a:gd name="T17" fmla="*/ 7 h 13"/>
                  <a:gd name="T18" fmla="*/ 6 w 13"/>
                  <a:gd name="T19" fmla="*/ 7 h 13"/>
                  <a:gd name="T20" fmla="*/ 6 w 13"/>
                  <a:gd name="T21" fmla="*/ 6 h 13"/>
                  <a:gd name="T22" fmla="*/ 8 w 13"/>
                  <a:gd name="T23" fmla="*/ 0 h 13"/>
                  <a:gd name="T24" fmla="*/ 6 w 13"/>
                  <a:gd name="T25" fmla="*/ 0 h 13"/>
                  <a:gd name="T26" fmla="*/ 6 w 13"/>
                  <a:gd name="T27" fmla="*/ 0 h 13"/>
                  <a:gd name="T28" fmla="*/ 4 w 13"/>
                  <a:gd name="T29" fmla="*/ 0 h 13"/>
                  <a:gd name="T30" fmla="*/ 3 w 13"/>
                  <a:gd name="T31" fmla="*/ 1 h 13"/>
                  <a:gd name="T32" fmla="*/ 3 w 13"/>
                  <a:gd name="T33" fmla="*/ 1 h 13"/>
                  <a:gd name="T34" fmla="*/ 0 w 13"/>
                  <a:gd name="T35" fmla="*/ 6 h 13"/>
                  <a:gd name="T36" fmla="*/ 1 w 13"/>
                  <a:gd name="T37" fmla="*/ 10 h 13"/>
                  <a:gd name="T38" fmla="*/ 1 w 13"/>
                  <a:gd name="T39" fmla="*/ 10 h 13"/>
                  <a:gd name="T40" fmla="*/ 6 w 13"/>
                  <a:gd name="T41" fmla="*/ 13 h 13"/>
                  <a:gd name="T42" fmla="*/ 6 w 13"/>
                  <a:gd name="T43" fmla="*/ 13 h 13"/>
                  <a:gd name="T44" fmla="*/ 10 w 13"/>
                  <a:gd name="T45" fmla="*/ 12 h 13"/>
                  <a:gd name="T46" fmla="*/ 10 w 13"/>
                  <a:gd name="T47" fmla="*/ 12 h 13"/>
                  <a:gd name="T48" fmla="*/ 13 w 13"/>
                  <a:gd name="T49" fmla="*/ 6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6"/>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1"/>
                    </a:cubicBezTo>
                    <a:cubicBezTo>
                      <a:pt x="3" y="1"/>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4" name="Freeform 1179">
                <a:extLst>
                  <a:ext uri="{FF2B5EF4-FFF2-40B4-BE49-F238E27FC236}">
                    <a16:creationId xmlns:a16="http://schemas.microsoft.com/office/drawing/2014/main" id="{E63538BB-0251-453D-B33A-7B20C2EAB6EF}"/>
                  </a:ext>
                </a:extLst>
              </p:cNvPr>
              <p:cNvSpPr>
                <a:spLocks/>
              </p:cNvSpPr>
              <p:nvPr userDrawn="1"/>
            </p:nvSpPr>
            <p:spPr bwMode="auto">
              <a:xfrm>
                <a:off x="-3765" y="2974"/>
                <a:ext cx="3"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5" name="Freeform 1180">
                <a:extLst>
                  <a:ext uri="{FF2B5EF4-FFF2-40B4-BE49-F238E27FC236}">
                    <a16:creationId xmlns:a16="http://schemas.microsoft.com/office/drawing/2014/main" id="{08FFDD28-320D-42F2-B235-82D54565A12B}"/>
                  </a:ext>
                </a:extLst>
              </p:cNvPr>
              <p:cNvSpPr>
                <a:spLocks noEditPoints="1"/>
              </p:cNvSpPr>
              <p:nvPr userDrawn="1"/>
            </p:nvSpPr>
            <p:spPr bwMode="auto">
              <a:xfrm>
                <a:off x="-3664" y="2763"/>
                <a:ext cx="101" cy="98"/>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8"/>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6" name="Freeform 1181">
                <a:extLst>
                  <a:ext uri="{FF2B5EF4-FFF2-40B4-BE49-F238E27FC236}">
                    <a16:creationId xmlns:a16="http://schemas.microsoft.com/office/drawing/2014/main" id="{DF0E904A-D281-481B-A8C5-DDBDB48FF179}"/>
                  </a:ext>
                </a:extLst>
              </p:cNvPr>
              <p:cNvSpPr>
                <a:spLocks noEditPoints="1"/>
              </p:cNvSpPr>
              <p:nvPr userDrawn="1"/>
            </p:nvSpPr>
            <p:spPr bwMode="auto">
              <a:xfrm>
                <a:off x="-3667" y="2847"/>
                <a:ext cx="21" cy="21"/>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7"/>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7" name="Freeform 1182">
                <a:extLst>
                  <a:ext uri="{FF2B5EF4-FFF2-40B4-BE49-F238E27FC236}">
                    <a16:creationId xmlns:a16="http://schemas.microsoft.com/office/drawing/2014/main" id="{67B32725-42ED-405A-9AE9-3D8761ED5976}"/>
                  </a:ext>
                </a:extLst>
              </p:cNvPr>
              <p:cNvSpPr>
                <a:spLocks noEditPoints="1"/>
              </p:cNvSpPr>
              <p:nvPr userDrawn="1"/>
            </p:nvSpPr>
            <p:spPr bwMode="auto">
              <a:xfrm>
                <a:off x="-3678" y="2865"/>
                <a:ext cx="17" cy="16"/>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7 w 22"/>
                  <a:gd name="T37" fmla="*/ 20 h 21"/>
                  <a:gd name="T38" fmla="*/ 17 w 22"/>
                  <a:gd name="T39" fmla="*/ 20 h 21"/>
                  <a:gd name="T40" fmla="*/ 22 w 22"/>
                  <a:gd name="T41" fmla="*/ 11 h 21"/>
                  <a:gd name="T42" fmla="*/ 20 w 22"/>
                  <a:gd name="T43" fmla="*/ 5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8" name="Freeform 1183">
                <a:extLst>
                  <a:ext uri="{FF2B5EF4-FFF2-40B4-BE49-F238E27FC236}">
                    <a16:creationId xmlns:a16="http://schemas.microsoft.com/office/drawing/2014/main" id="{8AE72402-B9B7-43E6-8C3C-C332A75EA08B}"/>
                  </a:ext>
                </a:extLst>
              </p:cNvPr>
              <p:cNvSpPr>
                <a:spLocks noEditPoints="1"/>
              </p:cNvSpPr>
              <p:nvPr userDrawn="1"/>
            </p:nvSpPr>
            <p:spPr bwMode="auto">
              <a:xfrm>
                <a:off x="-3676" y="2883"/>
                <a:ext cx="14" cy="1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9" name="Freeform 1184">
                <a:extLst>
                  <a:ext uri="{FF2B5EF4-FFF2-40B4-BE49-F238E27FC236}">
                    <a16:creationId xmlns:a16="http://schemas.microsoft.com/office/drawing/2014/main" id="{50A78311-B081-434B-8DC4-2EF97CF33D86}"/>
                  </a:ext>
                </a:extLst>
              </p:cNvPr>
              <p:cNvSpPr>
                <a:spLocks noEditPoints="1"/>
              </p:cNvSpPr>
              <p:nvPr userDrawn="1"/>
            </p:nvSpPr>
            <p:spPr bwMode="auto">
              <a:xfrm>
                <a:off x="-3859" y="2167"/>
                <a:ext cx="60" cy="5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8 w 79"/>
                  <a:gd name="T17" fmla="*/ 69 h 78"/>
                  <a:gd name="T18" fmla="*/ 57 w 79"/>
                  <a:gd name="T19" fmla="*/ 67 h 78"/>
                  <a:gd name="T20" fmla="*/ 39 w 79"/>
                  <a:gd name="T21" fmla="*/ 72 h 78"/>
                  <a:gd name="T22" fmla="*/ 39 w 79"/>
                  <a:gd name="T23" fmla="*/ 0 h 78"/>
                  <a:gd name="T24" fmla="*/ 39 w 79"/>
                  <a:gd name="T25" fmla="*/ 0 h 78"/>
                  <a:gd name="T26" fmla="*/ 19 w 79"/>
                  <a:gd name="T27" fmla="*/ 6 h 78"/>
                  <a:gd name="T28" fmla="*/ 0 w 79"/>
                  <a:gd name="T29" fmla="*/ 39 h 78"/>
                  <a:gd name="T30" fmla="*/ 6 w 79"/>
                  <a:gd name="T31" fmla="*/ 59 h 78"/>
                  <a:gd name="T32" fmla="*/ 10 w 79"/>
                  <a:gd name="T33" fmla="*/ 65 h 78"/>
                  <a:gd name="T34" fmla="*/ 15 w 79"/>
                  <a:gd name="T35" fmla="*/ 69 h 78"/>
                  <a:gd name="T36" fmla="*/ 15 w 79"/>
                  <a:gd name="T37" fmla="*/ 70 h 78"/>
                  <a:gd name="T38" fmla="*/ 39 w 79"/>
                  <a:gd name="T39" fmla="*/ 78 h 78"/>
                  <a:gd name="T40" fmla="*/ 39 w 79"/>
                  <a:gd name="T41" fmla="*/ 78 h 78"/>
                  <a:gd name="T42" fmla="*/ 60 w 79"/>
                  <a:gd name="T43" fmla="*/ 72 h 78"/>
                  <a:gd name="T44" fmla="*/ 60 w 79"/>
                  <a:gd name="T45" fmla="*/ 72 h 78"/>
                  <a:gd name="T46" fmla="*/ 79 w 79"/>
                  <a:gd name="T47" fmla="*/ 39 h 78"/>
                  <a:gd name="T48" fmla="*/ 73 w 79"/>
                  <a:gd name="T49" fmla="*/ 19 h 78"/>
                  <a:gd name="T50" fmla="*/ 39 w 79"/>
                  <a:gd name="T5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8" y="69"/>
                      <a:pt x="58" y="69"/>
                      <a:pt x="58" y="69"/>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0" name="Freeform 1185">
                <a:extLst>
                  <a:ext uri="{FF2B5EF4-FFF2-40B4-BE49-F238E27FC236}">
                    <a16:creationId xmlns:a16="http://schemas.microsoft.com/office/drawing/2014/main" id="{A489426D-536F-4300-B8B7-2340128138A3}"/>
                  </a:ext>
                </a:extLst>
              </p:cNvPr>
              <p:cNvSpPr>
                <a:spLocks noEditPoints="1"/>
              </p:cNvSpPr>
              <p:nvPr userDrawn="1"/>
            </p:nvSpPr>
            <p:spPr bwMode="auto">
              <a:xfrm>
                <a:off x="-3860" y="2216"/>
                <a:ext cx="13" cy="13"/>
              </a:xfrm>
              <a:custGeom>
                <a:avLst/>
                <a:gdLst>
                  <a:gd name="T0" fmla="*/ 7 w 18"/>
                  <a:gd name="T1" fmla="*/ 6 h 18"/>
                  <a:gd name="T2" fmla="*/ 9 w 18"/>
                  <a:gd name="T3" fmla="*/ 6 h 18"/>
                  <a:gd name="T4" fmla="*/ 12 w 18"/>
                  <a:gd name="T5" fmla="*/ 7 h 18"/>
                  <a:gd name="T6" fmla="*/ 12 w 18"/>
                  <a:gd name="T7" fmla="*/ 9 h 18"/>
                  <a:gd name="T8" fmla="*/ 11 w 18"/>
                  <a:gd name="T9" fmla="*/ 11 h 18"/>
                  <a:gd name="T10" fmla="*/ 11 w 18"/>
                  <a:gd name="T11" fmla="*/ 11 h 18"/>
                  <a:gd name="T12" fmla="*/ 9 w 18"/>
                  <a:gd name="T13" fmla="*/ 12 h 18"/>
                  <a:gd name="T14" fmla="*/ 6 w 18"/>
                  <a:gd name="T15" fmla="*/ 10 h 18"/>
                  <a:gd name="T16" fmla="*/ 6 w 18"/>
                  <a:gd name="T17" fmla="*/ 9 h 18"/>
                  <a:gd name="T18" fmla="*/ 7 w 18"/>
                  <a:gd name="T19" fmla="*/ 6 h 18"/>
                  <a:gd name="T20" fmla="*/ 8 w 18"/>
                  <a:gd name="T21" fmla="*/ 6 h 18"/>
                  <a:gd name="T22" fmla="*/ 7 w 18"/>
                  <a:gd name="T23" fmla="*/ 6 h 18"/>
                  <a:gd name="T24" fmla="*/ 9 w 18"/>
                  <a:gd name="T25" fmla="*/ 0 h 18"/>
                  <a:gd name="T26" fmla="*/ 9 w 18"/>
                  <a:gd name="T27" fmla="*/ 0 h 18"/>
                  <a:gd name="T28" fmla="*/ 4 w 18"/>
                  <a:gd name="T29" fmla="*/ 1 h 18"/>
                  <a:gd name="T30" fmla="*/ 4 w 18"/>
                  <a:gd name="T31" fmla="*/ 1 h 18"/>
                  <a:gd name="T32" fmla="*/ 0 w 18"/>
                  <a:gd name="T33" fmla="*/ 9 h 18"/>
                  <a:gd name="T34" fmla="*/ 1 w 18"/>
                  <a:gd name="T35" fmla="*/ 13 h 18"/>
                  <a:gd name="T36" fmla="*/ 5 w 18"/>
                  <a:gd name="T37" fmla="*/ 16 h 18"/>
                  <a:gd name="T38" fmla="*/ 5 w 18"/>
                  <a:gd name="T39" fmla="*/ 17 h 18"/>
                  <a:gd name="T40" fmla="*/ 9 w 18"/>
                  <a:gd name="T41" fmla="*/ 18 h 18"/>
                  <a:gd name="T42" fmla="*/ 9 w 18"/>
                  <a:gd name="T43" fmla="*/ 18 h 18"/>
                  <a:gd name="T44" fmla="*/ 14 w 18"/>
                  <a:gd name="T45" fmla="*/ 16 h 18"/>
                  <a:gd name="T46" fmla="*/ 12 w 18"/>
                  <a:gd name="T47" fmla="*/ 14 h 18"/>
                  <a:gd name="T48" fmla="*/ 14 w 18"/>
                  <a:gd name="T49" fmla="*/ 16 h 18"/>
                  <a:gd name="T50" fmla="*/ 18 w 18"/>
                  <a:gd name="T51" fmla="*/ 9 h 18"/>
                  <a:gd name="T52" fmla="*/ 17 w 18"/>
                  <a:gd name="T53" fmla="*/ 5 h 18"/>
                  <a:gd name="T54" fmla="*/ 12 w 18"/>
                  <a:gd name="T55" fmla="*/ 0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7" y="6"/>
                    </a:move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cubicBezTo>
                      <a:pt x="8" y="12"/>
                      <a:pt x="7" y="11"/>
                      <a:pt x="6" y="10"/>
                    </a:cubicBezTo>
                    <a:cubicBezTo>
                      <a:pt x="6" y="10"/>
                      <a:pt x="6" y="9"/>
                      <a:pt x="6" y="9"/>
                    </a:cubicBezTo>
                    <a:cubicBezTo>
                      <a:pt x="6" y="8"/>
                      <a:pt x="6" y="7"/>
                      <a:pt x="7" y="6"/>
                    </a:cubicBezTo>
                    <a:cubicBezTo>
                      <a:pt x="8" y="6"/>
                      <a:pt x="8" y="6"/>
                      <a:pt x="8" y="6"/>
                    </a:cubicBezTo>
                    <a:cubicBezTo>
                      <a:pt x="7" y="6"/>
                      <a:pt x="7" y="6"/>
                      <a:pt x="7" y="6"/>
                    </a:cubicBezTo>
                    <a:moveTo>
                      <a:pt x="9" y="0"/>
                    </a:moveTo>
                    <a:cubicBezTo>
                      <a:pt x="9" y="0"/>
                      <a:pt x="9" y="0"/>
                      <a:pt x="9" y="0"/>
                    </a:cubicBezTo>
                    <a:cubicBezTo>
                      <a:pt x="8" y="0"/>
                      <a:pt x="6" y="0"/>
                      <a:pt x="4" y="1"/>
                    </a:cubicBezTo>
                    <a:cubicBezTo>
                      <a:pt x="4" y="1"/>
                      <a:pt x="4" y="1"/>
                      <a:pt x="4" y="1"/>
                    </a:cubicBezTo>
                    <a:cubicBezTo>
                      <a:pt x="2" y="3"/>
                      <a:pt x="0" y="6"/>
                      <a:pt x="0" y="9"/>
                    </a:cubicBezTo>
                    <a:cubicBezTo>
                      <a:pt x="0" y="10"/>
                      <a:pt x="0" y="12"/>
                      <a:pt x="1" y="13"/>
                    </a:cubicBezTo>
                    <a:cubicBezTo>
                      <a:pt x="3" y="14"/>
                      <a:pt x="4" y="15"/>
                      <a:pt x="5" y="16"/>
                    </a:cubicBezTo>
                    <a:cubicBezTo>
                      <a:pt x="5" y="16"/>
                      <a:pt x="5" y="17"/>
                      <a:pt x="5" y="17"/>
                    </a:cubicBezTo>
                    <a:cubicBezTo>
                      <a:pt x="7" y="17"/>
                      <a:pt x="8" y="18"/>
                      <a:pt x="9" y="18"/>
                    </a:cubicBezTo>
                    <a:cubicBezTo>
                      <a:pt x="9" y="18"/>
                      <a:pt x="9" y="18"/>
                      <a:pt x="9" y="18"/>
                    </a:cubicBezTo>
                    <a:cubicBezTo>
                      <a:pt x="11" y="18"/>
                      <a:pt x="12" y="17"/>
                      <a:pt x="14" y="16"/>
                    </a:cubicBezTo>
                    <a:cubicBezTo>
                      <a:pt x="12" y="14"/>
                      <a:pt x="12" y="14"/>
                      <a:pt x="12" y="14"/>
                    </a:cubicBezTo>
                    <a:cubicBezTo>
                      <a:pt x="14" y="16"/>
                      <a:pt x="14" y="16"/>
                      <a:pt x="14" y="16"/>
                    </a:cubicBezTo>
                    <a:cubicBezTo>
                      <a:pt x="17" y="15"/>
                      <a:pt x="18" y="12"/>
                      <a:pt x="18" y="9"/>
                    </a:cubicBezTo>
                    <a:cubicBezTo>
                      <a:pt x="18" y="7"/>
                      <a:pt x="18" y="6"/>
                      <a:pt x="17" y="5"/>
                    </a:cubicBezTo>
                    <a:cubicBezTo>
                      <a:pt x="16" y="3"/>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1" name="Freeform 1186">
                <a:extLst>
                  <a:ext uri="{FF2B5EF4-FFF2-40B4-BE49-F238E27FC236}">
                    <a16:creationId xmlns:a16="http://schemas.microsoft.com/office/drawing/2014/main" id="{5E2E1376-8DCE-433A-AB09-EBE060C739AF}"/>
                  </a:ext>
                </a:extLst>
              </p:cNvPr>
              <p:cNvSpPr>
                <a:spLocks/>
              </p:cNvSpPr>
              <p:nvPr userDrawn="1"/>
            </p:nvSpPr>
            <p:spPr bwMode="auto">
              <a:xfrm>
                <a:off x="-3851" y="2216"/>
                <a:ext cx="4" cy="3"/>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2" name="Freeform 1187">
                <a:extLst>
                  <a:ext uri="{FF2B5EF4-FFF2-40B4-BE49-F238E27FC236}">
                    <a16:creationId xmlns:a16="http://schemas.microsoft.com/office/drawing/2014/main" id="{17C79D83-7BA5-4387-ACC5-09346C6EB19C}"/>
                  </a:ext>
                </a:extLst>
              </p:cNvPr>
              <p:cNvSpPr>
                <a:spLocks noEditPoints="1"/>
              </p:cNvSpPr>
              <p:nvPr userDrawn="1"/>
            </p:nvSpPr>
            <p:spPr bwMode="auto">
              <a:xfrm>
                <a:off x="-3867" y="2225"/>
                <a:ext cx="11" cy="11"/>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0 h 14"/>
                  <a:gd name="T20" fmla="*/ 8 w 15"/>
                  <a:gd name="T21" fmla="*/ 0 h 14"/>
                  <a:gd name="T22" fmla="*/ 4 w 15"/>
                  <a:gd name="T23" fmla="*/ 1 h 14"/>
                  <a:gd name="T24" fmla="*/ 0 w 15"/>
                  <a:gd name="T25" fmla="*/ 7 h 14"/>
                  <a:gd name="T26" fmla="*/ 1 w 15"/>
                  <a:gd name="T27" fmla="*/ 11 h 14"/>
                  <a:gd name="T28" fmla="*/ 6 w 15"/>
                  <a:gd name="T29" fmla="*/ 14 h 14"/>
                  <a:gd name="T30" fmla="*/ 8 w 15"/>
                  <a:gd name="T31" fmla="*/ 13 h 14"/>
                  <a:gd name="T32" fmla="*/ 8 w 15"/>
                  <a:gd name="T33" fmla="*/ 13 h 14"/>
                  <a:gd name="T34" fmla="*/ 10 w 15"/>
                  <a:gd name="T35" fmla="*/ 14 h 14"/>
                  <a:gd name="T36" fmla="*/ 12 w 15"/>
                  <a:gd name="T37" fmla="*/ 13 h 14"/>
                  <a:gd name="T38" fmla="*/ 10 w 15"/>
                  <a:gd name="T39" fmla="*/ 11 h 14"/>
                  <a:gd name="T40" fmla="*/ 12 w 15"/>
                  <a:gd name="T41" fmla="*/ 13 h 14"/>
                  <a:gd name="T42" fmla="*/ 15 w 15"/>
                  <a:gd name="T43" fmla="*/ 7 h 14"/>
                  <a:gd name="T44" fmla="*/ 14 w 15"/>
                  <a:gd name="T45" fmla="*/ 4 h 14"/>
                  <a:gd name="T46" fmla="*/ 10 w 15"/>
                  <a:gd name="T47" fmla="*/ 0 h 14"/>
                  <a:gd name="T48" fmla="*/ 10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7"/>
                      <a:pt x="6" y="7"/>
                      <a:pt x="6" y="7"/>
                    </a:cubicBezTo>
                    <a:cubicBezTo>
                      <a:pt x="6"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10"/>
                      <a:pt x="1" y="11"/>
                    </a:cubicBezTo>
                    <a:cubicBezTo>
                      <a:pt x="3" y="12"/>
                      <a:pt x="4" y="13"/>
                      <a:pt x="6" y="14"/>
                    </a:cubicBezTo>
                    <a:cubicBezTo>
                      <a:pt x="7" y="14"/>
                      <a:pt x="8" y="13"/>
                      <a:pt x="8" y="13"/>
                    </a:cubicBezTo>
                    <a:cubicBezTo>
                      <a:pt x="8" y="13"/>
                      <a:pt x="8" y="13"/>
                      <a:pt x="8" y="13"/>
                    </a:cubicBezTo>
                    <a:cubicBezTo>
                      <a:pt x="9" y="13"/>
                      <a:pt x="10" y="14"/>
                      <a:pt x="10" y="14"/>
                    </a:cubicBezTo>
                    <a:cubicBezTo>
                      <a:pt x="11" y="14"/>
                      <a:pt x="11" y="13"/>
                      <a:pt x="12" y="13"/>
                    </a:cubicBezTo>
                    <a:cubicBezTo>
                      <a:pt x="10" y="11"/>
                      <a:pt x="10" y="11"/>
                      <a:pt x="10" y="11"/>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3" name="Freeform 1188">
                <a:extLst>
                  <a:ext uri="{FF2B5EF4-FFF2-40B4-BE49-F238E27FC236}">
                    <a16:creationId xmlns:a16="http://schemas.microsoft.com/office/drawing/2014/main" id="{026D3985-503E-42F7-AC28-EF154706FA2E}"/>
                  </a:ext>
                </a:extLst>
              </p:cNvPr>
              <p:cNvSpPr>
                <a:spLocks/>
              </p:cNvSpPr>
              <p:nvPr userDrawn="1"/>
            </p:nvSpPr>
            <p:spPr bwMode="auto">
              <a:xfrm>
                <a:off x="-3859" y="2225"/>
                <a:ext cx="3" cy="3"/>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4" name="Freeform 1189">
                <a:extLst>
                  <a:ext uri="{FF2B5EF4-FFF2-40B4-BE49-F238E27FC236}">
                    <a16:creationId xmlns:a16="http://schemas.microsoft.com/office/drawing/2014/main" id="{A2E26C21-40C3-47FF-814E-A6833BFBD07F}"/>
                  </a:ext>
                </a:extLst>
              </p:cNvPr>
              <p:cNvSpPr>
                <a:spLocks noEditPoints="1"/>
              </p:cNvSpPr>
              <p:nvPr userDrawn="1"/>
            </p:nvSpPr>
            <p:spPr bwMode="auto">
              <a:xfrm>
                <a:off x="-3865" y="2236"/>
                <a:ext cx="9" cy="9"/>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6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6"/>
                      <a:pt x="6" y="6"/>
                      <a:pt x="6" y="6"/>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5" name="Freeform 1190">
                <a:extLst>
                  <a:ext uri="{FF2B5EF4-FFF2-40B4-BE49-F238E27FC236}">
                    <a16:creationId xmlns:a16="http://schemas.microsoft.com/office/drawing/2014/main" id="{FDBDC890-BD7C-4E85-9CF6-BF61D8CED653}"/>
                  </a:ext>
                </a:extLst>
              </p:cNvPr>
              <p:cNvSpPr>
                <a:spLocks/>
              </p:cNvSpPr>
              <p:nvPr userDrawn="1"/>
            </p:nvSpPr>
            <p:spPr bwMode="auto">
              <a:xfrm>
                <a:off x="-3862" y="2235"/>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6" name="Freeform 1191">
                <a:extLst>
                  <a:ext uri="{FF2B5EF4-FFF2-40B4-BE49-F238E27FC236}">
                    <a16:creationId xmlns:a16="http://schemas.microsoft.com/office/drawing/2014/main" id="{62486C1C-72D3-475C-8E71-1E7DEF151867}"/>
                  </a:ext>
                </a:extLst>
              </p:cNvPr>
              <p:cNvSpPr>
                <a:spLocks noEditPoints="1"/>
              </p:cNvSpPr>
              <p:nvPr userDrawn="1"/>
            </p:nvSpPr>
            <p:spPr bwMode="auto">
              <a:xfrm>
                <a:off x="-4172" y="2374"/>
                <a:ext cx="82" cy="8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8"/>
                      <a:pt x="99" y="80"/>
                      <a:pt x="90" y="88"/>
                    </a:cubicBezTo>
                    <a:cubicBezTo>
                      <a:pt x="81" y="97"/>
                      <a:pt x="69" y="102"/>
                      <a:pt x="55" y="102"/>
                    </a:cubicBezTo>
                    <a:cubicBezTo>
                      <a:pt x="41" y="102"/>
                      <a:pt x="29" y="97"/>
                      <a:pt x="20" y="88"/>
                    </a:cubicBezTo>
                    <a:cubicBezTo>
                      <a:pt x="11" y="80"/>
                      <a:pt x="6" y="68"/>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7" name="Freeform 1192">
                <a:extLst>
                  <a:ext uri="{FF2B5EF4-FFF2-40B4-BE49-F238E27FC236}">
                    <a16:creationId xmlns:a16="http://schemas.microsoft.com/office/drawing/2014/main" id="{C1ECD7DC-05FB-4593-B134-E69916D8AF9B}"/>
                  </a:ext>
                </a:extLst>
              </p:cNvPr>
              <p:cNvSpPr>
                <a:spLocks noEditPoints="1"/>
              </p:cNvSpPr>
              <p:nvPr userDrawn="1"/>
            </p:nvSpPr>
            <p:spPr bwMode="auto">
              <a:xfrm>
                <a:off x="-4125" y="2454"/>
                <a:ext cx="18" cy="18"/>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8" name="Freeform 1193">
                <a:extLst>
                  <a:ext uri="{FF2B5EF4-FFF2-40B4-BE49-F238E27FC236}">
                    <a16:creationId xmlns:a16="http://schemas.microsoft.com/office/drawing/2014/main" id="{20C37DB3-EC69-4461-AB38-BFB9BBD73831}"/>
                  </a:ext>
                </a:extLst>
              </p:cNvPr>
              <p:cNvSpPr>
                <a:spLocks/>
              </p:cNvSpPr>
              <p:nvPr userDrawn="1"/>
            </p:nvSpPr>
            <p:spPr bwMode="auto">
              <a:xfrm>
                <a:off x="-4119" y="2472"/>
                <a:ext cx="14" cy="14"/>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9" name="Freeform 1194">
                <a:extLst>
                  <a:ext uri="{FF2B5EF4-FFF2-40B4-BE49-F238E27FC236}">
                    <a16:creationId xmlns:a16="http://schemas.microsoft.com/office/drawing/2014/main" id="{315EC9A3-A686-4DCB-8AB5-3032FF6F7DA5}"/>
                  </a:ext>
                </a:extLst>
              </p:cNvPr>
              <p:cNvSpPr>
                <a:spLocks noEditPoints="1"/>
              </p:cNvSpPr>
              <p:nvPr userDrawn="1"/>
            </p:nvSpPr>
            <p:spPr bwMode="auto">
              <a:xfrm>
                <a:off x="-4105" y="2480"/>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0" name="Freeform 1195">
                <a:extLst>
                  <a:ext uri="{FF2B5EF4-FFF2-40B4-BE49-F238E27FC236}">
                    <a16:creationId xmlns:a16="http://schemas.microsoft.com/office/drawing/2014/main" id="{050FD693-38D0-4AC0-B78A-EC2E5BC95DFA}"/>
                  </a:ext>
                </a:extLst>
              </p:cNvPr>
              <p:cNvSpPr>
                <a:spLocks noEditPoints="1"/>
              </p:cNvSpPr>
              <p:nvPr userDrawn="1"/>
            </p:nvSpPr>
            <p:spPr bwMode="auto">
              <a:xfrm>
                <a:off x="-4064" y="3085"/>
                <a:ext cx="94" cy="93"/>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2"/>
                      <a:pt x="79" y="118"/>
                      <a:pt x="63" y="118"/>
                    </a:cubicBezTo>
                    <a:cubicBezTo>
                      <a:pt x="47" y="118"/>
                      <a:pt x="33" y="112"/>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1" name="Freeform 1196">
                <a:extLst>
                  <a:ext uri="{FF2B5EF4-FFF2-40B4-BE49-F238E27FC236}">
                    <a16:creationId xmlns:a16="http://schemas.microsoft.com/office/drawing/2014/main" id="{D52C34E9-557B-4849-BB81-B26D7D0481AA}"/>
                  </a:ext>
                </a:extLst>
              </p:cNvPr>
              <p:cNvSpPr>
                <a:spLocks noEditPoints="1"/>
              </p:cNvSpPr>
              <p:nvPr userDrawn="1"/>
            </p:nvSpPr>
            <p:spPr bwMode="auto">
              <a:xfrm>
                <a:off x="-4010" y="3178"/>
                <a:ext cx="19" cy="19"/>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2" name="Freeform 1197">
                <a:extLst>
                  <a:ext uri="{FF2B5EF4-FFF2-40B4-BE49-F238E27FC236}">
                    <a16:creationId xmlns:a16="http://schemas.microsoft.com/office/drawing/2014/main" id="{AC98EDFC-1413-4ABE-9C2E-29401A90047E}"/>
                  </a:ext>
                </a:extLst>
              </p:cNvPr>
              <p:cNvSpPr>
                <a:spLocks/>
              </p:cNvSpPr>
              <p:nvPr userDrawn="1"/>
            </p:nvSpPr>
            <p:spPr bwMode="auto">
              <a:xfrm>
                <a:off x="-4003" y="3198"/>
                <a:ext cx="15" cy="15"/>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3"/>
                      <a:pt x="13" y="14"/>
                      <a:pt x="10" y="14"/>
                    </a:cubicBezTo>
                    <a:cubicBezTo>
                      <a:pt x="8" y="14"/>
                      <a:pt x="6" y="13"/>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3" name="Freeform 1198">
                <a:extLst>
                  <a:ext uri="{FF2B5EF4-FFF2-40B4-BE49-F238E27FC236}">
                    <a16:creationId xmlns:a16="http://schemas.microsoft.com/office/drawing/2014/main" id="{682DD571-4AF4-42CD-BF02-63CC1DC789D8}"/>
                  </a:ext>
                </a:extLst>
              </p:cNvPr>
              <p:cNvSpPr>
                <a:spLocks noEditPoints="1"/>
              </p:cNvSpPr>
              <p:nvPr userDrawn="1"/>
            </p:nvSpPr>
            <p:spPr bwMode="auto">
              <a:xfrm>
                <a:off x="-3987" y="3207"/>
                <a:ext cx="13" cy="1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4"/>
                      <a:pt x="4" y="17"/>
                      <a:pt x="8" y="17"/>
                    </a:cubicBezTo>
                    <a:cubicBezTo>
                      <a:pt x="13" y="17"/>
                      <a:pt x="17" y="14"/>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4" name="Freeform 1199">
                <a:extLst>
                  <a:ext uri="{FF2B5EF4-FFF2-40B4-BE49-F238E27FC236}">
                    <a16:creationId xmlns:a16="http://schemas.microsoft.com/office/drawing/2014/main" id="{53C099DD-B6D4-432F-8B2D-AF8B6750406B}"/>
                  </a:ext>
                </a:extLst>
              </p:cNvPr>
              <p:cNvSpPr>
                <a:spLocks noEditPoints="1"/>
              </p:cNvSpPr>
              <p:nvPr userDrawn="1"/>
            </p:nvSpPr>
            <p:spPr bwMode="auto">
              <a:xfrm>
                <a:off x="-4084" y="2684"/>
                <a:ext cx="84" cy="82"/>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5" name="Freeform 1200">
                <a:extLst>
                  <a:ext uri="{FF2B5EF4-FFF2-40B4-BE49-F238E27FC236}">
                    <a16:creationId xmlns:a16="http://schemas.microsoft.com/office/drawing/2014/main" id="{95A95B1F-3033-4778-AB70-AEEAF1DDC9E7}"/>
                  </a:ext>
                </a:extLst>
              </p:cNvPr>
              <p:cNvSpPr>
                <a:spLocks/>
              </p:cNvSpPr>
              <p:nvPr userDrawn="1"/>
            </p:nvSpPr>
            <p:spPr bwMode="auto">
              <a:xfrm>
                <a:off x="-4036" y="2764"/>
                <a:ext cx="17" cy="18"/>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6" name="Freeform 1201">
                <a:extLst>
                  <a:ext uri="{FF2B5EF4-FFF2-40B4-BE49-F238E27FC236}">
                    <a16:creationId xmlns:a16="http://schemas.microsoft.com/office/drawing/2014/main" id="{68AB2613-8A85-4506-A6C3-10545E376FF7}"/>
                  </a:ext>
                </a:extLst>
              </p:cNvPr>
              <p:cNvSpPr>
                <a:spLocks/>
              </p:cNvSpPr>
              <p:nvPr userDrawn="1"/>
            </p:nvSpPr>
            <p:spPr bwMode="auto">
              <a:xfrm>
                <a:off x="-4030" y="2782"/>
                <a:ext cx="14" cy="14"/>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7" name="Freeform 1202">
                <a:extLst>
                  <a:ext uri="{FF2B5EF4-FFF2-40B4-BE49-F238E27FC236}">
                    <a16:creationId xmlns:a16="http://schemas.microsoft.com/office/drawing/2014/main" id="{140658E7-5FC2-4CF4-BBE3-15670D6AC344}"/>
                  </a:ext>
                </a:extLst>
              </p:cNvPr>
              <p:cNvSpPr>
                <a:spLocks noEditPoints="1"/>
              </p:cNvSpPr>
              <p:nvPr userDrawn="1"/>
            </p:nvSpPr>
            <p:spPr bwMode="auto">
              <a:xfrm>
                <a:off x="-4017" y="2790"/>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8" name="Freeform 1203">
                <a:extLst>
                  <a:ext uri="{FF2B5EF4-FFF2-40B4-BE49-F238E27FC236}">
                    <a16:creationId xmlns:a16="http://schemas.microsoft.com/office/drawing/2014/main" id="{61710AE1-C92B-46B8-91B2-2645E10FC4D9}"/>
                  </a:ext>
                </a:extLst>
              </p:cNvPr>
              <p:cNvSpPr>
                <a:spLocks noEditPoints="1"/>
              </p:cNvSpPr>
              <p:nvPr userDrawn="1"/>
            </p:nvSpPr>
            <p:spPr bwMode="auto">
              <a:xfrm>
                <a:off x="-4284" y="2792"/>
                <a:ext cx="92" cy="90"/>
              </a:xfrm>
              <a:custGeom>
                <a:avLst/>
                <a:gdLst>
                  <a:gd name="T0" fmla="*/ 62 w 123"/>
                  <a:gd name="T1" fmla="*/ 114 h 120"/>
                  <a:gd name="T2" fmla="*/ 17 w 123"/>
                  <a:gd name="T3" fmla="*/ 93 h 120"/>
                  <a:gd name="T4" fmla="*/ 6 w 123"/>
                  <a:gd name="T5" fmla="*/ 60 h 120"/>
                  <a:gd name="T6" fmla="*/ 28 w 123"/>
                  <a:gd name="T7" fmla="*/ 17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4"/>
                      <a:pt x="14" y="27"/>
                      <a:pt x="28" y="17"/>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9" name="Freeform 1204">
                <a:extLst>
                  <a:ext uri="{FF2B5EF4-FFF2-40B4-BE49-F238E27FC236}">
                    <a16:creationId xmlns:a16="http://schemas.microsoft.com/office/drawing/2014/main" id="{309AF0B0-3A7E-46CD-A197-A1BCD813A414}"/>
                  </a:ext>
                </a:extLst>
              </p:cNvPr>
              <p:cNvSpPr>
                <a:spLocks noEditPoints="1"/>
              </p:cNvSpPr>
              <p:nvPr userDrawn="1"/>
            </p:nvSpPr>
            <p:spPr bwMode="auto">
              <a:xfrm>
                <a:off x="-4202" y="2862"/>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7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7"/>
                      <a:pt x="21" y="7"/>
                      <a:pt x="21" y="7"/>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9"/>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0" name="Freeform 1205">
                <a:extLst>
                  <a:ext uri="{FF2B5EF4-FFF2-40B4-BE49-F238E27FC236}">
                    <a16:creationId xmlns:a16="http://schemas.microsoft.com/office/drawing/2014/main" id="{0F50B450-9D4D-4CA8-B65F-DFBB838EBE18}"/>
                  </a:ext>
                </a:extLst>
              </p:cNvPr>
              <p:cNvSpPr>
                <a:spLocks noEditPoints="1"/>
              </p:cNvSpPr>
              <p:nvPr userDrawn="1"/>
            </p:nvSpPr>
            <p:spPr bwMode="auto">
              <a:xfrm>
                <a:off x="-4185" y="2875"/>
                <a:ext cx="15" cy="15"/>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4" y="8"/>
                    </a:moveTo>
                    <a:cubicBezTo>
                      <a:pt x="16" y="6"/>
                      <a:pt x="16" y="6"/>
                      <a:pt x="16" y="6"/>
                    </a:cubicBezTo>
                    <a:cubicBezTo>
                      <a:pt x="14" y="8"/>
                      <a:pt x="14" y="8"/>
                      <a:pt x="14" y="8"/>
                    </a:cubicBezTo>
                    <a:cubicBezTo>
                      <a:pt x="14" y="9"/>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7"/>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0" y="20"/>
                      <a:pt x="10" y="20"/>
                      <a:pt x="10" y="20"/>
                    </a:cubicBezTo>
                    <a:cubicBezTo>
                      <a:pt x="13"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1" name="Freeform 1206">
                <a:extLst>
                  <a:ext uri="{FF2B5EF4-FFF2-40B4-BE49-F238E27FC236}">
                    <a16:creationId xmlns:a16="http://schemas.microsoft.com/office/drawing/2014/main" id="{95F48013-2875-4A36-9C25-530E90B84E09}"/>
                  </a:ext>
                </a:extLst>
              </p:cNvPr>
              <p:cNvSpPr>
                <a:spLocks noEditPoints="1"/>
              </p:cNvSpPr>
              <p:nvPr userDrawn="1"/>
            </p:nvSpPr>
            <p:spPr bwMode="auto">
              <a:xfrm>
                <a:off x="-4167" y="2874"/>
                <a:ext cx="12" cy="13"/>
              </a:xfrm>
              <a:custGeom>
                <a:avLst/>
                <a:gdLst>
                  <a:gd name="T0" fmla="*/ 9 w 17"/>
                  <a:gd name="T1" fmla="*/ 11 h 17"/>
                  <a:gd name="T2" fmla="*/ 6 w 17"/>
                  <a:gd name="T3" fmla="*/ 10 h 17"/>
                  <a:gd name="T4" fmla="*/ 6 w 17"/>
                  <a:gd name="T5" fmla="*/ 8 h 17"/>
                  <a:gd name="T6" fmla="*/ 7 w 17"/>
                  <a:gd name="T7" fmla="*/ 6 h 17"/>
                  <a:gd name="T8" fmla="*/ 9 w 17"/>
                  <a:gd name="T9" fmla="*/ 6 h 17"/>
                  <a:gd name="T10" fmla="*/ 11 w 17"/>
                  <a:gd name="T11" fmla="*/ 7 h 17"/>
                  <a:gd name="T12" fmla="*/ 11 w 17"/>
                  <a:gd name="T13" fmla="*/ 7 h 17"/>
                  <a:gd name="T14" fmla="*/ 11 w 17"/>
                  <a:gd name="T15" fmla="*/ 8 h 17"/>
                  <a:gd name="T16" fmla="*/ 10 w 17"/>
                  <a:gd name="T17" fmla="*/ 10 h 17"/>
                  <a:gd name="T18" fmla="*/ 9 w 17"/>
                  <a:gd name="T19" fmla="*/ 11 h 17"/>
                  <a:gd name="T20" fmla="*/ 9 w 17"/>
                  <a:gd name="T21" fmla="*/ 0 h 17"/>
                  <a:gd name="T22" fmla="*/ 9 w 17"/>
                  <a:gd name="T23" fmla="*/ 0 h 17"/>
                  <a:gd name="T24" fmla="*/ 3 w 17"/>
                  <a:gd name="T25" fmla="*/ 1 h 17"/>
                  <a:gd name="T26" fmla="*/ 0 w 17"/>
                  <a:gd name="T27" fmla="*/ 8 h 17"/>
                  <a:gd name="T28" fmla="*/ 2 w 17"/>
                  <a:gd name="T29" fmla="*/ 13 h 17"/>
                  <a:gd name="T30" fmla="*/ 9 w 17"/>
                  <a:gd name="T31" fmla="*/ 17 h 17"/>
                  <a:gd name="T32" fmla="*/ 9 w 17"/>
                  <a:gd name="T33" fmla="*/ 17 h 17"/>
                  <a:gd name="T34" fmla="*/ 14 w 17"/>
                  <a:gd name="T35" fmla="*/ 15 h 17"/>
                  <a:gd name="T36" fmla="*/ 17 w 17"/>
                  <a:gd name="T37" fmla="*/ 8 h 17"/>
                  <a:gd name="T38" fmla="*/ 16 w 17"/>
                  <a:gd name="T39" fmla="*/ 3 h 17"/>
                  <a:gd name="T40" fmla="*/ 13 w 17"/>
                  <a:gd name="T41" fmla="*/ 5 h 17"/>
                  <a:gd name="T42" fmla="*/ 16 w 17"/>
                  <a:gd name="T43" fmla="*/ 3 h 17"/>
                  <a:gd name="T44" fmla="*/ 9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9" y="11"/>
                    </a:moveTo>
                    <a:cubicBezTo>
                      <a:pt x="8" y="11"/>
                      <a:pt x="7" y="10"/>
                      <a:pt x="6" y="10"/>
                    </a:cubicBezTo>
                    <a:cubicBezTo>
                      <a:pt x="6" y="9"/>
                      <a:pt x="6" y="9"/>
                      <a:pt x="6" y="8"/>
                    </a:cubicBezTo>
                    <a:cubicBezTo>
                      <a:pt x="6" y="7"/>
                      <a:pt x="6" y="7"/>
                      <a:pt x="7" y="6"/>
                    </a:cubicBezTo>
                    <a:cubicBezTo>
                      <a:pt x="8" y="6"/>
                      <a:pt x="8" y="6"/>
                      <a:pt x="9" y="6"/>
                    </a:cubicBezTo>
                    <a:cubicBezTo>
                      <a:pt x="10" y="6"/>
                      <a:pt x="10" y="6"/>
                      <a:pt x="11" y="7"/>
                    </a:cubicBezTo>
                    <a:cubicBezTo>
                      <a:pt x="11" y="7"/>
                      <a:pt x="11" y="7"/>
                      <a:pt x="11" y="7"/>
                    </a:cubicBezTo>
                    <a:cubicBezTo>
                      <a:pt x="11" y="7"/>
                      <a:pt x="11" y="8"/>
                      <a:pt x="11" y="8"/>
                    </a:cubicBezTo>
                    <a:cubicBezTo>
                      <a:pt x="11" y="9"/>
                      <a:pt x="11" y="10"/>
                      <a:pt x="10" y="10"/>
                    </a:cubicBezTo>
                    <a:cubicBezTo>
                      <a:pt x="10" y="11"/>
                      <a:pt x="9" y="11"/>
                      <a:pt x="9" y="11"/>
                    </a:cubicBezTo>
                    <a:moveTo>
                      <a:pt x="9" y="0"/>
                    </a:moveTo>
                    <a:cubicBezTo>
                      <a:pt x="9" y="0"/>
                      <a:pt x="9" y="0"/>
                      <a:pt x="9" y="0"/>
                    </a:cubicBezTo>
                    <a:cubicBezTo>
                      <a:pt x="7" y="0"/>
                      <a:pt x="5" y="0"/>
                      <a:pt x="3" y="1"/>
                    </a:cubicBezTo>
                    <a:cubicBezTo>
                      <a:pt x="1" y="3"/>
                      <a:pt x="0" y="6"/>
                      <a:pt x="0" y="8"/>
                    </a:cubicBezTo>
                    <a:cubicBezTo>
                      <a:pt x="0" y="10"/>
                      <a:pt x="1" y="12"/>
                      <a:pt x="2" y="13"/>
                    </a:cubicBezTo>
                    <a:cubicBezTo>
                      <a:pt x="3" y="16"/>
                      <a:pt x="6" y="17"/>
                      <a:pt x="9" y="17"/>
                    </a:cubicBezTo>
                    <a:cubicBezTo>
                      <a:pt x="9" y="17"/>
                      <a:pt x="9" y="17"/>
                      <a:pt x="9" y="17"/>
                    </a:cubicBezTo>
                    <a:cubicBezTo>
                      <a:pt x="10" y="17"/>
                      <a:pt x="12" y="16"/>
                      <a:pt x="14" y="15"/>
                    </a:cubicBezTo>
                    <a:cubicBezTo>
                      <a:pt x="16" y="13"/>
                      <a:pt x="17" y="11"/>
                      <a:pt x="17" y="8"/>
                    </a:cubicBezTo>
                    <a:cubicBezTo>
                      <a:pt x="17" y="6"/>
                      <a:pt x="17" y="4"/>
                      <a:pt x="16" y="3"/>
                    </a:cubicBezTo>
                    <a:cubicBezTo>
                      <a:pt x="13" y="5"/>
                      <a:pt x="13" y="5"/>
                      <a:pt x="13" y="5"/>
                    </a:cubicBezTo>
                    <a:cubicBezTo>
                      <a:pt x="16" y="3"/>
                      <a:pt x="16" y="3"/>
                      <a:pt x="16" y="3"/>
                    </a:cubicBezTo>
                    <a:cubicBezTo>
                      <a:pt x="14"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2" name="Freeform 1207">
                <a:extLst>
                  <a:ext uri="{FF2B5EF4-FFF2-40B4-BE49-F238E27FC236}">
                    <a16:creationId xmlns:a16="http://schemas.microsoft.com/office/drawing/2014/main" id="{6014C824-A05C-482F-A159-914F1BF57185}"/>
                  </a:ext>
                </a:extLst>
              </p:cNvPr>
              <p:cNvSpPr>
                <a:spLocks/>
              </p:cNvSpPr>
              <p:nvPr userDrawn="1"/>
            </p:nvSpPr>
            <p:spPr bwMode="auto">
              <a:xfrm>
                <a:off x="-4945" y="2613"/>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2"/>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4"/>
                      <a:pt x="192" y="163"/>
                      <a:pt x="166" y="182"/>
                    </a:cubicBezTo>
                    <a:cubicBezTo>
                      <a:pt x="148" y="196"/>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3" name="Freeform 1208">
                <a:extLst>
                  <a:ext uri="{FF2B5EF4-FFF2-40B4-BE49-F238E27FC236}">
                    <a16:creationId xmlns:a16="http://schemas.microsoft.com/office/drawing/2014/main" id="{7AFDEAD3-8467-415D-B2F1-8C2CAB32F84E}"/>
                  </a:ext>
                </a:extLst>
              </p:cNvPr>
              <p:cNvSpPr>
                <a:spLocks noEditPoints="1"/>
              </p:cNvSpPr>
              <p:nvPr userDrawn="1"/>
            </p:nvSpPr>
            <p:spPr bwMode="auto">
              <a:xfrm>
                <a:off x="-4800" y="2735"/>
                <a:ext cx="31" cy="31"/>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9"/>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7"/>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4" name="Freeform 1209">
                <a:extLst>
                  <a:ext uri="{FF2B5EF4-FFF2-40B4-BE49-F238E27FC236}">
                    <a16:creationId xmlns:a16="http://schemas.microsoft.com/office/drawing/2014/main" id="{BF8EDABF-4791-4805-803C-6AC84508F52C}"/>
                  </a:ext>
                </a:extLst>
              </p:cNvPr>
              <p:cNvSpPr>
                <a:spLocks/>
              </p:cNvSpPr>
              <p:nvPr userDrawn="1"/>
            </p:nvSpPr>
            <p:spPr bwMode="auto">
              <a:xfrm>
                <a:off x="-4770" y="2759"/>
                <a:ext cx="24" cy="22"/>
              </a:xfrm>
              <a:custGeom>
                <a:avLst/>
                <a:gdLst>
                  <a:gd name="T0" fmla="*/ 15 w 31"/>
                  <a:gd name="T1" fmla="*/ 0 h 30"/>
                  <a:gd name="T2" fmla="*/ 15 w 31"/>
                  <a:gd name="T3" fmla="*/ 0 h 30"/>
                  <a:gd name="T4" fmla="*/ 6 w 31"/>
                  <a:gd name="T5" fmla="*/ 3 h 30"/>
                  <a:gd name="T6" fmla="*/ 0 w 31"/>
                  <a:gd name="T7" fmla="*/ 15 h 30"/>
                  <a:gd name="T8" fmla="*/ 3 w 31"/>
                  <a:gd name="T9" fmla="*/ 24 h 30"/>
                  <a:gd name="T10" fmla="*/ 15 w 31"/>
                  <a:gd name="T11" fmla="*/ 30 h 30"/>
                  <a:gd name="T12" fmla="*/ 16 w 31"/>
                  <a:gd name="T13" fmla="*/ 30 h 30"/>
                  <a:gd name="T14" fmla="*/ 25 w 31"/>
                  <a:gd name="T15" fmla="*/ 27 h 30"/>
                  <a:gd name="T16" fmla="*/ 31 w 31"/>
                  <a:gd name="T17" fmla="*/ 15 h 30"/>
                  <a:gd name="T18" fmla="*/ 28 w 31"/>
                  <a:gd name="T19" fmla="*/ 6 h 30"/>
                  <a:gd name="T20" fmla="*/ 25 w 31"/>
                  <a:gd name="T21" fmla="*/ 7 h 30"/>
                  <a:gd name="T22" fmla="*/ 23 w 31"/>
                  <a:gd name="T23" fmla="*/ 9 h 30"/>
                  <a:gd name="T24" fmla="*/ 25 w 31"/>
                  <a:gd name="T25" fmla="*/ 15 h 30"/>
                  <a:gd name="T26" fmla="*/ 21 w 31"/>
                  <a:gd name="T27" fmla="*/ 22 h 30"/>
                  <a:gd name="T28" fmla="*/ 16 w 31"/>
                  <a:gd name="T29" fmla="*/ 24 h 30"/>
                  <a:gd name="T30" fmla="*/ 8 w 31"/>
                  <a:gd name="T31" fmla="*/ 20 h 30"/>
                  <a:gd name="T32" fmla="*/ 6 w 31"/>
                  <a:gd name="T33" fmla="*/ 15 h 30"/>
                  <a:gd name="T34" fmla="*/ 10 w 31"/>
                  <a:gd name="T35" fmla="*/ 7 h 30"/>
                  <a:gd name="T36" fmla="*/ 15 w 31"/>
                  <a:gd name="T37" fmla="*/ 6 h 30"/>
                  <a:gd name="T38" fmla="*/ 23 w 31"/>
                  <a:gd name="T39" fmla="*/ 9 h 30"/>
                  <a:gd name="T40" fmla="*/ 25 w 31"/>
                  <a:gd name="T41" fmla="*/ 7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cubicBezTo>
                      <a:pt x="13" y="24"/>
                      <a:pt x="10" y="23"/>
                      <a:pt x="8" y="20"/>
                    </a:cubicBezTo>
                    <a:cubicBezTo>
                      <a:pt x="7" y="19"/>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345" name="Freeform 1211">
              <a:extLst>
                <a:ext uri="{FF2B5EF4-FFF2-40B4-BE49-F238E27FC236}">
                  <a16:creationId xmlns:a16="http://schemas.microsoft.com/office/drawing/2014/main" id="{B179BE57-D389-4015-901B-DF04A50ED3C6}"/>
                </a:ext>
              </a:extLst>
            </p:cNvPr>
            <p:cNvSpPr>
              <a:spLocks/>
            </p:cNvSpPr>
            <p:nvPr userDrawn="1"/>
          </p:nvSpPr>
          <p:spPr bwMode="auto">
            <a:xfrm>
              <a:off x="210979" y="5124652"/>
              <a:ext cx="40138" cy="36124"/>
            </a:xfrm>
            <a:custGeom>
              <a:avLst/>
              <a:gdLst>
                <a:gd name="T0" fmla="*/ 13 w 26"/>
                <a:gd name="T1" fmla="*/ 0 h 25"/>
                <a:gd name="T2" fmla="*/ 13 w 26"/>
                <a:gd name="T3" fmla="*/ 0 h 25"/>
                <a:gd name="T4" fmla="*/ 5 w 26"/>
                <a:gd name="T5" fmla="*/ 2 h 25"/>
                <a:gd name="T6" fmla="*/ 0 w 26"/>
                <a:gd name="T7" fmla="*/ 12 h 25"/>
                <a:gd name="T8" fmla="*/ 2 w 26"/>
                <a:gd name="T9" fmla="*/ 20 h 25"/>
                <a:gd name="T10" fmla="*/ 13 w 26"/>
                <a:gd name="T11" fmla="*/ 25 h 25"/>
                <a:gd name="T12" fmla="*/ 13 w 26"/>
                <a:gd name="T13" fmla="*/ 25 h 25"/>
                <a:gd name="T14" fmla="*/ 21 w 26"/>
                <a:gd name="T15" fmla="*/ 23 h 25"/>
                <a:gd name="T16" fmla="*/ 26 w 26"/>
                <a:gd name="T17" fmla="*/ 12 h 25"/>
                <a:gd name="T18" fmla="*/ 23 w 26"/>
                <a:gd name="T19" fmla="*/ 5 h 25"/>
                <a:gd name="T20" fmla="*/ 21 w 26"/>
                <a:gd name="T21" fmla="*/ 6 h 25"/>
                <a:gd name="T22" fmla="*/ 19 w 26"/>
                <a:gd name="T23" fmla="*/ 8 h 25"/>
                <a:gd name="T24" fmla="*/ 20 w 26"/>
                <a:gd name="T25" fmla="*/ 12 h 25"/>
                <a:gd name="T26" fmla="*/ 17 w 26"/>
                <a:gd name="T27" fmla="*/ 18 h 25"/>
                <a:gd name="T28" fmla="*/ 13 w 26"/>
                <a:gd name="T29" fmla="*/ 19 h 25"/>
                <a:gd name="T30" fmla="*/ 7 w 26"/>
                <a:gd name="T31" fmla="*/ 17 h 25"/>
                <a:gd name="T32" fmla="*/ 6 w 26"/>
                <a:gd name="T33" fmla="*/ 12 h 25"/>
                <a:gd name="T34" fmla="*/ 9 w 26"/>
                <a:gd name="T35" fmla="*/ 7 h 25"/>
                <a:gd name="T36" fmla="*/ 13 w 26"/>
                <a:gd name="T37" fmla="*/ 6 h 25"/>
                <a:gd name="T38" fmla="*/ 19 w 26"/>
                <a:gd name="T39" fmla="*/ 8 h 25"/>
                <a:gd name="T40" fmla="*/ 21 w 26"/>
                <a:gd name="T41" fmla="*/ 6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0"/>
                  </a:moveTo>
                  <a:cubicBezTo>
                    <a:pt x="13" y="0"/>
                    <a:pt x="13" y="0"/>
                    <a:pt x="13" y="0"/>
                  </a:cubicBezTo>
                  <a:cubicBezTo>
                    <a:pt x="10" y="0"/>
                    <a:pt x="7" y="0"/>
                    <a:pt x="5" y="2"/>
                  </a:cubicBezTo>
                  <a:cubicBezTo>
                    <a:pt x="2" y="5"/>
                    <a:pt x="0" y="9"/>
                    <a:pt x="0" y="12"/>
                  </a:cubicBezTo>
                  <a:cubicBezTo>
                    <a:pt x="0" y="15"/>
                    <a:pt x="1" y="18"/>
                    <a:pt x="2" y="20"/>
                  </a:cubicBezTo>
                  <a:cubicBezTo>
                    <a:pt x="5" y="24"/>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7"/>
                    <a:pt x="17" y="18"/>
                  </a:cubicBezTo>
                  <a:cubicBezTo>
                    <a:pt x="16" y="19"/>
                    <a:pt x="14" y="19"/>
                    <a:pt x="13" y="19"/>
                  </a:cubicBezTo>
                  <a:cubicBezTo>
                    <a:pt x="11" y="19"/>
                    <a:pt x="9" y="18"/>
                    <a:pt x="7" y="17"/>
                  </a:cubicBezTo>
                  <a:cubicBezTo>
                    <a:pt x="6" y="15"/>
                    <a:pt x="6" y="14"/>
                    <a:pt x="6" y="12"/>
                  </a:cubicBezTo>
                  <a:cubicBezTo>
                    <a:pt x="6" y="10"/>
                    <a:pt x="7" y="8"/>
                    <a:pt x="9" y="7"/>
                  </a:cubicBezTo>
                  <a:cubicBezTo>
                    <a:pt x="10" y="6"/>
                    <a:pt x="11" y="6"/>
                    <a:pt x="13" y="6"/>
                  </a:cubicBezTo>
                  <a:cubicBezTo>
                    <a:pt x="15" y="6"/>
                    <a:pt x="17" y="7"/>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6" name="Freeform 1212">
              <a:extLst>
                <a:ext uri="{FF2B5EF4-FFF2-40B4-BE49-F238E27FC236}">
                  <a16:creationId xmlns:a16="http://schemas.microsoft.com/office/drawing/2014/main" id="{06B557D0-C2EA-46AF-BE91-6DB9EB681CCC}"/>
                </a:ext>
              </a:extLst>
            </p:cNvPr>
            <p:cNvSpPr>
              <a:spLocks/>
            </p:cNvSpPr>
            <p:nvPr userDrawn="1"/>
          </p:nvSpPr>
          <p:spPr bwMode="auto">
            <a:xfrm>
              <a:off x="1009730" y="4514550"/>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10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10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10"/>
                    <a:pt x="71" y="10"/>
                    <a:pt x="71" y="10"/>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10"/>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7" name="Freeform 1213">
              <a:extLst>
                <a:ext uri="{FF2B5EF4-FFF2-40B4-BE49-F238E27FC236}">
                  <a16:creationId xmlns:a16="http://schemas.microsoft.com/office/drawing/2014/main" id="{E71170AB-5843-49F2-89D2-8036265FEDFD}"/>
                </a:ext>
              </a:extLst>
            </p:cNvPr>
            <p:cNvSpPr>
              <a:spLocks/>
            </p:cNvSpPr>
            <p:nvPr userDrawn="1"/>
          </p:nvSpPr>
          <p:spPr bwMode="auto">
            <a:xfrm>
              <a:off x="989661" y="4516557"/>
              <a:ext cx="34118" cy="34118"/>
            </a:xfrm>
            <a:custGeom>
              <a:avLst/>
              <a:gdLst>
                <a:gd name="T0" fmla="*/ 11 w 23"/>
                <a:gd name="T1" fmla="*/ 0 h 23"/>
                <a:gd name="T2" fmla="*/ 5 w 23"/>
                <a:gd name="T3" fmla="*/ 2 h 23"/>
                <a:gd name="T4" fmla="*/ 0 w 23"/>
                <a:gd name="T5" fmla="*/ 8 h 23"/>
                <a:gd name="T6" fmla="*/ 0 w 23"/>
                <a:gd name="T7" fmla="*/ 11 h 23"/>
                <a:gd name="T8" fmla="*/ 8 w 23"/>
                <a:gd name="T9" fmla="*/ 22 h 23"/>
                <a:gd name="T10" fmla="*/ 12 w 23"/>
                <a:gd name="T11" fmla="*/ 23 h 23"/>
                <a:gd name="T12" fmla="*/ 18 w 23"/>
                <a:gd name="T13" fmla="*/ 21 h 23"/>
                <a:gd name="T14" fmla="*/ 23 w 23"/>
                <a:gd name="T15" fmla="*/ 16 h 23"/>
                <a:gd name="T16" fmla="*/ 23 w 23"/>
                <a:gd name="T17" fmla="*/ 12 h 23"/>
                <a:gd name="T18" fmla="*/ 15 w 23"/>
                <a:gd name="T19" fmla="*/ 1 h 23"/>
                <a:gd name="T20" fmla="*/ 14 w 23"/>
                <a:gd name="T21" fmla="*/ 4 h 23"/>
                <a:gd name="T22" fmla="*/ 13 w 23"/>
                <a:gd name="T23" fmla="*/ 7 h 23"/>
                <a:gd name="T24" fmla="*/ 17 w 23"/>
                <a:gd name="T25" fmla="*/ 12 h 23"/>
                <a:gd name="T26" fmla="*/ 17 w 23"/>
                <a:gd name="T27" fmla="*/ 14 h 23"/>
                <a:gd name="T28" fmla="*/ 15 w 23"/>
                <a:gd name="T29" fmla="*/ 16 h 23"/>
                <a:gd name="T30" fmla="*/ 12 w 23"/>
                <a:gd name="T31" fmla="*/ 17 h 23"/>
                <a:gd name="T32" fmla="*/ 10 w 23"/>
                <a:gd name="T33" fmla="*/ 17 h 23"/>
                <a:gd name="T34" fmla="*/ 6 w 23"/>
                <a:gd name="T35" fmla="*/ 11 h 23"/>
                <a:gd name="T36" fmla="*/ 6 w 23"/>
                <a:gd name="T37" fmla="*/ 10 h 23"/>
                <a:gd name="T38" fmla="*/ 8 w 23"/>
                <a:gd name="T39" fmla="*/ 7 h 23"/>
                <a:gd name="T40" fmla="*/ 11 w 23"/>
                <a:gd name="T41" fmla="*/ 6 h 23"/>
                <a:gd name="T42" fmla="*/ 13 w 23"/>
                <a:gd name="T43" fmla="*/ 7 h 23"/>
                <a:gd name="T44" fmla="*/ 14 w 23"/>
                <a:gd name="T45" fmla="*/ 4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1" y="0"/>
                  </a:moveTo>
                  <a:cubicBezTo>
                    <a:pt x="9" y="0"/>
                    <a:pt x="6" y="1"/>
                    <a:pt x="5" y="2"/>
                  </a:cubicBezTo>
                  <a:cubicBezTo>
                    <a:pt x="3" y="4"/>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cubicBezTo>
                    <a:pt x="14" y="4"/>
                    <a:pt x="14" y="4"/>
                    <a:pt x="14" y="4"/>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8" name="Freeform 1214">
              <a:extLst>
                <a:ext uri="{FF2B5EF4-FFF2-40B4-BE49-F238E27FC236}">
                  <a16:creationId xmlns:a16="http://schemas.microsoft.com/office/drawing/2014/main" id="{A3A9C57E-E715-42B9-9296-84FCED211454}"/>
                </a:ext>
              </a:extLst>
            </p:cNvPr>
            <p:cNvSpPr>
              <a:spLocks/>
            </p:cNvSpPr>
            <p:nvPr userDrawn="1"/>
          </p:nvSpPr>
          <p:spPr bwMode="auto">
            <a:xfrm>
              <a:off x="965578" y="4502509"/>
              <a:ext cx="28097" cy="26090"/>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3"/>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9" name="Freeform 1215">
              <a:extLst>
                <a:ext uri="{FF2B5EF4-FFF2-40B4-BE49-F238E27FC236}">
                  <a16:creationId xmlns:a16="http://schemas.microsoft.com/office/drawing/2014/main" id="{B99FA13E-40E5-4A03-8168-5D6DC02CECAE}"/>
                </a:ext>
              </a:extLst>
            </p:cNvPr>
            <p:cNvSpPr>
              <a:spLocks noEditPoints="1"/>
            </p:cNvSpPr>
            <p:nvPr userDrawn="1"/>
          </p:nvSpPr>
          <p:spPr bwMode="auto">
            <a:xfrm>
              <a:off x="963571" y="4478426"/>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3 w 16"/>
                <a:gd name="T33" fmla="*/ 1 h 15"/>
                <a:gd name="T34" fmla="*/ 0 w 16"/>
                <a:gd name="T35" fmla="*/ 5 h 15"/>
                <a:gd name="T36" fmla="*/ 0 w 16"/>
                <a:gd name="T37" fmla="*/ 7 h 15"/>
                <a:gd name="T38" fmla="*/ 5 w 16"/>
                <a:gd name="T39" fmla="*/ 15 h 15"/>
                <a:gd name="T40" fmla="*/ 8 w 16"/>
                <a:gd name="T41" fmla="*/ 15 h 15"/>
                <a:gd name="T42" fmla="*/ 8 w 16"/>
                <a:gd name="T43" fmla="*/ 15 h 15"/>
                <a:gd name="T44" fmla="*/ 13 w 16"/>
                <a:gd name="T45" fmla="*/ 14 h 15"/>
                <a:gd name="T46" fmla="*/ 15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1"/>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0" name="Freeform 1216">
              <a:extLst>
                <a:ext uri="{FF2B5EF4-FFF2-40B4-BE49-F238E27FC236}">
                  <a16:creationId xmlns:a16="http://schemas.microsoft.com/office/drawing/2014/main" id="{600344CB-3AC2-4DFB-B838-90A7A9E1FD93}"/>
                </a:ext>
              </a:extLst>
            </p:cNvPr>
            <p:cNvSpPr>
              <a:spLocks/>
            </p:cNvSpPr>
            <p:nvPr userDrawn="1"/>
          </p:nvSpPr>
          <p:spPr bwMode="auto">
            <a:xfrm>
              <a:off x="202951" y="3888394"/>
              <a:ext cx="118408" cy="110381"/>
            </a:xfrm>
            <a:custGeom>
              <a:avLst/>
              <a:gdLst>
                <a:gd name="T0" fmla="*/ 38 w 79"/>
                <a:gd name="T1" fmla="*/ 0 h 73"/>
                <a:gd name="T2" fmla="*/ 38 w 79"/>
                <a:gd name="T3" fmla="*/ 0 h 73"/>
                <a:gd name="T4" fmla="*/ 16 w 79"/>
                <a:gd name="T5" fmla="*/ 6 h 73"/>
                <a:gd name="T6" fmla="*/ 10 w 79"/>
                <a:gd name="T7" fmla="*/ 12 h 73"/>
                <a:gd name="T8" fmla="*/ 9 w 79"/>
                <a:gd name="T9" fmla="*/ 13 h 73"/>
                <a:gd name="T10" fmla="*/ 6 w 79"/>
                <a:gd name="T11" fmla="*/ 17 h 73"/>
                <a:gd name="T12" fmla="*/ 6 w 79"/>
                <a:gd name="T13" fmla="*/ 17 h 73"/>
                <a:gd name="T14" fmla="*/ 3 w 79"/>
                <a:gd name="T15" fmla="*/ 23 h 73"/>
                <a:gd name="T16" fmla="*/ 0 w 79"/>
                <a:gd name="T17" fmla="*/ 35 h 73"/>
                <a:gd name="T18" fmla="*/ 27 w 79"/>
                <a:gd name="T19" fmla="*/ 70 h 73"/>
                <a:gd name="T20" fmla="*/ 41 w 79"/>
                <a:gd name="T21" fmla="*/ 73 h 73"/>
                <a:gd name="T22" fmla="*/ 63 w 79"/>
                <a:gd name="T23" fmla="*/ 67 h 73"/>
                <a:gd name="T24" fmla="*/ 76 w 79"/>
                <a:gd name="T25" fmla="*/ 50 h 73"/>
                <a:gd name="T26" fmla="*/ 79 w 79"/>
                <a:gd name="T27" fmla="*/ 38 h 73"/>
                <a:gd name="T28" fmla="*/ 52 w 79"/>
                <a:gd name="T29" fmla="*/ 3 h 73"/>
                <a:gd name="T30" fmla="*/ 51 w 79"/>
                <a:gd name="T31" fmla="*/ 5 h 73"/>
                <a:gd name="T32" fmla="*/ 50 w 79"/>
                <a:gd name="T33" fmla="*/ 8 h 73"/>
                <a:gd name="T34" fmla="*/ 73 w 79"/>
                <a:gd name="T35" fmla="*/ 38 h 73"/>
                <a:gd name="T36" fmla="*/ 71 w 79"/>
                <a:gd name="T37" fmla="*/ 48 h 73"/>
                <a:gd name="T38" fmla="*/ 59 w 79"/>
                <a:gd name="T39" fmla="*/ 62 h 73"/>
                <a:gd name="T40" fmla="*/ 41 w 79"/>
                <a:gd name="T41" fmla="*/ 67 h 73"/>
                <a:gd name="T42" fmla="*/ 29 w 79"/>
                <a:gd name="T43" fmla="*/ 65 h 73"/>
                <a:gd name="T44" fmla="*/ 6 w 79"/>
                <a:gd name="T45" fmla="*/ 35 h 73"/>
                <a:gd name="T46" fmla="*/ 8 w 79"/>
                <a:gd name="T47" fmla="*/ 25 h 73"/>
                <a:gd name="T48" fmla="*/ 20 w 79"/>
                <a:gd name="T49" fmla="*/ 11 h 73"/>
                <a:gd name="T50" fmla="*/ 38 w 79"/>
                <a:gd name="T51" fmla="*/ 6 h 73"/>
                <a:gd name="T52" fmla="*/ 50 w 79"/>
                <a:gd name="T53" fmla="*/ 8 h 73"/>
                <a:gd name="T54" fmla="*/ 51 w 79"/>
                <a:gd name="T55" fmla="*/ 5 h 73"/>
                <a:gd name="T56" fmla="*/ 52 w 79"/>
                <a:gd name="T57" fmla="*/ 3 h 73"/>
                <a:gd name="T58" fmla="*/ 38 w 79"/>
                <a:gd name="T5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3">
                  <a:moveTo>
                    <a:pt x="38" y="0"/>
                  </a:moveTo>
                  <a:cubicBezTo>
                    <a:pt x="38" y="0"/>
                    <a:pt x="38" y="0"/>
                    <a:pt x="38" y="0"/>
                  </a:cubicBez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4"/>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5"/>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1" name="Freeform 1217">
              <a:extLst>
                <a:ext uri="{FF2B5EF4-FFF2-40B4-BE49-F238E27FC236}">
                  <a16:creationId xmlns:a16="http://schemas.microsoft.com/office/drawing/2014/main" id="{83692BA7-4568-407B-A1C7-EF3EA841F2C8}"/>
                </a:ext>
              </a:extLst>
            </p:cNvPr>
            <p:cNvSpPr>
              <a:spLocks/>
            </p:cNvSpPr>
            <p:nvPr userDrawn="1"/>
          </p:nvSpPr>
          <p:spPr bwMode="auto">
            <a:xfrm>
              <a:off x="188902" y="3890400"/>
              <a:ext cx="28097" cy="26090"/>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0 w 19"/>
                <a:gd name="T19" fmla="*/ 17 h 17"/>
                <a:gd name="T20" fmla="*/ 15 w 19"/>
                <a:gd name="T21" fmla="*/ 16 h 17"/>
                <a:gd name="T22" fmla="*/ 19 w 19"/>
                <a:gd name="T23" fmla="*/ 11 h 17"/>
                <a:gd name="T24" fmla="*/ 19 w 19"/>
                <a:gd name="T25" fmla="*/ 9 h 17"/>
                <a:gd name="T26" fmla="*/ 13 w 19"/>
                <a:gd name="T27" fmla="*/ 0 h 17"/>
                <a:gd name="T28" fmla="*/ 12 w 19"/>
                <a:gd name="T29" fmla="*/ 3 h 17"/>
                <a:gd name="T30" fmla="*/ 11 w 19"/>
                <a:gd name="T31" fmla="*/ 6 h 17"/>
                <a:gd name="T32" fmla="*/ 13 w 19"/>
                <a:gd name="T33" fmla="*/ 9 h 17"/>
                <a:gd name="T34" fmla="*/ 13 w 19"/>
                <a:gd name="T35" fmla="*/ 10 h 17"/>
                <a:gd name="T36" fmla="*/ 12 w 19"/>
                <a:gd name="T37" fmla="*/ 11 h 17"/>
                <a:gd name="T38" fmla="*/ 10 w 19"/>
                <a:gd name="T39" fmla="*/ 11 h 17"/>
                <a:gd name="T40" fmla="*/ 10 w 19"/>
                <a:gd name="T41" fmla="*/ 11 h 17"/>
                <a:gd name="T42" fmla="*/ 9 w 19"/>
                <a:gd name="T43" fmla="*/ 11 h 17"/>
                <a:gd name="T44" fmla="*/ 6 w 19"/>
                <a:gd name="T45" fmla="*/ 8 h 17"/>
                <a:gd name="T46" fmla="*/ 7 w 19"/>
                <a:gd name="T47" fmla="*/ 8 h 17"/>
                <a:gd name="T48" fmla="*/ 8 w 19"/>
                <a:gd name="T49" fmla="*/ 6 h 17"/>
                <a:gd name="T50" fmla="*/ 9 w 19"/>
                <a:gd name="T51" fmla="*/ 6 h 17"/>
                <a:gd name="T52" fmla="*/ 9 w 19"/>
                <a:gd name="T53" fmla="*/ 6 h 17"/>
                <a:gd name="T54" fmla="*/ 11 w 19"/>
                <a:gd name="T55" fmla="*/ 6 h 17"/>
                <a:gd name="T56" fmla="*/ 12 w 19"/>
                <a:gd name="T57" fmla="*/ 3 h 17"/>
                <a:gd name="T58" fmla="*/ 13 w 19"/>
                <a:gd name="T59" fmla="*/ 0 h 17"/>
                <a:gd name="T60" fmla="*/ 9 w 19"/>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0" y="17"/>
                    <a:pt x="10" y="17"/>
                    <a:pt x="10" y="17"/>
                  </a:cubicBezTo>
                  <a:cubicBezTo>
                    <a:pt x="12" y="17"/>
                    <a:pt x="13" y="17"/>
                    <a:pt x="15" y="16"/>
                  </a:cubicBezTo>
                  <a:cubicBezTo>
                    <a:pt x="16" y="14"/>
                    <a:pt x="17" y="12"/>
                    <a:pt x="19" y="11"/>
                  </a:cubicBezTo>
                  <a:cubicBezTo>
                    <a:pt x="19" y="10"/>
                    <a:pt x="19" y="10"/>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1"/>
                    <a:pt x="6" y="9"/>
                    <a:pt x="6" y="8"/>
                  </a:cubicBezTo>
                  <a:cubicBezTo>
                    <a:pt x="7" y="8"/>
                    <a:pt x="7" y="8"/>
                    <a:pt x="7" y="8"/>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2" name="Freeform 1218">
              <a:extLst>
                <a:ext uri="{FF2B5EF4-FFF2-40B4-BE49-F238E27FC236}">
                  <a16:creationId xmlns:a16="http://schemas.microsoft.com/office/drawing/2014/main" id="{27B92047-DD32-4AA1-B9F4-0A9342880EA0}"/>
                </a:ext>
              </a:extLst>
            </p:cNvPr>
            <p:cNvSpPr>
              <a:spLocks/>
            </p:cNvSpPr>
            <p:nvPr userDrawn="1"/>
          </p:nvSpPr>
          <p:spPr bwMode="auto">
            <a:xfrm>
              <a:off x="210979" y="3906455"/>
              <a:ext cx="6021" cy="8028"/>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3" name="Freeform 1219">
              <a:extLst>
                <a:ext uri="{FF2B5EF4-FFF2-40B4-BE49-F238E27FC236}">
                  <a16:creationId xmlns:a16="http://schemas.microsoft.com/office/drawing/2014/main" id="{C8416416-32A2-45CB-B794-7AAF2DB39A87}"/>
                </a:ext>
              </a:extLst>
            </p:cNvPr>
            <p:cNvSpPr>
              <a:spLocks/>
            </p:cNvSpPr>
            <p:nvPr userDrawn="1"/>
          </p:nvSpPr>
          <p:spPr bwMode="auto">
            <a:xfrm>
              <a:off x="174854" y="3880366"/>
              <a:ext cx="20069" cy="20069"/>
            </a:xfrm>
            <a:custGeom>
              <a:avLst/>
              <a:gdLst>
                <a:gd name="T0" fmla="*/ 8 w 14"/>
                <a:gd name="T1" fmla="*/ 0 h 14"/>
                <a:gd name="T2" fmla="*/ 5 w 14"/>
                <a:gd name="T3" fmla="*/ 1 h 14"/>
                <a:gd name="T4" fmla="*/ 3 w 14"/>
                <a:gd name="T5" fmla="*/ 1 h 14"/>
                <a:gd name="T6" fmla="*/ 3 w 14"/>
                <a:gd name="T7" fmla="*/ 1 h 14"/>
                <a:gd name="T8" fmla="*/ 0 w 14"/>
                <a:gd name="T9" fmla="*/ 4 h 14"/>
                <a:gd name="T10" fmla="*/ 0 w 14"/>
                <a:gd name="T11" fmla="*/ 7 h 14"/>
                <a:gd name="T12" fmla="*/ 5 w 14"/>
                <a:gd name="T13" fmla="*/ 13 h 14"/>
                <a:gd name="T14" fmla="*/ 7 w 14"/>
                <a:gd name="T15" fmla="*/ 14 h 14"/>
                <a:gd name="T16" fmla="*/ 11 w 14"/>
                <a:gd name="T17" fmla="*/ 13 h 14"/>
                <a:gd name="T18" fmla="*/ 11 w 14"/>
                <a:gd name="T19" fmla="*/ 12 h 14"/>
                <a:gd name="T20" fmla="*/ 14 w 14"/>
                <a:gd name="T21" fmla="*/ 8 h 14"/>
                <a:gd name="T22" fmla="*/ 14 w 14"/>
                <a:gd name="T23" fmla="*/ 7 h 14"/>
                <a:gd name="T24" fmla="*/ 9 w 14"/>
                <a:gd name="T25" fmla="*/ 0 h 14"/>
                <a:gd name="T26" fmla="*/ 8 w 14"/>
                <a:gd name="T27" fmla="*/ 3 h 14"/>
                <a:gd name="T28" fmla="*/ 7 w 14"/>
                <a:gd name="T29" fmla="*/ 6 h 14"/>
                <a:gd name="T30" fmla="*/ 8 w 14"/>
                <a:gd name="T31" fmla="*/ 7 h 14"/>
                <a:gd name="T32" fmla="*/ 8 w 14"/>
                <a:gd name="T33" fmla="*/ 7 h 14"/>
                <a:gd name="T34" fmla="*/ 8 w 14"/>
                <a:gd name="T35" fmla="*/ 8 h 14"/>
                <a:gd name="T36" fmla="*/ 7 w 14"/>
                <a:gd name="T37" fmla="*/ 8 h 14"/>
                <a:gd name="T38" fmla="*/ 7 w 14"/>
                <a:gd name="T39" fmla="*/ 8 h 14"/>
                <a:gd name="T40" fmla="*/ 6 w 14"/>
                <a:gd name="T41" fmla="*/ 7 h 14"/>
                <a:gd name="T42" fmla="*/ 6 w 14"/>
                <a:gd name="T43" fmla="*/ 6 h 14"/>
                <a:gd name="T44" fmla="*/ 6 w 14"/>
                <a:gd name="T45" fmla="*/ 6 h 14"/>
                <a:gd name="T46" fmla="*/ 7 w 14"/>
                <a:gd name="T47" fmla="*/ 6 h 14"/>
                <a:gd name="T48" fmla="*/ 7 w 14"/>
                <a:gd name="T49" fmla="*/ 6 h 14"/>
                <a:gd name="T50" fmla="*/ 8 w 14"/>
                <a:gd name="T51" fmla="*/ 3 h 14"/>
                <a:gd name="T52" fmla="*/ 9 w 14"/>
                <a:gd name="T53" fmla="*/ 0 h 14"/>
                <a:gd name="T54" fmla="*/ 8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0"/>
                  </a:moveTo>
                  <a:cubicBezTo>
                    <a:pt x="7" y="1"/>
                    <a:pt x="6"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4" name="Freeform 1220">
              <a:extLst>
                <a:ext uri="{FF2B5EF4-FFF2-40B4-BE49-F238E27FC236}">
                  <a16:creationId xmlns:a16="http://schemas.microsoft.com/office/drawing/2014/main" id="{7D3DA8D4-E0AA-45FA-B0CA-186F6C7A3B61}"/>
                </a:ext>
              </a:extLst>
            </p:cNvPr>
            <p:cNvSpPr>
              <a:spLocks/>
            </p:cNvSpPr>
            <p:nvPr userDrawn="1"/>
          </p:nvSpPr>
          <p:spPr bwMode="auto">
            <a:xfrm>
              <a:off x="190910" y="3892407"/>
              <a:ext cx="4014" cy="6021"/>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5" name="Freeform 1221">
              <a:extLst>
                <a:ext uri="{FF2B5EF4-FFF2-40B4-BE49-F238E27FC236}">
                  <a16:creationId xmlns:a16="http://schemas.microsoft.com/office/drawing/2014/main" id="{19197572-3E97-467A-A084-95C405CD28F2}"/>
                </a:ext>
              </a:extLst>
            </p:cNvPr>
            <p:cNvSpPr>
              <a:spLocks noEditPoints="1"/>
            </p:cNvSpPr>
            <p:nvPr userDrawn="1"/>
          </p:nvSpPr>
          <p:spPr bwMode="auto">
            <a:xfrm>
              <a:off x="170841" y="3862303"/>
              <a:ext cx="20069" cy="18063"/>
            </a:xfrm>
            <a:custGeom>
              <a:avLst/>
              <a:gdLst>
                <a:gd name="T0" fmla="*/ 6 w 13"/>
                <a:gd name="T1" fmla="*/ 7 h 13"/>
                <a:gd name="T2" fmla="*/ 6 w 13"/>
                <a:gd name="T3" fmla="*/ 7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7 h 13"/>
                <a:gd name="T20" fmla="*/ 7 w 13"/>
                <a:gd name="T21" fmla="*/ 0 h 13"/>
                <a:gd name="T22" fmla="*/ 3 w 13"/>
                <a:gd name="T23" fmla="*/ 1 h 13"/>
                <a:gd name="T24" fmla="*/ 1 w 13"/>
                <a:gd name="T25" fmla="*/ 4 h 13"/>
                <a:gd name="T26" fmla="*/ 0 w 13"/>
                <a:gd name="T27" fmla="*/ 7 h 13"/>
                <a:gd name="T28" fmla="*/ 5 w 13"/>
                <a:gd name="T29" fmla="*/ 13 h 13"/>
                <a:gd name="T30" fmla="*/ 5 w 13"/>
                <a:gd name="T31" fmla="*/ 13 h 13"/>
                <a:gd name="T32" fmla="*/ 9 w 13"/>
                <a:gd name="T33" fmla="*/ 12 h 13"/>
                <a:gd name="T34" fmla="*/ 9 w 13"/>
                <a:gd name="T35" fmla="*/ 12 h 13"/>
                <a:gd name="T36" fmla="*/ 10 w 13"/>
                <a:gd name="T37" fmla="*/ 12 h 13"/>
                <a:gd name="T38" fmla="*/ 10 w 13"/>
                <a:gd name="T39" fmla="*/ 12 h 13"/>
                <a:gd name="T40" fmla="*/ 13 w 13"/>
                <a:gd name="T41" fmla="*/ 9 h 13"/>
                <a:gd name="T42" fmla="*/ 13 w 13"/>
                <a:gd name="T43" fmla="*/ 7 h 13"/>
                <a:gd name="T44" fmla="*/ 9 w 13"/>
                <a:gd name="T45" fmla="*/ 1 h 13"/>
                <a:gd name="T46" fmla="*/ 8 w 13"/>
                <a:gd name="T47" fmla="*/ 4 h 13"/>
                <a:gd name="T48" fmla="*/ 9 w 13"/>
                <a:gd name="T49" fmla="*/ 1 h 13"/>
                <a:gd name="T50" fmla="*/ 7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6" y="7"/>
                  </a:moveTo>
                  <a:cubicBezTo>
                    <a:pt x="6" y="7"/>
                    <a:pt x="6" y="7"/>
                    <a:pt x="6" y="7"/>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moveTo>
                    <a:pt x="7" y="0"/>
                  </a:moveTo>
                  <a:cubicBezTo>
                    <a:pt x="5" y="0"/>
                    <a:pt x="4" y="1"/>
                    <a:pt x="3" y="1"/>
                  </a:cubicBezTo>
                  <a:cubicBezTo>
                    <a:pt x="2" y="2"/>
                    <a:pt x="1" y="3"/>
                    <a:pt x="1" y="4"/>
                  </a:cubicBezTo>
                  <a:cubicBezTo>
                    <a:pt x="0" y="5"/>
                    <a:pt x="0" y="6"/>
                    <a:pt x="0" y="7"/>
                  </a:cubicBezTo>
                  <a:cubicBezTo>
                    <a:pt x="0" y="9"/>
                    <a:pt x="2" y="12"/>
                    <a:pt x="5" y="13"/>
                  </a:cubicBezTo>
                  <a:cubicBezTo>
                    <a:pt x="5" y="13"/>
                    <a:pt x="5" y="13"/>
                    <a:pt x="5" y="13"/>
                  </a:cubicBezTo>
                  <a:cubicBezTo>
                    <a:pt x="6" y="12"/>
                    <a:pt x="8" y="12"/>
                    <a:pt x="9" y="12"/>
                  </a:cubicBezTo>
                  <a:cubicBezTo>
                    <a:pt x="9" y="12"/>
                    <a:pt x="9" y="12"/>
                    <a:pt x="9" y="12"/>
                  </a:cubicBezTo>
                  <a:cubicBezTo>
                    <a:pt x="9" y="12"/>
                    <a:pt x="10" y="12"/>
                    <a:pt x="10" y="12"/>
                  </a:cubicBezTo>
                  <a:cubicBezTo>
                    <a:pt x="10" y="12"/>
                    <a:pt x="10" y="12"/>
                    <a:pt x="10" y="12"/>
                  </a:cubicBezTo>
                  <a:cubicBezTo>
                    <a:pt x="11" y="11"/>
                    <a:pt x="12" y="10"/>
                    <a:pt x="13" y="9"/>
                  </a:cubicBezTo>
                  <a:cubicBezTo>
                    <a:pt x="13" y="8"/>
                    <a:pt x="13" y="8"/>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6" name="Freeform 1222">
              <a:extLst>
                <a:ext uri="{FF2B5EF4-FFF2-40B4-BE49-F238E27FC236}">
                  <a16:creationId xmlns:a16="http://schemas.microsoft.com/office/drawing/2014/main" id="{D0ABC53F-C719-4357-92C0-15990938201E}"/>
                </a:ext>
              </a:extLst>
            </p:cNvPr>
            <p:cNvSpPr>
              <a:spLocks/>
            </p:cNvSpPr>
            <p:nvPr userDrawn="1"/>
          </p:nvSpPr>
          <p:spPr bwMode="auto">
            <a:xfrm>
              <a:off x="178868" y="3880366"/>
              <a:ext cx="8028" cy="0"/>
            </a:xfrm>
            <a:custGeom>
              <a:avLst/>
              <a:gdLst>
                <a:gd name="T0" fmla="*/ 4 w 5"/>
                <a:gd name="T1" fmla="*/ 0 h 1"/>
                <a:gd name="T2" fmla="*/ 4 w 5"/>
                <a:gd name="T3" fmla="*/ 0 h 1"/>
                <a:gd name="T4" fmla="*/ 0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4" y="0"/>
                    <a:pt x="4" y="0"/>
                    <a:pt x="4" y="0"/>
                  </a:cubicBezTo>
                  <a:cubicBezTo>
                    <a:pt x="3" y="0"/>
                    <a:pt x="1" y="0"/>
                    <a:pt x="0" y="1"/>
                  </a:cubicBezTo>
                  <a:cubicBezTo>
                    <a:pt x="1" y="1"/>
                    <a:pt x="1"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7" name="Freeform 1223">
              <a:extLst>
                <a:ext uri="{FF2B5EF4-FFF2-40B4-BE49-F238E27FC236}">
                  <a16:creationId xmlns:a16="http://schemas.microsoft.com/office/drawing/2014/main" id="{869311B0-13FC-4D39-B8A7-2EA898BD438C}"/>
                </a:ext>
              </a:extLst>
            </p:cNvPr>
            <p:cNvSpPr>
              <a:spLocks noEditPoints="1"/>
            </p:cNvSpPr>
            <p:nvPr userDrawn="1"/>
          </p:nvSpPr>
          <p:spPr bwMode="auto">
            <a:xfrm>
              <a:off x="909384" y="4259672"/>
              <a:ext cx="152525" cy="146505"/>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6 w 101"/>
                <a:gd name="T23" fmla="*/ 27 h 98"/>
                <a:gd name="T24" fmla="*/ 6 w 101"/>
                <a:gd name="T25" fmla="*/ 27 h 98"/>
                <a:gd name="T26" fmla="*/ 0 w 101"/>
                <a:gd name="T27" fmla="*/ 49 h 98"/>
                <a:gd name="T28" fmla="*/ 28 w 101"/>
                <a:gd name="T29" fmla="*/ 93 h 98"/>
                <a:gd name="T30" fmla="*/ 51 w 101"/>
                <a:gd name="T31" fmla="*/ 98 h 98"/>
                <a:gd name="T32" fmla="*/ 96 w 101"/>
                <a:gd name="T33" fmla="*/ 71 h 98"/>
                <a:gd name="T34" fmla="*/ 101 w 101"/>
                <a:gd name="T35" fmla="*/ 49 h 98"/>
                <a:gd name="T36" fmla="*/ 74 w 101"/>
                <a:gd name="T37" fmla="*/ 5 h 98"/>
                <a:gd name="T38" fmla="*/ 75 w 101"/>
                <a:gd name="T39" fmla="*/ 12 h 98"/>
                <a:gd name="T40" fmla="*/ 71 w 101"/>
                <a:gd name="T41" fmla="*/ 4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32" y="0"/>
                    <a:pt x="14"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8"/>
                    <a:pt x="87" y="88"/>
                    <a:pt x="96" y="71"/>
                  </a:cubicBezTo>
                  <a:cubicBezTo>
                    <a:pt x="99" y="64"/>
                    <a:pt x="101" y="56"/>
                    <a:pt x="101" y="49"/>
                  </a:cubicBezTo>
                  <a:cubicBezTo>
                    <a:pt x="101" y="31"/>
                    <a:pt x="91" y="14"/>
                    <a:pt x="74" y="5"/>
                  </a:cubicBezTo>
                  <a:cubicBezTo>
                    <a:pt x="75" y="12"/>
                    <a:pt x="75" y="12"/>
                    <a:pt x="75" y="12"/>
                  </a:cubicBezTo>
                  <a:cubicBezTo>
                    <a:pt x="71" y="4"/>
                    <a:pt x="71" y="4"/>
                    <a:pt x="71" y="4"/>
                  </a:cubicBezTo>
                  <a:cubicBezTo>
                    <a:pt x="65"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8" name="Freeform 1224">
              <a:extLst>
                <a:ext uri="{FF2B5EF4-FFF2-40B4-BE49-F238E27FC236}">
                  <a16:creationId xmlns:a16="http://schemas.microsoft.com/office/drawing/2014/main" id="{D73B1778-B880-41C7-AB54-3AF7EC8612C2}"/>
                </a:ext>
              </a:extLst>
            </p:cNvPr>
            <p:cNvSpPr>
              <a:spLocks noEditPoints="1"/>
            </p:cNvSpPr>
            <p:nvPr userDrawn="1"/>
          </p:nvSpPr>
          <p:spPr bwMode="auto">
            <a:xfrm>
              <a:off x="905371" y="4384100"/>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9" name="Freeform 1225">
              <a:extLst>
                <a:ext uri="{FF2B5EF4-FFF2-40B4-BE49-F238E27FC236}">
                  <a16:creationId xmlns:a16="http://schemas.microsoft.com/office/drawing/2014/main" id="{92CF6326-BFDD-4B55-9DF4-DFB61AECBF74}"/>
                </a:ext>
              </a:extLst>
            </p:cNvPr>
            <p:cNvSpPr>
              <a:spLocks noEditPoints="1"/>
            </p:cNvSpPr>
            <p:nvPr userDrawn="1"/>
          </p:nvSpPr>
          <p:spPr bwMode="auto">
            <a:xfrm>
              <a:off x="889315" y="4410191"/>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0" name="Freeform 1226">
              <a:extLst>
                <a:ext uri="{FF2B5EF4-FFF2-40B4-BE49-F238E27FC236}">
                  <a16:creationId xmlns:a16="http://schemas.microsoft.com/office/drawing/2014/main" id="{C7AD528F-9E44-446F-84AE-FA9C2B3F0949}"/>
                </a:ext>
              </a:extLst>
            </p:cNvPr>
            <p:cNvSpPr>
              <a:spLocks noEditPoints="1"/>
            </p:cNvSpPr>
            <p:nvPr userDrawn="1"/>
          </p:nvSpPr>
          <p:spPr bwMode="auto">
            <a:xfrm>
              <a:off x="865232" y="4412197"/>
              <a:ext cx="22077" cy="24083"/>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3"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1" name="Freeform 1227">
              <a:extLst>
                <a:ext uri="{FF2B5EF4-FFF2-40B4-BE49-F238E27FC236}">
                  <a16:creationId xmlns:a16="http://schemas.microsoft.com/office/drawing/2014/main" id="{3893116E-D61B-4CEB-BEE3-BBD0F00D21C5}"/>
                </a:ext>
              </a:extLst>
            </p:cNvPr>
            <p:cNvSpPr>
              <a:spLocks noEditPoints="1"/>
            </p:cNvSpPr>
            <p:nvPr userDrawn="1"/>
          </p:nvSpPr>
          <p:spPr bwMode="auto">
            <a:xfrm>
              <a:off x="1399071" y="5626380"/>
              <a:ext cx="152525" cy="150519"/>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9 h 99"/>
                <a:gd name="T34" fmla="*/ 51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3"/>
                    <a:pt x="51" y="93"/>
                  </a:cubicBezTo>
                  <a:cubicBezTo>
                    <a:pt x="44" y="93"/>
                    <a:pt x="37" y="91"/>
                    <a:pt x="31" y="88"/>
                  </a:cubicBezTo>
                  <a:cubicBezTo>
                    <a:pt x="15" y="80"/>
                    <a:pt x="6" y="65"/>
                    <a:pt x="6" y="49"/>
                  </a:cubicBezTo>
                  <a:cubicBezTo>
                    <a:pt x="6" y="43"/>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9"/>
                    <a:pt x="51" y="99"/>
                  </a:cubicBezTo>
                  <a:cubicBezTo>
                    <a:pt x="51" y="99"/>
                    <a:pt x="51" y="99"/>
                    <a:pt x="51" y="99"/>
                  </a:cubicBezTo>
                  <a:cubicBezTo>
                    <a:pt x="69" y="99"/>
                    <a:pt x="87" y="89"/>
                    <a:pt x="96" y="71"/>
                  </a:cubicBezTo>
                  <a:cubicBezTo>
                    <a:pt x="100" y="64"/>
                    <a:pt x="101" y="57"/>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2" name="Freeform 1228">
              <a:extLst>
                <a:ext uri="{FF2B5EF4-FFF2-40B4-BE49-F238E27FC236}">
                  <a16:creationId xmlns:a16="http://schemas.microsoft.com/office/drawing/2014/main" id="{FD572E20-25DD-446F-AE42-94D44F916CB3}"/>
                </a:ext>
              </a:extLst>
            </p:cNvPr>
            <p:cNvSpPr>
              <a:spLocks noEditPoints="1"/>
            </p:cNvSpPr>
            <p:nvPr userDrawn="1"/>
          </p:nvSpPr>
          <p:spPr bwMode="auto">
            <a:xfrm>
              <a:off x="1395057" y="5752815"/>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8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8"/>
                    <a:pt x="17" y="9"/>
                    <a:pt x="17" y="11"/>
                  </a:cubicBezTo>
                  <a:cubicBezTo>
                    <a:pt x="17" y="12"/>
                    <a:pt x="17" y="13"/>
                    <a:pt x="16" y="13"/>
                  </a:cubicBezTo>
                  <a:cubicBezTo>
                    <a:pt x="15" y="15"/>
                    <a:pt x="13" y="16"/>
                    <a:pt x="12" y="16"/>
                  </a:cubicBezTo>
                  <a:cubicBezTo>
                    <a:pt x="11" y="16"/>
                    <a:pt x="10" y="16"/>
                    <a:pt x="9" y="15"/>
                  </a:cubicBezTo>
                  <a:cubicBezTo>
                    <a:pt x="7" y="15"/>
                    <a:pt x="6" y="13"/>
                    <a:pt x="6" y="11"/>
                  </a:cubicBezTo>
                  <a:cubicBezTo>
                    <a:pt x="6" y="10"/>
                    <a:pt x="7" y="10"/>
                    <a:pt x="7" y="9"/>
                  </a:cubicBezTo>
                  <a:cubicBezTo>
                    <a:pt x="4" y="8"/>
                    <a:pt x="4" y="8"/>
                    <a:pt x="4" y="8"/>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3" name="Freeform 1229">
              <a:extLst>
                <a:ext uri="{FF2B5EF4-FFF2-40B4-BE49-F238E27FC236}">
                  <a16:creationId xmlns:a16="http://schemas.microsoft.com/office/drawing/2014/main" id="{7A686EB2-6861-416A-ABC1-3F59C4E403CD}"/>
                </a:ext>
              </a:extLst>
            </p:cNvPr>
            <p:cNvSpPr>
              <a:spLocks noEditPoints="1"/>
            </p:cNvSpPr>
            <p:nvPr userDrawn="1"/>
          </p:nvSpPr>
          <p:spPr bwMode="auto">
            <a:xfrm>
              <a:off x="1379002" y="5776898"/>
              <a:ext cx="26091" cy="26090"/>
            </a:xfrm>
            <a:custGeom>
              <a:avLst/>
              <a:gdLst>
                <a:gd name="T0" fmla="*/ 6 w 18"/>
                <a:gd name="T1" fmla="*/ 8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8 h 17"/>
                <a:gd name="T18" fmla="*/ 6 w 18"/>
                <a:gd name="T19" fmla="*/ 8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17 w 18"/>
                <a:gd name="T33" fmla="*/ 12 h 17"/>
                <a:gd name="T34" fmla="*/ 18 w 18"/>
                <a:gd name="T35" fmla="*/ 9 h 17"/>
                <a:gd name="T36" fmla="*/ 13 w 18"/>
                <a:gd name="T37" fmla="*/ 1 h 17"/>
                <a:gd name="T38" fmla="*/ 9 w 18"/>
                <a:gd name="T39" fmla="*/ 0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8"/>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8"/>
                  </a:cubicBezTo>
                  <a:cubicBezTo>
                    <a:pt x="6" y="8"/>
                    <a:pt x="6" y="8"/>
                    <a:pt x="6" y="8"/>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6"/>
                    <a:pt x="17" y="12"/>
                  </a:cubicBezTo>
                  <a:cubicBezTo>
                    <a:pt x="17" y="11"/>
                    <a:pt x="18" y="10"/>
                    <a:pt x="18" y="9"/>
                  </a:cubicBezTo>
                  <a:cubicBezTo>
                    <a:pt x="18"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4" name="Freeform 1230">
              <a:extLst>
                <a:ext uri="{FF2B5EF4-FFF2-40B4-BE49-F238E27FC236}">
                  <a16:creationId xmlns:a16="http://schemas.microsoft.com/office/drawing/2014/main" id="{8D3B7CCD-B749-48E3-AF80-F156742B165A}"/>
                </a:ext>
              </a:extLst>
            </p:cNvPr>
            <p:cNvSpPr>
              <a:spLocks noEditPoints="1"/>
            </p:cNvSpPr>
            <p:nvPr userDrawn="1"/>
          </p:nvSpPr>
          <p:spPr bwMode="auto">
            <a:xfrm>
              <a:off x="1354919" y="5780912"/>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9"/>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5"/>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5" name="Freeform 1231">
              <a:extLst>
                <a:ext uri="{FF2B5EF4-FFF2-40B4-BE49-F238E27FC236}">
                  <a16:creationId xmlns:a16="http://schemas.microsoft.com/office/drawing/2014/main" id="{3A18D9E2-C226-4203-A829-93F5C64408EB}"/>
                </a:ext>
              </a:extLst>
            </p:cNvPr>
            <p:cNvSpPr>
              <a:spLocks noEditPoints="1"/>
            </p:cNvSpPr>
            <p:nvPr userDrawn="1"/>
          </p:nvSpPr>
          <p:spPr bwMode="auto">
            <a:xfrm>
              <a:off x="817066" y="5794961"/>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6" name="Freeform 1232">
              <a:extLst>
                <a:ext uri="{FF2B5EF4-FFF2-40B4-BE49-F238E27FC236}">
                  <a16:creationId xmlns:a16="http://schemas.microsoft.com/office/drawing/2014/main" id="{7441543F-7D0D-4ACB-8638-9EF768C2AD25}"/>
                </a:ext>
              </a:extLst>
            </p:cNvPr>
            <p:cNvSpPr>
              <a:spLocks noEditPoints="1"/>
            </p:cNvSpPr>
            <p:nvPr userDrawn="1"/>
          </p:nvSpPr>
          <p:spPr bwMode="auto">
            <a:xfrm>
              <a:off x="813053" y="5921396"/>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1"/>
                    <a:pt x="6" y="10"/>
                    <a:pt x="6" y="9"/>
                  </a:cubicBezTo>
                  <a:cubicBezTo>
                    <a:pt x="4" y="8"/>
                    <a:pt x="4" y="8"/>
                    <a:pt x="4" y="8"/>
                  </a:cubicBezTo>
                  <a:cubicBezTo>
                    <a:pt x="6" y="9"/>
                    <a:pt x="6" y="9"/>
                    <a:pt x="6"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9"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7" name="Freeform 1233">
              <a:extLst>
                <a:ext uri="{FF2B5EF4-FFF2-40B4-BE49-F238E27FC236}">
                  <a16:creationId xmlns:a16="http://schemas.microsoft.com/office/drawing/2014/main" id="{D7F41382-E818-40E9-897D-E1824327C4FE}"/>
                </a:ext>
              </a:extLst>
            </p:cNvPr>
            <p:cNvSpPr>
              <a:spLocks noEditPoints="1"/>
            </p:cNvSpPr>
            <p:nvPr userDrawn="1"/>
          </p:nvSpPr>
          <p:spPr bwMode="auto">
            <a:xfrm>
              <a:off x="794990" y="5945479"/>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8" name="Freeform 1234">
              <a:extLst>
                <a:ext uri="{FF2B5EF4-FFF2-40B4-BE49-F238E27FC236}">
                  <a16:creationId xmlns:a16="http://schemas.microsoft.com/office/drawing/2014/main" id="{41254B1A-B90E-4962-A050-47FFBEACCABD}"/>
                </a:ext>
              </a:extLst>
            </p:cNvPr>
            <p:cNvSpPr>
              <a:spLocks noEditPoints="1"/>
            </p:cNvSpPr>
            <p:nvPr userDrawn="1"/>
          </p:nvSpPr>
          <p:spPr bwMode="auto">
            <a:xfrm>
              <a:off x="770907" y="5949492"/>
              <a:ext cx="22077" cy="22077"/>
            </a:xfrm>
            <a:custGeom>
              <a:avLst/>
              <a:gdLst>
                <a:gd name="T0" fmla="*/ 6 w 15"/>
                <a:gd name="T1" fmla="*/ 7 h 15"/>
                <a:gd name="T2" fmla="*/ 8 w 15"/>
                <a:gd name="T3" fmla="*/ 6 h 15"/>
                <a:gd name="T4" fmla="*/ 8 w 15"/>
                <a:gd name="T5" fmla="*/ 6 h 15"/>
                <a:gd name="T6" fmla="*/ 9 w 15"/>
                <a:gd name="T7" fmla="*/ 8 h 15"/>
                <a:gd name="T8" fmla="*/ 9 w 15"/>
                <a:gd name="T9" fmla="*/ 8 h 15"/>
                <a:gd name="T10" fmla="*/ 8 w 15"/>
                <a:gd name="T11" fmla="*/ 9 h 15"/>
                <a:gd name="T12" fmla="*/ 7 w 15"/>
                <a:gd name="T13" fmla="*/ 9 h 15"/>
                <a:gd name="T14" fmla="*/ 6 w 15"/>
                <a:gd name="T15" fmla="*/ 8 h 15"/>
                <a:gd name="T16" fmla="*/ 6 w 15"/>
                <a:gd name="T17" fmla="*/ 7 h 15"/>
                <a:gd name="T18" fmla="*/ 6 w 15"/>
                <a:gd name="T19" fmla="*/ 7 h 15"/>
                <a:gd name="T20" fmla="*/ 8 w 15"/>
                <a:gd name="T21" fmla="*/ 0 h 15"/>
                <a:gd name="T22" fmla="*/ 1 w 15"/>
                <a:gd name="T23" fmla="*/ 4 h 15"/>
                <a:gd name="T24" fmla="*/ 4 w 15"/>
                <a:gd name="T25" fmla="*/ 6 h 15"/>
                <a:gd name="T26" fmla="*/ 1 w 15"/>
                <a:gd name="T27" fmla="*/ 4 h 15"/>
                <a:gd name="T28" fmla="*/ 0 w 15"/>
                <a:gd name="T29" fmla="*/ 8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8 h 15"/>
                <a:gd name="T42" fmla="*/ 11 w 15"/>
                <a:gd name="T43" fmla="*/ 1 h 15"/>
                <a:gd name="T44" fmla="*/ 8 w 15"/>
                <a:gd name="T45" fmla="*/ 0 h 15"/>
                <a:gd name="T46" fmla="*/ 8 w 15"/>
                <a:gd name="T47" fmla="*/ 0 h 15"/>
                <a:gd name="T48" fmla="*/ 8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6" y="7"/>
                  </a:moveTo>
                  <a:cubicBezTo>
                    <a:pt x="7" y="6"/>
                    <a:pt x="7" y="6"/>
                    <a:pt x="8" y="6"/>
                  </a:cubicBezTo>
                  <a:cubicBezTo>
                    <a:pt x="8" y="6"/>
                    <a:pt x="8" y="6"/>
                    <a:pt x="8" y="6"/>
                  </a:cubicBezTo>
                  <a:cubicBezTo>
                    <a:pt x="9" y="6"/>
                    <a:pt x="9" y="7"/>
                    <a:pt x="9" y="8"/>
                  </a:cubicBezTo>
                  <a:cubicBezTo>
                    <a:pt x="9" y="8"/>
                    <a:pt x="9" y="8"/>
                    <a:pt x="9" y="8"/>
                  </a:cubicBezTo>
                  <a:cubicBezTo>
                    <a:pt x="9" y="9"/>
                    <a:pt x="8" y="9"/>
                    <a:pt x="8" y="9"/>
                  </a:cubicBezTo>
                  <a:cubicBezTo>
                    <a:pt x="7" y="9"/>
                    <a:pt x="7" y="9"/>
                    <a:pt x="7" y="9"/>
                  </a:cubicBezTo>
                  <a:cubicBezTo>
                    <a:pt x="6" y="9"/>
                    <a:pt x="6" y="8"/>
                    <a:pt x="6" y="8"/>
                  </a:cubicBezTo>
                  <a:cubicBezTo>
                    <a:pt x="6" y="7"/>
                    <a:pt x="6" y="7"/>
                    <a:pt x="6" y="7"/>
                  </a:cubicBezTo>
                  <a:cubicBezTo>
                    <a:pt x="6" y="7"/>
                    <a:pt x="6" y="7"/>
                    <a:pt x="6" y="7"/>
                  </a:cubicBezTo>
                  <a:moveTo>
                    <a:pt x="8" y="0"/>
                  </a:moveTo>
                  <a:cubicBezTo>
                    <a:pt x="5" y="0"/>
                    <a:pt x="2" y="1"/>
                    <a:pt x="1" y="4"/>
                  </a:cubicBezTo>
                  <a:cubicBezTo>
                    <a:pt x="4" y="6"/>
                    <a:pt x="4" y="6"/>
                    <a:pt x="4" y="6"/>
                  </a:cubicBezTo>
                  <a:cubicBezTo>
                    <a:pt x="1" y="4"/>
                    <a:pt x="1" y="4"/>
                    <a:pt x="1" y="4"/>
                  </a:cubicBezTo>
                  <a:cubicBezTo>
                    <a:pt x="0" y="5"/>
                    <a:pt x="0" y="6"/>
                    <a:pt x="0" y="8"/>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9" name="Freeform 1235">
              <a:extLst>
                <a:ext uri="{FF2B5EF4-FFF2-40B4-BE49-F238E27FC236}">
                  <a16:creationId xmlns:a16="http://schemas.microsoft.com/office/drawing/2014/main" id="{83672528-7D25-4607-B622-A56DD56CA281}"/>
                </a:ext>
              </a:extLst>
            </p:cNvPr>
            <p:cNvSpPr>
              <a:spLocks noEditPoints="1"/>
            </p:cNvSpPr>
            <p:nvPr userDrawn="1"/>
          </p:nvSpPr>
          <p:spPr bwMode="auto">
            <a:xfrm>
              <a:off x="1858654" y="5373509"/>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0" name="Freeform 1236">
              <a:extLst>
                <a:ext uri="{FF2B5EF4-FFF2-40B4-BE49-F238E27FC236}">
                  <a16:creationId xmlns:a16="http://schemas.microsoft.com/office/drawing/2014/main" id="{3FDC2577-FCAC-4134-9118-A1CC700A7A24}"/>
                </a:ext>
              </a:extLst>
            </p:cNvPr>
            <p:cNvSpPr>
              <a:spLocks noEditPoints="1"/>
            </p:cNvSpPr>
            <p:nvPr userDrawn="1"/>
          </p:nvSpPr>
          <p:spPr bwMode="auto">
            <a:xfrm>
              <a:off x="1842598" y="5481882"/>
              <a:ext cx="34118" cy="32111"/>
            </a:xfrm>
            <a:custGeom>
              <a:avLst/>
              <a:gdLst>
                <a:gd name="T0" fmla="*/ 11 w 22"/>
                <a:gd name="T1" fmla="*/ 15 h 21"/>
                <a:gd name="T2" fmla="*/ 8 w 22"/>
                <a:gd name="T3" fmla="*/ 14 h 21"/>
                <a:gd name="T4" fmla="*/ 6 w 22"/>
                <a:gd name="T5" fmla="*/ 10 h 21"/>
                <a:gd name="T6" fmla="*/ 7 w 22"/>
                <a:gd name="T7" fmla="*/ 7 h 21"/>
                <a:gd name="T8" fmla="*/ 5 w 22"/>
                <a:gd name="T9" fmla="*/ 6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6"/>
                    <a:pt x="5" y="6"/>
                    <a:pt x="5" y="6"/>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1" name="Freeform 1237">
              <a:extLst>
                <a:ext uri="{FF2B5EF4-FFF2-40B4-BE49-F238E27FC236}">
                  <a16:creationId xmlns:a16="http://schemas.microsoft.com/office/drawing/2014/main" id="{57A16303-0118-48E0-B25A-823F222E30CF}"/>
                </a:ext>
              </a:extLst>
            </p:cNvPr>
            <p:cNvSpPr>
              <a:spLocks noEditPoints="1"/>
            </p:cNvSpPr>
            <p:nvPr userDrawn="1"/>
          </p:nvSpPr>
          <p:spPr bwMode="auto">
            <a:xfrm>
              <a:off x="1822529" y="5501952"/>
              <a:ext cx="26091" cy="26090"/>
            </a:xfrm>
            <a:custGeom>
              <a:avLst/>
              <a:gdLst>
                <a:gd name="T0" fmla="*/ 7 w 17"/>
                <a:gd name="T1" fmla="*/ 7 h 17"/>
                <a:gd name="T2" fmla="*/ 9 w 17"/>
                <a:gd name="T3" fmla="*/ 6 h 17"/>
                <a:gd name="T4" fmla="*/ 10 w 17"/>
                <a:gd name="T5" fmla="*/ 7 h 17"/>
                <a:gd name="T6" fmla="*/ 10 w 17"/>
                <a:gd name="T7" fmla="*/ 7 h 17"/>
                <a:gd name="T8" fmla="*/ 10 w 17"/>
                <a:gd name="T9" fmla="*/ 7 h 17"/>
                <a:gd name="T10" fmla="*/ 11 w 17"/>
                <a:gd name="T11" fmla="*/ 8 h 17"/>
                <a:gd name="T12" fmla="*/ 11 w 17"/>
                <a:gd name="T13" fmla="*/ 10 h 17"/>
                <a:gd name="T14" fmla="*/ 9 w 17"/>
                <a:gd name="T15" fmla="*/ 11 h 17"/>
                <a:gd name="T16" fmla="*/ 7 w 17"/>
                <a:gd name="T17" fmla="*/ 10 h 17"/>
                <a:gd name="T18" fmla="*/ 6 w 17"/>
                <a:gd name="T19" fmla="*/ 8 h 17"/>
                <a:gd name="T20" fmla="*/ 7 w 17"/>
                <a:gd name="T21" fmla="*/ 7 h 17"/>
                <a:gd name="T22" fmla="*/ 7 w 17"/>
                <a:gd name="T23" fmla="*/ 7 h 17"/>
                <a:gd name="T24" fmla="*/ 9 w 17"/>
                <a:gd name="T25" fmla="*/ 0 h 17"/>
                <a:gd name="T26" fmla="*/ 2 w 17"/>
                <a:gd name="T27" fmla="*/ 3 h 17"/>
                <a:gd name="T28" fmla="*/ 2 w 17"/>
                <a:gd name="T29" fmla="*/ 3 h 17"/>
                <a:gd name="T30" fmla="*/ 0 w 17"/>
                <a:gd name="T31" fmla="*/ 8 h 17"/>
                <a:gd name="T32" fmla="*/ 4 w 17"/>
                <a:gd name="T33" fmla="*/ 15 h 17"/>
                <a:gd name="T34" fmla="*/ 9 w 17"/>
                <a:gd name="T35" fmla="*/ 17 h 17"/>
                <a:gd name="T36" fmla="*/ 9 w 17"/>
                <a:gd name="T37" fmla="*/ 17 h 17"/>
                <a:gd name="T38" fmla="*/ 15 w 17"/>
                <a:gd name="T39" fmla="*/ 13 h 17"/>
                <a:gd name="T40" fmla="*/ 17 w 17"/>
                <a:gd name="T41" fmla="*/ 8 h 17"/>
                <a:gd name="T42" fmla="*/ 14 w 17"/>
                <a:gd name="T43" fmla="*/ 2 h 17"/>
                <a:gd name="T44" fmla="*/ 14 w 17"/>
                <a:gd name="T45" fmla="*/ 2 h 17"/>
                <a:gd name="T46" fmla="*/ 9 w 17"/>
                <a:gd name="T47" fmla="*/ 0 h 17"/>
                <a:gd name="T48" fmla="*/ 9 w 17"/>
                <a:gd name="T49" fmla="*/ 0 h 17"/>
                <a:gd name="T50" fmla="*/ 9 w 17"/>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7">
                  <a:moveTo>
                    <a:pt x="7" y="7"/>
                  </a:moveTo>
                  <a:cubicBezTo>
                    <a:pt x="7" y="6"/>
                    <a:pt x="8" y="6"/>
                    <a:pt x="9" y="6"/>
                  </a:cubicBezTo>
                  <a:cubicBezTo>
                    <a:pt x="9" y="6"/>
                    <a:pt x="10" y="6"/>
                    <a:pt x="10" y="7"/>
                  </a:cubicBezTo>
                  <a:cubicBezTo>
                    <a:pt x="10" y="7"/>
                    <a:pt x="10" y="7"/>
                    <a:pt x="10" y="7"/>
                  </a:cubicBezTo>
                  <a:cubicBezTo>
                    <a:pt x="10" y="7"/>
                    <a:pt x="10" y="7"/>
                    <a:pt x="10" y="7"/>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2" name="Freeform 1238">
              <a:extLst>
                <a:ext uri="{FF2B5EF4-FFF2-40B4-BE49-F238E27FC236}">
                  <a16:creationId xmlns:a16="http://schemas.microsoft.com/office/drawing/2014/main" id="{3A94BD59-5138-4B2E-AECF-11494161BF77}"/>
                </a:ext>
              </a:extLst>
            </p:cNvPr>
            <p:cNvSpPr>
              <a:spLocks noEditPoints="1"/>
            </p:cNvSpPr>
            <p:nvPr userDrawn="1"/>
          </p:nvSpPr>
          <p:spPr bwMode="auto">
            <a:xfrm>
              <a:off x="1800454" y="5499944"/>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8 w 15"/>
                <a:gd name="T21" fmla="*/ 8 h 14"/>
                <a:gd name="T22" fmla="*/ 7 w 15"/>
                <a:gd name="T23" fmla="*/ 8 h 14"/>
                <a:gd name="T24" fmla="*/ 7 w 15"/>
                <a:gd name="T25" fmla="*/ 0 h 14"/>
                <a:gd name="T26" fmla="*/ 1 w 15"/>
                <a:gd name="T27" fmla="*/ 3 h 14"/>
                <a:gd name="T28" fmla="*/ 1 w 15"/>
                <a:gd name="T29" fmla="*/ 3 h 14"/>
                <a:gd name="T30" fmla="*/ 0 w 15"/>
                <a:gd name="T31" fmla="*/ 7 h 14"/>
                <a:gd name="T32" fmla="*/ 3 w 15"/>
                <a:gd name="T33" fmla="*/ 13 h 14"/>
                <a:gd name="T34" fmla="*/ 7 w 15"/>
                <a:gd name="T35" fmla="*/ 14 h 14"/>
                <a:gd name="T36" fmla="*/ 7 w 15"/>
                <a:gd name="T37" fmla="*/ 14 h 14"/>
                <a:gd name="T38" fmla="*/ 13 w 15"/>
                <a:gd name="T39" fmla="*/ 11 h 14"/>
                <a:gd name="T40" fmla="*/ 13 w 15"/>
                <a:gd name="T41" fmla="*/ 11 h 14"/>
                <a:gd name="T42" fmla="*/ 15 w 15"/>
                <a:gd name="T43" fmla="*/ 7 h 14"/>
                <a:gd name="T44" fmla="*/ 12 w 15"/>
                <a:gd name="T45" fmla="*/ 1 h 14"/>
                <a:gd name="T46" fmla="*/ 7 w 15"/>
                <a:gd name="T47" fmla="*/ 0 h 14"/>
                <a:gd name="T48" fmla="*/ 7 w 15"/>
                <a:gd name="T49" fmla="*/ 0 h 14"/>
                <a:gd name="T50" fmla="*/ 7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8" y="8"/>
                  </a:cubicBezTo>
                  <a:cubicBezTo>
                    <a:pt x="8" y="8"/>
                    <a:pt x="8" y="8"/>
                    <a:pt x="7" y="8"/>
                  </a:cubicBezTo>
                  <a:moveTo>
                    <a:pt x="7" y="0"/>
                  </a:moveTo>
                  <a:cubicBezTo>
                    <a:pt x="5" y="0"/>
                    <a:pt x="3" y="1"/>
                    <a:pt x="1" y="3"/>
                  </a:cubicBezTo>
                  <a:cubicBezTo>
                    <a:pt x="1" y="3"/>
                    <a:pt x="1" y="3"/>
                    <a:pt x="1" y="3"/>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3"/>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3" name="Freeform 1239">
              <a:extLst>
                <a:ext uri="{FF2B5EF4-FFF2-40B4-BE49-F238E27FC236}">
                  <a16:creationId xmlns:a16="http://schemas.microsoft.com/office/drawing/2014/main" id="{EAE509EF-0E51-4CC6-B8B1-B8EA85A4915A}"/>
                </a:ext>
              </a:extLst>
            </p:cNvPr>
            <p:cNvSpPr>
              <a:spLocks noEditPoints="1"/>
            </p:cNvSpPr>
            <p:nvPr userDrawn="1"/>
          </p:nvSpPr>
          <p:spPr bwMode="auto">
            <a:xfrm>
              <a:off x="696652" y="3960642"/>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74 w 241"/>
                <a:gd name="T11" fmla="*/ 8 h 203"/>
                <a:gd name="T12" fmla="*/ 191 w 241"/>
                <a:gd name="T13" fmla="*/ 9 h 203"/>
                <a:gd name="T14" fmla="*/ 201 w 241"/>
                <a:gd name="T15" fmla="*/ 17 h 203"/>
                <a:gd name="T16" fmla="*/ 198 w 241"/>
                <a:gd name="T17" fmla="*/ 48 h 203"/>
                <a:gd name="T18" fmla="*/ 209 w 241"/>
                <a:gd name="T19" fmla="*/ 60 h 203"/>
                <a:gd name="T20" fmla="*/ 219 w 241"/>
                <a:gd name="T21" fmla="*/ 60 h 203"/>
                <a:gd name="T22" fmla="*/ 235 w 241"/>
                <a:gd name="T23" fmla="*/ 81 h 203"/>
                <a:gd name="T24" fmla="*/ 202 w 241"/>
                <a:gd name="T25" fmla="*/ 108 h 203"/>
                <a:gd name="T26" fmla="*/ 206 w 241"/>
                <a:gd name="T27" fmla="*/ 173 h 203"/>
                <a:gd name="T28" fmla="*/ 179 w 241"/>
                <a:gd name="T29" fmla="*/ 139 h 203"/>
                <a:gd name="T30" fmla="*/ 159 w 241"/>
                <a:gd name="T31" fmla="*/ 155 h 203"/>
                <a:gd name="T32" fmla="*/ 154 w 241"/>
                <a:gd name="T33" fmla="*/ 155 h 203"/>
                <a:gd name="T34" fmla="*/ 126 w 241"/>
                <a:gd name="T35" fmla="*/ 141 h 203"/>
                <a:gd name="T36" fmla="*/ 128 w 241"/>
                <a:gd name="T37" fmla="*/ 152 h 203"/>
                <a:gd name="T38" fmla="*/ 78 w 241"/>
                <a:gd name="T39" fmla="*/ 171 h 203"/>
                <a:gd name="T40" fmla="*/ 59 w 241"/>
                <a:gd name="T41" fmla="*/ 164 h 203"/>
                <a:gd name="T42" fmla="*/ 59 w 241"/>
                <a:gd name="T43" fmla="*/ 143 h 203"/>
                <a:gd name="T44" fmla="*/ 29 w 241"/>
                <a:gd name="T45" fmla="*/ 119 h 203"/>
                <a:gd name="T46" fmla="*/ 9 w 241"/>
                <a:gd name="T47" fmla="*/ 91 h 203"/>
                <a:gd name="T48" fmla="*/ 27 w 241"/>
                <a:gd name="T49" fmla="*/ 81 h 203"/>
                <a:gd name="T50" fmla="*/ 24 w 241"/>
                <a:gd name="T51" fmla="*/ 66 h 203"/>
                <a:gd name="T52" fmla="*/ 34 w 241"/>
                <a:gd name="T53" fmla="*/ 15 h 203"/>
                <a:gd name="T54" fmla="*/ 68 w 241"/>
                <a:gd name="T55" fmla="*/ 22 h 203"/>
                <a:gd name="T56" fmla="*/ 81 w 241"/>
                <a:gd name="T57" fmla="*/ 11 h 203"/>
                <a:gd name="T58" fmla="*/ 106 w 241"/>
                <a:gd name="T59" fmla="*/ 6 h 203"/>
                <a:gd name="T60" fmla="*/ 79 w 241"/>
                <a:gd name="T61" fmla="*/ 4 h 203"/>
                <a:gd name="T62" fmla="*/ 76 w 241"/>
                <a:gd name="T63" fmla="*/ 6 h 203"/>
                <a:gd name="T64" fmla="*/ 68 w 241"/>
                <a:gd name="T65" fmla="*/ 16 h 203"/>
                <a:gd name="T66" fmla="*/ 41 w 241"/>
                <a:gd name="T67" fmla="*/ 5 h 203"/>
                <a:gd name="T68" fmla="*/ 30 w 241"/>
                <a:gd name="T69" fmla="*/ 11 h 203"/>
                <a:gd name="T70" fmla="*/ 18 w 241"/>
                <a:gd name="T71" fmla="*/ 67 h 203"/>
                <a:gd name="T72" fmla="*/ 22 w 241"/>
                <a:gd name="T73" fmla="*/ 78 h 203"/>
                <a:gd name="T74" fmla="*/ 2 w 241"/>
                <a:gd name="T75" fmla="*/ 90 h 203"/>
                <a:gd name="T76" fmla="*/ 15 w 241"/>
                <a:gd name="T77" fmla="*/ 127 h 203"/>
                <a:gd name="T78" fmla="*/ 19 w 241"/>
                <a:gd name="T79" fmla="*/ 126 h 203"/>
                <a:gd name="T80" fmla="*/ 29 w 241"/>
                <a:gd name="T81" fmla="*/ 125 h 203"/>
                <a:gd name="T82" fmla="*/ 51 w 241"/>
                <a:gd name="T83" fmla="*/ 134 h 203"/>
                <a:gd name="T84" fmla="*/ 51 w 241"/>
                <a:gd name="T85" fmla="*/ 158 h 203"/>
                <a:gd name="T86" fmla="*/ 78 w 241"/>
                <a:gd name="T87" fmla="*/ 177 h 203"/>
                <a:gd name="T88" fmla="*/ 133 w 241"/>
                <a:gd name="T89" fmla="*/ 156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8"/>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10"/>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10"/>
                    <a:pt x="192" y="10"/>
                    <a:pt x="192" y="10"/>
                  </a:cubicBezTo>
                  <a:cubicBezTo>
                    <a:pt x="193" y="11"/>
                    <a:pt x="195" y="12"/>
                    <a:pt x="196" y="12"/>
                  </a:cubicBezTo>
                  <a:cubicBezTo>
                    <a:pt x="198" y="14"/>
                    <a:pt x="200" y="15"/>
                    <a:pt x="201" y="17"/>
                  </a:cubicBezTo>
                  <a:cubicBezTo>
                    <a:pt x="203" y="18"/>
                    <a:pt x="204" y="21"/>
                    <a:pt x="204" y="24"/>
                  </a:cubicBezTo>
                  <a:cubicBezTo>
                    <a:pt x="204" y="27"/>
                    <a:pt x="203" y="32"/>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9"/>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6"/>
                    <a:pt x="177" y="148"/>
                  </a:cubicBezTo>
                  <a:cubicBezTo>
                    <a:pt x="175" y="151"/>
                    <a:pt x="172" y="152"/>
                    <a:pt x="169" y="154"/>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9"/>
                    <a:pt x="129" y="149"/>
                    <a:pt x="129" y="150"/>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1"/>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6"/>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7"/>
                    <a:pt x="125" y="164"/>
                    <a:pt x="129" y="161"/>
                  </a:cubicBezTo>
                  <a:cubicBezTo>
                    <a:pt x="130" y="159"/>
                    <a:pt x="132" y="157"/>
                    <a:pt x="133" y="156"/>
                  </a:cubicBezTo>
                  <a:cubicBezTo>
                    <a:pt x="134" y="154"/>
                    <a:pt x="134" y="153"/>
                    <a:pt x="134" y="151"/>
                  </a:cubicBezTo>
                  <a:cubicBezTo>
                    <a:pt x="136" y="152"/>
                    <a:pt x="139" y="153"/>
                    <a:pt x="142" y="155"/>
                  </a:cubicBezTo>
                  <a:cubicBezTo>
                    <a:pt x="145" y="156"/>
                    <a:pt x="149" y="158"/>
                    <a:pt x="151" y="160"/>
                  </a:cubicBezTo>
                  <a:cubicBezTo>
                    <a:pt x="152" y="161"/>
                    <a:pt x="152" y="161"/>
                    <a:pt x="152" y="161"/>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8"/>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1"/>
                    <a:pt x="209" y="17"/>
                    <a:pt x="207" y="15"/>
                  </a:cubicBezTo>
                  <a:cubicBezTo>
                    <a:pt x="205" y="11"/>
                    <a:pt x="202" y="9"/>
                    <a:pt x="200" y="8"/>
                  </a:cubicBezTo>
                  <a:cubicBezTo>
                    <a:pt x="198" y="7"/>
                    <a:pt x="197" y="6"/>
                    <a:pt x="196" y="6"/>
                  </a:cubicBezTo>
                  <a:cubicBezTo>
                    <a:pt x="196" y="6"/>
                    <a:pt x="196" y="5"/>
                    <a:pt x="195" y="5"/>
                  </a:cubicBezTo>
                  <a:cubicBezTo>
                    <a:pt x="195" y="5"/>
                    <a:pt x="195" y="5"/>
                    <a:pt x="195" y="5"/>
                  </a:cubicBezTo>
                  <a:cubicBezTo>
                    <a:pt x="195" y="4"/>
                    <a:pt x="194" y="4"/>
                    <a:pt x="193" y="4"/>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4" name="Freeform 1240">
              <a:extLst>
                <a:ext uri="{FF2B5EF4-FFF2-40B4-BE49-F238E27FC236}">
                  <a16:creationId xmlns:a16="http://schemas.microsoft.com/office/drawing/2014/main" id="{165FF79A-AD7A-448B-A3FB-98F0B61C5725}"/>
                </a:ext>
              </a:extLst>
            </p:cNvPr>
            <p:cNvSpPr>
              <a:spLocks/>
            </p:cNvSpPr>
            <p:nvPr userDrawn="1"/>
          </p:nvSpPr>
          <p:spPr bwMode="auto">
            <a:xfrm>
              <a:off x="724749" y="4149292"/>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5" name="Freeform 1241">
              <a:extLst>
                <a:ext uri="{FF2B5EF4-FFF2-40B4-BE49-F238E27FC236}">
                  <a16:creationId xmlns:a16="http://schemas.microsoft.com/office/drawing/2014/main" id="{15C0C37D-DCF9-4966-8CBB-4A6CD2B3139A}"/>
                </a:ext>
              </a:extLst>
            </p:cNvPr>
            <p:cNvSpPr>
              <a:spLocks/>
            </p:cNvSpPr>
            <p:nvPr userDrawn="1"/>
          </p:nvSpPr>
          <p:spPr bwMode="auto">
            <a:xfrm>
              <a:off x="1017758" y="4265693"/>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6" name="Freeform 1242">
              <a:extLst>
                <a:ext uri="{FF2B5EF4-FFF2-40B4-BE49-F238E27FC236}">
                  <a16:creationId xmlns:a16="http://schemas.microsoft.com/office/drawing/2014/main" id="{CA93DA90-78A2-4641-BFCB-00A1219655C5}"/>
                </a:ext>
              </a:extLst>
            </p:cNvPr>
            <p:cNvSpPr>
              <a:spLocks noEditPoints="1"/>
            </p:cNvSpPr>
            <p:nvPr userDrawn="1"/>
          </p:nvSpPr>
          <p:spPr bwMode="auto">
            <a:xfrm>
              <a:off x="331394" y="5780912"/>
              <a:ext cx="361244" cy="315086"/>
            </a:xfrm>
            <a:custGeom>
              <a:avLst/>
              <a:gdLst>
                <a:gd name="T0" fmla="*/ 211 w 240"/>
                <a:gd name="T1" fmla="*/ 191 h 209"/>
                <a:gd name="T2" fmla="*/ 105 w 240"/>
                <a:gd name="T3" fmla="*/ 6 h 209"/>
                <a:gd name="T4" fmla="*/ 113 w 240"/>
                <a:gd name="T5" fmla="*/ 7 h 209"/>
                <a:gd name="T6" fmla="*/ 120 w 240"/>
                <a:gd name="T7" fmla="*/ 12 h 209"/>
                <a:gd name="T8" fmla="*/ 126 w 240"/>
                <a:gd name="T9" fmla="*/ 9 h 209"/>
                <a:gd name="T10" fmla="*/ 186 w 240"/>
                <a:gd name="T11" fmla="*/ 8 h 209"/>
                <a:gd name="T12" fmla="*/ 192 w 240"/>
                <a:gd name="T13" fmla="*/ 10 h 209"/>
                <a:gd name="T14" fmla="*/ 204 w 240"/>
                <a:gd name="T15" fmla="*/ 24 h 209"/>
                <a:gd name="T16" fmla="*/ 200 w 240"/>
                <a:gd name="T17" fmla="*/ 54 h 209"/>
                <a:gd name="T18" fmla="*/ 215 w 240"/>
                <a:gd name="T19" fmla="*/ 59 h 209"/>
                <a:gd name="T20" fmla="*/ 225 w 240"/>
                <a:gd name="T21" fmla="*/ 60 h 209"/>
                <a:gd name="T22" fmla="*/ 231 w 240"/>
                <a:gd name="T23" fmla="*/ 91 h 209"/>
                <a:gd name="T24" fmla="*/ 198 w 240"/>
                <a:gd name="T25" fmla="*/ 119 h 209"/>
                <a:gd name="T26" fmla="*/ 182 w 240"/>
                <a:gd name="T27" fmla="*/ 124 h 209"/>
                <a:gd name="T28" fmla="*/ 177 w 240"/>
                <a:gd name="T29" fmla="*/ 147 h 209"/>
                <a:gd name="T30" fmla="*/ 158 w 240"/>
                <a:gd name="T31" fmla="*/ 154 h 209"/>
                <a:gd name="T32" fmla="*/ 140 w 240"/>
                <a:gd name="T33" fmla="*/ 147 h 209"/>
                <a:gd name="T34" fmla="*/ 128 w 240"/>
                <a:gd name="T35" fmla="*/ 147 h 209"/>
                <a:gd name="T36" fmla="*/ 121 w 240"/>
                <a:gd name="T37" fmla="*/ 158 h 209"/>
                <a:gd name="T38" fmla="*/ 78 w 240"/>
                <a:gd name="T39" fmla="*/ 170 h 209"/>
                <a:gd name="T40" fmla="*/ 57 w 240"/>
                <a:gd name="T41" fmla="*/ 157 h 209"/>
                <a:gd name="T42" fmla="*/ 56 w 240"/>
                <a:gd name="T43" fmla="*/ 130 h 209"/>
                <a:gd name="T44" fmla="*/ 17 w 240"/>
                <a:gd name="T45" fmla="*/ 119 h 209"/>
                <a:gd name="T46" fmla="*/ 19 w 240"/>
                <a:gd name="T47" fmla="*/ 85 h 209"/>
                <a:gd name="T48" fmla="*/ 28 w 240"/>
                <a:gd name="T49" fmla="*/ 77 h 209"/>
                <a:gd name="T50" fmla="*/ 23 w 240"/>
                <a:gd name="T51" fmla="*/ 54 h 209"/>
                <a:gd name="T52" fmla="*/ 41 w 240"/>
                <a:gd name="T53" fmla="*/ 10 h 209"/>
                <a:gd name="T54" fmla="*/ 68 w 240"/>
                <a:gd name="T55" fmla="*/ 21 h 209"/>
                <a:gd name="T56" fmla="*/ 82 w 240"/>
                <a:gd name="T57" fmla="*/ 9 h 209"/>
                <a:gd name="T58" fmla="*/ 105 w 240"/>
                <a:gd name="T59" fmla="*/ 6 h 209"/>
                <a:gd name="T60" fmla="*/ 76 w 240"/>
                <a:gd name="T61" fmla="*/ 4 h 209"/>
                <a:gd name="T62" fmla="*/ 74 w 240"/>
                <a:gd name="T63" fmla="*/ 11 h 209"/>
                <a:gd name="T64" fmla="*/ 67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4 w 240"/>
                <a:gd name="T97" fmla="*/ 123 h 209"/>
                <a:gd name="T98" fmla="*/ 204 w 240"/>
                <a:gd name="T99" fmla="*/ 119 h 209"/>
                <a:gd name="T100" fmla="*/ 236 w 240"/>
                <a:gd name="T101" fmla="*/ 94 h 209"/>
                <a:gd name="T102" fmla="*/ 233 w 240"/>
                <a:gd name="T103" fmla="*/ 58 h 209"/>
                <a:gd name="T104" fmla="*/ 215 w 240"/>
                <a:gd name="T105" fmla="*/ 53 h 209"/>
                <a:gd name="T106" fmla="*/ 205 w 240"/>
                <a:gd name="T107" fmla="*/ 51 h 209"/>
                <a:gd name="T108" fmla="*/ 210 w 240"/>
                <a:gd name="T109" fmla="*/ 24 h 209"/>
                <a:gd name="T110" fmla="*/ 196 w 240"/>
                <a:gd name="T111" fmla="*/ 5 h 209"/>
                <a:gd name="T112" fmla="*/ 193 w 240"/>
                <a:gd name="T113" fmla="*/ 3 h 209"/>
                <a:gd name="T114" fmla="*/ 124 w 240"/>
                <a:gd name="T115" fmla="*/ 3 h 209"/>
                <a:gd name="T116" fmla="*/ 122 w 240"/>
                <a:gd name="T117" fmla="*/ 4 h 209"/>
                <a:gd name="T118" fmla="*/ 120 w 240"/>
                <a:gd name="T119" fmla="*/ 6 h 209"/>
                <a:gd name="T120" fmla="*/ 112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1"/>
                  </a:moveTo>
                  <a:cubicBezTo>
                    <a:pt x="214" y="189"/>
                    <a:pt x="214" y="189"/>
                    <a:pt x="214" y="189"/>
                  </a:cubicBezTo>
                  <a:cubicBezTo>
                    <a:pt x="211" y="191"/>
                    <a:pt x="211" y="191"/>
                    <a:pt x="211" y="191"/>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5"/>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9"/>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5"/>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5"/>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9"/>
                    <a:pt x="82" y="8"/>
                    <a:pt x="82" y="8"/>
                  </a:cubicBezTo>
                  <a:cubicBezTo>
                    <a:pt x="87" y="8"/>
                    <a:pt x="98" y="6"/>
                    <a:pt x="105" y="6"/>
                  </a:cubicBezTo>
                  <a:cubicBezTo>
                    <a:pt x="105" y="6"/>
                    <a:pt x="105" y="6"/>
                    <a:pt x="105" y="6"/>
                  </a:cubicBezTo>
                  <a:moveTo>
                    <a:pt x="105" y="0"/>
                  </a:moveTo>
                  <a:cubicBezTo>
                    <a:pt x="94" y="0"/>
                    <a:pt x="79" y="3"/>
                    <a:pt x="78" y="3"/>
                  </a:cubicBezTo>
                  <a:cubicBezTo>
                    <a:pt x="76" y="4"/>
                    <a:pt x="76" y="4"/>
                    <a:pt x="76" y="4"/>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8" y="124"/>
                  </a:cubicBezTo>
                  <a:cubicBezTo>
                    <a:pt x="28" y="124"/>
                    <a:pt x="28"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6"/>
                    <a:pt x="73" y="176"/>
                    <a:pt x="78" y="176"/>
                  </a:cubicBezTo>
                  <a:cubicBezTo>
                    <a:pt x="90" y="176"/>
                    <a:pt x="104" y="173"/>
                    <a:pt x="115" y="168"/>
                  </a:cubicBezTo>
                  <a:cubicBezTo>
                    <a:pt x="120" y="166"/>
                    <a:pt x="125" y="163"/>
                    <a:pt x="128" y="160"/>
                  </a:cubicBezTo>
                  <a:cubicBezTo>
                    <a:pt x="130" y="158"/>
                    <a:pt x="132" y="157"/>
                    <a:pt x="133" y="155"/>
                  </a:cubicBezTo>
                  <a:cubicBezTo>
                    <a:pt x="133" y="154"/>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5"/>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6"/>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1"/>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7" name="Freeform 1243">
              <a:extLst>
                <a:ext uri="{FF2B5EF4-FFF2-40B4-BE49-F238E27FC236}">
                  <a16:creationId xmlns:a16="http://schemas.microsoft.com/office/drawing/2014/main" id="{19A1E4D6-DDC1-44A3-AAED-91D5E616B177}"/>
                </a:ext>
              </a:extLst>
            </p:cNvPr>
            <p:cNvSpPr>
              <a:spLocks noEditPoints="1"/>
            </p:cNvSpPr>
            <p:nvPr userDrawn="1"/>
          </p:nvSpPr>
          <p:spPr bwMode="auto">
            <a:xfrm>
              <a:off x="1081979" y="4002787"/>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128 w 239"/>
                <a:gd name="T31" fmla="*/ 130 h 165"/>
                <a:gd name="T32" fmla="*/ 105 w 239"/>
                <a:gd name="T33" fmla="*/ 146 h 165"/>
                <a:gd name="T34" fmla="*/ 115 w 239"/>
                <a:gd name="T35" fmla="*/ 128 h 165"/>
                <a:gd name="T36" fmla="*/ 32 w 239"/>
                <a:gd name="T37" fmla="*/ 128 h 165"/>
                <a:gd name="T38" fmla="*/ 10 w 239"/>
                <a:gd name="T39" fmla="*/ 98 h 165"/>
                <a:gd name="T40" fmla="*/ 6 w 239"/>
                <a:gd name="T41" fmla="*/ 73 h 165"/>
                <a:gd name="T42" fmla="*/ 6 w 239"/>
                <a:gd name="T43" fmla="*/ 70 h 165"/>
                <a:gd name="T44" fmla="*/ 6 w 239"/>
                <a:gd name="T45" fmla="*/ 70 h 165"/>
                <a:gd name="T46" fmla="*/ 6 w 239"/>
                <a:gd name="T47" fmla="*/ 70 h 165"/>
                <a:gd name="T48" fmla="*/ 6 w 239"/>
                <a:gd name="T49" fmla="*/ 69 h 165"/>
                <a:gd name="T50" fmla="*/ 6 w 239"/>
                <a:gd name="T51" fmla="*/ 69 h 165"/>
                <a:gd name="T52" fmla="*/ 6 w 239"/>
                <a:gd name="T53" fmla="*/ 63 h 165"/>
                <a:gd name="T54" fmla="*/ 18 w 239"/>
                <a:gd name="T55" fmla="*/ 14 h 165"/>
                <a:gd name="T56" fmla="*/ 26 w 239"/>
                <a:gd name="T57" fmla="*/ 7 h 165"/>
                <a:gd name="T58" fmla="*/ 28 w 239"/>
                <a:gd name="T59" fmla="*/ 6 h 165"/>
                <a:gd name="T60" fmla="*/ 29 w 239"/>
                <a:gd name="T61" fmla="*/ 6 h 165"/>
                <a:gd name="T62" fmla="*/ 207 w 239"/>
                <a:gd name="T63" fmla="*/ 6 h 165"/>
                <a:gd name="T64" fmla="*/ 207 w 239"/>
                <a:gd name="T65" fmla="*/ 3 h 165"/>
                <a:gd name="T66" fmla="*/ 207 w 239"/>
                <a:gd name="T67" fmla="*/ 6 h 165"/>
                <a:gd name="T68" fmla="*/ 208 w 239"/>
                <a:gd name="T69" fmla="*/ 0 h 165"/>
                <a:gd name="T70" fmla="*/ 207 w 239"/>
                <a:gd name="T71" fmla="*/ 0 h 165"/>
                <a:gd name="T72" fmla="*/ 28 w 239"/>
                <a:gd name="T73" fmla="*/ 0 h 165"/>
                <a:gd name="T74" fmla="*/ 28 w 239"/>
                <a:gd name="T75" fmla="*/ 0 h 165"/>
                <a:gd name="T76" fmla="*/ 14 w 239"/>
                <a:gd name="T77" fmla="*/ 10 h 165"/>
                <a:gd name="T78" fmla="*/ 0 w 239"/>
                <a:gd name="T79" fmla="*/ 63 h 165"/>
                <a:gd name="T80" fmla="*/ 0 w 239"/>
                <a:gd name="T81" fmla="*/ 69 h 165"/>
                <a:gd name="T82" fmla="*/ 0 w 239"/>
                <a:gd name="T83" fmla="*/ 73 h 165"/>
                <a:gd name="T84" fmla="*/ 5 w 239"/>
                <a:gd name="T85" fmla="*/ 100 h 165"/>
                <a:gd name="T86" fmla="*/ 29 w 239"/>
                <a:gd name="T87" fmla="*/ 134 h 165"/>
                <a:gd name="T88" fmla="*/ 30 w 239"/>
                <a:gd name="T89" fmla="*/ 134 h 165"/>
                <a:gd name="T90" fmla="*/ 105 w 239"/>
                <a:gd name="T91" fmla="*/ 134 h 165"/>
                <a:gd name="T92" fmla="*/ 88 w 239"/>
                <a:gd name="T93" fmla="*/ 165 h 165"/>
                <a:gd name="T94" fmla="*/ 130 w 239"/>
                <a:gd name="T95" fmla="*/ 136 h 165"/>
                <a:gd name="T96" fmla="*/ 207 w 239"/>
                <a:gd name="T97" fmla="*/ 136 h 165"/>
                <a:gd name="T98" fmla="*/ 207 w 239"/>
                <a:gd name="T99" fmla="*/ 136 h 165"/>
                <a:gd name="T100" fmla="*/ 214 w 239"/>
                <a:gd name="T101" fmla="*/ 134 h 165"/>
                <a:gd name="T102" fmla="*/ 230 w 239"/>
                <a:gd name="T103" fmla="*/ 119 h 165"/>
                <a:gd name="T104" fmla="*/ 239 w 239"/>
                <a:gd name="T105" fmla="*/ 72 h 165"/>
                <a:gd name="T106" fmla="*/ 239 w 239"/>
                <a:gd name="T107" fmla="*/ 64 h 165"/>
                <a:gd name="T108" fmla="*/ 234 w 239"/>
                <a:gd name="T109" fmla="*/ 28 h 165"/>
                <a:gd name="T110" fmla="*/ 225 w 239"/>
                <a:gd name="T111" fmla="*/ 10 h 165"/>
                <a:gd name="T112" fmla="*/ 208 w 239"/>
                <a:gd name="T113" fmla="*/ 0 h 165"/>
                <a:gd name="T114" fmla="*/ 208 w 239"/>
                <a:gd name="T11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8"/>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5"/>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8" name="Freeform 1244">
              <a:extLst>
                <a:ext uri="{FF2B5EF4-FFF2-40B4-BE49-F238E27FC236}">
                  <a16:creationId xmlns:a16="http://schemas.microsoft.com/office/drawing/2014/main" id="{934BCACF-5337-4CB0-B96F-968D04BF95FD}"/>
                </a:ext>
              </a:extLst>
            </p:cNvPr>
            <p:cNvSpPr>
              <a:spLocks noEditPoints="1"/>
            </p:cNvSpPr>
            <p:nvPr userDrawn="1"/>
          </p:nvSpPr>
          <p:spPr bwMode="auto">
            <a:xfrm>
              <a:off x="2322251" y="3966663"/>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30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30"/>
                    <a:pt x="113" y="130"/>
                    <a:pt x="113" y="130"/>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7"/>
                    <a:pt x="0" y="67"/>
                    <a:pt x="0" y="68"/>
                  </a:cubicBezTo>
                  <a:cubicBezTo>
                    <a:pt x="0" y="69"/>
                    <a:pt x="0" y="71"/>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5"/>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9" name="Freeform 1245">
              <a:extLst>
                <a:ext uri="{FF2B5EF4-FFF2-40B4-BE49-F238E27FC236}">
                  <a16:creationId xmlns:a16="http://schemas.microsoft.com/office/drawing/2014/main" id="{F307F78A-4FFB-4FAF-B881-5CB0A88C6535}"/>
                </a:ext>
              </a:extLst>
            </p:cNvPr>
            <p:cNvSpPr>
              <a:spLocks noEditPoints="1"/>
            </p:cNvSpPr>
            <p:nvPr userDrawn="1"/>
          </p:nvSpPr>
          <p:spPr bwMode="auto">
            <a:xfrm>
              <a:off x="2368410" y="4757386"/>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1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0 w 298"/>
                <a:gd name="T47" fmla="*/ 125 h 268"/>
                <a:gd name="T48" fmla="*/ 12 w 298"/>
                <a:gd name="T49" fmla="*/ 146 h 268"/>
                <a:gd name="T50" fmla="*/ 86 w 298"/>
                <a:gd name="T51" fmla="*/ 195 h 268"/>
                <a:gd name="T52" fmla="*/ 109 w 298"/>
                <a:gd name="T53" fmla="*/ 213 h 268"/>
                <a:gd name="T54" fmla="*/ 206 w 298"/>
                <a:gd name="T55" fmla="*/ 268 h 268"/>
                <a:gd name="T56" fmla="*/ 233 w 298"/>
                <a:gd name="T57" fmla="*/ 259 h 268"/>
                <a:gd name="T58" fmla="*/ 284 w 298"/>
                <a:gd name="T59" fmla="*/ 196 h 268"/>
                <a:gd name="T60" fmla="*/ 287 w 298"/>
                <a:gd name="T61" fmla="*/ 123 h 268"/>
                <a:gd name="T62" fmla="*/ 286 w 298"/>
                <a:gd name="T63" fmla="*/ 123 h 268"/>
                <a:gd name="T64" fmla="*/ 283 w 298"/>
                <a:gd name="T65" fmla="*/ 127 h 268"/>
                <a:gd name="T66" fmla="*/ 286 w 298"/>
                <a:gd name="T67" fmla="*/ 123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3"/>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1"/>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9"/>
                  </a:cubicBezTo>
                  <a:cubicBezTo>
                    <a:pt x="270" y="218"/>
                    <a:pt x="277" y="209"/>
                    <a:pt x="284" y="196"/>
                  </a:cubicBezTo>
                  <a:cubicBezTo>
                    <a:pt x="291" y="183"/>
                    <a:pt x="298" y="166"/>
                    <a:pt x="298" y="151"/>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0" name="Freeform 1246">
              <a:extLst>
                <a:ext uri="{FF2B5EF4-FFF2-40B4-BE49-F238E27FC236}">
                  <a16:creationId xmlns:a16="http://schemas.microsoft.com/office/drawing/2014/main" id="{E5EB8E0A-D8D5-4587-98DF-C5936CE93004}"/>
                </a:ext>
              </a:extLst>
            </p:cNvPr>
            <p:cNvSpPr>
              <a:spLocks noEditPoints="1"/>
            </p:cNvSpPr>
            <p:nvPr userDrawn="1"/>
          </p:nvSpPr>
          <p:spPr bwMode="auto">
            <a:xfrm>
              <a:off x="2368410" y="4903891"/>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1" name="Freeform 1247">
              <a:extLst>
                <a:ext uri="{FF2B5EF4-FFF2-40B4-BE49-F238E27FC236}">
                  <a16:creationId xmlns:a16="http://schemas.microsoft.com/office/drawing/2014/main" id="{8B28E99E-70B0-4E71-B2FD-986971D1DC72}"/>
                </a:ext>
              </a:extLst>
            </p:cNvPr>
            <p:cNvSpPr>
              <a:spLocks noEditPoints="1"/>
            </p:cNvSpPr>
            <p:nvPr userDrawn="1"/>
          </p:nvSpPr>
          <p:spPr bwMode="auto">
            <a:xfrm>
              <a:off x="1300732" y="4225555"/>
              <a:ext cx="180622" cy="108373"/>
            </a:xfrm>
            <a:custGeom>
              <a:avLst/>
              <a:gdLst>
                <a:gd name="T0" fmla="*/ 49 w 119"/>
                <a:gd name="T1" fmla="*/ 6 h 73"/>
                <a:gd name="T2" fmla="*/ 100 w 119"/>
                <a:gd name="T3" fmla="*/ 6 h 73"/>
                <a:gd name="T4" fmla="*/ 106 w 119"/>
                <a:gd name="T5" fmla="*/ 10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4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5"/>
                    <a:pt x="106" y="65"/>
                  </a:cubicBezTo>
                  <a:cubicBezTo>
                    <a:pt x="104" y="66"/>
                    <a:pt x="103" y="67"/>
                    <a:pt x="101" y="67"/>
                  </a:cubicBezTo>
                  <a:cubicBezTo>
                    <a:pt x="41" y="67"/>
                    <a:pt x="41" y="67"/>
                    <a:pt x="41" y="67"/>
                  </a:cubicBezTo>
                  <a:cubicBezTo>
                    <a:pt x="41" y="67"/>
                    <a:pt x="38" y="67"/>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4"/>
                    <a:pt x="26" y="54"/>
                    <a:pt x="26" y="54"/>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2" name="Freeform 1248">
              <a:extLst>
                <a:ext uri="{FF2B5EF4-FFF2-40B4-BE49-F238E27FC236}">
                  <a16:creationId xmlns:a16="http://schemas.microsoft.com/office/drawing/2014/main" id="{76897846-FBDD-46FB-830D-8E99EB8726C9}"/>
                </a:ext>
              </a:extLst>
            </p:cNvPr>
            <p:cNvSpPr>
              <a:spLocks noEditPoints="1"/>
            </p:cNvSpPr>
            <p:nvPr userDrawn="1"/>
          </p:nvSpPr>
          <p:spPr bwMode="auto">
            <a:xfrm>
              <a:off x="52432" y="4458357"/>
              <a:ext cx="224774" cy="136470"/>
            </a:xfrm>
            <a:custGeom>
              <a:avLst/>
              <a:gdLst>
                <a:gd name="T0" fmla="*/ 60 w 149"/>
                <a:gd name="T1" fmla="*/ 6 h 91"/>
                <a:gd name="T2" fmla="*/ 126 w 149"/>
                <a:gd name="T3" fmla="*/ 6 h 91"/>
                <a:gd name="T4" fmla="*/ 134 w 149"/>
                <a:gd name="T5" fmla="*/ 11 h 91"/>
                <a:gd name="T6" fmla="*/ 140 w 149"/>
                <a:gd name="T7" fmla="*/ 17 h 91"/>
                <a:gd name="T8" fmla="*/ 143 w 149"/>
                <a:gd name="T9" fmla="*/ 25 h 91"/>
                <a:gd name="T10" fmla="*/ 142 w 149"/>
                <a:gd name="T11" fmla="*/ 73 h 91"/>
                <a:gd name="T12" fmla="*/ 138 w 149"/>
                <a:gd name="T13" fmla="*/ 79 h 91"/>
                <a:gd name="T14" fmla="*/ 134 w 149"/>
                <a:gd name="T15" fmla="*/ 83 h 91"/>
                <a:gd name="T16" fmla="*/ 127 w 149"/>
                <a:gd name="T17" fmla="*/ 85 h 91"/>
                <a:gd name="T18" fmla="*/ 50 w 149"/>
                <a:gd name="T19" fmla="*/ 85 h 91"/>
                <a:gd name="T20" fmla="*/ 44 w 149"/>
                <a:gd name="T21" fmla="*/ 83 h 91"/>
                <a:gd name="T22" fmla="*/ 40 w 149"/>
                <a:gd name="T23" fmla="*/ 79 h 91"/>
                <a:gd name="T24" fmla="*/ 38 w 149"/>
                <a:gd name="T25" fmla="*/ 70 h 91"/>
                <a:gd name="T26" fmla="*/ 38 w 149"/>
                <a:gd name="T27" fmla="*/ 67 h 91"/>
                <a:gd name="T28" fmla="*/ 38 w 149"/>
                <a:gd name="T29" fmla="*/ 65 h 91"/>
                <a:gd name="T30" fmla="*/ 21 w 149"/>
                <a:gd name="T31" fmla="*/ 44 h 91"/>
                <a:gd name="T32" fmla="*/ 39 w 149"/>
                <a:gd name="T33" fmla="*/ 52 h 91"/>
                <a:gd name="T34" fmla="*/ 40 w 149"/>
                <a:gd name="T35" fmla="*/ 24 h 91"/>
                <a:gd name="T36" fmla="*/ 43 w 149"/>
                <a:gd name="T37" fmla="*/ 16 h 91"/>
                <a:gd name="T38" fmla="*/ 60 w 149"/>
                <a:gd name="T39" fmla="*/ 6 h 91"/>
                <a:gd name="T40" fmla="*/ 127 w 149"/>
                <a:gd name="T41" fmla="*/ 0 h 91"/>
                <a:gd name="T42" fmla="*/ 59 w 149"/>
                <a:gd name="T43" fmla="*/ 0 h 91"/>
                <a:gd name="T44" fmla="*/ 59 w 149"/>
                <a:gd name="T45" fmla="*/ 0 h 91"/>
                <a:gd name="T46" fmla="*/ 38 w 149"/>
                <a:gd name="T47" fmla="*/ 13 h 91"/>
                <a:gd name="T48" fmla="*/ 34 w 149"/>
                <a:gd name="T49" fmla="*/ 23 h 91"/>
                <a:gd name="T50" fmla="*/ 34 w 149"/>
                <a:gd name="T51" fmla="*/ 23 h 91"/>
                <a:gd name="T52" fmla="*/ 33 w 149"/>
                <a:gd name="T53" fmla="*/ 43 h 91"/>
                <a:gd name="T54" fmla="*/ 0 w 149"/>
                <a:gd name="T55" fmla="*/ 27 h 91"/>
                <a:gd name="T56" fmla="*/ 32 w 149"/>
                <a:gd name="T57" fmla="*/ 67 h 91"/>
                <a:gd name="T58" fmla="*/ 32 w 149"/>
                <a:gd name="T59" fmla="*/ 70 h 91"/>
                <a:gd name="T60" fmla="*/ 35 w 149"/>
                <a:gd name="T61" fmla="*/ 82 h 91"/>
                <a:gd name="T62" fmla="*/ 44 w 149"/>
                <a:gd name="T63" fmla="*/ 90 h 91"/>
                <a:gd name="T64" fmla="*/ 50 w 149"/>
                <a:gd name="T65" fmla="*/ 91 h 91"/>
                <a:gd name="T66" fmla="*/ 50 w 149"/>
                <a:gd name="T67" fmla="*/ 91 h 91"/>
                <a:gd name="T68" fmla="*/ 127 w 149"/>
                <a:gd name="T69" fmla="*/ 91 h 91"/>
                <a:gd name="T70" fmla="*/ 127 w 149"/>
                <a:gd name="T71" fmla="*/ 91 h 91"/>
                <a:gd name="T72" fmla="*/ 137 w 149"/>
                <a:gd name="T73" fmla="*/ 88 h 91"/>
                <a:gd name="T74" fmla="*/ 146 w 149"/>
                <a:gd name="T75" fmla="*/ 79 h 91"/>
                <a:gd name="T76" fmla="*/ 148 w 149"/>
                <a:gd name="T77" fmla="*/ 74 h 91"/>
                <a:gd name="T78" fmla="*/ 148 w 149"/>
                <a:gd name="T79" fmla="*/ 74 h 91"/>
                <a:gd name="T80" fmla="*/ 149 w 149"/>
                <a:gd name="T81" fmla="*/ 24 h 91"/>
                <a:gd name="T82" fmla="*/ 149 w 149"/>
                <a:gd name="T83" fmla="*/ 24 h 91"/>
                <a:gd name="T84" fmla="*/ 145 w 149"/>
                <a:gd name="T85" fmla="*/ 13 h 91"/>
                <a:gd name="T86" fmla="*/ 134 w 149"/>
                <a:gd name="T87" fmla="*/ 3 h 91"/>
                <a:gd name="T88" fmla="*/ 127 w 149"/>
                <a:gd name="T89" fmla="*/ 0 h 91"/>
                <a:gd name="T90" fmla="*/ 127 w 14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91">
                  <a:moveTo>
                    <a:pt x="60" y="6"/>
                  </a:moveTo>
                  <a:cubicBezTo>
                    <a:pt x="126" y="6"/>
                    <a:pt x="126" y="6"/>
                    <a:pt x="126" y="6"/>
                  </a:cubicBezTo>
                  <a:cubicBezTo>
                    <a:pt x="127" y="6"/>
                    <a:pt x="131" y="8"/>
                    <a:pt x="134" y="11"/>
                  </a:cubicBezTo>
                  <a:cubicBezTo>
                    <a:pt x="137" y="12"/>
                    <a:pt x="139" y="14"/>
                    <a:pt x="140" y="17"/>
                  </a:cubicBezTo>
                  <a:cubicBezTo>
                    <a:pt x="142" y="19"/>
                    <a:pt x="143" y="22"/>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8"/>
                    <a:pt x="60" y="6"/>
                  </a:cubicBezTo>
                  <a:moveTo>
                    <a:pt x="127" y="0"/>
                  </a:moveTo>
                  <a:cubicBezTo>
                    <a:pt x="59" y="0"/>
                    <a:pt x="59" y="0"/>
                    <a:pt x="59" y="0"/>
                  </a:cubicBezTo>
                  <a:cubicBezTo>
                    <a:pt x="59" y="0"/>
                    <a:pt x="59" y="0"/>
                    <a:pt x="59" y="0"/>
                  </a:cubicBezTo>
                  <a:cubicBezTo>
                    <a:pt x="48" y="2"/>
                    <a:pt x="41" y="8"/>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7"/>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3" name="Freeform 1249">
              <a:extLst>
                <a:ext uri="{FF2B5EF4-FFF2-40B4-BE49-F238E27FC236}">
                  <a16:creationId xmlns:a16="http://schemas.microsoft.com/office/drawing/2014/main" id="{9BE89544-88DE-40B1-8219-E2C3740008E9}"/>
                </a:ext>
              </a:extLst>
            </p:cNvPr>
            <p:cNvSpPr>
              <a:spLocks noEditPoints="1"/>
            </p:cNvSpPr>
            <p:nvPr userDrawn="1"/>
          </p:nvSpPr>
          <p:spPr bwMode="auto">
            <a:xfrm>
              <a:off x="1696094" y="5168804"/>
              <a:ext cx="178616" cy="110381"/>
            </a:xfrm>
            <a:custGeom>
              <a:avLst/>
              <a:gdLst>
                <a:gd name="T0" fmla="*/ 49 w 119"/>
                <a:gd name="T1" fmla="*/ 6 h 73"/>
                <a:gd name="T2" fmla="*/ 101 w 119"/>
                <a:gd name="T3" fmla="*/ 6 h 73"/>
                <a:gd name="T4" fmla="*/ 107 w 119"/>
                <a:gd name="T5" fmla="*/ 9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2 w 119"/>
                <a:gd name="T17" fmla="*/ 67 h 73"/>
                <a:gd name="T18" fmla="*/ 42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7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3 h 73"/>
                <a:gd name="T58" fmla="*/ 27 w 119"/>
                <a:gd name="T59" fmla="*/ 55 h 73"/>
                <a:gd name="T60" fmla="*/ 29 w 119"/>
                <a:gd name="T61" fmla="*/ 65 h 73"/>
                <a:gd name="T62" fmla="*/ 37 w 119"/>
                <a:gd name="T63" fmla="*/ 72 h 73"/>
                <a:gd name="T64" fmla="*/ 41 w 119"/>
                <a:gd name="T65" fmla="*/ 73 h 73"/>
                <a:gd name="T66" fmla="*/ 42 w 119"/>
                <a:gd name="T67" fmla="*/ 73 h 73"/>
                <a:gd name="T68" fmla="*/ 102 w 119"/>
                <a:gd name="T69" fmla="*/ 73 h 73"/>
                <a:gd name="T70" fmla="*/ 102 w 119"/>
                <a:gd name="T71" fmla="*/ 73 h 73"/>
                <a:gd name="T72" fmla="*/ 110 w 119"/>
                <a:gd name="T73" fmla="*/ 70 h 73"/>
                <a:gd name="T74" fmla="*/ 117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1" y="6"/>
                    <a:pt x="101" y="6"/>
                    <a:pt x="101" y="6"/>
                  </a:cubicBezTo>
                  <a:cubicBezTo>
                    <a:pt x="102" y="6"/>
                    <a:pt x="104" y="7"/>
                    <a:pt x="107" y="9"/>
                  </a:cubicBezTo>
                  <a:cubicBezTo>
                    <a:pt x="109" y="11"/>
                    <a:pt x="110" y="12"/>
                    <a:pt x="111" y="14"/>
                  </a:cubicBezTo>
                  <a:cubicBezTo>
                    <a:pt x="112" y="16"/>
                    <a:pt x="113" y="18"/>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4" name="Freeform 1250">
              <a:extLst>
                <a:ext uri="{FF2B5EF4-FFF2-40B4-BE49-F238E27FC236}">
                  <a16:creationId xmlns:a16="http://schemas.microsoft.com/office/drawing/2014/main" id="{129AD54F-8783-49B3-AD3D-D9406F7631D6}"/>
                </a:ext>
              </a:extLst>
            </p:cNvPr>
            <p:cNvSpPr>
              <a:spLocks noEditPoints="1"/>
            </p:cNvSpPr>
            <p:nvPr userDrawn="1"/>
          </p:nvSpPr>
          <p:spPr bwMode="auto">
            <a:xfrm>
              <a:off x="477898" y="4725276"/>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5" name="Freeform 1251">
              <a:extLst>
                <a:ext uri="{FF2B5EF4-FFF2-40B4-BE49-F238E27FC236}">
                  <a16:creationId xmlns:a16="http://schemas.microsoft.com/office/drawing/2014/main" id="{130F8405-1778-49DA-AD4F-5DE15DABDF7B}"/>
                </a:ext>
              </a:extLst>
            </p:cNvPr>
            <p:cNvSpPr>
              <a:spLocks noEditPoints="1"/>
            </p:cNvSpPr>
            <p:nvPr userDrawn="1"/>
          </p:nvSpPr>
          <p:spPr bwMode="auto">
            <a:xfrm>
              <a:off x="1635887" y="3958635"/>
              <a:ext cx="266920" cy="164567"/>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2 w 177"/>
                <a:gd name="T17" fmla="*/ 104 h 110"/>
                <a:gd name="T18" fmla="*/ 58 w 177"/>
                <a:gd name="T19" fmla="*/ 104 h 110"/>
                <a:gd name="T20" fmla="*/ 50 w 177"/>
                <a:gd name="T21" fmla="*/ 101 h 110"/>
                <a:gd name="T22" fmla="*/ 45 w 177"/>
                <a:gd name="T23" fmla="*/ 95 h 110"/>
                <a:gd name="T24" fmla="*/ 43 w 177"/>
                <a:gd name="T25" fmla="*/ 84 h 110"/>
                <a:gd name="T26" fmla="*/ 43 w 177"/>
                <a:gd name="T27" fmla="*/ 80 h 110"/>
                <a:gd name="T28" fmla="*/ 43 w 177"/>
                <a:gd name="T29" fmla="*/ 79 h 110"/>
                <a:gd name="T30" fmla="*/ 21 w 177"/>
                <a:gd name="T31" fmla="*/ 51 h 110"/>
                <a:gd name="T32" fmla="*/ 44 w 177"/>
                <a:gd name="T33" fmla="*/ 62 h 110"/>
                <a:gd name="T34" fmla="*/ 45 w 177"/>
                <a:gd name="T35" fmla="*/ 28 h 110"/>
                <a:gd name="T36" fmla="*/ 49 w 177"/>
                <a:gd name="T37" fmla="*/ 18 h 110"/>
                <a:gd name="T38" fmla="*/ 70 w 177"/>
                <a:gd name="T39" fmla="*/ 6 h 110"/>
                <a:gd name="T40" fmla="*/ 151 w 177"/>
                <a:gd name="T41" fmla="*/ 0 h 110"/>
                <a:gd name="T42" fmla="*/ 70 w 177"/>
                <a:gd name="T43" fmla="*/ 0 h 110"/>
                <a:gd name="T44" fmla="*/ 69 w 177"/>
                <a:gd name="T45" fmla="*/ 0 h 110"/>
                <a:gd name="T46" fmla="*/ 44 w 177"/>
                <a:gd name="T47" fmla="*/ 15 h 110"/>
                <a:gd name="T48" fmla="*/ 39 w 177"/>
                <a:gd name="T49" fmla="*/ 27 h 110"/>
                <a:gd name="T50" fmla="*/ 39 w 177"/>
                <a:gd name="T51" fmla="*/ 28 h 110"/>
                <a:gd name="T52" fmla="*/ 38 w 177"/>
                <a:gd name="T53" fmla="*/ 52 h 110"/>
                <a:gd name="T54" fmla="*/ 0 w 177"/>
                <a:gd name="T55" fmla="*/ 34 h 110"/>
                <a:gd name="T56" fmla="*/ 37 w 177"/>
                <a:gd name="T57" fmla="*/ 81 h 110"/>
                <a:gd name="T58" fmla="*/ 37 w 177"/>
                <a:gd name="T59" fmla="*/ 84 h 110"/>
                <a:gd name="T60" fmla="*/ 40 w 177"/>
                <a:gd name="T61" fmla="*/ 98 h 110"/>
                <a:gd name="T62" fmla="*/ 51 w 177"/>
                <a:gd name="T63" fmla="*/ 108 h 110"/>
                <a:gd name="T64" fmla="*/ 58 w 177"/>
                <a:gd name="T65" fmla="*/ 110 h 110"/>
                <a:gd name="T66" fmla="*/ 58 w 177"/>
                <a:gd name="T67" fmla="*/ 110 h 110"/>
                <a:gd name="T68" fmla="*/ 152 w 177"/>
                <a:gd name="T69" fmla="*/ 110 h 110"/>
                <a:gd name="T70" fmla="*/ 152 w 177"/>
                <a:gd name="T71" fmla="*/ 110 h 110"/>
                <a:gd name="T72" fmla="*/ 163 w 177"/>
                <a:gd name="T73" fmla="*/ 106 h 110"/>
                <a:gd name="T74" fmla="*/ 173 w 177"/>
                <a:gd name="T75" fmla="*/ 95 h 110"/>
                <a:gd name="T76" fmla="*/ 176 w 177"/>
                <a:gd name="T77" fmla="*/ 89 h 110"/>
                <a:gd name="T78" fmla="*/ 177 w 177"/>
                <a:gd name="T79" fmla="*/ 89 h 110"/>
                <a:gd name="T80" fmla="*/ 177 w 177"/>
                <a:gd name="T81" fmla="*/ 29 h 110"/>
                <a:gd name="T82" fmla="*/ 177 w 177"/>
                <a:gd name="T83" fmla="*/ 29 h 110"/>
                <a:gd name="T84" fmla="*/ 173 w 177"/>
                <a:gd name="T85" fmla="*/ 16 h 110"/>
                <a:gd name="T86" fmla="*/ 159 w 177"/>
                <a:gd name="T87" fmla="*/ 4 h 110"/>
                <a:gd name="T88" fmla="*/ 152 w 177"/>
                <a:gd name="T89" fmla="*/ 0 h 110"/>
                <a:gd name="T90" fmla="*/ 151 w 177"/>
                <a:gd name="T9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10">
                  <a:moveTo>
                    <a:pt x="70" y="6"/>
                  </a:moveTo>
                  <a:cubicBezTo>
                    <a:pt x="150" y="6"/>
                    <a:pt x="150" y="6"/>
                    <a:pt x="150" y="6"/>
                  </a:cubicBezTo>
                  <a:cubicBezTo>
                    <a:pt x="152" y="7"/>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3"/>
                    <a:pt x="155" y="103"/>
                    <a:pt x="152"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9"/>
                    <a:pt x="177" y="89"/>
                    <a:pt x="177" y="89"/>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6" name="Freeform 1252">
              <a:extLst>
                <a:ext uri="{FF2B5EF4-FFF2-40B4-BE49-F238E27FC236}">
                  <a16:creationId xmlns:a16="http://schemas.microsoft.com/office/drawing/2014/main" id="{A2FABCF5-0072-4435-8CA5-B37E8DBDBA8A}"/>
                </a:ext>
              </a:extLst>
            </p:cNvPr>
            <p:cNvSpPr>
              <a:spLocks noEditPoints="1"/>
            </p:cNvSpPr>
            <p:nvPr userDrawn="1"/>
          </p:nvSpPr>
          <p:spPr bwMode="auto">
            <a:xfrm>
              <a:off x="1475334" y="4143271"/>
              <a:ext cx="638198" cy="192664"/>
            </a:xfrm>
            <a:custGeom>
              <a:avLst/>
              <a:gdLst>
                <a:gd name="T0" fmla="*/ 91 w 425"/>
                <a:gd name="T1" fmla="*/ 25 h 128"/>
                <a:gd name="T2" fmla="*/ 345 w 425"/>
                <a:gd name="T3" fmla="*/ 6 h 128"/>
                <a:gd name="T4" fmla="*/ 371 w 425"/>
                <a:gd name="T5" fmla="*/ 7 h 128"/>
                <a:gd name="T6" fmla="*/ 372 w 425"/>
                <a:gd name="T7" fmla="*/ 7 h 128"/>
                <a:gd name="T8" fmla="*/ 419 w 425"/>
                <a:gd name="T9" fmla="*/ 45 h 128"/>
                <a:gd name="T10" fmla="*/ 419 w 425"/>
                <a:gd name="T11" fmla="*/ 46 h 128"/>
                <a:gd name="T12" fmla="*/ 419 w 425"/>
                <a:gd name="T13" fmla="*/ 46 h 128"/>
                <a:gd name="T14" fmla="*/ 411 w 425"/>
                <a:gd name="T15" fmla="*/ 80 h 128"/>
                <a:gd name="T16" fmla="*/ 372 w 425"/>
                <a:gd name="T17" fmla="*/ 106 h 128"/>
                <a:gd name="T18" fmla="*/ 368 w 425"/>
                <a:gd name="T19" fmla="*/ 107 h 128"/>
                <a:gd name="T20" fmla="*/ 102 w 425"/>
                <a:gd name="T21" fmla="*/ 113 h 128"/>
                <a:gd name="T22" fmla="*/ 85 w 425"/>
                <a:gd name="T23" fmla="*/ 114 h 128"/>
                <a:gd name="T24" fmla="*/ 90 w 425"/>
                <a:gd name="T25" fmla="*/ 106 h 128"/>
                <a:gd name="T26" fmla="*/ 52 w 425"/>
                <a:gd name="T27" fmla="*/ 100 h 128"/>
                <a:gd name="T28" fmla="*/ 37 w 425"/>
                <a:gd name="T29" fmla="*/ 77 h 128"/>
                <a:gd name="T30" fmla="*/ 36 w 425"/>
                <a:gd name="T31" fmla="*/ 74 h 128"/>
                <a:gd name="T32" fmla="*/ 36 w 425"/>
                <a:gd name="T33" fmla="*/ 71 h 128"/>
                <a:gd name="T34" fmla="*/ 68 w 425"/>
                <a:gd name="T35" fmla="*/ 29 h 128"/>
                <a:gd name="T36" fmla="*/ 82 w 425"/>
                <a:gd name="T37" fmla="*/ 26 h 128"/>
                <a:gd name="T38" fmla="*/ 83 w 425"/>
                <a:gd name="T39" fmla="*/ 26 h 128"/>
                <a:gd name="T40" fmla="*/ 83 w 425"/>
                <a:gd name="T41" fmla="*/ 26 h 128"/>
                <a:gd name="T42" fmla="*/ 184 w 425"/>
                <a:gd name="T43" fmla="*/ 10 h 128"/>
                <a:gd name="T44" fmla="*/ 57 w 425"/>
                <a:gd name="T45" fmla="*/ 27 h 128"/>
                <a:gd name="T46" fmla="*/ 30 w 425"/>
                <a:gd name="T47" fmla="*/ 71 h 128"/>
                <a:gd name="T48" fmla="*/ 30 w 425"/>
                <a:gd name="T49" fmla="*/ 74 h 128"/>
                <a:gd name="T50" fmla="*/ 36 w 425"/>
                <a:gd name="T51" fmla="*/ 92 h 128"/>
                <a:gd name="T52" fmla="*/ 58 w 425"/>
                <a:gd name="T53" fmla="*/ 109 h 128"/>
                <a:gd name="T54" fmla="*/ 29 w 425"/>
                <a:gd name="T55" fmla="*/ 125 h 128"/>
                <a:gd name="T56" fmla="*/ 74 w 425"/>
                <a:gd name="T57" fmla="*/ 121 h 128"/>
                <a:gd name="T58" fmla="*/ 101 w 425"/>
                <a:gd name="T59" fmla="*/ 119 h 128"/>
                <a:gd name="T60" fmla="*/ 101 w 425"/>
                <a:gd name="T61" fmla="*/ 119 h 128"/>
                <a:gd name="T62" fmla="*/ 102 w 425"/>
                <a:gd name="T63" fmla="*/ 119 h 128"/>
                <a:gd name="T64" fmla="*/ 368 w 425"/>
                <a:gd name="T65" fmla="*/ 113 h 128"/>
                <a:gd name="T66" fmla="*/ 416 w 425"/>
                <a:gd name="T67" fmla="*/ 83 h 128"/>
                <a:gd name="T68" fmla="*/ 425 w 425"/>
                <a:gd name="T69" fmla="*/ 45 h 128"/>
                <a:gd name="T70" fmla="*/ 373 w 425"/>
                <a:gd name="T71" fmla="*/ 1 h 128"/>
                <a:gd name="T72" fmla="*/ 372 w 425"/>
                <a:gd name="T73" fmla="*/ 1 h 128"/>
                <a:gd name="T74" fmla="*/ 345 w 425"/>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7"/>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6"/>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7"/>
                  </a:cubicBezTo>
                  <a:cubicBezTo>
                    <a:pt x="368" y="107"/>
                    <a:pt x="368" y="107"/>
                    <a:pt x="368" y="107"/>
                  </a:cubicBezTo>
                  <a:cubicBezTo>
                    <a:pt x="368" y="107"/>
                    <a:pt x="368" y="107"/>
                    <a:pt x="368" y="107"/>
                  </a:cubicBezTo>
                  <a:cubicBezTo>
                    <a:pt x="102" y="113"/>
                    <a:pt x="102" y="113"/>
                    <a:pt x="102" y="113"/>
                  </a:cubicBezTo>
                  <a:cubicBezTo>
                    <a:pt x="101" y="113"/>
                    <a:pt x="101" y="113"/>
                    <a:pt x="101" y="113"/>
                  </a:cubicBezTo>
                  <a:cubicBezTo>
                    <a:pt x="98" y="113"/>
                    <a:pt x="93" y="113"/>
                    <a:pt x="85" y="114"/>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5" y="20"/>
                    <a:pt x="83" y="20"/>
                  </a:cubicBezTo>
                  <a:cubicBezTo>
                    <a:pt x="81" y="20"/>
                    <a:pt x="69" y="21"/>
                    <a:pt x="57" y="27"/>
                  </a:cubicBezTo>
                  <a:cubicBezTo>
                    <a:pt x="50" y="30"/>
                    <a:pt x="43" y="35"/>
                    <a:pt x="38" y="42"/>
                  </a:cubicBezTo>
                  <a:cubicBezTo>
                    <a:pt x="33" y="50"/>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0" y="120"/>
                    <a:pt x="86" y="119"/>
                    <a:pt x="91" y="119"/>
                  </a:cubicBezTo>
                  <a:cubicBezTo>
                    <a:pt x="96" y="119"/>
                    <a:pt x="99" y="119"/>
                    <a:pt x="101" y="119"/>
                  </a:cubicBezTo>
                  <a:cubicBezTo>
                    <a:pt x="101" y="119"/>
                    <a:pt x="101" y="119"/>
                    <a:pt x="101" y="119"/>
                  </a:cubicBezTo>
                  <a:cubicBezTo>
                    <a:pt x="101" y="119"/>
                    <a:pt x="101" y="119"/>
                    <a:pt x="101" y="119"/>
                  </a:cubicBezTo>
                  <a:cubicBezTo>
                    <a:pt x="101" y="119"/>
                    <a:pt x="101" y="119"/>
                    <a:pt x="101" y="119"/>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7"/>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7" name="Freeform 1253">
              <a:extLst>
                <a:ext uri="{FF2B5EF4-FFF2-40B4-BE49-F238E27FC236}">
                  <a16:creationId xmlns:a16="http://schemas.microsoft.com/office/drawing/2014/main" id="{AFB19525-0A41-4C4E-9E2E-9A9E21FF1053}"/>
                </a:ext>
              </a:extLst>
            </p:cNvPr>
            <p:cNvSpPr>
              <a:spLocks/>
            </p:cNvSpPr>
            <p:nvPr userDrawn="1"/>
          </p:nvSpPr>
          <p:spPr bwMode="auto">
            <a:xfrm>
              <a:off x="66481" y="4239603"/>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3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368 w 425"/>
                <a:gd name="T47" fmla="*/ 106 h 127"/>
                <a:gd name="T48" fmla="*/ 101 w 425"/>
                <a:gd name="T49" fmla="*/ 112 h 127"/>
                <a:gd name="T50" fmla="*/ 57 w 425"/>
                <a:gd name="T51" fmla="*/ 116 h 127"/>
                <a:gd name="T52" fmla="*/ 72 w 425"/>
                <a:gd name="T53" fmla="*/ 105 h 127"/>
                <a:gd name="T54" fmla="*/ 39 w 425"/>
                <a:gd name="T55" fmla="*/ 83 h 127"/>
                <a:gd name="T56" fmla="*/ 36 w 425"/>
                <a:gd name="T57" fmla="*/ 74 h 127"/>
                <a:gd name="T58" fmla="*/ 36 w 425"/>
                <a:gd name="T59" fmla="*/ 73 h 127"/>
                <a:gd name="T60" fmla="*/ 43 w 425"/>
                <a:gd name="T61" fmla="*/ 45 h 127"/>
                <a:gd name="T62" fmla="*/ 79 w 425"/>
                <a:gd name="T63" fmla="*/ 26 h 127"/>
                <a:gd name="T64" fmla="*/ 83 w 425"/>
                <a:gd name="T65" fmla="*/ 25 h 127"/>
                <a:gd name="T66" fmla="*/ 83 w 425"/>
                <a:gd name="T67" fmla="*/ 25 h 127"/>
                <a:gd name="T68" fmla="*/ 91 w 425"/>
                <a:gd name="T69" fmla="*/ 24 h 127"/>
                <a:gd name="T70" fmla="*/ 346 w 425"/>
                <a:gd name="T71" fmla="*/ 6 h 127"/>
                <a:gd name="T72" fmla="*/ 373 w 425"/>
                <a:gd name="T73" fmla="*/ 7 h 127"/>
                <a:gd name="T74" fmla="*/ 391 w 425"/>
                <a:gd name="T75" fmla="*/ 5 h 127"/>
                <a:gd name="T76" fmla="*/ 375 w 425"/>
                <a:gd name="T77" fmla="*/ 2 h 127"/>
                <a:gd name="T78" fmla="*/ 373 w 425"/>
                <a:gd name="T79" fmla="*/ 1 h 127"/>
                <a:gd name="T80" fmla="*/ 345 w 425"/>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3"/>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6"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4"/>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8" name="Freeform 1254">
              <a:extLst>
                <a:ext uri="{FF2B5EF4-FFF2-40B4-BE49-F238E27FC236}">
                  <a16:creationId xmlns:a16="http://schemas.microsoft.com/office/drawing/2014/main" id="{088052ED-7EDE-4936-A061-E5705FA42A25}"/>
                </a:ext>
              </a:extLst>
            </p:cNvPr>
            <p:cNvSpPr>
              <a:spLocks noEditPoints="1"/>
            </p:cNvSpPr>
            <p:nvPr userDrawn="1"/>
          </p:nvSpPr>
          <p:spPr bwMode="auto">
            <a:xfrm>
              <a:off x="630423" y="4241610"/>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9" name="Freeform 1255">
              <a:extLst>
                <a:ext uri="{FF2B5EF4-FFF2-40B4-BE49-F238E27FC236}">
                  <a16:creationId xmlns:a16="http://schemas.microsoft.com/office/drawing/2014/main" id="{16EAAC50-EF02-4509-A00F-2A9D5908DC17}"/>
                </a:ext>
              </a:extLst>
            </p:cNvPr>
            <p:cNvSpPr>
              <a:spLocks noEditPoints="1"/>
            </p:cNvSpPr>
            <p:nvPr userDrawn="1"/>
          </p:nvSpPr>
          <p:spPr bwMode="auto">
            <a:xfrm>
              <a:off x="620389" y="4817594"/>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6 h 128"/>
                <a:gd name="T64" fmla="*/ 83 w 425"/>
                <a:gd name="T65" fmla="*/ 26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8 w 425"/>
                <a:gd name="T77" fmla="*/ 21 h 128"/>
                <a:gd name="T78" fmla="*/ 409 w 425"/>
                <a:gd name="T79" fmla="*/ 15 h 128"/>
                <a:gd name="T80" fmla="*/ 373 w 425"/>
                <a:gd name="T81" fmla="*/ 1 h 128"/>
                <a:gd name="T82" fmla="*/ 373 w 425"/>
                <a:gd name="T83" fmla="*/ 1 h 128"/>
                <a:gd name="T84" fmla="*/ 345 w 425"/>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5" h="128">
                  <a:moveTo>
                    <a:pt x="210" y="8"/>
                  </a:moveTo>
                  <a:cubicBezTo>
                    <a:pt x="201" y="8"/>
                    <a:pt x="192" y="9"/>
                    <a:pt x="184" y="10"/>
                  </a:cubicBezTo>
                  <a:cubicBezTo>
                    <a:pt x="129" y="15"/>
                    <a:pt x="85" y="19"/>
                    <a:pt x="83" y="20"/>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4"/>
                    <a:pt x="411" y="24"/>
                    <a:pt x="411" y="24"/>
                  </a:cubicBezTo>
                  <a:cubicBezTo>
                    <a:pt x="411" y="24"/>
                    <a:pt x="412" y="25"/>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2"/>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6"/>
                    <a:pt x="41" y="89"/>
                    <a:pt x="39" y="83"/>
                  </a:cubicBezTo>
                  <a:cubicBezTo>
                    <a:pt x="38" y="81"/>
                    <a:pt x="37" y="78"/>
                    <a:pt x="37" y="76"/>
                  </a:cubicBezTo>
                  <a:cubicBezTo>
                    <a:pt x="37"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8"/>
                  </a:cubicBezTo>
                  <a:cubicBezTo>
                    <a:pt x="72" y="27"/>
                    <a:pt x="76" y="26"/>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5" y="17"/>
                    <a:pt x="221" y="13"/>
                  </a:cubicBezTo>
                  <a:cubicBezTo>
                    <a:pt x="210" y="8"/>
                    <a:pt x="210" y="8"/>
                    <a:pt x="210" y="8"/>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5"/>
                    <a:pt x="409" y="14"/>
                  </a:cubicBezTo>
                  <a:cubicBezTo>
                    <a:pt x="402" y="8"/>
                    <a:pt x="390" y="4"/>
                    <a:pt x="373" y="1"/>
                  </a:cubicBezTo>
                  <a:cubicBezTo>
                    <a:pt x="373" y="1"/>
                    <a:pt x="373" y="1"/>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0" name="Freeform 1256">
              <a:extLst>
                <a:ext uri="{FF2B5EF4-FFF2-40B4-BE49-F238E27FC236}">
                  <a16:creationId xmlns:a16="http://schemas.microsoft.com/office/drawing/2014/main" id="{6F6A6972-1164-466F-A712-6A6C357050C0}"/>
                </a:ext>
              </a:extLst>
            </p:cNvPr>
            <p:cNvSpPr>
              <a:spLocks noEditPoints="1"/>
            </p:cNvSpPr>
            <p:nvPr userDrawn="1"/>
          </p:nvSpPr>
          <p:spPr bwMode="auto">
            <a:xfrm>
              <a:off x="2193809" y="4984168"/>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70"/>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5"/>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1" name="Freeform 1257">
              <a:extLst>
                <a:ext uri="{FF2B5EF4-FFF2-40B4-BE49-F238E27FC236}">
                  <a16:creationId xmlns:a16="http://schemas.microsoft.com/office/drawing/2014/main" id="{DD320106-ADF2-4EDA-A46C-A24956DAEED8}"/>
                </a:ext>
              </a:extLst>
            </p:cNvPr>
            <p:cNvSpPr>
              <a:spLocks noEditPoints="1"/>
            </p:cNvSpPr>
            <p:nvPr userDrawn="1"/>
          </p:nvSpPr>
          <p:spPr bwMode="auto">
            <a:xfrm>
              <a:off x="2250002" y="4237596"/>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6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9"/>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3"/>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5"/>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1" y="62"/>
                  </a:cubicBezTo>
                  <a:cubicBezTo>
                    <a:pt x="71" y="61"/>
                    <a:pt x="71" y="54"/>
                    <a:pt x="67" y="46"/>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2" name="Freeform 1258">
              <a:extLst>
                <a:ext uri="{FF2B5EF4-FFF2-40B4-BE49-F238E27FC236}">
                  <a16:creationId xmlns:a16="http://schemas.microsoft.com/office/drawing/2014/main" id="{AA73DCD3-C97F-4118-8C04-A0FE1D018D3D}"/>
                </a:ext>
              </a:extLst>
            </p:cNvPr>
            <p:cNvSpPr>
              <a:spLocks noEditPoints="1"/>
            </p:cNvSpPr>
            <p:nvPr userDrawn="1"/>
          </p:nvSpPr>
          <p:spPr bwMode="auto">
            <a:xfrm>
              <a:off x="1519486" y="5572193"/>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7"/>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7"/>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3" name="Freeform 1259">
              <a:extLst>
                <a:ext uri="{FF2B5EF4-FFF2-40B4-BE49-F238E27FC236}">
                  <a16:creationId xmlns:a16="http://schemas.microsoft.com/office/drawing/2014/main" id="{076E5413-2561-46E4-803E-F52174940271}"/>
                </a:ext>
              </a:extLst>
            </p:cNvPr>
            <p:cNvSpPr>
              <a:spLocks/>
            </p:cNvSpPr>
            <p:nvPr userDrawn="1"/>
          </p:nvSpPr>
          <p:spPr bwMode="auto">
            <a:xfrm>
              <a:off x="2129588" y="5708663"/>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4" name="Freeform 1260">
              <a:extLst>
                <a:ext uri="{FF2B5EF4-FFF2-40B4-BE49-F238E27FC236}">
                  <a16:creationId xmlns:a16="http://schemas.microsoft.com/office/drawing/2014/main" id="{54A8CA88-5CC3-468C-905B-D91C556E85A3}"/>
                </a:ext>
              </a:extLst>
            </p:cNvPr>
            <p:cNvSpPr>
              <a:spLocks noEditPoints="1"/>
            </p:cNvSpPr>
            <p:nvPr userDrawn="1"/>
          </p:nvSpPr>
          <p:spPr bwMode="auto">
            <a:xfrm>
              <a:off x="2067373" y="4303824"/>
              <a:ext cx="148512" cy="471625"/>
            </a:xfrm>
            <a:custGeom>
              <a:avLst/>
              <a:gdLst>
                <a:gd name="T0" fmla="*/ 19 w 99"/>
                <a:gd name="T1" fmla="*/ 247 h 313"/>
                <a:gd name="T2" fmla="*/ 19 w 99"/>
                <a:gd name="T3" fmla="*/ 247 h 313"/>
                <a:gd name="T4" fmla="*/ 89 w 99"/>
                <a:gd name="T5" fmla="*/ 233 h 313"/>
                <a:gd name="T6" fmla="*/ 22 w 99"/>
                <a:gd name="T7" fmla="*/ 246 h 313"/>
                <a:gd name="T8" fmla="*/ 12 w 99"/>
                <a:gd name="T9" fmla="*/ 157 h 313"/>
                <a:gd name="T10" fmla="*/ 7 w 99"/>
                <a:gd name="T11" fmla="*/ 41 h 313"/>
                <a:gd name="T12" fmla="*/ 20 w 99"/>
                <a:gd name="T13" fmla="*/ 11 h 313"/>
                <a:gd name="T14" fmla="*/ 34 w 99"/>
                <a:gd name="T15" fmla="*/ 6 h 313"/>
                <a:gd name="T16" fmla="*/ 34 w 99"/>
                <a:gd name="T17" fmla="*/ 6 h 313"/>
                <a:gd name="T18" fmla="*/ 35 w 99"/>
                <a:gd name="T19" fmla="*/ 6 h 313"/>
                <a:gd name="T20" fmla="*/ 59 w 99"/>
                <a:gd name="T21" fmla="*/ 12 h 313"/>
                <a:gd name="T22" fmla="*/ 79 w 99"/>
                <a:gd name="T23" fmla="*/ 39 h 313"/>
                <a:gd name="T24" fmla="*/ 79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1 w 99"/>
                <a:gd name="T55" fmla="*/ 266 h 313"/>
                <a:gd name="T56" fmla="*/ 55 w 99"/>
                <a:gd name="T57" fmla="*/ 285 h 313"/>
                <a:gd name="T58" fmla="*/ 57 w 99"/>
                <a:gd name="T59" fmla="*/ 285 h 313"/>
                <a:gd name="T60" fmla="*/ 57 w 99"/>
                <a:gd name="T61" fmla="*/ 285 h 313"/>
                <a:gd name="T62" fmla="*/ 81 w 99"/>
                <a:gd name="T63" fmla="*/ 271 h 313"/>
                <a:gd name="T64" fmla="*/ 99 w 99"/>
                <a:gd name="T65" fmla="*/ 313 h 313"/>
                <a:gd name="T66" fmla="*/ 95 w 99"/>
                <a:gd name="T67" fmla="*/ 278 h 313"/>
                <a:gd name="T68" fmla="*/ 91 w 99"/>
                <a:gd name="T69" fmla="*/ 240 h 313"/>
                <a:gd name="T70" fmla="*/ 91 w 99"/>
                <a:gd name="T71" fmla="*/ 233 h 313"/>
                <a:gd name="T72" fmla="*/ 85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22" y="246"/>
                  </a:moveTo>
                  <a:cubicBezTo>
                    <a:pt x="22" y="246"/>
                    <a:pt x="21" y="244"/>
                    <a:pt x="21" y="240"/>
                  </a:cubicBezTo>
                  <a:cubicBezTo>
                    <a:pt x="19" y="227"/>
                    <a:pt x="16" y="194"/>
                    <a:pt x="12" y="157"/>
                  </a:cubicBezTo>
                  <a:cubicBezTo>
                    <a:pt x="9" y="121"/>
                    <a:pt x="6" y="81"/>
                    <a:pt x="6" y="57"/>
                  </a:cubicBezTo>
                  <a:cubicBezTo>
                    <a:pt x="6" y="50"/>
                    <a:pt x="6" y="44"/>
                    <a:pt x="7" y="41"/>
                  </a:cubicBezTo>
                  <a:cubicBezTo>
                    <a:pt x="7" y="40"/>
                    <a:pt x="7" y="40"/>
                    <a:pt x="7" y="39"/>
                  </a:cubicBez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9"/>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5"/>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5" name="Freeform 1261">
              <a:extLst>
                <a:ext uri="{FF2B5EF4-FFF2-40B4-BE49-F238E27FC236}">
                  <a16:creationId xmlns:a16="http://schemas.microsoft.com/office/drawing/2014/main" id="{6CD1CC71-B433-4121-BF82-BA650A018673}"/>
                </a:ext>
              </a:extLst>
            </p:cNvPr>
            <p:cNvSpPr>
              <a:spLocks noEditPoints="1"/>
            </p:cNvSpPr>
            <p:nvPr userDrawn="1"/>
          </p:nvSpPr>
          <p:spPr bwMode="auto">
            <a:xfrm>
              <a:off x="-150266" y="4311852"/>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39 w 116"/>
                <a:gd name="T19" fmla="*/ 6 h 365"/>
                <a:gd name="T20" fmla="*/ 40 w 116"/>
                <a:gd name="T21" fmla="*/ 6 h 365"/>
                <a:gd name="T22" fmla="*/ 40 w 116"/>
                <a:gd name="T23" fmla="*/ 6 h 365"/>
                <a:gd name="T24" fmla="*/ 40 w 116"/>
                <a:gd name="T25" fmla="*/ 6 h 365"/>
                <a:gd name="T26" fmla="*/ 90 w 116"/>
                <a:gd name="T27" fmla="*/ 36 h 365"/>
                <a:gd name="T28" fmla="*/ 94 w 116"/>
                <a:gd name="T29" fmla="*/ 48 h 365"/>
                <a:gd name="T30" fmla="*/ 94 w 116"/>
                <a:gd name="T31" fmla="*/ 49 h 365"/>
                <a:gd name="T32" fmla="*/ 100 w 116"/>
                <a:gd name="T33" fmla="*/ 276 h 365"/>
                <a:gd name="T34" fmla="*/ 104 w 116"/>
                <a:gd name="T35" fmla="*/ 310 h 365"/>
                <a:gd name="T36" fmla="*/ 94 w 116"/>
                <a:gd name="T37" fmla="*/ 301 h 365"/>
                <a:gd name="T38" fmla="*/ 75 w 116"/>
                <a:gd name="T39" fmla="*/ 328 h 365"/>
                <a:gd name="T40" fmla="*/ 67 w 116"/>
                <a:gd name="T41" fmla="*/ 330 h 365"/>
                <a:gd name="T42" fmla="*/ 67 w 116"/>
                <a:gd name="T43" fmla="*/ 331 h 365"/>
                <a:gd name="T44" fmla="*/ 42 w 116"/>
                <a:gd name="T45" fmla="*/ 325 h 365"/>
                <a:gd name="T46" fmla="*/ 25 w 116"/>
                <a:gd name="T47" fmla="*/ 295 h 365"/>
                <a:gd name="T48" fmla="*/ 24 w 116"/>
                <a:gd name="T49" fmla="*/ 292 h 365"/>
                <a:gd name="T50" fmla="*/ 24 w 116"/>
                <a:gd name="T51" fmla="*/ 291 h 365"/>
                <a:gd name="T52" fmla="*/ 39 w 116"/>
                <a:gd name="T53" fmla="*/ 0 h 365"/>
                <a:gd name="T54" fmla="*/ 1 w 116"/>
                <a:gd name="T55" fmla="*/ 45 h 365"/>
                <a:gd name="T56" fmla="*/ 0 w 116"/>
                <a:gd name="T57" fmla="*/ 66 h 365"/>
                <a:gd name="T58" fmla="*/ 18 w 116"/>
                <a:gd name="T59" fmla="*/ 292 h 365"/>
                <a:gd name="T60" fmla="*/ 39 w 116"/>
                <a:gd name="T61" fmla="*/ 330 h 365"/>
                <a:gd name="T62" fmla="*/ 64 w 116"/>
                <a:gd name="T63" fmla="*/ 337 h 365"/>
                <a:gd name="T64" fmla="*/ 67 w 116"/>
                <a:gd name="T65" fmla="*/ 337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6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39" y="6"/>
                    <a:pt x="39"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1"/>
                    <a:pt x="67" y="331"/>
                    <a:pt x="67" y="331"/>
                  </a:cubicBezTo>
                  <a:cubicBezTo>
                    <a:pt x="67" y="331"/>
                    <a:pt x="67" y="331"/>
                    <a:pt x="67" y="331"/>
                  </a:cubicBezTo>
                  <a:cubicBezTo>
                    <a:pt x="66" y="331"/>
                    <a:pt x="65" y="331"/>
                    <a:pt x="64" y="331"/>
                  </a:cubicBezTo>
                  <a:cubicBezTo>
                    <a:pt x="55" y="331"/>
                    <a:pt x="47" y="328"/>
                    <a:pt x="42" y="325"/>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30"/>
                  </a:cubicBezTo>
                  <a:cubicBezTo>
                    <a:pt x="45" y="334"/>
                    <a:pt x="54" y="337"/>
                    <a:pt x="64" y="337"/>
                  </a:cubicBezTo>
                  <a:cubicBezTo>
                    <a:pt x="64" y="337"/>
                    <a:pt x="64" y="337"/>
                    <a:pt x="64" y="337"/>
                  </a:cubicBezTo>
                  <a:cubicBezTo>
                    <a:pt x="65" y="337"/>
                    <a:pt x="66" y="337"/>
                    <a:pt x="67" y="337"/>
                  </a:cubicBezTo>
                  <a:cubicBezTo>
                    <a:pt x="67" y="337"/>
                    <a:pt x="67" y="337"/>
                    <a:pt x="67" y="337"/>
                  </a:cubicBezTo>
                  <a:cubicBezTo>
                    <a:pt x="67" y="337"/>
                    <a:pt x="67" y="337"/>
                    <a:pt x="67" y="337"/>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6"/>
                    <a:pt x="106" y="276"/>
                    <a:pt x="106" y="276"/>
                  </a:cubicBezTo>
                  <a:cubicBezTo>
                    <a:pt x="106" y="275"/>
                    <a:pt x="106" y="275"/>
                    <a:pt x="106" y="275"/>
                  </a:cubicBezTo>
                  <a:cubicBezTo>
                    <a:pt x="100" y="49"/>
                    <a:pt x="100" y="49"/>
                    <a:pt x="100" y="49"/>
                  </a:cubicBezTo>
                  <a:cubicBezTo>
                    <a:pt x="100" y="49"/>
                    <a:pt x="100" y="49"/>
                    <a:pt x="100" y="49"/>
                  </a:cubicBezTo>
                  <a:cubicBezTo>
                    <a:pt x="100" y="49"/>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6" name="Freeform 1262">
              <a:extLst>
                <a:ext uri="{FF2B5EF4-FFF2-40B4-BE49-F238E27FC236}">
                  <a16:creationId xmlns:a16="http://schemas.microsoft.com/office/drawing/2014/main" id="{C86C199A-165B-42F1-B605-DC3C77A0D65A}"/>
                </a:ext>
              </a:extLst>
            </p:cNvPr>
            <p:cNvSpPr>
              <a:spLocks/>
            </p:cNvSpPr>
            <p:nvPr userDrawn="1"/>
          </p:nvSpPr>
          <p:spPr bwMode="auto">
            <a:xfrm>
              <a:off x="18315" y="4845690"/>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7" name="Freeform 1263">
              <a:extLst>
                <a:ext uri="{FF2B5EF4-FFF2-40B4-BE49-F238E27FC236}">
                  <a16:creationId xmlns:a16="http://schemas.microsoft.com/office/drawing/2014/main" id="{6D94019A-B8C8-48B2-94AD-829EF52D33F9}"/>
                </a:ext>
              </a:extLst>
            </p:cNvPr>
            <p:cNvSpPr>
              <a:spLocks noEditPoints="1"/>
            </p:cNvSpPr>
            <p:nvPr userDrawn="1"/>
          </p:nvSpPr>
          <p:spPr bwMode="auto">
            <a:xfrm>
              <a:off x="1543569" y="4351990"/>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5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1"/>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5"/>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8" name="Freeform 1264">
              <a:extLst>
                <a:ext uri="{FF2B5EF4-FFF2-40B4-BE49-F238E27FC236}">
                  <a16:creationId xmlns:a16="http://schemas.microsoft.com/office/drawing/2014/main" id="{372268FB-A417-48B0-BBAD-A653736C1A89}"/>
                </a:ext>
              </a:extLst>
            </p:cNvPr>
            <p:cNvSpPr>
              <a:spLocks noEditPoints="1"/>
            </p:cNvSpPr>
            <p:nvPr userDrawn="1"/>
          </p:nvSpPr>
          <p:spPr bwMode="auto">
            <a:xfrm>
              <a:off x="-180370" y="3992753"/>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3"/>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2" y="13"/>
                    <a:pt x="16" y="10"/>
                    <a:pt x="19" y="8"/>
                  </a:cubicBezTo>
                  <a:cubicBezTo>
                    <a:pt x="21" y="7"/>
                    <a:pt x="23" y="7"/>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9"/>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9" name="Freeform 1265">
              <a:extLst>
                <a:ext uri="{FF2B5EF4-FFF2-40B4-BE49-F238E27FC236}">
                  <a16:creationId xmlns:a16="http://schemas.microsoft.com/office/drawing/2014/main" id="{4BF2830E-663E-45C7-8823-9354CE785D81}"/>
                </a:ext>
              </a:extLst>
            </p:cNvPr>
            <p:cNvSpPr>
              <a:spLocks noEditPoints="1"/>
            </p:cNvSpPr>
            <p:nvPr userDrawn="1"/>
          </p:nvSpPr>
          <p:spPr bwMode="auto">
            <a:xfrm>
              <a:off x="1888758" y="5160776"/>
              <a:ext cx="238823" cy="180622"/>
            </a:xfrm>
            <a:custGeom>
              <a:avLst/>
              <a:gdLst>
                <a:gd name="T0" fmla="*/ 45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4 h 121"/>
                <a:gd name="T38" fmla="*/ 6 w 159"/>
                <a:gd name="T39" fmla="*/ 45 h 121"/>
                <a:gd name="T40" fmla="*/ 12 w 159"/>
                <a:gd name="T41" fmla="*/ 39 h 121"/>
                <a:gd name="T42" fmla="*/ 36 w 159"/>
                <a:gd name="T43" fmla="*/ 31 h 121"/>
                <a:gd name="T44" fmla="*/ 45 w 159"/>
                <a:gd name="T45" fmla="*/ 32 h 121"/>
                <a:gd name="T46" fmla="*/ 45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4"/>
                    <a:pt x="6" y="94"/>
                    <a:pt x="6" y="94"/>
                  </a:cubicBezTo>
                  <a:cubicBezTo>
                    <a:pt x="6" y="45"/>
                    <a:pt x="6" y="45"/>
                    <a:pt x="6" y="45"/>
                  </a:cubicBezTo>
                  <a:cubicBezTo>
                    <a:pt x="7" y="44"/>
                    <a:pt x="8" y="41"/>
                    <a:pt x="12" y="39"/>
                  </a:cubicBezTo>
                  <a:cubicBezTo>
                    <a:pt x="16" y="35"/>
                    <a:pt x="23" y="31"/>
                    <a:pt x="36" y="31"/>
                  </a:cubicBezTo>
                  <a:cubicBezTo>
                    <a:pt x="39" y="31"/>
                    <a:pt x="42" y="32"/>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8"/>
                    <a:pt x="159" y="57"/>
                    <a:pt x="159" y="56"/>
                  </a:cubicBezTo>
                  <a:cubicBezTo>
                    <a:pt x="159" y="49"/>
                    <a:pt x="157" y="44"/>
                    <a:pt x="153" y="40"/>
                  </a:cubicBezTo>
                  <a:cubicBezTo>
                    <a:pt x="148" y="35"/>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0" name="Freeform 1266">
              <a:extLst>
                <a:ext uri="{FF2B5EF4-FFF2-40B4-BE49-F238E27FC236}">
                  <a16:creationId xmlns:a16="http://schemas.microsoft.com/office/drawing/2014/main" id="{0B1FD555-2B4B-41B6-AF75-8A4AD707ABE6}"/>
                </a:ext>
              </a:extLst>
            </p:cNvPr>
            <p:cNvSpPr>
              <a:spLocks noEditPoints="1"/>
            </p:cNvSpPr>
            <p:nvPr userDrawn="1"/>
          </p:nvSpPr>
          <p:spPr bwMode="auto">
            <a:xfrm>
              <a:off x="1527514" y="4502509"/>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8"/>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20"/>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1" name="Freeform 1267">
              <a:extLst>
                <a:ext uri="{FF2B5EF4-FFF2-40B4-BE49-F238E27FC236}">
                  <a16:creationId xmlns:a16="http://schemas.microsoft.com/office/drawing/2014/main" id="{798BC504-AA93-48D0-A95F-A121B0FA6B0B}"/>
                </a:ext>
              </a:extLst>
            </p:cNvPr>
            <p:cNvSpPr>
              <a:spLocks noEditPoints="1"/>
            </p:cNvSpPr>
            <p:nvPr userDrawn="1"/>
          </p:nvSpPr>
          <p:spPr bwMode="auto">
            <a:xfrm>
              <a:off x="2336299" y="5674546"/>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2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8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5"/>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8"/>
                    <a:pt x="21" y="18"/>
                    <a:pt x="21" y="18"/>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2" name="Freeform 1268">
              <a:extLst>
                <a:ext uri="{FF2B5EF4-FFF2-40B4-BE49-F238E27FC236}">
                  <a16:creationId xmlns:a16="http://schemas.microsoft.com/office/drawing/2014/main" id="{82A78E65-B491-41E9-AF88-BB48C1B92AE7}"/>
                </a:ext>
              </a:extLst>
            </p:cNvPr>
            <p:cNvSpPr>
              <a:spLocks/>
            </p:cNvSpPr>
            <p:nvPr userDrawn="1"/>
          </p:nvSpPr>
          <p:spPr bwMode="auto">
            <a:xfrm>
              <a:off x="2545018" y="5839113"/>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3" name="Freeform 1269">
              <a:extLst>
                <a:ext uri="{FF2B5EF4-FFF2-40B4-BE49-F238E27FC236}">
                  <a16:creationId xmlns:a16="http://schemas.microsoft.com/office/drawing/2014/main" id="{A4F90EDC-7027-4364-A224-CE897193135B}"/>
                </a:ext>
              </a:extLst>
            </p:cNvPr>
            <p:cNvSpPr>
              <a:spLocks noEditPoints="1"/>
            </p:cNvSpPr>
            <p:nvPr userDrawn="1"/>
          </p:nvSpPr>
          <p:spPr bwMode="auto">
            <a:xfrm>
              <a:off x="1515472" y="5281191"/>
              <a:ext cx="313078" cy="280968"/>
            </a:xfrm>
            <a:custGeom>
              <a:avLst/>
              <a:gdLst>
                <a:gd name="T0" fmla="*/ 84 w 209"/>
                <a:gd name="T1" fmla="*/ 8 h 187"/>
                <a:gd name="T2" fmla="*/ 108 w 209"/>
                <a:gd name="T3" fmla="*/ 6 h 187"/>
                <a:gd name="T4" fmla="*/ 198 w 209"/>
                <a:gd name="T5" fmla="*/ 50 h 187"/>
                <a:gd name="T6" fmla="*/ 193 w 209"/>
                <a:gd name="T7" fmla="*/ 116 h 187"/>
                <a:gd name="T8" fmla="*/ 154 w 209"/>
                <a:gd name="T9" fmla="*/ 156 h 187"/>
                <a:gd name="T10" fmla="*/ 111 w 209"/>
                <a:gd name="T11" fmla="*/ 165 h 187"/>
                <a:gd name="T12" fmla="*/ 88 w 209"/>
                <a:gd name="T13" fmla="*/ 160 h 187"/>
                <a:gd name="T14" fmla="*/ 88 w 209"/>
                <a:gd name="T15" fmla="*/ 159 h 187"/>
                <a:gd name="T16" fmla="*/ 61 w 209"/>
                <a:gd name="T17" fmla="*/ 147 h 187"/>
                <a:gd name="T18" fmla="*/ 38 w 209"/>
                <a:gd name="T19" fmla="*/ 134 h 187"/>
                <a:gd name="T20" fmla="*/ 21 w 209"/>
                <a:gd name="T21" fmla="*/ 152 h 187"/>
                <a:gd name="T22" fmla="*/ 13 w 209"/>
                <a:gd name="T23" fmla="*/ 115 h 187"/>
                <a:gd name="T24" fmla="*/ 13 w 209"/>
                <a:gd name="T25" fmla="*/ 115 h 187"/>
                <a:gd name="T26" fmla="*/ 6 w 209"/>
                <a:gd name="T27" fmla="*/ 96 h 187"/>
                <a:gd name="T28" fmla="*/ 14 w 209"/>
                <a:gd name="T29" fmla="*/ 69 h 187"/>
                <a:gd name="T30" fmla="*/ 14 w 209"/>
                <a:gd name="T31" fmla="*/ 69 h 187"/>
                <a:gd name="T32" fmla="*/ 84 w 209"/>
                <a:gd name="T33" fmla="*/ 8 h 187"/>
                <a:gd name="T34" fmla="*/ 83 w 209"/>
                <a:gd name="T35" fmla="*/ 2 h 187"/>
                <a:gd name="T36" fmla="*/ 83 w 209"/>
                <a:gd name="T37" fmla="*/ 2 h 187"/>
                <a:gd name="T38" fmla="*/ 8 w 209"/>
                <a:gd name="T39" fmla="*/ 67 h 187"/>
                <a:gd name="T40" fmla="*/ 4 w 209"/>
                <a:gd name="T41" fmla="*/ 113 h 187"/>
                <a:gd name="T42" fmla="*/ 15 w 209"/>
                <a:gd name="T43" fmla="*/ 152 h 187"/>
                <a:gd name="T44" fmla="*/ 13 w 209"/>
                <a:gd name="T45" fmla="*/ 172 h 187"/>
                <a:gd name="T46" fmla="*/ 13 w 209"/>
                <a:gd name="T47" fmla="*/ 173 h 187"/>
                <a:gd name="T48" fmla="*/ 19 w 209"/>
                <a:gd name="T49" fmla="*/ 175 h 187"/>
                <a:gd name="T50" fmla="*/ 50 w 209"/>
                <a:gd name="T51" fmla="*/ 148 h 187"/>
                <a:gd name="T52" fmla="*/ 111 w 209"/>
                <a:gd name="T53" fmla="*/ 171 h 187"/>
                <a:gd name="T54" fmla="*/ 156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5" y="31"/>
                    <a:pt x="198" y="50"/>
                  </a:cubicBezTo>
                  <a:cubicBezTo>
                    <a:pt x="198" y="52"/>
                    <a:pt x="203" y="63"/>
                    <a:pt x="203" y="79"/>
                  </a:cubicBezTo>
                  <a:cubicBezTo>
                    <a:pt x="203" y="89"/>
                    <a:pt x="201" y="102"/>
                    <a:pt x="193"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59"/>
                    <a:pt x="88" y="159"/>
                    <a:pt x="88" y="159"/>
                  </a:cubicBezTo>
                  <a:cubicBezTo>
                    <a:pt x="88" y="159"/>
                    <a:pt x="88" y="159"/>
                    <a:pt x="88" y="159"/>
                  </a:cubicBezTo>
                  <a:cubicBezTo>
                    <a:pt x="88" y="159"/>
                    <a:pt x="86" y="158"/>
                    <a:pt x="82" y="157"/>
                  </a:cubicBezTo>
                  <a:cubicBezTo>
                    <a:pt x="77" y="154"/>
                    <a:pt x="69" y="151"/>
                    <a:pt x="61" y="147"/>
                  </a:cubicBezTo>
                  <a:cubicBezTo>
                    <a:pt x="53" y="143"/>
                    <a:pt x="45" y="139"/>
                    <a:pt x="41" y="136"/>
                  </a:cubicBezTo>
                  <a:cubicBezTo>
                    <a:pt x="38" y="134"/>
                    <a:pt x="38" y="134"/>
                    <a:pt x="38" y="134"/>
                  </a:cubicBezTo>
                  <a:cubicBezTo>
                    <a:pt x="20" y="162"/>
                    <a:pt x="20" y="162"/>
                    <a:pt x="20" y="162"/>
                  </a:cubicBezTo>
                  <a:cubicBezTo>
                    <a:pt x="21" y="159"/>
                    <a:pt x="21" y="156"/>
                    <a:pt x="21" y="152"/>
                  </a:cubicBezTo>
                  <a:cubicBezTo>
                    <a:pt x="21" y="141"/>
                    <a:pt x="19" y="127"/>
                    <a:pt x="14"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2" y="54"/>
                    <a:pt x="9" y="65"/>
                    <a:pt x="8" y="67"/>
                  </a:cubicBezTo>
                  <a:cubicBezTo>
                    <a:pt x="2" y="79"/>
                    <a:pt x="0" y="88"/>
                    <a:pt x="0" y="96"/>
                  </a:cubicBezTo>
                  <a:cubicBezTo>
                    <a:pt x="0" y="104"/>
                    <a:pt x="2" y="110"/>
                    <a:pt x="4" y="113"/>
                  </a:cubicBezTo>
                  <a:cubicBezTo>
                    <a:pt x="6" y="116"/>
                    <a:pt x="8" y="118"/>
                    <a:pt x="8" y="119"/>
                  </a:cubicBezTo>
                  <a:cubicBezTo>
                    <a:pt x="13" y="129"/>
                    <a:pt x="15" y="142"/>
                    <a:pt x="15" y="152"/>
                  </a:cubicBezTo>
                  <a:cubicBezTo>
                    <a:pt x="15" y="158"/>
                    <a:pt x="14" y="164"/>
                    <a:pt x="14" y="167"/>
                  </a:cubicBezTo>
                  <a:cubicBezTo>
                    <a:pt x="14" y="169"/>
                    <a:pt x="13" y="171"/>
                    <a:pt x="13" y="172"/>
                  </a:cubicBezTo>
                  <a:cubicBezTo>
                    <a:pt x="13" y="172"/>
                    <a:pt x="13"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6" y="146"/>
                    <a:pt x="50" y="148"/>
                  </a:cubicBezTo>
                  <a:cubicBezTo>
                    <a:pt x="64" y="156"/>
                    <a:pt x="83" y="164"/>
                    <a:pt x="85" y="165"/>
                  </a:cubicBezTo>
                  <a:cubicBezTo>
                    <a:pt x="93" y="170"/>
                    <a:pt x="102" y="171"/>
                    <a:pt x="111" y="171"/>
                  </a:cubicBezTo>
                  <a:cubicBezTo>
                    <a:pt x="133" y="171"/>
                    <a:pt x="156" y="161"/>
                    <a:pt x="156" y="161"/>
                  </a:cubicBezTo>
                  <a:cubicBezTo>
                    <a:pt x="156" y="161"/>
                    <a:pt x="156" y="161"/>
                    <a:pt x="156"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4" name="Freeform 1270">
              <a:extLst>
                <a:ext uri="{FF2B5EF4-FFF2-40B4-BE49-F238E27FC236}">
                  <a16:creationId xmlns:a16="http://schemas.microsoft.com/office/drawing/2014/main" id="{8226BC44-EB05-417B-8275-9F28D8107983}"/>
                </a:ext>
              </a:extLst>
            </p:cNvPr>
            <p:cNvSpPr>
              <a:spLocks noEditPoints="1"/>
            </p:cNvSpPr>
            <p:nvPr userDrawn="1"/>
          </p:nvSpPr>
          <p:spPr bwMode="auto">
            <a:xfrm>
              <a:off x="1866681" y="5768870"/>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5" name="Freeform 1271">
              <a:extLst>
                <a:ext uri="{FF2B5EF4-FFF2-40B4-BE49-F238E27FC236}">
                  <a16:creationId xmlns:a16="http://schemas.microsoft.com/office/drawing/2014/main" id="{DDDC5317-88E5-4B60-BE7A-1CFA28C1F659}"/>
                </a:ext>
              </a:extLst>
            </p:cNvPr>
            <p:cNvSpPr>
              <a:spLocks noEditPoints="1"/>
            </p:cNvSpPr>
            <p:nvPr userDrawn="1"/>
          </p:nvSpPr>
          <p:spPr bwMode="auto">
            <a:xfrm>
              <a:off x="355477" y="5106589"/>
              <a:ext cx="315086" cy="284982"/>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6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8"/>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2"/>
                    <a:pt x="111" y="172"/>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6" name="Freeform 1272">
              <a:extLst>
                <a:ext uri="{FF2B5EF4-FFF2-40B4-BE49-F238E27FC236}">
                  <a16:creationId xmlns:a16="http://schemas.microsoft.com/office/drawing/2014/main" id="{A9A18FC2-92FA-4517-B992-6274350DA00D}"/>
                </a:ext>
              </a:extLst>
            </p:cNvPr>
            <p:cNvSpPr>
              <a:spLocks/>
            </p:cNvSpPr>
            <p:nvPr userDrawn="1"/>
          </p:nvSpPr>
          <p:spPr bwMode="auto">
            <a:xfrm>
              <a:off x="487933" y="5108597"/>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7" name="Freeform 1273">
              <a:extLst>
                <a:ext uri="{FF2B5EF4-FFF2-40B4-BE49-F238E27FC236}">
                  <a16:creationId xmlns:a16="http://schemas.microsoft.com/office/drawing/2014/main" id="{C9B98063-03C3-44CC-AF20-76CC7910F90D}"/>
                </a:ext>
              </a:extLst>
            </p:cNvPr>
            <p:cNvSpPr>
              <a:spLocks/>
            </p:cNvSpPr>
            <p:nvPr userDrawn="1"/>
          </p:nvSpPr>
          <p:spPr bwMode="auto">
            <a:xfrm>
              <a:off x="1216442" y="4576764"/>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1"/>
                    <a:pt x="5" y="114"/>
                  </a:cubicBezTo>
                  <a:cubicBezTo>
                    <a:pt x="6" y="117"/>
                    <a:pt x="8" y="119"/>
                    <a:pt x="9" y="120"/>
                  </a:cubicBezTo>
                  <a:cubicBezTo>
                    <a:pt x="13" y="130"/>
                    <a:pt x="15" y="143"/>
                    <a:pt x="15" y="153"/>
                  </a:cubicBezTo>
                  <a:cubicBezTo>
                    <a:pt x="15" y="159"/>
                    <a:pt x="14" y="164"/>
                    <a:pt x="14" y="168"/>
                  </a:cubicBezTo>
                  <a:cubicBezTo>
                    <a:pt x="14" y="170"/>
                    <a:pt x="14" y="172"/>
                    <a:pt x="14" y="173"/>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6"/>
                  </a:cubicBezTo>
                  <a:cubicBezTo>
                    <a:pt x="93" y="171"/>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3"/>
                    <a:pt x="21" y="163"/>
                    <a:pt x="21" y="163"/>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7"/>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8" name="Freeform 1274">
              <a:extLst>
                <a:ext uri="{FF2B5EF4-FFF2-40B4-BE49-F238E27FC236}">
                  <a16:creationId xmlns:a16="http://schemas.microsoft.com/office/drawing/2014/main" id="{64C6CA8B-083A-46C1-84AB-A188389A8EE8}"/>
                </a:ext>
              </a:extLst>
            </p:cNvPr>
            <p:cNvSpPr>
              <a:spLocks/>
            </p:cNvSpPr>
            <p:nvPr userDrawn="1"/>
          </p:nvSpPr>
          <p:spPr bwMode="auto">
            <a:xfrm>
              <a:off x="1391044" y="4825621"/>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9" name="Freeform 1275">
              <a:extLst>
                <a:ext uri="{FF2B5EF4-FFF2-40B4-BE49-F238E27FC236}">
                  <a16:creationId xmlns:a16="http://schemas.microsoft.com/office/drawing/2014/main" id="{50F1F6EE-6DC1-4DB2-9328-D17B33F4C3EA}"/>
                </a:ext>
              </a:extLst>
            </p:cNvPr>
            <p:cNvSpPr>
              <a:spLocks/>
            </p:cNvSpPr>
            <p:nvPr userDrawn="1"/>
          </p:nvSpPr>
          <p:spPr bwMode="auto">
            <a:xfrm>
              <a:off x="1232497" y="4847698"/>
              <a:ext cx="6021" cy="12041"/>
            </a:xfrm>
            <a:custGeom>
              <a:avLst/>
              <a:gdLst>
                <a:gd name="T0" fmla="*/ 1 w 4"/>
                <a:gd name="T1" fmla="*/ 0 h 8"/>
                <a:gd name="T2" fmla="*/ 0 w 4"/>
                <a:gd name="T3" fmla="*/ 8 h 8"/>
                <a:gd name="T4" fmla="*/ 4 w 4"/>
                <a:gd name="T5" fmla="*/ 3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3"/>
                    <a:pt x="4" y="3"/>
                    <a:pt x="4" y="3"/>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0" name="Freeform 1276">
              <a:extLst>
                <a:ext uri="{FF2B5EF4-FFF2-40B4-BE49-F238E27FC236}">
                  <a16:creationId xmlns:a16="http://schemas.microsoft.com/office/drawing/2014/main" id="{0E7E533F-6330-42A2-BFA0-2CB9BECDAB56}"/>
                </a:ext>
              </a:extLst>
            </p:cNvPr>
            <p:cNvSpPr>
              <a:spLocks/>
            </p:cNvSpPr>
            <p:nvPr userDrawn="1"/>
          </p:nvSpPr>
          <p:spPr bwMode="auto">
            <a:xfrm>
              <a:off x="1234504" y="4837663"/>
              <a:ext cx="8028" cy="16055"/>
            </a:xfrm>
            <a:custGeom>
              <a:avLst/>
              <a:gdLst>
                <a:gd name="T0" fmla="*/ 1 w 6"/>
                <a:gd name="T1" fmla="*/ 0 h 10"/>
                <a:gd name="T2" fmla="*/ 1 w 6"/>
                <a:gd name="T3" fmla="*/ 1 h 10"/>
                <a:gd name="T4" fmla="*/ 1 w 6"/>
                <a:gd name="T5" fmla="*/ 1 h 10"/>
                <a:gd name="T6" fmla="*/ 0 w 6"/>
                <a:gd name="T7" fmla="*/ 7 h 10"/>
                <a:gd name="T8" fmla="*/ 3 w 6"/>
                <a:gd name="T9" fmla="*/ 10 h 10"/>
                <a:gd name="T10" fmla="*/ 6 w 6"/>
                <a:gd name="T11" fmla="*/ 4 h 10"/>
                <a:gd name="T12" fmla="*/ 1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0"/>
                  </a:moveTo>
                  <a:cubicBezTo>
                    <a:pt x="1" y="1"/>
                    <a:pt x="1" y="1"/>
                    <a:pt x="1" y="1"/>
                  </a:cubicBezTo>
                  <a:cubicBezTo>
                    <a:pt x="1" y="1"/>
                    <a:pt x="1" y="1"/>
                    <a:pt x="1" y="1"/>
                  </a:cubicBezTo>
                  <a:cubicBezTo>
                    <a:pt x="0" y="7"/>
                    <a:pt x="0" y="7"/>
                    <a:pt x="0" y="7"/>
                  </a:cubicBezTo>
                  <a:cubicBezTo>
                    <a:pt x="1" y="8"/>
                    <a:pt x="2" y="9"/>
                    <a:pt x="3" y="10"/>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1" name="Freeform 1277">
              <a:extLst>
                <a:ext uri="{FF2B5EF4-FFF2-40B4-BE49-F238E27FC236}">
                  <a16:creationId xmlns:a16="http://schemas.microsoft.com/office/drawing/2014/main" id="{1BCD5D43-E21C-43DD-9326-52A258C795FE}"/>
                </a:ext>
              </a:extLst>
            </p:cNvPr>
            <p:cNvSpPr>
              <a:spLocks noEditPoints="1"/>
            </p:cNvSpPr>
            <p:nvPr userDrawn="1"/>
          </p:nvSpPr>
          <p:spPr bwMode="auto">
            <a:xfrm>
              <a:off x="2370417" y="4378080"/>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1"/>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40"/>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2" name="Freeform 1278">
              <a:extLst>
                <a:ext uri="{FF2B5EF4-FFF2-40B4-BE49-F238E27FC236}">
                  <a16:creationId xmlns:a16="http://schemas.microsoft.com/office/drawing/2014/main" id="{836AC95A-96D3-4433-BFF5-E2347618F777}"/>
                </a:ext>
              </a:extLst>
            </p:cNvPr>
            <p:cNvSpPr>
              <a:spLocks noEditPoints="1"/>
            </p:cNvSpPr>
            <p:nvPr userDrawn="1"/>
          </p:nvSpPr>
          <p:spPr bwMode="auto">
            <a:xfrm>
              <a:off x="2613253" y="4378080"/>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3" name="Freeform 1279">
              <a:extLst>
                <a:ext uri="{FF2B5EF4-FFF2-40B4-BE49-F238E27FC236}">
                  <a16:creationId xmlns:a16="http://schemas.microsoft.com/office/drawing/2014/main" id="{E6EF1C98-59FB-4409-95ED-09014D8EB94E}"/>
                </a:ext>
              </a:extLst>
            </p:cNvPr>
            <p:cNvSpPr>
              <a:spLocks/>
            </p:cNvSpPr>
            <p:nvPr userDrawn="1"/>
          </p:nvSpPr>
          <p:spPr bwMode="auto">
            <a:xfrm>
              <a:off x="2370417"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4" name="Freeform 1280">
              <a:extLst>
                <a:ext uri="{FF2B5EF4-FFF2-40B4-BE49-F238E27FC236}">
                  <a16:creationId xmlns:a16="http://schemas.microsoft.com/office/drawing/2014/main" id="{79FC8B2A-0933-4399-9FA7-9BD3E42B8D97}"/>
                </a:ext>
              </a:extLst>
            </p:cNvPr>
            <p:cNvSpPr>
              <a:spLocks noEditPoints="1"/>
            </p:cNvSpPr>
            <p:nvPr userDrawn="1"/>
          </p:nvSpPr>
          <p:spPr bwMode="auto">
            <a:xfrm>
              <a:off x="202951" y="5439737"/>
              <a:ext cx="351210" cy="313078"/>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8 h 208"/>
                <a:gd name="T54" fmla="*/ 15 w 233"/>
                <a:gd name="T55" fmla="*/ 78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3 h 208"/>
                <a:gd name="T74" fmla="*/ 25 w 233"/>
                <a:gd name="T75" fmla="*/ 46 h 208"/>
                <a:gd name="T76" fmla="*/ 9 w 233"/>
                <a:gd name="T77" fmla="*/ 75 h 208"/>
                <a:gd name="T78" fmla="*/ 0 w 233"/>
                <a:gd name="T79" fmla="*/ 108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3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5"/>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8"/>
                  </a:cubicBezTo>
                  <a:cubicBezTo>
                    <a:pt x="6" y="100"/>
                    <a:pt x="8" y="90"/>
                    <a:pt x="15" y="78"/>
                  </a:cubicBezTo>
                  <a:cubicBezTo>
                    <a:pt x="15" y="77"/>
                    <a:pt x="15" y="77"/>
                    <a:pt x="15" y="77"/>
                  </a:cubicBezTo>
                  <a:cubicBezTo>
                    <a:pt x="15" y="77"/>
                    <a:pt x="15" y="77"/>
                    <a:pt x="15" y="77"/>
                  </a:cubicBezTo>
                  <a:cubicBezTo>
                    <a:pt x="15" y="77"/>
                    <a:pt x="15" y="77"/>
                    <a:pt x="15" y="77"/>
                  </a:cubicBezTo>
                  <a:cubicBezTo>
                    <a:pt x="15" y="76"/>
                    <a:pt x="19" y="63"/>
                    <a:pt x="31" y="48"/>
                  </a:cubicBezTo>
                  <a:cubicBezTo>
                    <a:pt x="42" y="34"/>
                    <a:pt x="62" y="17"/>
                    <a:pt x="94" y="8"/>
                  </a:cubicBezTo>
                  <a:moveTo>
                    <a:pt x="120" y="0"/>
                  </a:moveTo>
                  <a:cubicBezTo>
                    <a:pt x="104" y="0"/>
                    <a:pt x="93" y="2"/>
                    <a:pt x="93" y="2"/>
                  </a:cubicBezTo>
                  <a:cubicBezTo>
                    <a:pt x="92" y="2"/>
                    <a:pt x="92" y="2"/>
                    <a:pt x="92" y="2"/>
                  </a:cubicBezTo>
                  <a:cubicBezTo>
                    <a:pt x="92" y="3"/>
                    <a:pt x="92" y="3"/>
                    <a:pt x="92" y="3"/>
                  </a:cubicBezTo>
                  <a:cubicBezTo>
                    <a:pt x="58" y="12"/>
                    <a:pt x="37" y="30"/>
                    <a:pt x="25" y="46"/>
                  </a:cubicBezTo>
                  <a:cubicBezTo>
                    <a:pt x="14" y="60"/>
                    <a:pt x="10" y="73"/>
                    <a:pt x="9" y="75"/>
                  </a:cubicBezTo>
                  <a:cubicBezTo>
                    <a:pt x="3" y="88"/>
                    <a:pt x="0" y="99"/>
                    <a:pt x="0" y="108"/>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4"/>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3"/>
                    <a:pt x="226" y="53"/>
                    <a:pt x="226" y="53"/>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5" name="Freeform 1281">
              <a:extLst>
                <a:ext uri="{FF2B5EF4-FFF2-40B4-BE49-F238E27FC236}">
                  <a16:creationId xmlns:a16="http://schemas.microsoft.com/office/drawing/2014/main" id="{1780C6DD-6F08-4858-B2B9-CB3E3F13F05D}"/>
                </a:ext>
              </a:extLst>
            </p:cNvPr>
            <p:cNvSpPr>
              <a:spLocks noEditPoints="1"/>
            </p:cNvSpPr>
            <p:nvPr userDrawn="1"/>
          </p:nvSpPr>
          <p:spPr bwMode="auto">
            <a:xfrm>
              <a:off x="1774363" y="4606868"/>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7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6 h 117"/>
                <a:gd name="T50" fmla="*/ 136 w 169"/>
                <a:gd name="T51" fmla="*/ 6 h 117"/>
                <a:gd name="T52" fmla="*/ 136 w 169"/>
                <a:gd name="T53" fmla="*/ 6 h 117"/>
                <a:gd name="T54" fmla="*/ 136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7"/>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7"/>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6" name="Freeform 1282">
              <a:extLst>
                <a:ext uri="{FF2B5EF4-FFF2-40B4-BE49-F238E27FC236}">
                  <a16:creationId xmlns:a16="http://schemas.microsoft.com/office/drawing/2014/main" id="{C0534DD6-246F-44F6-8A48-0E59CE0167C0}"/>
                </a:ext>
              </a:extLst>
            </p:cNvPr>
            <p:cNvSpPr>
              <a:spLocks noEditPoints="1"/>
            </p:cNvSpPr>
            <p:nvPr userDrawn="1"/>
          </p:nvSpPr>
          <p:spPr bwMode="auto">
            <a:xfrm>
              <a:off x="538105" y="5664511"/>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20 h 70"/>
                <a:gd name="T20" fmla="*/ 30 w 104"/>
                <a:gd name="T21" fmla="*/ 20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3 w 104"/>
                <a:gd name="T65" fmla="*/ 6 h 70"/>
                <a:gd name="T66" fmla="*/ 83 w 104"/>
                <a:gd name="T67" fmla="*/ 6 h 70"/>
                <a:gd name="T68" fmla="*/ 83 w 104"/>
                <a:gd name="T69" fmla="*/ 6 h 70"/>
                <a:gd name="T70" fmla="*/ 83 w 104"/>
                <a:gd name="T71" fmla="*/ 6 h 70"/>
                <a:gd name="T72" fmla="*/ 84 w 104"/>
                <a:gd name="T73" fmla="*/ 0 h 70"/>
                <a:gd name="T74" fmla="*/ 46 w 104"/>
                <a:gd name="T75" fmla="*/ 0 h 70"/>
                <a:gd name="T76" fmla="*/ 46 w 104"/>
                <a:gd name="T77" fmla="*/ 0 h 70"/>
                <a:gd name="T78" fmla="*/ 35 w 104"/>
                <a:gd name="T79" fmla="*/ 3 h 70"/>
                <a:gd name="T80" fmla="*/ 26 w 104"/>
                <a:gd name="T81" fmla="*/ 13 h 70"/>
                <a:gd name="T82" fmla="*/ 24 w 104"/>
                <a:gd name="T83" fmla="*/ 19 h 70"/>
                <a:gd name="T84" fmla="*/ 24 w 104"/>
                <a:gd name="T85" fmla="*/ 19 h 70"/>
                <a:gd name="T86" fmla="*/ 24 w 104"/>
                <a:gd name="T87" fmla="*/ 32 h 70"/>
                <a:gd name="T88" fmla="*/ 0 w 104"/>
                <a:gd name="T89" fmla="*/ 19 h 70"/>
                <a:gd name="T90" fmla="*/ 8 w 104"/>
                <a:gd name="T91" fmla="*/ 30 h 70"/>
                <a:gd name="T92" fmla="*/ 10 w 104"/>
                <a:gd name="T93" fmla="*/ 28 h 70"/>
                <a:gd name="T94" fmla="*/ 8 w 104"/>
                <a:gd name="T95" fmla="*/ 30 h 70"/>
                <a:gd name="T96" fmla="*/ 24 w 104"/>
                <a:gd name="T97" fmla="*/ 51 h 70"/>
                <a:gd name="T98" fmla="*/ 27 w 104"/>
                <a:gd name="T99" fmla="*/ 61 h 70"/>
                <a:gd name="T100" fmla="*/ 35 w 104"/>
                <a:gd name="T101" fmla="*/ 69 h 70"/>
                <a:gd name="T102" fmla="*/ 40 w 104"/>
                <a:gd name="T103" fmla="*/ 70 h 70"/>
                <a:gd name="T104" fmla="*/ 40 w 104"/>
                <a:gd name="T105" fmla="*/ 70 h 70"/>
                <a:gd name="T106" fmla="*/ 81 w 104"/>
                <a:gd name="T107" fmla="*/ 70 h 70"/>
                <a:gd name="T108" fmla="*/ 81 w 104"/>
                <a:gd name="T109" fmla="*/ 70 h 70"/>
                <a:gd name="T110" fmla="*/ 100 w 104"/>
                <a:gd name="T111" fmla="*/ 64 h 70"/>
                <a:gd name="T112" fmla="*/ 104 w 104"/>
                <a:gd name="T113" fmla="*/ 55 h 70"/>
                <a:gd name="T114" fmla="*/ 104 w 104"/>
                <a:gd name="T115" fmla="*/ 53 h 70"/>
                <a:gd name="T116" fmla="*/ 104 w 104"/>
                <a:gd name="T117" fmla="*/ 20 h 70"/>
                <a:gd name="T118" fmla="*/ 104 w 104"/>
                <a:gd name="T119" fmla="*/ 19 h 70"/>
                <a:gd name="T120" fmla="*/ 93 w 104"/>
                <a:gd name="T121" fmla="*/ 3 h 70"/>
                <a:gd name="T122" fmla="*/ 84 w 104"/>
                <a:gd name="T123" fmla="*/ 0 h 70"/>
                <a:gd name="T124" fmla="*/ 84 w 104"/>
                <a:gd name="T1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20"/>
                  </a:moveTo>
                  <a:cubicBezTo>
                    <a:pt x="30" y="20"/>
                    <a:pt x="30" y="20"/>
                    <a:pt x="30" y="20"/>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3" y="6"/>
                  </a:moveTo>
                  <a:cubicBezTo>
                    <a:pt x="83" y="6"/>
                    <a:pt x="83" y="6"/>
                    <a:pt x="83" y="6"/>
                  </a:cubicBezTo>
                  <a:cubicBezTo>
                    <a:pt x="83" y="6"/>
                    <a:pt x="83" y="6"/>
                    <a:pt x="83" y="6"/>
                  </a:cubicBezTo>
                  <a:cubicBezTo>
                    <a:pt x="83" y="6"/>
                    <a:pt x="83" y="6"/>
                    <a:pt x="83"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7" name="Freeform 1283">
              <a:extLst>
                <a:ext uri="{FF2B5EF4-FFF2-40B4-BE49-F238E27FC236}">
                  <a16:creationId xmlns:a16="http://schemas.microsoft.com/office/drawing/2014/main" id="{B692F55E-DC4C-470E-99A1-BEC671CCCD8C}"/>
                </a:ext>
              </a:extLst>
            </p:cNvPr>
            <p:cNvSpPr>
              <a:spLocks noEditPoints="1"/>
            </p:cNvSpPr>
            <p:nvPr userDrawn="1"/>
          </p:nvSpPr>
          <p:spPr bwMode="auto">
            <a:xfrm>
              <a:off x="-17809" y="5794961"/>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7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7"/>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2"/>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7"/>
                    <a:pt x="32" y="27"/>
                    <a:pt x="32" y="27"/>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8"/>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8" name="Freeform 1284">
              <a:extLst>
                <a:ext uri="{FF2B5EF4-FFF2-40B4-BE49-F238E27FC236}">
                  <a16:creationId xmlns:a16="http://schemas.microsoft.com/office/drawing/2014/main" id="{0BEBA504-8ACE-4F3A-97BC-CB4013F030D9}"/>
                </a:ext>
              </a:extLst>
            </p:cNvPr>
            <p:cNvSpPr>
              <a:spLocks noEditPoints="1"/>
            </p:cNvSpPr>
            <p:nvPr userDrawn="1"/>
          </p:nvSpPr>
          <p:spPr bwMode="auto">
            <a:xfrm>
              <a:off x="869246" y="5285205"/>
              <a:ext cx="168581" cy="114395"/>
            </a:xfrm>
            <a:custGeom>
              <a:avLst/>
              <a:gdLst>
                <a:gd name="T0" fmla="*/ 43 w 112"/>
                <a:gd name="T1" fmla="*/ 70 h 76"/>
                <a:gd name="T2" fmla="*/ 43 w 112"/>
                <a:gd name="T3" fmla="*/ 70 h 76"/>
                <a:gd name="T4" fmla="*/ 10 w 112"/>
                <a:gd name="T5" fmla="*/ 30 h 76"/>
                <a:gd name="T6" fmla="*/ 32 w 112"/>
                <a:gd name="T7" fmla="*/ 21 h 76"/>
                <a:gd name="T8" fmla="*/ 32 w 112"/>
                <a:gd name="T9" fmla="*/ 21 h 76"/>
                <a:gd name="T10" fmla="*/ 32 w 112"/>
                <a:gd name="T11" fmla="*/ 21 h 76"/>
                <a:gd name="T12" fmla="*/ 49 w 112"/>
                <a:gd name="T13" fmla="*/ 6 h 76"/>
                <a:gd name="T14" fmla="*/ 97 w 112"/>
                <a:gd name="T15" fmla="*/ 9 h 76"/>
                <a:gd name="T16" fmla="*/ 105 w 112"/>
                <a:gd name="T17" fmla="*/ 58 h 76"/>
                <a:gd name="T18" fmla="*/ 106 w 112"/>
                <a:gd name="T19" fmla="*/ 59 h 76"/>
                <a:gd name="T20" fmla="*/ 87 w 112"/>
                <a:gd name="T21" fmla="*/ 70 h 76"/>
                <a:gd name="T22" fmla="*/ 37 w 112"/>
                <a:gd name="T23" fmla="*/ 67 h 76"/>
                <a:gd name="T24" fmla="*/ 32 w 112"/>
                <a:gd name="T25" fmla="*/ 55 h 76"/>
                <a:gd name="T26" fmla="*/ 21 w 112"/>
                <a:gd name="T27" fmla="*/ 39 h 76"/>
                <a:gd name="T28" fmla="*/ 32 w 112"/>
                <a:gd name="T29" fmla="*/ 21 h 76"/>
                <a:gd name="T30" fmla="*/ 40 w 112"/>
                <a:gd name="T31" fmla="*/ 8 h 76"/>
                <a:gd name="T32" fmla="*/ 49 w 112"/>
                <a:gd name="T33" fmla="*/ 6 h 76"/>
                <a:gd name="T34" fmla="*/ 90 w 112"/>
                <a:gd name="T35" fmla="*/ 6 h 76"/>
                <a:gd name="T36" fmla="*/ 90 w 112"/>
                <a:gd name="T37" fmla="*/ 6 h 76"/>
                <a:gd name="T38" fmla="*/ 49 w 112"/>
                <a:gd name="T39" fmla="*/ 0 h 76"/>
                <a:gd name="T40" fmla="*/ 37 w 112"/>
                <a:gd name="T41" fmla="*/ 3 h 76"/>
                <a:gd name="T42" fmla="*/ 26 w 112"/>
                <a:gd name="T43" fmla="*/ 20 h 76"/>
                <a:gd name="T44" fmla="*/ 26 w 112"/>
                <a:gd name="T45" fmla="*/ 35 h 76"/>
                <a:gd name="T46" fmla="*/ 8 w 112"/>
                <a:gd name="T47" fmla="*/ 32 h 76"/>
                <a:gd name="T48" fmla="*/ 8 w 112"/>
                <a:gd name="T49" fmla="*/ 32 h 76"/>
                <a:gd name="T50" fmla="*/ 28 w 112"/>
                <a:gd name="T51" fmla="*/ 66 h 76"/>
                <a:gd name="T52" fmla="*/ 43 w 112"/>
                <a:gd name="T53" fmla="*/ 76 h 76"/>
                <a:gd name="T54" fmla="*/ 87 w 112"/>
                <a:gd name="T55" fmla="*/ 76 h 76"/>
                <a:gd name="T56" fmla="*/ 107 w 112"/>
                <a:gd name="T57" fmla="*/ 69 h 76"/>
                <a:gd name="T58" fmla="*/ 111 w 112"/>
                <a:gd name="T59" fmla="*/ 58 h 76"/>
                <a:gd name="T60" fmla="*/ 111 w 112"/>
                <a:gd name="T61" fmla="*/ 21 h 76"/>
                <a:gd name="T62" fmla="*/ 90 w 112"/>
                <a:gd name="T6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76">
                  <a:moveTo>
                    <a:pt x="43" y="70"/>
                  </a:moveTo>
                  <a:cubicBezTo>
                    <a:pt x="43" y="70"/>
                    <a:pt x="43" y="70"/>
                    <a:pt x="43" y="70"/>
                  </a:cubicBezTo>
                  <a:cubicBezTo>
                    <a:pt x="43" y="70"/>
                    <a:pt x="43" y="70"/>
                    <a:pt x="43" y="70"/>
                  </a:cubicBezTo>
                  <a:cubicBezTo>
                    <a:pt x="43" y="70"/>
                    <a:pt x="43" y="70"/>
                    <a:pt x="43" y="70"/>
                  </a:cubicBezTo>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2" y="7"/>
                    <a:pt x="45" y="6"/>
                    <a:pt x="49" y="6"/>
                  </a:cubicBezTo>
                  <a:cubicBezTo>
                    <a:pt x="49" y="6"/>
                    <a:pt x="49" y="6"/>
                    <a:pt x="49" y="6"/>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6"/>
                    <a:pt x="26" y="56"/>
                    <a:pt x="26" y="56"/>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9" name="Freeform 1285">
              <a:extLst>
                <a:ext uri="{FF2B5EF4-FFF2-40B4-BE49-F238E27FC236}">
                  <a16:creationId xmlns:a16="http://schemas.microsoft.com/office/drawing/2014/main" id="{5EFFB1A5-F175-47E1-B81C-7EAC2B356C2D}"/>
                </a:ext>
              </a:extLst>
            </p:cNvPr>
            <p:cNvSpPr>
              <a:spLocks noEditPoints="1"/>
            </p:cNvSpPr>
            <p:nvPr userDrawn="1"/>
          </p:nvSpPr>
          <p:spPr bwMode="auto">
            <a:xfrm>
              <a:off x="855197" y="5010257"/>
              <a:ext cx="252871" cy="234809"/>
            </a:xfrm>
            <a:custGeom>
              <a:avLst/>
              <a:gdLst>
                <a:gd name="T0" fmla="*/ 71 w 167"/>
                <a:gd name="T1" fmla="*/ 0 h 155"/>
                <a:gd name="T2" fmla="*/ 71 w 167"/>
                <a:gd name="T3" fmla="*/ 0 h 155"/>
                <a:gd name="T4" fmla="*/ 71 w 167"/>
                <a:gd name="T5" fmla="*/ 0 h 155"/>
                <a:gd name="T6" fmla="*/ 71 w 167"/>
                <a:gd name="T7" fmla="*/ 0 h 155"/>
                <a:gd name="T8" fmla="*/ 7 w 167"/>
                <a:gd name="T9" fmla="*/ 64 h 155"/>
                <a:gd name="T10" fmla="*/ 9 w 167"/>
                <a:gd name="T11" fmla="*/ 61 h 155"/>
                <a:gd name="T12" fmla="*/ 7 w 167"/>
                <a:gd name="T13" fmla="*/ 64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8 h 155"/>
                <a:gd name="T46" fmla="*/ 41 w 167"/>
                <a:gd name="T47" fmla="*/ 41 h 155"/>
                <a:gd name="T48" fmla="*/ 46 w 167"/>
                <a:gd name="T49" fmla="*/ 22 h 155"/>
                <a:gd name="T50" fmla="*/ 56 w 167"/>
                <a:gd name="T51" fmla="*/ 11 h 155"/>
                <a:gd name="T52" fmla="*/ 71 w 167"/>
                <a:gd name="T53" fmla="*/ 6 h 155"/>
                <a:gd name="T54" fmla="*/ 71 w 167"/>
                <a:gd name="T55" fmla="*/ 6 h 155"/>
                <a:gd name="T56" fmla="*/ 135 w 167"/>
                <a:gd name="T57" fmla="*/ 0 h 155"/>
                <a:gd name="T58" fmla="*/ 71 w 167"/>
                <a:gd name="T59" fmla="*/ 0 h 155"/>
                <a:gd name="T60" fmla="*/ 51 w 167"/>
                <a:gd name="T61" fmla="*/ 6 h 155"/>
                <a:gd name="T62" fmla="*/ 38 w 167"/>
                <a:gd name="T63" fmla="*/ 28 h 155"/>
                <a:gd name="T64" fmla="*/ 35 w 167"/>
                <a:gd name="T65" fmla="*/ 40 h 155"/>
                <a:gd name="T66" fmla="*/ 35 w 167"/>
                <a:gd name="T67" fmla="*/ 40 h 155"/>
                <a:gd name="T68" fmla="*/ 35 w 167"/>
                <a:gd name="T69" fmla="*/ 76 h 155"/>
                <a:gd name="T70" fmla="*/ 0 w 167"/>
                <a:gd name="T71" fmla="*/ 51 h 155"/>
                <a:gd name="T72" fmla="*/ 6 w 167"/>
                <a:gd name="T73" fmla="*/ 63 h 155"/>
                <a:gd name="T74" fmla="*/ 9 w 167"/>
                <a:gd name="T75" fmla="*/ 61 h 155"/>
                <a:gd name="T76" fmla="*/ 6 w 167"/>
                <a:gd name="T77" fmla="*/ 63 h 155"/>
                <a:gd name="T78" fmla="*/ 35 w 167"/>
                <a:gd name="T79" fmla="*/ 114 h 155"/>
                <a:gd name="T80" fmla="*/ 47 w 167"/>
                <a:gd name="T81" fmla="*/ 148 h 155"/>
                <a:gd name="T82" fmla="*/ 60 w 167"/>
                <a:gd name="T83" fmla="*/ 155 h 155"/>
                <a:gd name="T84" fmla="*/ 61 w 167"/>
                <a:gd name="T85" fmla="*/ 155 h 155"/>
                <a:gd name="T86" fmla="*/ 131 w 167"/>
                <a:gd name="T87" fmla="*/ 155 h 155"/>
                <a:gd name="T88" fmla="*/ 131 w 167"/>
                <a:gd name="T89" fmla="*/ 155 h 155"/>
                <a:gd name="T90" fmla="*/ 162 w 167"/>
                <a:gd name="T91" fmla="*/ 141 h 155"/>
                <a:gd name="T92" fmla="*/ 167 w 167"/>
                <a:gd name="T93" fmla="*/ 123 h 155"/>
                <a:gd name="T94" fmla="*/ 167 w 167"/>
                <a:gd name="T95" fmla="*/ 120 h 155"/>
                <a:gd name="T96" fmla="*/ 167 w 167"/>
                <a:gd name="T97" fmla="*/ 42 h 155"/>
                <a:gd name="T98" fmla="*/ 167 w 167"/>
                <a:gd name="T99" fmla="*/ 42 h 155"/>
                <a:gd name="T100" fmla="*/ 149 w 167"/>
                <a:gd name="T101" fmla="*/ 6 h 155"/>
                <a:gd name="T102" fmla="*/ 135 w 167"/>
                <a:gd name="T103" fmla="*/ 0 h 155"/>
                <a:gd name="T104" fmla="*/ 135 w 167"/>
                <a:gd name="T10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5">
                  <a:moveTo>
                    <a:pt x="71" y="0"/>
                  </a:moveTo>
                  <a:cubicBezTo>
                    <a:pt x="71" y="0"/>
                    <a:pt x="71" y="0"/>
                    <a:pt x="71" y="0"/>
                  </a:cubicBezTo>
                  <a:cubicBezTo>
                    <a:pt x="71" y="0"/>
                    <a:pt x="71" y="0"/>
                    <a:pt x="71" y="0"/>
                  </a:cubicBezTo>
                  <a:cubicBezTo>
                    <a:pt x="71" y="0"/>
                    <a:pt x="71" y="0"/>
                    <a:pt x="71" y="0"/>
                  </a:cubicBezTo>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0" name="Freeform 1286">
              <a:extLst>
                <a:ext uri="{FF2B5EF4-FFF2-40B4-BE49-F238E27FC236}">
                  <a16:creationId xmlns:a16="http://schemas.microsoft.com/office/drawing/2014/main" id="{FB31AB82-DBBF-45F0-BBC6-D54C57ED80EE}"/>
                </a:ext>
              </a:extLst>
            </p:cNvPr>
            <p:cNvSpPr>
              <a:spLocks noEditPoints="1"/>
            </p:cNvSpPr>
            <p:nvPr userDrawn="1"/>
          </p:nvSpPr>
          <p:spPr bwMode="auto">
            <a:xfrm>
              <a:off x="233054" y="4548667"/>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1 h 156"/>
                <a:gd name="T96" fmla="*/ 167 w 167"/>
                <a:gd name="T97" fmla="*/ 43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9"/>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1"/>
                  </a:cubicBezTo>
                  <a:cubicBezTo>
                    <a:pt x="167" y="43"/>
                    <a:pt x="167" y="43"/>
                    <a:pt x="167" y="43"/>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1" name="Freeform 1287">
              <a:extLst>
                <a:ext uri="{FF2B5EF4-FFF2-40B4-BE49-F238E27FC236}">
                  <a16:creationId xmlns:a16="http://schemas.microsoft.com/office/drawing/2014/main" id="{05DF84DD-A4F3-4FF3-82EA-4074E4F8DF04}"/>
                </a:ext>
              </a:extLst>
            </p:cNvPr>
            <p:cNvSpPr>
              <a:spLocks/>
            </p:cNvSpPr>
            <p:nvPr userDrawn="1"/>
          </p:nvSpPr>
          <p:spPr bwMode="auto">
            <a:xfrm>
              <a:off x="473884"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2" name="Freeform 1288">
              <a:extLst>
                <a:ext uri="{FF2B5EF4-FFF2-40B4-BE49-F238E27FC236}">
                  <a16:creationId xmlns:a16="http://schemas.microsoft.com/office/drawing/2014/main" id="{37300EA0-01CE-4B33-9828-07FAD74741D6}"/>
                </a:ext>
              </a:extLst>
            </p:cNvPr>
            <p:cNvSpPr>
              <a:spLocks noEditPoints="1"/>
            </p:cNvSpPr>
            <p:nvPr userDrawn="1"/>
          </p:nvSpPr>
          <p:spPr bwMode="auto">
            <a:xfrm>
              <a:off x="1005716" y="5349426"/>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7 w 120"/>
                <a:gd name="T43" fmla="*/ 160 h 166"/>
                <a:gd name="T44" fmla="*/ 17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3 w 120"/>
                <a:gd name="T65" fmla="*/ 53 h 166"/>
                <a:gd name="T66" fmla="*/ 0 w 120"/>
                <a:gd name="T67" fmla="*/ 61 h 166"/>
                <a:gd name="T68" fmla="*/ 0 w 120"/>
                <a:gd name="T69" fmla="*/ 62 h 166"/>
                <a:gd name="T70" fmla="*/ 1 w 120"/>
                <a:gd name="T71" fmla="*/ 130 h 166"/>
                <a:gd name="T72" fmla="*/ 1 w 120"/>
                <a:gd name="T73" fmla="*/ 131 h 166"/>
                <a:gd name="T74" fmla="*/ 12 w 120"/>
                <a:gd name="T75" fmla="*/ 160 h 166"/>
                <a:gd name="T76" fmla="*/ 27 w 120"/>
                <a:gd name="T77" fmla="*/ 166 h 166"/>
                <a:gd name="T78" fmla="*/ 27 w 120"/>
                <a:gd name="T79" fmla="*/ 166 h 166"/>
                <a:gd name="T80" fmla="*/ 29 w 120"/>
                <a:gd name="T81" fmla="*/ 166 h 166"/>
                <a:gd name="T82" fmla="*/ 88 w 120"/>
                <a:gd name="T83" fmla="*/ 165 h 166"/>
                <a:gd name="T84" fmla="*/ 88 w 120"/>
                <a:gd name="T85" fmla="*/ 165 h 166"/>
                <a:gd name="T86" fmla="*/ 116 w 120"/>
                <a:gd name="T87" fmla="*/ 146 h 166"/>
                <a:gd name="T88" fmla="*/ 120 w 120"/>
                <a:gd name="T89" fmla="*/ 133 h 166"/>
                <a:gd name="T90" fmla="*/ 120 w 120"/>
                <a:gd name="T91" fmla="*/ 132 h 166"/>
                <a:gd name="T92" fmla="*/ 119 w 120"/>
                <a:gd name="T93" fmla="*/ 70 h 166"/>
                <a:gd name="T94" fmla="*/ 119 w 120"/>
                <a:gd name="T95" fmla="*/ 70 h 166"/>
                <a:gd name="T96" fmla="*/ 114 w 120"/>
                <a:gd name="T97" fmla="*/ 51 h 166"/>
                <a:gd name="T98" fmla="*/ 97 w 120"/>
                <a:gd name="T99" fmla="*/ 38 h 166"/>
                <a:gd name="T100" fmla="*/ 87 w 120"/>
                <a:gd name="T101" fmla="*/ 35 h 166"/>
                <a:gd name="T102" fmla="*/ 87 w 120"/>
                <a:gd name="T103" fmla="*/ 35 h 166"/>
                <a:gd name="T104" fmla="*/ 61 w 120"/>
                <a:gd name="T105" fmla="*/ 35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3"/>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6"/>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3" name="Freeform 1289">
              <a:extLst>
                <a:ext uri="{FF2B5EF4-FFF2-40B4-BE49-F238E27FC236}">
                  <a16:creationId xmlns:a16="http://schemas.microsoft.com/office/drawing/2014/main" id="{34BA627B-AA1C-4138-81BA-65BB0F36AE54}"/>
                </a:ext>
              </a:extLst>
            </p:cNvPr>
            <p:cNvSpPr>
              <a:spLocks noEditPoints="1"/>
            </p:cNvSpPr>
            <p:nvPr userDrawn="1"/>
          </p:nvSpPr>
          <p:spPr bwMode="auto">
            <a:xfrm>
              <a:off x="102605" y="4697179"/>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2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3 h 166"/>
                <a:gd name="T64" fmla="*/ 0 w 120"/>
                <a:gd name="T65" fmla="*/ 61 h 166"/>
                <a:gd name="T66" fmla="*/ 0 w 120"/>
                <a:gd name="T67" fmla="*/ 62 h 166"/>
                <a:gd name="T68" fmla="*/ 1 w 120"/>
                <a:gd name="T69" fmla="*/ 130 h 166"/>
                <a:gd name="T70" fmla="*/ 1 w 120"/>
                <a:gd name="T71" fmla="*/ 130 h 166"/>
                <a:gd name="T72" fmla="*/ 12 w 120"/>
                <a:gd name="T73" fmla="*/ 160 h 166"/>
                <a:gd name="T74" fmla="*/ 27 w 120"/>
                <a:gd name="T75" fmla="*/ 166 h 166"/>
                <a:gd name="T76" fmla="*/ 27 w 120"/>
                <a:gd name="T77" fmla="*/ 166 h 166"/>
                <a:gd name="T78" fmla="*/ 29 w 120"/>
                <a:gd name="T79" fmla="*/ 166 h 166"/>
                <a:gd name="T80" fmla="*/ 88 w 120"/>
                <a:gd name="T81" fmla="*/ 165 h 166"/>
                <a:gd name="T82" fmla="*/ 88 w 120"/>
                <a:gd name="T83" fmla="*/ 165 h 166"/>
                <a:gd name="T84" fmla="*/ 116 w 120"/>
                <a:gd name="T85" fmla="*/ 146 h 166"/>
                <a:gd name="T86" fmla="*/ 119 w 120"/>
                <a:gd name="T87" fmla="*/ 138 h 166"/>
                <a:gd name="T88" fmla="*/ 114 w 120"/>
                <a:gd name="T89" fmla="*/ 135 h 166"/>
                <a:gd name="T90" fmla="*/ 119 w 120"/>
                <a:gd name="T91" fmla="*/ 136 h 166"/>
                <a:gd name="T92" fmla="*/ 120 w 120"/>
                <a:gd name="T93" fmla="*/ 132 h 166"/>
                <a:gd name="T94" fmla="*/ 120 w 120"/>
                <a:gd name="T95" fmla="*/ 132 h 166"/>
                <a:gd name="T96" fmla="*/ 119 w 120"/>
                <a:gd name="T97" fmla="*/ 70 h 166"/>
                <a:gd name="T98" fmla="*/ 119 w 120"/>
                <a:gd name="T99" fmla="*/ 70 h 166"/>
                <a:gd name="T100" fmla="*/ 114 w 120"/>
                <a:gd name="T101" fmla="*/ 51 h 166"/>
                <a:gd name="T102" fmla="*/ 97 w 120"/>
                <a:gd name="T103" fmla="*/ 38 h 166"/>
                <a:gd name="T104" fmla="*/ 87 w 120"/>
                <a:gd name="T105" fmla="*/ 35 h 166"/>
                <a:gd name="T106" fmla="*/ 87 w 120"/>
                <a:gd name="T107" fmla="*/ 35 h 166"/>
                <a:gd name="T108" fmla="*/ 61 w 120"/>
                <a:gd name="T109" fmla="*/ 35 h 166"/>
                <a:gd name="T110" fmla="*/ 80 w 12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2"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59"/>
                    <a:pt x="16"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17" y="143"/>
                    <a:pt x="118" y="141"/>
                    <a:pt x="119" y="138"/>
                  </a:cubicBezTo>
                  <a:cubicBezTo>
                    <a:pt x="114" y="135"/>
                    <a:pt x="114" y="135"/>
                    <a:pt x="114" y="135"/>
                  </a:cubicBezTo>
                  <a:cubicBezTo>
                    <a:pt x="119" y="136"/>
                    <a:pt x="119" y="136"/>
                    <a:pt x="119" y="136"/>
                  </a:cubicBezTo>
                  <a:cubicBezTo>
                    <a:pt x="120" y="134"/>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4" name="Freeform 1290">
              <a:extLst>
                <a:ext uri="{FF2B5EF4-FFF2-40B4-BE49-F238E27FC236}">
                  <a16:creationId xmlns:a16="http://schemas.microsoft.com/office/drawing/2014/main" id="{A4E7B47B-E5A2-4FE3-AF91-62B8F59312EA}"/>
                </a:ext>
              </a:extLst>
            </p:cNvPr>
            <p:cNvSpPr>
              <a:spLocks/>
            </p:cNvSpPr>
            <p:nvPr userDrawn="1"/>
          </p:nvSpPr>
          <p:spPr bwMode="auto">
            <a:xfrm>
              <a:off x="273192" y="4901884"/>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5" name="Freeform 1291">
              <a:extLst>
                <a:ext uri="{FF2B5EF4-FFF2-40B4-BE49-F238E27FC236}">
                  <a16:creationId xmlns:a16="http://schemas.microsoft.com/office/drawing/2014/main" id="{98148EFD-8042-4B2D-A408-A42E26F724FC}"/>
                </a:ext>
              </a:extLst>
            </p:cNvPr>
            <p:cNvSpPr>
              <a:spLocks noEditPoints="1"/>
            </p:cNvSpPr>
            <p:nvPr userDrawn="1"/>
          </p:nvSpPr>
          <p:spPr bwMode="auto">
            <a:xfrm>
              <a:off x="1513465"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6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6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5"/>
                    <a:pt x="70" y="35"/>
                  </a:cubicBezTo>
                  <a:cubicBezTo>
                    <a:pt x="70" y="35"/>
                    <a:pt x="70" y="35"/>
                    <a:pt x="70" y="35"/>
                  </a:cubicBezTo>
                  <a:cubicBezTo>
                    <a:pt x="70" y="64"/>
                    <a:pt x="70" y="64"/>
                    <a:pt x="70" y="64"/>
                  </a:cubicBezTo>
                  <a:cubicBezTo>
                    <a:pt x="0" y="26"/>
                    <a:pt x="0" y="26"/>
                    <a:pt x="0" y="26"/>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6"/>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6" name="Freeform 1292">
              <a:extLst>
                <a:ext uri="{FF2B5EF4-FFF2-40B4-BE49-F238E27FC236}">
                  <a16:creationId xmlns:a16="http://schemas.microsoft.com/office/drawing/2014/main" id="{59F4AC23-3CE6-45B1-9A87-C30E798B99ED}"/>
                </a:ext>
              </a:extLst>
            </p:cNvPr>
            <p:cNvSpPr>
              <a:spLocks noEditPoints="1"/>
            </p:cNvSpPr>
            <p:nvPr userDrawn="1"/>
          </p:nvSpPr>
          <p:spPr bwMode="auto">
            <a:xfrm>
              <a:off x="1864675"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6 h 137"/>
                <a:gd name="T36" fmla="*/ 37 w 140"/>
                <a:gd name="T37" fmla="*/ 106 h 137"/>
                <a:gd name="T38" fmla="*/ 37 w 140"/>
                <a:gd name="T39" fmla="*/ 106 h 137"/>
                <a:gd name="T40" fmla="*/ 21 w 140"/>
                <a:gd name="T41" fmla="*/ 104 h 137"/>
                <a:gd name="T42" fmla="*/ 13 w 140"/>
                <a:gd name="T43" fmla="*/ 100 h 137"/>
                <a:gd name="T44" fmla="*/ 8 w 140"/>
                <a:gd name="T45" fmla="*/ 95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1 h 137"/>
                <a:gd name="T76" fmla="*/ 37 w 140"/>
                <a:gd name="T77" fmla="*/ 112 h 137"/>
                <a:gd name="T78" fmla="*/ 41 w 140"/>
                <a:gd name="T79" fmla="*/ 112 h 137"/>
                <a:gd name="T80" fmla="*/ 94 w 140"/>
                <a:gd name="T81" fmla="*/ 137 h 137"/>
                <a:gd name="T82" fmla="*/ 75 w 140"/>
                <a:gd name="T83" fmla="*/ 110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6"/>
                    <a:pt x="41" y="106"/>
                    <a:pt x="41" y="106"/>
                  </a:cubicBezTo>
                  <a:cubicBezTo>
                    <a:pt x="41" y="106"/>
                    <a:pt x="39" y="106"/>
                    <a:pt x="37" y="106"/>
                  </a:cubicBezTo>
                  <a:cubicBezTo>
                    <a:pt x="37" y="106"/>
                    <a:pt x="37" y="106"/>
                    <a:pt x="37" y="106"/>
                  </a:cubicBezTo>
                  <a:cubicBezTo>
                    <a:pt x="33" y="106"/>
                    <a:pt x="27" y="105"/>
                    <a:pt x="21" y="104"/>
                  </a:cubicBezTo>
                  <a:cubicBezTo>
                    <a:pt x="18" y="103"/>
                    <a:pt x="16" y="102"/>
                    <a:pt x="13" y="100"/>
                  </a:cubicBezTo>
                  <a:cubicBezTo>
                    <a:pt x="11" y="98"/>
                    <a:pt x="10" y="97"/>
                    <a:pt x="8" y="95"/>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1"/>
                  </a:cubicBezTo>
                  <a:cubicBezTo>
                    <a:pt x="29" y="111"/>
                    <a:pt x="34" y="112"/>
                    <a:pt x="37" y="112"/>
                  </a:cubicBezTo>
                  <a:cubicBezTo>
                    <a:pt x="39" y="112"/>
                    <a:pt x="40" y="112"/>
                    <a:pt x="41" y="112"/>
                  </a:cubicBezTo>
                  <a:cubicBezTo>
                    <a:pt x="94" y="137"/>
                    <a:pt x="94" y="137"/>
                    <a:pt x="94" y="137"/>
                  </a:cubicBezTo>
                  <a:cubicBezTo>
                    <a:pt x="75" y="110"/>
                    <a:pt x="75" y="110"/>
                    <a:pt x="75" y="110"/>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7" name="Freeform 1293">
              <a:extLst>
                <a:ext uri="{FF2B5EF4-FFF2-40B4-BE49-F238E27FC236}">
                  <a16:creationId xmlns:a16="http://schemas.microsoft.com/office/drawing/2014/main" id="{667E75E6-FAD9-4078-8EFD-4BF7F6A7B652}"/>
                </a:ext>
              </a:extLst>
            </p:cNvPr>
            <p:cNvSpPr>
              <a:spLocks noEditPoints="1"/>
            </p:cNvSpPr>
            <p:nvPr userDrawn="1"/>
          </p:nvSpPr>
          <p:spPr bwMode="auto">
            <a:xfrm>
              <a:off x="817066" y="4632958"/>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6 h 137"/>
                <a:gd name="T46" fmla="*/ 38 w 141"/>
                <a:gd name="T47" fmla="*/ 106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2 h 137"/>
                <a:gd name="T86" fmla="*/ 42 w 141"/>
                <a:gd name="T87" fmla="*/ 111 h 137"/>
                <a:gd name="T88" fmla="*/ 79 w 141"/>
                <a:gd name="T89" fmla="*/ 130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6"/>
                    <a:pt x="38" y="106"/>
                  </a:cubicBezTo>
                  <a:cubicBezTo>
                    <a:pt x="38" y="106"/>
                    <a:pt x="38" y="106"/>
                    <a:pt x="38" y="106"/>
                  </a:cubicBezTo>
                  <a:cubicBezTo>
                    <a:pt x="34" y="106"/>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2"/>
                    <a:pt x="38" y="112"/>
                  </a:cubicBezTo>
                  <a:cubicBezTo>
                    <a:pt x="40" y="112"/>
                    <a:pt x="41" y="111"/>
                    <a:pt x="42" y="111"/>
                  </a:cubicBezTo>
                  <a:cubicBezTo>
                    <a:pt x="79" y="130"/>
                    <a:pt x="79" y="130"/>
                    <a:pt x="79" y="130"/>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3"/>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8" name="Freeform 1294">
              <a:extLst>
                <a:ext uri="{FF2B5EF4-FFF2-40B4-BE49-F238E27FC236}">
                  <a16:creationId xmlns:a16="http://schemas.microsoft.com/office/drawing/2014/main" id="{C0E98B69-7216-49DE-B190-D6BB1B1B411B}"/>
                </a:ext>
              </a:extLst>
            </p:cNvPr>
            <p:cNvSpPr>
              <a:spLocks/>
            </p:cNvSpPr>
            <p:nvPr userDrawn="1"/>
          </p:nvSpPr>
          <p:spPr bwMode="auto">
            <a:xfrm>
              <a:off x="935474" y="4827629"/>
              <a:ext cx="22077" cy="8028"/>
            </a:xfrm>
            <a:custGeom>
              <a:avLst/>
              <a:gdLst>
                <a:gd name="T0" fmla="*/ 10 w 14"/>
                <a:gd name="T1" fmla="*/ 0 h 6"/>
                <a:gd name="T2" fmla="*/ 0 w 14"/>
                <a:gd name="T3" fmla="*/ 1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1"/>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9" name="Freeform 1295">
              <a:extLst>
                <a:ext uri="{FF2B5EF4-FFF2-40B4-BE49-F238E27FC236}">
                  <a16:creationId xmlns:a16="http://schemas.microsoft.com/office/drawing/2014/main" id="{D05A1417-9E29-4AA4-BF9C-19E4F6F8B2FA}"/>
                </a:ext>
              </a:extLst>
            </p:cNvPr>
            <p:cNvSpPr>
              <a:spLocks noEditPoints="1"/>
            </p:cNvSpPr>
            <p:nvPr userDrawn="1"/>
          </p:nvSpPr>
          <p:spPr bwMode="auto">
            <a:xfrm>
              <a:off x="658520" y="4412197"/>
              <a:ext cx="232802" cy="230796"/>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9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6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10"/>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9"/>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6"/>
                    <a:pt x="123" y="76"/>
                    <a:pt x="123" y="76"/>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0" name="Freeform 1296">
              <a:extLst>
                <a:ext uri="{FF2B5EF4-FFF2-40B4-BE49-F238E27FC236}">
                  <a16:creationId xmlns:a16="http://schemas.microsoft.com/office/drawing/2014/main" id="{ECAA1EAE-DE8B-4F2F-A451-C453B42E4EFC}"/>
                </a:ext>
              </a:extLst>
            </p:cNvPr>
            <p:cNvSpPr>
              <a:spLocks noEditPoints="1"/>
            </p:cNvSpPr>
            <p:nvPr userDrawn="1"/>
          </p:nvSpPr>
          <p:spPr bwMode="auto">
            <a:xfrm>
              <a:off x="2083428" y="476942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1" name="Freeform 1297">
              <a:extLst>
                <a:ext uri="{FF2B5EF4-FFF2-40B4-BE49-F238E27FC236}">
                  <a16:creationId xmlns:a16="http://schemas.microsoft.com/office/drawing/2014/main" id="{EFEA7232-7DAD-4955-B73A-0378172ABF2D}"/>
                </a:ext>
              </a:extLst>
            </p:cNvPr>
            <p:cNvSpPr>
              <a:spLocks noEditPoints="1"/>
            </p:cNvSpPr>
            <p:nvPr userDrawn="1"/>
          </p:nvSpPr>
          <p:spPr bwMode="auto">
            <a:xfrm>
              <a:off x="2374431" y="4233583"/>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6 h 115"/>
                <a:gd name="T56" fmla="*/ 59 w 76"/>
                <a:gd name="T57" fmla="*/ 6 h 115"/>
                <a:gd name="T58" fmla="*/ 59 w 76"/>
                <a:gd name="T59" fmla="*/ 6 h 115"/>
                <a:gd name="T60" fmla="*/ 59 w 76"/>
                <a:gd name="T61" fmla="*/ 6 h 115"/>
                <a:gd name="T62" fmla="*/ 59 w 76"/>
                <a:gd name="T63" fmla="*/ 0 h 115"/>
                <a:gd name="T64" fmla="*/ 59 w 76"/>
                <a:gd name="T65" fmla="*/ 0 h 115"/>
                <a:gd name="T66" fmla="*/ 59 w 76"/>
                <a:gd name="T67" fmla="*/ 0 h 115"/>
                <a:gd name="T68" fmla="*/ 16 w 76"/>
                <a:gd name="T69" fmla="*/ 3 h 115"/>
                <a:gd name="T70" fmla="*/ 16 w 76"/>
                <a:gd name="T71" fmla="*/ 6 h 115"/>
                <a:gd name="T72" fmla="*/ 16 w 76"/>
                <a:gd name="T73" fmla="*/ 3 h 115"/>
                <a:gd name="T74" fmla="*/ 7 w 76"/>
                <a:gd name="T75" fmla="*/ 8 h 115"/>
                <a:gd name="T76" fmla="*/ 1 w 76"/>
                <a:gd name="T77" fmla="*/ 22 h 115"/>
                <a:gd name="T78" fmla="*/ 0 w 76"/>
                <a:gd name="T79" fmla="*/ 39 h 115"/>
                <a:gd name="T80" fmla="*/ 1 w 76"/>
                <a:gd name="T81" fmla="*/ 61 h 115"/>
                <a:gd name="T82" fmla="*/ 8 w 76"/>
                <a:gd name="T83" fmla="*/ 81 h 115"/>
                <a:gd name="T84" fmla="*/ 14 w 76"/>
                <a:gd name="T85" fmla="*/ 88 h 115"/>
                <a:gd name="T86" fmla="*/ 15 w 76"/>
                <a:gd name="T87" fmla="*/ 88 h 115"/>
                <a:gd name="T88" fmla="*/ 37 w 76"/>
                <a:gd name="T89" fmla="*/ 89 h 115"/>
                <a:gd name="T90" fmla="*/ 25 w 76"/>
                <a:gd name="T91" fmla="*/ 115 h 115"/>
                <a:gd name="T92" fmla="*/ 56 w 76"/>
                <a:gd name="T93" fmla="*/ 90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1 h 115"/>
                <a:gd name="T108" fmla="*/ 59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6"/>
                    <a:pt x="10" y="13"/>
                    <a:pt x="12" y="12"/>
                  </a:cubicBezTo>
                  <a:cubicBezTo>
                    <a:pt x="13" y="10"/>
                    <a:pt x="14" y="9"/>
                    <a:pt x="16" y="9"/>
                  </a:cubicBezTo>
                  <a:cubicBezTo>
                    <a:pt x="16" y="9"/>
                    <a:pt x="16" y="9"/>
                    <a:pt x="16" y="9"/>
                  </a:cubicBezTo>
                  <a:moveTo>
                    <a:pt x="59" y="6"/>
                  </a:moveTo>
                  <a:cubicBezTo>
                    <a:pt x="59" y="6"/>
                    <a:pt x="59" y="6"/>
                    <a:pt x="59" y="6"/>
                  </a:cubicBezTo>
                  <a:moveTo>
                    <a:pt x="59" y="6"/>
                  </a:moveTo>
                  <a:cubicBezTo>
                    <a:pt x="59" y="6"/>
                    <a:pt x="59" y="6"/>
                    <a:pt x="59" y="6"/>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4"/>
                    <a:pt x="9" y="5"/>
                    <a:pt x="7" y="8"/>
                  </a:cubicBezTo>
                  <a:cubicBezTo>
                    <a:pt x="4" y="11"/>
                    <a:pt x="2" y="16"/>
                    <a:pt x="1" y="22"/>
                  </a:cubicBezTo>
                  <a:cubicBezTo>
                    <a:pt x="0" y="27"/>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2" name="Freeform 1298">
              <a:extLst>
                <a:ext uri="{FF2B5EF4-FFF2-40B4-BE49-F238E27FC236}">
                  <a16:creationId xmlns:a16="http://schemas.microsoft.com/office/drawing/2014/main" id="{D0EBDE33-3CB9-44ED-8034-7C94B9A731B7}"/>
                </a:ext>
              </a:extLst>
            </p:cNvPr>
            <p:cNvSpPr>
              <a:spLocks noEditPoints="1"/>
            </p:cNvSpPr>
            <p:nvPr userDrawn="1"/>
          </p:nvSpPr>
          <p:spPr bwMode="auto">
            <a:xfrm>
              <a:off x="682603" y="4677110"/>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3" name="Freeform 1299">
              <a:extLst>
                <a:ext uri="{FF2B5EF4-FFF2-40B4-BE49-F238E27FC236}">
                  <a16:creationId xmlns:a16="http://schemas.microsoft.com/office/drawing/2014/main" id="{DCACA2F9-EA12-4948-B354-6675049BBAFC}"/>
                </a:ext>
              </a:extLst>
            </p:cNvPr>
            <p:cNvSpPr>
              <a:spLocks noEditPoints="1"/>
            </p:cNvSpPr>
            <p:nvPr userDrawn="1"/>
          </p:nvSpPr>
          <p:spPr bwMode="auto">
            <a:xfrm>
              <a:off x="-5768" y="4197458"/>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7"/>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4" name="Freeform 1300">
              <a:extLst>
                <a:ext uri="{FF2B5EF4-FFF2-40B4-BE49-F238E27FC236}">
                  <a16:creationId xmlns:a16="http://schemas.microsoft.com/office/drawing/2014/main" id="{737E03A7-3BA0-4413-BF62-C101BBE539CD}"/>
                </a:ext>
              </a:extLst>
            </p:cNvPr>
            <p:cNvSpPr>
              <a:spLocks noEditPoints="1"/>
            </p:cNvSpPr>
            <p:nvPr userDrawn="1"/>
          </p:nvSpPr>
          <p:spPr bwMode="auto">
            <a:xfrm>
              <a:off x="1491389" y="3952615"/>
              <a:ext cx="114395" cy="174602"/>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6 h 116"/>
                <a:gd name="T54" fmla="*/ 16 w 76"/>
                <a:gd name="T55" fmla="*/ 9 h 116"/>
                <a:gd name="T56" fmla="*/ 59 w 76"/>
                <a:gd name="T57" fmla="*/ 0 h 116"/>
                <a:gd name="T58" fmla="*/ 59 w 76"/>
                <a:gd name="T59" fmla="*/ 0 h 116"/>
                <a:gd name="T60" fmla="*/ 59 w 76"/>
                <a:gd name="T61" fmla="*/ 0 h 116"/>
                <a:gd name="T62" fmla="*/ 16 w 76"/>
                <a:gd name="T63" fmla="*/ 3 h 116"/>
                <a:gd name="T64" fmla="*/ 7 w 76"/>
                <a:gd name="T65" fmla="*/ 8 h 116"/>
                <a:gd name="T66" fmla="*/ 1 w 76"/>
                <a:gd name="T67" fmla="*/ 22 h 116"/>
                <a:gd name="T68" fmla="*/ 0 w 76"/>
                <a:gd name="T69" fmla="*/ 39 h 116"/>
                <a:gd name="T70" fmla="*/ 1 w 76"/>
                <a:gd name="T71" fmla="*/ 61 h 116"/>
                <a:gd name="T72" fmla="*/ 8 w 76"/>
                <a:gd name="T73" fmla="*/ 81 h 116"/>
                <a:gd name="T74" fmla="*/ 14 w 76"/>
                <a:gd name="T75" fmla="*/ 88 h 116"/>
                <a:gd name="T76" fmla="*/ 15 w 76"/>
                <a:gd name="T77" fmla="*/ 88 h 116"/>
                <a:gd name="T78" fmla="*/ 37 w 76"/>
                <a:gd name="T79" fmla="*/ 90 h 116"/>
                <a:gd name="T80" fmla="*/ 25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8 w 76"/>
                <a:gd name="T95" fmla="*/ 4 h 116"/>
                <a:gd name="T96" fmla="*/ 63 w 76"/>
                <a:gd name="T97" fmla="*/ 1 h 116"/>
                <a:gd name="T98" fmla="*/ 59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6"/>
                    <a:pt x="16" y="6"/>
                    <a:pt x="16" y="6"/>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5" name="Freeform 1301">
              <a:extLst>
                <a:ext uri="{FF2B5EF4-FFF2-40B4-BE49-F238E27FC236}">
                  <a16:creationId xmlns:a16="http://schemas.microsoft.com/office/drawing/2014/main" id="{888E2C27-8A2E-49BE-901F-C1B5796EF500}"/>
                </a:ext>
              </a:extLst>
            </p:cNvPr>
            <p:cNvSpPr>
              <a:spLocks noEditPoints="1"/>
            </p:cNvSpPr>
            <p:nvPr userDrawn="1"/>
          </p:nvSpPr>
          <p:spPr bwMode="auto">
            <a:xfrm>
              <a:off x="1140179" y="50102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5 h 116"/>
                <a:gd name="T64" fmla="*/ 60 w 76"/>
                <a:gd name="T65" fmla="*/ 5 h 116"/>
                <a:gd name="T66" fmla="*/ 60 w 76"/>
                <a:gd name="T67" fmla="*/ 0 h 116"/>
                <a:gd name="T68" fmla="*/ 60 w 76"/>
                <a:gd name="T69" fmla="*/ 0 h 116"/>
                <a:gd name="T70" fmla="*/ 60 w 76"/>
                <a:gd name="T71" fmla="*/ 0 h 116"/>
                <a:gd name="T72" fmla="*/ 16 w 76"/>
                <a:gd name="T73" fmla="*/ 4 h 116"/>
                <a:gd name="T74" fmla="*/ 8 w 76"/>
                <a:gd name="T75" fmla="*/ 8 h 116"/>
                <a:gd name="T76" fmla="*/ 2 w 76"/>
                <a:gd name="T77" fmla="*/ 22 h 116"/>
                <a:gd name="T78" fmla="*/ 0 w 76"/>
                <a:gd name="T79" fmla="*/ 39 h 116"/>
                <a:gd name="T80" fmla="*/ 2 w 76"/>
                <a:gd name="T81" fmla="*/ 61 h 116"/>
                <a:gd name="T82" fmla="*/ 9 w 76"/>
                <a:gd name="T83" fmla="*/ 81 h 116"/>
                <a:gd name="T84" fmla="*/ 15 w 76"/>
                <a:gd name="T85" fmla="*/ 88 h 116"/>
                <a:gd name="T86" fmla="*/ 16 w 76"/>
                <a:gd name="T87" fmla="*/ 89 h 116"/>
                <a:gd name="T88" fmla="*/ 38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6" name="Freeform 1302">
              <a:extLst>
                <a:ext uri="{FF2B5EF4-FFF2-40B4-BE49-F238E27FC236}">
                  <a16:creationId xmlns:a16="http://schemas.microsoft.com/office/drawing/2014/main" id="{C7BA2F32-2EDF-47F6-BF8A-B62CB12AFC41}"/>
                </a:ext>
              </a:extLst>
            </p:cNvPr>
            <p:cNvSpPr>
              <a:spLocks noEditPoints="1"/>
            </p:cNvSpPr>
            <p:nvPr userDrawn="1"/>
          </p:nvSpPr>
          <p:spPr bwMode="auto">
            <a:xfrm>
              <a:off x="714713" y="5034340"/>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6 h 116"/>
                <a:gd name="T64" fmla="*/ 59 w 76"/>
                <a:gd name="T65" fmla="*/ 6 h 116"/>
                <a:gd name="T66" fmla="*/ 59 w 76"/>
                <a:gd name="T67" fmla="*/ 5 h 116"/>
                <a:gd name="T68" fmla="*/ 59 w 76"/>
                <a:gd name="T69" fmla="*/ 5 h 116"/>
                <a:gd name="T70" fmla="*/ 59 w 76"/>
                <a:gd name="T71" fmla="*/ 0 h 116"/>
                <a:gd name="T72" fmla="*/ 59 w 76"/>
                <a:gd name="T73" fmla="*/ 0 h 116"/>
                <a:gd name="T74" fmla="*/ 59 w 76"/>
                <a:gd name="T75" fmla="*/ 0 h 116"/>
                <a:gd name="T76" fmla="*/ 16 w 76"/>
                <a:gd name="T77" fmla="*/ 4 h 116"/>
                <a:gd name="T78" fmla="*/ 7 w 76"/>
                <a:gd name="T79" fmla="*/ 8 h 116"/>
                <a:gd name="T80" fmla="*/ 1 w 76"/>
                <a:gd name="T81" fmla="*/ 22 h 116"/>
                <a:gd name="T82" fmla="*/ 0 w 76"/>
                <a:gd name="T83" fmla="*/ 40 h 116"/>
                <a:gd name="T84" fmla="*/ 1 w 76"/>
                <a:gd name="T85" fmla="*/ 61 h 116"/>
                <a:gd name="T86" fmla="*/ 8 w 76"/>
                <a:gd name="T87" fmla="*/ 82 h 116"/>
                <a:gd name="T88" fmla="*/ 15 w 76"/>
                <a:gd name="T89" fmla="*/ 88 h 116"/>
                <a:gd name="T90" fmla="*/ 15 w 76"/>
                <a:gd name="T91" fmla="*/ 89 h 116"/>
                <a:gd name="T92" fmla="*/ 37 w 76"/>
                <a:gd name="T93" fmla="*/ 90 h 116"/>
                <a:gd name="T94" fmla="*/ 25 w 76"/>
                <a:gd name="T95" fmla="*/ 116 h 116"/>
                <a:gd name="T96" fmla="*/ 56 w 76"/>
                <a:gd name="T97" fmla="*/ 90 h 116"/>
                <a:gd name="T98" fmla="*/ 72 w 76"/>
                <a:gd name="T99" fmla="*/ 85 h 116"/>
                <a:gd name="T100" fmla="*/ 75 w 76"/>
                <a:gd name="T101" fmla="*/ 81 h 116"/>
                <a:gd name="T102" fmla="*/ 76 w 76"/>
                <a:gd name="T103" fmla="*/ 77 h 116"/>
                <a:gd name="T104" fmla="*/ 76 w 76"/>
                <a:gd name="T105" fmla="*/ 76 h 116"/>
                <a:gd name="T106" fmla="*/ 76 w 76"/>
                <a:gd name="T107" fmla="*/ 28 h 116"/>
                <a:gd name="T108" fmla="*/ 69 w 76"/>
                <a:gd name="T109" fmla="*/ 5 h 116"/>
                <a:gd name="T110" fmla="*/ 63 w 76"/>
                <a:gd name="T111" fmla="*/ 1 h 116"/>
                <a:gd name="T112" fmla="*/ 59 w 76"/>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cubicBezTo>
                    <a:pt x="59" y="6"/>
                    <a:pt x="59" y="6"/>
                    <a:pt x="59" y="6"/>
                  </a:cubicBez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7" name="Freeform 1303">
              <a:extLst>
                <a:ext uri="{FF2B5EF4-FFF2-40B4-BE49-F238E27FC236}">
                  <a16:creationId xmlns:a16="http://schemas.microsoft.com/office/drawing/2014/main" id="{8078DDFF-9B82-4858-AD4E-9D329D57DC50}"/>
                </a:ext>
              </a:extLst>
            </p:cNvPr>
            <p:cNvSpPr>
              <a:spLocks noEditPoints="1"/>
            </p:cNvSpPr>
            <p:nvPr userDrawn="1"/>
          </p:nvSpPr>
          <p:spPr bwMode="auto">
            <a:xfrm>
              <a:off x="221013" y="5229011"/>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6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7 w 76"/>
                <a:gd name="T43" fmla="*/ 60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7 w 76"/>
                <a:gd name="T57" fmla="*/ 10 h 116"/>
                <a:gd name="T58" fmla="*/ 17 w 76"/>
                <a:gd name="T59" fmla="*/ 10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8" name="Freeform 1304">
              <a:extLst>
                <a:ext uri="{FF2B5EF4-FFF2-40B4-BE49-F238E27FC236}">
                  <a16:creationId xmlns:a16="http://schemas.microsoft.com/office/drawing/2014/main" id="{BD862012-EBF6-42DF-BF14-356D5A6B99CE}"/>
                </a:ext>
              </a:extLst>
            </p:cNvPr>
            <p:cNvSpPr>
              <a:spLocks noEditPoints="1"/>
            </p:cNvSpPr>
            <p:nvPr userDrawn="1"/>
          </p:nvSpPr>
          <p:spPr bwMode="auto">
            <a:xfrm>
              <a:off x="662534" y="5487903"/>
              <a:ext cx="114395" cy="174602"/>
            </a:xfrm>
            <a:custGeom>
              <a:avLst/>
              <a:gdLst>
                <a:gd name="T0" fmla="*/ 18 w 76"/>
                <a:gd name="T1" fmla="*/ 83 h 116"/>
                <a:gd name="T2" fmla="*/ 18 w 76"/>
                <a:gd name="T3" fmla="*/ 83 h 116"/>
                <a:gd name="T4" fmla="*/ 18 w 76"/>
                <a:gd name="T5" fmla="*/ 83 h 116"/>
                <a:gd name="T6" fmla="*/ 16 w 76"/>
                <a:gd name="T7" fmla="*/ 10 h 116"/>
                <a:gd name="T8" fmla="*/ 59 w 76"/>
                <a:gd name="T9" fmla="*/ 6 h 116"/>
                <a:gd name="T10" fmla="*/ 61 w 76"/>
                <a:gd name="T11" fmla="*/ 7 h 116"/>
                <a:gd name="T12" fmla="*/ 66 w 76"/>
                <a:gd name="T13" fmla="*/ 11 h 116"/>
                <a:gd name="T14" fmla="*/ 70 w 76"/>
                <a:gd name="T15" fmla="*/ 28 h 116"/>
                <a:gd name="T16" fmla="*/ 70 w 76"/>
                <a:gd name="T17" fmla="*/ 77 h 116"/>
                <a:gd name="T18" fmla="*/ 70 w 76"/>
                <a:gd name="T19" fmla="*/ 77 h 116"/>
                <a:gd name="T20" fmla="*/ 70 w 76"/>
                <a:gd name="T21" fmla="*/ 77 h 116"/>
                <a:gd name="T22" fmla="*/ 70 w 76"/>
                <a:gd name="T23" fmla="*/ 77 h 116"/>
                <a:gd name="T24" fmla="*/ 69 w 76"/>
                <a:gd name="T25" fmla="*/ 79 h 116"/>
                <a:gd name="T26" fmla="*/ 66 w 76"/>
                <a:gd name="T27" fmla="*/ 82 h 116"/>
                <a:gd name="T28" fmla="*/ 55 w 76"/>
                <a:gd name="T29" fmla="*/ 84 h 116"/>
                <a:gd name="T30" fmla="*/ 54 w 76"/>
                <a:gd name="T31" fmla="*/ 84 h 116"/>
                <a:gd name="T32" fmla="*/ 53 w 76"/>
                <a:gd name="T33" fmla="*/ 84 h 116"/>
                <a:gd name="T34" fmla="*/ 42 w 76"/>
                <a:gd name="T35" fmla="*/ 94 h 116"/>
                <a:gd name="T36" fmla="*/ 46 w 76"/>
                <a:gd name="T37" fmla="*/ 84 h 116"/>
                <a:gd name="T38" fmla="*/ 17 w 76"/>
                <a:gd name="T39" fmla="*/ 83 h 116"/>
                <a:gd name="T40" fmla="*/ 13 w 76"/>
                <a:gd name="T41" fmla="*/ 78 h 116"/>
                <a:gd name="T42" fmla="*/ 7 w 76"/>
                <a:gd name="T43" fmla="*/ 61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6 w 76"/>
                <a:gd name="T57" fmla="*/ 10 h 116"/>
                <a:gd name="T58" fmla="*/ 16 w 76"/>
                <a:gd name="T59" fmla="*/ 10 h 116"/>
                <a:gd name="T60" fmla="*/ 59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2 h 116"/>
                <a:gd name="T78" fmla="*/ 15 w 76"/>
                <a:gd name="T79" fmla="*/ 88 h 116"/>
                <a:gd name="T80" fmla="*/ 15 w 76"/>
                <a:gd name="T81" fmla="*/ 89 h 116"/>
                <a:gd name="T82" fmla="*/ 37 w 76"/>
                <a:gd name="T83" fmla="*/ 90 h 116"/>
                <a:gd name="T84" fmla="*/ 25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59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6" y="10"/>
                  </a:moveTo>
                  <a:cubicBezTo>
                    <a:pt x="59" y="6"/>
                    <a:pt x="59" y="6"/>
                    <a:pt x="59" y="6"/>
                  </a:cubicBezTo>
                  <a:cubicBezTo>
                    <a:pt x="60" y="6"/>
                    <a:pt x="60" y="7"/>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80"/>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9" name="Freeform 1305">
              <a:extLst>
                <a:ext uri="{FF2B5EF4-FFF2-40B4-BE49-F238E27FC236}">
                  <a16:creationId xmlns:a16="http://schemas.microsoft.com/office/drawing/2014/main" id="{86BA2573-FBF0-46EC-960C-8154B496B736}"/>
                </a:ext>
              </a:extLst>
            </p:cNvPr>
            <p:cNvSpPr>
              <a:spLocks noEditPoints="1"/>
            </p:cNvSpPr>
            <p:nvPr userDrawn="1"/>
          </p:nvSpPr>
          <p:spPr bwMode="auto">
            <a:xfrm>
              <a:off x="-150266" y="5429703"/>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2 w 167"/>
                <a:gd name="T65" fmla="*/ 0 h 247"/>
                <a:gd name="T66" fmla="*/ 34 w 167"/>
                <a:gd name="T67" fmla="*/ 8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9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4"/>
                    <a:pt x="160" y="175"/>
                    <a:pt x="160" y="177"/>
                  </a:cubicBezTo>
                  <a:cubicBezTo>
                    <a:pt x="158" y="180"/>
                    <a:pt x="156" y="184"/>
                    <a:pt x="151" y="187"/>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8"/>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2" y="0"/>
                    <a:pt x="132" y="0"/>
                    <a:pt x="132" y="0"/>
                  </a:cubicBezTo>
                  <a:cubicBezTo>
                    <a:pt x="34" y="8"/>
                    <a:pt x="34" y="8"/>
                    <a:pt x="34" y="8"/>
                  </a:cubicBezTo>
                  <a:cubicBezTo>
                    <a:pt x="27" y="8"/>
                    <a:pt x="21" y="11"/>
                    <a:pt x="16" y="16"/>
                  </a:cubicBezTo>
                  <a:cubicBezTo>
                    <a:pt x="9" y="24"/>
                    <a:pt x="5" y="35"/>
                    <a:pt x="3" y="47"/>
                  </a:cubicBezTo>
                  <a:cubicBezTo>
                    <a:pt x="1" y="60"/>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9"/>
                  </a:cubicBezTo>
                  <a:cubicBezTo>
                    <a:pt x="143"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0" name="Freeform 1306">
              <a:extLst>
                <a:ext uri="{FF2B5EF4-FFF2-40B4-BE49-F238E27FC236}">
                  <a16:creationId xmlns:a16="http://schemas.microsoft.com/office/drawing/2014/main" id="{82FE26AE-B485-493D-ADEC-E28A9C279160}"/>
                </a:ext>
              </a:extLst>
            </p:cNvPr>
            <p:cNvSpPr>
              <a:spLocks noEditPoints="1"/>
            </p:cNvSpPr>
            <p:nvPr userDrawn="1"/>
          </p:nvSpPr>
          <p:spPr bwMode="auto">
            <a:xfrm>
              <a:off x="712707" y="5622366"/>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156" y="0"/>
                    <a:pt x="156" y="0"/>
                    <a:pt x="156" y="0"/>
                  </a:cubicBez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2"/>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1" name="Freeform 1307">
              <a:extLst>
                <a:ext uri="{FF2B5EF4-FFF2-40B4-BE49-F238E27FC236}">
                  <a16:creationId xmlns:a16="http://schemas.microsoft.com/office/drawing/2014/main" id="{05B35C17-616C-4A08-AB87-53DEF7A22999}"/>
                </a:ext>
              </a:extLst>
            </p:cNvPr>
            <p:cNvSpPr>
              <a:spLocks noEditPoints="1"/>
            </p:cNvSpPr>
            <p:nvPr userDrawn="1"/>
          </p:nvSpPr>
          <p:spPr bwMode="auto">
            <a:xfrm>
              <a:off x="1720177" y="5000223"/>
              <a:ext cx="301037" cy="118408"/>
            </a:xfrm>
            <a:custGeom>
              <a:avLst/>
              <a:gdLst>
                <a:gd name="T0" fmla="*/ 71 w 199"/>
                <a:gd name="T1" fmla="*/ 6 h 79"/>
                <a:gd name="T2" fmla="*/ 134 w 199"/>
                <a:gd name="T3" fmla="*/ 17 h 79"/>
                <a:gd name="T4" fmla="*/ 137 w 199"/>
                <a:gd name="T5" fmla="*/ 19 h 79"/>
                <a:gd name="T6" fmla="*/ 138 w 199"/>
                <a:gd name="T7" fmla="*/ 35 h 79"/>
                <a:gd name="T8" fmla="*/ 137 w 199"/>
                <a:gd name="T9" fmla="*/ 38 h 79"/>
                <a:gd name="T10" fmla="*/ 137 w 199"/>
                <a:gd name="T11" fmla="*/ 38 h 79"/>
                <a:gd name="T12" fmla="*/ 137 w 199"/>
                <a:gd name="T13" fmla="*/ 38 h 79"/>
                <a:gd name="T14" fmla="*/ 134 w 199"/>
                <a:gd name="T15" fmla="*/ 58 h 79"/>
                <a:gd name="T16" fmla="*/ 141 w 199"/>
                <a:gd name="T17" fmla="*/ 63 h 79"/>
                <a:gd name="T18" fmla="*/ 161 w 199"/>
                <a:gd name="T19" fmla="*/ 64 h 79"/>
                <a:gd name="T20" fmla="*/ 78 w 199"/>
                <a:gd name="T21" fmla="*/ 73 h 79"/>
                <a:gd name="T22" fmla="*/ 75 w 199"/>
                <a:gd name="T23" fmla="*/ 73 h 79"/>
                <a:gd name="T24" fmla="*/ 75 w 199"/>
                <a:gd name="T25" fmla="*/ 73 h 79"/>
                <a:gd name="T26" fmla="*/ 21 w 199"/>
                <a:gd name="T27" fmla="*/ 64 h 79"/>
                <a:gd name="T28" fmla="*/ 10 w 199"/>
                <a:gd name="T29" fmla="*/ 56 h 79"/>
                <a:gd name="T30" fmla="*/ 6 w 199"/>
                <a:gd name="T31" fmla="*/ 35 h 79"/>
                <a:gd name="T32" fmla="*/ 18 w 199"/>
                <a:gd name="T33" fmla="*/ 12 h 79"/>
                <a:gd name="T34" fmla="*/ 20 w 199"/>
                <a:gd name="T35" fmla="*/ 11 h 79"/>
                <a:gd name="T36" fmla="*/ 71 w 199"/>
                <a:gd name="T37" fmla="*/ 0 h 79"/>
                <a:gd name="T38" fmla="*/ 18 w 199"/>
                <a:gd name="T39" fmla="*/ 5 h 79"/>
                <a:gd name="T40" fmla="*/ 9 w 199"/>
                <a:gd name="T41" fmla="*/ 11 h 79"/>
                <a:gd name="T42" fmla="*/ 4 w 199"/>
                <a:gd name="T43" fmla="*/ 58 h 79"/>
                <a:gd name="T44" fmla="*/ 5 w 199"/>
                <a:gd name="T45" fmla="*/ 59 h 79"/>
                <a:gd name="T46" fmla="*/ 71 w 199"/>
                <a:gd name="T47" fmla="*/ 79 h 79"/>
                <a:gd name="T48" fmla="*/ 75 w 199"/>
                <a:gd name="T49" fmla="*/ 79 h 79"/>
                <a:gd name="T50" fmla="*/ 182 w 199"/>
                <a:gd name="T51" fmla="*/ 64 h 79"/>
                <a:gd name="T52" fmla="*/ 142 w 199"/>
                <a:gd name="T53" fmla="*/ 57 h 79"/>
                <a:gd name="T54" fmla="*/ 139 w 199"/>
                <a:gd name="T55" fmla="*/ 55 h 79"/>
                <a:gd name="T56" fmla="*/ 142 w 199"/>
                <a:gd name="T57" fmla="*/ 41 h 79"/>
                <a:gd name="T58" fmla="*/ 146 w 199"/>
                <a:gd name="T59" fmla="*/ 27 h 79"/>
                <a:gd name="T60" fmla="*/ 141 w 199"/>
                <a:gd name="T61" fmla="*/ 14 h 79"/>
                <a:gd name="T62" fmla="*/ 139 w 199"/>
                <a:gd name="T63" fmla="*/ 17 h 79"/>
                <a:gd name="T64" fmla="*/ 139 w 199"/>
                <a:gd name="T65" fmla="*/ 17 h 79"/>
                <a:gd name="T66" fmla="*/ 71 w 199"/>
                <a:gd name="T6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5"/>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9"/>
                    <a:pt x="133" y="52"/>
                  </a:cubicBezTo>
                  <a:cubicBezTo>
                    <a:pt x="133" y="54"/>
                    <a:pt x="133" y="56"/>
                    <a:pt x="134" y="58"/>
                  </a:cubicBezTo>
                  <a:cubicBezTo>
                    <a:pt x="135" y="60"/>
                    <a:pt x="137" y="62"/>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2"/>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6"/>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6"/>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2" name="Freeform 1308">
              <a:extLst>
                <a:ext uri="{FF2B5EF4-FFF2-40B4-BE49-F238E27FC236}">
                  <a16:creationId xmlns:a16="http://schemas.microsoft.com/office/drawing/2014/main" id="{BD2C89FE-A8E0-486F-9E77-8449838C1BEB}"/>
                </a:ext>
              </a:extLst>
            </p:cNvPr>
            <p:cNvSpPr>
              <a:spLocks noEditPoints="1"/>
            </p:cNvSpPr>
            <p:nvPr userDrawn="1"/>
          </p:nvSpPr>
          <p:spPr bwMode="auto">
            <a:xfrm>
              <a:off x="152778" y="4046939"/>
              <a:ext cx="387335" cy="156539"/>
            </a:xfrm>
            <a:custGeom>
              <a:avLst/>
              <a:gdLst>
                <a:gd name="T0" fmla="*/ 187 w 257"/>
                <a:gd name="T1" fmla="*/ 54 h 104"/>
                <a:gd name="T2" fmla="*/ 187 w 257"/>
                <a:gd name="T3" fmla="*/ 54 h 104"/>
                <a:gd name="T4" fmla="*/ 93 w 257"/>
                <a:gd name="T5" fmla="*/ 6 h 104"/>
                <a:gd name="T6" fmla="*/ 177 w 257"/>
                <a:gd name="T7" fmla="*/ 22 h 104"/>
                <a:gd name="T8" fmla="*/ 182 w 257"/>
                <a:gd name="T9" fmla="*/ 24 h 104"/>
                <a:gd name="T10" fmla="*/ 184 w 257"/>
                <a:gd name="T11" fmla="*/ 47 h 104"/>
                <a:gd name="T12" fmla="*/ 182 w 257"/>
                <a:gd name="T13" fmla="*/ 51 h 104"/>
                <a:gd name="T14" fmla="*/ 182 w 257"/>
                <a:gd name="T15" fmla="*/ 51 h 104"/>
                <a:gd name="T16" fmla="*/ 176 w 257"/>
                <a:gd name="T17" fmla="*/ 69 h 104"/>
                <a:gd name="T18" fmla="*/ 183 w 257"/>
                <a:gd name="T19" fmla="*/ 82 h 104"/>
                <a:gd name="T20" fmla="*/ 187 w 257"/>
                <a:gd name="T21" fmla="*/ 83 h 104"/>
                <a:gd name="T22" fmla="*/ 114 w 257"/>
                <a:gd name="T23" fmla="*/ 98 h 104"/>
                <a:gd name="T24" fmla="*/ 100 w 257"/>
                <a:gd name="T25" fmla="*/ 98 h 104"/>
                <a:gd name="T26" fmla="*/ 99 w 257"/>
                <a:gd name="T27" fmla="*/ 98 h 104"/>
                <a:gd name="T28" fmla="*/ 98 w 257"/>
                <a:gd name="T29" fmla="*/ 98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8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2"/>
                  </a:cubicBezTo>
                  <a:cubicBezTo>
                    <a:pt x="179" y="22"/>
                    <a:pt x="180" y="23"/>
                    <a:pt x="181" y="23"/>
                  </a:cubicBezTo>
                  <a:cubicBezTo>
                    <a:pt x="181" y="24"/>
                    <a:pt x="181" y="24"/>
                    <a:pt x="182" y="24"/>
                  </a:cubicBezTo>
                  <a:cubicBezTo>
                    <a:pt x="184" y="28"/>
                    <a:pt x="185" y="32"/>
                    <a:pt x="185" y="36"/>
                  </a:cubicBezTo>
                  <a:cubicBezTo>
                    <a:pt x="185" y="40"/>
                    <a:pt x="184" y="44"/>
                    <a:pt x="184" y="47"/>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2"/>
                  </a:cubicBezTo>
                  <a:cubicBezTo>
                    <a:pt x="185" y="82"/>
                    <a:pt x="187" y="83"/>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8"/>
                    <a:pt x="99" y="98"/>
                  </a:cubicBezTo>
                  <a:cubicBezTo>
                    <a:pt x="99" y="98"/>
                    <a:pt x="99" y="98"/>
                    <a:pt x="99" y="98"/>
                  </a:cubicBezTo>
                  <a:cubicBezTo>
                    <a:pt x="98" y="98"/>
                    <a:pt x="98" y="98"/>
                    <a:pt x="98" y="98"/>
                  </a:cubicBezTo>
                  <a:cubicBezTo>
                    <a:pt x="98" y="98"/>
                    <a:pt x="98" y="98"/>
                    <a:pt x="98" y="98"/>
                  </a:cubicBezTo>
                  <a:cubicBezTo>
                    <a:pt x="96" y="98"/>
                    <a:pt x="94" y="98"/>
                    <a:pt x="93" y="98"/>
                  </a:cubicBezTo>
                  <a:cubicBezTo>
                    <a:pt x="59" y="98"/>
                    <a:pt x="38" y="92"/>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8"/>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4"/>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3" name="Freeform 1309">
              <a:extLst>
                <a:ext uri="{FF2B5EF4-FFF2-40B4-BE49-F238E27FC236}">
                  <a16:creationId xmlns:a16="http://schemas.microsoft.com/office/drawing/2014/main" id="{0F8B7ED2-CEEB-4E50-A910-10FE93391F93}"/>
                </a:ext>
              </a:extLst>
            </p:cNvPr>
            <p:cNvSpPr>
              <a:spLocks noEditPoints="1"/>
            </p:cNvSpPr>
            <p:nvPr userDrawn="1"/>
          </p:nvSpPr>
          <p:spPr bwMode="auto">
            <a:xfrm>
              <a:off x="-180370" y="5227004"/>
              <a:ext cx="415432" cy="170588"/>
            </a:xfrm>
            <a:custGeom>
              <a:avLst/>
              <a:gdLst>
                <a:gd name="T0" fmla="*/ 11 w 276"/>
                <a:gd name="T1" fmla="*/ 80 h 112"/>
                <a:gd name="T2" fmla="*/ 11 w 276"/>
                <a:gd name="T3" fmla="*/ 80 h 112"/>
                <a:gd name="T4" fmla="*/ 11 w 276"/>
                <a:gd name="T5" fmla="*/ 80 h 112"/>
                <a:gd name="T6" fmla="*/ 101 w 276"/>
                <a:gd name="T7" fmla="*/ 6 h 112"/>
                <a:gd name="T8" fmla="*/ 191 w 276"/>
                <a:gd name="T9" fmla="*/ 23 h 112"/>
                <a:gd name="T10" fmla="*/ 196 w 276"/>
                <a:gd name="T11" fmla="*/ 25 h 112"/>
                <a:gd name="T12" fmla="*/ 198 w 276"/>
                <a:gd name="T13" fmla="*/ 50 h 112"/>
                <a:gd name="T14" fmla="*/ 197 w 276"/>
                <a:gd name="T15" fmla="*/ 54 h 112"/>
                <a:gd name="T16" fmla="*/ 196 w 276"/>
                <a:gd name="T17" fmla="*/ 54 h 112"/>
                <a:gd name="T18" fmla="*/ 190 w 276"/>
                <a:gd name="T19" fmla="*/ 74 h 112"/>
                <a:gd name="T20" fmla="*/ 198 w 276"/>
                <a:gd name="T21" fmla="*/ 87 h 112"/>
                <a:gd name="T22" fmla="*/ 202 w 276"/>
                <a:gd name="T23" fmla="*/ 88 h 112"/>
                <a:gd name="T24" fmla="*/ 124 w 276"/>
                <a:gd name="T25" fmla="*/ 106 h 112"/>
                <a:gd name="T26" fmla="*/ 107 w 276"/>
                <a:gd name="T27" fmla="*/ 105 h 112"/>
                <a:gd name="T28" fmla="*/ 106 w 276"/>
                <a:gd name="T29" fmla="*/ 105 h 112"/>
                <a:gd name="T30" fmla="*/ 100 w 276"/>
                <a:gd name="T31" fmla="*/ 105 h 112"/>
                <a:gd name="T32" fmla="*/ 14 w 276"/>
                <a:gd name="T33" fmla="*/ 84 h 112"/>
                <a:gd name="T34" fmla="*/ 11 w 276"/>
                <a:gd name="T35" fmla="*/ 80 h 112"/>
                <a:gd name="T36" fmla="*/ 16 w 276"/>
                <a:gd name="T37" fmla="*/ 20 h 112"/>
                <a:gd name="T38" fmla="*/ 25 w 276"/>
                <a:gd name="T39" fmla="*/ 14 h 112"/>
                <a:gd name="T40" fmla="*/ 26 w 276"/>
                <a:gd name="T41" fmla="*/ 14 h 112"/>
                <a:gd name="T42" fmla="*/ 101 w 276"/>
                <a:gd name="T43" fmla="*/ 0 h 112"/>
                <a:gd name="T44" fmla="*/ 25 w 276"/>
                <a:gd name="T45" fmla="*/ 8 h 112"/>
                <a:gd name="T46" fmla="*/ 12 w 276"/>
                <a:gd name="T47" fmla="*/ 16 h 112"/>
                <a:gd name="T48" fmla="*/ 6 w 276"/>
                <a:gd name="T49" fmla="*/ 82 h 112"/>
                <a:gd name="T50" fmla="*/ 6 w 276"/>
                <a:gd name="T51" fmla="*/ 83 h 112"/>
                <a:gd name="T52" fmla="*/ 100 w 276"/>
                <a:gd name="T53" fmla="*/ 111 h 112"/>
                <a:gd name="T54" fmla="*/ 106 w 276"/>
                <a:gd name="T55" fmla="*/ 111 h 112"/>
                <a:gd name="T56" fmla="*/ 259 w 276"/>
                <a:gd name="T57" fmla="*/ 90 h 112"/>
                <a:gd name="T58" fmla="*/ 202 w 276"/>
                <a:gd name="T59" fmla="*/ 82 h 112"/>
                <a:gd name="T60" fmla="*/ 198 w 276"/>
                <a:gd name="T61" fmla="*/ 80 h 112"/>
                <a:gd name="T62" fmla="*/ 202 w 276"/>
                <a:gd name="T63" fmla="*/ 57 h 112"/>
                <a:gd name="T64" fmla="*/ 206 w 276"/>
                <a:gd name="T65" fmla="*/ 39 h 112"/>
                <a:gd name="T66" fmla="*/ 200 w 276"/>
                <a:gd name="T67" fmla="*/ 21 h 112"/>
                <a:gd name="T68" fmla="*/ 198 w 276"/>
                <a:gd name="T69" fmla="*/ 23 h 112"/>
                <a:gd name="T70" fmla="*/ 198 w 276"/>
                <a:gd name="T71" fmla="*/ 23 h 112"/>
                <a:gd name="T72" fmla="*/ 101 w 276"/>
                <a:gd name="T7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79" y="6"/>
                    <a:pt x="101" y="6"/>
                  </a:cubicBezTo>
                  <a:cubicBezTo>
                    <a:pt x="133" y="6"/>
                    <a:pt x="157" y="11"/>
                    <a:pt x="173" y="16"/>
                  </a:cubicBezTo>
                  <a:cubicBezTo>
                    <a:pt x="181" y="18"/>
                    <a:pt x="187" y="21"/>
                    <a:pt x="191" y="23"/>
                  </a:cubicBezTo>
                  <a:cubicBezTo>
                    <a:pt x="193" y="23"/>
                    <a:pt x="194" y="24"/>
                    <a:pt x="195" y="25"/>
                  </a:cubicBezTo>
                  <a:cubicBezTo>
                    <a:pt x="196" y="25"/>
                    <a:pt x="196" y="25"/>
                    <a:pt x="196" y="25"/>
                  </a:cubicBezTo>
                  <a:cubicBezTo>
                    <a:pt x="199" y="29"/>
                    <a:pt x="200" y="34"/>
                    <a:pt x="200" y="39"/>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9"/>
                    <a:pt x="28" y="92"/>
                  </a:cubicBezTo>
                  <a:cubicBezTo>
                    <a:pt x="21" y="89"/>
                    <a:pt x="17" y="86"/>
                    <a:pt x="14" y="84"/>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9"/>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4" name="Freeform 1310">
              <a:extLst>
                <a:ext uri="{FF2B5EF4-FFF2-40B4-BE49-F238E27FC236}">
                  <a16:creationId xmlns:a16="http://schemas.microsoft.com/office/drawing/2014/main" id="{15DB95F4-58D2-4943-8BCD-E426A50FFDB3}"/>
                </a:ext>
              </a:extLst>
            </p:cNvPr>
            <p:cNvSpPr>
              <a:spLocks noEditPoints="1"/>
            </p:cNvSpPr>
            <p:nvPr userDrawn="1"/>
          </p:nvSpPr>
          <p:spPr bwMode="auto">
            <a:xfrm>
              <a:off x="618381" y="5245067"/>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1"/>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4"/>
                    <a:pt x="32" y="147"/>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5"/>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5" name="Freeform 1311">
              <a:extLst>
                <a:ext uri="{FF2B5EF4-FFF2-40B4-BE49-F238E27FC236}">
                  <a16:creationId xmlns:a16="http://schemas.microsoft.com/office/drawing/2014/main" id="{6769C7E9-C00A-44A8-8319-19F660B10DD0}"/>
                </a:ext>
              </a:extLst>
            </p:cNvPr>
            <p:cNvSpPr>
              <a:spLocks/>
            </p:cNvSpPr>
            <p:nvPr userDrawn="1"/>
          </p:nvSpPr>
          <p:spPr bwMode="auto">
            <a:xfrm>
              <a:off x="642464" y="5287211"/>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6" name="Freeform 1312">
              <a:extLst>
                <a:ext uri="{FF2B5EF4-FFF2-40B4-BE49-F238E27FC236}">
                  <a16:creationId xmlns:a16="http://schemas.microsoft.com/office/drawing/2014/main" id="{1CA0270F-6EAC-4B87-AF02-E6EC28279807}"/>
                </a:ext>
              </a:extLst>
            </p:cNvPr>
            <p:cNvSpPr>
              <a:spLocks noEditPoints="1"/>
            </p:cNvSpPr>
            <p:nvPr userDrawn="1"/>
          </p:nvSpPr>
          <p:spPr bwMode="auto">
            <a:xfrm>
              <a:off x="989661" y="5728732"/>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159 w 353"/>
                <a:gd name="T47" fmla="*/ 225 h 231"/>
                <a:gd name="T48" fmla="*/ 159 w 353"/>
                <a:gd name="T49" fmla="*/ 225 h 231"/>
                <a:gd name="T50" fmla="*/ 50 w 353"/>
                <a:gd name="T51" fmla="*/ 206 h 231"/>
                <a:gd name="T52" fmla="*/ 50 w 353"/>
                <a:gd name="T53" fmla="*/ 206 h 231"/>
                <a:gd name="T54" fmla="*/ 50 w 353"/>
                <a:gd name="T55" fmla="*/ 206 h 231"/>
                <a:gd name="T56" fmla="*/ 50 w 353"/>
                <a:gd name="T57" fmla="*/ 206 h 231"/>
                <a:gd name="T58" fmla="*/ 27 w 353"/>
                <a:gd name="T59" fmla="*/ 190 h 231"/>
                <a:gd name="T60" fmla="*/ 6 w 353"/>
                <a:gd name="T61" fmla="*/ 137 h 231"/>
                <a:gd name="T62" fmla="*/ 33 w 353"/>
                <a:gd name="T63" fmla="*/ 52 h 231"/>
                <a:gd name="T64" fmla="*/ 119 w 353"/>
                <a:gd name="T65" fmla="*/ 0 h 231"/>
                <a:gd name="T66" fmla="*/ 119 w 353"/>
                <a:gd name="T67" fmla="*/ 0 h 231"/>
                <a:gd name="T68" fmla="*/ 51 w 353"/>
                <a:gd name="T69" fmla="*/ 24 h 231"/>
                <a:gd name="T70" fmla="*/ 28 w 353"/>
                <a:gd name="T71" fmla="*/ 49 h 231"/>
                <a:gd name="T72" fmla="*/ 28 w 353"/>
                <a:gd name="T73" fmla="*/ 49 h 231"/>
                <a:gd name="T74" fmla="*/ 27 w 353"/>
                <a:gd name="T75" fmla="*/ 49 h 231"/>
                <a:gd name="T76" fmla="*/ 0 w 353"/>
                <a:gd name="T77" fmla="*/ 137 h 231"/>
                <a:gd name="T78" fmla="*/ 24 w 353"/>
                <a:gd name="T79" fmla="*/ 196 h 231"/>
                <a:gd name="T80" fmla="*/ 48 w 353"/>
                <a:gd name="T81" fmla="*/ 211 h 231"/>
                <a:gd name="T82" fmla="*/ 159 w 353"/>
                <a:gd name="T83" fmla="*/ 231 h 231"/>
                <a:gd name="T84" fmla="*/ 295 w 353"/>
                <a:gd name="T85" fmla="*/ 211 h 231"/>
                <a:gd name="T86" fmla="*/ 295 w 353"/>
                <a:gd name="T87" fmla="*/ 211 h 231"/>
                <a:gd name="T88" fmla="*/ 341 w 353"/>
                <a:gd name="T89" fmla="*/ 194 h 231"/>
                <a:gd name="T90" fmla="*/ 350 w 353"/>
                <a:gd name="T91" fmla="*/ 187 h 231"/>
                <a:gd name="T92" fmla="*/ 353 w 353"/>
                <a:gd name="T93" fmla="*/ 181 h 231"/>
                <a:gd name="T94" fmla="*/ 353 w 353"/>
                <a:gd name="T95" fmla="*/ 178 h 231"/>
                <a:gd name="T96" fmla="*/ 351 w 353"/>
                <a:gd name="T97" fmla="*/ 177 h 231"/>
                <a:gd name="T98" fmla="*/ 348 w 353"/>
                <a:gd name="T99" fmla="*/ 176 h 231"/>
                <a:gd name="T100" fmla="*/ 333 w 353"/>
                <a:gd name="T101" fmla="*/ 175 h 231"/>
                <a:gd name="T102" fmla="*/ 287 w 353"/>
                <a:gd name="T103" fmla="*/ 177 h 231"/>
                <a:gd name="T104" fmla="*/ 257 w 353"/>
                <a:gd name="T105" fmla="*/ 163 h 231"/>
                <a:gd name="T106" fmla="*/ 232 w 353"/>
                <a:gd name="T107" fmla="*/ 122 h 231"/>
                <a:gd name="T108" fmla="*/ 227 w 353"/>
                <a:gd name="T109" fmla="*/ 105 h 231"/>
                <a:gd name="T110" fmla="*/ 226 w 353"/>
                <a:gd name="T111" fmla="*/ 100 h 231"/>
                <a:gd name="T112" fmla="*/ 226 w 353"/>
                <a:gd name="T113" fmla="*/ 98 h 231"/>
                <a:gd name="T114" fmla="*/ 226 w 353"/>
                <a:gd name="T115" fmla="*/ 98 h 231"/>
                <a:gd name="T116" fmla="*/ 195 w 353"/>
                <a:gd name="T117" fmla="*/ 23 h 231"/>
                <a:gd name="T118" fmla="*/ 194 w 353"/>
                <a:gd name="T119" fmla="*/ 23 h 231"/>
                <a:gd name="T120" fmla="*/ 194 w 353"/>
                <a:gd name="T121" fmla="*/ 23 h 231"/>
                <a:gd name="T122" fmla="*/ 119 w 353"/>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3"/>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6"/>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7"/>
                  </a:cubicBezTo>
                  <a:cubicBezTo>
                    <a:pt x="350" y="176"/>
                    <a:pt x="349" y="176"/>
                    <a:pt x="348" y="176"/>
                  </a:cubicBezTo>
                  <a:cubicBezTo>
                    <a:pt x="344" y="175"/>
                    <a:pt x="339" y="175"/>
                    <a:pt x="333" y="175"/>
                  </a:cubicBezTo>
                  <a:cubicBezTo>
                    <a:pt x="315" y="175"/>
                    <a:pt x="290" y="177"/>
                    <a:pt x="287" y="177"/>
                  </a:cubicBezTo>
                  <a:cubicBezTo>
                    <a:pt x="275" y="176"/>
                    <a:pt x="265" y="171"/>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7" name="Freeform 1313">
              <a:extLst>
                <a:ext uri="{FF2B5EF4-FFF2-40B4-BE49-F238E27FC236}">
                  <a16:creationId xmlns:a16="http://schemas.microsoft.com/office/drawing/2014/main" id="{F1110C0B-7CA8-42C0-B4A6-F21335094C67}"/>
                </a:ext>
              </a:extLst>
            </p:cNvPr>
            <p:cNvSpPr>
              <a:spLocks noEditPoints="1"/>
            </p:cNvSpPr>
            <p:nvPr userDrawn="1"/>
          </p:nvSpPr>
          <p:spPr bwMode="auto">
            <a:xfrm>
              <a:off x="1332842" y="5130672"/>
              <a:ext cx="254879" cy="200691"/>
            </a:xfrm>
            <a:custGeom>
              <a:avLst/>
              <a:gdLst>
                <a:gd name="T0" fmla="*/ 28 w 170"/>
                <a:gd name="T1" fmla="*/ 7 h 133"/>
                <a:gd name="T2" fmla="*/ 35 w 170"/>
                <a:gd name="T3" fmla="*/ 7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7"/>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1"/>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8" name="Freeform 1314">
              <a:extLst>
                <a:ext uri="{FF2B5EF4-FFF2-40B4-BE49-F238E27FC236}">
                  <a16:creationId xmlns:a16="http://schemas.microsoft.com/office/drawing/2014/main" id="{EE9B53FD-ADC3-4484-A090-B4A8C37BA117}"/>
                </a:ext>
              </a:extLst>
            </p:cNvPr>
            <p:cNvSpPr>
              <a:spLocks noEditPoints="1"/>
            </p:cNvSpPr>
            <p:nvPr userDrawn="1"/>
          </p:nvSpPr>
          <p:spPr bwMode="auto">
            <a:xfrm>
              <a:off x="2304188" y="5501952"/>
              <a:ext cx="254879" cy="200691"/>
            </a:xfrm>
            <a:custGeom>
              <a:avLst/>
              <a:gdLst>
                <a:gd name="T0" fmla="*/ 27 w 169"/>
                <a:gd name="T1" fmla="*/ 7 h 133"/>
                <a:gd name="T2" fmla="*/ 35 w 169"/>
                <a:gd name="T3" fmla="*/ 7 h 133"/>
                <a:gd name="T4" fmla="*/ 108 w 169"/>
                <a:gd name="T5" fmla="*/ 6 h 133"/>
                <a:gd name="T6" fmla="*/ 131 w 169"/>
                <a:gd name="T7" fmla="*/ 7 h 133"/>
                <a:gd name="T8" fmla="*/ 138 w 169"/>
                <a:gd name="T9" fmla="*/ 7 h 133"/>
                <a:gd name="T10" fmla="*/ 142 w 169"/>
                <a:gd name="T11" fmla="*/ 7 h 133"/>
                <a:gd name="T12" fmla="*/ 147 w 169"/>
                <a:gd name="T13" fmla="*/ 10 h 133"/>
                <a:gd name="T14" fmla="*/ 158 w 169"/>
                <a:gd name="T15" fmla="*/ 23 h 133"/>
                <a:gd name="T16" fmla="*/ 163 w 169"/>
                <a:gd name="T17" fmla="*/ 42 h 133"/>
                <a:gd name="T18" fmla="*/ 155 w 169"/>
                <a:gd name="T19" fmla="*/ 65 h 133"/>
                <a:gd name="T20" fmla="*/ 124 w 169"/>
                <a:gd name="T21" fmla="*/ 88 h 133"/>
                <a:gd name="T22" fmla="*/ 51 w 169"/>
                <a:gd name="T23" fmla="*/ 88 h 133"/>
                <a:gd name="T24" fmla="*/ 45 w 169"/>
                <a:gd name="T25" fmla="*/ 107 h 133"/>
                <a:gd name="T26" fmla="*/ 42 w 169"/>
                <a:gd name="T27" fmla="*/ 88 h 133"/>
                <a:gd name="T28" fmla="*/ 40 w 169"/>
                <a:gd name="T29" fmla="*/ 88 h 133"/>
                <a:gd name="T30" fmla="*/ 40 w 169"/>
                <a:gd name="T31" fmla="*/ 88 h 133"/>
                <a:gd name="T32" fmla="*/ 26 w 169"/>
                <a:gd name="T33" fmla="*/ 82 h 133"/>
                <a:gd name="T34" fmla="*/ 8 w 169"/>
                <a:gd name="T35" fmla="*/ 45 h 133"/>
                <a:gd name="T36" fmla="*/ 7 w 169"/>
                <a:gd name="T37" fmla="*/ 45 h 133"/>
                <a:gd name="T38" fmla="*/ 7 w 169"/>
                <a:gd name="T39" fmla="*/ 44 h 133"/>
                <a:gd name="T40" fmla="*/ 7 w 169"/>
                <a:gd name="T41" fmla="*/ 44 h 133"/>
                <a:gd name="T42" fmla="*/ 6 w 169"/>
                <a:gd name="T43" fmla="*/ 33 h 133"/>
                <a:gd name="T44" fmla="*/ 10 w 169"/>
                <a:gd name="T45" fmla="*/ 18 h 133"/>
                <a:gd name="T46" fmla="*/ 27 w 169"/>
                <a:gd name="T47" fmla="*/ 7 h 133"/>
                <a:gd name="T48" fmla="*/ 108 w 169"/>
                <a:gd name="T49" fmla="*/ 0 h 133"/>
                <a:gd name="T50" fmla="*/ 27 w 169"/>
                <a:gd name="T51" fmla="*/ 1 h 133"/>
                <a:gd name="T52" fmla="*/ 26 w 169"/>
                <a:gd name="T53" fmla="*/ 1 h 133"/>
                <a:gd name="T54" fmla="*/ 26 w 169"/>
                <a:gd name="T55" fmla="*/ 2 h 133"/>
                <a:gd name="T56" fmla="*/ 5 w 169"/>
                <a:gd name="T57" fmla="*/ 15 h 133"/>
                <a:gd name="T58" fmla="*/ 0 w 169"/>
                <a:gd name="T59" fmla="*/ 33 h 133"/>
                <a:gd name="T60" fmla="*/ 2 w 169"/>
                <a:gd name="T61" fmla="*/ 46 h 133"/>
                <a:gd name="T62" fmla="*/ 23 w 169"/>
                <a:gd name="T63" fmla="*/ 87 h 133"/>
                <a:gd name="T64" fmla="*/ 37 w 169"/>
                <a:gd name="T65" fmla="*/ 93 h 133"/>
                <a:gd name="T66" fmla="*/ 42 w 169"/>
                <a:gd name="T67" fmla="*/ 133 h 133"/>
                <a:gd name="T68" fmla="*/ 43 w 169"/>
                <a:gd name="T69" fmla="*/ 132 h 133"/>
                <a:gd name="T70" fmla="*/ 55 w 169"/>
                <a:gd name="T71" fmla="*/ 94 h 133"/>
                <a:gd name="T72" fmla="*/ 125 w 169"/>
                <a:gd name="T73" fmla="*/ 94 h 133"/>
                <a:gd name="T74" fmla="*/ 126 w 169"/>
                <a:gd name="T75" fmla="*/ 94 h 133"/>
                <a:gd name="T76" fmla="*/ 160 w 169"/>
                <a:gd name="T77" fmla="*/ 68 h 133"/>
                <a:gd name="T78" fmla="*/ 169 w 169"/>
                <a:gd name="T79" fmla="*/ 42 h 133"/>
                <a:gd name="T80" fmla="*/ 161 w 169"/>
                <a:gd name="T81" fmla="*/ 17 h 133"/>
                <a:gd name="T82" fmla="*/ 161 w 169"/>
                <a:gd name="T83" fmla="*/ 17 h 133"/>
                <a:gd name="T84" fmla="*/ 160 w 169"/>
                <a:gd name="T85" fmla="*/ 15 h 133"/>
                <a:gd name="T86" fmla="*/ 160 w 169"/>
                <a:gd name="T87" fmla="*/ 15 h 133"/>
                <a:gd name="T88" fmla="*/ 159 w 169"/>
                <a:gd name="T89" fmla="*/ 14 h 133"/>
                <a:gd name="T90" fmla="*/ 151 w 169"/>
                <a:gd name="T91" fmla="*/ 6 h 133"/>
                <a:gd name="T92" fmla="*/ 144 w 169"/>
                <a:gd name="T93" fmla="*/ 2 h 133"/>
                <a:gd name="T94" fmla="*/ 139 w 169"/>
                <a:gd name="T95" fmla="*/ 1 h 133"/>
                <a:gd name="T96" fmla="*/ 108 w 169"/>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3">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8"/>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8"/>
                    <a:pt x="40" y="88"/>
                    <a:pt x="40" y="88"/>
                  </a:cubicBezTo>
                  <a:cubicBezTo>
                    <a:pt x="40" y="88"/>
                    <a:pt x="40" y="88"/>
                    <a:pt x="40" y="88"/>
                  </a:cubicBezTo>
                  <a:cubicBezTo>
                    <a:pt x="39" y="88"/>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40"/>
                    <a:pt x="1" y="45"/>
                    <a:pt x="2" y="46"/>
                  </a:cubicBezTo>
                  <a:cubicBezTo>
                    <a:pt x="6" y="69"/>
                    <a:pt x="15" y="81"/>
                    <a:pt x="23" y="87"/>
                  </a:cubicBezTo>
                  <a:cubicBezTo>
                    <a:pt x="29" y="91"/>
                    <a:pt x="34" y="93"/>
                    <a:pt x="37" y="93"/>
                  </a:cubicBezTo>
                  <a:cubicBezTo>
                    <a:pt x="42" y="133"/>
                    <a:pt x="42" y="133"/>
                    <a:pt x="42" y="133"/>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5"/>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9" name="Freeform 1315">
              <a:extLst>
                <a:ext uri="{FF2B5EF4-FFF2-40B4-BE49-F238E27FC236}">
                  <a16:creationId xmlns:a16="http://schemas.microsoft.com/office/drawing/2014/main" id="{9DBB5DC7-12E0-40FC-BFEA-7941EA0F418B}"/>
                </a:ext>
              </a:extLst>
            </p:cNvPr>
            <p:cNvSpPr>
              <a:spLocks/>
            </p:cNvSpPr>
            <p:nvPr userDrawn="1"/>
          </p:nvSpPr>
          <p:spPr bwMode="auto">
            <a:xfrm>
              <a:off x="2368410" y="5700635"/>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0" name="Freeform 1316">
              <a:extLst>
                <a:ext uri="{FF2B5EF4-FFF2-40B4-BE49-F238E27FC236}">
                  <a16:creationId xmlns:a16="http://schemas.microsoft.com/office/drawing/2014/main" id="{4E8E5790-062F-47E1-916E-9FA185868B31}"/>
                </a:ext>
              </a:extLst>
            </p:cNvPr>
            <p:cNvSpPr>
              <a:spLocks noEditPoints="1"/>
            </p:cNvSpPr>
            <p:nvPr userDrawn="1"/>
          </p:nvSpPr>
          <p:spPr bwMode="auto">
            <a:xfrm>
              <a:off x="1055889" y="4273721"/>
              <a:ext cx="282975" cy="242837"/>
            </a:xfrm>
            <a:custGeom>
              <a:avLst/>
              <a:gdLst>
                <a:gd name="T0" fmla="*/ 91 w 188"/>
                <a:gd name="T1" fmla="*/ 23 h 162"/>
                <a:gd name="T2" fmla="*/ 94 w 188"/>
                <a:gd name="T3" fmla="*/ 22 h 162"/>
                <a:gd name="T4" fmla="*/ 74 w 188"/>
                <a:gd name="T5" fmla="*/ 8 h 162"/>
                <a:gd name="T6" fmla="*/ 84 w 188"/>
                <a:gd name="T7" fmla="*/ 12 h 162"/>
                <a:gd name="T8" fmla="*/ 94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1 h 162"/>
                <a:gd name="T20" fmla="*/ 142 w 188"/>
                <a:gd name="T21" fmla="*/ 112 h 162"/>
                <a:gd name="T22" fmla="*/ 134 w 188"/>
                <a:gd name="T23" fmla="*/ 137 h 162"/>
                <a:gd name="T24" fmla="*/ 114 w 188"/>
                <a:gd name="T25" fmla="*/ 134 h 162"/>
                <a:gd name="T26" fmla="*/ 98 w 188"/>
                <a:gd name="T27" fmla="*/ 135 h 162"/>
                <a:gd name="T28" fmla="*/ 47 w 188"/>
                <a:gd name="T29" fmla="*/ 138 h 162"/>
                <a:gd name="T30" fmla="*/ 29 w 188"/>
                <a:gd name="T31" fmla="*/ 111 h 162"/>
                <a:gd name="T32" fmla="*/ 8 w 188"/>
                <a:gd name="T33" fmla="*/ 105 h 162"/>
                <a:gd name="T34" fmla="*/ 21 w 188"/>
                <a:gd name="T35" fmla="*/ 81 h 162"/>
                <a:gd name="T36" fmla="*/ 21 w 188"/>
                <a:gd name="T37" fmla="*/ 36 h 162"/>
                <a:gd name="T38" fmla="*/ 62 w 188"/>
                <a:gd name="T39" fmla="*/ 28 h 162"/>
                <a:gd name="T40" fmla="*/ 78 w 188"/>
                <a:gd name="T41" fmla="*/ 0 h 162"/>
                <a:gd name="T42" fmla="*/ 61 w 188"/>
                <a:gd name="T43" fmla="*/ 13 h 162"/>
                <a:gd name="T44" fmla="*/ 61 w 188"/>
                <a:gd name="T45" fmla="*/ 21 h 162"/>
                <a:gd name="T46" fmla="*/ 53 w 188"/>
                <a:gd name="T47" fmla="*/ 24 h 162"/>
                <a:gd name="T48" fmla="*/ 37 w 188"/>
                <a:gd name="T49" fmla="*/ 20 h 162"/>
                <a:gd name="T50" fmla="*/ 12 w 188"/>
                <a:gd name="T51" fmla="*/ 48 h 162"/>
                <a:gd name="T52" fmla="*/ 18 w 188"/>
                <a:gd name="T53" fmla="*/ 71 h 162"/>
                <a:gd name="T54" fmla="*/ 5 w 188"/>
                <a:gd name="T55" fmla="*/ 83 h 162"/>
                <a:gd name="T56" fmla="*/ 2 w 188"/>
                <a:gd name="T57" fmla="*/ 86 h 162"/>
                <a:gd name="T58" fmla="*/ 20 w 188"/>
                <a:gd name="T59" fmla="*/ 118 h 162"/>
                <a:gd name="T60" fmla="*/ 35 w 188"/>
                <a:gd name="T61" fmla="*/ 118 h 162"/>
                <a:gd name="T62" fmla="*/ 41 w 188"/>
                <a:gd name="T63" fmla="*/ 138 h 162"/>
                <a:gd name="T64" fmla="*/ 42 w 188"/>
                <a:gd name="T65" fmla="*/ 141 h 162"/>
                <a:gd name="T66" fmla="*/ 94 w 188"/>
                <a:gd name="T67" fmla="*/ 150 h 162"/>
                <a:gd name="T68" fmla="*/ 108 w 188"/>
                <a:gd name="T69" fmla="*/ 137 h 162"/>
                <a:gd name="T70" fmla="*/ 110 w 188"/>
                <a:gd name="T71" fmla="*/ 140 h 162"/>
                <a:gd name="T72" fmla="*/ 123 w 188"/>
                <a:gd name="T73" fmla="*/ 146 h 162"/>
                <a:gd name="T74" fmla="*/ 145 w 188"/>
                <a:gd name="T75" fmla="*/ 134 h 162"/>
                <a:gd name="T76" fmla="*/ 173 w 188"/>
                <a:gd name="T77" fmla="*/ 155 h 162"/>
                <a:gd name="T78" fmla="*/ 184 w 188"/>
                <a:gd name="T79" fmla="*/ 162 h 162"/>
                <a:gd name="T80" fmla="*/ 187 w 188"/>
                <a:gd name="T81" fmla="*/ 158 h 162"/>
                <a:gd name="T82" fmla="*/ 160 w 188"/>
                <a:gd name="T83" fmla="*/ 111 h 162"/>
                <a:gd name="T84" fmla="*/ 186 w 188"/>
                <a:gd name="T85" fmla="*/ 87 h 162"/>
                <a:gd name="T86" fmla="*/ 175 w 188"/>
                <a:gd name="T87" fmla="*/ 58 h 162"/>
                <a:gd name="T88" fmla="*/ 160 w 188"/>
                <a:gd name="T89" fmla="*/ 56 h 162"/>
                <a:gd name="T90" fmla="*/ 158 w 188"/>
                <a:gd name="T91" fmla="*/ 21 h 162"/>
                <a:gd name="T92" fmla="*/ 99 w 188"/>
                <a:gd name="T93" fmla="*/ 13 h 162"/>
                <a:gd name="T94" fmla="*/ 78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1"/>
                  </a:cubicBezTo>
                  <a:cubicBezTo>
                    <a:pt x="154" y="116"/>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6"/>
                  </a:cubicBezTo>
                  <a:cubicBezTo>
                    <a:pt x="139" y="117"/>
                    <a:pt x="138" y="120"/>
                    <a:pt x="138" y="125"/>
                  </a:cubicBezTo>
                  <a:cubicBezTo>
                    <a:pt x="138" y="127"/>
                    <a:pt x="139" y="130"/>
                    <a:pt x="139" y="134"/>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2"/>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8"/>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6"/>
                    <a:pt x="60" y="16"/>
                    <a:pt x="60" y="16"/>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8"/>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4"/>
                    <a:pt x="5" y="84"/>
                    <a:pt x="5" y="84"/>
                  </a:cubicBezTo>
                  <a:cubicBezTo>
                    <a:pt x="5" y="84"/>
                    <a:pt x="5" y="84"/>
                    <a:pt x="5" y="84"/>
                  </a:cubicBezTo>
                  <a:cubicBezTo>
                    <a:pt x="3" y="84"/>
                    <a:pt x="3" y="84"/>
                    <a:pt x="3" y="84"/>
                  </a:cubicBezTo>
                  <a:cubicBezTo>
                    <a:pt x="2" y="86"/>
                    <a:pt x="2" y="86"/>
                    <a:pt x="2" y="86"/>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2"/>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60"/>
                    <a:pt x="188" y="159"/>
                  </a:cubicBezTo>
                  <a:cubicBezTo>
                    <a:pt x="188" y="159"/>
                    <a:pt x="187" y="158"/>
                    <a:pt x="187" y="158"/>
                  </a:cubicBezTo>
                  <a:cubicBezTo>
                    <a:pt x="187" y="158"/>
                    <a:pt x="187" y="157"/>
                    <a:pt x="187" y="157"/>
                  </a:cubicBezTo>
                  <a:cubicBezTo>
                    <a:pt x="165" y="124"/>
                    <a:pt x="165" y="124"/>
                    <a:pt x="165" y="124"/>
                  </a:cubicBezTo>
                  <a:cubicBezTo>
                    <a:pt x="165" y="124"/>
                    <a:pt x="165" y="124"/>
                    <a:pt x="165" y="124"/>
                  </a:cubicBezTo>
                  <a:cubicBezTo>
                    <a:pt x="162" y="118"/>
                    <a:pt x="160" y="114"/>
                    <a:pt x="160" y="111"/>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1" name="Freeform 1317">
              <a:extLst>
                <a:ext uri="{FF2B5EF4-FFF2-40B4-BE49-F238E27FC236}">
                  <a16:creationId xmlns:a16="http://schemas.microsoft.com/office/drawing/2014/main" id="{95CE7283-6102-4D25-9BC0-21ABA01E611E}"/>
                </a:ext>
              </a:extLst>
            </p:cNvPr>
            <p:cNvSpPr>
              <a:spLocks noEditPoints="1"/>
            </p:cNvSpPr>
            <p:nvPr userDrawn="1"/>
          </p:nvSpPr>
          <p:spPr bwMode="auto">
            <a:xfrm>
              <a:off x="1766336" y="4315865"/>
              <a:ext cx="282975" cy="242837"/>
            </a:xfrm>
            <a:custGeom>
              <a:avLst/>
              <a:gdLst>
                <a:gd name="T0" fmla="*/ 168 w 188"/>
                <a:gd name="T1" fmla="*/ 112 h 162"/>
                <a:gd name="T2" fmla="*/ 100 w 188"/>
                <a:gd name="T3" fmla="*/ 23 h 162"/>
                <a:gd name="T4" fmla="*/ 111 w 188"/>
                <a:gd name="T5" fmla="*/ 6 h 162"/>
                <a:gd name="T6" fmla="*/ 120 w 188"/>
                <a:gd name="T7" fmla="*/ 13 h 162"/>
                <a:gd name="T8" fmla="*/ 123 w 188"/>
                <a:gd name="T9" fmla="*/ 24 h 162"/>
                <a:gd name="T10" fmla="*/ 148 w 188"/>
                <a:gd name="T11" fmla="*/ 28 h 162"/>
                <a:gd name="T12" fmla="*/ 171 w 188"/>
                <a:gd name="T13" fmla="*/ 48 h 162"/>
                <a:gd name="T14" fmla="*/ 169 w 188"/>
                <a:gd name="T15" fmla="*/ 57 h 162"/>
                <a:gd name="T16" fmla="*/ 177 w 188"/>
                <a:gd name="T17" fmla="*/ 88 h 162"/>
                <a:gd name="T18" fmla="*/ 180 w 188"/>
                <a:gd name="T19" fmla="*/ 105 h 162"/>
                <a:gd name="T20" fmla="*/ 168 w 188"/>
                <a:gd name="T21" fmla="*/ 112 h 162"/>
                <a:gd name="T22" fmla="*/ 150 w 188"/>
                <a:gd name="T23" fmla="*/ 113 h 162"/>
                <a:gd name="T24" fmla="*/ 141 w 188"/>
                <a:gd name="T25" fmla="*/ 137 h 162"/>
                <a:gd name="T26" fmla="*/ 99 w 188"/>
                <a:gd name="T27" fmla="*/ 146 h 162"/>
                <a:gd name="T28" fmla="*/ 82 w 188"/>
                <a:gd name="T29" fmla="*/ 131 h 162"/>
                <a:gd name="T30" fmla="*/ 78 w 188"/>
                <a:gd name="T31" fmla="*/ 132 h 162"/>
                <a:gd name="T32" fmla="*/ 65 w 188"/>
                <a:gd name="T33" fmla="*/ 140 h 162"/>
                <a:gd name="T34" fmla="*/ 50 w 188"/>
                <a:gd name="T35" fmla="*/ 134 h 162"/>
                <a:gd name="T36" fmla="*/ 49 w 188"/>
                <a:gd name="T37" fmla="*/ 115 h 162"/>
                <a:gd name="T38" fmla="*/ 17 w 188"/>
                <a:gd name="T39" fmla="*/ 144 h 162"/>
                <a:gd name="T40" fmla="*/ 28 w 188"/>
                <a:gd name="T41" fmla="*/ 97 h 162"/>
                <a:gd name="T42" fmla="*/ 8 w 188"/>
                <a:gd name="T43" fmla="*/ 85 h 162"/>
                <a:gd name="T44" fmla="*/ 11 w 188"/>
                <a:gd name="T45" fmla="*/ 64 h 162"/>
                <a:gd name="T46" fmla="*/ 19 w 188"/>
                <a:gd name="T47" fmla="*/ 64 h 162"/>
                <a:gd name="T48" fmla="*/ 32 w 188"/>
                <a:gd name="T49" fmla="*/ 41 h 162"/>
                <a:gd name="T50" fmla="*/ 53 w 188"/>
                <a:gd name="T51" fmla="*/ 13 h 162"/>
                <a:gd name="T52" fmla="*/ 86 w 188"/>
                <a:gd name="T53" fmla="*/ 17 h 162"/>
                <a:gd name="T54" fmla="*/ 95 w 188"/>
                <a:gd name="T55" fmla="*/ 24 h 162"/>
                <a:gd name="T56" fmla="*/ 99 w 188"/>
                <a:gd name="T57" fmla="*/ 28 h 162"/>
                <a:gd name="T58" fmla="*/ 106 w 188"/>
                <a:gd name="T59" fmla="*/ 2 h 162"/>
                <a:gd name="T60" fmla="*/ 89 w 188"/>
                <a:gd name="T61" fmla="*/ 12 h 162"/>
                <a:gd name="T62" fmla="*/ 51 w 188"/>
                <a:gd name="T63" fmla="*/ 7 h 162"/>
                <a:gd name="T64" fmla="*/ 28 w 188"/>
                <a:gd name="T65" fmla="*/ 45 h 162"/>
                <a:gd name="T66" fmla="*/ 19 w 188"/>
                <a:gd name="T67" fmla="*/ 58 h 162"/>
                <a:gd name="T68" fmla="*/ 14 w 188"/>
                <a:gd name="T69" fmla="*/ 58 h 162"/>
                <a:gd name="T70" fmla="*/ 0 w 188"/>
                <a:gd name="T71" fmla="*/ 75 h 162"/>
                <a:gd name="T72" fmla="*/ 15 w 188"/>
                <a:gd name="T73" fmla="*/ 99 h 162"/>
                <a:gd name="T74" fmla="*/ 23 w 188"/>
                <a:gd name="T75" fmla="*/ 123 h 162"/>
                <a:gd name="T76" fmla="*/ 1 w 188"/>
                <a:gd name="T77" fmla="*/ 157 h 162"/>
                <a:gd name="T78" fmla="*/ 1 w 188"/>
                <a:gd name="T79" fmla="*/ 159 h 162"/>
                <a:gd name="T80" fmla="*/ 4 w 188"/>
                <a:gd name="T81" fmla="*/ 162 h 162"/>
                <a:gd name="T82" fmla="*/ 15 w 188"/>
                <a:gd name="T83" fmla="*/ 155 h 162"/>
                <a:gd name="T84" fmla="*/ 44 w 188"/>
                <a:gd name="T85" fmla="*/ 125 h 162"/>
                <a:gd name="T86" fmla="*/ 44 w 188"/>
                <a:gd name="T87" fmla="*/ 137 h 162"/>
                <a:gd name="T88" fmla="*/ 65 w 188"/>
                <a:gd name="T89" fmla="*/ 146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8" y="112"/>
                  </a:moveTo>
                  <a:cubicBezTo>
                    <a:pt x="168" y="112"/>
                    <a:pt x="168" y="112"/>
                    <a:pt x="168" y="112"/>
                  </a:cubicBezTo>
                  <a:cubicBezTo>
                    <a:pt x="168" y="112"/>
                    <a:pt x="168" y="112"/>
                    <a:pt x="168" y="112"/>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9"/>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8"/>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3"/>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5"/>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4"/>
                  </a:cubicBezTo>
                  <a:cubicBezTo>
                    <a:pt x="50" y="133"/>
                    <a:pt x="50" y="133"/>
                    <a:pt x="50" y="133"/>
                  </a:cubicBezTo>
                  <a:cubicBezTo>
                    <a:pt x="50" y="130"/>
                    <a:pt x="50" y="127"/>
                    <a:pt x="50" y="125"/>
                  </a:cubicBezTo>
                  <a:cubicBezTo>
                    <a:pt x="50" y="120"/>
                    <a:pt x="50" y="117"/>
                    <a:pt x="49" y="115"/>
                  </a:cubicBezTo>
                  <a:cubicBezTo>
                    <a:pt x="48" y="114"/>
                    <a:pt x="47" y="113"/>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3"/>
                    <a:pt x="13" y="92"/>
                    <a:pt x="12" y="91"/>
                  </a:cubicBezTo>
                  <a:cubicBezTo>
                    <a:pt x="11" y="90"/>
                    <a:pt x="9" y="88"/>
                    <a:pt x="8" y="85"/>
                  </a:cubicBezTo>
                  <a:cubicBezTo>
                    <a:pt x="7" y="82"/>
                    <a:pt x="6" y="78"/>
                    <a:pt x="6" y="75"/>
                  </a:cubicBezTo>
                  <a:cubicBezTo>
                    <a:pt x="6" y="72"/>
                    <a:pt x="7" y="69"/>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5"/>
                    <a:pt x="95" y="25"/>
                    <a:pt x="95" y="25"/>
                  </a:cubicBezTo>
                  <a:cubicBezTo>
                    <a:pt x="95" y="25"/>
                    <a:pt x="95" y="25"/>
                    <a:pt x="95" y="25"/>
                  </a:cubicBezTo>
                  <a:cubicBezTo>
                    <a:pt x="99" y="28"/>
                    <a:pt x="99" y="28"/>
                    <a:pt x="99" y="28"/>
                  </a:cubicBezTo>
                  <a:cubicBezTo>
                    <a:pt x="100" y="23"/>
                    <a:pt x="100" y="23"/>
                    <a:pt x="100" y="23"/>
                  </a:cubicBezTo>
                  <a:moveTo>
                    <a:pt x="111" y="0"/>
                  </a:moveTo>
                  <a:cubicBezTo>
                    <a:pt x="109" y="0"/>
                    <a:pt x="107" y="1"/>
                    <a:pt x="106" y="2"/>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6"/>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2"/>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50"/>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8"/>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9"/>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3"/>
                    <a:pt x="176" y="81"/>
                  </a:cubicBezTo>
                  <a:cubicBezTo>
                    <a:pt x="175" y="80"/>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2" name="Freeform 1318">
              <a:extLst>
                <a:ext uri="{FF2B5EF4-FFF2-40B4-BE49-F238E27FC236}">
                  <a16:creationId xmlns:a16="http://schemas.microsoft.com/office/drawing/2014/main" id="{A6C2E727-6D67-44C4-81D8-15C25451ABA3}"/>
                </a:ext>
              </a:extLst>
            </p:cNvPr>
            <p:cNvSpPr>
              <a:spLocks noEditPoints="1"/>
            </p:cNvSpPr>
            <p:nvPr userDrawn="1"/>
          </p:nvSpPr>
          <p:spPr bwMode="auto">
            <a:xfrm>
              <a:off x="1196372" y="5413647"/>
              <a:ext cx="282975" cy="242837"/>
            </a:xfrm>
            <a:custGeom>
              <a:avLst/>
              <a:gdLst>
                <a:gd name="T0" fmla="*/ 100 w 188"/>
                <a:gd name="T1" fmla="*/ 23 h 162"/>
                <a:gd name="T2" fmla="*/ 111 w 188"/>
                <a:gd name="T3" fmla="*/ 6 h 162"/>
                <a:gd name="T4" fmla="*/ 120 w 188"/>
                <a:gd name="T5" fmla="*/ 12 h 162"/>
                <a:gd name="T6" fmla="*/ 123 w 188"/>
                <a:gd name="T7" fmla="*/ 24 h 162"/>
                <a:gd name="T8" fmla="*/ 148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8 w 188"/>
                <a:gd name="T29" fmla="*/ 132 h 162"/>
                <a:gd name="T30" fmla="*/ 65 w 188"/>
                <a:gd name="T31" fmla="*/ 139 h 162"/>
                <a:gd name="T32" fmla="*/ 50 w 188"/>
                <a:gd name="T33" fmla="*/ 133 h 162"/>
                <a:gd name="T34" fmla="*/ 49 w 188"/>
                <a:gd name="T35" fmla="*/ 115 h 162"/>
                <a:gd name="T36" fmla="*/ 17 w 188"/>
                <a:gd name="T37" fmla="*/ 144 h 162"/>
                <a:gd name="T38" fmla="*/ 29 w 188"/>
                <a:gd name="T39" fmla="*/ 97 h 162"/>
                <a:gd name="T40" fmla="*/ 8 w 188"/>
                <a:gd name="T41" fmla="*/ 84 h 162"/>
                <a:gd name="T42" fmla="*/ 11 w 188"/>
                <a:gd name="T43" fmla="*/ 64 h 162"/>
                <a:gd name="T44" fmla="*/ 19 w 188"/>
                <a:gd name="T45" fmla="*/ 64 h 162"/>
                <a:gd name="T46" fmla="*/ 32 w 188"/>
                <a:gd name="T47" fmla="*/ 40 h 162"/>
                <a:gd name="T48" fmla="*/ 53 w 188"/>
                <a:gd name="T49" fmla="*/ 12 h 162"/>
                <a:gd name="T50" fmla="*/ 86 w 188"/>
                <a:gd name="T51" fmla="*/ 17 h 162"/>
                <a:gd name="T52" fmla="*/ 95 w 188"/>
                <a:gd name="T53" fmla="*/ 24 h 162"/>
                <a:gd name="T54" fmla="*/ 99 w 188"/>
                <a:gd name="T55" fmla="*/ 28 h 162"/>
                <a:gd name="T56" fmla="*/ 106 w 188"/>
                <a:gd name="T57" fmla="*/ 1 h 162"/>
                <a:gd name="T58" fmla="*/ 89 w 188"/>
                <a:gd name="T59" fmla="*/ 12 h 162"/>
                <a:gd name="T60" fmla="*/ 51 w 188"/>
                <a:gd name="T61" fmla="*/ 7 h 162"/>
                <a:gd name="T62" fmla="*/ 28 w 188"/>
                <a:gd name="T63" fmla="*/ 45 h 162"/>
                <a:gd name="T64" fmla="*/ 19 w 188"/>
                <a:gd name="T65" fmla="*/ 58 h 162"/>
                <a:gd name="T66" fmla="*/ 14 w 188"/>
                <a:gd name="T67" fmla="*/ 57 h 162"/>
                <a:gd name="T68" fmla="*/ 0 w 188"/>
                <a:gd name="T69" fmla="*/ 75 h 162"/>
                <a:gd name="T70" fmla="*/ 15 w 188"/>
                <a:gd name="T71" fmla="*/ 98 h 162"/>
                <a:gd name="T72" fmla="*/ 23 w 188"/>
                <a:gd name="T73" fmla="*/ 123 h 162"/>
                <a:gd name="T74" fmla="*/ 2 w 188"/>
                <a:gd name="T75" fmla="*/ 157 h 162"/>
                <a:gd name="T76" fmla="*/ 1 w 188"/>
                <a:gd name="T77" fmla="*/ 159 h 162"/>
                <a:gd name="T78" fmla="*/ 4 w 188"/>
                <a:gd name="T79" fmla="*/ 162 h 162"/>
                <a:gd name="T80" fmla="*/ 16 w 188"/>
                <a:gd name="T81" fmla="*/ 155 h 162"/>
                <a:gd name="T82" fmla="*/ 44 w 188"/>
                <a:gd name="T83" fmla="*/ 124 h 162"/>
                <a:gd name="T84" fmla="*/ 45 w 188"/>
                <a:gd name="T85" fmla="*/ 137 h 162"/>
                <a:gd name="T86" fmla="*/ 65 w 188"/>
                <a:gd name="T87" fmla="*/ 145 h 162"/>
                <a:gd name="T88" fmla="*/ 78 w 188"/>
                <a:gd name="T89" fmla="*/ 139 h 162"/>
                <a:gd name="T90" fmla="*/ 79 w 188"/>
                <a:gd name="T91" fmla="*/ 138 h 162"/>
                <a:gd name="T92" fmla="*/ 95 w 188"/>
                <a:gd name="T93" fmla="*/ 149 h 162"/>
                <a:gd name="T94" fmla="*/ 114 w 188"/>
                <a:gd name="T95" fmla="*/ 154 h 162"/>
                <a:gd name="T96" fmla="*/ 148 w 188"/>
                <a:gd name="T97" fmla="*/ 139 h 162"/>
                <a:gd name="T98" fmla="*/ 147 w 188"/>
                <a:gd name="T99" fmla="*/ 132 h 162"/>
                <a:gd name="T100" fmla="*/ 160 w 188"/>
                <a:gd name="T101" fmla="*/ 116 h 162"/>
                <a:gd name="T102" fmla="*/ 168 w 188"/>
                <a:gd name="T103" fmla="*/ 118 h 162"/>
                <a:gd name="T104" fmla="*/ 188 w 188"/>
                <a:gd name="T105" fmla="*/ 97 h 162"/>
                <a:gd name="T106" fmla="*/ 184 w 188"/>
                <a:gd name="T107" fmla="*/ 83 h 162"/>
                <a:gd name="T108" fmla="*/ 172 w 188"/>
                <a:gd name="T109" fmla="*/ 76 h 162"/>
                <a:gd name="T110" fmla="*/ 175 w 188"/>
                <a:gd name="T111" fmla="*/ 59 h 162"/>
                <a:gd name="T112" fmla="*/ 172 w 188"/>
                <a:gd name="T113" fmla="*/ 32 h 162"/>
                <a:gd name="T114" fmla="*/ 152 w 188"/>
                <a:gd name="T115" fmla="*/ 20 h 162"/>
                <a:gd name="T116" fmla="*/ 135 w 188"/>
                <a:gd name="T117" fmla="*/ 23 h 162"/>
                <a:gd name="T118" fmla="*/ 128 w 188"/>
                <a:gd name="T119" fmla="*/ 21 h 162"/>
                <a:gd name="T120" fmla="*/ 129 w 188"/>
                <a:gd name="T121" fmla="*/ 14 h 162"/>
                <a:gd name="T122" fmla="*/ 118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8" y="139"/>
                  </a:moveTo>
                  <a:cubicBezTo>
                    <a:pt x="78" y="139"/>
                    <a:pt x="78" y="139"/>
                    <a:pt x="78" y="139"/>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1"/>
                  </a:cubicBezTo>
                  <a:cubicBezTo>
                    <a:pt x="171" y="111"/>
                    <a:pt x="170" y="111"/>
                    <a:pt x="169" y="111"/>
                  </a:cubicBezTo>
                  <a:cubicBezTo>
                    <a:pt x="169" y="112"/>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9"/>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4"/>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4"/>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3"/>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7" y="25"/>
                    <a:pt x="24" y="30"/>
                    <a:pt x="24" y="35"/>
                  </a:cubicBezTo>
                  <a:cubicBezTo>
                    <a:pt x="24" y="39"/>
                    <a:pt x="26" y="42"/>
                    <a:pt x="28" y="45"/>
                  </a:cubicBezTo>
                  <a:cubicBezTo>
                    <a:pt x="30" y="46"/>
                    <a:pt x="30" y="49"/>
                    <a:pt x="30" y="50"/>
                  </a:cubicBezTo>
                  <a:cubicBezTo>
                    <a:pt x="30" y="52"/>
                    <a:pt x="30" y="54"/>
                    <a:pt x="28" y="55"/>
                  </a:cubicBezTo>
                  <a:cubicBezTo>
                    <a:pt x="27" y="56"/>
                    <a:pt x="24" y="58"/>
                    <a:pt x="19" y="58"/>
                  </a:cubicBezTo>
                  <a:cubicBezTo>
                    <a:pt x="18" y="58"/>
                    <a:pt x="17" y="58"/>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6"/>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1"/>
                    <a:pt x="44" y="121"/>
                    <a:pt x="44" y="121"/>
                  </a:cubicBezTo>
                  <a:cubicBezTo>
                    <a:pt x="44" y="122"/>
                    <a:pt x="44" y="123"/>
                    <a:pt x="44" y="124"/>
                  </a:cubicBezTo>
                  <a:cubicBezTo>
                    <a:pt x="44" y="127"/>
                    <a:pt x="44" y="130"/>
                    <a:pt x="44" y="134"/>
                  </a:cubicBezTo>
                  <a:cubicBezTo>
                    <a:pt x="43" y="136"/>
                    <a:pt x="43" y="136"/>
                    <a:pt x="43" y="136"/>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3" name="Freeform 1319">
              <a:extLst>
                <a:ext uri="{FF2B5EF4-FFF2-40B4-BE49-F238E27FC236}">
                  <a16:creationId xmlns:a16="http://schemas.microsoft.com/office/drawing/2014/main" id="{BB838EDE-EE63-4FF5-8B52-40611AB0620F}"/>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close/>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4" name="Freeform 1320">
              <a:extLst>
                <a:ext uri="{FF2B5EF4-FFF2-40B4-BE49-F238E27FC236}">
                  <a16:creationId xmlns:a16="http://schemas.microsoft.com/office/drawing/2014/main" id="{C0E77415-638A-45F7-8995-BCDC6FC68FAB}"/>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5" name="Freeform 1321">
              <a:extLst>
                <a:ext uri="{FF2B5EF4-FFF2-40B4-BE49-F238E27FC236}">
                  <a16:creationId xmlns:a16="http://schemas.microsoft.com/office/drawing/2014/main" id="{89F84EAA-1FF7-46BA-B8B4-944C27BD832F}"/>
                </a:ext>
              </a:extLst>
            </p:cNvPr>
            <p:cNvSpPr>
              <a:spLocks noEditPoints="1"/>
            </p:cNvSpPr>
            <p:nvPr userDrawn="1"/>
          </p:nvSpPr>
          <p:spPr bwMode="auto">
            <a:xfrm>
              <a:off x="2964463" y="5100569"/>
              <a:ext cx="152525" cy="146505"/>
            </a:xfrm>
            <a:custGeom>
              <a:avLst/>
              <a:gdLst>
                <a:gd name="T0" fmla="*/ 87 w 101"/>
                <a:gd name="T1" fmla="*/ 49 h 98"/>
                <a:gd name="T2" fmla="*/ 87 w 101"/>
                <a:gd name="T3" fmla="*/ 49 h 98"/>
                <a:gd name="T4" fmla="*/ 87 w 101"/>
                <a:gd name="T5" fmla="*/ 49 h 98"/>
                <a:gd name="T6" fmla="*/ 51 w 101"/>
                <a:gd name="T7" fmla="*/ 26 h 98"/>
                <a:gd name="T8" fmla="*/ 60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60 w 101"/>
                <a:gd name="T23" fmla="*/ 70 h 98"/>
                <a:gd name="T24" fmla="*/ 51 w 101"/>
                <a:gd name="T25" fmla="*/ 72 h 98"/>
                <a:gd name="T26" fmla="*/ 42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4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7"/>
                    <a:pt x="85" y="17"/>
                    <a:pt x="85"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6" name="Freeform 1322">
              <a:extLst>
                <a:ext uri="{FF2B5EF4-FFF2-40B4-BE49-F238E27FC236}">
                  <a16:creationId xmlns:a16="http://schemas.microsoft.com/office/drawing/2014/main" id="{727D6B39-8A23-4740-A949-175A40445DB8}"/>
                </a:ext>
              </a:extLst>
            </p:cNvPr>
            <p:cNvSpPr>
              <a:spLocks noEditPoints="1"/>
            </p:cNvSpPr>
            <p:nvPr userDrawn="1"/>
          </p:nvSpPr>
          <p:spPr bwMode="auto">
            <a:xfrm>
              <a:off x="2737682" y="4069016"/>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7" name="Freeform 1323">
              <a:extLst>
                <a:ext uri="{FF2B5EF4-FFF2-40B4-BE49-F238E27FC236}">
                  <a16:creationId xmlns:a16="http://schemas.microsoft.com/office/drawing/2014/main" id="{E54AE599-62E6-4654-9CA6-F2A0757D5FE2}"/>
                </a:ext>
              </a:extLst>
            </p:cNvPr>
            <p:cNvSpPr>
              <a:spLocks noEditPoints="1"/>
            </p:cNvSpPr>
            <p:nvPr userDrawn="1"/>
          </p:nvSpPr>
          <p:spPr bwMode="auto">
            <a:xfrm>
              <a:off x="2735675" y="4165348"/>
              <a:ext cx="26091" cy="28097"/>
            </a:xfrm>
            <a:custGeom>
              <a:avLst/>
              <a:gdLst>
                <a:gd name="T0" fmla="*/ 9 w 18"/>
                <a:gd name="T1" fmla="*/ 12 h 18"/>
                <a:gd name="T2" fmla="*/ 6 w 18"/>
                <a:gd name="T3" fmla="*/ 11 h 18"/>
                <a:gd name="T4" fmla="*/ 6 w 18"/>
                <a:gd name="T5" fmla="*/ 9 h 18"/>
                <a:gd name="T6" fmla="*/ 7 w 18"/>
                <a:gd name="T7" fmla="*/ 7 h 18"/>
                <a:gd name="T8" fmla="*/ 7 w 18"/>
                <a:gd name="T9" fmla="*/ 7 h 18"/>
                <a:gd name="T10" fmla="*/ 9 w 18"/>
                <a:gd name="T11" fmla="*/ 6 h 18"/>
                <a:gd name="T12" fmla="*/ 12 w 18"/>
                <a:gd name="T13" fmla="*/ 8 h 18"/>
                <a:gd name="T14" fmla="*/ 12 w 18"/>
                <a:gd name="T15" fmla="*/ 9 h 18"/>
                <a:gd name="T16" fmla="*/ 11 w 18"/>
                <a:gd name="T17" fmla="*/ 12 h 18"/>
                <a:gd name="T18" fmla="*/ 12 w 18"/>
                <a:gd name="T19" fmla="*/ 15 h 18"/>
                <a:gd name="T20" fmla="*/ 11 w 18"/>
                <a:gd name="T21" fmla="*/ 12 h 18"/>
                <a:gd name="T22" fmla="*/ 9 w 18"/>
                <a:gd name="T23" fmla="*/ 12 h 18"/>
                <a:gd name="T24" fmla="*/ 9 w 18"/>
                <a:gd name="T25" fmla="*/ 0 h 18"/>
                <a:gd name="T26" fmla="*/ 9 w 18"/>
                <a:gd name="T27" fmla="*/ 0 h 18"/>
                <a:gd name="T28" fmla="*/ 4 w 18"/>
                <a:gd name="T29" fmla="*/ 2 h 18"/>
                <a:gd name="T30" fmla="*/ 4 w 18"/>
                <a:gd name="T31" fmla="*/ 2 h 18"/>
                <a:gd name="T32" fmla="*/ 0 w 18"/>
                <a:gd name="T33" fmla="*/ 9 h 18"/>
                <a:gd name="T34" fmla="*/ 1 w 18"/>
                <a:gd name="T35" fmla="*/ 14 h 18"/>
                <a:gd name="T36" fmla="*/ 5 w 18"/>
                <a:gd name="T37" fmla="*/ 17 h 18"/>
                <a:gd name="T38" fmla="*/ 5 w 18"/>
                <a:gd name="T39" fmla="*/ 17 h 18"/>
                <a:gd name="T40" fmla="*/ 5 w 18"/>
                <a:gd name="T41" fmla="*/ 18 h 18"/>
                <a:gd name="T42" fmla="*/ 9 w 18"/>
                <a:gd name="T43" fmla="*/ 18 h 18"/>
                <a:gd name="T44" fmla="*/ 9 w 18"/>
                <a:gd name="T45" fmla="*/ 18 h 18"/>
                <a:gd name="T46" fmla="*/ 14 w 18"/>
                <a:gd name="T47" fmla="*/ 17 h 18"/>
                <a:gd name="T48" fmla="*/ 14 w 18"/>
                <a:gd name="T49" fmla="*/ 17 h 18"/>
                <a:gd name="T50" fmla="*/ 18 w 18"/>
                <a:gd name="T51" fmla="*/ 9 h 18"/>
                <a:gd name="T52" fmla="*/ 17 w 18"/>
                <a:gd name="T53" fmla="*/ 5 h 18"/>
                <a:gd name="T54" fmla="*/ 12 w 18"/>
                <a:gd name="T55" fmla="*/ 1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8" name="Freeform 1324">
              <a:extLst>
                <a:ext uri="{FF2B5EF4-FFF2-40B4-BE49-F238E27FC236}">
                  <a16:creationId xmlns:a16="http://schemas.microsoft.com/office/drawing/2014/main" id="{FC88F8A6-693B-43E3-8A81-D950A0EF27AC}"/>
                </a:ext>
              </a:extLst>
            </p:cNvPr>
            <p:cNvSpPr>
              <a:spLocks/>
            </p:cNvSpPr>
            <p:nvPr userDrawn="1"/>
          </p:nvSpPr>
          <p:spPr bwMode="auto">
            <a:xfrm>
              <a:off x="2753737" y="4167354"/>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9" name="Freeform 1325">
              <a:extLst>
                <a:ext uri="{FF2B5EF4-FFF2-40B4-BE49-F238E27FC236}">
                  <a16:creationId xmlns:a16="http://schemas.microsoft.com/office/drawing/2014/main" id="{C331F215-BAA7-4A92-9412-2729DEB1496D}"/>
                </a:ext>
              </a:extLst>
            </p:cNvPr>
            <p:cNvSpPr>
              <a:spLocks noEditPoints="1"/>
            </p:cNvSpPr>
            <p:nvPr userDrawn="1"/>
          </p:nvSpPr>
          <p:spPr bwMode="auto">
            <a:xfrm>
              <a:off x="2721626" y="4185417"/>
              <a:ext cx="22077" cy="22077"/>
            </a:xfrm>
            <a:custGeom>
              <a:avLst/>
              <a:gdLst>
                <a:gd name="T0" fmla="*/ 8 w 15"/>
                <a:gd name="T1" fmla="*/ 9 h 15"/>
                <a:gd name="T2" fmla="*/ 8 w 15"/>
                <a:gd name="T3" fmla="*/ 9 h 15"/>
                <a:gd name="T4" fmla="*/ 8 w 15"/>
                <a:gd name="T5" fmla="*/ 9 h 15"/>
                <a:gd name="T6" fmla="*/ 6 w 15"/>
                <a:gd name="T7" fmla="*/ 8 h 15"/>
                <a:gd name="T8" fmla="*/ 6 w 15"/>
                <a:gd name="T9" fmla="*/ 8 h 15"/>
                <a:gd name="T10" fmla="*/ 7 w 15"/>
                <a:gd name="T11" fmla="*/ 7 h 15"/>
                <a:gd name="T12" fmla="*/ 8 w 15"/>
                <a:gd name="T13" fmla="*/ 6 h 15"/>
                <a:gd name="T14" fmla="*/ 9 w 15"/>
                <a:gd name="T15" fmla="*/ 7 h 15"/>
                <a:gd name="T16" fmla="*/ 9 w 15"/>
                <a:gd name="T17" fmla="*/ 7 h 15"/>
                <a:gd name="T18" fmla="*/ 9 w 15"/>
                <a:gd name="T19" fmla="*/ 8 h 15"/>
                <a:gd name="T20" fmla="*/ 8 w 15"/>
                <a:gd name="T21" fmla="*/ 9 h 15"/>
                <a:gd name="T22" fmla="*/ 8 w 15"/>
                <a:gd name="T23" fmla="*/ 9 h 15"/>
                <a:gd name="T24" fmla="*/ 8 w 15"/>
                <a:gd name="T25" fmla="*/ 0 h 15"/>
                <a:gd name="T26" fmla="*/ 8 w 15"/>
                <a:gd name="T27" fmla="*/ 0 h 15"/>
                <a:gd name="T28" fmla="*/ 4 w 15"/>
                <a:gd name="T29" fmla="*/ 1 h 15"/>
                <a:gd name="T30" fmla="*/ 0 w 15"/>
                <a:gd name="T31" fmla="*/ 8 h 15"/>
                <a:gd name="T32" fmla="*/ 1 w 15"/>
                <a:gd name="T33" fmla="*/ 11 h 15"/>
                <a:gd name="T34" fmla="*/ 6 w 15"/>
                <a:gd name="T35" fmla="*/ 15 h 15"/>
                <a:gd name="T36" fmla="*/ 8 w 15"/>
                <a:gd name="T37" fmla="*/ 14 h 15"/>
                <a:gd name="T38" fmla="*/ 8 w 15"/>
                <a:gd name="T39" fmla="*/ 14 h 15"/>
                <a:gd name="T40" fmla="*/ 10 w 15"/>
                <a:gd name="T41" fmla="*/ 14 h 15"/>
                <a:gd name="T42" fmla="*/ 11 w 15"/>
                <a:gd name="T43" fmla="*/ 14 h 15"/>
                <a:gd name="T44" fmla="*/ 11 w 15"/>
                <a:gd name="T45" fmla="*/ 14 h 15"/>
                <a:gd name="T46" fmla="*/ 15 w 15"/>
                <a:gd name="T47" fmla="*/ 8 h 15"/>
                <a:gd name="T48" fmla="*/ 14 w 15"/>
                <a:gd name="T49" fmla="*/ 5 h 15"/>
                <a:gd name="T50" fmla="*/ 10 w 15"/>
                <a:gd name="T51" fmla="*/ 1 h 15"/>
                <a:gd name="T52" fmla="*/ 10 w 15"/>
                <a:gd name="T53" fmla="*/ 1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8" y="9"/>
                  </a:moveTo>
                  <a:cubicBezTo>
                    <a:pt x="8" y="9"/>
                    <a:pt x="8" y="9"/>
                    <a:pt x="8" y="9"/>
                  </a:cubicBezTo>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0" name="Freeform 1326">
              <a:extLst>
                <a:ext uri="{FF2B5EF4-FFF2-40B4-BE49-F238E27FC236}">
                  <a16:creationId xmlns:a16="http://schemas.microsoft.com/office/drawing/2014/main" id="{E3A75107-51F2-4AC5-86B3-AD95B8365E8E}"/>
                </a:ext>
              </a:extLst>
            </p:cNvPr>
            <p:cNvSpPr>
              <a:spLocks/>
            </p:cNvSpPr>
            <p:nvPr userDrawn="1"/>
          </p:nvSpPr>
          <p:spPr bwMode="auto">
            <a:xfrm>
              <a:off x="2737682" y="4187423"/>
              <a:ext cx="6021" cy="6021"/>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1" name="Freeform 1327">
              <a:extLst>
                <a:ext uri="{FF2B5EF4-FFF2-40B4-BE49-F238E27FC236}">
                  <a16:creationId xmlns:a16="http://schemas.microsoft.com/office/drawing/2014/main" id="{BA0DB726-FC61-45FF-8F3E-CAF726DE8842}"/>
                </a:ext>
              </a:extLst>
            </p:cNvPr>
            <p:cNvSpPr>
              <a:spLocks noEditPoints="1"/>
            </p:cNvSpPr>
            <p:nvPr userDrawn="1"/>
          </p:nvSpPr>
          <p:spPr bwMode="auto">
            <a:xfrm>
              <a:off x="2725640" y="4207492"/>
              <a:ext cx="18063"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7 w 13"/>
                <a:gd name="T15" fmla="*/ 7 h 13"/>
                <a:gd name="T16" fmla="*/ 7 w 13"/>
                <a:gd name="T17" fmla="*/ 7 h 13"/>
                <a:gd name="T18" fmla="*/ 6 w 13"/>
                <a:gd name="T19" fmla="*/ 7 h 13"/>
                <a:gd name="T20" fmla="*/ 8 w 13"/>
                <a:gd name="T21" fmla="*/ 0 h 13"/>
                <a:gd name="T22" fmla="*/ 6 w 13"/>
                <a:gd name="T23" fmla="*/ 1 h 13"/>
                <a:gd name="T24" fmla="*/ 6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0 w 13"/>
                <a:gd name="T43" fmla="*/ 12 h 13"/>
                <a:gd name="T44" fmla="*/ 10 w 13"/>
                <a:gd name="T45" fmla="*/ 12 h 13"/>
                <a:gd name="T46" fmla="*/ 13 w 13"/>
                <a:gd name="T47" fmla="*/ 7 h 13"/>
                <a:gd name="T48" fmla="*/ 12 w 13"/>
                <a:gd name="T49" fmla="*/ 3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2" name="Freeform 1328">
              <a:extLst>
                <a:ext uri="{FF2B5EF4-FFF2-40B4-BE49-F238E27FC236}">
                  <a16:creationId xmlns:a16="http://schemas.microsoft.com/office/drawing/2014/main" id="{C54285FC-8C23-4AC5-BF6B-1A4BE19EA80F}"/>
                </a:ext>
              </a:extLst>
            </p:cNvPr>
            <p:cNvSpPr>
              <a:spLocks/>
            </p:cNvSpPr>
            <p:nvPr userDrawn="1"/>
          </p:nvSpPr>
          <p:spPr bwMode="auto">
            <a:xfrm>
              <a:off x="2731661" y="4207492"/>
              <a:ext cx="6021" cy="0"/>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3" name="Freeform 1329">
              <a:extLst>
                <a:ext uri="{FF2B5EF4-FFF2-40B4-BE49-F238E27FC236}">
                  <a16:creationId xmlns:a16="http://schemas.microsoft.com/office/drawing/2014/main" id="{0DBB18CE-5FCA-4D7D-8867-7F4BC55A6983}"/>
                </a:ext>
              </a:extLst>
            </p:cNvPr>
            <p:cNvSpPr>
              <a:spLocks/>
            </p:cNvSpPr>
            <p:nvPr userDrawn="1"/>
          </p:nvSpPr>
          <p:spPr bwMode="auto">
            <a:xfrm>
              <a:off x="2739689" y="42255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4" name="Freeform 1330">
              <a:extLst>
                <a:ext uri="{FF2B5EF4-FFF2-40B4-BE49-F238E27FC236}">
                  <a16:creationId xmlns:a16="http://schemas.microsoft.com/office/drawing/2014/main" id="{0746DB45-1CCE-4875-8C55-40CAB08EC4F8}"/>
                </a:ext>
              </a:extLst>
            </p:cNvPr>
            <p:cNvSpPr>
              <a:spLocks noEditPoints="1"/>
            </p:cNvSpPr>
            <p:nvPr userDrawn="1"/>
          </p:nvSpPr>
          <p:spPr bwMode="auto">
            <a:xfrm>
              <a:off x="2352354" y="3773999"/>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9"/>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5" name="Freeform 1331">
              <a:extLst>
                <a:ext uri="{FF2B5EF4-FFF2-40B4-BE49-F238E27FC236}">
                  <a16:creationId xmlns:a16="http://schemas.microsoft.com/office/drawing/2014/main" id="{A186D397-C15E-49BC-A200-B02F83A2CB3B}"/>
                </a:ext>
              </a:extLst>
            </p:cNvPr>
            <p:cNvSpPr>
              <a:spLocks noEditPoints="1"/>
            </p:cNvSpPr>
            <p:nvPr userDrawn="1"/>
          </p:nvSpPr>
          <p:spPr bwMode="auto">
            <a:xfrm>
              <a:off x="2348340" y="3870331"/>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5 w 19"/>
                <a:gd name="T23" fmla="*/ 1 h 18"/>
                <a:gd name="T24" fmla="*/ 0 w 19"/>
                <a:gd name="T25" fmla="*/ 9 h 18"/>
                <a:gd name="T26" fmla="*/ 1 w 19"/>
                <a:gd name="T27" fmla="*/ 13 h 18"/>
                <a:gd name="T28" fmla="*/ 5 w 19"/>
                <a:gd name="T29" fmla="*/ 17 h 18"/>
                <a:gd name="T30" fmla="*/ 6 w 19"/>
                <a:gd name="T31" fmla="*/ 17 h 18"/>
                <a:gd name="T32" fmla="*/ 9 w 19"/>
                <a:gd name="T33" fmla="*/ 18 h 18"/>
                <a:gd name="T34" fmla="*/ 9 w 19"/>
                <a:gd name="T35" fmla="*/ 18 h 18"/>
                <a:gd name="T36" fmla="*/ 14 w 19"/>
                <a:gd name="T37" fmla="*/ 17 h 18"/>
                <a:gd name="T38" fmla="*/ 13 w 19"/>
                <a:gd name="T39" fmla="*/ 14 h 18"/>
                <a:gd name="T40" fmla="*/ 14 w 19"/>
                <a:gd name="T41" fmla="*/ 17 h 18"/>
                <a:gd name="T42" fmla="*/ 19 w 19"/>
                <a:gd name="T43" fmla="*/ 9 h 18"/>
                <a:gd name="T44" fmla="*/ 18 w 19"/>
                <a:gd name="T45" fmla="*/ 5 h 18"/>
                <a:gd name="T46" fmla="*/ 13 w 19"/>
                <a:gd name="T47" fmla="*/ 1 h 18"/>
                <a:gd name="T48" fmla="*/ 9 w 19"/>
                <a:gd name="T49" fmla="*/ 0 h 18"/>
                <a:gd name="T50" fmla="*/ 9 w 19"/>
                <a:gd name="T51" fmla="*/ 0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7"/>
                    <a:pt x="12" y="7"/>
                  </a:cubicBezTo>
                  <a:cubicBezTo>
                    <a:pt x="13" y="8"/>
                    <a:pt x="13" y="9"/>
                    <a:pt x="13" y="9"/>
                  </a:cubicBezTo>
                  <a:cubicBezTo>
                    <a:pt x="13" y="10"/>
                    <a:pt x="12" y="11"/>
                    <a:pt x="11" y="12"/>
                  </a:cubicBezTo>
                  <a:cubicBezTo>
                    <a:pt x="11" y="12"/>
                    <a:pt x="11" y="12"/>
                    <a:pt x="11" y="12"/>
                  </a:cubicBezTo>
                  <a:cubicBezTo>
                    <a:pt x="11" y="12"/>
                    <a:pt x="10" y="12"/>
                    <a:pt x="9" y="12"/>
                  </a:cubicBezTo>
                  <a:moveTo>
                    <a:pt x="9" y="0"/>
                  </a:moveTo>
                  <a:cubicBezTo>
                    <a:pt x="8" y="0"/>
                    <a:pt x="6" y="0"/>
                    <a:pt x="5" y="1"/>
                  </a:cubicBezTo>
                  <a:cubicBezTo>
                    <a:pt x="2" y="3"/>
                    <a:pt x="0" y="6"/>
                    <a:pt x="0" y="9"/>
                  </a:cubicBezTo>
                  <a:cubicBezTo>
                    <a:pt x="0" y="11"/>
                    <a:pt x="1" y="12"/>
                    <a:pt x="1" y="13"/>
                  </a:cubicBezTo>
                  <a:cubicBezTo>
                    <a:pt x="3" y="14"/>
                    <a:pt x="4" y="15"/>
                    <a:pt x="5" y="17"/>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6" name="Freeform 1332">
              <a:extLst>
                <a:ext uri="{FF2B5EF4-FFF2-40B4-BE49-F238E27FC236}">
                  <a16:creationId xmlns:a16="http://schemas.microsoft.com/office/drawing/2014/main" id="{AB0C6EB6-C50C-4C08-8E73-98126BCFC5BA}"/>
                </a:ext>
              </a:extLst>
            </p:cNvPr>
            <p:cNvSpPr>
              <a:spLocks/>
            </p:cNvSpPr>
            <p:nvPr userDrawn="1"/>
          </p:nvSpPr>
          <p:spPr bwMode="auto">
            <a:xfrm>
              <a:off x="2368410" y="3872338"/>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7" name="Freeform 1333">
              <a:extLst>
                <a:ext uri="{FF2B5EF4-FFF2-40B4-BE49-F238E27FC236}">
                  <a16:creationId xmlns:a16="http://schemas.microsoft.com/office/drawing/2014/main" id="{4810EDE8-82A7-413A-AFA5-5C13FCD54C44}"/>
                </a:ext>
              </a:extLst>
            </p:cNvPr>
            <p:cNvSpPr>
              <a:spLocks noEditPoints="1"/>
            </p:cNvSpPr>
            <p:nvPr userDrawn="1"/>
          </p:nvSpPr>
          <p:spPr bwMode="auto">
            <a:xfrm>
              <a:off x="2336299" y="3890400"/>
              <a:ext cx="22077" cy="20069"/>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8 w 14"/>
                <a:gd name="T21" fmla="*/ 8 h 14"/>
                <a:gd name="T22" fmla="*/ 8 w 14"/>
                <a:gd name="T23" fmla="*/ 8 h 14"/>
                <a:gd name="T24" fmla="*/ 8 w 14"/>
                <a:gd name="T25" fmla="*/ 8 h 14"/>
                <a:gd name="T26" fmla="*/ 7 w 14"/>
                <a:gd name="T27" fmla="*/ 9 h 14"/>
                <a:gd name="T28" fmla="*/ 7 w 14"/>
                <a:gd name="T29" fmla="*/ 0 h 14"/>
                <a:gd name="T30" fmla="*/ 7 w 14"/>
                <a:gd name="T31" fmla="*/ 0 h 14"/>
                <a:gd name="T32" fmla="*/ 3 w 14"/>
                <a:gd name="T33" fmla="*/ 1 h 14"/>
                <a:gd name="T34" fmla="*/ 3 w 14"/>
                <a:gd name="T35" fmla="*/ 1 h 14"/>
                <a:gd name="T36" fmla="*/ 3 w 14"/>
                <a:gd name="T37" fmla="*/ 1 h 14"/>
                <a:gd name="T38" fmla="*/ 0 w 14"/>
                <a:gd name="T39" fmla="*/ 7 h 14"/>
                <a:gd name="T40" fmla="*/ 1 w 14"/>
                <a:gd name="T41" fmla="*/ 11 h 14"/>
                <a:gd name="T42" fmla="*/ 5 w 14"/>
                <a:gd name="T43" fmla="*/ 14 h 14"/>
                <a:gd name="T44" fmla="*/ 8 w 14"/>
                <a:gd name="T45" fmla="*/ 14 h 14"/>
                <a:gd name="T46" fmla="*/ 8 w 14"/>
                <a:gd name="T47" fmla="*/ 14 h 14"/>
                <a:gd name="T48" fmla="*/ 10 w 14"/>
                <a:gd name="T49" fmla="*/ 14 h 14"/>
                <a:gd name="T50" fmla="*/ 11 w 14"/>
                <a:gd name="T51" fmla="*/ 14 h 14"/>
                <a:gd name="T52" fmla="*/ 11 w 14"/>
                <a:gd name="T53" fmla="*/ 14 h 14"/>
                <a:gd name="T54" fmla="*/ 14 w 14"/>
                <a:gd name="T55" fmla="*/ 7 h 14"/>
                <a:gd name="T56" fmla="*/ 14 w 14"/>
                <a:gd name="T57" fmla="*/ 4 h 14"/>
                <a:gd name="T58" fmla="*/ 10 w 14"/>
                <a:gd name="T59" fmla="*/ 1 h 14"/>
                <a:gd name="T60" fmla="*/ 9 w 14"/>
                <a:gd name="T61" fmla="*/ 0 h 14"/>
                <a:gd name="T62" fmla="*/ 7 w 14"/>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3" y="1"/>
                    <a:pt x="3" y="1"/>
                    <a:pt x="3" y="1"/>
                  </a:cubicBezTo>
                  <a:cubicBezTo>
                    <a:pt x="1" y="3"/>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8" name="Freeform 1334">
              <a:extLst>
                <a:ext uri="{FF2B5EF4-FFF2-40B4-BE49-F238E27FC236}">
                  <a16:creationId xmlns:a16="http://schemas.microsoft.com/office/drawing/2014/main" id="{8D8852B5-CFCB-4465-A307-BE341B355926}"/>
                </a:ext>
              </a:extLst>
            </p:cNvPr>
            <p:cNvSpPr>
              <a:spLocks/>
            </p:cNvSpPr>
            <p:nvPr userDrawn="1"/>
          </p:nvSpPr>
          <p:spPr bwMode="auto">
            <a:xfrm>
              <a:off x="2350348" y="3890400"/>
              <a:ext cx="8028" cy="6021"/>
            </a:xfrm>
            <a:custGeom>
              <a:avLst/>
              <a:gdLst>
                <a:gd name="T0" fmla="*/ 0 w 5"/>
                <a:gd name="T1" fmla="*/ 0 h 4"/>
                <a:gd name="T2" fmla="*/ 1 w 5"/>
                <a:gd name="T3" fmla="*/ 1 h 4"/>
                <a:gd name="T4" fmla="*/ 5 w 5"/>
                <a:gd name="T5" fmla="*/ 4 h 4"/>
                <a:gd name="T6" fmla="*/ 4 w 5"/>
                <a:gd name="T7" fmla="*/ 4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9" name="Freeform 1335">
              <a:extLst>
                <a:ext uri="{FF2B5EF4-FFF2-40B4-BE49-F238E27FC236}">
                  <a16:creationId xmlns:a16="http://schemas.microsoft.com/office/drawing/2014/main" id="{1612188F-9FC9-4EB0-ADB8-D713693261E1}"/>
                </a:ext>
              </a:extLst>
            </p:cNvPr>
            <p:cNvSpPr>
              <a:spLocks noEditPoints="1"/>
            </p:cNvSpPr>
            <p:nvPr userDrawn="1"/>
          </p:nvSpPr>
          <p:spPr bwMode="auto">
            <a:xfrm>
              <a:off x="2338307" y="3910469"/>
              <a:ext cx="20069" cy="20069"/>
            </a:xfrm>
            <a:custGeom>
              <a:avLst/>
              <a:gdLst>
                <a:gd name="T0" fmla="*/ 7 w 13"/>
                <a:gd name="T1" fmla="*/ 7 h 13"/>
                <a:gd name="T2" fmla="*/ 7 w 13"/>
                <a:gd name="T3" fmla="*/ 7 h 13"/>
                <a:gd name="T4" fmla="*/ 6 w 13"/>
                <a:gd name="T5" fmla="*/ 6 h 13"/>
                <a:gd name="T6" fmla="*/ 7 w 13"/>
                <a:gd name="T7" fmla="*/ 6 h 13"/>
                <a:gd name="T8" fmla="*/ 7 w 13"/>
                <a:gd name="T9" fmla="*/ 6 h 13"/>
                <a:gd name="T10" fmla="*/ 7 w 13"/>
                <a:gd name="T11" fmla="*/ 6 h 13"/>
                <a:gd name="T12" fmla="*/ 7 w 13"/>
                <a:gd name="T13" fmla="*/ 7 h 13"/>
                <a:gd name="T14" fmla="*/ 7 w 13"/>
                <a:gd name="T15" fmla="*/ 7 h 13"/>
                <a:gd name="T16" fmla="*/ 6 w 13"/>
                <a:gd name="T17" fmla="*/ 7 h 13"/>
                <a:gd name="T18" fmla="*/ 6 w 13"/>
                <a:gd name="T19" fmla="*/ 6 h 13"/>
                <a:gd name="T20" fmla="*/ 6 w 13"/>
                <a:gd name="T21" fmla="*/ 6 h 13"/>
                <a:gd name="T22" fmla="*/ 6 w 13"/>
                <a:gd name="T23" fmla="*/ 6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cubicBezTo>
                    <a:pt x="6" y="6"/>
                    <a:pt x="6" y="6"/>
                    <a:pt x="6" y="6"/>
                  </a:cubicBezTo>
                  <a:cubicBezTo>
                    <a:pt x="6" y="6"/>
                    <a:pt x="6" y="6"/>
                    <a:pt x="6" y="6"/>
                  </a:cubicBezTo>
                  <a:moveTo>
                    <a:pt x="9" y="0"/>
                  </a:moveTo>
                  <a:cubicBezTo>
                    <a:pt x="8" y="0"/>
                    <a:pt x="7" y="1"/>
                    <a:pt x="6" y="1"/>
                  </a:cubicBezTo>
                  <a:cubicBezTo>
                    <a:pt x="6" y="1"/>
                    <a:pt x="6" y="1"/>
                    <a:pt x="6" y="1"/>
                  </a:cubicBezTo>
                  <a:cubicBezTo>
                    <a:pt x="5" y="1"/>
                    <a:pt x="5" y="1"/>
                    <a:pt x="4" y="0"/>
                  </a:cubicBezTo>
                  <a:cubicBezTo>
                    <a:pt x="4" y="1"/>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0" name="Freeform 1336">
              <a:extLst>
                <a:ext uri="{FF2B5EF4-FFF2-40B4-BE49-F238E27FC236}">
                  <a16:creationId xmlns:a16="http://schemas.microsoft.com/office/drawing/2014/main" id="{664846F1-AAE8-47C5-917C-B0AF96662676}"/>
                </a:ext>
              </a:extLst>
            </p:cNvPr>
            <p:cNvSpPr>
              <a:spLocks/>
            </p:cNvSpPr>
            <p:nvPr userDrawn="1"/>
          </p:nvSpPr>
          <p:spPr bwMode="auto">
            <a:xfrm>
              <a:off x="2344327" y="3910469"/>
              <a:ext cx="8028" cy="2008"/>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1" name="Freeform 1337">
              <a:extLst>
                <a:ext uri="{FF2B5EF4-FFF2-40B4-BE49-F238E27FC236}">
                  <a16:creationId xmlns:a16="http://schemas.microsoft.com/office/drawing/2014/main" id="{5DDA628C-27C8-40C9-9E15-20EE166A5D18}"/>
                </a:ext>
              </a:extLst>
            </p:cNvPr>
            <p:cNvSpPr>
              <a:spLocks noEditPoints="1"/>
            </p:cNvSpPr>
            <p:nvPr userDrawn="1"/>
          </p:nvSpPr>
          <p:spPr bwMode="auto">
            <a:xfrm>
              <a:off x="2928339" y="5355446"/>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 w 101"/>
                <a:gd name="T23" fmla="*/ 27 h 99"/>
                <a:gd name="T24" fmla="*/ 5 w 101"/>
                <a:gd name="T25" fmla="*/ 27 h 99"/>
                <a:gd name="T26" fmla="*/ 0 w 101"/>
                <a:gd name="T27" fmla="*/ 49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0" y="88"/>
                  </a:cubicBezTo>
                  <a:cubicBezTo>
                    <a:pt x="15" y="81"/>
                    <a:pt x="6" y="65"/>
                    <a:pt x="6" y="49"/>
                  </a:cubicBezTo>
                  <a:cubicBezTo>
                    <a:pt x="6" y="43"/>
                    <a:pt x="7" y="36"/>
                    <a:pt x="11" y="30"/>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5"/>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2" name="Freeform 1338">
              <a:extLst>
                <a:ext uri="{FF2B5EF4-FFF2-40B4-BE49-F238E27FC236}">
                  <a16:creationId xmlns:a16="http://schemas.microsoft.com/office/drawing/2014/main" id="{B62C4691-BB6E-46AD-8AD0-AAA5DFE37A39}"/>
                </a:ext>
              </a:extLst>
            </p:cNvPr>
            <p:cNvSpPr>
              <a:spLocks noEditPoints="1"/>
            </p:cNvSpPr>
            <p:nvPr userDrawn="1"/>
          </p:nvSpPr>
          <p:spPr bwMode="auto">
            <a:xfrm>
              <a:off x="2924325" y="5481882"/>
              <a:ext cx="32111" cy="32111"/>
            </a:xfrm>
            <a:custGeom>
              <a:avLst/>
              <a:gdLst>
                <a:gd name="T0" fmla="*/ 6 w 22"/>
                <a:gd name="T1" fmla="*/ 20 h 21"/>
                <a:gd name="T2" fmla="*/ 6 w 22"/>
                <a:gd name="T3" fmla="*/ 20 h 21"/>
                <a:gd name="T4" fmla="*/ 6 w 22"/>
                <a:gd name="T5" fmla="*/ 20 h 21"/>
                <a:gd name="T6" fmla="*/ 6 w 22"/>
                <a:gd name="T7" fmla="*/ 20 h 21"/>
                <a:gd name="T8" fmla="*/ 6 w 22"/>
                <a:gd name="T9" fmla="*/ 8 h 21"/>
                <a:gd name="T10" fmla="*/ 11 w 22"/>
                <a:gd name="T11" fmla="*/ 6 h 21"/>
                <a:gd name="T12" fmla="*/ 13 w 22"/>
                <a:gd name="T13" fmla="*/ 6 h 21"/>
                <a:gd name="T14" fmla="*/ 13 w 22"/>
                <a:gd name="T15" fmla="*/ 6 h 21"/>
                <a:gd name="T16" fmla="*/ 16 w 22"/>
                <a:gd name="T17" fmla="*/ 11 h 21"/>
                <a:gd name="T18" fmla="*/ 16 w 22"/>
                <a:gd name="T19" fmla="*/ 13 h 21"/>
                <a:gd name="T20" fmla="*/ 11 w 22"/>
                <a:gd name="T21" fmla="*/ 15 h 21"/>
                <a:gd name="T22" fmla="*/ 9 w 22"/>
                <a:gd name="T23" fmla="*/ 15 h 21"/>
                <a:gd name="T24" fmla="*/ 9 w 22"/>
                <a:gd name="T25" fmla="*/ 15 h 21"/>
                <a:gd name="T26" fmla="*/ 6 w 22"/>
                <a:gd name="T27" fmla="*/ 11 h 21"/>
                <a:gd name="T28" fmla="*/ 6 w 22"/>
                <a:gd name="T29" fmla="*/ 8 h 21"/>
                <a:gd name="T30" fmla="*/ 4 w 22"/>
                <a:gd name="T31" fmla="*/ 7 h 21"/>
                <a:gd name="T32" fmla="*/ 6 w 22"/>
                <a:gd name="T33" fmla="*/ 8 h 21"/>
                <a:gd name="T34" fmla="*/ 11 w 22"/>
                <a:gd name="T35" fmla="*/ 0 h 21"/>
                <a:gd name="T36" fmla="*/ 11 w 22"/>
                <a:gd name="T37" fmla="*/ 0 h 21"/>
                <a:gd name="T38" fmla="*/ 1 w 22"/>
                <a:gd name="T39" fmla="*/ 6 h 21"/>
                <a:gd name="T40" fmla="*/ 1 w 22"/>
                <a:gd name="T41" fmla="*/ 6 h 21"/>
                <a:gd name="T42" fmla="*/ 0 w 22"/>
                <a:gd name="T43" fmla="*/ 11 h 21"/>
                <a:gd name="T44" fmla="*/ 6 w 22"/>
                <a:gd name="T45" fmla="*/ 20 h 21"/>
                <a:gd name="T46" fmla="*/ 6 w 22"/>
                <a:gd name="T47" fmla="*/ 20 h 21"/>
                <a:gd name="T48" fmla="*/ 11 w 22"/>
                <a:gd name="T49" fmla="*/ 21 h 21"/>
                <a:gd name="T50" fmla="*/ 11 w 22"/>
                <a:gd name="T51" fmla="*/ 21 h 21"/>
                <a:gd name="T52" fmla="*/ 21 w 22"/>
                <a:gd name="T53" fmla="*/ 15 h 21"/>
                <a:gd name="T54" fmla="*/ 22 w 22"/>
                <a:gd name="T55" fmla="*/ 11 h 21"/>
                <a:gd name="T56" fmla="*/ 16 w 22"/>
                <a:gd name="T57" fmla="*/ 1 h 21"/>
                <a:gd name="T58" fmla="*/ 16 w 22"/>
                <a:gd name="T59" fmla="*/ 1 h 21"/>
                <a:gd name="T60" fmla="*/ 11 w 22"/>
                <a:gd name="T6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1">
                  <a:moveTo>
                    <a:pt x="6" y="20"/>
                  </a:moveTo>
                  <a:cubicBezTo>
                    <a:pt x="6" y="20"/>
                    <a:pt x="6" y="20"/>
                    <a:pt x="6" y="20"/>
                  </a:cubicBezTo>
                  <a:cubicBezTo>
                    <a:pt x="6" y="20"/>
                    <a:pt x="6" y="20"/>
                    <a:pt x="6" y="20"/>
                  </a:cubicBezTo>
                  <a:cubicBezTo>
                    <a:pt x="6" y="20"/>
                    <a:pt x="6" y="20"/>
                    <a:pt x="6" y="20"/>
                  </a:cubicBezTo>
                  <a:moveTo>
                    <a:pt x="6"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8"/>
                    <a:pt x="6" y="20"/>
                  </a:cubicBezTo>
                  <a:cubicBezTo>
                    <a:pt x="6" y="20"/>
                    <a:pt x="6" y="20"/>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3" name="Freeform 1339">
              <a:extLst>
                <a:ext uri="{FF2B5EF4-FFF2-40B4-BE49-F238E27FC236}">
                  <a16:creationId xmlns:a16="http://schemas.microsoft.com/office/drawing/2014/main" id="{71A84AFB-D09F-405B-8CA7-94C3E0D29E60}"/>
                </a:ext>
              </a:extLst>
            </p:cNvPr>
            <p:cNvSpPr>
              <a:spLocks noEditPoints="1"/>
            </p:cNvSpPr>
            <p:nvPr userDrawn="1"/>
          </p:nvSpPr>
          <p:spPr bwMode="auto">
            <a:xfrm>
              <a:off x="2906262" y="5507972"/>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8 w 17"/>
                <a:gd name="T13" fmla="*/ 11 h 17"/>
                <a:gd name="T14" fmla="*/ 7 w 17"/>
                <a:gd name="T15" fmla="*/ 10 h 17"/>
                <a:gd name="T16" fmla="*/ 6 w 17"/>
                <a:gd name="T17" fmla="*/ 8 h 17"/>
                <a:gd name="T18" fmla="*/ 6 w 17"/>
                <a:gd name="T19" fmla="*/ 7 h 17"/>
                <a:gd name="T20" fmla="*/ 6 w 17"/>
                <a:gd name="T21" fmla="*/ 7 h 17"/>
                <a:gd name="T22" fmla="*/ 8 w 17"/>
                <a:gd name="T23" fmla="*/ 0 h 17"/>
                <a:gd name="T24" fmla="*/ 8 w 17"/>
                <a:gd name="T25" fmla="*/ 0 h 17"/>
                <a:gd name="T26" fmla="*/ 1 w 17"/>
                <a:gd name="T27" fmla="*/ 4 h 17"/>
                <a:gd name="T28" fmla="*/ 3 w 17"/>
                <a:gd name="T29" fmla="*/ 6 h 17"/>
                <a:gd name="T30" fmla="*/ 1 w 17"/>
                <a:gd name="T31" fmla="*/ 4 h 17"/>
                <a:gd name="T32" fmla="*/ 0 w 17"/>
                <a:gd name="T33" fmla="*/ 8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8 h 17"/>
                <a:gd name="T48" fmla="*/ 12 w 17"/>
                <a:gd name="T49" fmla="*/ 0 h 17"/>
                <a:gd name="T50" fmla="*/ 12 w 17"/>
                <a:gd name="T51" fmla="*/ 0 h 17"/>
                <a:gd name="T52" fmla="*/ 8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7"/>
                  </a:moveTo>
                  <a:cubicBezTo>
                    <a:pt x="6" y="6"/>
                    <a:pt x="7" y="6"/>
                    <a:pt x="8" y="6"/>
                  </a:cubicBezTo>
                  <a:cubicBezTo>
                    <a:pt x="9" y="6"/>
                    <a:pt x="9" y="6"/>
                    <a:pt x="10" y="6"/>
                  </a:cubicBezTo>
                  <a:cubicBezTo>
                    <a:pt x="10" y="6"/>
                    <a:pt x="10" y="6"/>
                    <a:pt x="10"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cubicBezTo>
                    <a:pt x="6" y="7"/>
                    <a:pt x="6" y="7"/>
                    <a:pt x="6" y="7"/>
                  </a:cubicBezTo>
                  <a:moveTo>
                    <a:pt x="8" y="0"/>
                  </a:moveTo>
                  <a:cubicBezTo>
                    <a:pt x="8" y="0"/>
                    <a:pt x="8" y="0"/>
                    <a:pt x="8" y="0"/>
                  </a:cubicBezTo>
                  <a:cubicBezTo>
                    <a:pt x="5" y="0"/>
                    <a:pt x="2" y="1"/>
                    <a:pt x="1" y="4"/>
                  </a:cubicBezTo>
                  <a:cubicBezTo>
                    <a:pt x="3" y="6"/>
                    <a:pt x="3" y="6"/>
                    <a:pt x="3" y="6"/>
                  </a:cubicBezTo>
                  <a:cubicBezTo>
                    <a:pt x="1" y="4"/>
                    <a:pt x="1" y="4"/>
                    <a:pt x="1" y="4"/>
                  </a:cubicBezTo>
                  <a:cubicBezTo>
                    <a:pt x="0" y="5"/>
                    <a:pt x="0" y="7"/>
                    <a:pt x="0" y="8"/>
                  </a:cubicBezTo>
                  <a:cubicBezTo>
                    <a:pt x="0" y="11"/>
                    <a:pt x="1" y="14"/>
                    <a:pt x="4" y="16"/>
                  </a:cubicBezTo>
                  <a:cubicBezTo>
                    <a:pt x="4" y="16"/>
                    <a:pt x="4" y="16"/>
                    <a:pt x="4" y="16"/>
                  </a:cubicBezTo>
                  <a:cubicBezTo>
                    <a:pt x="6" y="16"/>
                    <a:pt x="7" y="17"/>
                    <a:pt x="8" y="17"/>
                  </a:cubicBezTo>
                  <a:cubicBezTo>
                    <a:pt x="8" y="17"/>
                    <a:pt x="8" y="17"/>
                    <a:pt x="8" y="17"/>
                  </a:cubicBezTo>
                  <a:cubicBezTo>
                    <a:pt x="8" y="17"/>
                    <a:pt x="8" y="17"/>
                    <a:pt x="8" y="17"/>
                  </a:cubicBezTo>
                  <a:cubicBezTo>
                    <a:pt x="11" y="17"/>
                    <a:pt x="15" y="15"/>
                    <a:pt x="16" y="12"/>
                  </a:cubicBezTo>
                  <a:cubicBezTo>
                    <a:pt x="17" y="11"/>
                    <a:pt x="17" y="9"/>
                    <a:pt x="17" y="8"/>
                  </a:cubicBezTo>
                  <a:cubicBezTo>
                    <a:pt x="17" y="5"/>
                    <a:pt x="15" y="2"/>
                    <a:pt x="12" y="0"/>
                  </a:cubicBezTo>
                  <a:cubicBezTo>
                    <a:pt x="12" y="0"/>
                    <a:pt x="12" y="0"/>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4" name="Freeform 1340">
              <a:extLst>
                <a:ext uri="{FF2B5EF4-FFF2-40B4-BE49-F238E27FC236}">
                  <a16:creationId xmlns:a16="http://schemas.microsoft.com/office/drawing/2014/main" id="{6F62348C-8544-497F-A3B3-78B2C122B636}"/>
                </a:ext>
              </a:extLst>
            </p:cNvPr>
            <p:cNvSpPr>
              <a:spLocks noEditPoints="1"/>
            </p:cNvSpPr>
            <p:nvPr userDrawn="1"/>
          </p:nvSpPr>
          <p:spPr bwMode="auto">
            <a:xfrm>
              <a:off x="2882179" y="5509979"/>
              <a:ext cx="24083" cy="22077"/>
            </a:xfrm>
            <a:custGeom>
              <a:avLst/>
              <a:gdLst>
                <a:gd name="T0" fmla="*/ 9 w 16"/>
                <a:gd name="T1" fmla="*/ 8 h 15"/>
                <a:gd name="T2" fmla="*/ 9 w 16"/>
                <a:gd name="T3" fmla="*/ 8 h 15"/>
                <a:gd name="T4" fmla="*/ 9 w 16"/>
                <a:gd name="T5" fmla="*/ 8 h 15"/>
                <a:gd name="T6" fmla="*/ 9 w 16"/>
                <a:gd name="T7" fmla="*/ 8 h 15"/>
                <a:gd name="T8" fmla="*/ 8 w 16"/>
                <a:gd name="T9" fmla="*/ 9 h 15"/>
                <a:gd name="T10" fmla="*/ 7 w 16"/>
                <a:gd name="T11" fmla="*/ 9 h 15"/>
                <a:gd name="T12" fmla="*/ 6 w 16"/>
                <a:gd name="T13" fmla="*/ 8 h 15"/>
                <a:gd name="T14" fmla="*/ 6 w 16"/>
                <a:gd name="T15" fmla="*/ 7 h 15"/>
                <a:gd name="T16" fmla="*/ 4 w 16"/>
                <a:gd name="T17" fmla="*/ 6 h 15"/>
                <a:gd name="T18" fmla="*/ 6 w 16"/>
                <a:gd name="T19" fmla="*/ 7 h 15"/>
                <a:gd name="T20" fmla="*/ 8 w 16"/>
                <a:gd name="T21" fmla="*/ 6 h 15"/>
                <a:gd name="T22" fmla="*/ 9 w 16"/>
                <a:gd name="T23" fmla="*/ 6 h 15"/>
                <a:gd name="T24" fmla="*/ 10 w 16"/>
                <a:gd name="T25" fmla="*/ 8 h 15"/>
                <a:gd name="T26" fmla="*/ 9 w 16"/>
                <a:gd name="T27" fmla="*/ 8 h 15"/>
                <a:gd name="T28" fmla="*/ 9 w 16"/>
                <a:gd name="T29" fmla="*/ 8 h 15"/>
                <a:gd name="T30" fmla="*/ 9 w 16"/>
                <a:gd name="T31" fmla="*/ 8 h 15"/>
                <a:gd name="T32" fmla="*/ 9 w 16"/>
                <a:gd name="T33" fmla="*/ 8 h 15"/>
                <a:gd name="T34" fmla="*/ 9 w 16"/>
                <a:gd name="T35" fmla="*/ 9 h 15"/>
                <a:gd name="T36" fmla="*/ 9 w 16"/>
                <a:gd name="T37" fmla="*/ 8 h 15"/>
                <a:gd name="T38" fmla="*/ 8 w 16"/>
                <a:gd name="T39" fmla="*/ 9 h 15"/>
                <a:gd name="T40" fmla="*/ 8 w 16"/>
                <a:gd name="T41" fmla="*/ 0 h 15"/>
                <a:gd name="T42" fmla="*/ 1 w 16"/>
                <a:gd name="T43" fmla="*/ 4 h 15"/>
                <a:gd name="T44" fmla="*/ 1 w 16"/>
                <a:gd name="T45" fmla="*/ 4 h 15"/>
                <a:gd name="T46" fmla="*/ 0 w 16"/>
                <a:gd name="T47" fmla="*/ 8 h 15"/>
                <a:gd name="T48" fmla="*/ 5 w 16"/>
                <a:gd name="T49" fmla="*/ 15 h 15"/>
                <a:gd name="T50" fmla="*/ 8 w 16"/>
                <a:gd name="T51" fmla="*/ 15 h 15"/>
                <a:gd name="T52" fmla="*/ 8 w 16"/>
                <a:gd name="T53" fmla="*/ 15 h 15"/>
                <a:gd name="T54" fmla="*/ 15 w 16"/>
                <a:gd name="T55" fmla="*/ 11 h 15"/>
                <a:gd name="T56" fmla="*/ 15 w 16"/>
                <a:gd name="T57" fmla="*/ 11 h 15"/>
                <a:gd name="T58" fmla="*/ 16 w 16"/>
                <a:gd name="T59" fmla="*/ 8 h 15"/>
                <a:gd name="T60" fmla="*/ 11 w 16"/>
                <a:gd name="T61" fmla="*/ 1 h 15"/>
                <a:gd name="T62" fmla="*/ 8 w 16"/>
                <a:gd name="T63" fmla="*/ 0 h 15"/>
                <a:gd name="T64" fmla="*/ 8 w 16"/>
                <a:gd name="T65" fmla="*/ 0 h 15"/>
                <a:gd name="T66" fmla="*/ 8 w 16"/>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5">
                  <a:moveTo>
                    <a:pt x="9" y="8"/>
                  </a:moveTo>
                  <a:cubicBezTo>
                    <a:pt x="9" y="8"/>
                    <a:pt x="9" y="8"/>
                    <a:pt x="9" y="8"/>
                  </a:cubicBezTo>
                  <a:cubicBezTo>
                    <a:pt x="9" y="8"/>
                    <a:pt x="9" y="8"/>
                    <a:pt x="9" y="8"/>
                  </a:cubicBezTo>
                  <a:cubicBezTo>
                    <a:pt x="9" y="8"/>
                    <a:pt x="9" y="8"/>
                    <a:pt x="9" y="8"/>
                  </a:cubicBezTo>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5" name="Freeform 1341">
              <a:extLst>
                <a:ext uri="{FF2B5EF4-FFF2-40B4-BE49-F238E27FC236}">
                  <a16:creationId xmlns:a16="http://schemas.microsoft.com/office/drawing/2014/main" id="{6B81F5F4-4B24-4A5F-9AA0-6BFDC2DA870C}"/>
                </a:ext>
              </a:extLst>
            </p:cNvPr>
            <p:cNvSpPr>
              <a:spLocks noEditPoints="1"/>
            </p:cNvSpPr>
            <p:nvPr userDrawn="1"/>
          </p:nvSpPr>
          <p:spPr bwMode="auto">
            <a:xfrm>
              <a:off x="2842041" y="4787491"/>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2 h 276"/>
                <a:gd name="T16" fmla="*/ 73 w 80"/>
                <a:gd name="T17" fmla="*/ 243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4 h 276"/>
                <a:gd name="T60" fmla="*/ 79 w 80"/>
                <a:gd name="T61" fmla="*/ 242 h 276"/>
                <a:gd name="T62" fmla="*/ 80 w 80"/>
                <a:gd name="T63" fmla="*/ 217 h 276"/>
                <a:gd name="T64" fmla="*/ 67 w 80"/>
                <a:gd name="T65" fmla="*/ 46 h 276"/>
                <a:gd name="T66" fmla="*/ 37 w 80"/>
                <a:gd name="T67" fmla="*/ 29 h 276"/>
                <a:gd name="T68" fmla="*/ 36 w 80"/>
                <a:gd name="T69" fmla="*/ 29 h 276"/>
                <a:gd name="T70" fmla="*/ 36 w 80"/>
                <a:gd name="T71" fmla="*/ 29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70"/>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6"/>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4"/>
                  </a:cubicBezTo>
                  <a:cubicBezTo>
                    <a:pt x="79" y="243"/>
                    <a:pt x="79" y="243"/>
                    <a:pt x="79" y="243"/>
                  </a:cubicBezTo>
                  <a:cubicBezTo>
                    <a:pt x="79" y="242"/>
                    <a:pt x="79" y="242"/>
                    <a:pt x="79" y="242"/>
                  </a:cubicBezTo>
                  <a:cubicBezTo>
                    <a:pt x="79" y="242"/>
                    <a:pt x="79" y="242"/>
                    <a:pt x="79" y="242"/>
                  </a:cubicBezTo>
                  <a:cubicBezTo>
                    <a:pt x="80" y="236"/>
                    <a:pt x="80" y="228"/>
                    <a:pt x="80" y="217"/>
                  </a:cubicBezTo>
                  <a:cubicBezTo>
                    <a:pt x="80" y="164"/>
                    <a:pt x="72" y="66"/>
                    <a:pt x="72" y="63"/>
                  </a:cubicBezTo>
                  <a:cubicBezTo>
                    <a:pt x="71" y="62"/>
                    <a:pt x="71" y="54"/>
                    <a:pt x="67" y="46"/>
                  </a:cubicBezTo>
                  <a:cubicBezTo>
                    <a:pt x="65" y="42"/>
                    <a:pt x="62"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6" name="Freeform 1342">
              <a:extLst>
                <a:ext uri="{FF2B5EF4-FFF2-40B4-BE49-F238E27FC236}">
                  <a16:creationId xmlns:a16="http://schemas.microsoft.com/office/drawing/2014/main" id="{E74734FF-9151-4CCF-B518-7C1B353D175B}"/>
                </a:ext>
              </a:extLst>
            </p:cNvPr>
            <p:cNvSpPr>
              <a:spLocks noEditPoints="1"/>
            </p:cNvSpPr>
            <p:nvPr userDrawn="1"/>
          </p:nvSpPr>
          <p:spPr bwMode="auto">
            <a:xfrm>
              <a:off x="2890207"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7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7" name="Freeform 1343">
              <a:extLst>
                <a:ext uri="{FF2B5EF4-FFF2-40B4-BE49-F238E27FC236}">
                  <a16:creationId xmlns:a16="http://schemas.microsoft.com/office/drawing/2014/main" id="{16A4B659-7161-40F4-A805-C8AA5C32B10C}"/>
                </a:ext>
              </a:extLst>
            </p:cNvPr>
            <p:cNvSpPr>
              <a:spLocks noEditPoints="1"/>
            </p:cNvSpPr>
            <p:nvPr userDrawn="1"/>
          </p:nvSpPr>
          <p:spPr bwMode="auto">
            <a:xfrm>
              <a:off x="2878165" y="4121195"/>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9 h 116"/>
                <a:gd name="T50" fmla="*/ 6 w 76"/>
                <a:gd name="T51" fmla="*/ 40 h 116"/>
                <a:gd name="T52" fmla="*/ 9 w 76"/>
                <a:gd name="T53" fmla="*/ 19 h 116"/>
                <a:gd name="T54" fmla="*/ 12 w 76"/>
                <a:gd name="T55" fmla="*/ 12 h 116"/>
                <a:gd name="T56" fmla="*/ 17 w 76"/>
                <a:gd name="T57" fmla="*/ 10 h 116"/>
                <a:gd name="T58" fmla="*/ 17 w 76"/>
                <a:gd name="T59" fmla="*/ 10 h 116"/>
                <a:gd name="T60" fmla="*/ 60 w 76"/>
                <a:gd name="T61" fmla="*/ 0 h 116"/>
                <a:gd name="T62" fmla="*/ 60 w 76"/>
                <a:gd name="T63" fmla="*/ 0 h 116"/>
                <a:gd name="T64" fmla="*/ 60 w 76"/>
                <a:gd name="T65" fmla="*/ 0 h 116"/>
                <a:gd name="T66" fmla="*/ 16 w 76"/>
                <a:gd name="T67" fmla="*/ 4 h 116"/>
                <a:gd name="T68" fmla="*/ 8 w 76"/>
                <a:gd name="T69" fmla="*/ 8 h 116"/>
                <a:gd name="T70" fmla="*/ 2 w 76"/>
                <a:gd name="T71" fmla="*/ 22 h 116"/>
                <a:gd name="T72" fmla="*/ 0 w 76"/>
                <a:gd name="T73" fmla="*/ 40 h 116"/>
                <a:gd name="T74" fmla="*/ 2 w 76"/>
                <a:gd name="T75" fmla="*/ 61 h 116"/>
                <a:gd name="T76" fmla="*/ 9 w 76"/>
                <a:gd name="T77" fmla="*/ 82 h 116"/>
                <a:gd name="T78" fmla="*/ 15 w 76"/>
                <a:gd name="T79" fmla="*/ 88 h 116"/>
                <a:gd name="T80" fmla="*/ 16 w 76"/>
                <a:gd name="T81" fmla="*/ 89 h 116"/>
                <a:gd name="T82" fmla="*/ 38 w 76"/>
                <a:gd name="T83" fmla="*/ 90 h 116"/>
                <a:gd name="T84" fmla="*/ 26 w 76"/>
                <a:gd name="T85" fmla="*/ 116 h 116"/>
                <a:gd name="T86" fmla="*/ 56 w 76"/>
                <a:gd name="T87" fmla="*/ 90 h 116"/>
                <a:gd name="T88" fmla="*/ 72 w 76"/>
                <a:gd name="T89" fmla="*/ 85 h 116"/>
                <a:gd name="T90" fmla="*/ 76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8" name="Freeform 1344">
              <a:extLst>
                <a:ext uri="{FF2B5EF4-FFF2-40B4-BE49-F238E27FC236}">
                  <a16:creationId xmlns:a16="http://schemas.microsoft.com/office/drawing/2014/main" id="{9C0D96C2-0975-4AEB-9179-E1AD0E9C2980}"/>
                </a:ext>
              </a:extLst>
            </p:cNvPr>
            <p:cNvSpPr>
              <a:spLocks noEditPoints="1"/>
            </p:cNvSpPr>
            <p:nvPr userDrawn="1"/>
          </p:nvSpPr>
          <p:spPr bwMode="auto">
            <a:xfrm>
              <a:off x="2791869" y="4333928"/>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58 w 165"/>
                <a:gd name="T31" fmla="*/ 59 h 65"/>
                <a:gd name="T32" fmla="*/ 11 w 165"/>
                <a:gd name="T33" fmla="*/ 47 h 65"/>
                <a:gd name="T34" fmla="*/ 9 w 165"/>
                <a:gd name="T35" fmla="*/ 46 h 65"/>
                <a:gd name="T36" fmla="*/ 12 w 165"/>
                <a:gd name="T37" fmla="*/ 13 h 65"/>
                <a:gd name="T38" fmla="*/ 17 w 165"/>
                <a:gd name="T39" fmla="*/ 10 h 65"/>
                <a:gd name="T40" fmla="*/ 58 w 165"/>
                <a:gd name="T41" fmla="*/ 0 h 65"/>
                <a:gd name="T42" fmla="*/ 15 w 165"/>
                <a:gd name="T43" fmla="*/ 4 h 65"/>
                <a:gd name="T44" fmla="*/ 15 w 165"/>
                <a:gd name="T45" fmla="*/ 4 h 65"/>
                <a:gd name="T46" fmla="*/ 0 w 165"/>
                <a:gd name="T47" fmla="*/ 29 h 65"/>
                <a:gd name="T48" fmla="*/ 4 w 165"/>
                <a:gd name="T49" fmla="*/ 48 h 65"/>
                <a:gd name="T50" fmla="*/ 15 w 165"/>
                <a:gd name="T51" fmla="*/ 57 h 65"/>
                <a:gd name="T52" fmla="*/ 58 w 165"/>
                <a:gd name="T53" fmla="*/ 65 h 65"/>
                <a:gd name="T54" fmla="*/ 71 w 165"/>
                <a:gd name="T55" fmla="*/ 65 h 65"/>
                <a:gd name="T56" fmla="*/ 165 w 165"/>
                <a:gd name="T57" fmla="*/ 48 h 65"/>
                <a:gd name="T58" fmla="*/ 116 w 165"/>
                <a:gd name="T59" fmla="*/ 46 h 65"/>
                <a:gd name="T60" fmla="*/ 114 w 165"/>
                <a:gd name="T61" fmla="*/ 43 h 65"/>
                <a:gd name="T62" fmla="*/ 119 w 165"/>
                <a:gd name="T63" fmla="*/ 23 h 65"/>
                <a:gd name="T64" fmla="*/ 115 w 165"/>
                <a:gd name="T65" fmla="*/ 12 h 65"/>
                <a:gd name="T66" fmla="*/ 113 w 165"/>
                <a:gd name="T67" fmla="*/ 14 h 65"/>
                <a:gd name="T68" fmla="*/ 113 w 165"/>
                <a:gd name="T69" fmla="*/ 14 h 65"/>
                <a:gd name="T70" fmla="*/ 58 w 165"/>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1"/>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8"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9" name="Freeform 1345">
              <a:extLst>
                <a:ext uri="{FF2B5EF4-FFF2-40B4-BE49-F238E27FC236}">
                  <a16:creationId xmlns:a16="http://schemas.microsoft.com/office/drawing/2014/main" id="{69ED5084-4705-45B1-85A7-5706C9F2E142}"/>
                </a:ext>
              </a:extLst>
            </p:cNvPr>
            <p:cNvSpPr>
              <a:spLocks noEditPoints="1"/>
            </p:cNvSpPr>
            <p:nvPr userDrawn="1"/>
          </p:nvSpPr>
          <p:spPr bwMode="auto">
            <a:xfrm>
              <a:off x="3118995" y="3846248"/>
              <a:ext cx="248857" cy="98339"/>
            </a:xfrm>
            <a:custGeom>
              <a:avLst/>
              <a:gdLst>
                <a:gd name="T0" fmla="*/ 116 w 165"/>
                <a:gd name="T1" fmla="*/ 34 h 65"/>
                <a:gd name="T2" fmla="*/ 116 w 165"/>
                <a:gd name="T3" fmla="*/ 34 h 65"/>
                <a:gd name="T4" fmla="*/ 112 w 165"/>
                <a:gd name="T5" fmla="*/ 17 h 65"/>
                <a:gd name="T6" fmla="*/ 112 w 165"/>
                <a:gd name="T7" fmla="*/ 17 h 65"/>
                <a:gd name="T8" fmla="*/ 16 w 165"/>
                <a:gd name="T9" fmla="*/ 9 h 65"/>
                <a:gd name="T10" fmla="*/ 58 w 165"/>
                <a:gd name="T11" fmla="*/ 6 h 65"/>
                <a:gd name="T12" fmla="*/ 109 w 165"/>
                <a:gd name="T13" fmla="*/ 15 h 65"/>
                <a:gd name="T14" fmla="*/ 111 w 165"/>
                <a:gd name="T15" fmla="*/ 16 h 65"/>
                <a:gd name="T16" fmla="*/ 112 w 165"/>
                <a:gd name="T17" fmla="*/ 29 h 65"/>
                <a:gd name="T18" fmla="*/ 111 w 165"/>
                <a:gd name="T19" fmla="*/ 31 h 65"/>
                <a:gd name="T20" fmla="*/ 111 w 165"/>
                <a:gd name="T21" fmla="*/ 31 h 65"/>
                <a:gd name="T22" fmla="*/ 111 w 165"/>
                <a:gd name="T23" fmla="*/ 31 h 65"/>
                <a:gd name="T24" fmla="*/ 109 w 165"/>
                <a:gd name="T25" fmla="*/ 48 h 65"/>
                <a:gd name="T26" fmla="*/ 115 w 165"/>
                <a:gd name="T27" fmla="*/ 52 h 65"/>
                <a:gd name="T28" fmla="*/ 127 w 165"/>
                <a:gd name="T29" fmla="*/ 53 h 65"/>
                <a:gd name="T30" fmla="*/ 64 w 165"/>
                <a:gd name="T31" fmla="*/ 59 h 65"/>
                <a:gd name="T32" fmla="*/ 62 w 165"/>
                <a:gd name="T33" fmla="*/ 59 h 65"/>
                <a:gd name="T34" fmla="*/ 61 w 165"/>
                <a:gd name="T35" fmla="*/ 59 h 65"/>
                <a:gd name="T36" fmla="*/ 18 w 165"/>
                <a:gd name="T37" fmla="*/ 52 h 65"/>
                <a:gd name="T38" fmla="*/ 9 w 165"/>
                <a:gd name="T39" fmla="*/ 46 h 65"/>
                <a:gd name="T40" fmla="*/ 6 w 165"/>
                <a:gd name="T41" fmla="*/ 29 h 65"/>
                <a:gd name="T42" fmla="*/ 15 w 165"/>
                <a:gd name="T43" fmla="*/ 11 h 65"/>
                <a:gd name="T44" fmla="*/ 17 w 165"/>
                <a:gd name="T45" fmla="*/ 10 h 65"/>
                <a:gd name="T46" fmla="*/ 58 w 165"/>
                <a:gd name="T47" fmla="*/ 0 h 65"/>
                <a:gd name="T48" fmla="*/ 15 w 165"/>
                <a:gd name="T49" fmla="*/ 4 h 65"/>
                <a:gd name="T50" fmla="*/ 7 w 165"/>
                <a:gd name="T51" fmla="*/ 9 h 65"/>
                <a:gd name="T52" fmla="*/ 3 w 165"/>
                <a:gd name="T53" fmla="*/ 48 h 65"/>
                <a:gd name="T54" fmla="*/ 4 w 165"/>
                <a:gd name="T55" fmla="*/ 49 h 65"/>
                <a:gd name="T56" fmla="*/ 58 w 165"/>
                <a:gd name="T57" fmla="*/ 65 h 65"/>
                <a:gd name="T58" fmla="*/ 61 w 165"/>
                <a:gd name="T59" fmla="*/ 65 h 65"/>
                <a:gd name="T60" fmla="*/ 148 w 165"/>
                <a:gd name="T61" fmla="*/ 53 h 65"/>
                <a:gd name="T62" fmla="*/ 116 w 165"/>
                <a:gd name="T63" fmla="*/ 46 h 65"/>
                <a:gd name="T64" fmla="*/ 114 w 165"/>
                <a:gd name="T65" fmla="*/ 45 h 65"/>
                <a:gd name="T66" fmla="*/ 116 w 165"/>
                <a:gd name="T67" fmla="*/ 34 h 65"/>
                <a:gd name="T68" fmla="*/ 116 w 165"/>
                <a:gd name="T69" fmla="*/ 12 h 65"/>
                <a:gd name="T70" fmla="*/ 115 w 165"/>
                <a:gd name="T71" fmla="*/ 12 h 65"/>
                <a:gd name="T72" fmla="*/ 111 w 165"/>
                <a:gd name="T73" fmla="*/ 16 h 65"/>
                <a:gd name="T74" fmla="*/ 115 w 165"/>
                <a:gd name="T75"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12" y="17"/>
                  </a:moveTo>
                  <a:cubicBezTo>
                    <a:pt x="112" y="17"/>
                    <a:pt x="112" y="17"/>
                    <a:pt x="112" y="17"/>
                  </a:cubicBezTo>
                  <a:cubicBezTo>
                    <a:pt x="112" y="17"/>
                    <a:pt x="112" y="17"/>
                    <a:pt x="112" y="17"/>
                  </a:cubicBezTo>
                  <a:cubicBezTo>
                    <a:pt x="112" y="17"/>
                    <a:pt x="112" y="17"/>
                    <a:pt x="112" y="17"/>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7"/>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9"/>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5"/>
                    <a:pt x="11" y="6"/>
                    <a:pt x="7" y="9"/>
                  </a:cubicBezTo>
                  <a:cubicBezTo>
                    <a:pt x="4" y="13"/>
                    <a:pt x="0" y="19"/>
                    <a:pt x="0" y="29"/>
                  </a:cubicBezTo>
                  <a:cubicBezTo>
                    <a:pt x="0" y="35"/>
                    <a:pt x="1" y="41"/>
                    <a:pt x="3" y="48"/>
                  </a:cubicBezTo>
                  <a:cubicBezTo>
                    <a:pt x="4" y="49"/>
                    <a:pt x="4" y="49"/>
                    <a:pt x="4" y="49"/>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0" name="Freeform 1346">
              <a:extLst>
                <a:ext uri="{FF2B5EF4-FFF2-40B4-BE49-F238E27FC236}">
                  <a16:creationId xmlns:a16="http://schemas.microsoft.com/office/drawing/2014/main" id="{EF730A06-4A36-4A6A-A4F8-8DBA3B46CC2A}"/>
                </a:ext>
              </a:extLst>
            </p:cNvPr>
            <p:cNvSpPr>
              <a:spLocks noEditPoints="1"/>
            </p:cNvSpPr>
            <p:nvPr userDrawn="1"/>
          </p:nvSpPr>
          <p:spPr bwMode="auto">
            <a:xfrm>
              <a:off x="2683496" y="5538076"/>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3 w 170"/>
                <a:gd name="T13" fmla="*/ 7 h 134"/>
                <a:gd name="T14" fmla="*/ 148 w 170"/>
                <a:gd name="T15" fmla="*/ 10 h 134"/>
                <a:gd name="T16" fmla="*/ 159 w 170"/>
                <a:gd name="T17" fmla="*/ 23 h 134"/>
                <a:gd name="T18" fmla="*/ 164 w 170"/>
                <a:gd name="T19" fmla="*/ 42 h 134"/>
                <a:gd name="T20" fmla="*/ 156 w 170"/>
                <a:gd name="T21" fmla="*/ 64 h 134"/>
                <a:gd name="T22" fmla="*/ 124 w 170"/>
                <a:gd name="T23" fmla="*/ 88 h 134"/>
                <a:gd name="T24" fmla="*/ 51 w 170"/>
                <a:gd name="T25" fmla="*/ 88 h 134"/>
                <a:gd name="T26" fmla="*/ 45 w 170"/>
                <a:gd name="T27" fmla="*/ 107 h 134"/>
                <a:gd name="T28" fmla="*/ 43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44 w 170"/>
                <a:gd name="T85" fmla="*/ 1 h 134"/>
                <a:gd name="T86" fmla="*/ 144 w 170"/>
                <a:gd name="T87" fmla="*/ 1 h 134"/>
                <a:gd name="T88" fmla="*/ 139 w 170"/>
                <a:gd name="T89" fmla="*/ 1 h 134"/>
                <a:gd name="T90" fmla="*/ 109 w 170"/>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3" y="7"/>
                    <a:pt x="143"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4" y="1"/>
                    <a:pt x="144" y="1"/>
                    <a:pt x="144" y="1"/>
                  </a:cubicBezTo>
                  <a:cubicBezTo>
                    <a:pt x="144" y="1"/>
                    <a:pt x="144" y="1"/>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1" name="Freeform 1347">
              <a:extLst>
                <a:ext uri="{FF2B5EF4-FFF2-40B4-BE49-F238E27FC236}">
                  <a16:creationId xmlns:a16="http://schemas.microsoft.com/office/drawing/2014/main" id="{2D87A9AD-5D1F-4B2A-A65B-B80E1CA01B0A}"/>
                </a:ext>
              </a:extLst>
            </p:cNvPr>
            <p:cNvSpPr>
              <a:spLocks noEditPoints="1"/>
            </p:cNvSpPr>
            <p:nvPr userDrawn="1"/>
          </p:nvSpPr>
          <p:spPr bwMode="auto">
            <a:xfrm>
              <a:off x="2793875" y="4560709"/>
              <a:ext cx="282975" cy="244843"/>
            </a:xfrm>
            <a:custGeom>
              <a:avLst/>
              <a:gdLst>
                <a:gd name="T0" fmla="*/ 100 w 188"/>
                <a:gd name="T1" fmla="*/ 23 h 162"/>
                <a:gd name="T2" fmla="*/ 111 w 188"/>
                <a:gd name="T3" fmla="*/ 6 h 162"/>
                <a:gd name="T4" fmla="*/ 120 w 188"/>
                <a:gd name="T5" fmla="*/ 12 h 162"/>
                <a:gd name="T6" fmla="*/ 123 w 188"/>
                <a:gd name="T7" fmla="*/ 24 h 162"/>
                <a:gd name="T8" fmla="*/ 147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7 w 188"/>
                <a:gd name="T29" fmla="*/ 132 h 162"/>
                <a:gd name="T30" fmla="*/ 65 w 188"/>
                <a:gd name="T31" fmla="*/ 139 h 162"/>
                <a:gd name="T32" fmla="*/ 50 w 188"/>
                <a:gd name="T33" fmla="*/ 133 h 162"/>
                <a:gd name="T34" fmla="*/ 49 w 188"/>
                <a:gd name="T35" fmla="*/ 115 h 162"/>
                <a:gd name="T36" fmla="*/ 17 w 188"/>
                <a:gd name="T37" fmla="*/ 144 h 162"/>
                <a:gd name="T38" fmla="*/ 28 w 188"/>
                <a:gd name="T39" fmla="*/ 97 h 162"/>
                <a:gd name="T40" fmla="*/ 8 w 188"/>
                <a:gd name="T41" fmla="*/ 84 h 162"/>
                <a:gd name="T42" fmla="*/ 10 w 188"/>
                <a:gd name="T43" fmla="*/ 64 h 162"/>
                <a:gd name="T44" fmla="*/ 15 w 188"/>
                <a:gd name="T45" fmla="*/ 63 h 162"/>
                <a:gd name="T46" fmla="*/ 36 w 188"/>
                <a:gd name="T47" fmla="*/ 51 h 162"/>
                <a:gd name="T48" fmla="*/ 35 w 188"/>
                <a:gd name="T49" fmla="*/ 24 h 162"/>
                <a:gd name="T50" fmla="*/ 64 w 188"/>
                <a:gd name="T51" fmla="*/ 10 h 162"/>
                <a:gd name="T52" fmla="*/ 94 w 188"/>
                <a:gd name="T53" fmla="*/ 24 h 162"/>
                <a:gd name="T54" fmla="*/ 95 w 188"/>
                <a:gd name="T55" fmla="*/ 24 h 162"/>
                <a:gd name="T56" fmla="*/ 111 w 188"/>
                <a:gd name="T57" fmla="*/ 0 h 162"/>
                <a:gd name="T58" fmla="*/ 95 w 188"/>
                <a:gd name="T59" fmla="*/ 17 h 162"/>
                <a:gd name="T60" fmla="*/ 64 w 188"/>
                <a:gd name="T61" fmla="*/ 4 h 162"/>
                <a:gd name="T62" fmla="*/ 24 w 188"/>
                <a:gd name="T63" fmla="*/ 35 h 162"/>
                <a:gd name="T64" fmla="*/ 28 w 188"/>
                <a:gd name="T65" fmla="*/ 55 h 162"/>
                <a:gd name="T66" fmla="*/ 16 w 188"/>
                <a:gd name="T67" fmla="*/ 57 h 162"/>
                <a:gd name="T68" fmla="*/ 8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0 h 162"/>
                <a:gd name="T90" fmla="*/ 78 w 188"/>
                <a:gd name="T91" fmla="*/ 139 h 162"/>
                <a:gd name="T92" fmla="*/ 86 w 188"/>
                <a:gd name="T93" fmla="*/ 139 h 162"/>
                <a:gd name="T94" fmla="*/ 96 w 188"/>
                <a:gd name="T95" fmla="*/ 150 h 162"/>
                <a:gd name="T96" fmla="*/ 147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2"/>
                    <a:pt x="167" y="35"/>
                  </a:cubicBezTo>
                  <a:cubicBezTo>
                    <a:pt x="170" y="39"/>
                    <a:pt x="171" y="44"/>
                    <a:pt x="171" y="47"/>
                  </a:cubicBezTo>
                  <a:cubicBezTo>
                    <a:pt x="171"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6"/>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3"/>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2" name="Freeform 1348">
              <a:extLst>
                <a:ext uri="{FF2B5EF4-FFF2-40B4-BE49-F238E27FC236}">
                  <a16:creationId xmlns:a16="http://schemas.microsoft.com/office/drawing/2014/main" id="{6BE91B24-2DC6-4F38-AEE8-EC4C7C405450}"/>
                </a:ext>
              </a:extLst>
            </p:cNvPr>
            <p:cNvSpPr>
              <a:spLocks noEditPoints="1"/>
            </p:cNvSpPr>
            <p:nvPr userDrawn="1"/>
          </p:nvSpPr>
          <p:spPr bwMode="auto">
            <a:xfrm>
              <a:off x="2545018" y="5214962"/>
              <a:ext cx="363252" cy="313078"/>
            </a:xfrm>
            <a:custGeom>
              <a:avLst/>
              <a:gdLst>
                <a:gd name="T0" fmla="*/ 3 w 242"/>
                <a:gd name="T1" fmla="*/ 203 h 208"/>
                <a:gd name="T2" fmla="*/ 135 w 242"/>
                <a:gd name="T3" fmla="*/ 10 h 208"/>
                <a:gd name="T4" fmla="*/ 148 w 242"/>
                <a:gd name="T5" fmla="*/ 8 h 208"/>
                <a:gd name="T6" fmla="*/ 157 w 242"/>
                <a:gd name="T7" fmla="*/ 23 h 208"/>
                <a:gd name="T8" fmla="*/ 190 w 242"/>
                <a:gd name="T9" fmla="*/ 34 h 208"/>
                <a:gd name="T10" fmla="*/ 220 w 242"/>
                <a:gd name="T11" fmla="*/ 69 h 208"/>
                <a:gd name="T12" fmla="*/ 217 w 242"/>
                <a:gd name="T13" fmla="*/ 103 h 208"/>
                <a:gd name="T14" fmla="*/ 233 w 242"/>
                <a:gd name="T15" fmla="*/ 136 h 208"/>
                <a:gd name="T16" fmla="*/ 206 w 242"/>
                <a:gd name="T17" fmla="*/ 143 h 208"/>
                <a:gd name="T18" fmla="*/ 183 w 242"/>
                <a:gd name="T19" fmla="*/ 171 h 208"/>
                <a:gd name="T20" fmla="*/ 127 w 242"/>
                <a:gd name="T21" fmla="*/ 189 h 208"/>
                <a:gd name="T22" fmla="*/ 105 w 242"/>
                <a:gd name="T23" fmla="*/ 170 h 208"/>
                <a:gd name="T24" fmla="*/ 94 w 242"/>
                <a:gd name="T25" fmla="*/ 177 h 208"/>
                <a:gd name="T26" fmla="*/ 63 w 242"/>
                <a:gd name="T27" fmla="*/ 173 h 208"/>
                <a:gd name="T28" fmla="*/ 58 w 242"/>
                <a:gd name="T29" fmla="*/ 145 h 208"/>
                <a:gd name="T30" fmla="*/ 34 w 242"/>
                <a:gd name="T31" fmla="*/ 163 h 208"/>
                <a:gd name="T32" fmla="*/ 14 w 242"/>
                <a:gd name="T33" fmla="*/ 118 h 208"/>
                <a:gd name="T34" fmla="*/ 12 w 242"/>
                <a:gd name="T35" fmla="*/ 82 h 208"/>
                <a:gd name="T36" fmla="*/ 39 w 242"/>
                <a:gd name="T37" fmla="*/ 76 h 208"/>
                <a:gd name="T38" fmla="*/ 44 w 242"/>
                <a:gd name="T39" fmla="*/ 30 h 208"/>
                <a:gd name="T40" fmla="*/ 111 w 242"/>
                <a:gd name="T41" fmla="*/ 21 h 208"/>
                <a:gd name="T42" fmla="*/ 122 w 242"/>
                <a:gd name="T43" fmla="*/ 30 h 208"/>
                <a:gd name="T44" fmla="*/ 142 w 242"/>
                <a:gd name="T45" fmla="*/ 0 h 208"/>
                <a:gd name="T46" fmla="*/ 114 w 242"/>
                <a:gd name="T47" fmla="*/ 15 h 208"/>
                <a:gd name="T48" fmla="*/ 31 w 242"/>
                <a:gd name="T49" fmla="*/ 45 h 208"/>
                <a:gd name="T50" fmla="*/ 23 w 242"/>
                <a:gd name="T51" fmla="*/ 75 h 208"/>
                <a:gd name="T52" fmla="*/ 9 w 242"/>
                <a:gd name="T53" fmla="*/ 76 h 208"/>
                <a:gd name="T54" fmla="*/ 10 w 242"/>
                <a:gd name="T55" fmla="*/ 122 h 208"/>
                <a:gd name="T56" fmla="*/ 29 w 242"/>
                <a:gd name="T57" fmla="*/ 160 h 208"/>
                <a:gd name="T58" fmla="*/ 1 w 242"/>
                <a:gd name="T59" fmla="*/ 203 h 208"/>
                <a:gd name="T60" fmla="*/ 2 w 242"/>
                <a:gd name="T61" fmla="*/ 208 h 208"/>
                <a:gd name="T62" fmla="*/ 18 w 242"/>
                <a:gd name="T63" fmla="*/ 200 h 208"/>
                <a:gd name="T64" fmla="*/ 56 w 242"/>
                <a:gd name="T65" fmla="*/ 173 h 208"/>
                <a:gd name="T66" fmla="*/ 83 w 242"/>
                <a:gd name="T67" fmla="*/ 187 h 208"/>
                <a:gd name="T68" fmla="*/ 99 w 242"/>
                <a:gd name="T69" fmla="*/ 180 h 208"/>
                <a:gd name="T70" fmla="*/ 111 w 242"/>
                <a:gd name="T71" fmla="*/ 179 h 208"/>
                <a:gd name="T72" fmla="*/ 146 w 242"/>
                <a:gd name="T73" fmla="*/ 198 h 208"/>
                <a:gd name="T74" fmla="*/ 189 w 242"/>
                <a:gd name="T75" fmla="*/ 178 h 208"/>
                <a:gd name="T76" fmla="*/ 197 w 242"/>
                <a:gd name="T77" fmla="*/ 151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5" y="206"/>
                  </a:moveTo>
                  <a:cubicBezTo>
                    <a:pt x="5" y="206"/>
                    <a:pt x="5" y="206"/>
                    <a:pt x="5" y="206"/>
                  </a:cubicBezTo>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50"/>
                    <a:pt x="221" y="55"/>
                    <a:pt x="221" y="61"/>
                  </a:cubicBezTo>
                  <a:cubicBezTo>
                    <a:pt x="221" y="64"/>
                    <a:pt x="221" y="67"/>
                    <a:pt x="220"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0" y="107"/>
                    <a:pt x="225" y="110"/>
                    <a:pt x="229" y="112"/>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90"/>
                    <a:pt x="128" y="189"/>
                    <a:pt x="127" y="189"/>
                  </a:cubicBezTo>
                  <a:cubicBezTo>
                    <a:pt x="127" y="189"/>
                    <a:pt x="127" y="189"/>
                    <a:pt x="127" y="189"/>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1"/>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1"/>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70"/>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6"/>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5"/>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6"/>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3" name="Freeform 1349">
              <a:extLst>
                <a:ext uri="{FF2B5EF4-FFF2-40B4-BE49-F238E27FC236}">
                  <a16:creationId xmlns:a16="http://schemas.microsoft.com/office/drawing/2014/main" id="{B42B8313-935D-40FB-A6B3-AD7F5AF3EEF2}"/>
                </a:ext>
              </a:extLst>
            </p:cNvPr>
            <p:cNvSpPr>
              <a:spLocks/>
            </p:cNvSpPr>
            <p:nvPr userDrawn="1"/>
          </p:nvSpPr>
          <p:spPr bwMode="auto">
            <a:xfrm>
              <a:off x="2545018" y="5524027"/>
              <a:ext cx="2008" cy="401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2"/>
                    <a:pt x="1" y="2"/>
                  </a:cubicBezTo>
                  <a:cubicBezTo>
                    <a:pt x="1" y="2"/>
                    <a:pt x="1" y="2"/>
                    <a:pt x="1" y="2"/>
                  </a:cubicBezTo>
                  <a:cubicBezTo>
                    <a:pt x="1"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4" name="Freeform 1350">
              <a:extLst>
                <a:ext uri="{FF2B5EF4-FFF2-40B4-BE49-F238E27FC236}">
                  <a16:creationId xmlns:a16="http://schemas.microsoft.com/office/drawing/2014/main" id="{8644F54D-5849-440F-9EAB-692EE252571E}"/>
                </a:ext>
              </a:extLst>
            </p:cNvPr>
            <p:cNvSpPr>
              <a:spLocks noEditPoints="1"/>
            </p:cNvSpPr>
            <p:nvPr userDrawn="1"/>
          </p:nvSpPr>
          <p:spPr bwMode="auto">
            <a:xfrm>
              <a:off x="3827436" y="4131229"/>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1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5" name="Freeform 1351">
              <a:extLst>
                <a:ext uri="{FF2B5EF4-FFF2-40B4-BE49-F238E27FC236}">
                  <a16:creationId xmlns:a16="http://schemas.microsoft.com/office/drawing/2014/main" id="{B076446B-EFA2-4141-9B70-691CE8BF4FB4}"/>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close/>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close/>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6" name="Freeform 1352">
              <a:extLst>
                <a:ext uri="{FF2B5EF4-FFF2-40B4-BE49-F238E27FC236}">
                  <a16:creationId xmlns:a16="http://schemas.microsoft.com/office/drawing/2014/main" id="{B09FCF6A-DECB-49CA-8349-209CB72AE1FA}"/>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7" name="Freeform 1353">
              <a:extLst>
                <a:ext uri="{FF2B5EF4-FFF2-40B4-BE49-F238E27FC236}">
                  <a16:creationId xmlns:a16="http://schemas.microsoft.com/office/drawing/2014/main" id="{40859E9A-995B-41B0-8886-EBDBDAC3DE6A}"/>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close/>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8" name="Freeform 1354">
              <a:extLst>
                <a:ext uri="{FF2B5EF4-FFF2-40B4-BE49-F238E27FC236}">
                  <a16:creationId xmlns:a16="http://schemas.microsoft.com/office/drawing/2014/main" id="{FAD3D18E-BFE4-4482-B9B2-F01096722EA6}"/>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9" name="Freeform 1355">
              <a:extLst>
                <a:ext uri="{FF2B5EF4-FFF2-40B4-BE49-F238E27FC236}">
                  <a16:creationId xmlns:a16="http://schemas.microsoft.com/office/drawing/2014/main" id="{D73F39F4-8358-4F03-B1C4-24F7A18E7AD4}"/>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0" name="Freeform 1356">
              <a:extLst>
                <a:ext uri="{FF2B5EF4-FFF2-40B4-BE49-F238E27FC236}">
                  <a16:creationId xmlns:a16="http://schemas.microsoft.com/office/drawing/2014/main" id="{26DC2836-A639-4DAA-A3D7-11C9D64FC133}"/>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1" name="Freeform 1357">
              <a:extLst>
                <a:ext uri="{FF2B5EF4-FFF2-40B4-BE49-F238E27FC236}">
                  <a16:creationId xmlns:a16="http://schemas.microsoft.com/office/drawing/2014/main" id="{C8ADBD76-B73C-4894-B58F-DF0A45BF995E}"/>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2" name="Freeform 1358">
              <a:extLst>
                <a:ext uri="{FF2B5EF4-FFF2-40B4-BE49-F238E27FC236}">
                  <a16:creationId xmlns:a16="http://schemas.microsoft.com/office/drawing/2014/main" id="{AE558F89-7AC9-4F2E-8CFD-B26CB8C9CA42}"/>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3" name="Freeform 1359">
              <a:extLst>
                <a:ext uri="{FF2B5EF4-FFF2-40B4-BE49-F238E27FC236}">
                  <a16:creationId xmlns:a16="http://schemas.microsoft.com/office/drawing/2014/main" id="{B71046E4-15D2-4DD6-B3BE-C9F373080C71}"/>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4" name="Freeform 1360">
              <a:extLst>
                <a:ext uri="{FF2B5EF4-FFF2-40B4-BE49-F238E27FC236}">
                  <a16:creationId xmlns:a16="http://schemas.microsoft.com/office/drawing/2014/main" id="{3541E6FE-1AA6-461B-8E9F-E58D6357ADB3}"/>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5" name="Freeform 1361">
              <a:extLst>
                <a:ext uri="{FF2B5EF4-FFF2-40B4-BE49-F238E27FC236}">
                  <a16:creationId xmlns:a16="http://schemas.microsoft.com/office/drawing/2014/main" id="{1E5D3A4A-0633-49C8-A651-50595AE912AC}"/>
                </a:ext>
              </a:extLst>
            </p:cNvPr>
            <p:cNvSpPr>
              <a:spLocks noEditPoints="1"/>
            </p:cNvSpPr>
            <p:nvPr userDrawn="1"/>
          </p:nvSpPr>
          <p:spPr bwMode="auto">
            <a:xfrm>
              <a:off x="5748051"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6" name="Freeform 1362">
              <a:extLst>
                <a:ext uri="{FF2B5EF4-FFF2-40B4-BE49-F238E27FC236}">
                  <a16:creationId xmlns:a16="http://schemas.microsoft.com/office/drawing/2014/main" id="{01E32678-C3B9-4725-9D28-5EC855D4B0C9}"/>
                </a:ext>
              </a:extLst>
            </p:cNvPr>
            <p:cNvSpPr>
              <a:spLocks noEditPoints="1"/>
            </p:cNvSpPr>
            <p:nvPr userDrawn="1"/>
          </p:nvSpPr>
          <p:spPr bwMode="auto">
            <a:xfrm>
              <a:off x="4465634" y="4815587"/>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7" name="Freeform 1363">
              <a:extLst>
                <a:ext uri="{FF2B5EF4-FFF2-40B4-BE49-F238E27FC236}">
                  <a16:creationId xmlns:a16="http://schemas.microsoft.com/office/drawing/2014/main" id="{52B82F7F-274C-466C-A5F8-F5D88480165F}"/>
                </a:ext>
              </a:extLst>
            </p:cNvPr>
            <p:cNvSpPr>
              <a:spLocks noEditPoints="1"/>
            </p:cNvSpPr>
            <p:nvPr userDrawn="1"/>
          </p:nvSpPr>
          <p:spPr bwMode="auto">
            <a:xfrm>
              <a:off x="5414903" y="4843684"/>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8 h 127"/>
                <a:gd name="T14" fmla="*/ 100 w 130"/>
                <a:gd name="T15" fmla="*/ 50 h 127"/>
                <a:gd name="T16" fmla="*/ 102 w 130"/>
                <a:gd name="T17" fmla="*/ 64 h 127"/>
                <a:gd name="T18" fmla="*/ 100 w 130"/>
                <a:gd name="T19" fmla="*/ 78 h 127"/>
                <a:gd name="T20" fmla="*/ 92 w 130"/>
                <a:gd name="T21" fmla="*/ 90 h 127"/>
                <a:gd name="T22" fmla="*/ 79 w 130"/>
                <a:gd name="T23" fmla="*/ 98 h 127"/>
                <a:gd name="T24" fmla="*/ 65 w 130"/>
                <a:gd name="T25" fmla="*/ 101 h 127"/>
                <a:gd name="T26" fmla="*/ 50 w 130"/>
                <a:gd name="T27" fmla="*/ 98 h 127"/>
                <a:gd name="T28" fmla="*/ 38 w 130"/>
                <a:gd name="T29" fmla="*/ 90 h 127"/>
                <a:gd name="T30" fmla="*/ 30 w 130"/>
                <a:gd name="T31" fmla="*/ 78 h 127"/>
                <a:gd name="T32" fmla="*/ 27 w 130"/>
                <a:gd name="T33" fmla="*/ 64 h 127"/>
                <a:gd name="T34" fmla="*/ 30 w 130"/>
                <a:gd name="T35" fmla="*/ 50 h 127"/>
                <a:gd name="T36" fmla="*/ 38 w 130"/>
                <a:gd name="T37" fmla="*/ 38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8"/>
                    <a:pt x="92" y="38"/>
                    <a:pt x="92" y="38"/>
                  </a:cubicBezTo>
                  <a:cubicBezTo>
                    <a:pt x="82" y="52"/>
                    <a:pt x="82" y="52"/>
                    <a:pt x="82" y="52"/>
                  </a:cubicBezTo>
                  <a:cubicBezTo>
                    <a:pt x="100" y="50"/>
                    <a:pt x="100" y="50"/>
                    <a:pt x="100" y="50"/>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8" name="Freeform 1364">
              <a:extLst>
                <a:ext uri="{FF2B5EF4-FFF2-40B4-BE49-F238E27FC236}">
                  <a16:creationId xmlns:a16="http://schemas.microsoft.com/office/drawing/2014/main" id="{0B5774A2-5B67-4BF4-A791-3C7C485F32BD}"/>
                </a:ext>
              </a:extLst>
            </p:cNvPr>
            <p:cNvSpPr>
              <a:spLocks noEditPoints="1"/>
            </p:cNvSpPr>
            <p:nvPr userDrawn="1"/>
          </p:nvSpPr>
          <p:spPr bwMode="auto">
            <a:xfrm>
              <a:off x="5770128" y="4195451"/>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9" name="Freeform 1365">
              <a:extLst>
                <a:ext uri="{FF2B5EF4-FFF2-40B4-BE49-F238E27FC236}">
                  <a16:creationId xmlns:a16="http://schemas.microsoft.com/office/drawing/2014/main" id="{41F74D94-4F22-4F22-BB08-5D613A716AF6}"/>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close/>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0" name="Freeform 1366">
              <a:extLst>
                <a:ext uri="{FF2B5EF4-FFF2-40B4-BE49-F238E27FC236}">
                  <a16:creationId xmlns:a16="http://schemas.microsoft.com/office/drawing/2014/main" id="{EECBBDB7-CDBE-4FF4-A7E6-FB469B20E202}"/>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1" name="Freeform 1367">
              <a:extLst>
                <a:ext uri="{FF2B5EF4-FFF2-40B4-BE49-F238E27FC236}">
                  <a16:creationId xmlns:a16="http://schemas.microsoft.com/office/drawing/2014/main" id="{C8C9B40A-6E96-46BC-AF85-291435CF8805}"/>
                </a:ext>
              </a:extLst>
            </p:cNvPr>
            <p:cNvSpPr>
              <a:spLocks noEditPoints="1"/>
            </p:cNvSpPr>
            <p:nvPr userDrawn="1"/>
          </p:nvSpPr>
          <p:spPr bwMode="auto">
            <a:xfrm>
              <a:off x="5326599" y="5690601"/>
              <a:ext cx="126436" cy="122422"/>
            </a:xfrm>
            <a:custGeom>
              <a:avLst/>
              <a:gdLst>
                <a:gd name="T0" fmla="*/ 75 w 84"/>
                <a:gd name="T1" fmla="*/ 39 h 82"/>
                <a:gd name="T2" fmla="*/ 74 w 84"/>
                <a:gd name="T3" fmla="*/ 39 h 82"/>
                <a:gd name="T4" fmla="*/ 40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40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40 w 84"/>
                <a:gd name="T37" fmla="*/ 28 h 82"/>
                <a:gd name="T38" fmla="*/ 38 w 84"/>
                <a:gd name="T39" fmla="*/ 19 h 82"/>
                <a:gd name="T40" fmla="*/ 29 w 84"/>
                <a:gd name="T41" fmla="*/ 22 h 82"/>
                <a:gd name="T42" fmla="*/ 15 w 84"/>
                <a:gd name="T43" fmla="*/ 15 h 82"/>
                <a:gd name="T44" fmla="*/ 4 w 84"/>
                <a:gd name="T45" fmla="*/ 25 h 82"/>
                <a:gd name="T46" fmla="*/ 0 w 84"/>
                <a:gd name="T47" fmla="*/ 41 h 82"/>
                <a:gd name="T48" fmla="*/ 4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1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2" name="Freeform 1368">
              <a:extLst>
                <a:ext uri="{FF2B5EF4-FFF2-40B4-BE49-F238E27FC236}">
                  <a16:creationId xmlns:a16="http://schemas.microsoft.com/office/drawing/2014/main" id="{9FA4560F-BD74-4C50-B596-9B83BC358D8E}"/>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3" name="Freeform 1369">
              <a:extLst>
                <a:ext uri="{FF2B5EF4-FFF2-40B4-BE49-F238E27FC236}">
                  <a16:creationId xmlns:a16="http://schemas.microsoft.com/office/drawing/2014/main" id="{3CCE0DB8-16EA-4041-AB55-CA73DF3F552D}"/>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4" name="Freeform 1370">
              <a:extLst>
                <a:ext uri="{FF2B5EF4-FFF2-40B4-BE49-F238E27FC236}">
                  <a16:creationId xmlns:a16="http://schemas.microsoft.com/office/drawing/2014/main" id="{34E9BC10-F5B9-4340-AC04-F31306C6986B}"/>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5" name="Freeform 1371">
              <a:extLst>
                <a:ext uri="{FF2B5EF4-FFF2-40B4-BE49-F238E27FC236}">
                  <a16:creationId xmlns:a16="http://schemas.microsoft.com/office/drawing/2014/main" id="{218FE103-75E6-4A67-B93E-CE0403FD4535}"/>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6" name="Freeform 1372">
              <a:extLst>
                <a:ext uri="{FF2B5EF4-FFF2-40B4-BE49-F238E27FC236}">
                  <a16:creationId xmlns:a16="http://schemas.microsoft.com/office/drawing/2014/main" id="{068813BB-1CC0-47A5-95FD-DCDAAD1DDBA4}"/>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7" name="Freeform 1373">
              <a:extLst>
                <a:ext uri="{FF2B5EF4-FFF2-40B4-BE49-F238E27FC236}">
                  <a16:creationId xmlns:a16="http://schemas.microsoft.com/office/drawing/2014/main" id="{7223ED2B-DCC8-4507-BB74-3C814E93E451}"/>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8" name="Freeform 1374">
              <a:extLst>
                <a:ext uri="{FF2B5EF4-FFF2-40B4-BE49-F238E27FC236}">
                  <a16:creationId xmlns:a16="http://schemas.microsoft.com/office/drawing/2014/main" id="{578861AE-9897-4A1A-BFE4-3C9EDE541C4F}"/>
                </a:ext>
              </a:extLst>
            </p:cNvPr>
            <p:cNvSpPr>
              <a:spLocks noEditPoints="1"/>
            </p:cNvSpPr>
            <p:nvPr userDrawn="1"/>
          </p:nvSpPr>
          <p:spPr bwMode="auto">
            <a:xfrm>
              <a:off x="3478233" y="4801538"/>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1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1 h 214"/>
                <a:gd name="T36" fmla="*/ 100 w 218"/>
                <a:gd name="T37" fmla="*/ 64 h 214"/>
                <a:gd name="T38" fmla="*/ 97 w 218"/>
                <a:gd name="T39" fmla="*/ 50 h 214"/>
                <a:gd name="T40" fmla="*/ 76 w 218"/>
                <a:gd name="T41" fmla="*/ 59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1"/>
                    <a:pt x="134" y="71"/>
                    <a:pt x="134" y="71"/>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1"/>
                    <a:pt x="84" y="71"/>
                    <a:pt x="84" y="71"/>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9"/>
                    <a:pt x="76" y="59"/>
                    <a:pt x="76" y="59"/>
                  </a:cubicBezTo>
                  <a:cubicBezTo>
                    <a:pt x="32" y="32"/>
                    <a:pt x="32" y="32"/>
                    <a:pt x="32" y="32"/>
                  </a:cubicBezTo>
                  <a:cubicBezTo>
                    <a:pt x="59" y="75"/>
                    <a:pt x="59" y="75"/>
                    <a:pt x="59" y="75"/>
                  </a:cubicBezTo>
                  <a:cubicBezTo>
                    <a:pt x="13" y="67"/>
                    <a:pt x="13" y="67"/>
                    <a:pt x="13" y="67"/>
                  </a:cubicBezTo>
                  <a:cubicBezTo>
                    <a:pt x="13" y="68"/>
                    <a:pt x="13" y="69"/>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9"/>
                    <a:pt x="142" y="59"/>
                    <a:pt x="142"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9" name="Freeform 1375">
              <a:extLst>
                <a:ext uri="{FF2B5EF4-FFF2-40B4-BE49-F238E27FC236}">
                  <a16:creationId xmlns:a16="http://schemas.microsoft.com/office/drawing/2014/main" id="{EF985CE9-9F7A-47C8-B071-969A2F921E40}"/>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close/>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close/>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0" name="Freeform 1376">
              <a:extLst>
                <a:ext uri="{FF2B5EF4-FFF2-40B4-BE49-F238E27FC236}">
                  <a16:creationId xmlns:a16="http://schemas.microsoft.com/office/drawing/2014/main" id="{867B373C-FFB5-48CC-9289-7C16BC4DF59D}"/>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1" name="Freeform 1377">
              <a:extLst>
                <a:ext uri="{FF2B5EF4-FFF2-40B4-BE49-F238E27FC236}">
                  <a16:creationId xmlns:a16="http://schemas.microsoft.com/office/drawing/2014/main" id="{5EA4CFD8-0779-4D31-A51C-A5F9B689F578}"/>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2" name="Freeform 1378">
              <a:extLst>
                <a:ext uri="{FF2B5EF4-FFF2-40B4-BE49-F238E27FC236}">
                  <a16:creationId xmlns:a16="http://schemas.microsoft.com/office/drawing/2014/main" id="{A0747591-6AB6-4958-A3AE-B3FB614BBC84}"/>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3" name="Freeform 1379">
              <a:extLst>
                <a:ext uri="{FF2B5EF4-FFF2-40B4-BE49-F238E27FC236}">
                  <a16:creationId xmlns:a16="http://schemas.microsoft.com/office/drawing/2014/main" id="{5C1BE2E3-DDF1-49E5-A2E1-85978AA75CAA}"/>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4" name="Freeform 1380">
              <a:extLst>
                <a:ext uri="{FF2B5EF4-FFF2-40B4-BE49-F238E27FC236}">
                  <a16:creationId xmlns:a16="http://schemas.microsoft.com/office/drawing/2014/main" id="{DF66F64C-CCF9-4B96-B357-F6EA58D519B8}"/>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5" name="Freeform 1381">
              <a:extLst>
                <a:ext uri="{FF2B5EF4-FFF2-40B4-BE49-F238E27FC236}">
                  <a16:creationId xmlns:a16="http://schemas.microsoft.com/office/drawing/2014/main" id="{476965CE-3988-4F3E-963C-4D98985DF124}"/>
                </a:ext>
              </a:extLst>
            </p:cNvPr>
            <p:cNvSpPr>
              <a:spLocks noEditPoints="1"/>
            </p:cNvSpPr>
            <p:nvPr userDrawn="1"/>
          </p:nvSpPr>
          <p:spPr bwMode="auto">
            <a:xfrm>
              <a:off x="3692972" y="4468391"/>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6" name="Freeform 1382">
              <a:extLst>
                <a:ext uri="{FF2B5EF4-FFF2-40B4-BE49-F238E27FC236}">
                  <a16:creationId xmlns:a16="http://schemas.microsoft.com/office/drawing/2014/main" id="{0849FCB9-DA02-435E-A9E2-C917A76F6006}"/>
                </a:ext>
              </a:extLst>
            </p:cNvPr>
            <p:cNvSpPr>
              <a:spLocks noEditPoints="1"/>
            </p:cNvSpPr>
            <p:nvPr userDrawn="1"/>
          </p:nvSpPr>
          <p:spPr bwMode="auto">
            <a:xfrm>
              <a:off x="3759201" y="4580778"/>
              <a:ext cx="26091" cy="28097"/>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7" name="Freeform 1383">
              <a:extLst>
                <a:ext uri="{FF2B5EF4-FFF2-40B4-BE49-F238E27FC236}">
                  <a16:creationId xmlns:a16="http://schemas.microsoft.com/office/drawing/2014/main" id="{164392C0-E110-4C94-87C1-463C7D6CE2DC}"/>
                </a:ext>
              </a:extLst>
            </p:cNvPr>
            <p:cNvSpPr>
              <a:spLocks/>
            </p:cNvSpPr>
            <p:nvPr userDrawn="1"/>
          </p:nvSpPr>
          <p:spPr bwMode="auto">
            <a:xfrm>
              <a:off x="3763215" y="4580778"/>
              <a:ext cx="10035"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8" name="Freeform 1384">
              <a:extLst>
                <a:ext uri="{FF2B5EF4-FFF2-40B4-BE49-F238E27FC236}">
                  <a16:creationId xmlns:a16="http://schemas.microsoft.com/office/drawing/2014/main" id="{450EE8FE-11EB-49B5-8B4E-D8BFB555481E}"/>
                </a:ext>
              </a:extLst>
            </p:cNvPr>
            <p:cNvSpPr>
              <a:spLocks/>
            </p:cNvSpPr>
            <p:nvPr userDrawn="1"/>
          </p:nvSpPr>
          <p:spPr bwMode="auto">
            <a:xfrm>
              <a:off x="3767229" y="4604861"/>
              <a:ext cx="22077"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9" name="Freeform 1385">
              <a:extLst>
                <a:ext uri="{FF2B5EF4-FFF2-40B4-BE49-F238E27FC236}">
                  <a16:creationId xmlns:a16="http://schemas.microsoft.com/office/drawing/2014/main" id="{B28614EE-817B-4EE3-A67A-0E0CD9F7517C}"/>
                </a:ext>
              </a:extLst>
            </p:cNvPr>
            <p:cNvSpPr>
              <a:spLocks/>
            </p:cNvSpPr>
            <p:nvPr userDrawn="1"/>
          </p:nvSpPr>
          <p:spPr bwMode="auto">
            <a:xfrm>
              <a:off x="3771242" y="4604861"/>
              <a:ext cx="8028"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0" name="Freeform 1386">
              <a:extLst>
                <a:ext uri="{FF2B5EF4-FFF2-40B4-BE49-F238E27FC236}">
                  <a16:creationId xmlns:a16="http://schemas.microsoft.com/office/drawing/2014/main" id="{9E373CB8-BF13-40C7-B85B-61FEC18D180B}"/>
                </a:ext>
              </a:extLst>
            </p:cNvPr>
            <p:cNvSpPr>
              <a:spLocks noEditPoints="1"/>
            </p:cNvSpPr>
            <p:nvPr userDrawn="1"/>
          </p:nvSpPr>
          <p:spPr bwMode="auto">
            <a:xfrm>
              <a:off x="3785290" y="4616902"/>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1" name="Freeform 1387">
              <a:extLst>
                <a:ext uri="{FF2B5EF4-FFF2-40B4-BE49-F238E27FC236}">
                  <a16:creationId xmlns:a16="http://schemas.microsoft.com/office/drawing/2014/main" id="{8717CA9F-082B-485D-BE1D-3BA14FA0F3BA}"/>
                </a:ext>
              </a:extLst>
            </p:cNvPr>
            <p:cNvSpPr>
              <a:spLocks/>
            </p:cNvSpPr>
            <p:nvPr userDrawn="1"/>
          </p:nvSpPr>
          <p:spPr bwMode="auto">
            <a:xfrm>
              <a:off x="3785290" y="4618910"/>
              <a:ext cx="4014"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2" name="Freeform 1388">
              <a:extLst>
                <a:ext uri="{FF2B5EF4-FFF2-40B4-BE49-F238E27FC236}">
                  <a16:creationId xmlns:a16="http://schemas.microsoft.com/office/drawing/2014/main" id="{39C1DDC3-D852-4A2E-BEEC-00BEA549ED0C}"/>
                </a:ext>
              </a:extLst>
            </p:cNvPr>
            <p:cNvSpPr>
              <a:spLocks noEditPoints="1"/>
            </p:cNvSpPr>
            <p:nvPr userDrawn="1"/>
          </p:nvSpPr>
          <p:spPr bwMode="auto">
            <a:xfrm>
              <a:off x="5390820" y="5423681"/>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3" name="Freeform 1389">
              <a:extLst>
                <a:ext uri="{FF2B5EF4-FFF2-40B4-BE49-F238E27FC236}">
                  <a16:creationId xmlns:a16="http://schemas.microsoft.com/office/drawing/2014/main" id="{072151CF-1DA5-4AE4-B4F8-09AA13D3C7DD}"/>
                </a:ext>
              </a:extLst>
            </p:cNvPr>
            <p:cNvSpPr>
              <a:spLocks noEditPoints="1"/>
            </p:cNvSpPr>
            <p:nvPr userDrawn="1"/>
          </p:nvSpPr>
          <p:spPr bwMode="auto">
            <a:xfrm>
              <a:off x="5388814" y="5520013"/>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4" name="Freeform 1390">
              <a:extLst>
                <a:ext uri="{FF2B5EF4-FFF2-40B4-BE49-F238E27FC236}">
                  <a16:creationId xmlns:a16="http://schemas.microsoft.com/office/drawing/2014/main" id="{CFE39A40-2CFD-4E98-AC25-FF3C982B59E7}"/>
                </a:ext>
              </a:extLst>
            </p:cNvPr>
            <p:cNvSpPr>
              <a:spLocks/>
            </p:cNvSpPr>
            <p:nvPr userDrawn="1"/>
          </p:nvSpPr>
          <p:spPr bwMode="auto">
            <a:xfrm>
              <a:off x="5408883" y="5520013"/>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5" name="Freeform 1391">
              <a:extLst>
                <a:ext uri="{FF2B5EF4-FFF2-40B4-BE49-F238E27FC236}">
                  <a16:creationId xmlns:a16="http://schemas.microsoft.com/office/drawing/2014/main" id="{BCCE661C-9235-46B7-A943-0F6A0DE64E5B}"/>
                </a:ext>
              </a:extLst>
            </p:cNvPr>
            <p:cNvSpPr>
              <a:spLocks noEditPoints="1"/>
            </p:cNvSpPr>
            <p:nvPr userDrawn="1"/>
          </p:nvSpPr>
          <p:spPr bwMode="auto">
            <a:xfrm>
              <a:off x="5376773" y="5540082"/>
              <a:ext cx="20069" cy="20069"/>
            </a:xfrm>
            <a:custGeom>
              <a:avLst/>
              <a:gdLst>
                <a:gd name="T0" fmla="*/ 8 w 14"/>
                <a:gd name="T1" fmla="*/ 8 h 14"/>
                <a:gd name="T2" fmla="*/ 8 w 14"/>
                <a:gd name="T3" fmla="*/ 8 h 14"/>
                <a:gd name="T4" fmla="*/ 7 w 14"/>
                <a:gd name="T5" fmla="*/ 8 h 14"/>
                <a:gd name="T6" fmla="*/ 6 w 14"/>
                <a:gd name="T7" fmla="*/ 8 h 14"/>
                <a:gd name="T8" fmla="*/ 6 w 14"/>
                <a:gd name="T9" fmla="*/ 7 h 14"/>
                <a:gd name="T10" fmla="*/ 6 w 14"/>
                <a:gd name="T11" fmla="*/ 6 h 14"/>
                <a:gd name="T12" fmla="*/ 7 w 14"/>
                <a:gd name="T13" fmla="*/ 6 h 14"/>
                <a:gd name="T14" fmla="*/ 8 w 14"/>
                <a:gd name="T15" fmla="*/ 7 h 14"/>
                <a:gd name="T16" fmla="*/ 8 w 14"/>
                <a:gd name="T17" fmla="*/ 7 h 14"/>
                <a:gd name="T18" fmla="*/ 8 w 14"/>
                <a:gd name="T19" fmla="*/ 8 h 14"/>
                <a:gd name="T20" fmla="*/ 7 w 14"/>
                <a:gd name="T21" fmla="*/ 8 h 14"/>
                <a:gd name="T22" fmla="*/ 7 w 14"/>
                <a:gd name="T23" fmla="*/ 0 h 14"/>
                <a:gd name="T24" fmla="*/ 7 w 14"/>
                <a:gd name="T25" fmla="*/ 0 h 14"/>
                <a:gd name="T26" fmla="*/ 7 w 14"/>
                <a:gd name="T27" fmla="*/ 0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0 w 14"/>
                <a:gd name="T51" fmla="*/ 1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8"/>
                  </a:moveTo>
                  <a:cubicBezTo>
                    <a:pt x="8" y="8"/>
                    <a:pt x="8" y="8"/>
                    <a:pt x="8" y="8"/>
                  </a:cubicBezTo>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11" y="13"/>
                    <a:pt x="11" y="13"/>
                    <a:pt x="11" y="13"/>
                  </a:cubicBezTo>
                  <a:cubicBezTo>
                    <a:pt x="13" y="12"/>
                    <a:pt x="14" y="10"/>
                    <a:pt x="14" y="7"/>
                  </a:cubicBezTo>
                  <a:cubicBezTo>
                    <a:pt x="14" y="6"/>
                    <a:pt x="14" y="5"/>
                    <a:pt x="14" y="4"/>
                  </a:cubicBezTo>
                  <a:cubicBezTo>
                    <a:pt x="12" y="3"/>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6" name="Freeform 1392">
              <a:extLst>
                <a:ext uri="{FF2B5EF4-FFF2-40B4-BE49-F238E27FC236}">
                  <a16:creationId xmlns:a16="http://schemas.microsoft.com/office/drawing/2014/main" id="{6E89D82F-42BC-42CB-A852-51BBCBD1E557}"/>
                </a:ext>
              </a:extLst>
            </p:cNvPr>
            <p:cNvSpPr>
              <a:spLocks/>
            </p:cNvSpPr>
            <p:nvPr userDrawn="1"/>
          </p:nvSpPr>
          <p:spPr bwMode="auto">
            <a:xfrm>
              <a:off x="5390820" y="5540082"/>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7" name="Freeform 1393">
              <a:extLst>
                <a:ext uri="{FF2B5EF4-FFF2-40B4-BE49-F238E27FC236}">
                  <a16:creationId xmlns:a16="http://schemas.microsoft.com/office/drawing/2014/main" id="{6D03A6FE-DEC8-4731-A600-131C06835C00}"/>
                </a:ext>
              </a:extLst>
            </p:cNvPr>
            <p:cNvSpPr>
              <a:spLocks noEditPoints="1"/>
            </p:cNvSpPr>
            <p:nvPr userDrawn="1"/>
          </p:nvSpPr>
          <p:spPr bwMode="auto">
            <a:xfrm>
              <a:off x="5378779" y="5560151"/>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6" y="0"/>
                    <a:pt x="5" y="0"/>
                    <a:pt x="4" y="0"/>
                  </a:cubicBezTo>
                  <a:cubicBezTo>
                    <a:pt x="4" y="0"/>
                    <a:pt x="4" y="0"/>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8" name="Freeform 1394">
              <a:extLst>
                <a:ext uri="{FF2B5EF4-FFF2-40B4-BE49-F238E27FC236}">
                  <a16:creationId xmlns:a16="http://schemas.microsoft.com/office/drawing/2014/main" id="{B365232E-ED79-4C51-8A68-91315A45ECA7}"/>
                </a:ext>
              </a:extLst>
            </p:cNvPr>
            <p:cNvSpPr>
              <a:spLocks/>
            </p:cNvSpPr>
            <p:nvPr userDrawn="1"/>
          </p:nvSpPr>
          <p:spPr bwMode="auto">
            <a:xfrm>
              <a:off x="5384800" y="5560151"/>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2"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9" name="Freeform 1395">
              <a:extLst>
                <a:ext uri="{FF2B5EF4-FFF2-40B4-BE49-F238E27FC236}">
                  <a16:creationId xmlns:a16="http://schemas.microsoft.com/office/drawing/2014/main" id="{DF5C724E-5944-4DF7-92BE-5B9F1736C80A}"/>
                </a:ext>
              </a:extLst>
            </p:cNvPr>
            <p:cNvSpPr>
              <a:spLocks noEditPoints="1"/>
            </p:cNvSpPr>
            <p:nvPr userDrawn="1"/>
          </p:nvSpPr>
          <p:spPr bwMode="auto">
            <a:xfrm>
              <a:off x="5587498" y="5136693"/>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0" name="Freeform 1396">
              <a:extLst>
                <a:ext uri="{FF2B5EF4-FFF2-40B4-BE49-F238E27FC236}">
                  <a16:creationId xmlns:a16="http://schemas.microsoft.com/office/drawing/2014/main" id="{060D9455-79E5-45BE-A810-6B5E9D7885C4}"/>
                </a:ext>
              </a:extLst>
            </p:cNvPr>
            <p:cNvSpPr>
              <a:spLocks noEditPoints="1"/>
            </p:cNvSpPr>
            <p:nvPr userDrawn="1"/>
          </p:nvSpPr>
          <p:spPr bwMode="auto">
            <a:xfrm>
              <a:off x="5583484"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7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1" name="Freeform 1397">
              <a:extLst>
                <a:ext uri="{FF2B5EF4-FFF2-40B4-BE49-F238E27FC236}">
                  <a16:creationId xmlns:a16="http://schemas.microsoft.com/office/drawing/2014/main" id="{D005F04E-E64B-45B4-8253-A119F835E7C0}"/>
                </a:ext>
              </a:extLst>
            </p:cNvPr>
            <p:cNvSpPr>
              <a:spLocks noEditPoints="1"/>
            </p:cNvSpPr>
            <p:nvPr userDrawn="1"/>
          </p:nvSpPr>
          <p:spPr bwMode="auto">
            <a:xfrm>
              <a:off x="5559401"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6 w 21"/>
                <a:gd name="T37" fmla="*/ 20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2" name="Freeform 1398">
              <a:extLst>
                <a:ext uri="{FF2B5EF4-FFF2-40B4-BE49-F238E27FC236}">
                  <a16:creationId xmlns:a16="http://schemas.microsoft.com/office/drawing/2014/main" id="{E38F8BDB-AF2A-4E6E-8E30-64802F98B42B}"/>
                </a:ext>
              </a:extLst>
            </p:cNvPr>
            <p:cNvSpPr>
              <a:spLocks noEditPoints="1"/>
            </p:cNvSpPr>
            <p:nvPr userDrawn="1"/>
          </p:nvSpPr>
          <p:spPr bwMode="auto">
            <a:xfrm>
              <a:off x="5563415" y="5377523"/>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0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10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10" y="13"/>
                  </a:moveTo>
                  <a:cubicBezTo>
                    <a:pt x="8" y="13"/>
                    <a:pt x="7" y="12"/>
                    <a:pt x="7" y="11"/>
                  </a:cubicBezTo>
                  <a:cubicBezTo>
                    <a:pt x="6" y="11"/>
                    <a:pt x="6" y="10"/>
                    <a:pt x="6" y="10"/>
                  </a:cubicBezTo>
                  <a:cubicBezTo>
                    <a:pt x="6" y="9"/>
                    <a:pt x="7" y="8"/>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3" name="Freeform 1399">
              <a:extLst>
                <a:ext uri="{FF2B5EF4-FFF2-40B4-BE49-F238E27FC236}">
                  <a16:creationId xmlns:a16="http://schemas.microsoft.com/office/drawing/2014/main" id="{7745FA90-5806-4972-92D0-17D56C07C8D1}"/>
                </a:ext>
              </a:extLst>
            </p:cNvPr>
            <p:cNvSpPr>
              <a:spLocks noEditPoints="1"/>
            </p:cNvSpPr>
            <p:nvPr userDrawn="1"/>
          </p:nvSpPr>
          <p:spPr bwMode="auto">
            <a:xfrm>
              <a:off x="5190129" y="3954621"/>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9"/>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4" name="Freeform 1400">
              <a:extLst>
                <a:ext uri="{FF2B5EF4-FFF2-40B4-BE49-F238E27FC236}">
                  <a16:creationId xmlns:a16="http://schemas.microsoft.com/office/drawing/2014/main" id="{E571DC33-677B-474F-93A2-8F430DF071ED}"/>
                </a:ext>
              </a:extLst>
            </p:cNvPr>
            <p:cNvSpPr>
              <a:spLocks noEditPoints="1"/>
            </p:cNvSpPr>
            <p:nvPr userDrawn="1"/>
          </p:nvSpPr>
          <p:spPr bwMode="auto">
            <a:xfrm>
              <a:off x="5186115" y="4050953"/>
              <a:ext cx="30104" cy="28097"/>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7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9"/>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7"/>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5" name="Freeform 1401">
              <a:extLst>
                <a:ext uri="{FF2B5EF4-FFF2-40B4-BE49-F238E27FC236}">
                  <a16:creationId xmlns:a16="http://schemas.microsoft.com/office/drawing/2014/main" id="{56C374D1-78DF-40B6-BD2A-69D60ACF20AC}"/>
                </a:ext>
              </a:extLst>
            </p:cNvPr>
            <p:cNvSpPr>
              <a:spLocks/>
            </p:cNvSpPr>
            <p:nvPr userDrawn="1"/>
          </p:nvSpPr>
          <p:spPr bwMode="auto">
            <a:xfrm>
              <a:off x="5206184" y="4052960"/>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6" name="Freeform 1402">
              <a:extLst>
                <a:ext uri="{FF2B5EF4-FFF2-40B4-BE49-F238E27FC236}">
                  <a16:creationId xmlns:a16="http://schemas.microsoft.com/office/drawing/2014/main" id="{EFD7B050-E8D1-4B8B-AAEB-FE6BD68D096C}"/>
                </a:ext>
              </a:extLst>
            </p:cNvPr>
            <p:cNvSpPr>
              <a:spLocks noEditPoints="1"/>
            </p:cNvSpPr>
            <p:nvPr userDrawn="1"/>
          </p:nvSpPr>
          <p:spPr bwMode="auto">
            <a:xfrm>
              <a:off x="5174074" y="4071022"/>
              <a:ext cx="24083" cy="22077"/>
            </a:xfrm>
            <a:custGeom>
              <a:avLst/>
              <a:gdLst>
                <a:gd name="T0" fmla="*/ 11 w 15"/>
                <a:gd name="T1" fmla="*/ 14 h 14"/>
                <a:gd name="T2" fmla="*/ 11 w 15"/>
                <a:gd name="T3" fmla="*/ 14 h 14"/>
                <a:gd name="T4" fmla="*/ 11 w 15"/>
                <a:gd name="T5" fmla="*/ 14 h 14"/>
                <a:gd name="T6" fmla="*/ 11 w 15"/>
                <a:gd name="T7" fmla="*/ 14 h 14"/>
                <a:gd name="T8" fmla="*/ 8 w 15"/>
                <a:gd name="T9" fmla="*/ 8 h 14"/>
                <a:gd name="T10" fmla="*/ 8 w 15"/>
                <a:gd name="T11" fmla="*/ 8 h 14"/>
                <a:gd name="T12" fmla="*/ 7 w 15"/>
                <a:gd name="T13" fmla="*/ 9 h 14"/>
                <a:gd name="T14" fmla="*/ 6 w 15"/>
                <a:gd name="T15" fmla="*/ 8 h 14"/>
                <a:gd name="T16" fmla="*/ 6 w 15"/>
                <a:gd name="T17" fmla="*/ 7 h 14"/>
                <a:gd name="T18" fmla="*/ 6 w 15"/>
                <a:gd name="T19" fmla="*/ 6 h 14"/>
                <a:gd name="T20" fmla="*/ 7 w 15"/>
                <a:gd name="T21" fmla="*/ 6 h 14"/>
                <a:gd name="T22" fmla="*/ 8 w 15"/>
                <a:gd name="T23" fmla="*/ 7 h 14"/>
                <a:gd name="T24" fmla="*/ 9 w 15"/>
                <a:gd name="T25" fmla="*/ 7 h 14"/>
                <a:gd name="T26" fmla="*/ 8 w 15"/>
                <a:gd name="T27" fmla="*/ 8 h 14"/>
                <a:gd name="T28" fmla="*/ 7 w 15"/>
                <a:gd name="T29" fmla="*/ 9 h 14"/>
                <a:gd name="T30" fmla="*/ 7 w 15"/>
                <a:gd name="T31" fmla="*/ 0 h 14"/>
                <a:gd name="T32" fmla="*/ 7 w 15"/>
                <a:gd name="T33" fmla="*/ 0 h 14"/>
                <a:gd name="T34" fmla="*/ 3 w 15"/>
                <a:gd name="T35" fmla="*/ 1 h 14"/>
                <a:gd name="T36" fmla="*/ 0 w 15"/>
                <a:gd name="T37" fmla="*/ 7 h 14"/>
                <a:gd name="T38" fmla="*/ 1 w 15"/>
                <a:gd name="T39" fmla="*/ 11 h 14"/>
                <a:gd name="T40" fmla="*/ 5 w 15"/>
                <a:gd name="T41" fmla="*/ 14 h 14"/>
                <a:gd name="T42" fmla="*/ 8 w 15"/>
                <a:gd name="T43" fmla="*/ 14 h 14"/>
                <a:gd name="T44" fmla="*/ 8 w 15"/>
                <a:gd name="T45" fmla="*/ 14 h 14"/>
                <a:gd name="T46" fmla="*/ 10 w 15"/>
                <a:gd name="T47" fmla="*/ 14 h 14"/>
                <a:gd name="T48" fmla="*/ 11 w 15"/>
                <a:gd name="T49" fmla="*/ 14 h 14"/>
                <a:gd name="T50" fmla="*/ 11 w 15"/>
                <a:gd name="T51" fmla="*/ 14 h 14"/>
                <a:gd name="T52" fmla="*/ 11 w 15"/>
                <a:gd name="T53" fmla="*/ 14 h 14"/>
                <a:gd name="T54" fmla="*/ 11 w 15"/>
                <a:gd name="T55" fmla="*/ 14 h 14"/>
                <a:gd name="T56" fmla="*/ 11 w 15"/>
                <a:gd name="T57" fmla="*/ 14 h 14"/>
                <a:gd name="T58" fmla="*/ 11 w 15"/>
                <a:gd name="T59" fmla="*/ 14 h 14"/>
                <a:gd name="T60" fmla="*/ 15 w 15"/>
                <a:gd name="T61" fmla="*/ 7 h 14"/>
                <a:gd name="T62" fmla="*/ 14 w 15"/>
                <a:gd name="T63" fmla="*/ 4 h 14"/>
                <a:gd name="T64" fmla="*/ 10 w 15"/>
                <a:gd name="T65" fmla="*/ 1 h 14"/>
                <a:gd name="T66" fmla="*/ 10 w 15"/>
                <a:gd name="T67" fmla="*/ 0 h 14"/>
                <a:gd name="T68" fmla="*/ 7 w 15"/>
                <a:gd name="T6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4">
                  <a:moveTo>
                    <a:pt x="11" y="14"/>
                  </a:moveTo>
                  <a:cubicBezTo>
                    <a:pt x="11" y="14"/>
                    <a:pt x="11" y="14"/>
                    <a:pt x="11" y="14"/>
                  </a:cubicBezTo>
                  <a:cubicBezTo>
                    <a:pt x="11" y="14"/>
                    <a:pt x="11" y="14"/>
                    <a:pt x="11" y="14"/>
                  </a:cubicBezTo>
                  <a:cubicBezTo>
                    <a:pt x="11" y="14"/>
                    <a:pt x="11" y="14"/>
                    <a:pt x="11" y="14"/>
                  </a:cubicBezTo>
                  <a:moveTo>
                    <a:pt x="8" y="8"/>
                  </a:moveTo>
                  <a:cubicBezTo>
                    <a:pt x="8" y="8"/>
                    <a:pt x="8" y="8"/>
                    <a:pt x="8" y="8"/>
                  </a:cubicBezTo>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7" y="9"/>
                    <a:pt x="7" y="9"/>
                    <a:pt x="7" y="9"/>
                  </a:cubicBezTo>
                  <a:moveTo>
                    <a:pt x="7" y="0"/>
                  </a:moveTo>
                  <a:cubicBezTo>
                    <a:pt x="7" y="0"/>
                    <a:pt x="7" y="0"/>
                    <a:pt x="7" y="0"/>
                  </a:cubicBezTo>
                  <a:cubicBezTo>
                    <a:pt x="6" y="0"/>
                    <a:pt x="5" y="0"/>
                    <a:pt x="3" y="1"/>
                  </a:cubicBezTo>
                  <a:cubicBezTo>
                    <a:pt x="1" y="3"/>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7" name="Freeform 1403">
              <a:extLst>
                <a:ext uri="{FF2B5EF4-FFF2-40B4-BE49-F238E27FC236}">
                  <a16:creationId xmlns:a16="http://schemas.microsoft.com/office/drawing/2014/main" id="{6BD33A76-3A65-43A5-8035-D9ED41670E33}"/>
                </a:ext>
              </a:extLst>
            </p:cNvPr>
            <p:cNvSpPr>
              <a:spLocks/>
            </p:cNvSpPr>
            <p:nvPr userDrawn="1"/>
          </p:nvSpPr>
          <p:spPr bwMode="auto">
            <a:xfrm>
              <a:off x="5190129" y="4071022"/>
              <a:ext cx="6021" cy="6021"/>
            </a:xfrm>
            <a:custGeom>
              <a:avLst/>
              <a:gdLst>
                <a:gd name="T0" fmla="*/ 0 w 4"/>
                <a:gd name="T1" fmla="*/ 0 h 4"/>
                <a:gd name="T2" fmla="*/ 0 w 4"/>
                <a:gd name="T3" fmla="*/ 1 h 4"/>
                <a:gd name="T4" fmla="*/ 4 w 4"/>
                <a:gd name="T5" fmla="*/ 4 h 4"/>
                <a:gd name="T6" fmla="*/ 3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4"/>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8" name="Freeform 1404">
              <a:extLst>
                <a:ext uri="{FF2B5EF4-FFF2-40B4-BE49-F238E27FC236}">
                  <a16:creationId xmlns:a16="http://schemas.microsoft.com/office/drawing/2014/main" id="{3E65F892-8510-4377-A05A-66B5CFEA19C2}"/>
                </a:ext>
              </a:extLst>
            </p:cNvPr>
            <p:cNvSpPr>
              <a:spLocks noEditPoints="1"/>
            </p:cNvSpPr>
            <p:nvPr userDrawn="1"/>
          </p:nvSpPr>
          <p:spPr bwMode="auto">
            <a:xfrm>
              <a:off x="5176081" y="4093099"/>
              <a:ext cx="20069" cy="18063"/>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9 w 13"/>
                <a:gd name="T19" fmla="*/ 9 h 13"/>
                <a:gd name="T20" fmla="*/ 7 w 13"/>
                <a:gd name="T21" fmla="*/ 7 h 13"/>
                <a:gd name="T22" fmla="*/ 7 w 13"/>
                <a:gd name="T23" fmla="*/ 7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1"/>
                    <a:pt x="4" y="1"/>
                    <a:pt x="3" y="1"/>
                  </a:cubicBezTo>
                  <a:cubicBezTo>
                    <a:pt x="3" y="1"/>
                    <a:pt x="3"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9" name="Freeform 1405">
              <a:extLst>
                <a:ext uri="{FF2B5EF4-FFF2-40B4-BE49-F238E27FC236}">
                  <a16:creationId xmlns:a16="http://schemas.microsoft.com/office/drawing/2014/main" id="{E15FFA41-7EB8-4A14-B639-9C47430CCC81}"/>
                </a:ext>
              </a:extLst>
            </p:cNvPr>
            <p:cNvSpPr>
              <a:spLocks/>
            </p:cNvSpPr>
            <p:nvPr userDrawn="1"/>
          </p:nvSpPr>
          <p:spPr bwMode="auto">
            <a:xfrm>
              <a:off x="5182102" y="4093099"/>
              <a:ext cx="8028" cy="0"/>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0" name="Freeform 1406">
              <a:extLst>
                <a:ext uri="{FF2B5EF4-FFF2-40B4-BE49-F238E27FC236}">
                  <a16:creationId xmlns:a16="http://schemas.microsoft.com/office/drawing/2014/main" id="{A0C5D1E5-3F2B-4A8F-B40F-D3271C3BD3A1}"/>
                </a:ext>
              </a:extLst>
            </p:cNvPr>
            <p:cNvSpPr>
              <a:spLocks noEditPoints="1"/>
            </p:cNvSpPr>
            <p:nvPr userDrawn="1"/>
          </p:nvSpPr>
          <p:spPr bwMode="auto">
            <a:xfrm>
              <a:off x="4567986" y="4356004"/>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1" y="88"/>
                  </a:cubicBezTo>
                  <a:cubicBezTo>
                    <a:pt x="12" y="80"/>
                    <a:pt x="6" y="68"/>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1" name="Freeform 1407">
              <a:extLst>
                <a:ext uri="{FF2B5EF4-FFF2-40B4-BE49-F238E27FC236}">
                  <a16:creationId xmlns:a16="http://schemas.microsoft.com/office/drawing/2014/main" id="{2D5EB4A7-E272-4A7F-AF4A-5D4AE8162671}"/>
                </a:ext>
              </a:extLst>
            </p:cNvPr>
            <p:cNvSpPr>
              <a:spLocks noEditPoints="1"/>
            </p:cNvSpPr>
            <p:nvPr userDrawn="1"/>
          </p:nvSpPr>
          <p:spPr bwMode="auto">
            <a:xfrm>
              <a:off x="4662312" y="4516557"/>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2" name="Freeform 1408">
              <a:extLst>
                <a:ext uri="{FF2B5EF4-FFF2-40B4-BE49-F238E27FC236}">
                  <a16:creationId xmlns:a16="http://schemas.microsoft.com/office/drawing/2014/main" id="{9D0B38CD-B1DB-453E-8CEA-8E4C14BEA2AC}"/>
                </a:ext>
              </a:extLst>
            </p:cNvPr>
            <p:cNvSpPr>
              <a:spLocks/>
            </p:cNvSpPr>
            <p:nvPr userDrawn="1"/>
          </p:nvSpPr>
          <p:spPr bwMode="auto">
            <a:xfrm>
              <a:off x="4674353" y="455268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3" name="Freeform 1409">
              <a:extLst>
                <a:ext uri="{FF2B5EF4-FFF2-40B4-BE49-F238E27FC236}">
                  <a16:creationId xmlns:a16="http://schemas.microsoft.com/office/drawing/2014/main" id="{DB3E7400-AA22-4351-8B2E-CF84680A87C9}"/>
                </a:ext>
              </a:extLst>
            </p:cNvPr>
            <p:cNvSpPr>
              <a:spLocks noEditPoints="1"/>
            </p:cNvSpPr>
            <p:nvPr userDrawn="1"/>
          </p:nvSpPr>
          <p:spPr bwMode="auto">
            <a:xfrm>
              <a:off x="4700442" y="456873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4" name="Freeform 1410">
              <a:extLst>
                <a:ext uri="{FF2B5EF4-FFF2-40B4-BE49-F238E27FC236}">
                  <a16:creationId xmlns:a16="http://schemas.microsoft.com/office/drawing/2014/main" id="{C25A91F7-FCAD-4176-9E2D-C88E61BCC740}"/>
                </a:ext>
              </a:extLst>
            </p:cNvPr>
            <p:cNvSpPr>
              <a:spLocks noEditPoints="1"/>
            </p:cNvSpPr>
            <p:nvPr userDrawn="1"/>
          </p:nvSpPr>
          <p:spPr bwMode="auto">
            <a:xfrm>
              <a:off x="4784733" y="5782919"/>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 name="Freeform 1412">
              <a:extLst>
                <a:ext uri="{FF2B5EF4-FFF2-40B4-BE49-F238E27FC236}">
                  <a16:creationId xmlns:a16="http://schemas.microsoft.com/office/drawing/2014/main" id="{ACFDF0D4-265D-41C1-9170-1EC83FE816F2}"/>
                </a:ext>
              </a:extLst>
            </p:cNvPr>
            <p:cNvSpPr>
              <a:spLocks noEditPoints="1"/>
            </p:cNvSpPr>
            <p:nvPr userDrawn="1"/>
          </p:nvSpPr>
          <p:spPr bwMode="auto">
            <a:xfrm>
              <a:off x="4895114" y="5975583"/>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 name="Freeform 1413">
              <a:extLst>
                <a:ext uri="{FF2B5EF4-FFF2-40B4-BE49-F238E27FC236}">
                  <a16:creationId xmlns:a16="http://schemas.microsoft.com/office/drawing/2014/main" id="{7EBB998F-8470-4D53-8333-2495BAAD255D}"/>
                </a:ext>
              </a:extLst>
            </p:cNvPr>
            <p:cNvSpPr>
              <a:spLocks/>
            </p:cNvSpPr>
            <p:nvPr userDrawn="1"/>
          </p:nvSpPr>
          <p:spPr bwMode="auto">
            <a:xfrm>
              <a:off x="4911169" y="6017729"/>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 name="Freeform 1414">
              <a:extLst>
                <a:ext uri="{FF2B5EF4-FFF2-40B4-BE49-F238E27FC236}">
                  <a16:creationId xmlns:a16="http://schemas.microsoft.com/office/drawing/2014/main" id="{EC22E232-6108-480C-9476-CA6008CBC2D9}"/>
                </a:ext>
              </a:extLst>
            </p:cNvPr>
            <p:cNvSpPr>
              <a:spLocks noEditPoints="1"/>
            </p:cNvSpPr>
            <p:nvPr userDrawn="1"/>
          </p:nvSpPr>
          <p:spPr bwMode="auto">
            <a:xfrm>
              <a:off x="4943280" y="6035790"/>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 name="Freeform 1415">
              <a:extLst>
                <a:ext uri="{FF2B5EF4-FFF2-40B4-BE49-F238E27FC236}">
                  <a16:creationId xmlns:a16="http://schemas.microsoft.com/office/drawing/2014/main" id="{F9E9A1A4-6EDD-4FF5-94A3-C5F70A82140B}"/>
                </a:ext>
              </a:extLst>
            </p:cNvPr>
            <p:cNvSpPr>
              <a:spLocks noEditPoints="1"/>
            </p:cNvSpPr>
            <p:nvPr userDrawn="1"/>
          </p:nvSpPr>
          <p:spPr bwMode="auto">
            <a:xfrm>
              <a:off x="4746602" y="4978148"/>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40"/>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 name="Freeform 1416">
              <a:extLst>
                <a:ext uri="{FF2B5EF4-FFF2-40B4-BE49-F238E27FC236}">
                  <a16:creationId xmlns:a16="http://schemas.microsoft.com/office/drawing/2014/main" id="{7D9F5BBA-5095-4CB2-806D-E2A9721A5483}"/>
                </a:ext>
              </a:extLst>
            </p:cNvPr>
            <p:cNvSpPr>
              <a:spLocks/>
            </p:cNvSpPr>
            <p:nvPr userDrawn="1"/>
          </p:nvSpPr>
          <p:spPr bwMode="auto">
            <a:xfrm>
              <a:off x="4838920" y="5138701"/>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 name="Freeform 1417">
              <a:extLst>
                <a:ext uri="{FF2B5EF4-FFF2-40B4-BE49-F238E27FC236}">
                  <a16:creationId xmlns:a16="http://schemas.microsoft.com/office/drawing/2014/main" id="{419F6491-AE69-4F47-B0CA-C1C043E62E3F}"/>
                </a:ext>
              </a:extLst>
            </p:cNvPr>
            <p:cNvSpPr>
              <a:spLocks/>
            </p:cNvSpPr>
            <p:nvPr userDrawn="1"/>
          </p:nvSpPr>
          <p:spPr bwMode="auto">
            <a:xfrm>
              <a:off x="4852968" y="5174825"/>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 name="Freeform 1418">
              <a:extLst>
                <a:ext uri="{FF2B5EF4-FFF2-40B4-BE49-F238E27FC236}">
                  <a16:creationId xmlns:a16="http://schemas.microsoft.com/office/drawing/2014/main" id="{6CA87C6F-1519-4785-BC39-9FC31EBA75CF}"/>
                </a:ext>
              </a:extLst>
            </p:cNvPr>
            <p:cNvSpPr>
              <a:spLocks noEditPoints="1"/>
            </p:cNvSpPr>
            <p:nvPr userDrawn="1"/>
          </p:nvSpPr>
          <p:spPr bwMode="auto">
            <a:xfrm>
              <a:off x="4879058" y="5190881"/>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 name="Freeform 1419">
              <a:extLst>
                <a:ext uri="{FF2B5EF4-FFF2-40B4-BE49-F238E27FC236}">
                  <a16:creationId xmlns:a16="http://schemas.microsoft.com/office/drawing/2014/main" id="{F135DF5D-0D8C-491B-A696-D2132CB7A4B8}"/>
                </a:ext>
              </a:extLst>
            </p:cNvPr>
            <p:cNvSpPr>
              <a:spLocks noEditPoints="1"/>
            </p:cNvSpPr>
            <p:nvPr userDrawn="1"/>
          </p:nvSpPr>
          <p:spPr bwMode="auto">
            <a:xfrm>
              <a:off x="4343212" y="5194894"/>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 name="Freeform 1420">
              <a:extLst>
                <a:ext uri="{FF2B5EF4-FFF2-40B4-BE49-F238E27FC236}">
                  <a16:creationId xmlns:a16="http://schemas.microsoft.com/office/drawing/2014/main" id="{5C7DCDCE-9844-44D0-AC79-CCDEA408899D}"/>
                </a:ext>
              </a:extLst>
            </p:cNvPr>
            <p:cNvSpPr>
              <a:spLocks noEditPoints="1"/>
            </p:cNvSpPr>
            <p:nvPr userDrawn="1"/>
          </p:nvSpPr>
          <p:spPr bwMode="auto">
            <a:xfrm>
              <a:off x="4507779" y="5335378"/>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1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9"/>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 name="Freeform 1421">
              <a:extLst>
                <a:ext uri="{FF2B5EF4-FFF2-40B4-BE49-F238E27FC236}">
                  <a16:creationId xmlns:a16="http://schemas.microsoft.com/office/drawing/2014/main" id="{66580AD4-F9AC-4A23-BD03-B3E3281BA541}"/>
                </a:ext>
              </a:extLst>
            </p:cNvPr>
            <p:cNvSpPr>
              <a:spLocks noEditPoints="1"/>
            </p:cNvSpPr>
            <p:nvPr userDrawn="1"/>
          </p:nvSpPr>
          <p:spPr bwMode="auto">
            <a:xfrm>
              <a:off x="4543903" y="5361468"/>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3" y="8"/>
                  </a:moveTo>
                  <a:cubicBezTo>
                    <a:pt x="15" y="6"/>
                    <a:pt x="15" y="6"/>
                    <a:pt x="15" y="6"/>
                  </a:cubicBezTo>
                  <a:cubicBezTo>
                    <a:pt x="13" y="8"/>
                    <a:pt x="13" y="8"/>
                    <a:pt x="13" y="8"/>
                  </a:cubicBezTo>
                  <a:cubicBezTo>
                    <a:pt x="14" y="9"/>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 name="Freeform 1422">
              <a:extLst>
                <a:ext uri="{FF2B5EF4-FFF2-40B4-BE49-F238E27FC236}">
                  <a16:creationId xmlns:a16="http://schemas.microsoft.com/office/drawing/2014/main" id="{0C695DF4-A175-4C9A-B773-ECE31E3D3E8A}"/>
                </a:ext>
              </a:extLst>
            </p:cNvPr>
            <p:cNvSpPr>
              <a:spLocks noEditPoints="1"/>
            </p:cNvSpPr>
            <p:nvPr userDrawn="1"/>
          </p:nvSpPr>
          <p:spPr bwMode="auto">
            <a:xfrm>
              <a:off x="4576014" y="5359461"/>
              <a:ext cx="28097" cy="26090"/>
            </a:xfrm>
            <a:custGeom>
              <a:avLst/>
              <a:gdLst>
                <a:gd name="T0" fmla="*/ 7 w 18"/>
                <a:gd name="T1" fmla="*/ 10 h 17"/>
                <a:gd name="T2" fmla="*/ 6 w 18"/>
                <a:gd name="T3" fmla="*/ 8 h 17"/>
                <a:gd name="T4" fmla="*/ 7 w 18"/>
                <a:gd name="T5" fmla="*/ 6 h 17"/>
                <a:gd name="T6" fmla="*/ 7 w 18"/>
                <a:gd name="T7" fmla="*/ 6 h 17"/>
                <a:gd name="T8" fmla="*/ 9 w 18"/>
                <a:gd name="T9" fmla="*/ 6 h 17"/>
                <a:gd name="T10" fmla="*/ 11 w 18"/>
                <a:gd name="T11" fmla="*/ 7 h 17"/>
                <a:gd name="T12" fmla="*/ 11 w 18"/>
                <a:gd name="T13" fmla="*/ 7 h 17"/>
                <a:gd name="T14" fmla="*/ 12 w 18"/>
                <a:gd name="T15" fmla="*/ 8 h 17"/>
                <a:gd name="T16" fmla="*/ 11 w 18"/>
                <a:gd name="T17" fmla="*/ 10 h 17"/>
                <a:gd name="T18" fmla="*/ 9 w 18"/>
                <a:gd name="T19" fmla="*/ 11 h 17"/>
                <a:gd name="T20" fmla="*/ 7 w 18"/>
                <a:gd name="T21" fmla="*/ 10 h 17"/>
                <a:gd name="T22" fmla="*/ 7 w 18"/>
                <a:gd name="T23" fmla="*/ 10 h 17"/>
                <a:gd name="T24" fmla="*/ 9 w 18"/>
                <a:gd name="T25" fmla="*/ 0 h 17"/>
                <a:gd name="T26" fmla="*/ 9 w 18"/>
                <a:gd name="T27" fmla="*/ 0 h 17"/>
                <a:gd name="T28" fmla="*/ 4 w 18"/>
                <a:gd name="T29" fmla="*/ 1 h 17"/>
                <a:gd name="T30" fmla="*/ 4 w 18"/>
                <a:gd name="T31" fmla="*/ 1 h 17"/>
                <a:gd name="T32" fmla="*/ 0 w 18"/>
                <a:gd name="T33" fmla="*/ 8 h 17"/>
                <a:gd name="T34" fmla="*/ 2 w 18"/>
                <a:gd name="T35" fmla="*/ 13 h 17"/>
                <a:gd name="T36" fmla="*/ 2 w 18"/>
                <a:gd name="T37" fmla="*/ 13 h 17"/>
                <a:gd name="T38" fmla="*/ 9 w 18"/>
                <a:gd name="T39" fmla="*/ 17 h 17"/>
                <a:gd name="T40" fmla="*/ 9 w 18"/>
                <a:gd name="T41" fmla="*/ 17 h 17"/>
                <a:gd name="T42" fmla="*/ 14 w 18"/>
                <a:gd name="T43" fmla="*/ 15 h 17"/>
                <a:gd name="T44" fmla="*/ 18 w 18"/>
                <a:gd name="T45" fmla="*/ 8 h 17"/>
                <a:gd name="T46" fmla="*/ 16 w 18"/>
                <a:gd name="T47" fmla="*/ 3 h 17"/>
                <a:gd name="T48" fmla="*/ 14 w 18"/>
                <a:gd name="T49" fmla="*/ 5 h 17"/>
                <a:gd name="T50" fmla="*/ 16 w 18"/>
                <a:gd name="T51" fmla="*/ 3 h 17"/>
                <a:gd name="T52" fmla="*/ 9 w 18"/>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7">
                  <a:moveTo>
                    <a:pt x="7" y="10"/>
                  </a:moveTo>
                  <a:cubicBezTo>
                    <a:pt x="7" y="9"/>
                    <a:pt x="6" y="9"/>
                    <a:pt x="6" y="8"/>
                  </a:cubicBezTo>
                  <a:cubicBezTo>
                    <a:pt x="6" y="7"/>
                    <a:pt x="7" y="7"/>
                    <a:pt x="7" y="6"/>
                  </a:cubicBezTo>
                  <a:cubicBezTo>
                    <a:pt x="7" y="6"/>
                    <a:pt x="7" y="6"/>
                    <a:pt x="7" y="6"/>
                  </a:cubicBezTo>
                  <a:cubicBezTo>
                    <a:pt x="8" y="6"/>
                    <a:pt x="8" y="6"/>
                    <a:pt x="9" y="6"/>
                  </a:cubicBezTo>
                  <a:cubicBezTo>
                    <a:pt x="10" y="6"/>
                    <a:pt x="11" y="6"/>
                    <a:pt x="11" y="7"/>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moveTo>
                    <a:pt x="9" y="0"/>
                  </a:moveTo>
                  <a:cubicBezTo>
                    <a:pt x="9" y="0"/>
                    <a:pt x="9" y="0"/>
                    <a:pt x="9" y="0"/>
                  </a:cubicBezTo>
                  <a:cubicBezTo>
                    <a:pt x="7" y="0"/>
                    <a:pt x="5" y="0"/>
                    <a:pt x="4" y="1"/>
                  </a:cubicBezTo>
                  <a:cubicBezTo>
                    <a:pt x="4" y="1"/>
                    <a:pt x="4" y="1"/>
                    <a:pt x="4" y="1"/>
                  </a:cubicBezTo>
                  <a:cubicBezTo>
                    <a:pt x="2"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7" y="13"/>
                    <a:pt x="18" y="11"/>
                    <a:pt x="18" y="8"/>
                  </a:cubicBezTo>
                  <a:cubicBezTo>
                    <a:pt x="18" y="6"/>
                    <a:pt x="17" y="4"/>
                    <a:pt x="16" y="3"/>
                  </a:cubicBezTo>
                  <a:cubicBezTo>
                    <a:pt x="14" y="5"/>
                    <a:pt x="14" y="5"/>
                    <a:pt x="14" y="5"/>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 name="Freeform 1423">
              <a:extLst>
                <a:ext uri="{FF2B5EF4-FFF2-40B4-BE49-F238E27FC236}">
                  <a16:creationId xmlns:a16="http://schemas.microsoft.com/office/drawing/2014/main" id="{8D0D4422-615E-453F-AE30-A3C0A2F1B325}"/>
                </a:ext>
              </a:extLst>
            </p:cNvPr>
            <p:cNvSpPr>
              <a:spLocks/>
            </p:cNvSpPr>
            <p:nvPr userDrawn="1"/>
          </p:nvSpPr>
          <p:spPr bwMode="auto">
            <a:xfrm>
              <a:off x="3014636"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3"/>
                    <a:pt x="51" y="193"/>
                    <a:pt x="51"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3"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 name="Freeform 1424">
              <a:extLst>
                <a:ext uri="{FF2B5EF4-FFF2-40B4-BE49-F238E27FC236}">
                  <a16:creationId xmlns:a16="http://schemas.microsoft.com/office/drawing/2014/main" id="{13C8202C-4911-482A-9584-99182A59853D}"/>
                </a:ext>
              </a:extLst>
            </p:cNvPr>
            <p:cNvSpPr>
              <a:spLocks noEditPoints="1"/>
            </p:cNvSpPr>
            <p:nvPr userDrawn="1"/>
          </p:nvSpPr>
          <p:spPr bwMode="auto">
            <a:xfrm>
              <a:off x="3068823" y="5104583"/>
              <a:ext cx="24083" cy="20069"/>
            </a:xfrm>
            <a:custGeom>
              <a:avLst/>
              <a:gdLst>
                <a:gd name="T0" fmla="*/ 17 w 17"/>
                <a:gd name="T1" fmla="*/ 11 h 14"/>
                <a:gd name="T2" fmla="*/ 14 w 17"/>
                <a:gd name="T3" fmla="*/ 13 h 14"/>
                <a:gd name="T4" fmla="*/ 16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6"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 name="Freeform 1425">
              <a:extLst>
                <a:ext uri="{FF2B5EF4-FFF2-40B4-BE49-F238E27FC236}">
                  <a16:creationId xmlns:a16="http://schemas.microsoft.com/office/drawing/2014/main" id="{88B6D40D-3B4B-4278-8E47-A87E5FAFAA6A}"/>
                </a:ext>
              </a:extLst>
            </p:cNvPr>
            <p:cNvSpPr>
              <a:spLocks noEditPoints="1"/>
            </p:cNvSpPr>
            <p:nvPr userDrawn="1"/>
          </p:nvSpPr>
          <p:spPr bwMode="auto">
            <a:xfrm>
              <a:off x="3307645" y="5080500"/>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1 w 41"/>
                <a:gd name="T21" fmla="*/ 35 h 41"/>
                <a:gd name="T22" fmla="*/ 21 w 41"/>
                <a:gd name="T23" fmla="*/ 0 h 41"/>
                <a:gd name="T24" fmla="*/ 21 w 41"/>
                <a:gd name="T25" fmla="*/ 0 h 41"/>
                <a:gd name="T26" fmla="*/ 8 w 41"/>
                <a:gd name="T27" fmla="*/ 5 h 41"/>
                <a:gd name="T28" fmla="*/ 0 w 41"/>
                <a:gd name="T29" fmla="*/ 21 h 41"/>
                <a:gd name="T30" fmla="*/ 4 w 41"/>
                <a:gd name="T31" fmla="*/ 33 h 41"/>
                <a:gd name="T32" fmla="*/ 21 w 41"/>
                <a:gd name="T33" fmla="*/ 41 h 41"/>
                <a:gd name="T34" fmla="*/ 21 w 41"/>
                <a:gd name="T35" fmla="*/ 41 h 41"/>
                <a:gd name="T36" fmla="*/ 33 w 41"/>
                <a:gd name="T37" fmla="*/ 37 h 41"/>
                <a:gd name="T38" fmla="*/ 41 w 41"/>
                <a:gd name="T39" fmla="*/ 21 h 41"/>
                <a:gd name="T40" fmla="*/ 37 w 41"/>
                <a:gd name="T41" fmla="*/ 9 h 41"/>
                <a:gd name="T42" fmla="*/ 37 w 41"/>
                <a:gd name="T43" fmla="*/ 9 h 41"/>
                <a:gd name="T44" fmla="*/ 21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9"/>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 name="Freeform 1426">
              <a:extLst>
                <a:ext uri="{FF2B5EF4-FFF2-40B4-BE49-F238E27FC236}">
                  <a16:creationId xmlns:a16="http://schemas.microsoft.com/office/drawing/2014/main" id="{6C9AEFB2-86FB-4283-9C34-5FBAA8EF3F43}"/>
                </a:ext>
              </a:extLst>
            </p:cNvPr>
            <p:cNvSpPr>
              <a:spLocks noEditPoints="1"/>
            </p:cNvSpPr>
            <p:nvPr userDrawn="1"/>
          </p:nvSpPr>
          <p:spPr bwMode="auto">
            <a:xfrm>
              <a:off x="3369860" y="5128666"/>
              <a:ext cx="44152" cy="44152"/>
            </a:xfrm>
            <a:custGeom>
              <a:avLst/>
              <a:gdLst>
                <a:gd name="T0" fmla="*/ 9 w 30"/>
                <a:gd name="T1" fmla="*/ 7 h 30"/>
                <a:gd name="T2" fmla="*/ 15 w 30"/>
                <a:gd name="T3" fmla="*/ 6 h 30"/>
                <a:gd name="T4" fmla="*/ 22 w 30"/>
                <a:gd name="T5" fmla="*/ 9 h 30"/>
                <a:gd name="T6" fmla="*/ 22 w 30"/>
                <a:gd name="T7" fmla="*/ 9 h 30"/>
                <a:gd name="T8" fmla="*/ 24 w 30"/>
                <a:gd name="T9" fmla="*/ 15 h 30"/>
                <a:gd name="T10" fmla="*/ 21 w 30"/>
                <a:gd name="T11" fmla="*/ 22 h 30"/>
                <a:gd name="T12" fmla="*/ 21 w 30"/>
                <a:gd name="T13" fmla="*/ 22 h 30"/>
                <a:gd name="T14" fmla="*/ 15 w 30"/>
                <a:gd name="T15" fmla="*/ 24 h 30"/>
                <a:gd name="T16" fmla="*/ 7 w 30"/>
                <a:gd name="T17" fmla="*/ 20 h 30"/>
                <a:gd name="T18" fmla="*/ 7 w 30"/>
                <a:gd name="T19" fmla="*/ 20 h 30"/>
                <a:gd name="T20" fmla="*/ 6 w 30"/>
                <a:gd name="T21" fmla="*/ 15 h 30"/>
                <a:gd name="T22" fmla="*/ 9 w 30"/>
                <a:gd name="T23" fmla="*/ 7 h 30"/>
                <a:gd name="T24" fmla="*/ 9 w 30"/>
                <a:gd name="T25" fmla="*/ 7 h 30"/>
                <a:gd name="T26" fmla="*/ 15 w 30"/>
                <a:gd name="T27" fmla="*/ 0 h 30"/>
                <a:gd name="T28" fmla="*/ 15 w 30"/>
                <a:gd name="T29" fmla="*/ 0 h 30"/>
                <a:gd name="T30" fmla="*/ 6 w 30"/>
                <a:gd name="T31" fmla="*/ 3 h 30"/>
                <a:gd name="T32" fmla="*/ 6 w 30"/>
                <a:gd name="T33" fmla="*/ 3 h 30"/>
                <a:gd name="T34" fmla="*/ 0 w 30"/>
                <a:gd name="T35" fmla="*/ 15 h 30"/>
                <a:gd name="T36" fmla="*/ 3 w 30"/>
                <a:gd name="T37" fmla="*/ 24 h 30"/>
                <a:gd name="T38" fmla="*/ 3 w 30"/>
                <a:gd name="T39" fmla="*/ 24 h 30"/>
                <a:gd name="T40" fmla="*/ 15 w 30"/>
                <a:gd name="T41" fmla="*/ 30 h 30"/>
                <a:gd name="T42" fmla="*/ 15 w 30"/>
                <a:gd name="T43" fmla="*/ 30 h 30"/>
                <a:gd name="T44" fmla="*/ 24 w 30"/>
                <a:gd name="T45" fmla="*/ 27 h 30"/>
                <a:gd name="T46" fmla="*/ 24 w 30"/>
                <a:gd name="T47" fmla="*/ 27 h 30"/>
                <a:gd name="T48" fmla="*/ 24 w 30"/>
                <a:gd name="T49" fmla="*/ 27 h 30"/>
                <a:gd name="T50" fmla="*/ 30 w 30"/>
                <a:gd name="T51" fmla="*/ 15 h 30"/>
                <a:gd name="T52" fmla="*/ 27 w 30"/>
                <a:gd name="T53" fmla="*/ 6 h 30"/>
                <a:gd name="T54" fmla="*/ 25 w 30"/>
                <a:gd name="T55" fmla="*/ 7 h 30"/>
                <a:gd name="T56" fmla="*/ 27 w 30"/>
                <a:gd name="T57" fmla="*/ 6 h 30"/>
                <a:gd name="T58" fmla="*/ 15 w 30"/>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0">
                  <a:moveTo>
                    <a:pt x="9" y="7"/>
                  </a:moveTo>
                  <a:cubicBezTo>
                    <a:pt x="11" y="6"/>
                    <a:pt x="13" y="6"/>
                    <a:pt x="15" y="6"/>
                  </a:cubicBezTo>
                  <a:cubicBezTo>
                    <a:pt x="18" y="6"/>
                    <a:pt x="21" y="7"/>
                    <a:pt x="22" y="9"/>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9"/>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 name="Freeform 1427">
              <a:extLst>
                <a:ext uri="{FF2B5EF4-FFF2-40B4-BE49-F238E27FC236}">
                  <a16:creationId xmlns:a16="http://schemas.microsoft.com/office/drawing/2014/main" id="{3CEE2761-D314-46F4-9582-281E18EF8561}"/>
                </a:ext>
              </a:extLst>
            </p:cNvPr>
            <p:cNvSpPr>
              <a:spLocks noEditPoints="1"/>
            </p:cNvSpPr>
            <p:nvPr userDrawn="1"/>
          </p:nvSpPr>
          <p:spPr bwMode="auto">
            <a:xfrm>
              <a:off x="3428060" y="5124652"/>
              <a:ext cx="38132" cy="36124"/>
            </a:xfrm>
            <a:custGeom>
              <a:avLst/>
              <a:gdLst>
                <a:gd name="T0" fmla="*/ 21 w 26"/>
                <a:gd name="T1" fmla="*/ 23 h 25"/>
                <a:gd name="T2" fmla="*/ 21 w 26"/>
                <a:gd name="T3" fmla="*/ 23 h 25"/>
                <a:gd name="T4" fmla="*/ 21 w 26"/>
                <a:gd name="T5" fmla="*/ 23 h 25"/>
                <a:gd name="T6" fmla="*/ 21 w 26"/>
                <a:gd name="T7" fmla="*/ 23 h 25"/>
                <a:gd name="T8" fmla="*/ 3 w 26"/>
                <a:gd name="T9" fmla="*/ 20 h 25"/>
                <a:gd name="T10" fmla="*/ 3 w 26"/>
                <a:gd name="T11" fmla="*/ 20 h 25"/>
                <a:gd name="T12" fmla="*/ 3 w 26"/>
                <a:gd name="T13" fmla="*/ 20 h 25"/>
                <a:gd name="T14" fmla="*/ 3 w 26"/>
                <a:gd name="T15" fmla="*/ 20 h 25"/>
                <a:gd name="T16" fmla="*/ 13 w 26"/>
                <a:gd name="T17" fmla="*/ 0 h 25"/>
                <a:gd name="T18" fmla="*/ 13 w 26"/>
                <a:gd name="T19" fmla="*/ 0 h 25"/>
                <a:gd name="T20" fmla="*/ 6 w 26"/>
                <a:gd name="T21" fmla="*/ 2 h 25"/>
                <a:gd name="T22" fmla="*/ 5 w 26"/>
                <a:gd name="T23" fmla="*/ 2 h 25"/>
                <a:gd name="T24" fmla="*/ 6 w 26"/>
                <a:gd name="T25" fmla="*/ 2 h 25"/>
                <a:gd name="T26" fmla="*/ 0 w 26"/>
                <a:gd name="T27" fmla="*/ 12 h 25"/>
                <a:gd name="T28" fmla="*/ 3 w 26"/>
                <a:gd name="T29" fmla="*/ 20 h 25"/>
                <a:gd name="T30" fmla="*/ 3 w 26"/>
                <a:gd name="T31" fmla="*/ 20 h 25"/>
                <a:gd name="T32" fmla="*/ 13 w 26"/>
                <a:gd name="T33" fmla="*/ 25 h 25"/>
                <a:gd name="T34" fmla="*/ 13 w 26"/>
                <a:gd name="T35" fmla="*/ 25 h 25"/>
                <a:gd name="T36" fmla="*/ 21 w 26"/>
                <a:gd name="T37" fmla="*/ 23 h 25"/>
                <a:gd name="T38" fmla="*/ 21 w 26"/>
                <a:gd name="T39" fmla="*/ 23 h 25"/>
                <a:gd name="T40" fmla="*/ 26 w 26"/>
                <a:gd name="T41" fmla="*/ 12 h 25"/>
                <a:gd name="T42" fmla="*/ 24 w 26"/>
                <a:gd name="T43" fmla="*/ 5 h 25"/>
                <a:gd name="T44" fmla="*/ 21 w 26"/>
                <a:gd name="T45" fmla="*/ 6 h 25"/>
                <a:gd name="T46" fmla="*/ 19 w 26"/>
                <a:gd name="T47" fmla="*/ 8 h 25"/>
                <a:gd name="T48" fmla="*/ 20 w 26"/>
                <a:gd name="T49" fmla="*/ 12 h 25"/>
                <a:gd name="T50" fmla="*/ 18 w 26"/>
                <a:gd name="T51" fmla="*/ 18 h 25"/>
                <a:gd name="T52" fmla="*/ 17 w 26"/>
                <a:gd name="T53" fmla="*/ 18 h 25"/>
                <a:gd name="T54" fmla="*/ 18 w 26"/>
                <a:gd name="T55" fmla="*/ 18 h 25"/>
                <a:gd name="T56" fmla="*/ 13 w 26"/>
                <a:gd name="T57" fmla="*/ 19 h 25"/>
                <a:gd name="T58" fmla="*/ 8 w 26"/>
                <a:gd name="T59" fmla="*/ 17 h 25"/>
                <a:gd name="T60" fmla="*/ 8 w 26"/>
                <a:gd name="T61" fmla="*/ 17 h 25"/>
                <a:gd name="T62" fmla="*/ 6 w 26"/>
                <a:gd name="T63" fmla="*/ 12 h 25"/>
                <a:gd name="T64" fmla="*/ 9 w 26"/>
                <a:gd name="T65" fmla="*/ 7 h 25"/>
                <a:gd name="T66" fmla="*/ 9 w 26"/>
                <a:gd name="T67" fmla="*/ 7 h 25"/>
                <a:gd name="T68" fmla="*/ 13 w 26"/>
                <a:gd name="T69" fmla="*/ 6 h 25"/>
                <a:gd name="T70" fmla="*/ 19 w 26"/>
                <a:gd name="T71" fmla="*/ 8 h 25"/>
                <a:gd name="T72" fmla="*/ 21 w 26"/>
                <a:gd name="T73" fmla="*/ 6 h 25"/>
                <a:gd name="T74" fmla="*/ 24 w 26"/>
                <a:gd name="T75" fmla="*/ 5 h 25"/>
                <a:gd name="T76" fmla="*/ 13 w 26"/>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25">
                  <a:moveTo>
                    <a:pt x="21" y="23"/>
                  </a:moveTo>
                  <a:cubicBezTo>
                    <a:pt x="21" y="23"/>
                    <a:pt x="21" y="23"/>
                    <a:pt x="21" y="23"/>
                  </a:cubicBezTo>
                  <a:cubicBezTo>
                    <a:pt x="21" y="23"/>
                    <a:pt x="21" y="23"/>
                    <a:pt x="21" y="23"/>
                  </a:cubicBezTo>
                  <a:cubicBezTo>
                    <a:pt x="21" y="23"/>
                    <a:pt x="21" y="23"/>
                    <a:pt x="21" y="23"/>
                  </a:cubicBezTo>
                  <a:moveTo>
                    <a:pt x="3" y="20"/>
                  </a:moveTo>
                  <a:cubicBezTo>
                    <a:pt x="3" y="20"/>
                    <a:pt x="3" y="20"/>
                    <a:pt x="3" y="20"/>
                  </a:cubicBezTo>
                  <a:cubicBezTo>
                    <a:pt x="3" y="20"/>
                    <a:pt x="3" y="20"/>
                    <a:pt x="3" y="20"/>
                  </a:cubicBezTo>
                  <a:cubicBezTo>
                    <a:pt x="3" y="20"/>
                    <a:pt x="3" y="20"/>
                    <a:pt x="3" y="20"/>
                  </a:cubicBezTo>
                  <a:moveTo>
                    <a:pt x="13" y="0"/>
                  </a:moveTo>
                  <a:cubicBezTo>
                    <a:pt x="13" y="0"/>
                    <a:pt x="13" y="0"/>
                    <a:pt x="13" y="0"/>
                  </a:cubicBezTo>
                  <a:cubicBezTo>
                    <a:pt x="11" y="0"/>
                    <a:pt x="8" y="0"/>
                    <a:pt x="6" y="2"/>
                  </a:cubicBezTo>
                  <a:cubicBezTo>
                    <a:pt x="5" y="2"/>
                    <a:pt x="5" y="2"/>
                    <a:pt x="5" y="2"/>
                  </a:cubicBezTo>
                  <a:cubicBezTo>
                    <a:pt x="6" y="2"/>
                    <a:pt x="6" y="2"/>
                    <a:pt x="6" y="2"/>
                  </a:cubicBezTo>
                  <a:cubicBezTo>
                    <a:pt x="2" y="5"/>
                    <a:pt x="0" y="9"/>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1" y="6"/>
                    <a:pt x="21" y="6"/>
                    <a:pt x="21" y="6"/>
                  </a:cubicBezTo>
                  <a:cubicBezTo>
                    <a:pt x="19" y="8"/>
                    <a:pt x="19" y="8"/>
                    <a:pt x="19" y="8"/>
                  </a:cubicBezTo>
                  <a:cubicBezTo>
                    <a:pt x="20" y="10"/>
                    <a:pt x="20" y="11"/>
                    <a:pt x="20" y="12"/>
                  </a:cubicBezTo>
                  <a:cubicBezTo>
                    <a:pt x="20" y="14"/>
                    <a:pt x="19" y="17"/>
                    <a:pt x="18" y="18"/>
                  </a:cubicBezTo>
                  <a:cubicBezTo>
                    <a:pt x="17" y="18"/>
                    <a:pt x="17" y="18"/>
                    <a:pt x="17" y="18"/>
                  </a:cubicBezTo>
                  <a:cubicBezTo>
                    <a:pt x="18" y="18"/>
                    <a:pt x="18" y="18"/>
                    <a:pt x="18" y="18"/>
                  </a:cubicBezTo>
                  <a:cubicBezTo>
                    <a:pt x="16" y="19"/>
                    <a:pt x="15" y="19"/>
                    <a:pt x="13" y="19"/>
                  </a:cubicBezTo>
                  <a:cubicBezTo>
                    <a:pt x="11" y="19"/>
                    <a:pt x="9" y="18"/>
                    <a:pt x="8" y="17"/>
                  </a:cubicBezTo>
                  <a:cubicBezTo>
                    <a:pt x="8" y="17"/>
                    <a:pt x="8" y="17"/>
                    <a:pt x="8" y="17"/>
                  </a:cubicBezTo>
                  <a:cubicBezTo>
                    <a:pt x="7" y="15"/>
                    <a:pt x="6" y="14"/>
                    <a:pt x="6" y="12"/>
                  </a:cubicBezTo>
                  <a:cubicBezTo>
                    <a:pt x="6" y="10"/>
                    <a:pt x="7" y="8"/>
                    <a:pt x="9" y="7"/>
                  </a:cubicBezTo>
                  <a:cubicBezTo>
                    <a:pt x="9" y="7"/>
                    <a:pt x="9" y="7"/>
                    <a:pt x="9" y="7"/>
                  </a:cubicBezTo>
                  <a:cubicBezTo>
                    <a:pt x="10" y="6"/>
                    <a:pt x="12" y="6"/>
                    <a:pt x="13" y="6"/>
                  </a:cubicBezTo>
                  <a:cubicBezTo>
                    <a:pt x="16" y="6"/>
                    <a:pt x="18" y="7"/>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 name="Freeform 1428">
              <a:extLst>
                <a:ext uri="{FF2B5EF4-FFF2-40B4-BE49-F238E27FC236}">
                  <a16:creationId xmlns:a16="http://schemas.microsoft.com/office/drawing/2014/main" id="{6A7DF287-A6B3-4734-A5C4-F6A558231122}"/>
                </a:ext>
              </a:extLst>
            </p:cNvPr>
            <p:cNvSpPr>
              <a:spLocks/>
            </p:cNvSpPr>
            <p:nvPr userDrawn="1"/>
          </p:nvSpPr>
          <p:spPr bwMode="auto">
            <a:xfrm>
              <a:off x="4224805" y="4514550"/>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10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10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10"/>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 name="Freeform 1429">
              <a:extLst>
                <a:ext uri="{FF2B5EF4-FFF2-40B4-BE49-F238E27FC236}">
                  <a16:creationId xmlns:a16="http://schemas.microsoft.com/office/drawing/2014/main" id="{92D3C85A-8F22-460F-8D9A-28B991D53E39}"/>
                </a:ext>
              </a:extLst>
            </p:cNvPr>
            <p:cNvSpPr>
              <a:spLocks noEditPoints="1"/>
            </p:cNvSpPr>
            <p:nvPr userDrawn="1"/>
          </p:nvSpPr>
          <p:spPr bwMode="auto">
            <a:xfrm>
              <a:off x="4206742" y="4516558"/>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 name="Freeform 1430">
              <a:extLst>
                <a:ext uri="{FF2B5EF4-FFF2-40B4-BE49-F238E27FC236}">
                  <a16:creationId xmlns:a16="http://schemas.microsoft.com/office/drawing/2014/main" id="{24280C73-8878-46CD-9373-2DB1A0B41C50}"/>
                </a:ext>
              </a:extLst>
            </p:cNvPr>
            <p:cNvSpPr>
              <a:spLocks/>
            </p:cNvSpPr>
            <p:nvPr userDrawn="1"/>
          </p:nvSpPr>
          <p:spPr bwMode="auto">
            <a:xfrm>
              <a:off x="4182659" y="4502509"/>
              <a:ext cx="28097" cy="26090"/>
            </a:xfrm>
            <a:custGeom>
              <a:avLst/>
              <a:gdLst>
                <a:gd name="T0" fmla="*/ 9 w 19"/>
                <a:gd name="T1" fmla="*/ 0 h 18"/>
                <a:gd name="T2" fmla="*/ 4 w 19"/>
                <a:gd name="T3" fmla="*/ 2 h 18"/>
                <a:gd name="T4" fmla="*/ 1 w 19"/>
                <a:gd name="T5" fmla="*/ 6 h 18"/>
                <a:gd name="T6" fmla="*/ 1 w 19"/>
                <a:gd name="T7" fmla="*/ 6 h 18"/>
                <a:gd name="T8" fmla="*/ 0 w 19"/>
                <a:gd name="T9" fmla="*/ 9 h 18"/>
                <a:gd name="T10" fmla="*/ 7 w 19"/>
                <a:gd name="T11" fmla="*/ 17 h 18"/>
                <a:gd name="T12" fmla="*/ 7 w 19"/>
                <a:gd name="T13" fmla="*/ 17 h 18"/>
                <a:gd name="T14" fmla="*/ 10 w 19"/>
                <a:gd name="T15" fmla="*/ 18 h 18"/>
                <a:gd name="T16" fmla="*/ 15 w 19"/>
                <a:gd name="T17" fmla="*/ 16 h 18"/>
                <a:gd name="T18" fmla="*/ 18 w 19"/>
                <a:gd name="T19" fmla="*/ 12 h 18"/>
                <a:gd name="T20" fmla="*/ 19 w 19"/>
                <a:gd name="T21" fmla="*/ 9 h 18"/>
                <a:gd name="T22" fmla="*/ 13 w 19"/>
                <a:gd name="T23" fmla="*/ 1 h 18"/>
                <a:gd name="T24" fmla="*/ 12 w 19"/>
                <a:gd name="T25" fmla="*/ 4 h 18"/>
                <a:gd name="T26" fmla="*/ 11 w 19"/>
                <a:gd name="T27" fmla="*/ 6 h 18"/>
                <a:gd name="T28" fmla="*/ 13 w 19"/>
                <a:gd name="T29" fmla="*/ 9 h 18"/>
                <a:gd name="T30" fmla="*/ 13 w 19"/>
                <a:gd name="T31" fmla="*/ 10 h 18"/>
                <a:gd name="T32" fmla="*/ 12 w 19"/>
                <a:gd name="T33" fmla="*/ 11 h 18"/>
                <a:gd name="T34" fmla="*/ 10 w 19"/>
                <a:gd name="T35" fmla="*/ 12 h 18"/>
                <a:gd name="T36" fmla="*/ 10 w 19"/>
                <a:gd name="T37" fmla="*/ 12 h 18"/>
                <a:gd name="T38" fmla="*/ 9 w 19"/>
                <a:gd name="T39" fmla="*/ 12 h 18"/>
                <a:gd name="T40" fmla="*/ 9 w 19"/>
                <a:gd name="T41" fmla="*/ 12 h 18"/>
                <a:gd name="T42" fmla="*/ 6 w 19"/>
                <a:gd name="T43" fmla="*/ 9 h 18"/>
                <a:gd name="T44" fmla="*/ 6 w 19"/>
                <a:gd name="T45" fmla="*/ 8 h 18"/>
                <a:gd name="T46" fmla="*/ 6 w 19"/>
                <a:gd name="T47" fmla="*/ 8 h 18"/>
                <a:gd name="T48" fmla="*/ 7 w 19"/>
                <a:gd name="T49" fmla="*/ 7 h 18"/>
                <a:gd name="T50" fmla="*/ 9 w 19"/>
                <a:gd name="T51" fmla="*/ 6 h 18"/>
                <a:gd name="T52" fmla="*/ 9 w 19"/>
                <a:gd name="T53" fmla="*/ 6 h 18"/>
                <a:gd name="T54" fmla="*/ 11 w 19"/>
                <a:gd name="T55" fmla="*/ 6 h 18"/>
                <a:gd name="T56" fmla="*/ 12 w 19"/>
                <a:gd name="T57" fmla="*/ 4 h 18"/>
                <a:gd name="T58" fmla="*/ 13 w 19"/>
                <a:gd name="T59" fmla="*/ 1 h 18"/>
                <a:gd name="T60" fmla="*/ 9 w 19"/>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8">
                  <a:moveTo>
                    <a:pt x="9" y="0"/>
                  </a:moveTo>
                  <a:cubicBezTo>
                    <a:pt x="7" y="0"/>
                    <a:pt x="6" y="1"/>
                    <a:pt x="4" y="2"/>
                  </a:cubicBezTo>
                  <a:cubicBezTo>
                    <a:pt x="3" y="3"/>
                    <a:pt x="1" y="4"/>
                    <a:pt x="1" y="6"/>
                  </a:cubicBezTo>
                  <a:cubicBezTo>
                    <a:pt x="1" y="6"/>
                    <a:pt x="1" y="6"/>
                    <a:pt x="1" y="6"/>
                  </a:cubicBezTo>
                  <a:cubicBezTo>
                    <a:pt x="0" y="7"/>
                    <a:pt x="0" y="8"/>
                    <a:pt x="0" y="9"/>
                  </a:cubicBezTo>
                  <a:cubicBezTo>
                    <a:pt x="0" y="13"/>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9" y="12"/>
                    <a:pt x="9" y="12"/>
                    <a:pt x="9"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 name="Freeform 1431">
              <a:extLst>
                <a:ext uri="{FF2B5EF4-FFF2-40B4-BE49-F238E27FC236}">
                  <a16:creationId xmlns:a16="http://schemas.microsoft.com/office/drawing/2014/main" id="{F967F2AE-054C-4979-879F-19309C5ADF93}"/>
                </a:ext>
              </a:extLst>
            </p:cNvPr>
            <p:cNvSpPr>
              <a:spLocks noEditPoints="1"/>
            </p:cNvSpPr>
            <p:nvPr userDrawn="1"/>
          </p:nvSpPr>
          <p:spPr bwMode="auto">
            <a:xfrm>
              <a:off x="4178645"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4 w 16"/>
                <a:gd name="T35" fmla="*/ 1 h 15"/>
                <a:gd name="T36" fmla="*/ 1 w 16"/>
                <a:gd name="T37" fmla="*/ 5 h 15"/>
                <a:gd name="T38" fmla="*/ 0 w 16"/>
                <a:gd name="T39" fmla="*/ 7 h 15"/>
                <a:gd name="T40" fmla="*/ 6 w 16"/>
                <a:gd name="T41" fmla="*/ 15 h 15"/>
                <a:gd name="T42" fmla="*/ 6 w 16"/>
                <a:gd name="T43" fmla="*/ 15 h 15"/>
                <a:gd name="T44" fmla="*/ 9 w 16"/>
                <a:gd name="T45" fmla="*/ 15 h 15"/>
                <a:gd name="T46" fmla="*/ 9 w 16"/>
                <a:gd name="T47" fmla="*/ 15 h 15"/>
                <a:gd name="T48" fmla="*/ 13 w 16"/>
                <a:gd name="T49" fmla="*/ 14 h 15"/>
                <a:gd name="T50" fmla="*/ 16 w 16"/>
                <a:gd name="T51" fmla="*/ 10 h 15"/>
                <a:gd name="T52" fmla="*/ 16 w 16"/>
                <a:gd name="T53" fmla="*/ 8 h 15"/>
                <a:gd name="T54" fmla="*/ 11 w 16"/>
                <a:gd name="T55" fmla="*/ 0 h 15"/>
                <a:gd name="T56" fmla="*/ 11 w 16"/>
                <a:gd name="T57" fmla="*/ 0 h 15"/>
                <a:gd name="T58" fmla="*/ 8 w 1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 name="Freeform 1432">
              <a:extLst>
                <a:ext uri="{FF2B5EF4-FFF2-40B4-BE49-F238E27FC236}">
                  <a16:creationId xmlns:a16="http://schemas.microsoft.com/office/drawing/2014/main" id="{C274B88B-6A8D-4154-8A78-12E62A7EA2AB}"/>
                </a:ext>
              </a:extLst>
            </p:cNvPr>
            <p:cNvSpPr>
              <a:spLocks noEditPoints="1"/>
            </p:cNvSpPr>
            <p:nvPr userDrawn="1"/>
          </p:nvSpPr>
          <p:spPr bwMode="auto">
            <a:xfrm>
              <a:off x="4128473" y="4259673"/>
              <a:ext cx="150519"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1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1" y="4"/>
                    <a:pt x="71" y="4"/>
                    <a:pt x="71"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 name="Freeform 1433">
              <a:extLst>
                <a:ext uri="{FF2B5EF4-FFF2-40B4-BE49-F238E27FC236}">
                  <a16:creationId xmlns:a16="http://schemas.microsoft.com/office/drawing/2014/main" id="{E4015915-5047-4A6F-8903-359A553093CD}"/>
                </a:ext>
              </a:extLst>
            </p:cNvPr>
            <p:cNvSpPr>
              <a:spLocks noEditPoints="1"/>
            </p:cNvSpPr>
            <p:nvPr userDrawn="1"/>
          </p:nvSpPr>
          <p:spPr bwMode="auto">
            <a:xfrm>
              <a:off x="4122451" y="4384102"/>
              <a:ext cx="34118" cy="34118"/>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6 w 22"/>
                <a:gd name="T19" fmla="*/ 11 h 22"/>
                <a:gd name="T20" fmla="*/ 6 w 22"/>
                <a:gd name="T21" fmla="*/ 9 h 22"/>
                <a:gd name="T22" fmla="*/ 6 w 22"/>
                <a:gd name="T23" fmla="*/ 9 h 22"/>
                <a:gd name="T24" fmla="*/ 11 w 22"/>
                <a:gd name="T25" fmla="*/ 0 h 22"/>
                <a:gd name="T26" fmla="*/ 1 w 22"/>
                <a:gd name="T27" fmla="*/ 6 h 22"/>
                <a:gd name="T28" fmla="*/ 1 w 22"/>
                <a:gd name="T29" fmla="*/ 6 h 22"/>
                <a:gd name="T30" fmla="*/ 0 w 22"/>
                <a:gd name="T31" fmla="*/ 11 h 22"/>
                <a:gd name="T32" fmla="*/ 6 w 22"/>
                <a:gd name="T33" fmla="*/ 21 h 22"/>
                <a:gd name="T34" fmla="*/ 6 w 22"/>
                <a:gd name="T35" fmla="*/ 21 h 22"/>
                <a:gd name="T36" fmla="*/ 11 w 22"/>
                <a:gd name="T37" fmla="*/ 22 h 22"/>
                <a:gd name="T38" fmla="*/ 11 w 22"/>
                <a:gd name="T39" fmla="*/ 22 h 22"/>
                <a:gd name="T40" fmla="*/ 21 w 22"/>
                <a:gd name="T41" fmla="*/ 16 h 22"/>
                <a:gd name="T42" fmla="*/ 22 w 22"/>
                <a:gd name="T43" fmla="*/ 11 h 22"/>
                <a:gd name="T44" fmla="*/ 16 w 22"/>
                <a:gd name="T45" fmla="*/ 1 h 22"/>
                <a:gd name="T46" fmla="*/ 16 w 22"/>
                <a:gd name="T47" fmla="*/ 1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 name="Freeform 1434">
              <a:extLst>
                <a:ext uri="{FF2B5EF4-FFF2-40B4-BE49-F238E27FC236}">
                  <a16:creationId xmlns:a16="http://schemas.microsoft.com/office/drawing/2014/main" id="{0270DB39-3805-491A-814E-E6E50C79351C}"/>
                </a:ext>
              </a:extLst>
            </p:cNvPr>
            <p:cNvSpPr>
              <a:spLocks noEditPoints="1"/>
            </p:cNvSpPr>
            <p:nvPr userDrawn="1"/>
          </p:nvSpPr>
          <p:spPr bwMode="auto">
            <a:xfrm>
              <a:off x="4106396" y="4410191"/>
              <a:ext cx="26091" cy="26090"/>
            </a:xfrm>
            <a:custGeom>
              <a:avLst/>
              <a:gdLst>
                <a:gd name="T0" fmla="*/ 4 w 17"/>
                <a:gd name="T1" fmla="*/ 16 h 17"/>
                <a:gd name="T2" fmla="*/ 5 w 17"/>
                <a:gd name="T3" fmla="*/ 17 h 17"/>
                <a:gd name="T4" fmla="*/ 4 w 17"/>
                <a:gd name="T5" fmla="*/ 16 h 17"/>
                <a:gd name="T6" fmla="*/ 4 w 17"/>
                <a:gd name="T7" fmla="*/ 16 h 17"/>
                <a:gd name="T8" fmla="*/ 6 w 17"/>
                <a:gd name="T9" fmla="*/ 7 h 17"/>
                <a:gd name="T10" fmla="*/ 8 w 17"/>
                <a:gd name="T11" fmla="*/ 6 h 17"/>
                <a:gd name="T12" fmla="*/ 9 w 17"/>
                <a:gd name="T13" fmla="*/ 6 h 17"/>
                <a:gd name="T14" fmla="*/ 10 w 17"/>
                <a:gd name="T15" fmla="*/ 7 h 17"/>
                <a:gd name="T16" fmla="*/ 9 w 17"/>
                <a:gd name="T17" fmla="*/ 6 h 17"/>
                <a:gd name="T18" fmla="*/ 11 w 17"/>
                <a:gd name="T19" fmla="*/ 9 h 17"/>
                <a:gd name="T20" fmla="*/ 11 w 17"/>
                <a:gd name="T21" fmla="*/ 10 h 17"/>
                <a:gd name="T22" fmla="*/ 8 w 17"/>
                <a:gd name="T23" fmla="*/ 11 h 17"/>
                <a:gd name="T24" fmla="*/ 7 w 17"/>
                <a:gd name="T25" fmla="*/ 11 h 17"/>
                <a:gd name="T26" fmla="*/ 7 w 17"/>
                <a:gd name="T27" fmla="*/ 11 h 17"/>
                <a:gd name="T28" fmla="*/ 6 w 17"/>
                <a:gd name="T29" fmla="*/ 9 h 17"/>
                <a:gd name="T30" fmla="*/ 6 w 17"/>
                <a:gd name="T31" fmla="*/ 7 h 17"/>
                <a:gd name="T32" fmla="*/ 6 w 17"/>
                <a:gd name="T33" fmla="*/ 7 h 17"/>
                <a:gd name="T34" fmla="*/ 8 w 17"/>
                <a:gd name="T35" fmla="*/ 0 h 17"/>
                <a:gd name="T36" fmla="*/ 0 w 17"/>
                <a:gd name="T37" fmla="*/ 5 h 17"/>
                <a:gd name="T38" fmla="*/ 3 w 17"/>
                <a:gd name="T39" fmla="*/ 6 h 17"/>
                <a:gd name="T40" fmla="*/ 0 w 17"/>
                <a:gd name="T41" fmla="*/ 5 h 17"/>
                <a:gd name="T42" fmla="*/ 0 w 17"/>
                <a:gd name="T43" fmla="*/ 9 h 17"/>
                <a:gd name="T44" fmla="*/ 4 w 17"/>
                <a:gd name="T45" fmla="*/ 16 h 17"/>
                <a:gd name="T46" fmla="*/ 4 w 17"/>
                <a:gd name="T47" fmla="*/ 16 h 17"/>
                <a:gd name="T48" fmla="*/ 8 w 17"/>
                <a:gd name="T49" fmla="*/ 17 h 17"/>
                <a:gd name="T50" fmla="*/ 8 w 17"/>
                <a:gd name="T51" fmla="*/ 17 h 17"/>
                <a:gd name="T52" fmla="*/ 8 w 17"/>
                <a:gd name="T53" fmla="*/ 17 h 17"/>
                <a:gd name="T54" fmla="*/ 16 w 17"/>
                <a:gd name="T55" fmla="*/ 12 h 17"/>
                <a:gd name="T56" fmla="*/ 17 w 17"/>
                <a:gd name="T57" fmla="*/ 9 h 17"/>
                <a:gd name="T58" fmla="*/ 12 w 17"/>
                <a:gd name="T59" fmla="*/ 1 h 17"/>
                <a:gd name="T60" fmla="*/ 12 w 17"/>
                <a:gd name="T61" fmla="*/ 1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4" y="16"/>
                  </a:moveTo>
                  <a:cubicBezTo>
                    <a:pt x="5" y="17"/>
                    <a:pt x="5" y="17"/>
                    <a:pt x="5" y="17"/>
                  </a:cubicBezTo>
                  <a:cubicBezTo>
                    <a:pt x="4" y="16"/>
                    <a:pt x="4" y="16"/>
                    <a:pt x="4" y="16"/>
                  </a:cubicBezTo>
                  <a:cubicBezTo>
                    <a:pt x="4" y="16"/>
                    <a:pt x="4" y="16"/>
                    <a:pt x="4" y="16"/>
                  </a:cubicBezTo>
                  <a:moveTo>
                    <a:pt x="6" y="7"/>
                  </a:moveTo>
                  <a:cubicBezTo>
                    <a:pt x="6" y="7"/>
                    <a:pt x="7" y="6"/>
                    <a:pt x="8" y="6"/>
                  </a:cubicBezTo>
                  <a:cubicBezTo>
                    <a:pt x="9" y="6"/>
                    <a:pt x="9" y="6"/>
                    <a:pt x="9" y="6"/>
                  </a:cubicBezTo>
                  <a:cubicBezTo>
                    <a:pt x="10" y="7"/>
                    <a:pt x="10" y="7"/>
                    <a:pt x="10" y="7"/>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 name="Freeform 1435">
              <a:extLst>
                <a:ext uri="{FF2B5EF4-FFF2-40B4-BE49-F238E27FC236}">
                  <a16:creationId xmlns:a16="http://schemas.microsoft.com/office/drawing/2014/main" id="{64B18054-6BFF-4A15-871D-AA3D6650FD85}"/>
                </a:ext>
              </a:extLst>
            </p:cNvPr>
            <p:cNvSpPr>
              <a:spLocks noEditPoints="1"/>
            </p:cNvSpPr>
            <p:nvPr userDrawn="1"/>
          </p:nvSpPr>
          <p:spPr bwMode="auto">
            <a:xfrm>
              <a:off x="4080307" y="4412198"/>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8 w 15"/>
                <a:gd name="T33" fmla="*/ 15 h 15"/>
                <a:gd name="T34" fmla="*/ 15 w 15"/>
                <a:gd name="T35" fmla="*/ 11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6" y="15"/>
                    <a:pt x="7" y="15"/>
                    <a:pt x="8" y="15"/>
                  </a:cubicBezTo>
                  <a:cubicBezTo>
                    <a:pt x="11" y="15"/>
                    <a:pt x="13" y="13"/>
                    <a:pt x="15" y="11"/>
                  </a:cubicBezTo>
                  <a:cubicBezTo>
                    <a:pt x="15" y="11"/>
                    <a:pt x="15" y="11"/>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 name="Freeform 1436">
              <a:extLst>
                <a:ext uri="{FF2B5EF4-FFF2-40B4-BE49-F238E27FC236}">
                  <a16:creationId xmlns:a16="http://schemas.microsoft.com/office/drawing/2014/main" id="{136A7D11-6847-4929-A4B9-FD1153B29426}"/>
                </a:ext>
              </a:extLst>
            </p:cNvPr>
            <p:cNvSpPr>
              <a:spLocks noEditPoints="1"/>
            </p:cNvSpPr>
            <p:nvPr userDrawn="1"/>
          </p:nvSpPr>
          <p:spPr bwMode="auto">
            <a:xfrm>
              <a:off x="3381901" y="3826180"/>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50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50 h 99"/>
                <a:gd name="T30" fmla="*/ 28 w 101"/>
                <a:gd name="T31" fmla="*/ 94 h 99"/>
                <a:gd name="T32" fmla="*/ 50 w 101"/>
                <a:gd name="T33" fmla="*/ 99 h 99"/>
                <a:gd name="T34" fmla="*/ 96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50"/>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5"/>
                    <a:pt x="0" y="42"/>
                    <a:pt x="0" y="50"/>
                  </a:cubicBezTo>
                  <a:cubicBezTo>
                    <a:pt x="0" y="68"/>
                    <a:pt x="10" y="85"/>
                    <a:pt x="28" y="94"/>
                  </a:cubicBezTo>
                  <a:cubicBezTo>
                    <a:pt x="35" y="97"/>
                    <a:pt x="43"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 name="Freeform 1437">
              <a:extLst>
                <a:ext uri="{FF2B5EF4-FFF2-40B4-BE49-F238E27FC236}">
                  <a16:creationId xmlns:a16="http://schemas.microsoft.com/office/drawing/2014/main" id="{211F16EF-143C-4BC8-ABA6-C8332AF0FE5B}"/>
                </a:ext>
              </a:extLst>
            </p:cNvPr>
            <p:cNvSpPr>
              <a:spLocks noEditPoints="1"/>
            </p:cNvSpPr>
            <p:nvPr userDrawn="1"/>
          </p:nvSpPr>
          <p:spPr bwMode="auto">
            <a:xfrm>
              <a:off x="3377887" y="3954622"/>
              <a:ext cx="34118" cy="30104"/>
            </a:xfrm>
            <a:custGeom>
              <a:avLst/>
              <a:gdLst>
                <a:gd name="T0" fmla="*/ 7 w 22"/>
                <a:gd name="T1" fmla="*/ 8 h 21"/>
                <a:gd name="T2" fmla="*/ 11 w 22"/>
                <a:gd name="T3" fmla="*/ 6 h 21"/>
                <a:gd name="T4" fmla="*/ 13 w 22"/>
                <a:gd name="T5" fmla="*/ 6 h 21"/>
                <a:gd name="T6" fmla="*/ 16 w 22"/>
                <a:gd name="T7" fmla="*/ 11 h 21"/>
                <a:gd name="T8" fmla="*/ 16 w 22"/>
                <a:gd name="T9" fmla="*/ 13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1 w 22"/>
                <a:gd name="T43" fmla="*/ 15 h 21"/>
                <a:gd name="T44" fmla="*/ 22 w 22"/>
                <a:gd name="T45" fmla="*/ 1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5" y="7"/>
                    <a:pt x="16" y="9"/>
                    <a:pt x="16" y="11"/>
                  </a:cubicBezTo>
                  <a:cubicBezTo>
                    <a:pt x="16" y="11"/>
                    <a:pt x="16" y="12"/>
                    <a:pt x="16" y="13"/>
                  </a:cubicBezTo>
                  <a:cubicBezTo>
                    <a:pt x="16" y="13"/>
                    <a:pt x="16" y="13"/>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1" y="15"/>
                    <a:pt x="21" y="15"/>
                    <a:pt x="21" y="15"/>
                  </a:cubicBezTo>
                  <a:cubicBezTo>
                    <a:pt x="22" y="14"/>
                    <a:pt x="22" y="12"/>
                    <a:pt x="22" y="11"/>
                  </a:cubicBezTo>
                  <a:cubicBezTo>
                    <a:pt x="22" y="7"/>
                    <a:pt x="20" y="3"/>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 name="Freeform 1438">
              <a:extLst>
                <a:ext uri="{FF2B5EF4-FFF2-40B4-BE49-F238E27FC236}">
                  <a16:creationId xmlns:a16="http://schemas.microsoft.com/office/drawing/2014/main" id="{058D86F0-10F7-4173-9832-9B575F71EC20}"/>
                </a:ext>
              </a:extLst>
            </p:cNvPr>
            <p:cNvSpPr>
              <a:spLocks noEditPoints="1"/>
            </p:cNvSpPr>
            <p:nvPr userDrawn="1"/>
          </p:nvSpPr>
          <p:spPr bwMode="auto">
            <a:xfrm>
              <a:off x="3361832" y="3978705"/>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11 w 17"/>
                <a:gd name="T13" fmla="*/ 9 h 17"/>
                <a:gd name="T14" fmla="*/ 8 w 17"/>
                <a:gd name="T15" fmla="*/ 11 h 17"/>
                <a:gd name="T16" fmla="*/ 7 w 17"/>
                <a:gd name="T17" fmla="*/ 10 h 17"/>
                <a:gd name="T18" fmla="*/ 7 w 17"/>
                <a:gd name="T19" fmla="*/ 10 h 17"/>
                <a:gd name="T20" fmla="*/ 6 w 17"/>
                <a:gd name="T21" fmla="*/ 8 h 17"/>
                <a:gd name="T22" fmla="*/ 6 w 17"/>
                <a:gd name="T23" fmla="*/ 7 h 17"/>
                <a:gd name="T24" fmla="*/ 6 w 17"/>
                <a:gd name="T25" fmla="*/ 7 h 17"/>
                <a:gd name="T26" fmla="*/ 1 w 17"/>
                <a:gd name="T27" fmla="*/ 4 h 17"/>
                <a:gd name="T28" fmla="*/ 1 w 17"/>
                <a:gd name="T29" fmla="*/ 4 h 17"/>
                <a:gd name="T30" fmla="*/ 1 w 17"/>
                <a:gd name="T31" fmla="*/ 4 h 17"/>
                <a:gd name="T32" fmla="*/ 1 w 17"/>
                <a:gd name="T33" fmla="*/ 4 h 17"/>
                <a:gd name="T34" fmla="*/ 8 w 17"/>
                <a:gd name="T35" fmla="*/ 0 h 17"/>
                <a:gd name="T36" fmla="*/ 1 w 17"/>
                <a:gd name="T37" fmla="*/ 4 h 17"/>
                <a:gd name="T38" fmla="*/ 1 w 17"/>
                <a:gd name="T39" fmla="*/ 4 h 17"/>
                <a:gd name="T40" fmla="*/ 0 w 17"/>
                <a:gd name="T41" fmla="*/ 8 h 17"/>
                <a:gd name="T42" fmla="*/ 5 w 17"/>
                <a:gd name="T43" fmla="*/ 16 h 17"/>
                <a:gd name="T44" fmla="*/ 5 w 17"/>
                <a:gd name="T45" fmla="*/ 16 h 17"/>
                <a:gd name="T46" fmla="*/ 8 w 17"/>
                <a:gd name="T47" fmla="*/ 17 h 17"/>
                <a:gd name="T48" fmla="*/ 8 w 17"/>
                <a:gd name="T49" fmla="*/ 17 h 17"/>
                <a:gd name="T50" fmla="*/ 8 w 17"/>
                <a:gd name="T51" fmla="*/ 17 h 17"/>
                <a:gd name="T52" fmla="*/ 16 w 17"/>
                <a:gd name="T53" fmla="*/ 12 h 17"/>
                <a:gd name="T54" fmla="*/ 16 w 17"/>
                <a:gd name="T55" fmla="*/ 12 h 17"/>
                <a:gd name="T56" fmla="*/ 17 w 17"/>
                <a:gd name="T57" fmla="*/ 8 h 17"/>
                <a:gd name="T58" fmla="*/ 12 w 17"/>
                <a:gd name="T59" fmla="*/ 0 h 17"/>
                <a:gd name="T60" fmla="*/ 12 w 17"/>
                <a:gd name="T61" fmla="*/ 0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6" y="7"/>
                  </a:moveTo>
                  <a:cubicBezTo>
                    <a:pt x="6" y="6"/>
                    <a:pt x="7" y="6"/>
                    <a:pt x="8" y="6"/>
                  </a:cubicBezTo>
                  <a:cubicBezTo>
                    <a:pt x="9" y="6"/>
                    <a:pt x="9" y="6"/>
                    <a:pt x="10" y="6"/>
                  </a:cubicBezTo>
                  <a:cubicBezTo>
                    <a:pt x="10" y="6"/>
                    <a:pt x="10" y="6"/>
                    <a:pt x="10" y="6"/>
                  </a:cubicBezTo>
                  <a:cubicBezTo>
                    <a:pt x="11" y="6"/>
                    <a:pt x="11" y="7"/>
                    <a:pt x="11" y="8"/>
                  </a:cubicBezTo>
                  <a:cubicBezTo>
                    <a:pt x="11" y="9"/>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6"/>
                    <a:pt x="0" y="7"/>
                    <a:pt x="0" y="8"/>
                  </a:cubicBezTo>
                  <a:cubicBezTo>
                    <a:pt x="0" y="11"/>
                    <a:pt x="2" y="14"/>
                    <a:pt x="5" y="16"/>
                  </a:cubicBezTo>
                  <a:cubicBezTo>
                    <a:pt x="5" y="16"/>
                    <a:pt x="5" y="16"/>
                    <a:pt x="5" y="16"/>
                  </a:cubicBezTo>
                  <a:cubicBezTo>
                    <a:pt x="6" y="16"/>
                    <a:pt x="7" y="17"/>
                    <a:pt x="8" y="17"/>
                  </a:cubicBezTo>
                  <a:cubicBezTo>
                    <a:pt x="8" y="17"/>
                    <a:pt x="8"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2" y="0"/>
                    <a:pt x="12" y="0"/>
                    <a:pt x="12" y="0"/>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 name="Freeform 1439">
              <a:extLst>
                <a:ext uri="{FF2B5EF4-FFF2-40B4-BE49-F238E27FC236}">
                  <a16:creationId xmlns:a16="http://schemas.microsoft.com/office/drawing/2014/main" id="{543C6D0A-FB1D-4FED-B7FA-AB3AA1DFF5F6}"/>
                </a:ext>
              </a:extLst>
            </p:cNvPr>
            <p:cNvSpPr>
              <a:spLocks noEditPoints="1"/>
            </p:cNvSpPr>
            <p:nvPr userDrawn="1"/>
          </p:nvSpPr>
          <p:spPr bwMode="auto">
            <a:xfrm>
              <a:off x="3335742" y="3980712"/>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1 w 16"/>
                <a:gd name="T23" fmla="*/ 4 h 15"/>
                <a:gd name="T24" fmla="*/ 1 w 16"/>
                <a:gd name="T25" fmla="*/ 4 h 15"/>
                <a:gd name="T26" fmla="*/ 1 w 16"/>
                <a:gd name="T27" fmla="*/ 4 h 15"/>
                <a:gd name="T28" fmla="*/ 1 w 16"/>
                <a:gd name="T29" fmla="*/ 4 h 15"/>
                <a:gd name="T30" fmla="*/ 1 w 16"/>
                <a:gd name="T31" fmla="*/ 4 h 15"/>
                <a:gd name="T32" fmla="*/ 0 w 16"/>
                <a:gd name="T33" fmla="*/ 8 h 15"/>
                <a:gd name="T34" fmla="*/ 5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11" y="15"/>
                    <a:pt x="14" y="14"/>
                    <a:pt x="15" y="11"/>
                  </a:cubicBezTo>
                  <a:cubicBezTo>
                    <a:pt x="15" y="10"/>
                    <a:pt x="16" y="9"/>
                    <a:pt x="16" y="8"/>
                  </a:cubicBezTo>
                  <a:cubicBezTo>
                    <a:pt x="16" y="5"/>
                    <a:pt x="14" y="2"/>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 name="Freeform 1440">
              <a:extLst>
                <a:ext uri="{FF2B5EF4-FFF2-40B4-BE49-F238E27FC236}">
                  <a16:creationId xmlns:a16="http://schemas.microsoft.com/office/drawing/2014/main" id="{1AC567A3-A3D9-4B58-A3AB-E693E3CB5162}"/>
                </a:ext>
              </a:extLst>
            </p:cNvPr>
            <p:cNvSpPr>
              <a:spLocks noEditPoints="1"/>
            </p:cNvSpPr>
            <p:nvPr userDrawn="1"/>
          </p:nvSpPr>
          <p:spPr bwMode="auto">
            <a:xfrm>
              <a:off x="4616152" y="5626380"/>
              <a:ext cx="152525"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8 w 101"/>
                <a:gd name="T19" fmla="*/ 28 h 99"/>
                <a:gd name="T20" fmla="*/ 10 w 101"/>
                <a:gd name="T21" fmla="*/ 30 h 99"/>
                <a:gd name="T22" fmla="*/ 50 w 101"/>
                <a:gd name="T23" fmla="*/ 0 h 99"/>
                <a:gd name="T24" fmla="*/ 50 w 101"/>
                <a:gd name="T25" fmla="*/ 0 h 99"/>
                <a:gd name="T26" fmla="*/ 5 w 101"/>
                <a:gd name="T27" fmla="*/ 27 h 99"/>
                <a:gd name="T28" fmla="*/ 5 w 101"/>
                <a:gd name="T29" fmla="*/ 27 h 99"/>
                <a:gd name="T30" fmla="*/ 0 w 101"/>
                <a:gd name="T31" fmla="*/ 49 h 99"/>
                <a:gd name="T32" fmla="*/ 28 w 101"/>
                <a:gd name="T33" fmla="*/ 93 h 99"/>
                <a:gd name="T34" fmla="*/ 50 w 101"/>
                <a:gd name="T35" fmla="*/ 99 h 99"/>
                <a:gd name="T36" fmla="*/ 50 w 101"/>
                <a:gd name="T37" fmla="*/ 99 h 99"/>
                <a:gd name="T38" fmla="*/ 95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3"/>
                    <a:pt x="50" y="93"/>
                  </a:cubicBezTo>
                  <a:cubicBezTo>
                    <a:pt x="44" y="93"/>
                    <a:pt x="37" y="91"/>
                    <a:pt x="30" y="88"/>
                  </a:cubicBezTo>
                  <a:cubicBezTo>
                    <a:pt x="15" y="80"/>
                    <a:pt x="6" y="65"/>
                    <a:pt x="6" y="49"/>
                  </a:cubicBezTo>
                  <a:cubicBezTo>
                    <a:pt x="6" y="43"/>
                    <a:pt x="7" y="36"/>
                    <a:pt x="10" y="30"/>
                  </a:cubicBezTo>
                  <a:cubicBezTo>
                    <a:pt x="8" y="28"/>
                    <a:pt x="8" y="28"/>
                    <a:pt x="8" y="28"/>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9"/>
                    <a:pt x="50" y="99"/>
                  </a:cubicBezTo>
                  <a:cubicBezTo>
                    <a:pt x="50" y="99"/>
                    <a:pt x="50" y="99"/>
                    <a:pt x="50" y="99"/>
                  </a:cubicBezTo>
                  <a:cubicBezTo>
                    <a:pt x="69" y="99"/>
                    <a:pt x="87"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 name="Freeform 1441">
              <a:extLst>
                <a:ext uri="{FF2B5EF4-FFF2-40B4-BE49-F238E27FC236}">
                  <a16:creationId xmlns:a16="http://schemas.microsoft.com/office/drawing/2014/main" id="{BA16C1CE-F0D9-4EEC-9D42-BEAC8CBD9E40}"/>
                </a:ext>
              </a:extLst>
            </p:cNvPr>
            <p:cNvSpPr>
              <a:spLocks noEditPoints="1"/>
            </p:cNvSpPr>
            <p:nvPr userDrawn="1"/>
          </p:nvSpPr>
          <p:spPr bwMode="auto">
            <a:xfrm>
              <a:off x="4612138" y="5752816"/>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3" y="7"/>
                    <a:pt x="13" y="7"/>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5" name="Freeform 1442">
              <a:extLst>
                <a:ext uri="{FF2B5EF4-FFF2-40B4-BE49-F238E27FC236}">
                  <a16:creationId xmlns:a16="http://schemas.microsoft.com/office/drawing/2014/main" id="{E8E5E705-C1B1-492A-823B-49FC5497091E}"/>
                </a:ext>
              </a:extLst>
            </p:cNvPr>
            <p:cNvSpPr>
              <a:spLocks noEditPoints="1"/>
            </p:cNvSpPr>
            <p:nvPr userDrawn="1"/>
          </p:nvSpPr>
          <p:spPr bwMode="auto">
            <a:xfrm>
              <a:off x="4596083" y="5776899"/>
              <a:ext cx="26091" cy="26090"/>
            </a:xfrm>
            <a:custGeom>
              <a:avLst/>
              <a:gdLst>
                <a:gd name="T0" fmla="*/ 6 w 17"/>
                <a:gd name="T1" fmla="*/ 8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8 w 17"/>
                <a:gd name="T19" fmla="*/ 0 h 17"/>
                <a:gd name="T20" fmla="*/ 0 w 17"/>
                <a:gd name="T21" fmla="*/ 5 h 17"/>
                <a:gd name="T22" fmla="*/ 3 w 17"/>
                <a:gd name="T23" fmla="*/ 6 h 17"/>
                <a:gd name="T24" fmla="*/ 0 w 17"/>
                <a:gd name="T25" fmla="*/ 5 h 17"/>
                <a:gd name="T26" fmla="*/ 0 w 17"/>
                <a:gd name="T27" fmla="*/ 9 h 17"/>
                <a:gd name="T28" fmla="*/ 4 w 17"/>
                <a:gd name="T29" fmla="*/ 16 h 17"/>
                <a:gd name="T30" fmla="*/ 8 w 17"/>
                <a:gd name="T31" fmla="*/ 17 h 17"/>
                <a:gd name="T32" fmla="*/ 16 w 17"/>
                <a:gd name="T33" fmla="*/ 12 h 17"/>
                <a:gd name="T34" fmla="*/ 17 w 17"/>
                <a:gd name="T35" fmla="*/ 9 h 17"/>
                <a:gd name="T36" fmla="*/ 12 w 17"/>
                <a:gd name="T37" fmla="*/ 1 h 17"/>
                <a:gd name="T38" fmla="*/ 8 w 17"/>
                <a:gd name="T39" fmla="*/ 0 h 17"/>
                <a:gd name="T40" fmla="*/ 8 w 17"/>
                <a:gd name="T41" fmla="*/ 0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8"/>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11" y="17"/>
                    <a:pt x="14" y="16"/>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6" name="Freeform 1443">
              <a:extLst>
                <a:ext uri="{FF2B5EF4-FFF2-40B4-BE49-F238E27FC236}">
                  <a16:creationId xmlns:a16="http://schemas.microsoft.com/office/drawing/2014/main" id="{A6756629-0AF9-4079-9F9C-7C166A9000CE}"/>
                </a:ext>
              </a:extLst>
            </p:cNvPr>
            <p:cNvSpPr>
              <a:spLocks noEditPoints="1"/>
            </p:cNvSpPr>
            <p:nvPr userDrawn="1"/>
          </p:nvSpPr>
          <p:spPr bwMode="auto">
            <a:xfrm>
              <a:off x="4569994" y="5780913"/>
              <a:ext cx="24083" cy="22077"/>
            </a:xfrm>
            <a:custGeom>
              <a:avLst/>
              <a:gdLst>
                <a:gd name="T0" fmla="*/ 6 w 16"/>
                <a:gd name="T1" fmla="*/ 7 h 15"/>
                <a:gd name="T2" fmla="*/ 8 w 16"/>
                <a:gd name="T3" fmla="*/ 6 h 15"/>
                <a:gd name="T4" fmla="*/ 9 w 16"/>
                <a:gd name="T5" fmla="*/ 6 h 15"/>
                <a:gd name="T6" fmla="*/ 9 w 16"/>
                <a:gd name="T7" fmla="*/ 6 h 15"/>
                <a:gd name="T8" fmla="*/ 10 w 16"/>
                <a:gd name="T9" fmla="*/ 7 h 15"/>
                <a:gd name="T10" fmla="*/ 9 w 16"/>
                <a:gd name="T11" fmla="*/ 8 h 15"/>
                <a:gd name="T12" fmla="*/ 8 w 16"/>
                <a:gd name="T13" fmla="*/ 9 h 15"/>
                <a:gd name="T14" fmla="*/ 7 w 16"/>
                <a:gd name="T15" fmla="*/ 9 h 15"/>
                <a:gd name="T16" fmla="*/ 6 w 16"/>
                <a:gd name="T17" fmla="*/ 7 h 15"/>
                <a:gd name="T18" fmla="*/ 6 w 16"/>
                <a:gd name="T19" fmla="*/ 7 h 15"/>
                <a:gd name="T20" fmla="*/ 6 w 16"/>
                <a:gd name="T21" fmla="*/ 7 h 15"/>
                <a:gd name="T22" fmla="*/ 8 w 16"/>
                <a:gd name="T23" fmla="*/ 0 h 15"/>
                <a:gd name="T24" fmla="*/ 1 w 16"/>
                <a:gd name="T25" fmla="*/ 4 h 15"/>
                <a:gd name="T26" fmla="*/ 4 w 16"/>
                <a:gd name="T27" fmla="*/ 5 h 15"/>
                <a:gd name="T28" fmla="*/ 1 w 16"/>
                <a:gd name="T29" fmla="*/ 4 h 15"/>
                <a:gd name="T30" fmla="*/ 0 w 16"/>
                <a:gd name="T31" fmla="*/ 7 h 15"/>
                <a:gd name="T32" fmla="*/ 5 w 16"/>
                <a:gd name="T33" fmla="*/ 14 h 15"/>
                <a:gd name="T34" fmla="*/ 8 w 16"/>
                <a:gd name="T35" fmla="*/ 15 h 15"/>
                <a:gd name="T36" fmla="*/ 8 w 16"/>
                <a:gd name="T37" fmla="*/ 15 h 15"/>
                <a:gd name="T38" fmla="*/ 15 w 16"/>
                <a:gd name="T39" fmla="*/ 11 h 15"/>
                <a:gd name="T40" fmla="*/ 15 w 16"/>
                <a:gd name="T41" fmla="*/ 11 h 15"/>
                <a:gd name="T42" fmla="*/ 16 w 16"/>
                <a:gd name="T43" fmla="*/ 7 h 15"/>
                <a:gd name="T44" fmla="*/ 11 w 16"/>
                <a:gd name="T45" fmla="*/ 1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6" y="7"/>
                  </a:move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9"/>
                    <a:pt x="9"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6" y="8"/>
                    <a:pt x="16" y="7"/>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7" name="Freeform 1444">
              <a:extLst>
                <a:ext uri="{FF2B5EF4-FFF2-40B4-BE49-F238E27FC236}">
                  <a16:creationId xmlns:a16="http://schemas.microsoft.com/office/drawing/2014/main" id="{CA0B67CE-91E7-4277-A409-FB02F1F31F0F}"/>
                </a:ext>
              </a:extLst>
            </p:cNvPr>
            <p:cNvSpPr>
              <a:spLocks noEditPoints="1"/>
            </p:cNvSpPr>
            <p:nvPr userDrawn="1"/>
          </p:nvSpPr>
          <p:spPr bwMode="auto">
            <a:xfrm>
              <a:off x="4032141" y="5794961"/>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8" name="Freeform 1445">
              <a:extLst>
                <a:ext uri="{FF2B5EF4-FFF2-40B4-BE49-F238E27FC236}">
                  <a16:creationId xmlns:a16="http://schemas.microsoft.com/office/drawing/2014/main" id="{800D6AA2-EC97-440A-AFEB-91E32856BC92}"/>
                </a:ext>
              </a:extLst>
            </p:cNvPr>
            <p:cNvSpPr>
              <a:spLocks noEditPoints="1"/>
            </p:cNvSpPr>
            <p:nvPr userDrawn="1"/>
          </p:nvSpPr>
          <p:spPr bwMode="auto">
            <a:xfrm>
              <a:off x="4028127" y="5921397"/>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6 w 22"/>
                <a:gd name="T17" fmla="*/ 11 h 22"/>
                <a:gd name="T18" fmla="*/ 7 w 22"/>
                <a:gd name="T19" fmla="*/ 9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1"/>
                    <a:pt x="6" y="10"/>
                    <a:pt x="7" y="9"/>
                  </a:cubicBezTo>
                  <a:cubicBezTo>
                    <a:pt x="7" y="9"/>
                    <a:pt x="7" y="9"/>
                    <a:pt x="7" y="9"/>
                  </a:cubicBezTo>
                  <a:moveTo>
                    <a:pt x="11" y="0"/>
                  </a:moveTo>
                  <a:cubicBezTo>
                    <a:pt x="11" y="0"/>
                    <a:pt x="11" y="0"/>
                    <a:pt x="11" y="0"/>
                  </a:cubicBezTo>
                  <a:cubicBezTo>
                    <a:pt x="7" y="0"/>
                    <a:pt x="3" y="3"/>
                    <a:pt x="1" y="6"/>
                  </a:cubicBezTo>
                  <a:cubicBezTo>
                    <a:pt x="1" y="6"/>
                    <a:pt x="1" y="6"/>
                    <a:pt x="1" y="6"/>
                  </a:cubicBezTo>
                  <a:cubicBezTo>
                    <a:pt x="1"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9" name="Freeform 1446">
              <a:extLst>
                <a:ext uri="{FF2B5EF4-FFF2-40B4-BE49-F238E27FC236}">
                  <a16:creationId xmlns:a16="http://schemas.microsoft.com/office/drawing/2014/main" id="{560AB10B-D389-486B-955E-A7A96985E228}"/>
                </a:ext>
              </a:extLst>
            </p:cNvPr>
            <p:cNvSpPr>
              <a:spLocks noEditPoints="1"/>
            </p:cNvSpPr>
            <p:nvPr userDrawn="1"/>
          </p:nvSpPr>
          <p:spPr bwMode="auto">
            <a:xfrm>
              <a:off x="4012072" y="5945480"/>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3 w 17"/>
                <a:gd name="T23" fmla="*/ 6 h 17"/>
                <a:gd name="T24" fmla="*/ 6 w 17"/>
                <a:gd name="T25" fmla="*/ 8 h 17"/>
                <a:gd name="T26" fmla="*/ 9 w 17"/>
                <a:gd name="T27" fmla="*/ 0 h 17"/>
                <a:gd name="T28" fmla="*/ 1 w 17"/>
                <a:gd name="T29" fmla="*/ 5 h 17"/>
                <a:gd name="T30" fmla="*/ 1 w 17"/>
                <a:gd name="T31" fmla="*/ 5 h 17"/>
                <a:gd name="T32" fmla="*/ 0 w 17"/>
                <a:gd name="T33" fmla="*/ 9 h 17"/>
                <a:gd name="T34" fmla="*/ 5 w 17"/>
                <a:gd name="T35" fmla="*/ 17 h 17"/>
                <a:gd name="T36" fmla="*/ 5 w 17"/>
                <a:gd name="T37" fmla="*/ 17 h 17"/>
                <a:gd name="T38" fmla="*/ 9 w 17"/>
                <a:gd name="T39" fmla="*/ 17 h 17"/>
                <a:gd name="T40" fmla="*/ 9 w 17"/>
                <a:gd name="T41" fmla="*/ 17 h 17"/>
                <a:gd name="T42" fmla="*/ 9 w 17"/>
                <a:gd name="T43" fmla="*/ 17 h 17"/>
                <a:gd name="T44" fmla="*/ 16 w 17"/>
                <a:gd name="T45" fmla="*/ 13 h 17"/>
                <a:gd name="T46" fmla="*/ 17 w 17"/>
                <a:gd name="T47" fmla="*/ 9 h 17"/>
                <a:gd name="T48" fmla="*/ 12 w 17"/>
                <a:gd name="T49" fmla="*/ 1 h 17"/>
                <a:gd name="T50" fmla="*/ 12 w 17"/>
                <a:gd name="T51" fmla="*/ 1 h 17"/>
                <a:gd name="T52" fmla="*/ 9 w 17"/>
                <a:gd name="T53" fmla="*/ 0 h 17"/>
                <a:gd name="T54" fmla="*/ 9 w 17"/>
                <a:gd name="T55" fmla="*/ 0 h 17"/>
                <a:gd name="T56" fmla="*/ 9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3" y="6"/>
                    <a:pt x="3" y="6"/>
                    <a:pt x="3" y="6"/>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0" name="Freeform 1447">
              <a:extLst>
                <a:ext uri="{FF2B5EF4-FFF2-40B4-BE49-F238E27FC236}">
                  <a16:creationId xmlns:a16="http://schemas.microsoft.com/office/drawing/2014/main" id="{EC2AE34B-EE27-4867-A78A-4548C246195F}"/>
                </a:ext>
              </a:extLst>
            </p:cNvPr>
            <p:cNvSpPr>
              <a:spLocks noEditPoints="1"/>
            </p:cNvSpPr>
            <p:nvPr userDrawn="1"/>
          </p:nvSpPr>
          <p:spPr bwMode="auto">
            <a:xfrm>
              <a:off x="3987989" y="5949494"/>
              <a:ext cx="22077" cy="22077"/>
            </a:xfrm>
            <a:custGeom>
              <a:avLst/>
              <a:gdLst>
                <a:gd name="T0" fmla="*/ 6 w 15"/>
                <a:gd name="T1" fmla="*/ 9 h 15"/>
                <a:gd name="T2" fmla="*/ 6 w 15"/>
                <a:gd name="T3" fmla="*/ 8 h 15"/>
                <a:gd name="T4" fmla="*/ 6 w 15"/>
                <a:gd name="T5" fmla="*/ 7 h 15"/>
                <a:gd name="T6" fmla="*/ 3 w 15"/>
                <a:gd name="T7" fmla="*/ 6 h 15"/>
                <a:gd name="T8" fmla="*/ 6 w 15"/>
                <a:gd name="T9" fmla="*/ 7 h 15"/>
                <a:gd name="T10" fmla="*/ 7 w 15"/>
                <a:gd name="T11" fmla="*/ 6 h 15"/>
                <a:gd name="T12" fmla="*/ 8 w 15"/>
                <a:gd name="T13" fmla="*/ 6 h 15"/>
                <a:gd name="T14" fmla="*/ 8 w 15"/>
                <a:gd name="T15" fmla="*/ 6 h 15"/>
                <a:gd name="T16" fmla="*/ 9 w 15"/>
                <a:gd name="T17" fmla="*/ 8 h 15"/>
                <a:gd name="T18" fmla="*/ 9 w 15"/>
                <a:gd name="T19" fmla="*/ 8 h 15"/>
                <a:gd name="T20" fmla="*/ 9 w 15"/>
                <a:gd name="T21" fmla="*/ 8 h 15"/>
                <a:gd name="T22" fmla="*/ 7 w 15"/>
                <a:gd name="T23" fmla="*/ 9 h 15"/>
                <a:gd name="T24" fmla="*/ 6 w 15"/>
                <a:gd name="T25" fmla="*/ 9 h 15"/>
                <a:gd name="T26" fmla="*/ 7 w 15"/>
                <a:gd name="T27" fmla="*/ 0 h 15"/>
                <a:gd name="T28" fmla="*/ 0 w 15"/>
                <a:gd name="T29" fmla="*/ 4 h 15"/>
                <a:gd name="T30" fmla="*/ 0 w 15"/>
                <a:gd name="T31" fmla="*/ 4 h 15"/>
                <a:gd name="T32" fmla="*/ 0 w 15"/>
                <a:gd name="T33" fmla="*/ 8 h 15"/>
                <a:gd name="T34" fmla="*/ 4 w 15"/>
                <a:gd name="T35" fmla="*/ 14 h 15"/>
                <a:gd name="T36" fmla="*/ 4 w 15"/>
                <a:gd name="T37" fmla="*/ 15 h 15"/>
                <a:gd name="T38" fmla="*/ 4 w 15"/>
                <a:gd name="T39" fmla="*/ 14 h 15"/>
                <a:gd name="T40" fmla="*/ 7 w 15"/>
                <a:gd name="T41" fmla="*/ 15 h 15"/>
                <a:gd name="T42" fmla="*/ 7 w 15"/>
                <a:gd name="T43" fmla="*/ 15 h 15"/>
                <a:gd name="T44" fmla="*/ 7 w 15"/>
                <a:gd name="T45" fmla="*/ 15 h 15"/>
                <a:gd name="T46" fmla="*/ 14 w 15"/>
                <a:gd name="T47" fmla="*/ 11 h 15"/>
                <a:gd name="T48" fmla="*/ 14 w 15"/>
                <a:gd name="T49" fmla="*/ 11 h 15"/>
                <a:gd name="T50" fmla="*/ 15 w 15"/>
                <a:gd name="T51" fmla="*/ 8 h 15"/>
                <a:gd name="T52" fmla="*/ 11 w 15"/>
                <a:gd name="T53" fmla="*/ 1 h 15"/>
                <a:gd name="T54" fmla="*/ 11 w 15"/>
                <a:gd name="T55" fmla="*/ 1 h 15"/>
                <a:gd name="T56" fmla="*/ 7 w 15"/>
                <a:gd name="T57" fmla="*/ 0 h 15"/>
                <a:gd name="T58" fmla="*/ 7 w 15"/>
                <a:gd name="T59" fmla="*/ 0 h 15"/>
                <a:gd name="T60" fmla="*/ 7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6" y="9"/>
                  </a:moveTo>
                  <a:cubicBezTo>
                    <a:pt x="6" y="9"/>
                    <a:pt x="6" y="8"/>
                    <a:pt x="6" y="8"/>
                  </a:cubicBezTo>
                  <a:cubicBezTo>
                    <a:pt x="6" y="7"/>
                    <a:pt x="6" y="7"/>
                    <a:pt x="6" y="7"/>
                  </a:cubicBezTo>
                  <a:cubicBezTo>
                    <a:pt x="3" y="6"/>
                    <a:pt x="3" y="6"/>
                    <a:pt x="3" y="6"/>
                  </a:cubicBezTo>
                  <a:cubicBezTo>
                    <a:pt x="6" y="7"/>
                    <a:pt x="6" y="7"/>
                    <a:pt x="6" y="7"/>
                  </a:cubicBezTo>
                  <a:cubicBezTo>
                    <a:pt x="6" y="6"/>
                    <a:pt x="7" y="6"/>
                    <a:pt x="7" y="6"/>
                  </a:cubicBezTo>
                  <a:cubicBezTo>
                    <a:pt x="8" y="6"/>
                    <a:pt x="8" y="6"/>
                    <a:pt x="8" y="6"/>
                  </a:cubicBezTo>
                  <a:cubicBezTo>
                    <a:pt x="8" y="6"/>
                    <a:pt x="8" y="6"/>
                    <a:pt x="8" y="6"/>
                  </a:cubicBezTo>
                  <a:cubicBezTo>
                    <a:pt x="8" y="6"/>
                    <a:pt x="9" y="7"/>
                    <a:pt x="9" y="8"/>
                  </a:cubicBezTo>
                  <a:cubicBezTo>
                    <a:pt x="9" y="8"/>
                    <a:pt x="9" y="8"/>
                    <a:pt x="9" y="8"/>
                  </a:cubicBezTo>
                  <a:cubicBezTo>
                    <a:pt x="9" y="8"/>
                    <a:pt x="9" y="8"/>
                    <a:pt x="9" y="8"/>
                  </a:cubicBezTo>
                  <a:cubicBezTo>
                    <a:pt x="8" y="9"/>
                    <a:pt x="8" y="9"/>
                    <a:pt x="7" y="9"/>
                  </a:cubicBezTo>
                  <a:cubicBezTo>
                    <a:pt x="6" y="9"/>
                    <a:pt x="6" y="9"/>
                    <a:pt x="6" y="9"/>
                  </a:cubicBezTo>
                  <a:moveTo>
                    <a:pt x="7" y="0"/>
                  </a:moveTo>
                  <a:cubicBezTo>
                    <a:pt x="4" y="0"/>
                    <a:pt x="2" y="1"/>
                    <a:pt x="0" y="4"/>
                  </a:cubicBezTo>
                  <a:cubicBezTo>
                    <a:pt x="0" y="4"/>
                    <a:pt x="0" y="4"/>
                    <a:pt x="0" y="4"/>
                  </a:cubicBezTo>
                  <a:cubicBezTo>
                    <a:pt x="0" y="5"/>
                    <a:pt x="0" y="6"/>
                    <a:pt x="0" y="8"/>
                  </a:cubicBezTo>
                  <a:cubicBezTo>
                    <a:pt x="0" y="10"/>
                    <a:pt x="1" y="13"/>
                    <a:pt x="4" y="14"/>
                  </a:cubicBezTo>
                  <a:cubicBezTo>
                    <a:pt x="4" y="15"/>
                    <a:pt x="4" y="15"/>
                    <a:pt x="4" y="15"/>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4" y="11"/>
                    <a:pt x="14" y="11"/>
                    <a:pt x="14" y="11"/>
                  </a:cubicBezTo>
                  <a:cubicBezTo>
                    <a:pt x="15" y="10"/>
                    <a:pt x="15" y="9"/>
                    <a:pt x="15" y="8"/>
                  </a:cubicBezTo>
                  <a:cubicBezTo>
                    <a:pt x="15" y="5"/>
                    <a:pt x="13" y="2"/>
                    <a:pt x="11" y="1"/>
                  </a:cubicBezTo>
                  <a:cubicBezTo>
                    <a:pt x="11" y="1"/>
                    <a:pt x="11" y="1"/>
                    <a:pt x="11" y="1"/>
                  </a:cubicBezTo>
                  <a:cubicBezTo>
                    <a:pt x="9" y="0"/>
                    <a:pt x="8"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1" name="Freeform 1448">
              <a:extLst>
                <a:ext uri="{FF2B5EF4-FFF2-40B4-BE49-F238E27FC236}">
                  <a16:creationId xmlns:a16="http://schemas.microsoft.com/office/drawing/2014/main" id="{E3B9563B-F01B-4CD5-A56F-FC047C132773}"/>
                </a:ext>
              </a:extLst>
            </p:cNvPr>
            <p:cNvSpPr>
              <a:spLocks noEditPoints="1"/>
            </p:cNvSpPr>
            <p:nvPr userDrawn="1"/>
          </p:nvSpPr>
          <p:spPr bwMode="auto">
            <a:xfrm>
              <a:off x="5075736"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2" name="Freeform 1449">
              <a:extLst>
                <a:ext uri="{FF2B5EF4-FFF2-40B4-BE49-F238E27FC236}">
                  <a16:creationId xmlns:a16="http://schemas.microsoft.com/office/drawing/2014/main" id="{7919453D-88BD-4F4C-AB97-4B46A3394246}"/>
                </a:ext>
              </a:extLst>
            </p:cNvPr>
            <p:cNvSpPr>
              <a:spLocks noEditPoints="1"/>
            </p:cNvSpPr>
            <p:nvPr userDrawn="1"/>
          </p:nvSpPr>
          <p:spPr bwMode="auto">
            <a:xfrm>
              <a:off x="5059680"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3" name="Freeform 1450">
              <a:extLst>
                <a:ext uri="{FF2B5EF4-FFF2-40B4-BE49-F238E27FC236}">
                  <a16:creationId xmlns:a16="http://schemas.microsoft.com/office/drawing/2014/main" id="{ECBCAC87-817F-4A64-8FE4-4ACFA9618718}"/>
                </a:ext>
              </a:extLst>
            </p:cNvPr>
            <p:cNvSpPr>
              <a:spLocks noEditPoints="1"/>
            </p:cNvSpPr>
            <p:nvPr userDrawn="1"/>
          </p:nvSpPr>
          <p:spPr bwMode="auto">
            <a:xfrm>
              <a:off x="5041618" y="5501952"/>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9 w 16"/>
                <a:gd name="T13" fmla="*/ 7 h 17"/>
                <a:gd name="T14" fmla="*/ 10 w 16"/>
                <a:gd name="T15" fmla="*/ 7 h 17"/>
                <a:gd name="T16" fmla="*/ 10 w 16"/>
                <a:gd name="T17" fmla="*/ 8 h 17"/>
                <a:gd name="T18" fmla="*/ 10 w 16"/>
                <a:gd name="T19" fmla="*/ 10 h 17"/>
                <a:gd name="T20" fmla="*/ 8 w 16"/>
                <a:gd name="T21" fmla="*/ 11 h 17"/>
                <a:gd name="T22" fmla="*/ 7 w 16"/>
                <a:gd name="T23" fmla="*/ 10 h 17"/>
                <a:gd name="T24" fmla="*/ 7 w 16"/>
                <a:gd name="T25" fmla="*/ 1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8 w 16"/>
                <a:gd name="T51" fmla="*/ 0 h 17"/>
                <a:gd name="T52" fmla="*/ 8 w 16"/>
                <a:gd name="T53" fmla="*/ 0 h 17"/>
                <a:gd name="T54" fmla="*/ 8 w 16"/>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7"/>
                  </a:cubicBezTo>
                  <a:cubicBezTo>
                    <a:pt x="10" y="7"/>
                    <a:pt x="10" y="7"/>
                    <a:pt x="10" y="7"/>
                  </a:cubicBezTo>
                  <a:cubicBezTo>
                    <a:pt x="10" y="7"/>
                    <a:pt x="10" y="8"/>
                    <a:pt x="10" y="8"/>
                  </a:cubicBezTo>
                  <a:cubicBezTo>
                    <a:pt x="10" y="9"/>
                    <a:pt x="10" y="9"/>
                    <a:pt x="10" y="10"/>
                  </a:cubicBezTo>
                  <a:cubicBezTo>
                    <a:pt x="9" y="10"/>
                    <a:pt x="9" y="11"/>
                    <a:pt x="8" y="11"/>
                  </a:cubicBezTo>
                  <a:cubicBezTo>
                    <a:pt x="8" y="11"/>
                    <a:pt x="7" y="10"/>
                    <a:pt x="7" y="10"/>
                  </a:cubicBezTo>
                  <a:cubicBezTo>
                    <a:pt x="7" y="10"/>
                    <a:pt x="7" y="10"/>
                    <a:pt x="7" y="10"/>
                  </a:cubicBezTo>
                  <a:moveTo>
                    <a:pt x="8" y="0"/>
                  </a:move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2"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4" name="Freeform 1451">
              <a:extLst>
                <a:ext uri="{FF2B5EF4-FFF2-40B4-BE49-F238E27FC236}">
                  <a16:creationId xmlns:a16="http://schemas.microsoft.com/office/drawing/2014/main" id="{A5AD2D4F-DC55-49A4-8585-C5B42A0D90DA}"/>
                </a:ext>
              </a:extLst>
            </p:cNvPr>
            <p:cNvSpPr>
              <a:spLocks noEditPoints="1"/>
            </p:cNvSpPr>
            <p:nvPr userDrawn="1"/>
          </p:nvSpPr>
          <p:spPr bwMode="auto">
            <a:xfrm>
              <a:off x="5017535" y="5499945"/>
              <a:ext cx="22077" cy="22077"/>
            </a:xfrm>
            <a:custGeom>
              <a:avLst/>
              <a:gdLst>
                <a:gd name="T0" fmla="*/ 7 w 15"/>
                <a:gd name="T1" fmla="*/ 8 h 14"/>
                <a:gd name="T2" fmla="*/ 6 w 15"/>
                <a:gd name="T3" fmla="*/ 7 h 14"/>
                <a:gd name="T4" fmla="*/ 7 w 15"/>
                <a:gd name="T5" fmla="*/ 6 h 14"/>
                <a:gd name="T6" fmla="*/ 4 w 15"/>
                <a:gd name="T7" fmla="*/ 4 h 14"/>
                <a:gd name="T8" fmla="*/ 7 w 15"/>
                <a:gd name="T9" fmla="*/ 6 h 14"/>
                <a:gd name="T10" fmla="*/ 8 w 15"/>
                <a:gd name="T11" fmla="*/ 6 h 14"/>
                <a:gd name="T12" fmla="*/ 9 w 15"/>
                <a:gd name="T13" fmla="*/ 6 h 14"/>
                <a:gd name="T14" fmla="*/ 9 w 15"/>
                <a:gd name="T15" fmla="*/ 7 h 14"/>
                <a:gd name="T16" fmla="*/ 9 w 15"/>
                <a:gd name="T17" fmla="*/ 8 h 14"/>
                <a:gd name="T18" fmla="*/ 9 w 15"/>
                <a:gd name="T19" fmla="*/ 8 h 14"/>
                <a:gd name="T20" fmla="*/ 8 w 15"/>
                <a:gd name="T21" fmla="*/ 8 h 14"/>
                <a:gd name="T22" fmla="*/ 7 w 15"/>
                <a:gd name="T23" fmla="*/ 8 h 14"/>
                <a:gd name="T24" fmla="*/ 8 w 15"/>
                <a:gd name="T25" fmla="*/ 0 h 14"/>
                <a:gd name="T26" fmla="*/ 2 w 15"/>
                <a:gd name="T27" fmla="*/ 3 h 14"/>
                <a:gd name="T28" fmla="*/ 2 w 15"/>
                <a:gd name="T29" fmla="*/ 3 h 14"/>
                <a:gd name="T30" fmla="*/ 0 w 15"/>
                <a:gd name="T31" fmla="*/ 7 h 14"/>
                <a:gd name="T32" fmla="*/ 3 w 15"/>
                <a:gd name="T33" fmla="*/ 13 h 14"/>
                <a:gd name="T34" fmla="*/ 3 w 15"/>
                <a:gd name="T35" fmla="*/ 13 h 14"/>
                <a:gd name="T36" fmla="*/ 8 w 15"/>
                <a:gd name="T37" fmla="*/ 14 h 14"/>
                <a:gd name="T38" fmla="*/ 8 w 15"/>
                <a:gd name="T39" fmla="*/ 14 h 14"/>
                <a:gd name="T40" fmla="*/ 14 w 15"/>
                <a:gd name="T41" fmla="*/ 11 h 14"/>
                <a:gd name="T42" fmla="*/ 14 w 15"/>
                <a:gd name="T43" fmla="*/ 11 h 14"/>
                <a:gd name="T44" fmla="*/ 15 w 15"/>
                <a:gd name="T45" fmla="*/ 7 h 14"/>
                <a:gd name="T46" fmla="*/ 12 w 15"/>
                <a:gd name="T47" fmla="*/ 1 h 14"/>
                <a:gd name="T48" fmla="*/ 8 w 15"/>
                <a:gd name="T49" fmla="*/ 0 h 14"/>
                <a:gd name="T50" fmla="*/ 8 w 15"/>
                <a:gd name="T51" fmla="*/ 0 h 14"/>
                <a:gd name="T52" fmla="*/ 8 w 1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4">
                  <a:moveTo>
                    <a:pt x="7" y="8"/>
                  </a:move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cubicBezTo>
                    <a:pt x="7" y="8"/>
                    <a:pt x="7" y="8"/>
                    <a:pt x="7" y="8"/>
                  </a:cubicBezTo>
                  <a:moveTo>
                    <a:pt x="8" y="0"/>
                  </a:moveTo>
                  <a:cubicBezTo>
                    <a:pt x="6" y="0"/>
                    <a:pt x="3" y="1"/>
                    <a:pt x="2" y="3"/>
                  </a:cubicBezTo>
                  <a:cubicBezTo>
                    <a:pt x="2" y="3"/>
                    <a:pt x="2" y="3"/>
                    <a:pt x="2" y="3"/>
                  </a:cubicBezTo>
                  <a:cubicBezTo>
                    <a:pt x="1" y="4"/>
                    <a:pt x="0" y="5"/>
                    <a:pt x="0" y="7"/>
                  </a:cubicBezTo>
                  <a:cubicBezTo>
                    <a:pt x="0" y="9"/>
                    <a:pt x="1" y="11"/>
                    <a:pt x="3" y="13"/>
                  </a:cubicBezTo>
                  <a:cubicBezTo>
                    <a:pt x="3" y="13"/>
                    <a:pt x="3" y="13"/>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5" name="Freeform 1452">
              <a:extLst>
                <a:ext uri="{FF2B5EF4-FFF2-40B4-BE49-F238E27FC236}">
                  <a16:creationId xmlns:a16="http://schemas.microsoft.com/office/drawing/2014/main" id="{41C5711C-3A5E-4CCA-9E53-C4485A8D3297}"/>
                </a:ext>
              </a:extLst>
            </p:cNvPr>
            <p:cNvSpPr>
              <a:spLocks noEditPoints="1"/>
            </p:cNvSpPr>
            <p:nvPr userDrawn="1"/>
          </p:nvSpPr>
          <p:spPr bwMode="auto">
            <a:xfrm>
              <a:off x="3913733"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74 w 240"/>
                <a:gd name="T11" fmla="*/ 8 h 203"/>
                <a:gd name="T12" fmla="*/ 190 w 240"/>
                <a:gd name="T13" fmla="*/ 9 h 203"/>
                <a:gd name="T14" fmla="*/ 201 w 240"/>
                <a:gd name="T15" fmla="*/ 17 h 203"/>
                <a:gd name="T16" fmla="*/ 198 w 240"/>
                <a:gd name="T17" fmla="*/ 48 h 203"/>
                <a:gd name="T18" fmla="*/ 209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4 w 240"/>
                <a:gd name="T33" fmla="*/ 155 h 203"/>
                <a:gd name="T34" fmla="*/ 125 w 240"/>
                <a:gd name="T35" fmla="*/ 141 h 203"/>
                <a:gd name="T36" fmla="*/ 127 w 240"/>
                <a:gd name="T37" fmla="*/ 152 h 203"/>
                <a:gd name="T38" fmla="*/ 78 w 240"/>
                <a:gd name="T39" fmla="*/ 171 h 203"/>
                <a:gd name="T40" fmla="*/ 58 w 240"/>
                <a:gd name="T41" fmla="*/ 164 h 203"/>
                <a:gd name="T42" fmla="*/ 59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1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10"/>
                    <a:pt x="129" y="9"/>
                  </a:cubicBezTo>
                  <a:cubicBezTo>
                    <a:pt x="138" y="9"/>
                    <a:pt x="158" y="8"/>
                    <a:pt x="173" y="8"/>
                  </a:cubicBezTo>
                  <a:cubicBezTo>
                    <a:pt x="173" y="8"/>
                    <a:pt x="173" y="8"/>
                    <a:pt x="174"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6"/>
                    <a:pt x="177"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5"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2" y="9"/>
                    <a:pt x="199" y="8"/>
                  </a:cubicBezTo>
                  <a:cubicBezTo>
                    <a:pt x="198" y="7"/>
                    <a:pt x="197" y="6"/>
                    <a:pt x="196" y="6"/>
                  </a:cubicBezTo>
                  <a:cubicBezTo>
                    <a:pt x="195" y="6"/>
                    <a:pt x="195" y="5"/>
                    <a:pt x="195" y="5"/>
                  </a:cubicBezTo>
                  <a:cubicBezTo>
                    <a:pt x="195" y="5"/>
                    <a:pt x="195" y="5"/>
                    <a:pt x="195" y="5"/>
                  </a:cubicBezTo>
                  <a:cubicBezTo>
                    <a:pt x="194" y="4"/>
                    <a:pt x="193" y="4"/>
                    <a:pt x="193" y="4"/>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6" name="Freeform 1453">
              <a:extLst>
                <a:ext uri="{FF2B5EF4-FFF2-40B4-BE49-F238E27FC236}">
                  <a16:creationId xmlns:a16="http://schemas.microsoft.com/office/drawing/2014/main" id="{30254D67-6D28-43BC-892C-CD1D416730FD}"/>
                </a:ext>
              </a:extLst>
            </p:cNvPr>
            <p:cNvSpPr>
              <a:spLocks/>
            </p:cNvSpPr>
            <p:nvPr userDrawn="1"/>
          </p:nvSpPr>
          <p:spPr bwMode="auto">
            <a:xfrm>
              <a:off x="3941829" y="4149292"/>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7" name="Freeform 1454">
              <a:extLst>
                <a:ext uri="{FF2B5EF4-FFF2-40B4-BE49-F238E27FC236}">
                  <a16:creationId xmlns:a16="http://schemas.microsoft.com/office/drawing/2014/main" id="{09030836-481A-4A53-8424-F877827A1E88}"/>
                </a:ext>
              </a:extLst>
            </p:cNvPr>
            <p:cNvSpPr>
              <a:spLocks/>
            </p:cNvSpPr>
            <p:nvPr userDrawn="1"/>
          </p:nvSpPr>
          <p:spPr bwMode="auto">
            <a:xfrm>
              <a:off x="4234839" y="4265693"/>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8" name="Freeform 1455">
              <a:extLst>
                <a:ext uri="{FF2B5EF4-FFF2-40B4-BE49-F238E27FC236}">
                  <a16:creationId xmlns:a16="http://schemas.microsoft.com/office/drawing/2014/main" id="{FAFC63C8-FFCF-4FA6-A246-79CDF06CB222}"/>
                </a:ext>
              </a:extLst>
            </p:cNvPr>
            <p:cNvSpPr>
              <a:spLocks noEditPoints="1"/>
            </p:cNvSpPr>
            <p:nvPr userDrawn="1"/>
          </p:nvSpPr>
          <p:spPr bwMode="auto">
            <a:xfrm>
              <a:off x="3550482" y="5780913"/>
              <a:ext cx="361244" cy="315086"/>
            </a:xfrm>
            <a:custGeom>
              <a:avLst/>
              <a:gdLst>
                <a:gd name="T0" fmla="*/ 118 w 240"/>
                <a:gd name="T1" fmla="*/ 5 h 209"/>
                <a:gd name="T2" fmla="*/ 213 w 240"/>
                <a:gd name="T3" fmla="*/ 189 h 209"/>
                <a:gd name="T4" fmla="*/ 111 w 240"/>
                <a:gd name="T5" fmla="*/ 6 h 209"/>
                <a:gd name="T6" fmla="*/ 119 w 240"/>
                <a:gd name="T7" fmla="*/ 12 h 209"/>
                <a:gd name="T8" fmla="*/ 129 w 240"/>
                <a:gd name="T9" fmla="*/ 9 h 209"/>
                <a:gd name="T10" fmla="*/ 190 w 240"/>
                <a:gd name="T11" fmla="*/ 8 h 209"/>
                <a:gd name="T12" fmla="*/ 203 w 240"/>
                <a:gd name="T13" fmla="*/ 24 h 209"/>
                <a:gd name="T14" fmla="*/ 202 w 240"/>
                <a:gd name="T15" fmla="*/ 57 h 209"/>
                <a:gd name="T16" fmla="*/ 218 w 240"/>
                <a:gd name="T17" fmla="*/ 59 h 209"/>
                <a:gd name="T18" fmla="*/ 231 w 240"/>
                <a:gd name="T19" fmla="*/ 91 h 209"/>
                <a:gd name="T20" fmla="*/ 197 w 240"/>
                <a:gd name="T21" fmla="*/ 119 h 209"/>
                <a:gd name="T22" fmla="*/ 176 w 240"/>
                <a:gd name="T23" fmla="*/ 126 h 209"/>
                <a:gd name="T24" fmla="*/ 158 w 240"/>
                <a:gd name="T25" fmla="*/ 154 h 209"/>
                <a:gd name="T26" fmla="*/ 140 w 240"/>
                <a:gd name="T27" fmla="*/ 147 h 209"/>
                <a:gd name="T28" fmla="*/ 128 w 240"/>
                <a:gd name="T29" fmla="*/ 149 h 209"/>
                <a:gd name="T30" fmla="*/ 78 w 240"/>
                <a:gd name="T31" fmla="*/ 170 h 209"/>
                <a:gd name="T32" fmla="*/ 56 w 240"/>
                <a:gd name="T33" fmla="*/ 157 h 209"/>
                <a:gd name="T34" fmla="*/ 43 w 240"/>
                <a:gd name="T35" fmla="*/ 121 h 209"/>
                <a:gd name="T36" fmla="*/ 8 w 240"/>
                <a:gd name="T37" fmla="*/ 91 h 209"/>
                <a:gd name="T38" fmla="*/ 27 w 240"/>
                <a:gd name="T39" fmla="*/ 77 h 209"/>
                <a:gd name="T40" fmla="*/ 27 w 240"/>
                <a:gd name="T41" fmla="*/ 24 h 209"/>
                <a:gd name="T42" fmla="*/ 67 w 240"/>
                <a:gd name="T43" fmla="*/ 21 h 209"/>
                <a:gd name="T44" fmla="*/ 81 w 240"/>
                <a:gd name="T45" fmla="*/ 9 h 209"/>
                <a:gd name="T46" fmla="*/ 195 w 240"/>
                <a:gd name="T47" fmla="*/ 4 h 209"/>
                <a:gd name="T48" fmla="*/ 105 w 240"/>
                <a:gd name="T49" fmla="*/ 0 h 209"/>
                <a:gd name="T50" fmla="*/ 75 w 240"/>
                <a:gd name="T51" fmla="*/ 6 h 209"/>
                <a:gd name="T52" fmla="*/ 67 w 240"/>
                <a:gd name="T53" fmla="*/ 15 h 209"/>
                <a:gd name="T54" fmla="*/ 40 w 240"/>
                <a:gd name="T55" fmla="*/ 4 h 209"/>
                <a:gd name="T56" fmla="*/ 17 w 240"/>
                <a:gd name="T57" fmla="*/ 66 h 209"/>
                <a:gd name="T58" fmla="*/ 21 w 240"/>
                <a:gd name="T59" fmla="*/ 77 h 209"/>
                <a:gd name="T60" fmla="*/ 0 w 240"/>
                <a:gd name="T61" fmla="*/ 97 h 209"/>
                <a:gd name="T62" fmla="*/ 16 w 240"/>
                <a:gd name="T63" fmla="*/ 126 h 209"/>
                <a:gd name="T64" fmla="*/ 45 w 240"/>
                <a:gd name="T65" fmla="*/ 128 h 209"/>
                <a:gd name="T66" fmla="*/ 50 w 240"/>
                <a:gd name="T67" fmla="*/ 157 h 209"/>
                <a:gd name="T68" fmla="*/ 114 w 240"/>
                <a:gd name="T69" fmla="*/ 168 h 209"/>
                <a:gd name="T70" fmla="*/ 141 w 240"/>
                <a:gd name="T71" fmla="*/ 154 h 209"/>
                <a:gd name="T72" fmla="*/ 158 w 240"/>
                <a:gd name="T73" fmla="*/ 160 h 209"/>
                <a:gd name="T74" fmla="*/ 216 w 240"/>
                <a:gd name="T75" fmla="*/ 209 h 209"/>
                <a:gd name="T76" fmla="*/ 204 w 240"/>
                <a:gd name="T77" fmla="*/ 123 h 209"/>
                <a:gd name="T78" fmla="*/ 221 w 240"/>
                <a:gd name="T79" fmla="*/ 103 h 209"/>
                <a:gd name="T80" fmla="*/ 232 w 240"/>
                <a:gd name="T81" fmla="*/ 58 h 209"/>
                <a:gd name="T82" fmla="*/ 214 w 240"/>
                <a:gd name="T83" fmla="*/ 53 h 209"/>
                <a:gd name="T84" fmla="*/ 206 w 240"/>
                <a:gd name="T85" fmla="*/ 38 h 209"/>
                <a:gd name="T86" fmla="*/ 196 w 240"/>
                <a:gd name="T87" fmla="*/ 5 h 209"/>
                <a:gd name="T88" fmla="*/ 195 w 240"/>
                <a:gd name="T89" fmla="*/ 4 h 209"/>
                <a:gd name="T90" fmla="*/ 173 w 240"/>
                <a:gd name="T91" fmla="*/ 1 h 209"/>
                <a:gd name="T92" fmla="*/ 121 w 240"/>
                <a:gd name="T93" fmla="*/ 4 h 209"/>
                <a:gd name="T94" fmla="*/ 119 w 240"/>
                <a:gd name="T95" fmla="*/ 5 h 209"/>
                <a:gd name="T96" fmla="*/ 105 w 240"/>
                <a:gd name="T9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118" y="5"/>
                  </a:moveTo>
                  <a:cubicBezTo>
                    <a:pt x="119" y="5"/>
                    <a:pt x="119" y="5"/>
                    <a:pt x="119" y="5"/>
                  </a:cubicBezTo>
                  <a:cubicBezTo>
                    <a:pt x="119" y="5"/>
                    <a:pt x="119" y="5"/>
                    <a:pt x="119" y="5"/>
                  </a:cubicBezTo>
                  <a:cubicBezTo>
                    <a:pt x="118" y="5"/>
                    <a:pt x="118" y="5"/>
                    <a:pt x="118" y="5"/>
                  </a:cubicBezTo>
                  <a:moveTo>
                    <a:pt x="211" y="191"/>
                  </a:moveTo>
                  <a:cubicBezTo>
                    <a:pt x="213" y="189"/>
                    <a:pt x="213" y="189"/>
                    <a:pt x="213" y="189"/>
                  </a:cubicBezTo>
                  <a:cubicBezTo>
                    <a:pt x="211" y="191"/>
                    <a:pt x="211" y="191"/>
                    <a:pt x="211" y="191"/>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5"/>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9"/>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0" y="75"/>
                    <a:pt x="20" y="75"/>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8" y="176"/>
                  </a:cubicBezTo>
                  <a:cubicBezTo>
                    <a:pt x="89" y="176"/>
                    <a:pt x="103" y="173"/>
                    <a:pt x="114" y="168"/>
                  </a:cubicBezTo>
                  <a:cubicBezTo>
                    <a:pt x="119" y="166"/>
                    <a:pt x="124" y="163"/>
                    <a:pt x="128" y="160"/>
                  </a:cubicBezTo>
                  <a:cubicBezTo>
                    <a:pt x="130"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5"/>
                  </a:cubicBezTo>
                  <a:cubicBezTo>
                    <a:pt x="235" y="62"/>
                    <a:pt x="234"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6"/>
                    <a:pt x="196" y="5"/>
                  </a:cubicBezTo>
                  <a:cubicBezTo>
                    <a:pt x="195" y="5"/>
                    <a:pt x="195" y="5"/>
                    <a:pt x="195" y="4"/>
                  </a:cubicBezTo>
                  <a:cubicBezTo>
                    <a:pt x="195" y="4"/>
                    <a:pt x="195" y="4"/>
                    <a:pt x="195" y="4"/>
                  </a:cubicBezTo>
                  <a:cubicBezTo>
                    <a:pt x="194" y="4"/>
                    <a:pt x="194" y="4"/>
                    <a:pt x="194" y="4"/>
                  </a:cubicBezTo>
                  <a:cubicBezTo>
                    <a:pt x="195" y="4"/>
                    <a:pt x="195" y="4"/>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9" name="Freeform 1456">
              <a:extLst>
                <a:ext uri="{FF2B5EF4-FFF2-40B4-BE49-F238E27FC236}">
                  <a16:creationId xmlns:a16="http://schemas.microsoft.com/office/drawing/2014/main" id="{39E40EED-66FB-425F-8886-2F502CE81B96}"/>
                </a:ext>
              </a:extLst>
            </p:cNvPr>
            <p:cNvSpPr>
              <a:spLocks noEditPoints="1"/>
            </p:cNvSpPr>
            <p:nvPr userDrawn="1"/>
          </p:nvSpPr>
          <p:spPr bwMode="auto">
            <a:xfrm>
              <a:off x="4299060" y="4002788"/>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8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0" name="Freeform 1457">
              <a:extLst>
                <a:ext uri="{FF2B5EF4-FFF2-40B4-BE49-F238E27FC236}">
                  <a16:creationId xmlns:a16="http://schemas.microsoft.com/office/drawing/2014/main" id="{1255AF40-52E3-4A3D-B02B-BA0BFFFF0A4F}"/>
                </a:ext>
              </a:extLst>
            </p:cNvPr>
            <p:cNvSpPr>
              <a:spLocks noEditPoints="1"/>
            </p:cNvSpPr>
            <p:nvPr userDrawn="1"/>
          </p:nvSpPr>
          <p:spPr bwMode="auto">
            <a:xfrm>
              <a:off x="5539332" y="3966664"/>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7"/>
                    <a:pt x="1" y="67"/>
                    <a:pt x="1" y="68"/>
                  </a:cubicBezTo>
                  <a:cubicBezTo>
                    <a:pt x="1" y="69"/>
                    <a:pt x="0" y="71"/>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1" name="Freeform 1458">
              <a:extLst>
                <a:ext uri="{FF2B5EF4-FFF2-40B4-BE49-F238E27FC236}">
                  <a16:creationId xmlns:a16="http://schemas.microsoft.com/office/drawing/2014/main" id="{63F2FFC5-0B58-4177-96C2-D9F416D5236A}"/>
                </a:ext>
              </a:extLst>
            </p:cNvPr>
            <p:cNvSpPr>
              <a:spLocks noEditPoints="1"/>
            </p:cNvSpPr>
            <p:nvPr userDrawn="1"/>
          </p:nvSpPr>
          <p:spPr bwMode="auto">
            <a:xfrm>
              <a:off x="5583484" y="4757387"/>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9 h 268"/>
                <a:gd name="T60" fmla="*/ 298 w 298"/>
                <a:gd name="T61" fmla="*/ 151 h 268"/>
                <a:gd name="T62" fmla="*/ 287 w 298"/>
                <a:gd name="T63" fmla="*/ 123 h 268"/>
                <a:gd name="T64" fmla="*/ 285 w 298"/>
                <a:gd name="T65" fmla="*/ 125 h 268"/>
                <a:gd name="T66" fmla="*/ 285 w 298"/>
                <a:gd name="T67" fmla="*/ 125 h 268"/>
                <a:gd name="T68" fmla="*/ 97 w 298"/>
                <a:gd name="T69" fmla="*/ 2 h 268"/>
                <a:gd name="T70" fmla="*/ 87 w 298"/>
                <a:gd name="T71" fmla="*/ 0 h 268"/>
                <a:gd name="T72" fmla="*/ 87 w 298"/>
                <a:gd name="T7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3"/>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9"/>
                  </a:cubicBezTo>
                  <a:cubicBezTo>
                    <a:pt x="271" y="218"/>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2" name="Freeform 1459">
              <a:extLst>
                <a:ext uri="{FF2B5EF4-FFF2-40B4-BE49-F238E27FC236}">
                  <a16:creationId xmlns:a16="http://schemas.microsoft.com/office/drawing/2014/main" id="{6D99800D-BA91-49A9-9B14-21AFF8C167E8}"/>
                </a:ext>
              </a:extLst>
            </p:cNvPr>
            <p:cNvSpPr>
              <a:spLocks noEditPoints="1"/>
            </p:cNvSpPr>
            <p:nvPr userDrawn="1"/>
          </p:nvSpPr>
          <p:spPr bwMode="auto">
            <a:xfrm>
              <a:off x="5583484"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3" name="Freeform 1460">
              <a:extLst>
                <a:ext uri="{FF2B5EF4-FFF2-40B4-BE49-F238E27FC236}">
                  <a16:creationId xmlns:a16="http://schemas.microsoft.com/office/drawing/2014/main" id="{1EE714D1-D5E0-4FA3-A7E7-B5BF3C47DC20}"/>
                </a:ext>
              </a:extLst>
            </p:cNvPr>
            <p:cNvSpPr>
              <a:spLocks noEditPoints="1"/>
            </p:cNvSpPr>
            <p:nvPr userDrawn="1"/>
          </p:nvSpPr>
          <p:spPr bwMode="auto">
            <a:xfrm>
              <a:off x="6018985" y="3896421"/>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5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90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 name="T122" fmla="*/ 39 w 133"/>
                <a:gd name="T1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5"/>
                    <a:pt x="115" y="95"/>
                    <a:pt x="115" y="95"/>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90"/>
                    <a:pt x="43" y="90"/>
                    <a:pt x="43" y="90"/>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8"/>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4" name="Freeform 1461">
              <a:extLst>
                <a:ext uri="{FF2B5EF4-FFF2-40B4-BE49-F238E27FC236}">
                  <a16:creationId xmlns:a16="http://schemas.microsoft.com/office/drawing/2014/main" id="{5501E6F2-4DE5-41E8-B1AA-92E39A214A26}"/>
                </a:ext>
              </a:extLst>
            </p:cNvPr>
            <p:cNvSpPr>
              <a:spLocks noEditPoints="1"/>
            </p:cNvSpPr>
            <p:nvPr userDrawn="1"/>
          </p:nvSpPr>
          <p:spPr bwMode="auto">
            <a:xfrm>
              <a:off x="4517814" y="4225555"/>
              <a:ext cx="178616" cy="108373"/>
            </a:xfrm>
            <a:custGeom>
              <a:avLst/>
              <a:gdLst>
                <a:gd name="T0" fmla="*/ 49 w 119"/>
                <a:gd name="T1" fmla="*/ 6 h 73"/>
                <a:gd name="T2" fmla="*/ 100 w 119"/>
                <a:gd name="T3" fmla="*/ 6 h 73"/>
                <a:gd name="T4" fmla="*/ 107 w 119"/>
                <a:gd name="T5" fmla="*/ 10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1 w 119"/>
                <a:gd name="T17" fmla="*/ 67 h 73"/>
                <a:gd name="T18" fmla="*/ 41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4 h 73"/>
                <a:gd name="T58" fmla="*/ 27 w 119"/>
                <a:gd name="T59" fmla="*/ 55 h 73"/>
                <a:gd name="T60" fmla="*/ 29 w 119"/>
                <a:gd name="T61" fmla="*/ 65 h 73"/>
                <a:gd name="T62" fmla="*/ 37 w 119"/>
                <a:gd name="T63" fmla="*/ 72 h 73"/>
                <a:gd name="T64" fmla="*/ 41 w 119"/>
                <a:gd name="T65" fmla="*/ 73 h 73"/>
                <a:gd name="T66" fmla="*/ 41 w 119"/>
                <a:gd name="T67" fmla="*/ 73 h 73"/>
                <a:gd name="T68" fmla="*/ 102 w 119"/>
                <a:gd name="T69" fmla="*/ 73 h 73"/>
                <a:gd name="T70" fmla="*/ 102 w 119"/>
                <a:gd name="T71" fmla="*/ 73 h 73"/>
                <a:gd name="T72" fmla="*/ 110 w 119"/>
                <a:gd name="T73" fmla="*/ 70 h 73"/>
                <a:gd name="T74" fmla="*/ 116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5" name="Freeform 1462">
              <a:extLst>
                <a:ext uri="{FF2B5EF4-FFF2-40B4-BE49-F238E27FC236}">
                  <a16:creationId xmlns:a16="http://schemas.microsoft.com/office/drawing/2014/main" id="{CC5440C4-9093-40FD-8C00-9EB00CFA8ECD}"/>
                </a:ext>
              </a:extLst>
            </p:cNvPr>
            <p:cNvSpPr>
              <a:spLocks noEditPoints="1"/>
            </p:cNvSpPr>
            <p:nvPr userDrawn="1"/>
          </p:nvSpPr>
          <p:spPr bwMode="auto">
            <a:xfrm>
              <a:off x="3269514" y="4458357"/>
              <a:ext cx="222768" cy="136470"/>
            </a:xfrm>
            <a:custGeom>
              <a:avLst/>
              <a:gdLst>
                <a:gd name="T0" fmla="*/ 50 w 148"/>
                <a:gd name="T1" fmla="*/ 85 h 91"/>
                <a:gd name="T2" fmla="*/ 50 w 148"/>
                <a:gd name="T3" fmla="*/ 85 h 91"/>
                <a:gd name="T4" fmla="*/ 50 w 148"/>
                <a:gd name="T5" fmla="*/ 85 h 91"/>
                <a:gd name="T6" fmla="*/ 50 w 148"/>
                <a:gd name="T7" fmla="*/ 85 h 91"/>
                <a:gd name="T8" fmla="*/ 39 w 148"/>
                <a:gd name="T9" fmla="*/ 24 h 91"/>
                <a:gd name="T10" fmla="*/ 39 w 148"/>
                <a:gd name="T11" fmla="*/ 24 h 91"/>
                <a:gd name="T12" fmla="*/ 39 w 148"/>
                <a:gd name="T13" fmla="*/ 24 h 91"/>
                <a:gd name="T14" fmla="*/ 39 w 148"/>
                <a:gd name="T15" fmla="*/ 24 h 91"/>
                <a:gd name="T16" fmla="*/ 39 w 148"/>
                <a:gd name="T17" fmla="*/ 24 h 91"/>
                <a:gd name="T18" fmla="*/ 39 w 148"/>
                <a:gd name="T19" fmla="*/ 24 h 91"/>
                <a:gd name="T20" fmla="*/ 39 w 148"/>
                <a:gd name="T21" fmla="*/ 24 h 91"/>
                <a:gd name="T22" fmla="*/ 39 w 148"/>
                <a:gd name="T23" fmla="*/ 24 h 91"/>
                <a:gd name="T24" fmla="*/ 59 w 148"/>
                <a:gd name="T25" fmla="*/ 6 h 91"/>
                <a:gd name="T26" fmla="*/ 125 w 148"/>
                <a:gd name="T27" fmla="*/ 6 h 91"/>
                <a:gd name="T28" fmla="*/ 134 w 148"/>
                <a:gd name="T29" fmla="*/ 11 h 91"/>
                <a:gd name="T30" fmla="*/ 140 w 148"/>
                <a:gd name="T31" fmla="*/ 17 h 91"/>
                <a:gd name="T32" fmla="*/ 142 w 148"/>
                <a:gd name="T33" fmla="*/ 25 h 91"/>
                <a:gd name="T34" fmla="*/ 142 w 148"/>
                <a:gd name="T35" fmla="*/ 73 h 91"/>
                <a:gd name="T36" fmla="*/ 138 w 148"/>
                <a:gd name="T37" fmla="*/ 79 h 91"/>
                <a:gd name="T38" fmla="*/ 133 w 148"/>
                <a:gd name="T39" fmla="*/ 83 h 91"/>
                <a:gd name="T40" fmla="*/ 127 w 148"/>
                <a:gd name="T41" fmla="*/ 85 h 91"/>
                <a:gd name="T42" fmla="*/ 50 w 148"/>
                <a:gd name="T43" fmla="*/ 85 h 91"/>
                <a:gd name="T44" fmla="*/ 43 w 148"/>
                <a:gd name="T45" fmla="*/ 83 h 91"/>
                <a:gd name="T46" fmla="*/ 39 w 148"/>
                <a:gd name="T47" fmla="*/ 79 h 91"/>
                <a:gd name="T48" fmla="*/ 38 w 148"/>
                <a:gd name="T49" fmla="*/ 70 h 91"/>
                <a:gd name="T50" fmla="*/ 38 w 148"/>
                <a:gd name="T51" fmla="*/ 67 h 91"/>
                <a:gd name="T52" fmla="*/ 38 w 148"/>
                <a:gd name="T53" fmla="*/ 65 h 91"/>
                <a:gd name="T54" fmla="*/ 21 w 148"/>
                <a:gd name="T55" fmla="*/ 44 h 91"/>
                <a:gd name="T56" fmla="*/ 38 w 148"/>
                <a:gd name="T57" fmla="*/ 52 h 91"/>
                <a:gd name="T58" fmla="*/ 39 w 148"/>
                <a:gd name="T59" fmla="*/ 24 h 91"/>
                <a:gd name="T60" fmla="*/ 43 w 148"/>
                <a:gd name="T61" fmla="*/ 16 h 91"/>
                <a:gd name="T62" fmla="*/ 59 w 148"/>
                <a:gd name="T63" fmla="*/ 6 h 91"/>
                <a:gd name="T64" fmla="*/ 126 w 148"/>
                <a:gd name="T65" fmla="*/ 0 h 91"/>
                <a:gd name="T66" fmla="*/ 59 w 148"/>
                <a:gd name="T67" fmla="*/ 0 h 91"/>
                <a:gd name="T68" fmla="*/ 59 w 148"/>
                <a:gd name="T69" fmla="*/ 0 h 91"/>
                <a:gd name="T70" fmla="*/ 37 w 148"/>
                <a:gd name="T71" fmla="*/ 13 h 91"/>
                <a:gd name="T72" fmla="*/ 33 w 148"/>
                <a:gd name="T73" fmla="*/ 23 h 91"/>
                <a:gd name="T74" fmla="*/ 33 w 148"/>
                <a:gd name="T75" fmla="*/ 23 h 91"/>
                <a:gd name="T76" fmla="*/ 33 w 148"/>
                <a:gd name="T77" fmla="*/ 43 h 91"/>
                <a:gd name="T78" fmla="*/ 0 w 148"/>
                <a:gd name="T79" fmla="*/ 27 h 91"/>
                <a:gd name="T80" fmla="*/ 32 w 148"/>
                <a:gd name="T81" fmla="*/ 67 h 91"/>
                <a:gd name="T82" fmla="*/ 32 w 148"/>
                <a:gd name="T83" fmla="*/ 70 h 91"/>
                <a:gd name="T84" fmla="*/ 34 w 148"/>
                <a:gd name="T85" fmla="*/ 82 h 91"/>
                <a:gd name="T86" fmla="*/ 44 w 148"/>
                <a:gd name="T87" fmla="*/ 90 h 91"/>
                <a:gd name="T88" fmla="*/ 49 w 148"/>
                <a:gd name="T89" fmla="*/ 91 h 91"/>
                <a:gd name="T90" fmla="*/ 50 w 148"/>
                <a:gd name="T91" fmla="*/ 91 h 91"/>
                <a:gd name="T92" fmla="*/ 127 w 148"/>
                <a:gd name="T93" fmla="*/ 91 h 91"/>
                <a:gd name="T94" fmla="*/ 127 w 148"/>
                <a:gd name="T95" fmla="*/ 91 h 91"/>
                <a:gd name="T96" fmla="*/ 136 w 148"/>
                <a:gd name="T97" fmla="*/ 88 h 91"/>
                <a:gd name="T98" fmla="*/ 145 w 148"/>
                <a:gd name="T99" fmla="*/ 79 h 91"/>
                <a:gd name="T100" fmla="*/ 148 w 148"/>
                <a:gd name="T101" fmla="*/ 74 h 91"/>
                <a:gd name="T102" fmla="*/ 148 w 148"/>
                <a:gd name="T103" fmla="*/ 74 h 91"/>
                <a:gd name="T104" fmla="*/ 148 w 148"/>
                <a:gd name="T105" fmla="*/ 24 h 91"/>
                <a:gd name="T106" fmla="*/ 148 w 148"/>
                <a:gd name="T107" fmla="*/ 24 h 91"/>
                <a:gd name="T108" fmla="*/ 144 w 148"/>
                <a:gd name="T109" fmla="*/ 13 h 91"/>
                <a:gd name="T110" fmla="*/ 133 w 148"/>
                <a:gd name="T111" fmla="*/ 3 h 91"/>
                <a:gd name="T112" fmla="*/ 127 w 148"/>
                <a:gd name="T113" fmla="*/ 0 h 91"/>
                <a:gd name="T114" fmla="*/ 126 w 148"/>
                <a:gd name="T11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91">
                  <a:moveTo>
                    <a:pt x="50" y="85"/>
                  </a:moveTo>
                  <a:cubicBezTo>
                    <a:pt x="50" y="85"/>
                    <a:pt x="50" y="85"/>
                    <a:pt x="50" y="85"/>
                  </a:cubicBezTo>
                  <a:cubicBezTo>
                    <a:pt x="50" y="85"/>
                    <a:pt x="50" y="85"/>
                    <a:pt x="50" y="85"/>
                  </a:cubicBezTo>
                  <a:cubicBezTo>
                    <a:pt x="50" y="85"/>
                    <a:pt x="50" y="85"/>
                    <a:pt x="50" y="85"/>
                  </a:cubicBezTo>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2"/>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8"/>
                    <a:pt x="59" y="6"/>
                  </a:cubicBezTo>
                  <a:moveTo>
                    <a:pt x="126" y="0"/>
                  </a:moveTo>
                  <a:cubicBezTo>
                    <a:pt x="59" y="0"/>
                    <a:pt x="59" y="0"/>
                    <a:pt x="59" y="0"/>
                  </a:cubicBezTo>
                  <a:cubicBezTo>
                    <a:pt x="59" y="0"/>
                    <a:pt x="59" y="0"/>
                    <a:pt x="59" y="0"/>
                  </a:cubicBezTo>
                  <a:cubicBezTo>
                    <a:pt x="47" y="2"/>
                    <a:pt x="41" y="8"/>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7"/>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6" name="Freeform 1463">
              <a:extLst>
                <a:ext uri="{FF2B5EF4-FFF2-40B4-BE49-F238E27FC236}">
                  <a16:creationId xmlns:a16="http://schemas.microsoft.com/office/drawing/2014/main" id="{5B527E88-D524-44EA-A490-0CB45E9685C0}"/>
                </a:ext>
              </a:extLst>
            </p:cNvPr>
            <p:cNvSpPr>
              <a:spLocks noEditPoints="1"/>
            </p:cNvSpPr>
            <p:nvPr userDrawn="1"/>
          </p:nvSpPr>
          <p:spPr bwMode="auto">
            <a:xfrm>
              <a:off x="4913175" y="5168804"/>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7" name="Freeform 1464">
              <a:extLst>
                <a:ext uri="{FF2B5EF4-FFF2-40B4-BE49-F238E27FC236}">
                  <a16:creationId xmlns:a16="http://schemas.microsoft.com/office/drawing/2014/main" id="{DDC8C29E-88CC-43E9-978A-74D0C0EEEE2C}"/>
                </a:ext>
              </a:extLst>
            </p:cNvPr>
            <p:cNvSpPr>
              <a:spLocks noEditPoints="1"/>
            </p:cNvSpPr>
            <p:nvPr userDrawn="1"/>
          </p:nvSpPr>
          <p:spPr bwMode="auto">
            <a:xfrm>
              <a:off x="3694980" y="4725277"/>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8" name="Freeform 1465">
              <a:extLst>
                <a:ext uri="{FF2B5EF4-FFF2-40B4-BE49-F238E27FC236}">
                  <a16:creationId xmlns:a16="http://schemas.microsoft.com/office/drawing/2014/main" id="{78BCBF05-0EF1-4241-87B5-0F73BBA0C1C9}"/>
                </a:ext>
              </a:extLst>
            </p:cNvPr>
            <p:cNvSpPr>
              <a:spLocks noEditPoints="1"/>
            </p:cNvSpPr>
            <p:nvPr userDrawn="1"/>
          </p:nvSpPr>
          <p:spPr bwMode="auto">
            <a:xfrm>
              <a:off x="4690408" y="4143272"/>
              <a:ext cx="640206" cy="192664"/>
            </a:xfrm>
            <a:custGeom>
              <a:avLst/>
              <a:gdLst>
                <a:gd name="T0" fmla="*/ 92 w 426"/>
                <a:gd name="T1" fmla="*/ 25 h 128"/>
                <a:gd name="T2" fmla="*/ 346 w 426"/>
                <a:gd name="T3" fmla="*/ 6 h 128"/>
                <a:gd name="T4" fmla="*/ 371 w 426"/>
                <a:gd name="T5" fmla="*/ 7 h 128"/>
                <a:gd name="T6" fmla="*/ 373 w 426"/>
                <a:gd name="T7" fmla="*/ 7 h 128"/>
                <a:gd name="T8" fmla="*/ 420 w 426"/>
                <a:gd name="T9" fmla="*/ 45 h 128"/>
                <a:gd name="T10" fmla="*/ 420 w 426"/>
                <a:gd name="T11" fmla="*/ 46 h 128"/>
                <a:gd name="T12" fmla="*/ 420 w 426"/>
                <a:gd name="T13" fmla="*/ 46 h 128"/>
                <a:gd name="T14" fmla="*/ 411 w 426"/>
                <a:gd name="T15" fmla="*/ 80 h 128"/>
                <a:gd name="T16" fmla="*/ 373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7 w 426"/>
                <a:gd name="T33" fmla="*/ 71 h 128"/>
                <a:gd name="T34" fmla="*/ 69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1 w 426"/>
                <a:gd name="T47" fmla="*/ 71 h 128"/>
                <a:gd name="T48" fmla="*/ 31 w 426"/>
                <a:gd name="T49" fmla="*/ 74 h 128"/>
                <a:gd name="T50" fmla="*/ 37 w 426"/>
                <a:gd name="T51" fmla="*/ 92 h 128"/>
                <a:gd name="T52" fmla="*/ 59 w 426"/>
                <a:gd name="T53" fmla="*/ 109 h 128"/>
                <a:gd name="T54" fmla="*/ 29 w 426"/>
                <a:gd name="T55" fmla="*/ 125 h 128"/>
                <a:gd name="T56" fmla="*/ 75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7"/>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7"/>
                  </a:cubicBezTo>
                  <a:cubicBezTo>
                    <a:pt x="369" y="107"/>
                    <a:pt x="369"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20"/>
                    <a:pt x="83" y="20"/>
                  </a:cubicBezTo>
                  <a:cubicBezTo>
                    <a:pt x="82" y="20"/>
                    <a:pt x="70" y="21"/>
                    <a:pt x="57" y="27"/>
                  </a:cubicBezTo>
                  <a:cubicBezTo>
                    <a:pt x="51" y="30"/>
                    <a:pt x="44" y="35"/>
                    <a:pt x="39" y="42"/>
                  </a:cubicBezTo>
                  <a:cubicBezTo>
                    <a:pt x="34" y="50"/>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9" name="Freeform 1466">
              <a:extLst>
                <a:ext uri="{FF2B5EF4-FFF2-40B4-BE49-F238E27FC236}">
                  <a16:creationId xmlns:a16="http://schemas.microsoft.com/office/drawing/2014/main" id="{AAC872DA-67DE-439E-9F7B-60256E8157F4}"/>
                </a:ext>
              </a:extLst>
            </p:cNvPr>
            <p:cNvSpPr>
              <a:spLocks/>
            </p:cNvSpPr>
            <p:nvPr userDrawn="1"/>
          </p:nvSpPr>
          <p:spPr bwMode="auto">
            <a:xfrm>
              <a:off x="3281556" y="4239604"/>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2 w 426"/>
                <a:gd name="T73" fmla="*/ 7 h 127"/>
                <a:gd name="T74" fmla="*/ 373 w 426"/>
                <a:gd name="T75" fmla="*/ 7 h 127"/>
                <a:gd name="T76" fmla="*/ 390 w 426"/>
                <a:gd name="T77" fmla="*/ 11 h 127"/>
                <a:gd name="T78" fmla="*/ 377 w 426"/>
                <a:gd name="T79" fmla="*/ 1 h 127"/>
                <a:gd name="T80" fmla="*/ 376 w 426"/>
                <a:gd name="T81" fmla="*/ 1 h 127"/>
                <a:gd name="T82" fmla="*/ 374 w 426"/>
                <a:gd name="T83" fmla="*/ 1 h 127"/>
                <a:gd name="T84" fmla="*/ 372 w 426"/>
                <a:gd name="T85" fmla="*/ 1 h 127"/>
                <a:gd name="T86" fmla="*/ 346 w 426"/>
                <a:gd name="T8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2" y="7"/>
                    <a:pt x="372" y="7"/>
                    <a:pt x="372"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4"/>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0" name="Freeform 1467">
              <a:extLst>
                <a:ext uri="{FF2B5EF4-FFF2-40B4-BE49-F238E27FC236}">
                  <a16:creationId xmlns:a16="http://schemas.microsoft.com/office/drawing/2014/main" id="{7AAA051B-D805-41E4-88BF-6A18A2DD3B4B}"/>
                </a:ext>
              </a:extLst>
            </p:cNvPr>
            <p:cNvSpPr>
              <a:spLocks noEditPoints="1"/>
            </p:cNvSpPr>
            <p:nvPr userDrawn="1"/>
          </p:nvSpPr>
          <p:spPr bwMode="auto">
            <a:xfrm>
              <a:off x="3847505" y="4241610"/>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1" name="Freeform 1468">
              <a:extLst>
                <a:ext uri="{FF2B5EF4-FFF2-40B4-BE49-F238E27FC236}">
                  <a16:creationId xmlns:a16="http://schemas.microsoft.com/office/drawing/2014/main" id="{92582A4B-A89E-4D36-9D64-DC3090943D98}"/>
                </a:ext>
              </a:extLst>
            </p:cNvPr>
            <p:cNvSpPr>
              <a:spLocks noEditPoints="1"/>
            </p:cNvSpPr>
            <p:nvPr userDrawn="1"/>
          </p:nvSpPr>
          <p:spPr bwMode="auto">
            <a:xfrm>
              <a:off x="3835464" y="4817595"/>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6 h 128"/>
                <a:gd name="T64" fmla="*/ 84 w 426"/>
                <a:gd name="T65" fmla="*/ 26 h 128"/>
                <a:gd name="T66" fmla="*/ 221 w 426"/>
                <a:gd name="T67" fmla="*/ 13 h 128"/>
                <a:gd name="T68" fmla="*/ 372 w 426"/>
                <a:gd name="T69" fmla="*/ 1 h 128"/>
                <a:gd name="T70" fmla="*/ 372 w 426"/>
                <a:gd name="T71" fmla="*/ 1 h 128"/>
                <a:gd name="T72" fmla="*/ 372 w 426"/>
                <a:gd name="T73" fmla="*/ 1 h 128"/>
                <a:gd name="T74" fmla="*/ 372 w 426"/>
                <a:gd name="T75" fmla="*/ 1 h 128"/>
                <a:gd name="T76" fmla="*/ 221 w 426"/>
                <a:gd name="T77" fmla="*/ 7 h 128"/>
                <a:gd name="T78" fmla="*/ 346 w 426"/>
                <a:gd name="T79" fmla="*/ 6 h 128"/>
                <a:gd name="T80" fmla="*/ 371 w 426"/>
                <a:gd name="T81" fmla="*/ 7 h 128"/>
                <a:gd name="T82" fmla="*/ 373 w 426"/>
                <a:gd name="T83" fmla="*/ 7 h 128"/>
                <a:gd name="T84" fmla="*/ 409 w 426"/>
                <a:gd name="T85" fmla="*/ 21 h 128"/>
                <a:gd name="T86" fmla="*/ 410 w 426"/>
                <a:gd name="T87" fmla="*/ 15 h 128"/>
                <a:gd name="T88" fmla="*/ 374 w 426"/>
                <a:gd name="T89" fmla="*/ 1 h 128"/>
                <a:gd name="T90" fmla="*/ 374 w 426"/>
                <a:gd name="T91" fmla="*/ 1 h 128"/>
                <a:gd name="T92" fmla="*/ 372 w 426"/>
                <a:gd name="T9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6" h="128">
                  <a:moveTo>
                    <a:pt x="211" y="8"/>
                  </a:moveTo>
                  <a:cubicBezTo>
                    <a:pt x="202" y="8"/>
                    <a:pt x="193"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3"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40" y="52"/>
                    <a:pt x="44" y="46"/>
                  </a:cubicBezTo>
                  <a:cubicBezTo>
                    <a:pt x="50" y="36"/>
                    <a:pt x="60" y="31"/>
                    <a:pt x="69" y="28"/>
                  </a:cubicBezTo>
                  <a:cubicBezTo>
                    <a:pt x="73" y="27"/>
                    <a:pt x="77" y="26"/>
                    <a:pt x="79" y="26"/>
                  </a:cubicBezTo>
                  <a:cubicBezTo>
                    <a:pt x="81" y="26"/>
                    <a:pt x="82" y="26"/>
                    <a:pt x="82" y="26"/>
                  </a:cubicBezTo>
                  <a:cubicBezTo>
                    <a:pt x="83" y="26"/>
                    <a:pt x="83" y="26"/>
                    <a:pt x="83" y="26"/>
                  </a:cubicBezTo>
                  <a:cubicBezTo>
                    <a:pt x="84" y="26"/>
                    <a:pt x="84" y="26"/>
                    <a:pt x="84" y="26"/>
                  </a:cubicBezTo>
                  <a:cubicBezTo>
                    <a:pt x="84" y="26"/>
                    <a:pt x="84" y="26"/>
                    <a:pt x="84" y="26"/>
                  </a:cubicBezTo>
                  <a:cubicBezTo>
                    <a:pt x="84" y="26"/>
                    <a:pt x="84" y="26"/>
                    <a:pt x="84" y="26"/>
                  </a:cubicBezTo>
                  <a:cubicBezTo>
                    <a:pt x="84" y="26"/>
                    <a:pt x="87" y="25"/>
                    <a:pt x="92" y="25"/>
                  </a:cubicBezTo>
                  <a:cubicBezTo>
                    <a:pt x="111" y="23"/>
                    <a:pt x="165" y="17"/>
                    <a:pt x="221" y="13"/>
                  </a:cubicBezTo>
                  <a:cubicBezTo>
                    <a:pt x="211" y="8"/>
                    <a:pt x="211" y="8"/>
                    <a:pt x="211" y="8"/>
                  </a:cubicBezTo>
                  <a:moveTo>
                    <a:pt x="372" y="1"/>
                  </a:moveTo>
                  <a:cubicBezTo>
                    <a:pt x="372" y="1"/>
                    <a:pt x="372" y="1"/>
                    <a:pt x="372" y="1"/>
                  </a:cubicBezTo>
                  <a:cubicBezTo>
                    <a:pt x="372" y="1"/>
                    <a:pt x="372" y="1"/>
                    <a:pt x="372" y="1"/>
                  </a:cubicBezTo>
                  <a:moveTo>
                    <a:pt x="372" y="1"/>
                  </a:moveTo>
                  <a:cubicBezTo>
                    <a:pt x="372" y="1"/>
                    <a:pt x="372" y="1"/>
                    <a:pt x="372" y="1"/>
                  </a:cubicBezTo>
                  <a:cubicBezTo>
                    <a:pt x="372" y="1"/>
                    <a:pt x="372" y="1"/>
                    <a:pt x="372" y="1"/>
                  </a:cubicBezTo>
                  <a:cubicBezTo>
                    <a:pt x="372" y="1"/>
                    <a:pt x="372" y="1"/>
                    <a:pt x="372" y="1"/>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2" name="Freeform 1469">
              <a:extLst>
                <a:ext uri="{FF2B5EF4-FFF2-40B4-BE49-F238E27FC236}">
                  <a16:creationId xmlns:a16="http://schemas.microsoft.com/office/drawing/2014/main" id="{9CF5ACB1-1E99-4367-BCC6-298A90807595}"/>
                </a:ext>
              </a:extLst>
            </p:cNvPr>
            <p:cNvSpPr>
              <a:spLocks noEditPoints="1"/>
            </p:cNvSpPr>
            <p:nvPr userDrawn="1"/>
          </p:nvSpPr>
          <p:spPr bwMode="auto">
            <a:xfrm>
              <a:off x="5408883"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9 w 80"/>
                <a:gd name="T63" fmla="*/ 242 h 276"/>
                <a:gd name="T64" fmla="*/ 71 w 80"/>
                <a:gd name="T65" fmla="*/ 63 h 276"/>
                <a:gd name="T66" fmla="*/ 56 w 80"/>
                <a:gd name="T67" fmla="*/ 34 h 276"/>
                <a:gd name="T68" fmla="*/ 37 w 80"/>
                <a:gd name="T69" fmla="*/ 28 h 276"/>
                <a:gd name="T70" fmla="*/ 36 w 80"/>
                <a:gd name="T71" fmla="*/ 28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3" name="Freeform 1470">
              <a:extLst>
                <a:ext uri="{FF2B5EF4-FFF2-40B4-BE49-F238E27FC236}">
                  <a16:creationId xmlns:a16="http://schemas.microsoft.com/office/drawing/2014/main" id="{0E36F2B5-F497-48EC-BC88-557B129F1F8D}"/>
                </a:ext>
              </a:extLst>
            </p:cNvPr>
            <p:cNvSpPr>
              <a:spLocks noEditPoints="1"/>
            </p:cNvSpPr>
            <p:nvPr userDrawn="1"/>
          </p:nvSpPr>
          <p:spPr bwMode="auto">
            <a:xfrm>
              <a:off x="5469091" y="4237596"/>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4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9"/>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3"/>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5"/>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2"/>
                    <a:pt x="78" y="242"/>
                  </a:cubicBezTo>
                  <a:cubicBezTo>
                    <a:pt x="78" y="242"/>
                    <a:pt x="78" y="242"/>
                    <a:pt x="78" y="241"/>
                  </a:cubicBezTo>
                  <a:cubicBezTo>
                    <a:pt x="78" y="239"/>
                    <a:pt x="78" y="237"/>
                    <a:pt x="78" y="235"/>
                  </a:cubicBezTo>
                  <a:cubicBezTo>
                    <a:pt x="78" y="230"/>
                    <a:pt x="78" y="226"/>
                    <a:pt x="80" y="220"/>
                  </a:cubicBezTo>
                  <a:cubicBezTo>
                    <a:pt x="80" y="219"/>
                    <a:pt x="80" y="218"/>
                    <a:pt x="80" y="216"/>
                  </a:cubicBezTo>
                  <a:cubicBezTo>
                    <a:pt x="80" y="163"/>
                    <a:pt x="71" y="65"/>
                    <a:pt x="71" y="62"/>
                  </a:cubicBezTo>
                  <a:cubicBezTo>
                    <a:pt x="71" y="61"/>
                    <a:pt x="70" y="54"/>
                    <a:pt x="66" y="46"/>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4" name="Freeform 1471">
              <a:extLst>
                <a:ext uri="{FF2B5EF4-FFF2-40B4-BE49-F238E27FC236}">
                  <a16:creationId xmlns:a16="http://schemas.microsoft.com/office/drawing/2014/main" id="{6A672188-D9D4-48CE-A2BE-E6A0E3F7448B}"/>
                </a:ext>
              </a:extLst>
            </p:cNvPr>
            <p:cNvSpPr>
              <a:spLocks noEditPoints="1"/>
            </p:cNvSpPr>
            <p:nvPr userDrawn="1"/>
          </p:nvSpPr>
          <p:spPr bwMode="auto">
            <a:xfrm>
              <a:off x="4736567" y="5572194"/>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5" name="Freeform 1472">
              <a:extLst>
                <a:ext uri="{FF2B5EF4-FFF2-40B4-BE49-F238E27FC236}">
                  <a16:creationId xmlns:a16="http://schemas.microsoft.com/office/drawing/2014/main" id="{D2A95BD6-FD92-45C5-8930-150C0B644E49}"/>
                </a:ext>
              </a:extLst>
            </p:cNvPr>
            <p:cNvSpPr>
              <a:spLocks/>
            </p:cNvSpPr>
            <p:nvPr userDrawn="1"/>
          </p:nvSpPr>
          <p:spPr bwMode="auto">
            <a:xfrm>
              <a:off x="5346668" y="5708664"/>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6" name="Freeform 1473">
              <a:extLst>
                <a:ext uri="{FF2B5EF4-FFF2-40B4-BE49-F238E27FC236}">
                  <a16:creationId xmlns:a16="http://schemas.microsoft.com/office/drawing/2014/main" id="{22AAD4DA-D294-4369-8307-9FD09E6C21C7}"/>
                </a:ext>
              </a:extLst>
            </p:cNvPr>
            <p:cNvSpPr>
              <a:spLocks noEditPoints="1"/>
            </p:cNvSpPr>
            <p:nvPr userDrawn="1"/>
          </p:nvSpPr>
          <p:spPr bwMode="auto">
            <a:xfrm>
              <a:off x="5282447" y="4303825"/>
              <a:ext cx="150519" cy="471625"/>
            </a:xfrm>
            <a:custGeom>
              <a:avLst/>
              <a:gdLst>
                <a:gd name="T0" fmla="*/ 19 w 99"/>
                <a:gd name="T1" fmla="*/ 247 h 313"/>
                <a:gd name="T2" fmla="*/ 19 w 99"/>
                <a:gd name="T3" fmla="*/ 247 h 313"/>
                <a:gd name="T4" fmla="*/ 90 w 99"/>
                <a:gd name="T5" fmla="*/ 233 h 313"/>
                <a:gd name="T6" fmla="*/ 22 w 99"/>
                <a:gd name="T7" fmla="*/ 246 h 313"/>
                <a:gd name="T8" fmla="*/ 13 w 99"/>
                <a:gd name="T9" fmla="*/ 157 h 313"/>
                <a:gd name="T10" fmla="*/ 7 w 99"/>
                <a:gd name="T11" fmla="*/ 41 h 313"/>
                <a:gd name="T12" fmla="*/ 21 w 99"/>
                <a:gd name="T13" fmla="*/ 11 h 313"/>
                <a:gd name="T14" fmla="*/ 34 w 99"/>
                <a:gd name="T15" fmla="*/ 6 h 313"/>
                <a:gd name="T16" fmla="*/ 35 w 99"/>
                <a:gd name="T17" fmla="*/ 6 h 313"/>
                <a:gd name="T18" fmla="*/ 35 w 99"/>
                <a:gd name="T19" fmla="*/ 6 h 313"/>
                <a:gd name="T20" fmla="*/ 60 w 99"/>
                <a:gd name="T21" fmla="*/ 12 h 313"/>
                <a:gd name="T22" fmla="*/ 79 w 99"/>
                <a:gd name="T23" fmla="*/ 39 h 313"/>
                <a:gd name="T24" fmla="*/ 80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2 w 99"/>
                <a:gd name="T55" fmla="*/ 266 h 313"/>
                <a:gd name="T56" fmla="*/ 55 w 99"/>
                <a:gd name="T57" fmla="*/ 285 h 313"/>
                <a:gd name="T58" fmla="*/ 58 w 99"/>
                <a:gd name="T59" fmla="*/ 285 h 313"/>
                <a:gd name="T60" fmla="*/ 58 w 99"/>
                <a:gd name="T61" fmla="*/ 285 h 313"/>
                <a:gd name="T62" fmla="*/ 81 w 99"/>
                <a:gd name="T63" fmla="*/ 271 h 313"/>
                <a:gd name="T64" fmla="*/ 99 w 99"/>
                <a:gd name="T65" fmla="*/ 313 h 313"/>
                <a:gd name="T66" fmla="*/ 96 w 99"/>
                <a:gd name="T67" fmla="*/ 278 h 313"/>
                <a:gd name="T68" fmla="*/ 92 w 99"/>
                <a:gd name="T69" fmla="*/ 240 h 313"/>
                <a:gd name="T70" fmla="*/ 91 w 99"/>
                <a:gd name="T71" fmla="*/ 233 h 313"/>
                <a:gd name="T72" fmla="*/ 86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7" name="Freeform 1474">
              <a:extLst>
                <a:ext uri="{FF2B5EF4-FFF2-40B4-BE49-F238E27FC236}">
                  <a16:creationId xmlns:a16="http://schemas.microsoft.com/office/drawing/2014/main" id="{099F40B2-3EC3-44E6-A9BC-7C203F995B33}"/>
                </a:ext>
              </a:extLst>
            </p:cNvPr>
            <p:cNvSpPr>
              <a:spLocks noEditPoints="1"/>
            </p:cNvSpPr>
            <p:nvPr userDrawn="1"/>
          </p:nvSpPr>
          <p:spPr bwMode="auto">
            <a:xfrm>
              <a:off x="3064809" y="4311853"/>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41 w 116"/>
                <a:gd name="T25" fmla="*/ 6 h 365"/>
                <a:gd name="T26" fmla="*/ 91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4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6"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6"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8" name="Freeform 1475">
              <a:extLst>
                <a:ext uri="{FF2B5EF4-FFF2-40B4-BE49-F238E27FC236}">
                  <a16:creationId xmlns:a16="http://schemas.microsoft.com/office/drawing/2014/main" id="{CD13A8CC-F058-4C01-9946-0999D7CFFA19}"/>
                </a:ext>
              </a:extLst>
            </p:cNvPr>
            <p:cNvSpPr>
              <a:spLocks/>
            </p:cNvSpPr>
            <p:nvPr userDrawn="1"/>
          </p:nvSpPr>
          <p:spPr bwMode="auto">
            <a:xfrm>
              <a:off x="3233390" y="4845692"/>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9" name="Freeform 1476">
              <a:extLst>
                <a:ext uri="{FF2B5EF4-FFF2-40B4-BE49-F238E27FC236}">
                  <a16:creationId xmlns:a16="http://schemas.microsoft.com/office/drawing/2014/main" id="{6395B44E-6846-437A-94EF-E386830E6514}"/>
                </a:ext>
              </a:extLst>
            </p:cNvPr>
            <p:cNvSpPr>
              <a:spLocks noEditPoints="1"/>
            </p:cNvSpPr>
            <p:nvPr userDrawn="1"/>
          </p:nvSpPr>
          <p:spPr bwMode="auto">
            <a:xfrm>
              <a:off x="4760650" y="4351991"/>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0" name="Freeform 1477">
              <a:extLst>
                <a:ext uri="{FF2B5EF4-FFF2-40B4-BE49-F238E27FC236}">
                  <a16:creationId xmlns:a16="http://schemas.microsoft.com/office/drawing/2014/main" id="{C90325A8-F0A3-4B64-93B2-314415D80E1C}"/>
                </a:ext>
              </a:extLst>
            </p:cNvPr>
            <p:cNvSpPr>
              <a:spLocks noEditPoints="1"/>
            </p:cNvSpPr>
            <p:nvPr userDrawn="1"/>
          </p:nvSpPr>
          <p:spPr bwMode="auto">
            <a:xfrm>
              <a:off x="3036712" y="3992753"/>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8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1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2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8"/>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3"/>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1" y="13"/>
                    <a:pt x="15" y="10"/>
                    <a:pt x="19" y="8"/>
                  </a:cubicBezTo>
                  <a:cubicBezTo>
                    <a:pt x="21" y="7"/>
                    <a:pt x="22" y="7"/>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9"/>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2"/>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1" name="Freeform 1478">
              <a:extLst>
                <a:ext uri="{FF2B5EF4-FFF2-40B4-BE49-F238E27FC236}">
                  <a16:creationId xmlns:a16="http://schemas.microsoft.com/office/drawing/2014/main" id="{617A29FC-7E4C-4CE1-BBFE-BC19966D9A71}"/>
                </a:ext>
              </a:extLst>
            </p:cNvPr>
            <p:cNvSpPr>
              <a:spLocks noEditPoints="1"/>
            </p:cNvSpPr>
            <p:nvPr userDrawn="1"/>
          </p:nvSpPr>
          <p:spPr bwMode="auto">
            <a:xfrm>
              <a:off x="5105839" y="5160776"/>
              <a:ext cx="238823" cy="180622"/>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4 h 121"/>
                <a:gd name="T38" fmla="*/ 6 w 159"/>
                <a:gd name="T39" fmla="*/ 45 h 121"/>
                <a:gd name="T40" fmla="*/ 11 w 159"/>
                <a:gd name="T41" fmla="*/ 39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4"/>
                    <a:pt x="6" y="94"/>
                    <a:pt x="6" y="94"/>
                  </a:cubicBezTo>
                  <a:cubicBezTo>
                    <a:pt x="6" y="45"/>
                    <a:pt x="6" y="45"/>
                    <a:pt x="6" y="45"/>
                  </a:cubicBezTo>
                  <a:cubicBezTo>
                    <a:pt x="6" y="44"/>
                    <a:pt x="8" y="41"/>
                    <a:pt x="11" y="39"/>
                  </a:cubicBezTo>
                  <a:cubicBezTo>
                    <a:pt x="15" y="35"/>
                    <a:pt x="23" y="31"/>
                    <a:pt x="35" y="31"/>
                  </a:cubicBezTo>
                  <a:cubicBezTo>
                    <a:pt x="38" y="31"/>
                    <a:pt x="41" y="32"/>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8"/>
                    <a:pt x="159" y="57"/>
                    <a:pt x="159" y="56"/>
                  </a:cubicBezTo>
                  <a:cubicBezTo>
                    <a:pt x="159" y="49"/>
                    <a:pt x="156" y="44"/>
                    <a:pt x="153" y="40"/>
                  </a:cubicBezTo>
                  <a:cubicBezTo>
                    <a:pt x="148" y="35"/>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2" name="Freeform 1479">
              <a:extLst>
                <a:ext uri="{FF2B5EF4-FFF2-40B4-BE49-F238E27FC236}">
                  <a16:creationId xmlns:a16="http://schemas.microsoft.com/office/drawing/2014/main" id="{8E9F858E-DA0E-41CF-85A6-89F1657A0345}"/>
                </a:ext>
              </a:extLst>
            </p:cNvPr>
            <p:cNvSpPr>
              <a:spLocks noEditPoints="1"/>
            </p:cNvSpPr>
            <p:nvPr userDrawn="1"/>
          </p:nvSpPr>
          <p:spPr bwMode="auto">
            <a:xfrm>
              <a:off x="4746602" y="4502509"/>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20"/>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3" name="Freeform 1480">
              <a:extLst>
                <a:ext uri="{FF2B5EF4-FFF2-40B4-BE49-F238E27FC236}">
                  <a16:creationId xmlns:a16="http://schemas.microsoft.com/office/drawing/2014/main" id="{CA91BDFA-6EA6-4968-BEAA-63DAC8E6E4AE}"/>
                </a:ext>
              </a:extLst>
            </p:cNvPr>
            <p:cNvSpPr>
              <a:spLocks noEditPoints="1"/>
            </p:cNvSpPr>
            <p:nvPr userDrawn="1"/>
          </p:nvSpPr>
          <p:spPr bwMode="auto">
            <a:xfrm>
              <a:off x="5553381" y="5674546"/>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4"/>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5"/>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4" name="Freeform 1481">
              <a:extLst>
                <a:ext uri="{FF2B5EF4-FFF2-40B4-BE49-F238E27FC236}">
                  <a16:creationId xmlns:a16="http://schemas.microsoft.com/office/drawing/2014/main" id="{67C28474-4D91-474C-B781-334BA5F8B45F}"/>
                </a:ext>
              </a:extLst>
            </p:cNvPr>
            <p:cNvSpPr>
              <a:spLocks/>
            </p:cNvSpPr>
            <p:nvPr userDrawn="1"/>
          </p:nvSpPr>
          <p:spPr bwMode="auto">
            <a:xfrm>
              <a:off x="5760092" y="5839113"/>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5" name="Freeform 1482">
              <a:extLst>
                <a:ext uri="{FF2B5EF4-FFF2-40B4-BE49-F238E27FC236}">
                  <a16:creationId xmlns:a16="http://schemas.microsoft.com/office/drawing/2014/main" id="{CEC40AFC-F2E4-421A-9D47-5E6314D45960}"/>
                </a:ext>
              </a:extLst>
            </p:cNvPr>
            <p:cNvSpPr>
              <a:spLocks noEditPoints="1"/>
            </p:cNvSpPr>
            <p:nvPr userDrawn="1"/>
          </p:nvSpPr>
          <p:spPr bwMode="auto">
            <a:xfrm>
              <a:off x="4730547" y="5281191"/>
              <a:ext cx="315086" cy="280968"/>
            </a:xfrm>
            <a:custGeom>
              <a:avLst/>
              <a:gdLst>
                <a:gd name="T0" fmla="*/ 85 w 209"/>
                <a:gd name="T1" fmla="*/ 8 h 187"/>
                <a:gd name="T2" fmla="*/ 108 w 209"/>
                <a:gd name="T3" fmla="*/ 6 h 187"/>
                <a:gd name="T4" fmla="*/ 198 w 209"/>
                <a:gd name="T5" fmla="*/ 50 h 187"/>
                <a:gd name="T6" fmla="*/ 194 w 209"/>
                <a:gd name="T7" fmla="*/ 116 h 187"/>
                <a:gd name="T8" fmla="*/ 154 w 209"/>
                <a:gd name="T9" fmla="*/ 156 h 187"/>
                <a:gd name="T10" fmla="*/ 111 w 209"/>
                <a:gd name="T11" fmla="*/ 165 h 187"/>
                <a:gd name="T12" fmla="*/ 89 w 209"/>
                <a:gd name="T13" fmla="*/ 160 h 187"/>
                <a:gd name="T14" fmla="*/ 88 w 209"/>
                <a:gd name="T15" fmla="*/ 159 h 187"/>
                <a:gd name="T16" fmla="*/ 61 w 209"/>
                <a:gd name="T17" fmla="*/ 147 h 187"/>
                <a:gd name="T18" fmla="*/ 39 w 209"/>
                <a:gd name="T19" fmla="*/ 134 h 187"/>
                <a:gd name="T20" fmla="*/ 21 w 209"/>
                <a:gd name="T21" fmla="*/ 152 h 187"/>
                <a:gd name="T22" fmla="*/ 14 w 209"/>
                <a:gd name="T23" fmla="*/ 115 h 187"/>
                <a:gd name="T24" fmla="*/ 13 w 209"/>
                <a:gd name="T25" fmla="*/ 115 h 187"/>
                <a:gd name="T26" fmla="*/ 6 w 209"/>
                <a:gd name="T27" fmla="*/ 96 h 187"/>
                <a:gd name="T28" fmla="*/ 14 w 209"/>
                <a:gd name="T29" fmla="*/ 69 h 187"/>
                <a:gd name="T30" fmla="*/ 14 w 209"/>
                <a:gd name="T31" fmla="*/ 69 h 187"/>
                <a:gd name="T32" fmla="*/ 85 w 209"/>
                <a:gd name="T33" fmla="*/ 8 h 187"/>
                <a:gd name="T34" fmla="*/ 83 w 209"/>
                <a:gd name="T35" fmla="*/ 2 h 187"/>
                <a:gd name="T36" fmla="*/ 83 w 209"/>
                <a:gd name="T37" fmla="*/ 2 h 187"/>
                <a:gd name="T38" fmla="*/ 9 w 209"/>
                <a:gd name="T39" fmla="*/ 67 h 187"/>
                <a:gd name="T40" fmla="*/ 5 w 209"/>
                <a:gd name="T41" fmla="*/ 113 h 187"/>
                <a:gd name="T42" fmla="*/ 15 w 209"/>
                <a:gd name="T43" fmla="*/ 152 h 187"/>
                <a:gd name="T44" fmla="*/ 14 w 209"/>
                <a:gd name="T45" fmla="*/ 172 h 187"/>
                <a:gd name="T46" fmla="*/ 14 w 209"/>
                <a:gd name="T47" fmla="*/ 173 h 187"/>
                <a:gd name="T48" fmla="*/ 19 w 209"/>
                <a:gd name="T49" fmla="*/ 175 h 187"/>
                <a:gd name="T50" fmla="*/ 51 w 209"/>
                <a:gd name="T51" fmla="*/ 148 h 187"/>
                <a:gd name="T52" fmla="*/ 111 w 209"/>
                <a:gd name="T53" fmla="*/ 171 h 187"/>
                <a:gd name="T54" fmla="*/ 157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5"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2"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5"/>
                    <a:pt x="13" y="115"/>
                    <a:pt x="13" y="115"/>
                  </a:cubicBezTo>
                  <a:cubicBezTo>
                    <a:pt x="13" y="115"/>
                    <a:pt x="12"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5" y="68"/>
                    <a:pt x="18" y="56"/>
                    <a:pt x="28" y="43"/>
                  </a:cubicBezTo>
                  <a:cubicBezTo>
                    <a:pt x="39" y="30"/>
                    <a:pt x="56" y="16"/>
                    <a:pt x="85" y="8"/>
                  </a:cubicBezTo>
                  <a:moveTo>
                    <a:pt x="108" y="0"/>
                  </a:moveTo>
                  <a:cubicBezTo>
                    <a:pt x="93" y="0"/>
                    <a:pt x="83" y="2"/>
                    <a:pt x="83" y="2"/>
                  </a:cubicBezTo>
                  <a:cubicBezTo>
                    <a:pt x="83" y="2"/>
                    <a:pt x="83" y="2"/>
                    <a:pt x="83" y="2"/>
                  </a:cubicBezTo>
                  <a:cubicBezTo>
                    <a:pt x="83" y="2"/>
                    <a:pt x="83" y="2"/>
                    <a:pt x="83" y="2"/>
                  </a:cubicBezTo>
                  <a:cubicBezTo>
                    <a:pt x="52" y="10"/>
                    <a:pt x="33" y="27"/>
                    <a:pt x="23" y="41"/>
                  </a:cubicBezTo>
                  <a:cubicBezTo>
                    <a:pt x="13" y="54"/>
                    <a:pt x="9" y="65"/>
                    <a:pt x="9" y="67"/>
                  </a:cubicBezTo>
                  <a:cubicBezTo>
                    <a:pt x="3" y="79"/>
                    <a:pt x="0" y="88"/>
                    <a:pt x="0" y="96"/>
                  </a:cubicBezTo>
                  <a:cubicBezTo>
                    <a:pt x="0" y="104"/>
                    <a:pt x="3"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4" y="173"/>
                  </a:cubicBezTo>
                  <a:cubicBezTo>
                    <a:pt x="14" y="173"/>
                    <a:pt x="14" y="173"/>
                    <a:pt x="14"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7"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6" name="Freeform 1483">
              <a:extLst>
                <a:ext uri="{FF2B5EF4-FFF2-40B4-BE49-F238E27FC236}">
                  <a16:creationId xmlns:a16="http://schemas.microsoft.com/office/drawing/2014/main" id="{B37E3462-4B2B-4EFE-AED9-993ED0843C9E}"/>
                </a:ext>
              </a:extLst>
            </p:cNvPr>
            <p:cNvSpPr>
              <a:spLocks noEditPoints="1"/>
            </p:cNvSpPr>
            <p:nvPr userDrawn="1"/>
          </p:nvSpPr>
          <p:spPr bwMode="auto">
            <a:xfrm>
              <a:off x="5083763" y="5768872"/>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7" name="Freeform 1484">
              <a:extLst>
                <a:ext uri="{FF2B5EF4-FFF2-40B4-BE49-F238E27FC236}">
                  <a16:creationId xmlns:a16="http://schemas.microsoft.com/office/drawing/2014/main" id="{B1EF64D4-F98C-4B41-8DC3-23FCA3DD6706}"/>
                </a:ext>
              </a:extLst>
            </p:cNvPr>
            <p:cNvSpPr>
              <a:spLocks noEditPoints="1"/>
            </p:cNvSpPr>
            <p:nvPr userDrawn="1"/>
          </p:nvSpPr>
          <p:spPr bwMode="auto">
            <a:xfrm>
              <a:off x="3572557" y="5106590"/>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2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8"/>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2"/>
                    <a:pt x="111" y="172"/>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8" name="Freeform 1485">
              <a:extLst>
                <a:ext uri="{FF2B5EF4-FFF2-40B4-BE49-F238E27FC236}">
                  <a16:creationId xmlns:a16="http://schemas.microsoft.com/office/drawing/2014/main" id="{C6222646-2BCF-499A-993F-6BD95EACA2C5}"/>
                </a:ext>
              </a:extLst>
            </p:cNvPr>
            <p:cNvSpPr>
              <a:spLocks/>
            </p:cNvSpPr>
            <p:nvPr userDrawn="1"/>
          </p:nvSpPr>
          <p:spPr bwMode="auto">
            <a:xfrm>
              <a:off x="3703007"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9" name="Freeform 1486">
              <a:extLst>
                <a:ext uri="{FF2B5EF4-FFF2-40B4-BE49-F238E27FC236}">
                  <a16:creationId xmlns:a16="http://schemas.microsoft.com/office/drawing/2014/main" id="{831602BA-A0FB-48FD-B818-766012AD8D07}"/>
                </a:ext>
              </a:extLst>
            </p:cNvPr>
            <p:cNvSpPr>
              <a:spLocks/>
            </p:cNvSpPr>
            <p:nvPr userDrawn="1"/>
          </p:nvSpPr>
          <p:spPr bwMode="auto">
            <a:xfrm>
              <a:off x="4433524" y="4576765"/>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3 h 177"/>
                <a:gd name="T12" fmla="*/ 17 w 209"/>
                <a:gd name="T13" fmla="*/ 177 h 177"/>
                <a:gd name="T14" fmla="*/ 40 w 209"/>
                <a:gd name="T15" fmla="*/ 144 h 177"/>
                <a:gd name="T16" fmla="*/ 85 w 209"/>
                <a:gd name="T17" fmla="*/ 166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3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1"/>
                    <a:pt x="4" y="114"/>
                  </a:cubicBezTo>
                  <a:cubicBezTo>
                    <a:pt x="6" y="117"/>
                    <a:pt x="7" y="119"/>
                    <a:pt x="8" y="120"/>
                  </a:cubicBezTo>
                  <a:cubicBezTo>
                    <a:pt x="13" y="130"/>
                    <a:pt x="14" y="143"/>
                    <a:pt x="14" y="153"/>
                  </a:cubicBezTo>
                  <a:cubicBezTo>
                    <a:pt x="14" y="159"/>
                    <a:pt x="14" y="164"/>
                    <a:pt x="13" y="168"/>
                  </a:cubicBezTo>
                  <a:cubicBezTo>
                    <a:pt x="13" y="170"/>
                    <a:pt x="13" y="172"/>
                    <a:pt x="13" y="173"/>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6"/>
                  </a:cubicBezTo>
                  <a:cubicBezTo>
                    <a:pt x="92" y="171"/>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3"/>
                    <a:pt x="20" y="163"/>
                    <a:pt x="20" y="163"/>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7"/>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0" name="Freeform 1487">
              <a:extLst>
                <a:ext uri="{FF2B5EF4-FFF2-40B4-BE49-F238E27FC236}">
                  <a16:creationId xmlns:a16="http://schemas.microsoft.com/office/drawing/2014/main" id="{F122615B-5418-4485-BCD5-F1BBE26106B2}"/>
                </a:ext>
              </a:extLst>
            </p:cNvPr>
            <p:cNvSpPr>
              <a:spLocks/>
            </p:cNvSpPr>
            <p:nvPr userDrawn="1"/>
          </p:nvSpPr>
          <p:spPr bwMode="auto">
            <a:xfrm>
              <a:off x="4608124" y="4825623"/>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1" name="Freeform 1488">
              <a:extLst>
                <a:ext uri="{FF2B5EF4-FFF2-40B4-BE49-F238E27FC236}">
                  <a16:creationId xmlns:a16="http://schemas.microsoft.com/office/drawing/2014/main" id="{C06F6466-D38C-49CD-BE67-308BE741F266}"/>
                </a:ext>
              </a:extLst>
            </p:cNvPr>
            <p:cNvSpPr>
              <a:spLocks/>
            </p:cNvSpPr>
            <p:nvPr userDrawn="1"/>
          </p:nvSpPr>
          <p:spPr bwMode="auto">
            <a:xfrm>
              <a:off x="4447571"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2" name="Freeform 1489">
              <a:extLst>
                <a:ext uri="{FF2B5EF4-FFF2-40B4-BE49-F238E27FC236}">
                  <a16:creationId xmlns:a16="http://schemas.microsoft.com/office/drawing/2014/main" id="{D30A64A2-1484-4A82-8B77-4B58089D954A}"/>
                </a:ext>
              </a:extLst>
            </p:cNvPr>
            <p:cNvSpPr>
              <a:spLocks/>
            </p:cNvSpPr>
            <p:nvPr userDrawn="1"/>
          </p:nvSpPr>
          <p:spPr bwMode="auto">
            <a:xfrm>
              <a:off x="4451585" y="4837664"/>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3" name="Freeform 1490">
              <a:extLst>
                <a:ext uri="{FF2B5EF4-FFF2-40B4-BE49-F238E27FC236}">
                  <a16:creationId xmlns:a16="http://schemas.microsoft.com/office/drawing/2014/main" id="{4B61B1B4-A8C7-4756-A20D-89AAF666306F}"/>
                </a:ext>
              </a:extLst>
            </p:cNvPr>
            <p:cNvSpPr>
              <a:spLocks noEditPoints="1"/>
            </p:cNvSpPr>
            <p:nvPr userDrawn="1"/>
          </p:nvSpPr>
          <p:spPr bwMode="auto">
            <a:xfrm>
              <a:off x="5585492" y="4378080"/>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1"/>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4" name="Freeform 1491">
              <a:extLst>
                <a:ext uri="{FF2B5EF4-FFF2-40B4-BE49-F238E27FC236}">
                  <a16:creationId xmlns:a16="http://schemas.microsoft.com/office/drawing/2014/main" id="{D3720396-731C-4EB1-8D0B-B82E7AB6E495}"/>
                </a:ext>
              </a:extLst>
            </p:cNvPr>
            <p:cNvSpPr>
              <a:spLocks noEditPoints="1"/>
            </p:cNvSpPr>
            <p:nvPr userDrawn="1"/>
          </p:nvSpPr>
          <p:spPr bwMode="auto">
            <a:xfrm>
              <a:off x="5830335" y="4378080"/>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5" name="Freeform 1492">
              <a:extLst>
                <a:ext uri="{FF2B5EF4-FFF2-40B4-BE49-F238E27FC236}">
                  <a16:creationId xmlns:a16="http://schemas.microsoft.com/office/drawing/2014/main" id="{716D3EC4-8975-42B5-A050-54887354798F}"/>
                </a:ext>
              </a:extLst>
            </p:cNvPr>
            <p:cNvSpPr>
              <a:spLocks/>
            </p:cNvSpPr>
            <p:nvPr userDrawn="1"/>
          </p:nvSpPr>
          <p:spPr bwMode="auto">
            <a:xfrm>
              <a:off x="5585492" y="4568738"/>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6" name="Freeform 1493">
              <a:extLst>
                <a:ext uri="{FF2B5EF4-FFF2-40B4-BE49-F238E27FC236}">
                  <a16:creationId xmlns:a16="http://schemas.microsoft.com/office/drawing/2014/main" id="{A9243094-F3F8-4AC8-9134-AA6C79245DB0}"/>
                </a:ext>
              </a:extLst>
            </p:cNvPr>
            <p:cNvSpPr>
              <a:spLocks noEditPoints="1"/>
            </p:cNvSpPr>
            <p:nvPr userDrawn="1"/>
          </p:nvSpPr>
          <p:spPr bwMode="auto">
            <a:xfrm>
              <a:off x="3420032" y="5439738"/>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5 w 233"/>
                <a:gd name="T31" fmla="*/ 77 h 208"/>
                <a:gd name="T32" fmla="*/ 93 w 233"/>
                <a:gd name="T33" fmla="*/ 8 h 208"/>
                <a:gd name="T34" fmla="*/ 92 w 233"/>
                <a:gd name="T35" fmla="*/ 2 h 208"/>
                <a:gd name="T36" fmla="*/ 92 w 233"/>
                <a:gd name="T37" fmla="*/ 3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8"/>
                  </a:cubicBezTo>
                  <a:cubicBezTo>
                    <a:pt x="6" y="100"/>
                    <a:pt x="8" y="90"/>
                    <a:pt x="14" y="78"/>
                  </a:cubicBezTo>
                  <a:cubicBezTo>
                    <a:pt x="14" y="77"/>
                    <a:pt x="14" y="77"/>
                    <a:pt x="14" y="77"/>
                  </a:cubicBezTo>
                  <a:cubicBezTo>
                    <a:pt x="15" y="77"/>
                    <a:pt x="15" y="77"/>
                    <a:pt x="15" y="77"/>
                  </a:cubicBezTo>
                  <a:cubicBezTo>
                    <a:pt x="15" y="77"/>
                    <a:pt x="15" y="77"/>
                    <a:pt x="15"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7" name="Freeform 1494">
              <a:extLst>
                <a:ext uri="{FF2B5EF4-FFF2-40B4-BE49-F238E27FC236}">
                  <a16:creationId xmlns:a16="http://schemas.microsoft.com/office/drawing/2014/main" id="{57704021-762E-4C2E-8983-D43397DBDBDE}"/>
                </a:ext>
              </a:extLst>
            </p:cNvPr>
            <p:cNvSpPr>
              <a:spLocks noEditPoints="1"/>
            </p:cNvSpPr>
            <p:nvPr userDrawn="1"/>
          </p:nvSpPr>
          <p:spPr bwMode="auto">
            <a:xfrm>
              <a:off x="4993452" y="4606868"/>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7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6 h 117"/>
                <a:gd name="T50" fmla="*/ 136 w 168"/>
                <a:gd name="T51" fmla="*/ 6 h 117"/>
                <a:gd name="T52" fmla="*/ 136 w 168"/>
                <a:gd name="T53" fmla="*/ 6 h 117"/>
                <a:gd name="T54" fmla="*/ 136 w 168"/>
                <a:gd name="T55" fmla="*/ 6 h 117"/>
                <a:gd name="T56" fmla="*/ 136 w 168"/>
                <a:gd name="T57" fmla="*/ 0 h 117"/>
                <a:gd name="T58" fmla="*/ 72 w 168"/>
                <a:gd name="T59" fmla="*/ 0 h 117"/>
                <a:gd name="T60" fmla="*/ 72 w 168"/>
                <a:gd name="T61" fmla="*/ 0 h 117"/>
                <a:gd name="T62" fmla="*/ 53 w 168"/>
                <a:gd name="T63" fmla="*/ 5 h 117"/>
                <a:gd name="T64" fmla="*/ 39 w 168"/>
                <a:gd name="T65" fmla="*/ 21 h 117"/>
                <a:gd name="T66" fmla="*/ 36 w 168"/>
                <a:gd name="T67" fmla="*/ 31 h 117"/>
                <a:gd name="T68" fmla="*/ 36 w 168"/>
                <a:gd name="T69" fmla="*/ 31 h 117"/>
                <a:gd name="T70" fmla="*/ 36 w 168"/>
                <a:gd name="T71" fmla="*/ 57 h 117"/>
                <a:gd name="T72" fmla="*/ 0 w 168"/>
                <a:gd name="T73" fmla="*/ 38 h 117"/>
                <a:gd name="T74" fmla="*/ 8 w 168"/>
                <a:gd name="T75" fmla="*/ 48 h 117"/>
                <a:gd name="T76" fmla="*/ 10 w 168"/>
                <a:gd name="T77" fmla="*/ 47 h 117"/>
                <a:gd name="T78" fmla="*/ 8 w 168"/>
                <a:gd name="T79" fmla="*/ 48 h 117"/>
                <a:gd name="T80" fmla="*/ 36 w 168"/>
                <a:gd name="T81" fmla="*/ 86 h 117"/>
                <a:gd name="T82" fmla="*/ 40 w 168"/>
                <a:gd name="T83" fmla="*/ 102 h 117"/>
                <a:gd name="T84" fmla="*/ 53 w 168"/>
                <a:gd name="T85" fmla="*/ 114 h 117"/>
                <a:gd name="T86" fmla="*/ 61 w 168"/>
                <a:gd name="T87" fmla="*/ 117 h 117"/>
                <a:gd name="T88" fmla="*/ 62 w 168"/>
                <a:gd name="T89" fmla="*/ 117 h 117"/>
                <a:gd name="T90" fmla="*/ 132 w 168"/>
                <a:gd name="T91" fmla="*/ 117 h 117"/>
                <a:gd name="T92" fmla="*/ 132 w 168"/>
                <a:gd name="T93" fmla="*/ 117 h 117"/>
                <a:gd name="T94" fmla="*/ 162 w 168"/>
                <a:gd name="T95" fmla="*/ 106 h 117"/>
                <a:gd name="T96" fmla="*/ 168 w 168"/>
                <a:gd name="T97" fmla="*/ 92 h 117"/>
                <a:gd name="T98" fmla="*/ 168 w 168"/>
                <a:gd name="T99" fmla="*/ 90 h 117"/>
                <a:gd name="T100" fmla="*/ 168 w 168"/>
                <a:gd name="T101" fmla="*/ 32 h 117"/>
                <a:gd name="T102" fmla="*/ 168 w 168"/>
                <a:gd name="T103" fmla="*/ 32 h 117"/>
                <a:gd name="T104" fmla="*/ 150 w 168"/>
                <a:gd name="T105" fmla="*/ 5 h 117"/>
                <a:gd name="T106" fmla="*/ 136 w 168"/>
                <a:gd name="T107" fmla="*/ 0 h 117"/>
                <a:gd name="T108" fmla="*/ 136 w 168"/>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7"/>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7"/>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8" name="Freeform 1495">
              <a:extLst>
                <a:ext uri="{FF2B5EF4-FFF2-40B4-BE49-F238E27FC236}">
                  <a16:creationId xmlns:a16="http://schemas.microsoft.com/office/drawing/2014/main" id="{9BEDA429-DDF1-46F0-9B56-C343B19E7854}"/>
                </a:ext>
              </a:extLst>
            </p:cNvPr>
            <p:cNvSpPr>
              <a:spLocks noEditPoints="1"/>
            </p:cNvSpPr>
            <p:nvPr userDrawn="1"/>
          </p:nvSpPr>
          <p:spPr bwMode="auto">
            <a:xfrm>
              <a:off x="3755187" y="5664512"/>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4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6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9" name="Freeform 1496">
              <a:extLst>
                <a:ext uri="{FF2B5EF4-FFF2-40B4-BE49-F238E27FC236}">
                  <a16:creationId xmlns:a16="http://schemas.microsoft.com/office/drawing/2014/main" id="{503F98E4-31D3-4CB4-A964-93F45BE4CDC9}"/>
                </a:ext>
              </a:extLst>
            </p:cNvPr>
            <p:cNvSpPr>
              <a:spLocks noEditPoints="1"/>
            </p:cNvSpPr>
            <p:nvPr userDrawn="1"/>
          </p:nvSpPr>
          <p:spPr bwMode="auto">
            <a:xfrm>
              <a:off x="3199272" y="5794961"/>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7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0" name="Freeform 1497">
              <a:extLst>
                <a:ext uri="{FF2B5EF4-FFF2-40B4-BE49-F238E27FC236}">
                  <a16:creationId xmlns:a16="http://schemas.microsoft.com/office/drawing/2014/main" id="{DD9D583A-223C-4E41-9108-569FFDA8C2DA}"/>
                </a:ext>
              </a:extLst>
            </p:cNvPr>
            <p:cNvSpPr>
              <a:spLocks noEditPoints="1"/>
            </p:cNvSpPr>
            <p:nvPr userDrawn="1"/>
          </p:nvSpPr>
          <p:spPr bwMode="auto">
            <a:xfrm>
              <a:off x="4086327" y="5285205"/>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5 h 76"/>
                <a:gd name="T32" fmla="*/ 32 w 112"/>
                <a:gd name="T33" fmla="*/ 54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6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1" name="Freeform 1498">
              <a:extLst>
                <a:ext uri="{FF2B5EF4-FFF2-40B4-BE49-F238E27FC236}">
                  <a16:creationId xmlns:a16="http://schemas.microsoft.com/office/drawing/2014/main" id="{9C9C2118-DB77-4257-928E-D9E281F7E768}"/>
                </a:ext>
              </a:extLst>
            </p:cNvPr>
            <p:cNvSpPr>
              <a:spLocks noEditPoints="1"/>
            </p:cNvSpPr>
            <p:nvPr userDrawn="1"/>
          </p:nvSpPr>
          <p:spPr bwMode="auto">
            <a:xfrm>
              <a:off x="4072279" y="5010258"/>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8"/>
                    <a:pt x="41" y="88"/>
                    <a:pt x="41" y="88"/>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2" name="Freeform 1499">
              <a:extLst>
                <a:ext uri="{FF2B5EF4-FFF2-40B4-BE49-F238E27FC236}">
                  <a16:creationId xmlns:a16="http://schemas.microsoft.com/office/drawing/2014/main" id="{63C8E947-68A6-4E2F-9967-65F58F29A750}"/>
                </a:ext>
              </a:extLst>
            </p:cNvPr>
            <p:cNvSpPr>
              <a:spLocks noEditPoints="1"/>
            </p:cNvSpPr>
            <p:nvPr userDrawn="1"/>
          </p:nvSpPr>
          <p:spPr bwMode="auto">
            <a:xfrm>
              <a:off x="3448129" y="4548669"/>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1 h 156"/>
                <a:gd name="T96" fmla="*/ 168 w 168"/>
                <a:gd name="T97" fmla="*/ 43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1"/>
                  </a:cubicBezTo>
                  <a:cubicBezTo>
                    <a:pt x="168" y="43"/>
                    <a:pt x="168" y="43"/>
                    <a:pt x="168" y="43"/>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3" name="Freeform 1500">
              <a:extLst>
                <a:ext uri="{FF2B5EF4-FFF2-40B4-BE49-F238E27FC236}">
                  <a16:creationId xmlns:a16="http://schemas.microsoft.com/office/drawing/2014/main" id="{147A6275-4166-442C-ACD3-0C400672E806}"/>
                </a:ext>
              </a:extLst>
            </p:cNvPr>
            <p:cNvSpPr>
              <a:spLocks/>
            </p:cNvSpPr>
            <p:nvPr userDrawn="1"/>
          </p:nvSpPr>
          <p:spPr bwMode="auto">
            <a:xfrm>
              <a:off x="3688958" y="4753374"/>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4" name="Freeform 1501">
              <a:extLst>
                <a:ext uri="{FF2B5EF4-FFF2-40B4-BE49-F238E27FC236}">
                  <a16:creationId xmlns:a16="http://schemas.microsoft.com/office/drawing/2014/main" id="{92D34DE3-49CF-4248-BDE8-076FDBC50370}"/>
                </a:ext>
              </a:extLst>
            </p:cNvPr>
            <p:cNvSpPr>
              <a:spLocks noEditPoints="1"/>
            </p:cNvSpPr>
            <p:nvPr userDrawn="1"/>
          </p:nvSpPr>
          <p:spPr bwMode="auto">
            <a:xfrm>
              <a:off x="4224805"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1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9 w 119"/>
                <a:gd name="T89" fmla="*/ 133 h 166"/>
                <a:gd name="T90" fmla="*/ 119 w 119"/>
                <a:gd name="T91" fmla="*/ 132 h 166"/>
                <a:gd name="T92" fmla="*/ 118 w 119"/>
                <a:gd name="T93" fmla="*/ 70 h 166"/>
                <a:gd name="T94" fmla="*/ 118 w 119"/>
                <a:gd name="T95" fmla="*/ 70 h 166"/>
                <a:gd name="T96" fmla="*/ 113 w 119"/>
                <a:gd name="T97" fmla="*/ 51 h 166"/>
                <a:gd name="T98" fmla="*/ 96 w 119"/>
                <a:gd name="T99" fmla="*/ 38 h 166"/>
                <a:gd name="T100" fmla="*/ 87 w 119"/>
                <a:gd name="T101" fmla="*/ 35 h 166"/>
                <a:gd name="T102" fmla="*/ 86 w 119"/>
                <a:gd name="T103" fmla="*/ 35 h 166"/>
                <a:gd name="T104" fmla="*/ 60 w 119"/>
                <a:gd name="T105" fmla="*/ 35 h 166"/>
                <a:gd name="T106" fmla="*/ 79 w 119"/>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5" name="Freeform 1502">
              <a:extLst>
                <a:ext uri="{FF2B5EF4-FFF2-40B4-BE49-F238E27FC236}">
                  <a16:creationId xmlns:a16="http://schemas.microsoft.com/office/drawing/2014/main" id="{34C7074E-B5CE-4FE6-AD6D-6A5174FEC22E}"/>
                </a:ext>
              </a:extLst>
            </p:cNvPr>
            <p:cNvSpPr>
              <a:spLocks noEditPoints="1"/>
            </p:cNvSpPr>
            <p:nvPr userDrawn="1"/>
          </p:nvSpPr>
          <p:spPr bwMode="auto">
            <a:xfrm>
              <a:off x="3319686" y="4697180"/>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0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8 w 119"/>
                <a:gd name="T89" fmla="*/ 138 h 166"/>
                <a:gd name="T90" fmla="*/ 114 w 119"/>
                <a:gd name="T91" fmla="*/ 135 h 166"/>
                <a:gd name="T92" fmla="*/ 119 w 119"/>
                <a:gd name="T93" fmla="*/ 136 h 166"/>
                <a:gd name="T94" fmla="*/ 119 w 119"/>
                <a:gd name="T95" fmla="*/ 132 h 166"/>
                <a:gd name="T96" fmla="*/ 119 w 119"/>
                <a:gd name="T97" fmla="*/ 132 h 166"/>
                <a:gd name="T98" fmla="*/ 118 w 119"/>
                <a:gd name="T99" fmla="*/ 70 h 166"/>
                <a:gd name="T100" fmla="*/ 118 w 119"/>
                <a:gd name="T101" fmla="*/ 70 h 166"/>
                <a:gd name="T102" fmla="*/ 113 w 119"/>
                <a:gd name="T103" fmla="*/ 51 h 166"/>
                <a:gd name="T104" fmla="*/ 96 w 119"/>
                <a:gd name="T105" fmla="*/ 38 h 166"/>
                <a:gd name="T106" fmla="*/ 87 w 119"/>
                <a:gd name="T107" fmla="*/ 35 h 166"/>
                <a:gd name="T108" fmla="*/ 86 w 119"/>
                <a:gd name="T109" fmla="*/ 35 h 166"/>
                <a:gd name="T110" fmla="*/ 60 w 119"/>
                <a:gd name="T111" fmla="*/ 35 h 166"/>
                <a:gd name="T112" fmla="*/ 79 w 119"/>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6" name="Freeform 1503">
              <a:extLst>
                <a:ext uri="{FF2B5EF4-FFF2-40B4-BE49-F238E27FC236}">
                  <a16:creationId xmlns:a16="http://schemas.microsoft.com/office/drawing/2014/main" id="{7C3A4BA7-F9CF-4BCE-8AB5-6865F11B31F0}"/>
                </a:ext>
              </a:extLst>
            </p:cNvPr>
            <p:cNvSpPr>
              <a:spLocks/>
            </p:cNvSpPr>
            <p:nvPr userDrawn="1"/>
          </p:nvSpPr>
          <p:spPr bwMode="auto">
            <a:xfrm>
              <a:off x="3490275" y="4901885"/>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7" name="Freeform 1504">
              <a:extLst>
                <a:ext uri="{FF2B5EF4-FFF2-40B4-BE49-F238E27FC236}">
                  <a16:creationId xmlns:a16="http://schemas.microsoft.com/office/drawing/2014/main" id="{D42FF9BB-407C-460A-BF03-A7A468197D99}"/>
                </a:ext>
              </a:extLst>
            </p:cNvPr>
            <p:cNvSpPr>
              <a:spLocks noEditPoints="1"/>
            </p:cNvSpPr>
            <p:nvPr userDrawn="1"/>
          </p:nvSpPr>
          <p:spPr bwMode="auto">
            <a:xfrm>
              <a:off x="4730547" y="4751366"/>
              <a:ext cx="329134" cy="198685"/>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6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6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8" name="Freeform 1505">
              <a:extLst>
                <a:ext uri="{FF2B5EF4-FFF2-40B4-BE49-F238E27FC236}">
                  <a16:creationId xmlns:a16="http://schemas.microsoft.com/office/drawing/2014/main" id="{EDBF40FF-8865-4FF6-A10B-214CA1C4FD6E}"/>
                </a:ext>
              </a:extLst>
            </p:cNvPr>
            <p:cNvSpPr>
              <a:spLocks noEditPoints="1"/>
            </p:cNvSpPr>
            <p:nvPr userDrawn="1"/>
          </p:nvSpPr>
          <p:spPr bwMode="auto">
            <a:xfrm>
              <a:off x="5079750"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5 w 140"/>
                <a:gd name="T9" fmla="*/ 8 h 137"/>
                <a:gd name="T10" fmla="*/ 100 w 140"/>
                <a:gd name="T11" fmla="*/ 6 h 137"/>
                <a:gd name="T12" fmla="*/ 100 w 140"/>
                <a:gd name="T13" fmla="*/ 6 h 137"/>
                <a:gd name="T14" fmla="*/ 117 w 140"/>
                <a:gd name="T15" fmla="*/ 10 h 137"/>
                <a:gd name="T16" fmla="*/ 127 w 140"/>
                <a:gd name="T17" fmla="*/ 16 h 137"/>
                <a:gd name="T18" fmla="*/ 134 w 140"/>
                <a:gd name="T19" fmla="*/ 27 h 137"/>
                <a:gd name="T20" fmla="*/ 134 w 140"/>
                <a:gd name="T21" fmla="*/ 82 h 137"/>
                <a:gd name="T22" fmla="*/ 131 w 140"/>
                <a:gd name="T23" fmla="*/ 91 h 137"/>
                <a:gd name="T24" fmla="*/ 107 w 140"/>
                <a:gd name="T25" fmla="*/ 103 h 137"/>
                <a:gd name="T26" fmla="*/ 64 w 140"/>
                <a:gd name="T27" fmla="*/ 104 h 137"/>
                <a:gd name="T28" fmla="*/ 77 w 140"/>
                <a:gd name="T29" fmla="*/ 122 h 137"/>
                <a:gd name="T30" fmla="*/ 43 w 140"/>
                <a:gd name="T31" fmla="*/ 105 h 137"/>
                <a:gd name="T32" fmla="*/ 42 w 140"/>
                <a:gd name="T33" fmla="*/ 105 h 137"/>
                <a:gd name="T34" fmla="*/ 42 w 140"/>
                <a:gd name="T35" fmla="*/ 106 h 137"/>
                <a:gd name="T36" fmla="*/ 38 w 140"/>
                <a:gd name="T37" fmla="*/ 106 h 137"/>
                <a:gd name="T38" fmla="*/ 37 w 140"/>
                <a:gd name="T39" fmla="*/ 106 h 137"/>
                <a:gd name="T40" fmla="*/ 22 w 140"/>
                <a:gd name="T41" fmla="*/ 104 h 137"/>
                <a:gd name="T42" fmla="*/ 14 w 140"/>
                <a:gd name="T43" fmla="*/ 100 h 137"/>
                <a:gd name="T44" fmla="*/ 9 w 140"/>
                <a:gd name="T45" fmla="*/ 95 h 137"/>
                <a:gd name="T46" fmla="*/ 6 w 140"/>
                <a:gd name="T47" fmla="*/ 27 h 137"/>
                <a:gd name="T48" fmla="*/ 10 w 140"/>
                <a:gd name="T49" fmla="*/ 17 h 137"/>
                <a:gd name="T50" fmla="*/ 16 w 140"/>
                <a:gd name="T51" fmla="*/ 11 h 137"/>
                <a:gd name="T52" fmla="*/ 25 w 140"/>
                <a:gd name="T53" fmla="*/ 8 h 137"/>
                <a:gd name="T54" fmla="*/ 25 w 140"/>
                <a:gd name="T55" fmla="*/ 8 h 137"/>
                <a:gd name="T56" fmla="*/ 100 w 140"/>
                <a:gd name="T57" fmla="*/ 0 h 137"/>
                <a:gd name="T58" fmla="*/ 25 w 140"/>
                <a:gd name="T59" fmla="*/ 2 h 137"/>
                <a:gd name="T60" fmla="*/ 12 w 140"/>
                <a:gd name="T61" fmla="*/ 6 h 137"/>
                <a:gd name="T62" fmla="*/ 3 w 140"/>
                <a:gd name="T63" fmla="*/ 19 h 137"/>
                <a:gd name="T64" fmla="*/ 0 w 140"/>
                <a:gd name="T65" fmla="*/ 26 h 137"/>
                <a:gd name="T66" fmla="*/ 0 w 140"/>
                <a:gd name="T67" fmla="*/ 26 h 137"/>
                <a:gd name="T68" fmla="*/ 3 w 140"/>
                <a:gd name="T69" fmla="*/ 96 h 137"/>
                <a:gd name="T70" fmla="*/ 3 w 140"/>
                <a:gd name="T71" fmla="*/ 97 h 137"/>
                <a:gd name="T72" fmla="*/ 10 w 140"/>
                <a:gd name="T73" fmla="*/ 105 h 137"/>
                <a:gd name="T74" fmla="*/ 25 w 140"/>
                <a:gd name="T75" fmla="*/ 111 h 137"/>
                <a:gd name="T76" fmla="*/ 38 w 140"/>
                <a:gd name="T77" fmla="*/ 112 h 137"/>
                <a:gd name="T78" fmla="*/ 41 w 140"/>
                <a:gd name="T79" fmla="*/ 112 h 137"/>
                <a:gd name="T80" fmla="*/ 95 w 140"/>
                <a:gd name="T81" fmla="*/ 137 h 137"/>
                <a:gd name="T82" fmla="*/ 75 w 140"/>
                <a:gd name="T83" fmla="*/ 110 h 137"/>
                <a:gd name="T84" fmla="*/ 108 w 140"/>
                <a:gd name="T85" fmla="*/ 109 h 137"/>
                <a:gd name="T86" fmla="*/ 108 w 140"/>
                <a:gd name="T87" fmla="*/ 109 h 137"/>
                <a:gd name="T88" fmla="*/ 136 w 140"/>
                <a:gd name="T89" fmla="*/ 94 h 137"/>
                <a:gd name="T90" fmla="*/ 140 w 140"/>
                <a:gd name="T91" fmla="*/ 82 h 137"/>
                <a:gd name="T92" fmla="*/ 140 w 140"/>
                <a:gd name="T93" fmla="*/ 82 h 137"/>
                <a:gd name="T94" fmla="*/ 140 w 140"/>
                <a:gd name="T95" fmla="*/ 26 h 137"/>
                <a:gd name="T96" fmla="*/ 140 w 140"/>
                <a:gd name="T97" fmla="*/ 26 h 137"/>
                <a:gd name="T98" fmla="*/ 131 w 140"/>
                <a:gd name="T99" fmla="*/ 11 h 137"/>
                <a:gd name="T100" fmla="*/ 111 w 140"/>
                <a:gd name="T101" fmla="*/ 2 h 137"/>
                <a:gd name="T102" fmla="*/ 100 w 140"/>
                <a:gd name="T103" fmla="*/ 0 h 137"/>
                <a:gd name="T104" fmla="*/ 100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6"/>
                    <a:pt x="42" y="106"/>
                    <a:pt x="42" y="106"/>
                  </a:cubicBezTo>
                  <a:cubicBezTo>
                    <a:pt x="41" y="106"/>
                    <a:pt x="40" y="106"/>
                    <a:pt x="38" y="106"/>
                  </a:cubicBezTo>
                  <a:cubicBezTo>
                    <a:pt x="38"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8"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9" name="Freeform 1506">
              <a:extLst>
                <a:ext uri="{FF2B5EF4-FFF2-40B4-BE49-F238E27FC236}">
                  <a16:creationId xmlns:a16="http://schemas.microsoft.com/office/drawing/2014/main" id="{8A0164DE-18A5-4A81-8C04-E45E4FE94872}"/>
                </a:ext>
              </a:extLst>
            </p:cNvPr>
            <p:cNvSpPr>
              <a:spLocks noEditPoints="1"/>
            </p:cNvSpPr>
            <p:nvPr userDrawn="1"/>
          </p:nvSpPr>
          <p:spPr bwMode="auto">
            <a:xfrm>
              <a:off x="4034147" y="4632959"/>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2 h 137"/>
                <a:gd name="T86" fmla="*/ 41 w 140"/>
                <a:gd name="T87" fmla="*/ 111 h 137"/>
                <a:gd name="T88" fmla="*/ 79 w 140"/>
                <a:gd name="T89" fmla="*/ 130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2"/>
                    <a:pt x="37" y="112"/>
                  </a:cubicBezTo>
                  <a:cubicBezTo>
                    <a:pt x="39" y="112"/>
                    <a:pt x="40" y="111"/>
                    <a:pt x="41" y="111"/>
                  </a:cubicBezTo>
                  <a:cubicBezTo>
                    <a:pt x="79" y="130"/>
                    <a:pt x="79" y="130"/>
                    <a:pt x="79" y="130"/>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0" name="Freeform 1507">
              <a:extLst>
                <a:ext uri="{FF2B5EF4-FFF2-40B4-BE49-F238E27FC236}">
                  <a16:creationId xmlns:a16="http://schemas.microsoft.com/office/drawing/2014/main" id="{CC417652-F4EF-4380-B7B6-65692656B711}"/>
                </a:ext>
              </a:extLst>
            </p:cNvPr>
            <p:cNvSpPr>
              <a:spLocks/>
            </p:cNvSpPr>
            <p:nvPr userDrawn="1"/>
          </p:nvSpPr>
          <p:spPr bwMode="auto">
            <a:xfrm>
              <a:off x="4152556" y="4827629"/>
              <a:ext cx="22077" cy="8028"/>
            </a:xfrm>
            <a:custGeom>
              <a:avLst/>
              <a:gdLst>
                <a:gd name="T0" fmla="*/ 10 w 14"/>
                <a:gd name="T1" fmla="*/ 0 h 6"/>
                <a:gd name="T2" fmla="*/ 0 w 14"/>
                <a:gd name="T3" fmla="*/ 1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1"/>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1" name="Freeform 1508">
              <a:extLst>
                <a:ext uri="{FF2B5EF4-FFF2-40B4-BE49-F238E27FC236}">
                  <a16:creationId xmlns:a16="http://schemas.microsoft.com/office/drawing/2014/main" id="{55B79FF2-D82D-4C42-A398-DA79F72513E8}"/>
                </a:ext>
              </a:extLst>
            </p:cNvPr>
            <p:cNvSpPr>
              <a:spLocks noEditPoints="1"/>
            </p:cNvSpPr>
            <p:nvPr userDrawn="1"/>
          </p:nvSpPr>
          <p:spPr bwMode="auto">
            <a:xfrm>
              <a:off x="3875602" y="4412198"/>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9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6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10"/>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9"/>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6"/>
                    <a:pt x="124" y="76"/>
                    <a:pt x="124"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2" name="Freeform 1509">
              <a:extLst>
                <a:ext uri="{FF2B5EF4-FFF2-40B4-BE49-F238E27FC236}">
                  <a16:creationId xmlns:a16="http://schemas.microsoft.com/office/drawing/2014/main" id="{1CCA28B5-760E-4744-9E68-DB5F6C840461}"/>
                </a:ext>
              </a:extLst>
            </p:cNvPr>
            <p:cNvSpPr>
              <a:spLocks noEditPoints="1"/>
            </p:cNvSpPr>
            <p:nvPr userDrawn="1"/>
          </p:nvSpPr>
          <p:spPr bwMode="auto">
            <a:xfrm>
              <a:off x="5300510" y="4769429"/>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1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7"/>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80"/>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3" name="Freeform 1510">
              <a:extLst>
                <a:ext uri="{FF2B5EF4-FFF2-40B4-BE49-F238E27FC236}">
                  <a16:creationId xmlns:a16="http://schemas.microsoft.com/office/drawing/2014/main" id="{CABF4E73-6222-477F-895B-F4DABE9D76AC}"/>
                </a:ext>
              </a:extLst>
            </p:cNvPr>
            <p:cNvSpPr>
              <a:spLocks noEditPoints="1"/>
            </p:cNvSpPr>
            <p:nvPr userDrawn="1"/>
          </p:nvSpPr>
          <p:spPr bwMode="auto">
            <a:xfrm>
              <a:off x="5589505" y="4233583"/>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6 h 115"/>
                <a:gd name="T62" fmla="*/ 60 w 76"/>
                <a:gd name="T63" fmla="*/ 6 h 115"/>
                <a:gd name="T64" fmla="*/ 60 w 76"/>
                <a:gd name="T65" fmla="*/ 6 h 115"/>
                <a:gd name="T66" fmla="*/ 60 w 76"/>
                <a:gd name="T67" fmla="*/ 6 h 115"/>
                <a:gd name="T68" fmla="*/ 60 w 76"/>
                <a:gd name="T69" fmla="*/ 0 h 115"/>
                <a:gd name="T70" fmla="*/ 59 w 76"/>
                <a:gd name="T71" fmla="*/ 0 h 115"/>
                <a:gd name="T72" fmla="*/ 59 w 76"/>
                <a:gd name="T73" fmla="*/ 0 h 115"/>
                <a:gd name="T74" fmla="*/ 16 w 76"/>
                <a:gd name="T75" fmla="*/ 3 h 115"/>
                <a:gd name="T76" fmla="*/ 17 w 76"/>
                <a:gd name="T77" fmla="*/ 6 h 115"/>
                <a:gd name="T78" fmla="*/ 16 w 76"/>
                <a:gd name="T79" fmla="*/ 3 h 115"/>
                <a:gd name="T80" fmla="*/ 8 w 76"/>
                <a:gd name="T81" fmla="*/ 8 h 115"/>
                <a:gd name="T82" fmla="*/ 1 w 76"/>
                <a:gd name="T83" fmla="*/ 22 h 115"/>
                <a:gd name="T84" fmla="*/ 0 w 76"/>
                <a:gd name="T85" fmla="*/ 39 h 115"/>
                <a:gd name="T86" fmla="*/ 1 w 76"/>
                <a:gd name="T87" fmla="*/ 61 h 115"/>
                <a:gd name="T88" fmla="*/ 9 w 76"/>
                <a:gd name="T89" fmla="*/ 81 h 115"/>
                <a:gd name="T90" fmla="*/ 15 w 76"/>
                <a:gd name="T91" fmla="*/ 88 h 115"/>
                <a:gd name="T92" fmla="*/ 16 w 76"/>
                <a:gd name="T93" fmla="*/ 88 h 115"/>
                <a:gd name="T94" fmla="*/ 38 w 76"/>
                <a:gd name="T95" fmla="*/ 89 h 115"/>
                <a:gd name="T96" fmla="*/ 26 w 76"/>
                <a:gd name="T97" fmla="*/ 115 h 115"/>
                <a:gd name="T98" fmla="*/ 56 w 76"/>
                <a:gd name="T99" fmla="*/ 90 h 115"/>
                <a:gd name="T100" fmla="*/ 72 w 76"/>
                <a:gd name="T101" fmla="*/ 85 h 115"/>
                <a:gd name="T102" fmla="*/ 75 w 76"/>
                <a:gd name="T103" fmla="*/ 80 h 115"/>
                <a:gd name="T104" fmla="*/ 76 w 76"/>
                <a:gd name="T105" fmla="*/ 77 h 115"/>
                <a:gd name="T106" fmla="*/ 76 w 76"/>
                <a:gd name="T107" fmla="*/ 76 h 115"/>
                <a:gd name="T108" fmla="*/ 76 w 76"/>
                <a:gd name="T109" fmla="*/ 28 h 115"/>
                <a:gd name="T110" fmla="*/ 69 w 76"/>
                <a:gd name="T111" fmla="*/ 4 h 115"/>
                <a:gd name="T112" fmla="*/ 63 w 76"/>
                <a:gd name="T113" fmla="*/ 1 h 115"/>
                <a:gd name="T114" fmla="*/ 60 w 76"/>
                <a:gd name="T11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6"/>
                    <a:pt x="11" y="13"/>
                    <a:pt x="12" y="12"/>
                  </a:cubicBezTo>
                  <a:cubicBezTo>
                    <a:pt x="13"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4"/>
                    <a:pt x="10" y="5"/>
                    <a:pt x="8" y="8"/>
                  </a:cubicBezTo>
                  <a:cubicBezTo>
                    <a:pt x="4" y="11"/>
                    <a:pt x="3" y="16"/>
                    <a:pt x="1" y="22"/>
                  </a:cubicBezTo>
                  <a:cubicBezTo>
                    <a:pt x="0" y="27"/>
                    <a:pt x="0" y="34"/>
                    <a:pt x="0" y="39"/>
                  </a:cubicBezTo>
                  <a:cubicBezTo>
                    <a:pt x="0" y="50"/>
                    <a:pt x="1" y="60"/>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4" name="Freeform 1511">
              <a:extLst>
                <a:ext uri="{FF2B5EF4-FFF2-40B4-BE49-F238E27FC236}">
                  <a16:creationId xmlns:a16="http://schemas.microsoft.com/office/drawing/2014/main" id="{3F521831-EE58-4B7B-9F38-56AE97B381E9}"/>
                </a:ext>
              </a:extLst>
            </p:cNvPr>
            <p:cNvSpPr>
              <a:spLocks noEditPoints="1"/>
            </p:cNvSpPr>
            <p:nvPr userDrawn="1"/>
          </p:nvSpPr>
          <p:spPr bwMode="auto">
            <a:xfrm>
              <a:off x="4963349" y="3960642"/>
              <a:ext cx="114395" cy="174602"/>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5" name="Freeform 1512">
              <a:extLst>
                <a:ext uri="{FF2B5EF4-FFF2-40B4-BE49-F238E27FC236}">
                  <a16:creationId xmlns:a16="http://schemas.microsoft.com/office/drawing/2014/main" id="{3FA37668-AAD0-4D76-885B-1144EAD6C446}"/>
                </a:ext>
              </a:extLst>
            </p:cNvPr>
            <p:cNvSpPr>
              <a:spLocks noEditPoints="1"/>
            </p:cNvSpPr>
            <p:nvPr userDrawn="1"/>
          </p:nvSpPr>
          <p:spPr bwMode="auto">
            <a:xfrm>
              <a:off x="3899685" y="4677111"/>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6" name="Freeform 1513">
              <a:extLst>
                <a:ext uri="{FF2B5EF4-FFF2-40B4-BE49-F238E27FC236}">
                  <a16:creationId xmlns:a16="http://schemas.microsoft.com/office/drawing/2014/main" id="{2C2C7992-A02B-4F33-808D-3BF26CC84C60}"/>
                </a:ext>
              </a:extLst>
            </p:cNvPr>
            <p:cNvSpPr>
              <a:spLocks noEditPoints="1"/>
            </p:cNvSpPr>
            <p:nvPr userDrawn="1"/>
          </p:nvSpPr>
          <p:spPr bwMode="auto">
            <a:xfrm>
              <a:off x="3209307" y="4197458"/>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7" name="Freeform 1514">
              <a:extLst>
                <a:ext uri="{FF2B5EF4-FFF2-40B4-BE49-F238E27FC236}">
                  <a16:creationId xmlns:a16="http://schemas.microsoft.com/office/drawing/2014/main" id="{25F42944-6E7D-4434-943B-32A6DFE2A828}"/>
                </a:ext>
              </a:extLst>
            </p:cNvPr>
            <p:cNvSpPr>
              <a:spLocks noEditPoints="1"/>
            </p:cNvSpPr>
            <p:nvPr userDrawn="1"/>
          </p:nvSpPr>
          <p:spPr bwMode="auto">
            <a:xfrm>
              <a:off x="4357261" y="5010258"/>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3"/>
                    <a:pt x="76" y="28"/>
                  </a:cubicBezTo>
                  <a:cubicBezTo>
                    <a:pt x="76" y="16"/>
                    <a:pt x="72" y="8"/>
                    <a:pt x="68" y="5"/>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8" name="Freeform 1515">
              <a:extLst>
                <a:ext uri="{FF2B5EF4-FFF2-40B4-BE49-F238E27FC236}">
                  <a16:creationId xmlns:a16="http://schemas.microsoft.com/office/drawing/2014/main" id="{04828E8B-713F-4223-A57B-B95F4D10021C}"/>
                </a:ext>
              </a:extLst>
            </p:cNvPr>
            <p:cNvSpPr>
              <a:spLocks noEditPoints="1"/>
            </p:cNvSpPr>
            <p:nvPr userDrawn="1"/>
          </p:nvSpPr>
          <p:spPr bwMode="auto">
            <a:xfrm>
              <a:off x="3929788" y="5034341"/>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6 h 116"/>
                <a:gd name="T68" fmla="*/ 60 w 76"/>
                <a:gd name="T69" fmla="*/ 0 h 116"/>
                <a:gd name="T70" fmla="*/ 60 w 76"/>
                <a:gd name="T71" fmla="*/ 0 h 116"/>
                <a:gd name="T72" fmla="*/ 59 w 76"/>
                <a:gd name="T73" fmla="*/ 0 h 116"/>
                <a:gd name="T74" fmla="*/ 16 w 76"/>
                <a:gd name="T75" fmla="*/ 4 h 116"/>
                <a:gd name="T76" fmla="*/ 8 w 76"/>
                <a:gd name="T77" fmla="*/ 8 h 116"/>
                <a:gd name="T78" fmla="*/ 2 w 76"/>
                <a:gd name="T79" fmla="*/ 22 h 116"/>
                <a:gd name="T80" fmla="*/ 0 w 76"/>
                <a:gd name="T81" fmla="*/ 40 h 116"/>
                <a:gd name="T82" fmla="*/ 2 w 76"/>
                <a:gd name="T83" fmla="*/ 61 h 116"/>
                <a:gd name="T84" fmla="*/ 9 w 76"/>
                <a:gd name="T85" fmla="*/ 82 h 116"/>
                <a:gd name="T86" fmla="*/ 15 w 76"/>
                <a:gd name="T87" fmla="*/ 88 h 116"/>
                <a:gd name="T88" fmla="*/ 16 w 76"/>
                <a:gd name="T89" fmla="*/ 89 h 116"/>
                <a:gd name="T90" fmla="*/ 38 w 76"/>
                <a:gd name="T91" fmla="*/ 90 h 116"/>
                <a:gd name="T92" fmla="*/ 26 w 76"/>
                <a:gd name="T93" fmla="*/ 116 h 116"/>
                <a:gd name="T94" fmla="*/ 56 w 76"/>
                <a:gd name="T95" fmla="*/ 90 h 116"/>
                <a:gd name="T96" fmla="*/ 72 w 76"/>
                <a:gd name="T97" fmla="*/ 85 h 116"/>
                <a:gd name="T98" fmla="*/ 75 w 76"/>
                <a:gd name="T99" fmla="*/ 81 h 116"/>
                <a:gd name="T100" fmla="*/ 76 w 76"/>
                <a:gd name="T101" fmla="*/ 77 h 116"/>
                <a:gd name="T102" fmla="*/ 76 w 76"/>
                <a:gd name="T103" fmla="*/ 76 h 116"/>
                <a:gd name="T104" fmla="*/ 76 w 76"/>
                <a:gd name="T105" fmla="*/ 28 h 116"/>
                <a:gd name="T106" fmla="*/ 69 w 76"/>
                <a:gd name="T107" fmla="*/ 5 h 116"/>
                <a:gd name="T108" fmla="*/ 63 w 76"/>
                <a:gd name="T109" fmla="*/ 1 h 116"/>
                <a:gd name="T110" fmla="*/ 60 w 7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9" name="Freeform 1516">
              <a:extLst>
                <a:ext uri="{FF2B5EF4-FFF2-40B4-BE49-F238E27FC236}">
                  <a16:creationId xmlns:a16="http://schemas.microsoft.com/office/drawing/2014/main" id="{59E715D2-1B81-4151-9B68-40D5A6202082}"/>
                </a:ext>
              </a:extLst>
            </p:cNvPr>
            <p:cNvSpPr>
              <a:spLocks noEditPoints="1"/>
            </p:cNvSpPr>
            <p:nvPr userDrawn="1"/>
          </p:nvSpPr>
          <p:spPr bwMode="auto">
            <a:xfrm>
              <a:off x="3436087"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0" name="Freeform 1517">
              <a:extLst>
                <a:ext uri="{FF2B5EF4-FFF2-40B4-BE49-F238E27FC236}">
                  <a16:creationId xmlns:a16="http://schemas.microsoft.com/office/drawing/2014/main" id="{58FD33ED-97C9-4D4D-BEE2-0E5BC16DCE3D}"/>
                </a:ext>
              </a:extLst>
            </p:cNvPr>
            <p:cNvSpPr>
              <a:spLocks noEditPoints="1"/>
            </p:cNvSpPr>
            <p:nvPr userDrawn="1"/>
          </p:nvSpPr>
          <p:spPr bwMode="auto">
            <a:xfrm>
              <a:off x="3877608" y="548790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1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1"/>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1" name="Freeform 1518">
              <a:extLst>
                <a:ext uri="{FF2B5EF4-FFF2-40B4-BE49-F238E27FC236}">
                  <a16:creationId xmlns:a16="http://schemas.microsoft.com/office/drawing/2014/main" id="{53E2C62E-FFCD-45BB-9E5B-81C4BB576B98}"/>
                </a:ext>
              </a:extLst>
            </p:cNvPr>
            <p:cNvSpPr>
              <a:spLocks noEditPoints="1"/>
            </p:cNvSpPr>
            <p:nvPr userDrawn="1"/>
          </p:nvSpPr>
          <p:spPr bwMode="auto">
            <a:xfrm>
              <a:off x="3064809" y="5429703"/>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7"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7" y="16"/>
                  </a:cubicBezTo>
                  <a:cubicBezTo>
                    <a:pt x="10" y="24"/>
                    <a:pt x="6" y="35"/>
                    <a:pt x="4" y="47"/>
                  </a:cubicBezTo>
                  <a:cubicBezTo>
                    <a:pt x="1" y="60"/>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2" name="Freeform 1519">
              <a:extLst>
                <a:ext uri="{FF2B5EF4-FFF2-40B4-BE49-F238E27FC236}">
                  <a16:creationId xmlns:a16="http://schemas.microsoft.com/office/drawing/2014/main" id="{7CAC07FE-A757-4D51-A374-2B474FA22E25}"/>
                </a:ext>
              </a:extLst>
            </p:cNvPr>
            <p:cNvSpPr>
              <a:spLocks noEditPoints="1"/>
            </p:cNvSpPr>
            <p:nvPr userDrawn="1"/>
          </p:nvSpPr>
          <p:spPr bwMode="auto">
            <a:xfrm>
              <a:off x="3929788" y="5622366"/>
              <a:ext cx="367266" cy="148512"/>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156 w 244"/>
                <a:gd name="T63" fmla="*/ 0 h 98"/>
                <a:gd name="T64" fmla="*/ 69 w 244"/>
                <a:gd name="T65" fmla="*/ 18 h 98"/>
                <a:gd name="T66" fmla="*/ 69 w 244"/>
                <a:gd name="T67" fmla="*/ 18 h 98"/>
                <a:gd name="T68" fmla="*/ 68 w 244"/>
                <a:gd name="T69" fmla="*/ 19 h 98"/>
                <a:gd name="T70" fmla="*/ 63 w 244"/>
                <a:gd name="T71" fmla="*/ 34 h 98"/>
                <a:gd name="T72" fmla="*/ 67 w 244"/>
                <a:gd name="T73" fmla="*/ 51 h 98"/>
                <a:gd name="T74" fmla="*/ 72 w 244"/>
                <a:gd name="T75" fmla="*/ 65 h 98"/>
                <a:gd name="T76" fmla="*/ 71 w 244"/>
                <a:gd name="T77" fmla="*/ 69 h 98"/>
                <a:gd name="T78" fmla="*/ 68 w 244"/>
                <a:gd name="T79" fmla="*/ 72 h 98"/>
                <a:gd name="T80" fmla="*/ 67 w 244"/>
                <a:gd name="T81" fmla="*/ 72 h 98"/>
                <a:gd name="T82" fmla="*/ 67 w 244"/>
                <a:gd name="T83" fmla="*/ 72 h 98"/>
                <a:gd name="T84" fmla="*/ 0 w 244"/>
                <a:gd name="T85" fmla="*/ 74 h 98"/>
                <a:gd name="T86" fmla="*/ 17 w 244"/>
                <a:gd name="T87" fmla="*/ 79 h 98"/>
                <a:gd name="T88" fmla="*/ 136 w 244"/>
                <a:gd name="T89" fmla="*/ 98 h 98"/>
                <a:gd name="T90" fmla="*/ 151 w 244"/>
                <a:gd name="T91" fmla="*/ 98 h 98"/>
                <a:gd name="T92" fmla="*/ 157 w 244"/>
                <a:gd name="T93" fmla="*/ 98 h 98"/>
                <a:gd name="T94" fmla="*/ 222 w 244"/>
                <a:gd name="T95" fmla="*/ 86 h 98"/>
                <a:gd name="T96" fmla="*/ 239 w 244"/>
                <a:gd name="T97" fmla="*/ 74 h 98"/>
                <a:gd name="T98" fmla="*/ 239 w 244"/>
                <a:gd name="T99" fmla="*/ 73 h 98"/>
                <a:gd name="T100" fmla="*/ 239 w 244"/>
                <a:gd name="T101" fmla="*/ 73 h 98"/>
                <a:gd name="T102" fmla="*/ 244 w 244"/>
                <a:gd name="T103" fmla="*/ 44 h 98"/>
                <a:gd name="T104" fmla="*/ 234 w 244"/>
                <a:gd name="T105" fmla="*/ 14 h 98"/>
                <a:gd name="T106" fmla="*/ 223 w 244"/>
                <a:gd name="T107" fmla="*/ 7 h 98"/>
                <a:gd name="T108" fmla="*/ 222 w 244"/>
                <a:gd name="T109" fmla="*/ 7 h 98"/>
                <a:gd name="T110" fmla="*/ 222 w 244"/>
                <a:gd name="T111" fmla="*/ 7 h 98"/>
                <a:gd name="T112" fmla="*/ 156 w 244"/>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3" name="Freeform 1520">
              <a:extLst>
                <a:ext uri="{FF2B5EF4-FFF2-40B4-BE49-F238E27FC236}">
                  <a16:creationId xmlns:a16="http://schemas.microsoft.com/office/drawing/2014/main" id="{C442D923-45E6-423E-8CF1-568FDA87EC29}"/>
                </a:ext>
              </a:extLst>
            </p:cNvPr>
            <p:cNvSpPr>
              <a:spLocks noEditPoints="1"/>
            </p:cNvSpPr>
            <p:nvPr userDrawn="1"/>
          </p:nvSpPr>
          <p:spPr bwMode="auto">
            <a:xfrm>
              <a:off x="4939266" y="5000223"/>
              <a:ext cx="297023" cy="118408"/>
            </a:xfrm>
            <a:custGeom>
              <a:avLst/>
              <a:gdLst>
                <a:gd name="T0" fmla="*/ 142 w 198"/>
                <a:gd name="T1" fmla="*/ 41 h 79"/>
                <a:gd name="T2" fmla="*/ 142 w 198"/>
                <a:gd name="T3" fmla="*/ 41 h 79"/>
                <a:gd name="T4" fmla="*/ 141 w 198"/>
                <a:gd name="T5" fmla="*/ 57 h 79"/>
                <a:gd name="T6" fmla="*/ 19 w 198"/>
                <a:gd name="T7" fmla="*/ 10 h 79"/>
                <a:gd name="T8" fmla="*/ 19 w 198"/>
                <a:gd name="T9" fmla="*/ 11 h 79"/>
                <a:gd name="T10" fmla="*/ 121 w 198"/>
                <a:gd name="T11" fmla="*/ 13 h 79"/>
                <a:gd name="T12" fmla="*/ 136 w 198"/>
                <a:gd name="T13" fmla="*/ 19 h 79"/>
                <a:gd name="T14" fmla="*/ 139 w 198"/>
                <a:gd name="T15" fmla="*/ 27 h 79"/>
                <a:gd name="T16" fmla="*/ 137 w 198"/>
                <a:gd name="T17" fmla="*/ 37 h 79"/>
                <a:gd name="T18" fmla="*/ 136 w 198"/>
                <a:gd name="T19" fmla="*/ 38 h 79"/>
                <a:gd name="T20" fmla="*/ 136 w 198"/>
                <a:gd name="T21" fmla="*/ 38 h 79"/>
                <a:gd name="T22" fmla="*/ 136 w 198"/>
                <a:gd name="T23" fmla="*/ 38 h 79"/>
                <a:gd name="T24" fmla="*/ 133 w 198"/>
                <a:gd name="T25" fmla="*/ 58 h 79"/>
                <a:gd name="T26" fmla="*/ 141 w 198"/>
                <a:gd name="T27" fmla="*/ 63 h 79"/>
                <a:gd name="T28" fmla="*/ 160 w 198"/>
                <a:gd name="T29" fmla="*/ 64 h 79"/>
                <a:gd name="T30" fmla="*/ 78 w 198"/>
                <a:gd name="T31" fmla="*/ 73 h 79"/>
                <a:gd name="T32" fmla="*/ 75 w 198"/>
                <a:gd name="T33" fmla="*/ 73 h 79"/>
                <a:gd name="T34" fmla="*/ 74 w 198"/>
                <a:gd name="T35" fmla="*/ 73 h 79"/>
                <a:gd name="T36" fmla="*/ 20 w 198"/>
                <a:gd name="T37" fmla="*/ 64 h 79"/>
                <a:gd name="T38" fmla="*/ 9 w 198"/>
                <a:gd name="T39" fmla="*/ 56 h 79"/>
                <a:gd name="T40" fmla="*/ 6 w 198"/>
                <a:gd name="T41" fmla="*/ 35 h 79"/>
                <a:gd name="T42" fmla="*/ 17 w 198"/>
                <a:gd name="T43" fmla="*/ 12 h 79"/>
                <a:gd name="T44" fmla="*/ 19 w 198"/>
                <a:gd name="T45" fmla="*/ 11 h 79"/>
                <a:gd name="T46" fmla="*/ 71 w 198"/>
                <a:gd name="T47" fmla="*/ 0 h 79"/>
                <a:gd name="T48" fmla="*/ 18 w 198"/>
                <a:gd name="T49" fmla="*/ 5 h 79"/>
                <a:gd name="T50" fmla="*/ 8 w 198"/>
                <a:gd name="T51" fmla="*/ 11 h 79"/>
                <a:gd name="T52" fmla="*/ 4 w 198"/>
                <a:gd name="T53" fmla="*/ 58 h 79"/>
                <a:gd name="T54" fmla="*/ 4 w 198"/>
                <a:gd name="T55" fmla="*/ 59 h 79"/>
                <a:gd name="T56" fmla="*/ 70 w 198"/>
                <a:gd name="T57" fmla="*/ 79 h 79"/>
                <a:gd name="T58" fmla="*/ 74 w 198"/>
                <a:gd name="T59" fmla="*/ 79 h 79"/>
                <a:gd name="T60" fmla="*/ 181 w 198"/>
                <a:gd name="T61" fmla="*/ 64 h 79"/>
                <a:gd name="T62" fmla="*/ 141 w 198"/>
                <a:gd name="T63" fmla="*/ 57 h 79"/>
                <a:gd name="T64" fmla="*/ 139 w 198"/>
                <a:gd name="T65" fmla="*/ 55 h 79"/>
                <a:gd name="T66" fmla="*/ 142 w 198"/>
                <a:gd name="T67" fmla="*/ 41 h 79"/>
                <a:gd name="T68" fmla="*/ 141 w 198"/>
                <a:gd name="T69" fmla="*/ 15 h 79"/>
                <a:gd name="T70" fmla="*/ 140 w 198"/>
                <a:gd name="T71" fmla="*/ 14 h 79"/>
                <a:gd name="T72" fmla="*/ 136 w 198"/>
                <a:gd name="T73" fmla="*/ 18 h 79"/>
                <a:gd name="T74" fmla="*/ 140 w 198"/>
                <a:gd name="T75"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5"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4" name="Freeform 1521">
              <a:extLst>
                <a:ext uri="{FF2B5EF4-FFF2-40B4-BE49-F238E27FC236}">
                  <a16:creationId xmlns:a16="http://schemas.microsoft.com/office/drawing/2014/main" id="{098180C9-E658-4DFE-B4DD-E38BB335AEEF}"/>
                </a:ext>
              </a:extLst>
            </p:cNvPr>
            <p:cNvSpPr>
              <a:spLocks noEditPoints="1"/>
            </p:cNvSpPr>
            <p:nvPr userDrawn="1"/>
          </p:nvSpPr>
          <p:spPr bwMode="auto">
            <a:xfrm>
              <a:off x="3369860" y="4046940"/>
              <a:ext cx="387335" cy="156539"/>
            </a:xfrm>
            <a:custGeom>
              <a:avLst/>
              <a:gdLst>
                <a:gd name="T0" fmla="*/ 188 w 258"/>
                <a:gd name="T1" fmla="*/ 54 h 104"/>
                <a:gd name="T2" fmla="*/ 188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8 h 104"/>
                <a:gd name="T28" fmla="*/ 99 w 258"/>
                <a:gd name="T29" fmla="*/ 98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9 w 258"/>
                <a:gd name="T55" fmla="*/ 104 h 104"/>
                <a:gd name="T56" fmla="*/ 241 w 258"/>
                <a:gd name="T57" fmla="*/ 84 h 104"/>
                <a:gd name="T58" fmla="*/ 188 w 258"/>
                <a:gd name="T59" fmla="*/ 77 h 104"/>
                <a:gd name="T60" fmla="*/ 185 w 258"/>
                <a:gd name="T61" fmla="*/ 75 h 104"/>
                <a:gd name="T62" fmla="*/ 188 w 258"/>
                <a:gd name="T63" fmla="*/ 54 h 104"/>
                <a:gd name="T64" fmla="*/ 187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2"/>
                  </a:cubicBezTo>
                  <a:cubicBezTo>
                    <a:pt x="186" y="82"/>
                    <a:pt x="187" y="83"/>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4"/>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5" name="Freeform 1522">
              <a:extLst>
                <a:ext uri="{FF2B5EF4-FFF2-40B4-BE49-F238E27FC236}">
                  <a16:creationId xmlns:a16="http://schemas.microsoft.com/office/drawing/2014/main" id="{F636B9BF-2163-4C2A-9735-70C1B4000764}"/>
                </a:ext>
              </a:extLst>
            </p:cNvPr>
            <p:cNvSpPr>
              <a:spLocks noEditPoints="1"/>
            </p:cNvSpPr>
            <p:nvPr userDrawn="1"/>
          </p:nvSpPr>
          <p:spPr bwMode="auto">
            <a:xfrm>
              <a:off x="3036712" y="5227005"/>
              <a:ext cx="415432" cy="170588"/>
            </a:xfrm>
            <a:custGeom>
              <a:avLst/>
              <a:gdLst>
                <a:gd name="T0" fmla="*/ 100 w 276"/>
                <a:gd name="T1" fmla="*/ 6 h 112"/>
                <a:gd name="T2" fmla="*/ 190 w 276"/>
                <a:gd name="T3" fmla="*/ 23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4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3"/>
                  </a:cubicBezTo>
                  <a:cubicBezTo>
                    <a:pt x="192" y="23"/>
                    <a:pt x="194" y="24"/>
                    <a:pt x="195" y="25"/>
                  </a:cubicBezTo>
                  <a:cubicBezTo>
                    <a:pt x="195" y="25"/>
                    <a:pt x="195" y="25"/>
                    <a:pt x="196" y="25"/>
                  </a:cubicBezTo>
                  <a:cubicBezTo>
                    <a:pt x="199" y="29"/>
                    <a:pt x="200" y="34"/>
                    <a:pt x="200" y="39"/>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9"/>
                    <a:pt x="27" y="92"/>
                  </a:cubicBezTo>
                  <a:cubicBezTo>
                    <a:pt x="21" y="89"/>
                    <a:pt x="16" y="86"/>
                    <a:pt x="14" y="84"/>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9"/>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6" name="Freeform 1523">
              <a:extLst>
                <a:ext uri="{FF2B5EF4-FFF2-40B4-BE49-F238E27FC236}">
                  <a16:creationId xmlns:a16="http://schemas.microsoft.com/office/drawing/2014/main" id="{C4ECCA8B-C600-4C1A-99B6-59D6C8A7D7ED}"/>
                </a:ext>
              </a:extLst>
            </p:cNvPr>
            <p:cNvSpPr>
              <a:spLocks/>
            </p:cNvSpPr>
            <p:nvPr userDrawn="1"/>
          </p:nvSpPr>
          <p:spPr bwMode="auto">
            <a:xfrm>
              <a:off x="3068823" y="5241053"/>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7" name="Freeform 1524">
              <a:extLst>
                <a:ext uri="{FF2B5EF4-FFF2-40B4-BE49-F238E27FC236}">
                  <a16:creationId xmlns:a16="http://schemas.microsoft.com/office/drawing/2014/main" id="{DE367D8F-046D-42F7-AD08-903AA20CE9B5}"/>
                </a:ext>
              </a:extLst>
            </p:cNvPr>
            <p:cNvSpPr>
              <a:spLocks noEditPoints="1"/>
            </p:cNvSpPr>
            <p:nvPr userDrawn="1"/>
          </p:nvSpPr>
          <p:spPr bwMode="auto">
            <a:xfrm>
              <a:off x="3833456" y="5245067"/>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4 w 245"/>
                <a:gd name="T97" fmla="*/ 123 h 161"/>
                <a:gd name="T98" fmla="*/ 243 w 245"/>
                <a:gd name="T99" fmla="*/ 121 h 161"/>
                <a:gd name="T100" fmla="*/ 240 w 245"/>
                <a:gd name="T101" fmla="*/ 121 h 161"/>
                <a:gd name="T102" fmla="*/ 230 w 245"/>
                <a:gd name="T103" fmla="*/ 120 h 161"/>
                <a:gd name="T104" fmla="*/ 199 w 245"/>
                <a:gd name="T105" fmla="*/ 121 h 161"/>
                <a:gd name="T106" fmla="*/ 178 w 245"/>
                <a:gd name="T107" fmla="*/ 112 h 161"/>
                <a:gd name="T108" fmla="*/ 162 w 245"/>
                <a:gd name="T109" fmla="*/ 84 h 161"/>
                <a:gd name="T110" fmla="*/ 158 w 245"/>
                <a:gd name="T111" fmla="*/ 73 h 161"/>
                <a:gd name="T112" fmla="*/ 158 w 245"/>
                <a:gd name="T113" fmla="*/ 69 h 161"/>
                <a:gd name="T114" fmla="*/ 157 w 245"/>
                <a:gd name="T115" fmla="*/ 68 h 161"/>
                <a:gd name="T116" fmla="*/ 157 w 245"/>
                <a:gd name="T117" fmla="*/ 68 h 161"/>
                <a:gd name="T118" fmla="*/ 136 w 245"/>
                <a:gd name="T119" fmla="*/ 16 h 161"/>
                <a:gd name="T120" fmla="*/ 136 w 245"/>
                <a:gd name="T121" fmla="*/ 16 h 161"/>
                <a:gd name="T122" fmla="*/ 135 w 245"/>
                <a:gd name="T123" fmla="*/ 16 h 161"/>
                <a:gd name="T124" fmla="*/ 83 w 245"/>
                <a:gd name="T12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1"/>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5"/>
                    <a:pt x="245" y="124"/>
                    <a:pt x="244" y="123"/>
                  </a:cubicBezTo>
                  <a:cubicBezTo>
                    <a:pt x="244" y="123"/>
                    <a:pt x="244" y="123"/>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8" name="Freeform 1525">
              <a:extLst>
                <a:ext uri="{FF2B5EF4-FFF2-40B4-BE49-F238E27FC236}">
                  <a16:creationId xmlns:a16="http://schemas.microsoft.com/office/drawing/2014/main" id="{EEA93638-7FBA-4A3D-BC11-29D94EA81E4A}"/>
                </a:ext>
              </a:extLst>
            </p:cNvPr>
            <p:cNvSpPr>
              <a:spLocks/>
            </p:cNvSpPr>
            <p:nvPr userDrawn="1"/>
          </p:nvSpPr>
          <p:spPr bwMode="auto">
            <a:xfrm>
              <a:off x="3857539" y="5287212"/>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9" name="Freeform 1526">
              <a:extLst>
                <a:ext uri="{FF2B5EF4-FFF2-40B4-BE49-F238E27FC236}">
                  <a16:creationId xmlns:a16="http://schemas.microsoft.com/office/drawing/2014/main" id="{F1895604-39DB-446B-9547-7AFF6C43EE93}"/>
                </a:ext>
              </a:extLst>
            </p:cNvPr>
            <p:cNvSpPr>
              <a:spLocks noEditPoints="1"/>
            </p:cNvSpPr>
            <p:nvPr userDrawn="1"/>
          </p:nvSpPr>
          <p:spPr bwMode="auto">
            <a:xfrm>
              <a:off x="4206742" y="5728733"/>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20 w 354"/>
                <a:gd name="T65" fmla="*/ 0 h 231"/>
                <a:gd name="T66" fmla="*/ 120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7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20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5"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0" name="Freeform 1527">
              <a:extLst>
                <a:ext uri="{FF2B5EF4-FFF2-40B4-BE49-F238E27FC236}">
                  <a16:creationId xmlns:a16="http://schemas.microsoft.com/office/drawing/2014/main" id="{6FE740B0-0C31-41DB-A02F-1631F1615C0B}"/>
                </a:ext>
              </a:extLst>
            </p:cNvPr>
            <p:cNvSpPr>
              <a:spLocks noEditPoints="1"/>
            </p:cNvSpPr>
            <p:nvPr userDrawn="1"/>
          </p:nvSpPr>
          <p:spPr bwMode="auto">
            <a:xfrm>
              <a:off x="4549925" y="5130673"/>
              <a:ext cx="256885"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6"/>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1"/>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1" name="Freeform 1528">
              <a:extLst>
                <a:ext uri="{FF2B5EF4-FFF2-40B4-BE49-F238E27FC236}">
                  <a16:creationId xmlns:a16="http://schemas.microsoft.com/office/drawing/2014/main" id="{A2BFDF52-AE28-4A73-92DC-FEF4B754EF8B}"/>
                </a:ext>
              </a:extLst>
            </p:cNvPr>
            <p:cNvSpPr>
              <a:spLocks noEditPoints="1"/>
            </p:cNvSpPr>
            <p:nvPr userDrawn="1"/>
          </p:nvSpPr>
          <p:spPr bwMode="auto">
            <a:xfrm>
              <a:off x="5521270" y="5501952"/>
              <a:ext cx="254879" cy="200691"/>
            </a:xfrm>
            <a:custGeom>
              <a:avLst/>
              <a:gdLst>
                <a:gd name="T0" fmla="*/ 27 w 170"/>
                <a:gd name="T1" fmla="*/ 7 h 133"/>
                <a:gd name="T2" fmla="*/ 35 w 170"/>
                <a:gd name="T3" fmla="*/ 7 h 133"/>
                <a:gd name="T4" fmla="*/ 109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6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9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9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8"/>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2" name="Freeform 1529">
              <a:extLst>
                <a:ext uri="{FF2B5EF4-FFF2-40B4-BE49-F238E27FC236}">
                  <a16:creationId xmlns:a16="http://schemas.microsoft.com/office/drawing/2014/main" id="{B25331A8-CE9B-4B54-B799-39D25843ED52}"/>
                </a:ext>
              </a:extLst>
            </p:cNvPr>
            <p:cNvSpPr>
              <a:spLocks/>
            </p:cNvSpPr>
            <p:nvPr userDrawn="1"/>
          </p:nvSpPr>
          <p:spPr bwMode="auto">
            <a:xfrm>
              <a:off x="5585492" y="5700637"/>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3" name="Freeform 1530">
              <a:extLst>
                <a:ext uri="{FF2B5EF4-FFF2-40B4-BE49-F238E27FC236}">
                  <a16:creationId xmlns:a16="http://schemas.microsoft.com/office/drawing/2014/main" id="{3F65F9E3-5324-40EF-B10C-16722325B311}"/>
                </a:ext>
              </a:extLst>
            </p:cNvPr>
            <p:cNvSpPr>
              <a:spLocks noEditPoints="1"/>
            </p:cNvSpPr>
            <p:nvPr userDrawn="1"/>
          </p:nvSpPr>
          <p:spPr bwMode="auto">
            <a:xfrm>
              <a:off x="4272971" y="4273721"/>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3 w 188"/>
                <a:gd name="T15" fmla="*/ 64 h 162"/>
                <a:gd name="T16" fmla="*/ 182 w 188"/>
                <a:gd name="T17" fmla="*/ 75 h 162"/>
                <a:gd name="T18" fmla="*/ 159 w 188"/>
                <a:gd name="T19" fmla="*/ 98 h 162"/>
                <a:gd name="T20" fmla="*/ 144 w 188"/>
                <a:gd name="T21" fmla="*/ 112 h 162"/>
                <a:gd name="T22" fmla="*/ 138 w 188"/>
                <a:gd name="T23" fmla="*/ 134 h 162"/>
                <a:gd name="T24" fmla="*/ 115 w 188"/>
                <a:gd name="T25" fmla="*/ 137 h 162"/>
                <a:gd name="T26" fmla="*/ 106 w 188"/>
                <a:gd name="T27" fmla="*/ 131 h 162"/>
                <a:gd name="T28" fmla="*/ 74 w 188"/>
                <a:gd name="T29" fmla="*/ 148 h 162"/>
                <a:gd name="T30" fmla="*/ 38 w 188"/>
                <a:gd name="T31" fmla="*/ 113 h 162"/>
                <a:gd name="T32" fmla="*/ 12 w 188"/>
                <a:gd name="T33" fmla="*/ 110 h 162"/>
                <a:gd name="T34" fmla="*/ 14 w 188"/>
                <a:gd name="T35" fmla="*/ 86 h 162"/>
                <a:gd name="T36" fmla="*/ 17 w 188"/>
                <a:gd name="T37" fmla="*/ 48 h 162"/>
                <a:gd name="T38" fmla="*/ 53 w 188"/>
                <a:gd name="T39" fmla="*/ 30 h 162"/>
                <a:gd name="T40" fmla="*/ 66 w 188"/>
                <a:gd name="T41" fmla="*/ 15 h 162"/>
                <a:gd name="T42" fmla="*/ 63 w 188"/>
                <a:gd name="T43" fmla="*/ 9 h 162"/>
                <a:gd name="T44" fmla="*/ 61 w 188"/>
                <a:gd name="T45" fmla="*/ 19 h 162"/>
                <a:gd name="T46" fmla="*/ 53 w 188"/>
                <a:gd name="T47" fmla="*/ 24 h 162"/>
                <a:gd name="T48" fmla="*/ 36 w 188"/>
                <a:gd name="T49" fmla="*/ 21 h 162"/>
                <a:gd name="T50" fmla="*/ 16 w 188"/>
                <a:gd name="T51" fmla="*/ 32 h 162"/>
                <a:gd name="T52" fmla="*/ 13 w 188"/>
                <a:gd name="T53" fmla="*/ 60 h 162"/>
                <a:gd name="T54" fmla="*/ 5 w 188"/>
                <a:gd name="T55" fmla="*/ 83 h 162"/>
                <a:gd name="T56" fmla="*/ 2 w 188"/>
                <a:gd name="T57" fmla="*/ 84 h 162"/>
                <a:gd name="T58" fmla="*/ 13 w 188"/>
                <a:gd name="T59" fmla="*/ 117 h 162"/>
                <a:gd name="T60" fmla="*/ 28 w 188"/>
                <a:gd name="T61" fmla="*/ 117 h 162"/>
                <a:gd name="T62" fmla="*/ 41 w 188"/>
                <a:gd name="T63" fmla="*/ 137 h 162"/>
                <a:gd name="T64" fmla="*/ 40 w 188"/>
                <a:gd name="T65" fmla="*/ 140 h 162"/>
                <a:gd name="T66" fmla="*/ 92 w 188"/>
                <a:gd name="T67" fmla="*/ 151 h 162"/>
                <a:gd name="T68" fmla="*/ 106 w 188"/>
                <a:gd name="T69" fmla="*/ 137 h 162"/>
                <a:gd name="T70" fmla="*/ 110 w 188"/>
                <a:gd name="T71" fmla="*/ 140 h 162"/>
                <a:gd name="T72" fmla="*/ 123 w 188"/>
                <a:gd name="T73" fmla="*/ 146 h 162"/>
                <a:gd name="T74" fmla="*/ 145 w 188"/>
                <a:gd name="T75" fmla="*/ 136 h 162"/>
                <a:gd name="T76" fmla="*/ 172 w 188"/>
                <a:gd name="T77" fmla="*/ 155 h 162"/>
                <a:gd name="T78" fmla="*/ 183 w 188"/>
                <a:gd name="T79" fmla="*/ 162 h 162"/>
                <a:gd name="T80" fmla="*/ 187 w 188"/>
                <a:gd name="T81" fmla="*/ 159 h 162"/>
                <a:gd name="T82" fmla="*/ 165 w 188"/>
                <a:gd name="T83" fmla="*/ 124 h 162"/>
                <a:gd name="T84" fmla="*/ 179 w 188"/>
                <a:gd name="T85" fmla="*/ 96 h 162"/>
                <a:gd name="T86" fmla="*/ 180 w 188"/>
                <a:gd name="T87" fmla="*/ 59 h 162"/>
                <a:gd name="T88" fmla="*/ 172 w 188"/>
                <a:gd name="T89" fmla="*/ 58 h 162"/>
                <a:gd name="T90" fmla="*/ 160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3"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1"/>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9"/>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7" y="158"/>
                    <a:pt x="186" y="157"/>
                    <a:pt x="186" y="157"/>
                  </a:cubicBezTo>
                  <a:cubicBezTo>
                    <a:pt x="165" y="124"/>
                    <a:pt x="165" y="124"/>
                    <a:pt x="165" y="124"/>
                  </a:cubicBezTo>
                  <a:cubicBezTo>
                    <a:pt x="165" y="124"/>
                    <a:pt x="165" y="124"/>
                    <a:pt x="165" y="124"/>
                  </a:cubicBezTo>
                  <a:cubicBezTo>
                    <a:pt x="161" y="118"/>
                    <a:pt x="160" y="114"/>
                    <a:pt x="160" y="111"/>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2" y="58"/>
                    <a:pt x="172"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4" name="Freeform 1531">
              <a:extLst>
                <a:ext uri="{FF2B5EF4-FFF2-40B4-BE49-F238E27FC236}">
                  <a16:creationId xmlns:a16="http://schemas.microsoft.com/office/drawing/2014/main" id="{3C129C22-D977-48AF-BBE1-DE3F502C9939}"/>
                </a:ext>
              </a:extLst>
            </p:cNvPr>
            <p:cNvSpPr>
              <a:spLocks noEditPoints="1"/>
            </p:cNvSpPr>
            <p:nvPr userDrawn="1"/>
          </p:nvSpPr>
          <p:spPr bwMode="auto">
            <a:xfrm>
              <a:off x="2882179" y="3812131"/>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19 w 130"/>
                <a:gd name="T21" fmla="*/ 62 h 112"/>
                <a:gd name="T22" fmla="*/ 99 w 130"/>
                <a:gd name="T23" fmla="*/ 75 h 112"/>
                <a:gd name="T24" fmla="*/ 94 w 130"/>
                <a:gd name="T25" fmla="*/ 91 h 112"/>
                <a:gd name="T26" fmla="*/ 80 w 130"/>
                <a:gd name="T27" fmla="*/ 93 h 112"/>
                <a:gd name="T28" fmla="*/ 74 w 130"/>
                <a:gd name="T29" fmla="*/ 88 h 112"/>
                <a:gd name="T30" fmla="*/ 52 w 130"/>
                <a:gd name="T31" fmla="*/ 100 h 112"/>
                <a:gd name="T32" fmla="*/ 28 w 130"/>
                <a:gd name="T33" fmla="*/ 76 h 112"/>
                <a:gd name="T34" fmla="*/ 10 w 130"/>
                <a:gd name="T35" fmla="*/ 74 h 112"/>
                <a:gd name="T36" fmla="*/ 12 w 130"/>
                <a:gd name="T37" fmla="*/ 60 h 112"/>
                <a:gd name="T38" fmla="*/ 14 w 130"/>
                <a:gd name="T39" fmla="*/ 33 h 112"/>
                <a:gd name="T40" fmla="*/ 37 w 130"/>
                <a:gd name="T41" fmla="*/ 22 h 112"/>
                <a:gd name="T42" fmla="*/ 47 w 130"/>
                <a:gd name="T43" fmla="*/ 11 h 112"/>
                <a:gd name="T44" fmla="*/ 43 w 130"/>
                <a:gd name="T45" fmla="*/ 6 h 112"/>
                <a:gd name="T46" fmla="*/ 42 w 130"/>
                <a:gd name="T47" fmla="*/ 14 h 112"/>
                <a:gd name="T48" fmla="*/ 37 w 130"/>
                <a:gd name="T49" fmla="*/ 16 h 112"/>
                <a:gd name="T50" fmla="*/ 27 w 130"/>
                <a:gd name="T51" fmla="*/ 14 h 112"/>
                <a:gd name="T52" fmla="*/ 11 w 130"/>
                <a:gd name="T53" fmla="*/ 22 h 112"/>
                <a:gd name="T54" fmla="*/ 10 w 130"/>
                <a:gd name="T55" fmla="*/ 41 h 112"/>
                <a:gd name="T56" fmla="*/ 5 w 130"/>
                <a:gd name="T57" fmla="*/ 56 h 112"/>
                <a:gd name="T58" fmla="*/ 4 w 130"/>
                <a:gd name="T59" fmla="*/ 56 h 112"/>
                <a:gd name="T60" fmla="*/ 3 w 130"/>
                <a:gd name="T61" fmla="*/ 75 h 112"/>
                <a:gd name="T62" fmla="*/ 16 w 130"/>
                <a:gd name="T63" fmla="*/ 82 h 112"/>
                <a:gd name="T64" fmla="*/ 28 w 130"/>
                <a:gd name="T65" fmla="*/ 91 h 112"/>
                <a:gd name="T66" fmla="*/ 28 w 130"/>
                <a:gd name="T67" fmla="*/ 94 h 112"/>
                <a:gd name="T68" fmla="*/ 52 w 130"/>
                <a:gd name="T69" fmla="*/ 106 h 112"/>
                <a:gd name="T70" fmla="*/ 71 w 130"/>
                <a:gd name="T71" fmla="*/ 96 h 112"/>
                <a:gd name="T72" fmla="*/ 75 w 130"/>
                <a:gd name="T73" fmla="*/ 96 h 112"/>
                <a:gd name="T74" fmla="*/ 85 w 130"/>
                <a:gd name="T75" fmla="*/ 100 h 112"/>
                <a:gd name="T76" fmla="*/ 101 w 130"/>
                <a:gd name="T77" fmla="*/ 93 h 112"/>
                <a:gd name="T78" fmla="*/ 118 w 130"/>
                <a:gd name="T79" fmla="*/ 107 h 112"/>
                <a:gd name="T80" fmla="*/ 126 w 130"/>
                <a:gd name="T81" fmla="*/ 112 h 112"/>
                <a:gd name="T82" fmla="*/ 129 w 130"/>
                <a:gd name="T83" fmla="*/ 107 h 112"/>
                <a:gd name="T84" fmla="*/ 111 w 130"/>
                <a:gd name="T85" fmla="*/ 75 h 112"/>
                <a:gd name="T86" fmla="*/ 124 w 130"/>
                <a:gd name="T87" fmla="*/ 66 h 112"/>
                <a:gd name="T88" fmla="*/ 124 w 130"/>
                <a:gd name="T89" fmla="*/ 40 h 112"/>
                <a:gd name="T90" fmla="*/ 118 w 130"/>
                <a:gd name="T91" fmla="*/ 39 h 112"/>
                <a:gd name="T92" fmla="*/ 109 w 130"/>
                <a:gd name="T93" fmla="*/ 35 h 112"/>
                <a:gd name="T94" fmla="*/ 95 w 130"/>
                <a:gd name="T95" fmla="*/ 5 h 112"/>
                <a:gd name="T96" fmla="*/ 65 w 130"/>
                <a:gd name="T97"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9" y="62"/>
                    <a:pt x="119" y="62"/>
                    <a:pt x="119" y="62"/>
                  </a:cubicBezTo>
                  <a:cubicBezTo>
                    <a:pt x="115" y="63"/>
                    <a:pt x="112" y="64"/>
                    <a:pt x="109" y="66"/>
                  </a:cubicBezTo>
                  <a:cubicBezTo>
                    <a:pt x="106" y="68"/>
                    <a:pt x="105" y="72"/>
                    <a:pt x="105" y="75"/>
                  </a:cubicBezTo>
                  <a:cubicBezTo>
                    <a:pt x="105" y="79"/>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3"/>
                    <a:pt x="8" y="71"/>
                  </a:cubicBezTo>
                  <a:cubicBezTo>
                    <a:pt x="7" y="70"/>
                    <a:pt x="6" y="69"/>
                    <a:pt x="6" y="67"/>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20"/>
                    <a:pt x="46" y="19"/>
                    <a:pt x="47" y="17"/>
                  </a:cubicBezTo>
                  <a:cubicBezTo>
                    <a:pt x="47" y="16"/>
                    <a:pt x="48" y="15"/>
                    <a:pt x="48" y="14"/>
                  </a:cubicBezTo>
                  <a:cubicBezTo>
                    <a:pt x="48" y="13"/>
                    <a:pt x="47" y="12"/>
                    <a:pt x="47" y="11"/>
                  </a:cubicBezTo>
                  <a:moveTo>
                    <a:pt x="54" y="0"/>
                  </a:moveTo>
                  <a:cubicBezTo>
                    <a:pt x="54" y="0"/>
                    <a:pt x="54" y="0"/>
                    <a:pt x="54" y="0"/>
                  </a:cubicBezTo>
                  <a:cubicBezTo>
                    <a:pt x="52" y="0"/>
                    <a:pt x="50" y="1"/>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5"/>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7"/>
                  </a:cubicBezTo>
                  <a:cubicBezTo>
                    <a:pt x="0" y="70"/>
                    <a:pt x="1" y="73"/>
                    <a:pt x="3" y="75"/>
                  </a:cubicBezTo>
                  <a:cubicBezTo>
                    <a:pt x="5" y="78"/>
                    <a:pt x="8" y="80"/>
                    <a:pt x="10" y="81"/>
                  </a:cubicBezTo>
                  <a:cubicBezTo>
                    <a:pt x="13" y="81"/>
                    <a:pt x="14" y="82"/>
                    <a:pt x="15" y="82"/>
                  </a:cubicBezTo>
                  <a:cubicBezTo>
                    <a:pt x="15" y="82"/>
                    <a:pt x="15" y="82"/>
                    <a:pt x="15" y="82"/>
                  </a:cubicBezTo>
                  <a:cubicBezTo>
                    <a:pt x="16" y="82"/>
                    <a:pt x="16" y="82"/>
                    <a:pt x="16" y="82"/>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7"/>
                    <a:pt x="118" y="107"/>
                    <a:pt x="118" y="107"/>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2"/>
                    <a:pt x="128" y="111"/>
                  </a:cubicBezTo>
                  <a:cubicBezTo>
                    <a:pt x="129" y="111"/>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9"/>
                    <a:pt x="119" y="68"/>
                  </a:cubicBezTo>
                  <a:cubicBezTo>
                    <a:pt x="119" y="68"/>
                    <a:pt x="119" y="68"/>
                    <a:pt x="119" y="68"/>
                  </a:cubicBezTo>
                  <a:cubicBezTo>
                    <a:pt x="121" y="68"/>
                    <a:pt x="123" y="68"/>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8" y="39"/>
                    <a:pt x="118" y="39"/>
                  </a:cubicBezTo>
                  <a:cubicBezTo>
                    <a:pt x="118" y="39"/>
                    <a:pt x="117" y="39"/>
                    <a:pt x="116" y="39"/>
                  </a:cubicBezTo>
                  <a:cubicBezTo>
                    <a:pt x="113" y="39"/>
                    <a:pt x="111" y="38"/>
                    <a:pt x="111" y="38"/>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1"/>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5" name="Freeform 1532">
              <a:extLst>
                <a:ext uri="{FF2B5EF4-FFF2-40B4-BE49-F238E27FC236}">
                  <a16:creationId xmlns:a16="http://schemas.microsoft.com/office/drawing/2014/main" id="{DF0CAFB3-444D-47BF-9F8A-4DE9F8FA199B}"/>
                </a:ext>
              </a:extLst>
            </p:cNvPr>
            <p:cNvSpPr>
              <a:spLocks noEditPoints="1"/>
            </p:cNvSpPr>
            <p:nvPr userDrawn="1"/>
          </p:nvSpPr>
          <p:spPr bwMode="auto">
            <a:xfrm>
              <a:off x="4983418" y="4315867"/>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8 h 162"/>
                <a:gd name="T10" fmla="*/ 169 w 188"/>
                <a:gd name="T11" fmla="*/ 54 h 162"/>
                <a:gd name="T12" fmla="*/ 167 w 188"/>
                <a:gd name="T13" fmla="*/ 80 h 162"/>
                <a:gd name="T14" fmla="*/ 179 w 188"/>
                <a:gd name="T15" fmla="*/ 105 h 162"/>
                <a:gd name="T16" fmla="*/ 159 w 188"/>
                <a:gd name="T17" fmla="*/ 111 h 162"/>
                <a:gd name="T18" fmla="*/ 141 w 188"/>
                <a:gd name="T19" fmla="*/ 133 h 162"/>
                <a:gd name="T20" fmla="*/ 99 w 188"/>
                <a:gd name="T21" fmla="*/ 146 h 162"/>
                <a:gd name="T22" fmla="*/ 81 w 188"/>
                <a:gd name="T23" fmla="*/ 131 h 162"/>
                <a:gd name="T24" fmla="*/ 72 w 188"/>
                <a:gd name="T25" fmla="*/ 137 h 162"/>
                <a:gd name="T26" fmla="*/ 49 w 188"/>
                <a:gd name="T27" fmla="*/ 134 h 162"/>
                <a:gd name="T28" fmla="*/ 45 w 188"/>
                <a:gd name="T29" fmla="*/ 112 h 162"/>
                <a:gd name="T30" fmla="*/ 34 w 188"/>
                <a:gd name="T31" fmla="*/ 110 h 162"/>
                <a:gd name="T32" fmla="*/ 8 w 188"/>
                <a:gd name="T33" fmla="*/ 85 h 162"/>
                <a:gd name="T34" fmla="*/ 13 w 188"/>
                <a:gd name="T35" fmla="*/ 64 h 162"/>
                <a:gd name="T36" fmla="*/ 36 w 188"/>
                <a:gd name="T37" fmla="*/ 51 h 162"/>
                <a:gd name="T38" fmla="*/ 52 w 188"/>
                <a:gd name="T39" fmla="*/ 13 h 162"/>
                <a:gd name="T40" fmla="*/ 92 w 188"/>
                <a:gd name="T41" fmla="*/ 22 h 162"/>
                <a:gd name="T42" fmla="*/ 94 w 188"/>
                <a:gd name="T43" fmla="*/ 25 h 162"/>
                <a:gd name="T44" fmla="*/ 105 w 188"/>
                <a:gd name="T45" fmla="*/ 2 h 162"/>
                <a:gd name="T46" fmla="*/ 64 w 188"/>
                <a:gd name="T47" fmla="*/ 4 h 162"/>
                <a:gd name="T48" fmla="*/ 24 w 188"/>
                <a:gd name="T49" fmla="*/ 36 h 162"/>
                <a:gd name="T50" fmla="*/ 18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2 h 162"/>
                <a:gd name="T62" fmla="*/ 15 w 188"/>
                <a:gd name="T63" fmla="*/ 155 h 162"/>
                <a:gd name="T64" fmla="*/ 43 w 188"/>
                <a:gd name="T65" fmla="*/ 134 h 162"/>
                <a:gd name="T66" fmla="*/ 64 w 188"/>
                <a:gd name="T67" fmla="*/ 146 h 162"/>
                <a:gd name="T68" fmla="*/ 78 w 188"/>
                <a:gd name="T69" fmla="*/ 140 h 162"/>
                <a:gd name="T70" fmla="*/ 79 w 188"/>
                <a:gd name="T71" fmla="*/ 138 h 162"/>
                <a:gd name="T72" fmla="*/ 94 w 188"/>
                <a:gd name="T73" fmla="*/ 150 h 162"/>
                <a:gd name="T74" fmla="*/ 146 w 188"/>
                <a:gd name="T75" fmla="*/ 141 h 162"/>
                <a:gd name="T76" fmla="*/ 147 w 188"/>
                <a:gd name="T77" fmla="*/ 133 h 162"/>
                <a:gd name="T78" fmla="*/ 159 w 188"/>
                <a:gd name="T79" fmla="*/ 117 h 162"/>
                <a:gd name="T80" fmla="*/ 178 w 188"/>
                <a:gd name="T81" fmla="*/ 115 h 162"/>
                <a:gd name="T82" fmla="*/ 185 w 188"/>
                <a:gd name="T83" fmla="*/ 84 h 162"/>
                <a:gd name="T84" fmla="*/ 171 w 188"/>
                <a:gd name="T85" fmla="*/ 77 h 162"/>
                <a:gd name="T86" fmla="*/ 174 w 188"/>
                <a:gd name="T87" fmla="*/ 59 h 162"/>
                <a:gd name="T88" fmla="*/ 152 w 188"/>
                <a:gd name="T89" fmla="*/ 20 h 162"/>
                <a:gd name="T90" fmla="*/ 134 w 188"/>
                <a:gd name="T91" fmla="*/ 23 h 162"/>
                <a:gd name="T92" fmla="*/ 127 w 188"/>
                <a:gd name="T93" fmla="*/ 19 h 162"/>
                <a:gd name="T94" fmla="*/ 122 w 188"/>
                <a:gd name="T95" fmla="*/ 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8"/>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3"/>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5"/>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50" y="127"/>
                    <a:pt x="50" y="125"/>
                  </a:cubicBezTo>
                  <a:cubicBezTo>
                    <a:pt x="50"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3"/>
                    <a:pt x="13" y="92"/>
                    <a:pt x="12" y="91"/>
                  </a:cubicBezTo>
                  <a:cubicBezTo>
                    <a:pt x="10" y="90"/>
                    <a:pt x="9" y="88"/>
                    <a:pt x="8" y="85"/>
                  </a:cubicBezTo>
                  <a:cubicBezTo>
                    <a:pt x="6" y="82"/>
                    <a:pt x="6" y="78"/>
                    <a:pt x="6" y="75"/>
                  </a:cubicBezTo>
                  <a:cubicBezTo>
                    <a:pt x="6" y="72"/>
                    <a:pt x="7"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2"/>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8"/>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9"/>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6" name="Freeform 1533">
              <a:extLst>
                <a:ext uri="{FF2B5EF4-FFF2-40B4-BE49-F238E27FC236}">
                  <a16:creationId xmlns:a16="http://schemas.microsoft.com/office/drawing/2014/main" id="{C18C9A85-0462-4434-B58F-BABDEAF92B51}"/>
                </a:ext>
              </a:extLst>
            </p:cNvPr>
            <p:cNvSpPr>
              <a:spLocks noEditPoints="1"/>
            </p:cNvSpPr>
            <p:nvPr userDrawn="1"/>
          </p:nvSpPr>
          <p:spPr bwMode="auto">
            <a:xfrm>
              <a:off x="4413455" y="5413647"/>
              <a:ext cx="282975" cy="242837"/>
            </a:xfrm>
            <a:custGeom>
              <a:avLst/>
              <a:gdLst>
                <a:gd name="T0" fmla="*/ 105 w 188"/>
                <a:gd name="T1" fmla="*/ 9 h 162"/>
                <a:gd name="T2" fmla="*/ 114 w 188"/>
                <a:gd name="T3" fmla="*/ 7 h 162"/>
                <a:gd name="T4" fmla="*/ 122 w 188"/>
                <a:gd name="T5" fmla="*/ 24 h 162"/>
                <a:gd name="T6" fmla="*/ 152 w 188"/>
                <a:gd name="T7" fmla="*/ 26 h 162"/>
                <a:gd name="T8" fmla="*/ 169 w 188"/>
                <a:gd name="T9" fmla="*/ 56 h 162"/>
                <a:gd name="T10" fmla="*/ 177 w 188"/>
                <a:gd name="T11" fmla="*/ 87 h 162"/>
                <a:gd name="T12" fmla="*/ 172 w 188"/>
                <a:gd name="T13" fmla="*/ 111 h 162"/>
                <a:gd name="T14" fmla="*/ 159 w 188"/>
                <a:gd name="T15" fmla="*/ 110 h 162"/>
                <a:gd name="T16" fmla="*/ 141 w 188"/>
                <a:gd name="T17" fmla="*/ 137 h 162"/>
                <a:gd name="T18" fmla="*/ 99 w 188"/>
                <a:gd name="T19" fmla="*/ 145 h 162"/>
                <a:gd name="T20" fmla="*/ 81 w 188"/>
                <a:gd name="T21" fmla="*/ 131 h 162"/>
                <a:gd name="T22" fmla="*/ 65 w 188"/>
                <a:gd name="T23" fmla="*/ 139 h 162"/>
                <a:gd name="T24" fmla="*/ 49 w 188"/>
                <a:gd name="T25" fmla="*/ 133 h 162"/>
                <a:gd name="T26" fmla="*/ 44 w 188"/>
                <a:gd name="T27" fmla="*/ 111 h 162"/>
                <a:gd name="T28" fmla="*/ 28 w 188"/>
                <a:gd name="T29" fmla="*/ 97 h 162"/>
                <a:gd name="T30" fmla="*/ 6 w 188"/>
                <a:gd name="T31" fmla="*/ 75 h 162"/>
                <a:gd name="T32" fmla="*/ 15 w 188"/>
                <a:gd name="T33" fmla="*/ 63 h 162"/>
                <a:gd name="T34" fmla="*/ 31 w 188"/>
                <a:gd name="T35" fmla="*/ 60 h 162"/>
                <a:gd name="T36" fmla="*/ 35 w 188"/>
                <a:gd name="T37" fmla="*/ 24 h 162"/>
                <a:gd name="T38" fmla="*/ 85 w 188"/>
                <a:gd name="T39" fmla="*/ 17 h 162"/>
                <a:gd name="T40" fmla="*/ 94 w 188"/>
                <a:gd name="T41" fmla="*/ 24 h 162"/>
                <a:gd name="T42" fmla="*/ 110 w 188"/>
                <a:gd name="T43" fmla="*/ 0 h 162"/>
                <a:gd name="T44" fmla="*/ 89 w 188"/>
                <a:gd name="T45" fmla="*/ 12 h 162"/>
                <a:gd name="T46" fmla="*/ 30 w 188"/>
                <a:gd name="T47" fmla="*/ 20 h 162"/>
                <a:gd name="T48" fmla="*/ 28 w 188"/>
                <a:gd name="T49" fmla="*/ 55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1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5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1"/>
                  </a:cubicBezTo>
                  <a:cubicBezTo>
                    <a:pt x="171" y="111"/>
                    <a:pt x="170" y="111"/>
                    <a:pt x="169" y="111"/>
                  </a:cubicBezTo>
                  <a:cubicBezTo>
                    <a:pt x="168" y="112"/>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6"/>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9"/>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7"/>
                    <a:pt x="28" y="127"/>
                    <a:pt x="28" y="127"/>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5" y="63"/>
                    <a:pt x="15" y="63"/>
                    <a:pt x="15" y="63"/>
                  </a:cubicBezTo>
                  <a:cubicBezTo>
                    <a:pt x="16" y="64"/>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6"/>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1"/>
                    <a:pt x="43" y="121"/>
                    <a:pt x="43" y="121"/>
                  </a:cubicBezTo>
                  <a:cubicBezTo>
                    <a:pt x="44"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7" name="Freeform 1534">
              <a:extLst>
                <a:ext uri="{FF2B5EF4-FFF2-40B4-BE49-F238E27FC236}">
                  <a16:creationId xmlns:a16="http://schemas.microsoft.com/office/drawing/2014/main" id="{86F852B1-5FAA-47A7-B0DD-10C68DAAD282}"/>
                </a:ext>
              </a:extLst>
            </p:cNvPr>
            <p:cNvSpPr>
              <a:spLocks noEditPoints="1"/>
            </p:cNvSpPr>
            <p:nvPr userDrawn="1"/>
          </p:nvSpPr>
          <p:spPr bwMode="auto">
            <a:xfrm>
              <a:off x="5760092" y="5214964"/>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4 w 243"/>
                <a:gd name="T33" fmla="*/ 181 h 208"/>
                <a:gd name="T34" fmla="*/ 63 w 243"/>
                <a:gd name="T35" fmla="*/ 173 h 208"/>
                <a:gd name="T36" fmla="*/ 62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9 w 243"/>
                <a:gd name="T73" fmla="*/ 126 h 208"/>
                <a:gd name="T74" fmla="*/ 30 w 243"/>
                <a:gd name="T75" fmla="*/ 160 h 208"/>
                <a:gd name="T76" fmla="*/ 2 w 243"/>
                <a:gd name="T77" fmla="*/ 203 h 208"/>
                <a:gd name="T78" fmla="*/ 1 w 243"/>
                <a:gd name="T79" fmla="*/ 205 h 208"/>
                <a:gd name="T80" fmla="*/ 4 w 243"/>
                <a:gd name="T81" fmla="*/ 208 h 208"/>
                <a:gd name="T82" fmla="*/ 19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7 w 243"/>
                <a:gd name="T117" fmla="*/ 26 h 208"/>
                <a:gd name="T118" fmla="*/ 174 w 243"/>
                <a:gd name="T119" fmla="*/ 30 h 208"/>
                <a:gd name="T120" fmla="*/ 164 w 243"/>
                <a:gd name="T121" fmla="*/ 27 h 208"/>
                <a:gd name="T122" fmla="*/ 165 w 243"/>
                <a:gd name="T123" fmla="*/ 17 h 208"/>
                <a:gd name="T124" fmla="*/ 152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1" y="70"/>
                    <a:pt x="220" y="71"/>
                    <a:pt x="220" y="72"/>
                  </a:cubicBezTo>
                  <a:cubicBezTo>
                    <a:pt x="220" y="72"/>
                    <a:pt x="220" y="72"/>
                    <a:pt x="220" y="72"/>
                  </a:cubicBezTo>
                  <a:cubicBezTo>
                    <a:pt x="215" y="80"/>
                    <a:pt x="213" y="86"/>
                    <a:pt x="213" y="91"/>
                  </a:cubicBezTo>
                  <a:cubicBezTo>
                    <a:pt x="213" y="96"/>
                    <a:pt x="215" y="100"/>
                    <a:pt x="217" y="103"/>
                  </a:cubicBezTo>
                  <a:cubicBezTo>
                    <a:pt x="221" y="107"/>
                    <a:pt x="226" y="110"/>
                    <a:pt x="229" y="112"/>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90"/>
                    <a:pt x="129" y="189"/>
                    <a:pt x="128" y="189"/>
                  </a:cubicBezTo>
                  <a:cubicBezTo>
                    <a:pt x="127" y="189"/>
                    <a:pt x="127" y="189"/>
                    <a:pt x="127" y="189"/>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8" name="Freeform 1535">
              <a:extLst>
                <a:ext uri="{FF2B5EF4-FFF2-40B4-BE49-F238E27FC236}">
                  <a16:creationId xmlns:a16="http://schemas.microsoft.com/office/drawing/2014/main" id="{E69B3C42-561E-4997-BA6C-104840B1FD2F}"/>
                </a:ext>
              </a:extLst>
            </p:cNvPr>
            <p:cNvSpPr>
              <a:spLocks/>
            </p:cNvSpPr>
            <p:nvPr userDrawn="1"/>
          </p:nvSpPr>
          <p:spPr bwMode="auto">
            <a:xfrm>
              <a:off x="5762100" y="5524028"/>
              <a:ext cx="2008"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9" name="Freeform 1536">
              <a:extLst>
                <a:ext uri="{FF2B5EF4-FFF2-40B4-BE49-F238E27FC236}">
                  <a16:creationId xmlns:a16="http://schemas.microsoft.com/office/drawing/2014/main" id="{6CDAA9D9-C807-4B9E-8673-4EC387D53472}"/>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close/>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0" name="Freeform 1537">
              <a:extLst>
                <a:ext uri="{FF2B5EF4-FFF2-40B4-BE49-F238E27FC236}">
                  <a16:creationId xmlns:a16="http://schemas.microsoft.com/office/drawing/2014/main" id="{D0FB904A-ED2E-43A9-B72E-F01BEAC64FCF}"/>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1" name="Freeform 1538">
              <a:extLst>
                <a:ext uri="{FF2B5EF4-FFF2-40B4-BE49-F238E27FC236}">
                  <a16:creationId xmlns:a16="http://schemas.microsoft.com/office/drawing/2014/main" id="{DB129388-37A3-438E-A553-4DE26C137427}"/>
                </a:ext>
              </a:extLst>
            </p:cNvPr>
            <p:cNvSpPr>
              <a:spLocks noEditPoints="1"/>
            </p:cNvSpPr>
            <p:nvPr userDrawn="1"/>
          </p:nvSpPr>
          <p:spPr bwMode="auto">
            <a:xfrm>
              <a:off x="6181544" y="5100569"/>
              <a:ext cx="152525" cy="146505"/>
            </a:xfrm>
            <a:custGeom>
              <a:avLst/>
              <a:gdLst>
                <a:gd name="T0" fmla="*/ 87 w 101"/>
                <a:gd name="T1" fmla="*/ 49 h 98"/>
                <a:gd name="T2" fmla="*/ 87 w 101"/>
                <a:gd name="T3" fmla="*/ 49 h 98"/>
                <a:gd name="T4" fmla="*/ 87 w 101"/>
                <a:gd name="T5" fmla="*/ 49 h 98"/>
                <a:gd name="T6" fmla="*/ 50 w 101"/>
                <a:gd name="T7" fmla="*/ 26 h 98"/>
                <a:gd name="T8" fmla="*/ 59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59 w 101"/>
                <a:gd name="T23" fmla="*/ 70 h 98"/>
                <a:gd name="T24" fmla="*/ 50 w 101"/>
                <a:gd name="T25" fmla="*/ 72 h 98"/>
                <a:gd name="T26" fmla="*/ 41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3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7"/>
                    <a:pt x="84" y="17"/>
                    <a:pt x="84"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2" name="Freeform 1539">
              <a:extLst>
                <a:ext uri="{FF2B5EF4-FFF2-40B4-BE49-F238E27FC236}">
                  <a16:creationId xmlns:a16="http://schemas.microsoft.com/office/drawing/2014/main" id="{0C87CF1A-2C38-4DBC-B228-9D8D53E8F36B}"/>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close/>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close/>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3" name="Freeform 1540">
              <a:extLst>
                <a:ext uri="{FF2B5EF4-FFF2-40B4-BE49-F238E27FC236}">
                  <a16:creationId xmlns:a16="http://schemas.microsoft.com/office/drawing/2014/main" id="{E39EDCF0-3889-4D3B-AE8F-0B69FF1C4C13}"/>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4" name="Freeform 1541">
              <a:extLst>
                <a:ext uri="{FF2B5EF4-FFF2-40B4-BE49-F238E27FC236}">
                  <a16:creationId xmlns:a16="http://schemas.microsoft.com/office/drawing/2014/main" id="{84402AF8-9277-40C4-AF8B-8EA42D68E2C4}"/>
                </a:ext>
              </a:extLst>
            </p:cNvPr>
            <p:cNvSpPr>
              <a:spLocks noEditPoints="1"/>
            </p:cNvSpPr>
            <p:nvPr userDrawn="1"/>
          </p:nvSpPr>
          <p:spPr bwMode="auto">
            <a:xfrm>
              <a:off x="5956770" y="4069016"/>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5" name="Freeform 1542">
              <a:extLst>
                <a:ext uri="{FF2B5EF4-FFF2-40B4-BE49-F238E27FC236}">
                  <a16:creationId xmlns:a16="http://schemas.microsoft.com/office/drawing/2014/main" id="{0D09B260-B1B6-41DC-AEA9-B145C3EE0ABB}"/>
                </a:ext>
              </a:extLst>
            </p:cNvPr>
            <p:cNvSpPr>
              <a:spLocks noEditPoints="1"/>
            </p:cNvSpPr>
            <p:nvPr userDrawn="1"/>
          </p:nvSpPr>
          <p:spPr bwMode="auto">
            <a:xfrm>
              <a:off x="5952756" y="4165348"/>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5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6" name="Freeform 1543">
              <a:extLst>
                <a:ext uri="{FF2B5EF4-FFF2-40B4-BE49-F238E27FC236}">
                  <a16:creationId xmlns:a16="http://schemas.microsoft.com/office/drawing/2014/main" id="{10CA56BC-4498-4C9B-95EC-80BBC2172D1B}"/>
                </a:ext>
              </a:extLst>
            </p:cNvPr>
            <p:cNvSpPr>
              <a:spLocks/>
            </p:cNvSpPr>
            <p:nvPr userDrawn="1"/>
          </p:nvSpPr>
          <p:spPr bwMode="auto">
            <a:xfrm>
              <a:off x="5970819" y="4167355"/>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7" name="Freeform 1544">
              <a:extLst>
                <a:ext uri="{FF2B5EF4-FFF2-40B4-BE49-F238E27FC236}">
                  <a16:creationId xmlns:a16="http://schemas.microsoft.com/office/drawing/2014/main" id="{2A073C29-DB4D-4903-80E4-60B1BCF5F2E4}"/>
                </a:ext>
              </a:extLst>
            </p:cNvPr>
            <p:cNvSpPr>
              <a:spLocks noEditPoints="1"/>
            </p:cNvSpPr>
            <p:nvPr userDrawn="1"/>
          </p:nvSpPr>
          <p:spPr bwMode="auto">
            <a:xfrm>
              <a:off x="5938708" y="4185417"/>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8" name="Freeform 1545">
              <a:extLst>
                <a:ext uri="{FF2B5EF4-FFF2-40B4-BE49-F238E27FC236}">
                  <a16:creationId xmlns:a16="http://schemas.microsoft.com/office/drawing/2014/main" id="{B4140DAD-8956-42A9-B581-A56B675C6427}"/>
                </a:ext>
              </a:extLst>
            </p:cNvPr>
            <p:cNvSpPr>
              <a:spLocks/>
            </p:cNvSpPr>
            <p:nvPr userDrawn="1"/>
          </p:nvSpPr>
          <p:spPr bwMode="auto">
            <a:xfrm>
              <a:off x="5954764" y="4187424"/>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9" name="Freeform 1546">
              <a:extLst>
                <a:ext uri="{FF2B5EF4-FFF2-40B4-BE49-F238E27FC236}">
                  <a16:creationId xmlns:a16="http://schemas.microsoft.com/office/drawing/2014/main" id="{F5362300-7A8E-41EF-A08A-B88FDA208BCA}"/>
                </a:ext>
              </a:extLst>
            </p:cNvPr>
            <p:cNvSpPr>
              <a:spLocks noEditPoints="1"/>
            </p:cNvSpPr>
            <p:nvPr userDrawn="1"/>
          </p:nvSpPr>
          <p:spPr bwMode="auto">
            <a:xfrm>
              <a:off x="5942722" y="4207493"/>
              <a:ext cx="20069"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6 w 13"/>
                <a:gd name="T15" fmla="*/ 7 h 13"/>
                <a:gd name="T16" fmla="*/ 6 w 13"/>
                <a:gd name="T17" fmla="*/ 7 h 13"/>
                <a:gd name="T18" fmla="*/ 6 w 13"/>
                <a:gd name="T19" fmla="*/ 7 h 13"/>
                <a:gd name="T20" fmla="*/ 8 w 13"/>
                <a:gd name="T21" fmla="*/ 0 h 13"/>
                <a:gd name="T22" fmla="*/ 5 w 13"/>
                <a:gd name="T23" fmla="*/ 1 h 13"/>
                <a:gd name="T24" fmla="*/ 5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3 w 13"/>
                <a:gd name="T43" fmla="*/ 7 h 13"/>
                <a:gd name="T44" fmla="*/ 12 w 13"/>
                <a:gd name="T45" fmla="*/ 3 h 13"/>
                <a:gd name="T46" fmla="*/ 12 w 13"/>
                <a:gd name="T47" fmla="*/ 3 h 13"/>
                <a:gd name="T48" fmla="*/ 8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0" name="Freeform 1547">
              <a:extLst>
                <a:ext uri="{FF2B5EF4-FFF2-40B4-BE49-F238E27FC236}">
                  <a16:creationId xmlns:a16="http://schemas.microsoft.com/office/drawing/2014/main" id="{19AE22C7-0E97-4335-83CB-8F19FDAE0E2E}"/>
                </a:ext>
              </a:extLst>
            </p:cNvPr>
            <p:cNvSpPr>
              <a:spLocks/>
            </p:cNvSpPr>
            <p:nvPr userDrawn="1"/>
          </p:nvSpPr>
          <p:spPr bwMode="auto">
            <a:xfrm>
              <a:off x="5948742" y="4207493"/>
              <a:ext cx="6021" cy="0"/>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1" name="Freeform 1548">
              <a:extLst>
                <a:ext uri="{FF2B5EF4-FFF2-40B4-BE49-F238E27FC236}">
                  <a16:creationId xmlns:a16="http://schemas.microsoft.com/office/drawing/2014/main" id="{7830E784-A911-4A4F-8B9B-57D07DBA8150}"/>
                </a:ext>
              </a:extLst>
            </p:cNvPr>
            <p:cNvSpPr>
              <a:spLocks noEditPoints="1"/>
            </p:cNvSpPr>
            <p:nvPr userDrawn="1"/>
          </p:nvSpPr>
          <p:spPr bwMode="auto">
            <a:xfrm>
              <a:off x="6145420" y="5355448"/>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8 w 101"/>
                <a:gd name="T19" fmla="*/ 29 h 99"/>
                <a:gd name="T20" fmla="*/ 10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8"/>
                    <a:pt x="70" y="11"/>
                  </a:cubicBezTo>
                  <a:cubicBezTo>
                    <a:pt x="86" y="18"/>
                    <a:pt x="95" y="34"/>
                    <a:pt x="95" y="50"/>
                  </a:cubicBezTo>
                  <a:cubicBezTo>
                    <a:pt x="95" y="56"/>
                    <a:pt x="93" y="63"/>
                    <a:pt x="90" y="69"/>
                  </a:cubicBezTo>
                  <a:cubicBezTo>
                    <a:pt x="82" y="84"/>
                    <a:pt x="66" y="93"/>
                    <a:pt x="50" y="93"/>
                  </a:cubicBezTo>
                  <a:cubicBezTo>
                    <a:pt x="43" y="93"/>
                    <a:pt x="37" y="92"/>
                    <a:pt x="30" y="88"/>
                  </a:cubicBezTo>
                  <a:cubicBezTo>
                    <a:pt x="15" y="81"/>
                    <a:pt x="6" y="65"/>
                    <a:pt x="6" y="49"/>
                  </a:cubicBezTo>
                  <a:cubicBezTo>
                    <a:pt x="6" y="43"/>
                    <a:pt x="7" y="36"/>
                    <a:pt x="10" y="30"/>
                  </a:cubicBezTo>
                  <a:cubicBezTo>
                    <a:pt x="8" y="29"/>
                    <a:pt x="8" y="29"/>
                    <a:pt x="8" y="29"/>
                  </a:cubicBezTo>
                  <a:cubicBezTo>
                    <a:pt x="10" y="30"/>
                    <a:pt x="10" y="30"/>
                    <a:pt x="10" y="30"/>
                  </a:cubicBezTo>
                  <a:moveTo>
                    <a:pt x="50" y="0"/>
                  </a:moveTo>
                  <a:cubicBezTo>
                    <a:pt x="32" y="0"/>
                    <a:pt x="14" y="10"/>
                    <a:pt x="5" y="27"/>
                  </a:cubicBezTo>
                  <a:cubicBezTo>
                    <a:pt x="5" y="27"/>
                    <a:pt x="5" y="27"/>
                    <a:pt x="5" y="27"/>
                  </a:cubicBezTo>
                  <a:cubicBezTo>
                    <a:pt x="1" y="35"/>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5"/>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2" name="Freeform 1549">
              <a:extLst>
                <a:ext uri="{FF2B5EF4-FFF2-40B4-BE49-F238E27FC236}">
                  <a16:creationId xmlns:a16="http://schemas.microsoft.com/office/drawing/2014/main" id="{4EE25570-5393-468E-994C-7B1E656723B0}"/>
                </a:ext>
              </a:extLst>
            </p:cNvPr>
            <p:cNvSpPr>
              <a:spLocks noEditPoints="1"/>
            </p:cNvSpPr>
            <p:nvPr userDrawn="1"/>
          </p:nvSpPr>
          <p:spPr bwMode="auto">
            <a:xfrm>
              <a:off x="6141406" y="5481882"/>
              <a:ext cx="32111" cy="32111"/>
            </a:xfrm>
            <a:custGeom>
              <a:avLst/>
              <a:gdLst>
                <a:gd name="T0" fmla="*/ 6 w 22"/>
                <a:gd name="T1" fmla="*/ 8 h 21"/>
                <a:gd name="T2" fmla="*/ 11 w 22"/>
                <a:gd name="T3" fmla="*/ 6 h 21"/>
                <a:gd name="T4" fmla="*/ 13 w 22"/>
                <a:gd name="T5" fmla="*/ 6 h 21"/>
                <a:gd name="T6" fmla="*/ 16 w 22"/>
                <a:gd name="T7" fmla="*/ 11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1 w 22"/>
                <a:gd name="T25" fmla="*/ 0 h 21"/>
                <a:gd name="T26" fmla="*/ 1 w 22"/>
                <a:gd name="T27" fmla="*/ 6 h 21"/>
                <a:gd name="T28" fmla="*/ 1 w 22"/>
                <a:gd name="T29" fmla="*/ 6 h 21"/>
                <a:gd name="T30" fmla="*/ 0 w 22"/>
                <a:gd name="T31" fmla="*/ 10 h 21"/>
                <a:gd name="T32" fmla="*/ 6 w 22"/>
                <a:gd name="T33" fmla="*/ 20 h 21"/>
                <a:gd name="T34" fmla="*/ 11 w 22"/>
                <a:gd name="T35" fmla="*/ 21 h 21"/>
                <a:gd name="T36" fmla="*/ 11 w 22"/>
                <a:gd name="T37" fmla="*/ 21 h 21"/>
                <a:gd name="T38" fmla="*/ 21 w 22"/>
                <a:gd name="T39" fmla="*/ 15 h 21"/>
                <a:gd name="T40" fmla="*/ 22 w 22"/>
                <a:gd name="T41" fmla="*/ 11 h 21"/>
                <a:gd name="T42" fmla="*/ 16 w 22"/>
                <a:gd name="T43" fmla="*/ 1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6" y="8"/>
                  </a:moveTo>
                  <a:cubicBezTo>
                    <a:pt x="7" y="7"/>
                    <a:pt x="9" y="6"/>
                    <a:pt x="11" y="6"/>
                  </a:cubicBezTo>
                  <a:cubicBezTo>
                    <a:pt x="12" y="6"/>
                    <a:pt x="13" y="6"/>
                    <a:pt x="13" y="6"/>
                  </a:cubicBezTo>
                  <a:cubicBezTo>
                    <a:pt x="15" y="7"/>
                    <a:pt x="16" y="9"/>
                    <a:pt x="16" y="11"/>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3" name="Freeform 1550">
              <a:extLst>
                <a:ext uri="{FF2B5EF4-FFF2-40B4-BE49-F238E27FC236}">
                  <a16:creationId xmlns:a16="http://schemas.microsoft.com/office/drawing/2014/main" id="{97BB9B5C-05B5-453C-AFEC-999A089001E8}"/>
                </a:ext>
              </a:extLst>
            </p:cNvPr>
            <p:cNvSpPr>
              <a:spLocks noEditPoints="1"/>
            </p:cNvSpPr>
            <p:nvPr userDrawn="1"/>
          </p:nvSpPr>
          <p:spPr bwMode="auto">
            <a:xfrm>
              <a:off x="6125351" y="5507973"/>
              <a:ext cx="24083" cy="26090"/>
            </a:xfrm>
            <a:custGeom>
              <a:avLst/>
              <a:gdLst>
                <a:gd name="T0" fmla="*/ 6 w 17"/>
                <a:gd name="T1" fmla="*/ 7 h 17"/>
                <a:gd name="T2" fmla="*/ 8 w 17"/>
                <a:gd name="T3" fmla="*/ 6 h 17"/>
                <a:gd name="T4" fmla="*/ 9 w 17"/>
                <a:gd name="T5" fmla="*/ 6 h 17"/>
                <a:gd name="T6" fmla="*/ 11 w 17"/>
                <a:gd name="T7" fmla="*/ 8 h 17"/>
                <a:gd name="T8" fmla="*/ 11 w 17"/>
                <a:gd name="T9" fmla="*/ 9 h 17"/>
                <a:gd name="T10" fmla="*/ 8 w 17"/>
                <a:gd name="T11" fmla="*/ 11 h 17"/>
                <a:gd name="T12" fmla="*/ 7 w 17"/>
                <a:gd name="T13" fmla="*/ 10 h 17"/>
                <a:gd name="T14" fmla="*/ 6 w 17"/>
                <a:gd name="T15" fmla="*/ 8 h 17"/>
                <a:gd name="T16" fmla="*/ 6 w 17"/>
                <a:gd name="T17" fmla="*/ 7 h 17"/>
                <a:gd name="T18" fmla="*/ 8 w 17"/>
                <a:gd name="T19" fmla="*/ 0 h 17"/>
                <a:gd name="T20" fmla="*/ 8 w 17"/>
                <a:gd name="T21" fmla="*/ 0 h 17"/>
                <a:gd name="T22" fmla="*/ 0 w 17"/>
                <a:gd name="T23" fmla="*/ 4 h 17"/>
                <a:gd name="T24" fmla="*/ 3 w 17"/>
                <a:gd name="T25" fmla="*/ 6 h 17"/>
                <a:gd name="T26" fmla="*/ 0 w 17"/>
                <a:gd name="T27" fmla="*/ 4 h 17"/>
                <a:gd name="T28" fmla="*/ 0 w 17"/>
                <a:gd name="T29" fmla="*/ 8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9"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moveTo>
                    <a:pt x="8" y="0"/>
                  </a:moveTo>
                  <a:cubicBezTo>
                    <a:pt x="8" y="0"/>
                    <a:pt x="8" y="0"/>
                    <a:pt x="8" y="0"/>
                  </a:cubicBezTo>
                  <a:cubicBezTo>
                    <a:pt x="5" y="0"/>
                    <a:pt x="2" y="1"/>
                    <a:pt x="0" y="4"/>
                  </a:cubicBezTo>
                  <a:cubicBezTo>
                    <a:pt x="3" y="6"/>
                    <a:pt x="3" y="6"/>
                    <a:pt x="3" y="6"/>
                  </a:cubicBezTo>
                  <a:cubicBezTo>
                    <a:pt x="0" y="4"/>
                    <a:pt x="0" y="4"/>
                    <a:pt x="0" y="4"/>
                  </a:cubicBezTo>
                  <a:cubicBezTo>
                    <a:pt x="0" y="5"/>
                    <a:pt x="0" y="7"/>
                    <a:pt x="0" y="8"/>
                  </a:cubicBezTo>
                  <a:cubicBezTo>
                    <a:pt x="0" y="11"/>
                    <a:pt x="1" y="14"/>
                    <a:pt x="4" y="16"/>
                  </a:cubicBezTo>
                  <a:cubicBezTo>
                    <a:pt x="6" y="16"/>
                    <a:pt x="7" y="17"/>
                    <a:pt x="8" y="17"/>
                  </a:cubicBezTo>
                  <a:cubicBezTo>
                    <a:pt x="8" y="17"/>
                    <a:pt x="8" y="17"/>
                    <a:pt x="8" y="17"/>
                  </a:cubicBezTo>
                  <a:cubicBezTo>
                    <a:pt x="8" y="17"/>
                    <a:pt x="8" y="17"/>
                    <a:pt x="8" y="17"/>
                  </a:cubicBezTo>
                  <a:cubicBezTo>
                    <a:pt x="11" y="17"/>
                    <a:pt x="14" y="15"/>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4" name="Freeform 1551">
              <a:extLst>
                <a:ext uri="{FF2B5EF4-FFF2-40B4-BE49-F238E27FC236}">
                  <a16:creationId xmlns:a16="http://schemas.microsoft.com/office/drawing/2014/main" id="{FACAEE44-DAE2-4042-9AAE-B645C5A641D2}"/>
                </a:ext>
              </a:extLst>
            </p:cNvPr>
            <p:cNvSpPr>
              <a:spLocks noEditPoints="1"/>
            </p:cNvSpPr>
            <p:nvPr userDrawn="1"/>
          </p:nvSpPr>
          <p:spPr bwMode="auto">
            <a:xfrm>
              <a:off x="6099261" y="5509979"/>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5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5"/>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5" name="Freeform 1552">
              <a:extLst>
                <a:ext uri="{FF2B5EF4-FFF2-40B4-BE49-F238E27FC236}">
                  <a16:creationId xmlns:a16="http://schemas.microsoft.com/office/drawing/2014/main" id="{10195781-72E6-4410-9A3D-C0A43AD84C02}"/>
                </a:ext>
              </a:extLst>
            </p:cNvPr>
            <p:cNvSpPr>
              <a:spLocks noEditPoints="1"/>
            </p:cNvSpPr>
            <p:nvPr userDrawn="1"/>
          </p:nvSpPr>
          <p:spPr bwMode="auto">
            <a:xfrm>
              <a:off x="6059123" y="4787491"/>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2 h 276"/>
                <a:gd name="T16" fmla="*/ 73 w 80"/>
                <a:gd name="T17" fmla="*/ 243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4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70"/>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6"/>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4"/>
                  </a:cubicBezTo>
                  <a:cubicBezTo>
                    <a:pt x="79" y="242"/>
                    <a:pt x="79" y="242"/>
                    <a:pt x="79" y="242"/>
                  </a:cubicBezTo>
                  <a:cubicBezTo>
                    <a:pt x="79" y="242"/>
                    <a:pt x="79" y="242"/>
                    <a:pt x="79" y="242"/>
                  </a:cubicBezTo>
                  <a:cubicBezTo>
                    <a:pt x="80" y="236"/>
                    <a:pt x="80" y="228"/>
                    <a:pt x="80" y="217"/>
                  </a:cubicBezTo>
                  <a:cubicBezTo>
                    <a:pt x="80" y="164"/>
                    <a:pt x="72" y="66"/>
                    <a:pt x="71" y="63"/>
                  </a:cubicBezTo>
                  <a:cubicBezTo>
                    <a:pt x="71" y="62"/>
                    <a:pt x="71" y="54"/>
                    <a:pt x="67" y="46"/>
                  </a:cubicBezTo>
                  <a:cubicBezTo>
                    <a:pt x="65" y="42"/>
                    <a:pt x="61"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6" name="Freeform 1553">
              <a:extLst>
                <a:ext uri="{FF2B5EF4-FFF2-40B4-BE49-F238E27FC236}">
                  <a16:creationId xmlns:a16="http://schemas.microsoft.com/office/drawing/2014/main" id="{56558AE1-8784-466C-8D00-0FE4431B0365}"/>
                </a:ext>
              </a:extLst>
            </p:cNvPr>
            <p:cNvSpPr>
              <a:spLocks noEditPoints="1"/>
            </p:cNvSpPr>
            <p:nvPr userDrawn="1"/>
          </p:nvSpPr>
          <p:spPr bwMode="auto">
            <a:xfrm>
              <a:off x="6107289"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6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2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6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7"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7" name="Freeform 1554">
              <a:extLst>
                <a:ext uri="{FF2B5EF4-FFF2-40B4-BE49-F238E27FC236}">
                  <a16:creationId xmlns:a16="http://schemas.microsoft.com/office/drawing/2014/main" id="{A2FB5929-611C-4192-98FD-0835D2D61C85}"/>
                </a:ext>
              </a:extLst>
            </p:cNvPr>
            <p:cNvSpPr>
              <a:spLocks noEditPoints="1"/>
            </p:cNvSpPr>
            <p:nvPr userDrawn="1"/>
          </p:nvSpPr>
          <p:spPr bwMode="auto">
            <a:xfrm>
              <a:off x="6095248" y="412119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8" name="Freeform 1555">
              <a:extLst>
                <a:ext uri="{FF2B5EF4-FFF2-40B4-BE49-F238E27FC236}">
                  <a16:creationId xmlns:a16="http://schemas.microsoft.com/office/drawing/2014/main" id="{E4D52515-E41D-4E65-8128-DE76DFEAA673}"/>
                </a:ext>
              </a:extLst>
            </p:cNvPr>
            <p:cNvSpPr>
              <a:spLocks noEditPoints="1"/>
            </p:cNvSpPr>
            <p:nvPr userDrawn="1"/>
          </p:nvSpPr>
          <p:spPr bwMode="auto">
            <a:xfrm>
              <a:off x="6008950" y="4333928"/>
              <a:ext cx="248857" cy="96332"/>
            </a:xfrm>
            <a:custGeom>
              <a:avLst/>
              <a:gdLst>
                <a:gd name="T0" fmla="*/ 116 w 165"/>
                <a:gd name="T1" fmla="*/ 34 h 65"/>
                <a:gd name="T2" fmla="*/ 116 w 165"/>
                <a:gd name="T3" fmla="*/ 34 h 65"/>
                <a:gd name="T4" fmla="*/ 16 w 165"/>
                <a:gd name="T5" fmla="*/ 9 h 65"/>
                <a:gd name="T6" fmla="*/ 17 w 165"/>
                <a:gd name="T7" fmla="*/ 10 h 65"/>
                <a:gd name="T8" fmla="*/ 99 w 165"/>
                <a:gd name="T9" fmla="*/ 11 h 65"/>
                <a:gd name="T10" fmla="*/ 111 w 165"/>
                <a:gd name="T11" fmla="*/ 16 h 65"/>
                <a:gd name="T12" fmla="*/ 113 w 165"/>
                <a:gd name="T13" fmla="*/ 23 h 65"/>
                <a:gd name="T14" fmla="*/ 111 w 165"/>
                <a:gd name="T15" fmla="*/ 31 h 65"/>
                <a:gd name="T16" fmla="*/ 111 w 165"/>
                <a:gd name="T17" fmla="*/ 31 h 65"/>
                <a:gd name="T18" fmla="*/ 111 w 165"/>
                <a:gd name="T19" fmla="*/ 31 h 65"/>
                <a:gd name="T20" fmla="*/ 111 w 165"/>
                <a:gd name="T21" fmla="*/ 31 h 65"/>
                <a:gd name="T22" fmla="*/ 109 w 165"/>
                <a:gd name="T23" fmla="*/ 48 h 65"/>
                <a:gd name="T24" fmla="*/ 115 w 165"/>
                <a:gd name="T25" fmla="*/ 52 h 65"/>
                <a:gd name="T26" fmla="*/ 127 w 165"/>
                <a:gd name="T27" fmla="*/ 53 h 65"/>
                <a:gd name="T28" fmla="*/ 64 w 165"/>
                <a:gd name="T29" fmla="*/ 59 h 65"/>
                <a:gd name="T30" fmla="*/ 62 w 165"/>
                <a:gd name="T31" fmla="*/ 59 h 65"/>
                <a:gd name="T32" fmla="*/ 61 w 165"/>
                <a:gd name="T33" fmla="*/ 59 h 65"/>
                <a:gd name="T34" fmla="*/ 18 w 165"/>
                <a:gd name="T35" fmla="*/ 52 h 65"/>
                <a:gd name="T36" fmla="*/ 9 w 165"/>
                <a:gd name="T37" fmla="*/ 46 h 65"/>
                <a:gd name="T38" fmla="*/ 6 w 165"/>
                <a:gd name="T39" fmla="*/ 29 h 65"/>
                <a:gd name="T40" fmla="*/ 15 w 165"/>
                <a:gd name="T41" fmla="*/ 11 h 65"/>
                <a:gd name="T42" fmla="*/ 17 w 165"/>
                <a:gd name="T43" fmla="*/ 10 h 65"/>
                <a:gd name="T44" fmla="*/ 58 w 165"/>
                <a:gd name="T45" fmla="*/ 0 h 65"/>
                <a:gd name="T46" fmla="*/ 15 w 165"/>
                <a:gd name="T47" fmla="*/ 4 h 65"/>
                <a:gd name="T48" fmla="*/ 7 w 165"/>
                <a:gd name="T49" fmla="*/ 9 h 65"/>
                <a:gd name="T50" fmla="*/ 4 w 165"/>
                <a:gd name="T51" fmla="*/ 48 h 65"/>
                <a:gd name="T52" fmla="*/ 4 w 165"/>
                <a:gd name="T53" fmla="*/ 49 h 65"/>
                <a:gd name="T54" fmla="*/ 58 w 165"/>
                <a:gd name="T55" fmla="*/ 65 h 65"/>
                <a:gd name="T56" fmla="*/ 61 w 165"/>
                <a:gd name="T57" fmla="*/ 65 h 65"/>
                <a:gd name="T58" fmla="*/ 148 w 165"/>
                <a:gd name="T59" fmla="*/ 53 h 65"/>
                <a:gd name="T60" fmla="*/ 116 w 165"/>
                <a:gd name="T61" fmla="*/ 46 h 65"/>
                <a:gd name="T62" fmla="*/ 114 w 165"/>
                <a:gd name="T63" fmla="*/ 45 h 65"/>
                <a:gd name="T64" fmla="*/ 116 w 165"/>
                <a:gd name="T65" fmla="*/ 34 h 65"/>
                <a:gd name="T66" fmla="*/ 116 w 165"/>
                <a:gd name="T67" fmla="*/ 12 h 65"/>
                <a:gd name="T68" fmla="*/ 115 w 165"/>
                <a:gd name="T69" fmla="*/ 12 h 65"/>
                <a:gd name="T70" fmla="*/ 111 w 165"/>
                <a:gd name="T71" fmla="*/ 16 h 65"/>
                <a:gd name="T72" fmla="*/ 115 w 165"/>
                <a:gd name="T7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65">
                  <a:moveTo>
                    <a:pt x="116" y="34"/>
                  </a:moveTo>
                  <a:cubicBezTo>
                    <a:pt x="116" y="34"/>
                    <a:pt x="116" y="34"/>
                    <a:pt x="116" y="34"/>
                  </a:cubicBez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9" name="Freeform 1556">
              <a:extLst>
                <a:ext uri="{FF2B5EF4-FFF2-40B4-BE49-F238E27FC236}">
                  <a16:creationId xmlns:a16="http://schemas.microsoft.com/office/drawing/2014/main" id="{1EAC61FB-1AAD-4542-A093-FD7FD775733E}"/>
                </a:ext>
              </a:extLst>
            </p:cNvPr>
            <p:cNvSpPr>
              <a:spLocks noEditPoints="1"/>
            </p:cNvSpPr>
            <p:nvPr userDrawn="1"/>
          </p:nvSpPr>
          <p:spPr bwMode="auto">
            <a:xfrm>
              <a:off x="5902584" y="5538076"/>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27 w 170"/>
                <a:gd name="T31" fmla="*/ 81 h 134"/>
                <a:gd name="T32" fmla="*/ 8 w 170"/>
                <a:gd name="T33" fmla="*/ 44 h 134"/>
                <a:gd name="T34" fmla="*/ 8 w 170"/>
                <a:gd name="T35" fmla="*/ 44 h 134"/>
                <a:gd name="T36" fmla="*/ 8 w 170"/>
                <a:gd name="T37" fmla="*/ 44 h 134"/>
                <a:gd name="T38" fmla="*/ 8 w 170"/>
                <a:gd name="T39" fmla="*/ 44 h 134"/>
                <a:gd name="T40" fmla="*/ 6 w 170"/>
                <a:gd name="T41" fmla="*/ 32 h 134"/>
                <a:gd name="T42" fmla="*/ 10 w 170"/>
                <a:gd name="T43" fmla="*/ 18 h 134"/>
                <a:gd name="T44" fmla="*/ 27 w 170"/>
                <a:gd name="T45" fmla="*/ 7 h 134"/>
                <a:gd name="T46" fmla="*/ 109 w 170"/>
                <a:gd name="T47" fmla="*/ 0 h 134"/>
                <a:gd name="T48" fmla="*/ 27 w 170"/>
                <a:gd name="T49" fmla="*/ 1 h 134"/>
                <a:gd name="T50" fmla="*/ 27 w 170"/>
                <a:gd name="T51" fmla="*/ 1 h 134"/>
                <a:gd name="T52" fmla="*/ 26 w 170"/>
                <a:gd name="T53" fmla="*/ 1 h 134"/>
                <a:gd name="T54" fmla="*/ 5 w 170"/>
                <a:gd name="T55" fmla="*/ 14 h 134"/>
                <a:gd name="T56" fmla="*/ 0 w 170"/>
                <a:gd name="T57" fmla="*/ 32 h 134"/>
                <a:gd name="T58" fmla="*/ 2 w 170"/>
                <a:gd name="T59" fmla="*/ 46 h 134"/>
                <a:gd name="T60" fmla="*/ 24 w 170"/>
                <a:gd name="T61" fmla="*/ 87 h 134"/>
                <a:gd name="T62" fmla="*/ 37 w 170"/>
                <a:gd name="T63" fmla="*/ 93 h 134"/>
                <a:gd name="T64" fmla="*/ 43 w 170"/>
                <a:gd name="T65" fmla="*/ 134 h 134"/>
                <a:gd name="T66" fmla="*/ 56 w 170"/>
                <a:gd name="T67" fmla="*/ 94 h 134"/>
                <a:gd name="T68" fmla="*/ 125 w 170"/>
                <a:gd name="T69" fmla="*/ 94 h 134"/>
                <a:gd name="T70" fmla="*/ 126 w 170"/>
                <a:gd name="T71" fmla="*/ 93 h 134"/>
                <a:gd name="T72" fmla="*/ 160 w 170"/>
                <a:gd name="T73" fmla="*/ 68 h 134"/>
                <a:gd name="T74" fmla="*/ 170 w 170"/>
                <a:gd name="T75" fmla="*/ 42 h 134"/>
                <a:gd name="T76" fmla="*/ 160 w 170"/>
                <a:gd name="T77" fmla="*/ 14 h 134"/>
                <a:gd name="T78" fmla="*/ 152 w 170"/>
                <a:gd name="T79" fmla="*/ 5 h 134"/>
                <a:gd name="T80" fmla="*/ 144 w 170"/>
                <a:gd name="T81" fmla="*/ 1 h 134"/>
                <a:gd name="T82" fmla="*/ 139 w 170"/>
                <a:gd name="T83" fmla="*/ 1 h 134"/>
                <a:gd name="T84" fmla="*/ 109 w 170"/>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0" name="Freeform 1557">
              <a:extLst>
                <a:ext uri="{FF2B5EF4-FFF2-40B4-BE49-F238E27FC236}">
                  <a16:creationId xmlns:a16="http://schemas.microsoft.com/office/drawing/2014/main" id="{995E86C1-1C22-43DA-B0C4-0F84A4FFB9C8}"/>
                </a:ext>
              </a:extLst>
            </p:cNvPr>
            <p:cNvSpPr>
              <a:spLocks noEditPoints="1"/>
            </p:cNvSpPr>
            <p:nvPr userDrawn="1"/>
          </p:nvSpPr>
          <p:spPr bwMode="auto">
            <a:xfrm>
              <a:off x="6010957" y="4560710"/>
              <a:ext cx="282975" cy="244843"/>
            </a:xfrm>
            <a:custGeom>
              <a:avLst/>
              <a:gdLst>
                <a:gd name="T0" fmla="*/ 77 w 188"/>
                <a:gd name="T1" fmla="*/ 139 h 162"/>
                <a:gd name="T2" fmla="*/ 106 w 188"/>
                <a:gd name="T3" fmla="*/ 9 h 162"/>
                <a:gd name="T4" fmla="*/ 110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2 w 188"/>
                <a:gd name="T19" fmla="*/ 111 h 162"/>
                <a:gd name="T20" fmla="*/ 159 w 188"/>
                <a:gd name="T21" fmla="*/ 110 h 162"/>
                <a:gd name="T22" fmla="*/ 142 w 188"/>
                <a:gd name="T23" fmla="*/ 122 h 162"/>
                <a:gd name="T24" fmla="*/ 113 w 188"/>
                <a:gd name="T25" fmla="*/ 148 h 162"/>
                <a:gd name="T26" fmla="*/ 99 w 188"/>
                <a:gd name="T27" fmla="*/ 145 h 162"/>
                <a:gd name="T28" fmla="*/ 82 w 188"/>
                <a:gd name="T29" fmla="*/ 131 h 162"/>
                <a:gd name="T30" fmla="*/ 74 w 188"/>
                <a:gd name="T31" fmla="*/ 135 h 162"/>
                <a:gd name="T32" fmla="*/ 65 w 188"/>
                <a:gd name="T33" fmla="*/ 139 h 162"/>
                <a:gd name="T34" fmla="*/ 49 w 188"/>
                <a:gd name="T35" fmla="*/ 133 h 162"/>
                <a:gd name="T36" fmla="*/ 46 w 188"/>
                <a:gd name="T37" fmla="*/ 112 h 162"/>
                <a:gd name="T38" fmla="*/ 28 w 188"/>
                <a:gd name="T39" fmla="*/ 127 h 162"/>
                <a:gd name="T40" fmla="*/ 15 w 188"/>
                <a:gd name="T41" fmla="*/ 92 h 162"/>
                <a:gd name="T42" fmla="*/ 6 w 188"/>
                <a:gd name="T43" fmla="*/ 75 h 162"/>
                <a:gd name="T44" fmla="*/ 14 w 188"/>
                <a:gd name="T45" fmla="*/ 63 h 162"/>
                <a:gd name="T46" fmla="*/ 32 w 188"/>
                <a:gd name="T47" fmla="*/ 60 h 162"/>
                <a:gd name="T48" fmla="*/ 30 w 188"/>
                <a:gd name="T49" fmla="*/ 35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0 h 162"/>
                <a:gd name="T64" fmla="*/ 30 w 188"/>
                <a:gd name="T65" fmla="*/ 51 h 162"/>
                <a:gd name="T66" fmla="*/ 15 w 188"/>
                <a:gd name="T67" fmla="*/ 57 h 162"/>
                <a:gd name="T68" fmla="*/ 7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0 w 188"/>
                <a:gd name="T87" fmla="*/ 141 h 162"/>
                <a:gd name="T88" fmla="*/ 77 w 188"/>
                <a:gd name="T89" fmla="*/ 140 h 162"/>
                <a:gd name="T90" fmla="*/ 78 w 188"/>
                <a:gd name="T91" fmla="*/ 139 h 162"/>
                <a:gd name="T92" fmla="*/ 86 w 188"/>
                <a:gd name="T93" fmla="*/ 139 h 162"/>
                <a:gd name="T94" fmla="*/ 96 w 188"/>
                <a:gd name="T95" fmla="*/ 150 h 162"/>
                <a:gd name="T96" fmla="*/ 146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2"/>
                    <a:pt x="167" y="35"/>
                  </a:cubicBezTo>
                  <a:cubicBezTo>
                    <a:pt x="170" y="39"/>
                    <a:pt x="170" y="44"/>
                    <a:pt x="170" y="47"/>
                  </a:cubicBezTo>
                  <a:cubicBezTo>
                    <a:pt x="170"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6"/>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3"/>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1" name="Freeform 1558">
              <a:extLst>
                <a:ext uri="{FF2B5EF4-FFF2-40B4-BE49-F238E27FC236}">
                  <a16:creationId xmlns:a16="http://schemas.microsoft.com/office/drawing/2014/main" id="{6669EA81-4A5F-45F5-A8C9-7A4DD6AEBB5C}"/>
                </a:ext>
              </a:extLst>
            </p:cNvPr>
            <p:cNvSpPr>
              <a:spLocks noEditPoints="1"/>
            </p:cNvSpPr>
            <p:nvPr userDrawn="1"/>
          </p:nvSpPr>
          <p:spPr bwMode="auto">
            <a:xfrm>
              <a:off x="7046524" y="4131231"/>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1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2" name="Freeform 1559">
              <a:extLst>
                <a:ext uri="{FF2B5EF4-FFF2-40B4-BE49-F238E27FC236}">
                  <a16:creationId xmlns:a16="http://schemas.microsoft.com/office/drawing/2014/main" id="{D024319A-7E0F-45FB-B3A5-0B96CD3DC32D}"/>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close/>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3" name="Freeform 1560">
              <a:extLst>
                <a:ext uri="{FF2B5EF4-FFF2-40B4-BE49-F238E27FC236}">
                  <a16:creationId xmlns:a16="http://schemas.microsoft.com/office/drawing/2014/main" id="{24440B5D-2552-436A-9874-BC53231878EC}"/>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4" name="Freeform 1561">
              <a:extLst>
                <a:ext uri="{FF2B5EF4-FFF2-40B4-BE49-F238E27FC236}">
                  <a16:creationId xmlns:a16="http://schemas.microsoft.com/office/drawing/2014/main" id="{FF579910-F67D-41FF-A09C-E173B20DEFA2}"/>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5" name="Freeform 1562">
              <a:extLst>
                <a:ext uri="{FF2B5EF4-FFF2-40B4-BE49-F238E27FC236}">
                  <a16:creationId xmlns:a16="http://schemas.microsoft.com/office/drawing/2014/main" id="{6E5D4498-7926-424C-9CE1-68BDE4C68E13}"/>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6" name="Freeform 1563">
              <a:extLst>
                <a:ext uri="{FF2B5EF4-FFF2-40B4-BE49-F238E27FC236}">
                  <a16:creationId xmlns:a16="http://schemas.microsoft.com/office/drawing/2014/main" id="{6EF64F73-25F0-420B-AB4B-F962E55F6F7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7" name="Freeform 1564">
              <a:extLst>
                <a:ext uri="{FF2B5EF4-FFF2-40B4-BE49-F238E27FC236}">
                  <a16:creationId xmlns:a16="http://schemas.microsoft.com/office/drawing/2014/main" id="{3016C39A-315D-479A-B27D-59FBBE282E4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8" name="Freeform 1565">
              <a:extLst>
                <a:ext uri="{FF2B5EF4-FFF2-40B4-BE49-F238E27FC236}">
                  <a16:creationId xmlns:a16="http://schemas.microsoft.com/office/drawing/2014/main" id="{91B35DF4-2B2C-470A-A4AC-D1B156FC0675}"/>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9" name="Freeform 1566">
              <a:extLst>
                <a:ext uri="{FF2B5EF4-FFF2-40B4-BE49-F238E27FC236}">
                  <a16:creationId xmlns:a16="http://schemas.microsoft.com/office/drawing/2014/main" id="{AB16AD31-811C-47DB-9DAC-C24AFCA1ACAC}"/>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0" name="Freeform 1567">
              <a:extLst>
                <a:ext uri="{FF2B5EF4-FFF2-40B4-BE49-F238E27FC236}">
                  <a16:creationId xmlns:a16="http://schemas.microsoft.com/office/drawing/2014/main" id="{5F71FFBF-D5D7-40B6-913C-E6CADCB6F4B4}"/>
                </a:ext>
              </a:extLst>
            </p:cNvPr>
            <p:cNvSpPr>
              <a:spLocks noEditPoints="1"/>
            </p:cNvSpPr>
            <p:nvPr userDrawn="1"/>
          </p:nvSpPr>
          <p:spPr bwMode="auto">
            <a:xfrm>
              <a:off x="8967139"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1" name="Freeform 1568">
              <a:extLst>
                <a:ext uri="{FF2B5EF4-FFF2-40B4-BE49-F238E27FC236}">
                  <a16:creationId xmlns:a16="http://schemas.microsoft.com/office/drawing/2014/main" id="{271271C0-53BC-402A-A65E-A94AF3F82DCC}"/>
                </a:ext>
              </a:extLst>
            </p:cNvPr>
            <p:cNvSpPr>
              <a:spLocks noEditPoints="1"/>
            </p:cNvSpPr>
            <p:nvPr userDrawn="1"/>
          </p:nvSpPr>
          <p:spPr bwMode="auto">
            <a:xfrm>
              <a:off x="7682715" y="4815587"/>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1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2" name="Freeform 1569">
              <a:extLst>
                <a:ext uri="{FF2B5EF4-FFF2-40B4-BE49-F238E27FC236}">
                  <a16:creationId xmlns:a16="http://schemas.microsoft.com/office/drawing/2014/main" id="{9FE34473-9B4B-4C79-83EA-F5AF1FF55C67}"/>
                </a:ext>
              </a:extLst>
            </p:cNvPr>
            <p:cNvSpPr>
              <a:spLocks noEditPoints="1"/>
            </p:cNvSpPr>
            <p:nvPr userDrawn="1"/>
          </p:nvSpPr>
          <p:spPr bwMode="auto">
            <a:xfrm>
              <a:off x="8633992" y="4843684"/>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5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3" name="Freeform 1570">
              <a:extLst>
                <a:ext uri="{FF2B5EF4-FFF2-40B4-BE49-F238E27FC236}">
                  <a16:creationId xmlns:a16="http://schemas.microsoft.com/office/drawing/2014/main" id="{F58373BC-1C7D-40DF-8A2C-E889912C5F14}"/>
                </a:ext>
              </a:extLst>
            </p:cNvPr>
            <p:cNvSpPr>
              <a:spLocks noEditPoints="1"/>
            </p:cNvSpPr>
            <p:nvPr userDrawn="1"/>
          </p:nvSpPr>
          <p:spPr bwMode="auto">
            <a:xfrm>
              <a:off x="8987208" y="41954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4" name="Freeform 1571">
              <a:extLst>
                <a:ext uri="{FF2B5EF4-FFF2-40B4-BE49-F238E27FC236}">
                  <a16:creationId xmlns:a16="http://schemas.microsoft.com/office/drawing/2014/main" id="{01494B26-75C0-40DA-A7AC-C4DCDB5D1F5F}"/>
                </a:ext>
              </a:extLst>
            </p:cNvPr>
            <p:cNvSpPr>
              <a:spLocks noEditPoints="1"/>
            </p:cNvSpPr>
            <p:nvPr userDrawn="1"/>
          </p:nvSpPr>
          <p:spPr bwMode="auto">
            <a:xfrm>
              <a:off x="8545688" y="5690601"/>
              <a:ext cx="126436" cy="122422"/>
            </a:xfrm>
            <a:custGeom>
              <a:avLst/>
              <a:gdLst>
                <a:gd name="T0" fmla="*/ 75 w 84"/>
                <a:gd name="T1" fmla="*/ 39 h 82"/>
                <a:gd name="T2" fmla="*/ 74 w 84"/>
                <a:gd name="T3" fmla="*/ 39 h 82"/>
                <a:gd name="T4" fmla="*/ 39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39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39 w 84"/>
                <a:gd name="T37" fmla="*/ 28 h 82"/>
                <a:gd name="T38" fmla="*/ 38 w 84"/>
                <a:gd name="T39" fmla="*/ 19 h 82"/>
                <a:gd name="T40" fmla="*/ 29 w 84"/>
                <a:gd name="T41" fmla="*/ 22 h 82"/>
                <a:gd name="T42" fmla="*/ 15 w 84"/>
                <a:gd name="T43" fmla="*/ 15 h 82"/>
                <a:gd name="T44" fmla="*/ 3 w 84"/>
                <a:gd name="T45" fmla="*/ 25 h 82"/>
                <a:gd name="T46" fmla="*/ 0 w 84"/>
                <a:gd name="T47" fmla="*/ 41 h 82"/>
                <a:gd name="T48" fmla="*/ 3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0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3" y="25"/>
                    <a:pt x="3" y="25"/>
                    <a:pt x="3"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5" name="Freeform 1572">
              <a:extLst>
                <a:ext uri="{FF2B5EF4-FFF2-40B4-BE49-F238E27FC236}">
                  <a16:creationId xmlns:a16="http://schemas.microsoft.com/office/drawing/2014/main" id="{76C94AD4-828D-43C3-AACB-5A6EBF3987E4}"/>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6" name="Freeform 1573">
              <a:extLst>
                <a:ext uri="{FF2B5EF4-FFF2-40B4-BE49-F238E27FC236}">
                  <a16:creationId xmlns:a16="http://schemas.microsoft.com/office/drawing/2014/main" id="{EE80D878-3E63-4E11-824C-C2BFD76E3596}"/>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7" name="Freeform 1574">
              <a:extLst>
                <a:ext uri="{FF2B5EF4-FFF2-40B4-BE49-F238E27FC236}">
                  <a16:creationId xmlns:a16="http://schemas.microsoft.com/office/drawing/2014/main" id="{4C01EA35-4A82-421F-A41F-BEA8CE67C5EB}"/>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8" name="Freeform 1575">
              <a:extLst>
                <a:ext uri="{FF2B5EF4-FFF2-40B4-BE49-F238E27FC236}">
                  <a16:creationId xmlns:a16="http://schemas.microsoft.com/office/drawing/2014/main" id="{AC07AF8E-56B5-4693-B107-DE4BB1E749CF}"/>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9" name="Freeform 1576">
              <a:extLst>
                <a:ext uri="{FF2B5EF4-FFF2-40B4-BE49-F238E27FC236}">
                  <a16:creationId xmlns:a16="http://schemas.microsoft.com/office/drawing/2014/main" id="{D938A5D1-713C-4771-968A-5D73FA81EEE1}"/>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0" name="Freeform 1577">
              <a:extLst>
                <a:ext uri="{FF2B5EF4-FFF2-40B4-BE49-F238E27FC236}">
                  <a16:creationId xmlns:a16="http://schemas.microsoft.com/office/drawing/2014/main" id="{461C75ED-3313-44B4-A5B7-F91E77EE674B}"/>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1" name="Freeform 1578">
              <a:extLst>
                <a:ext uri="{FF2B5EF4-FFF2-40B4-BE49-F238E27FC236}">
                  <a16:creationId xmlns:a16="http://schemas.microsoft.com/office/drawing/2014/main" id="{F85610A2-1A5C-49C2-A5FD-934058B474A7}"/>
                </a:ext>
              </a:extLst>
            </p:cNvPr>
            <p:cNvSpPr>
              <a:spLocks noEditPoints="1"/>
            </p:cNvSpPr>
            <p:nvPr userDrawn="1"/>
          </p:nvSpPr>
          <p:spPr bwMode="auto">
            <a:xfrm>
              <a:off x="6695314" y="4801540"/>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1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1 h 214"/>
                <a:gd name="T36" fmla="*/ 101 w 219"/>
                <a:gd name="T37" fmla="*/ 64 h 214"/>
                <a:gd name="T38" fmla="*/ 98 w 219"/>
                <a:gd name="T39" fmla="*/ 50 h 214"/>
                <a:gd name="T40" fmla="*/ 77 w 219"/>
                <a:gd name="T41" fmla="*/ 59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1"/>
                    <a:pt x="135" y="71"/>
                    <a:pt x="135" y="71"/>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1"/>
                    <a:pt x="85" y="71"/>
                    <a:pt x="85" y="71"/>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9"/>
                    <a:pt x="77" y="59"/>
                    <a:pt x="77" y="59"/>
                  </a:cubicBezTo>
                  <a:cubicBezTo>
                    <a:pt x="33" y="32"/>
                    <a:pt x="33" y="32"/>
                    <a:pt x="33" y="32"/>
                  </a:cubicBezTo>
                  <a:cubicBezTo>
                    <a:pt x="60" y="75"/>
                    <a:pt x="60" y="75"/>
                    <a:pt x="60" y="75"/>
                  </a:cubicBezTo>
                  <a:cubicBezTo>
                    <a:pt x="14" y="67"/>
                    <a:pt x="14" y="67"/>
                    <a:pt x="14" y="67"/>
                  </a:cubicBezTo>
                  <a:cubicBezTo>
                    <a:pt x="14" y="68"/>
                    <a:pt x="13" y="69"/>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9"/>
                    <a:pt x="143" y="59"/>
                    <a:pt x="143" y="59"/>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2" name="Freeform 1579">
              <a:extLst>
                <a:ext uri="{FF2B5EF4-FFF2-40B4-BE49-F238E27FC236}">
                  <a16:creationId xmlns:a16="http://schemas.microsoft.com/office/drawing/2014/main" id="{3E6CC505-87EF-4586-825A-D353A8F40387}"/>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3" name="Freeform 1580">
              <a:extLst>
                <a:ext uri="{FF2B5EF4-FFF2-40B4-BE49-F238E27FC236}">
                  <a16:creationId xmlns:a16="http://schemas.microsoft.com/office/drawing/2014/main" id="{2B80D51C-F6CA-4F76-BAA7-CEA9B29C6C96}"/>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4" name="Freeform 1581">
              <a:extLst>
                <a:ext uri="{FF2B5EF4-FFF2-40B4-BE49-F238E27FC236}">
                  <a16:creationId xmlns:a16="http://schemas.microsoft.com/office/drawing/2014/main" id="{3A2903E1-C657-4B6D-BD5C-41A908EACF12}"/>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5" name="Freeform 1582">
              <a:extLst>
                <a:ext uri="{FF2B5EF4-FFF2-40B4-BE49-F238E27FC236}">
                  <a16:creationId xmlns:a16="http://schemas.microsoft.com/office/drawing/2014/main" id="{1FF95DDC-D2C4-466B-8AAF-58575656642B}"/>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6" name="Freeform 1583">
              <a:extLst>
                <a:ext uri="{FF2B5EF4-FFF2-40B4-BE49-F238E27FC236}">
                  <a16:creationId xmlns:a16="http://schemas.microsoft.com/office/drawing/2014/main" id="{5EFE8D9C-91B8-44CC-98B6-A347C6C23B70}"/>
                </a:ext>
              </a:extLst>
            </p:cNvPr>
            <p:cNvSpPr>
              <a:spLocks noEditPoints="1"/>
            </p:cNvSpPr>
            <p:nvPr userDrawn="1"/>
          </p:nvSpPr>
          <p:spPr bwMode="auto">
            <a:xfrm>
              <a:off x="6910054" y="4468392"/>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7" name="Freeform 1584">
              <a:extLst>
                <a:ext uri="{FF2B5EF4-FFF2-40B4-BE49-F238E27FC236}">
                  <a16:creationId xmlns:a16="http://schemas.microsoft.com/office/drawing/2014/main" id="{3EC07E4E-343A-4552-947B-BCBAFF6AA2E0}"/>
                </a:ext>
              </a:extLst>
            </p:cNvPr>
            <p:cNvSpPr>
              <a:spLocks noEditPoints="1"/>
            </p:cNvSpPr>
            <p:nvPr userDrawn="1"/>
          </p:nvSpPr>
          <p:spPr bwMode="auto">
            <a:xfrm>
              <a:off x="6974275" y="4580779"/>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8" name="Freeform 1585">
              <a:extLst>
                <a:ext uri="{FF2B5EF4-FFF2-40B4-BE49-F238E27FC236}">
                  <a16:creationId xmlns:a16="http://schemas.microsoft.com/office/drawing/2014/main" id="{EE3602F9-01AD-4845-A67E-EE4861759E55}"/>
                </a:ext>
              </a:extLst>
            </p:cNvPr>
            <p:cNvSpPr>
              <a:spLocks/>
            </p:cNvSpPr>
            <p:nvPr userDrawn="1"/>
          </p:nvSpPr>
          <p:spPr bwMode="auto">
            <a:xfrm>
              <a:off x="6980296" y="4580779"/>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9" name="Freeform 1586">
              <a:extLst>
                <a:ext uri="{FF2B5EF4-FFF2-40B4-BE49-F238E27FC236}">
                  <a16:creationId xmlns:a16="http://schemas.microsoft.com/office/drawing/2014/main" id="{ED6F1659-8012-466A-B678-185EED75352E}"/>
                </a:ext>
              </a:extLst>
            </p:cNvPr>
            <p:cNvSpPr>
              <a:spLocks/>
            </p:cNvSpPr>
            <p:nvPr userDrawn="1"/>
          </p:nvSpPr>
          <p:spPr bwMode="auto">
            <a:xfrm>
              <a:off x="6986317" y="4604862"/>
              <a:ext cx="20069"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0" name="Freeform 1587">
              <a:extLst>
                <a:ext uri="{FF2B5EF4-FFF2-40B4-BE49-F238E27FC236}">
                  <a16:creationId xmlns:a16="http://schemas.microsoft.com/office/drawing/2014/main" id="{403A4CAC-D373-4A59-83DF-4CA7ABFB5718}"/>
                </a:ext>
              </a:extLst>
            </p:cNvPr>
            <p:cNvSpPr>
              <a:spLocks/>
            </p:cNvSpPr>
            <p:nvPr userDrawn="1"/>
          </p:nvSpPr>
          <p:spPr bwMode="auto">
            <a:xfrm>
              <a:off x="6988323" y="4604862"/>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1" name="Freeform 1588">
              <a:extLst>
                <a:ext uri="{FF2B5EF4-FFF2-40B4-BE49-F238E27FC236}">
                  <a16:creationId xmlns:a16="http://schemas.microsoft.com/office/drawing/2014/main" id="{40B3671F-4BC5-4D1E-AD57-ADAEEFF41061}"/>
                </a:ext>
              </a:extLst>
            </p:cNvPr>
            <p:cNvSpPr>
              <a:spLocks noEditPoints="1"/>
            </p:cNvSpPr>
            <p:nvPr userDrawn="1"/>
          </p:nvSpPr>
          <p:spPr bwMode="auto">
            <a:xfrm>
              <a:off x="7004378" y="4616904"/>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2" name="Freeform 1589">
              <a:extLst>
                <a:ext uri="{FF2B5EF4-FFF2-40B4-BE49-F238E27FC236}">
                  <a16:creationId xmlns:a16="http://schemas.microsoft.com/office/drawing/2014/main" id="{6A5A7208-0640-4DF4-BE09-594B4ECB9C20}"/>
                </a:ext>
              </a:extLst>
            </p:cNvPr>
            <p:cNvSpPr>
              <a:spLocks/>
            </p:cNvSpPr>
            <p:nvPr userDrawn="1"/>
          </p:nvSpPr>
          <p:spPr bwMode="auto">
            <a:xfrm>
              <a:off x="7004378" y="4618910"/>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3" name="Freeform 1590">
              <a:extLst>
                <a:ext uri="{FF2B5EF4-FFF2-40B4-BE49-F238E27FC236}">
                  <a16:creationId xmlns:a16="http://schemas.microsoft.com/office/drawing/2014/main" id="{E8A99D90-CACB-483F-94DC-280294BF79AC}"/>
                </a:ext>
              </a:extLst>
            </p:cNvPr>
            <p:cNvSpPr>
              <a:spLocks noEditPoints="1"/>
            </p:cNvSpPr>
            <p:nvPr userDrawn="1"/>
          </p:nvSpPr>
          <p:spPr bwMode="auto">
            <a:xfrm>
              <a:off x="8609909" y="5423683"/>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4" name="Freeform 1591">
              <a:extLst>
                <a:ext uri="{FF2B5EF4-FFF2-40B4-BE49-F238E27FC236}">
                  <a16:creationId xmlns:a16="http://schemas.microsoft.com/office/drawing/2014/main" id="{4FCB09AF-EE57-4133-B1A2-B608B28E8523}"/>
                </a:ext>
              </a:extLst>
            </p:cNvPr>
            <p:cNvSpPr>
              <a:spLocks noEditPoints="1"/>
            </p:cNvSpPr>
            <p:nvPr userDrawn="1"/>
          </p:nvSpPr>
          <p:spPr bwMode="auto">
            <a:xfrm>
              <a:off x="8605895" y="5520014"/>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5" name="Freeform 1592">
              <a:extLst>
                <a:ext uri="{FF2B5EF4-FFF2-40B4-BE49-F238E27FC236}">
                  <a16:creationId xmlns:a16="http://schemas.microsoft.com/office/drawing/2014/main" id="{7AC4CFDA-A146-4FA2-BC29-40CBB3F3C5E3}"/>
                </a:ext>
              </a:extLst>
            </p:cNvPr>
            <p:cNvSpPr>
              <a:spLocks/>
            </p:cNvSpPr>
            <p:nvPr userDrawn="1"/>
          </p:nvSpPr>
          <p:spPr bwMode="auto">
            <a:xfrm>
              <a:off x="8625964" y="5520014"/>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6" name="Freeform 1593">
              <a:extLst>
                <a:ext uri="{FF2B5EF4-FFF2-40B4-BE49-F238E27FC236}">
                  <a16:creationId xmlns:a16="http://schemas.microsoft.com/office/drawing/2014/main" id="{E272EBEC-502D-402A-AE7B-00CECAE705BC}"/>
                </a:ext>
              </a:extLst>
            </p:cNvPr>
            <p:cNvSpPr>
              <a:spLocks noEditPoints="1"/>
            </p:cNvSpPr>
            <p:nvPr userDrawn="1"/>
          </p:nvSpPr>
          <p:spPr bwMode="auto">
            <a:xfrm>
              <a:off x="8593854" y="5540083"/>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7 w 14"/>
                <a:gd name="T23" fmla="*/ 0 h 14"/>
                <a:gd name="T24" fmla="*/ 3 w 14"/>
                <a:gd name="T25" fmla="*/ 1 h 14"/>
                <a:gd name="T26" fmla="*/ 0 w 14"/>
                <a:gd name="T27" fmla="*/ 7 h 14"/>
                <a:gd name="T28" fmla="*/ 1 w 14"/>
                <a:gd name="T29" fmla="*/ 11 h 14"/>
                <a:gd name="T30" fmla="*/ 5 w 14"/>
                <a:gd name="T31" fmla="*/ 14 h 14"/>
                <a:gd name="T32" fmla="*/ 8 w 14"/>
                <a:gd name="T33" fmla="*/ 14 h 14"/>
                <a:gd name="T34" fmla="*/ 8 w 14"/>
                <a:gd name="T35" fmla="*/ 14 h 14"/>
                <a:gd name="T36" fmla="*/ 10 w 14"/>
                <a:gd name="T37" fmla="*/ 14 h 14"/>
                <a:gd name="T38" fmla="*/ 11 w 14"/>
                <a:gd name="T39" fmla="*/ 13 h 14"/>
                <a:gd name="T40" fmla="*/ 9 w 14"/>
                <a:gd name="T41" fmla="*/ 11 h 14"/>
                <a:gd name="T42" fmla="*/ 11 w 14"/>
                <a:gd name="T43" fmla="*/ 13 h 14"/>
                <a:gd name="T44" fmla="*/ 14 w 14"/>
                <a:gd name="T45" fmla="*/ 7 h 14"/>
                <a:gd name="T46" fmla="*/ 14 w 14"/>
                <a:gd name="T47" fmla="*/ 4 h 14"/>
                <a:gd name="T48" fmla="*/ 10 w 14"/>
                <a:gd name="T49" fmla="*/ 1 h 14"/>
                <a:gd name="T50" fmla="*/ 9 w 14"/>
                <a:gd name="T51" fmla="*/ 0 h 14"/>
                <a:gd name="T52" fmla="*/ 7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1"/>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7" name="Freeform 1594">
              <a:extLst>
                <a:ext uri="{FF2B5EF4-FFF2-40B4-BE49-F238E27FC236}">
                  <a16:creationId xmlns:a16="http://schemas.microsoft.com/office/drawing/2014/main" id="{53F89B13-DE07-4F86-B487-446D72F9397B}"/>
                </a:ext>
              </a:extLst>
            </p:cNvPr>
            <p:cNvSpPr>
              <a:spLocks/>
            </p:cNvSpPr>
            <p:nvPr userDrawn="1"/>
          </p:nvSpPr>
          <p:spPr bwMode="auto">
            <a:xfrm>
              <a:off x="8607903" y="5540083"/>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1"/>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8" name="Freeform 1595">
              <a:extLst>
                <a:ext uri="{FF2B5EF4-FFF2-40B4-BE49-F238E27FC236}">
                  <a16:creationId xmlns:a16="http://schemas.microsoft.com/office/drawing/2014/main" id="{E386732D-5605-4567-97A8-BFB16FEFC308}"/>
                </a:ext>
              </a:extLst>
            </p:cNvPr>
            <p:cNvSpPr>
              <a:spLocks noEditPoints="1"/>
            </p:cNvSpPr>
            <p:nvPr userDrawn="1"/>
          </p:nvSpPr>
          <p:spPr bwMode="auto">
            <a:xfrm>
              <a:off x="8595861" y="5560153"/>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9" name="Freeform 1596">
              <a:extLst>
                <a:ext uri="{FF2B5EF4-FFF2-40B4-BE49-F238E27FC236}">
                  <a16:creationId xmlns:a16="http://schemas.microsoft.com/office/drawing/2014/main" id="{95AC3F26-313E-4D76-84FE-E2A4665FE0CD}"/>
                </a:ext>
              </a:extLst>
            </p:cNvPr>
            <p:cNvSpPr>
              <a:spLocks/>
            </p:cNvSpPr>
            <p:nvPr userDrawn="1"/>
          </p:nvSpPr>
          <p:spPr bwMode="auto">
            <a:xfrm>
              <a:off x="8601881" y="5560153"/>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0" name="Freeform 1597">
              <a:extLst>
                <a:ext uri="{FF2B5EF4-FFF2-40B4-BE49-F238E27FC236}">
                  <a16:creationId xmlns:a16="http://schemas.microsoft.com/office/drawing/2014/main" id="{D490CAF9-3287-40C2-8883-5BD398AC4263}"/>
                </a:ext>
              </a:extLst>
            </p:cNvPr>
            <p:cNvSpPr>
              <a:spLocks noEditPoints="1"/>
            </p:cNvSpPr>
            <p:nvPr userDrawn="1"/>
          </p:nvSpPr>
          <p:spPr bwMode="auto">
            <a:xfrm>
              <a:off x="8804580" y="5136693"/>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1" name="Freeform 1598">
              <a:extLst>
                <a:ext uri="{FF2B5EF4-FFF2-40B4-BE49-F238E27FC236}">
                  <a16:creationId xmlns:a16="http://schemas.microsoft.com/office/drawing/2014/main" id="{FC1E5F54-C321-4CC1-A3F2-60FB5C69EDA8}"/>
                </a:ext>
              </a:extLst>
            </p:cNvPr>
            <p:cNvSpPr>
              <a:spLocks noEditPoints="1"/>
            </p:cNvSpPr>
            <p:nvPr userDrawn="1"/>
          </p:nvSpPr>
          <p:spPr bwMode="auto">
            <a:xfrm>
              <a:off x="8800566"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2" name="Freeform 1599">
              <a:extLst>
                <a:ext uri="{FF2B5EF4-FFF2-40B4-BE49-F238E27FC236}">
                  <a16:creationId xmlns:a16="http://schemas.microsoft.com/office/drawing/2014/main" id="{97D8C460-4DA0-4398-BFA1-2C5DA972927E}"/>
                </a:ext>
              </a:extLst>
            </p:cNvPr>
            <p:cNvSpPr>
              <a:spLocks noEditPoints="1"/>
            </p:cNvSpPr>
            <p:nvPr userDrawn="1"/>
          </p:nvSpPr>
          <p:spPr bwMode="auto">
            <a:xfrm>
              <a:off x="8778490"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6 w 21"/>
                <a:gd name="T37" fmla="*/ 20 h 21"/>
                <a:gd name="T38" fmla="*/ 21 w 21"/>
                <a:gd name="T39" fmla="*/ 11 h 21"/>
                <a:gd name="T40" fmla="*/ 19 w 21"/>
                <a:gd name="T41" fmla="*/ 5 h 21"/>
                <a:gd name="T42" fmla="*/ 10 w 21"/>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3" name="Freeform 1600">
              <a:extLst>
                <a:ext uri="{FF2B5EF4-FFF2-40B4-BE49-F238E27FC236}">
                  <a16:creationId xmlns:a16="http://schemas.microsoft.com/office/drawing/2014/main" id="{00FC741C-1866-4307-ACC7-FF3C4BF285EC}"/>
                </a:ext>
              </a:extLst>
            </p:cNvPr>
            <p:cNvSpPr>
              <a:spLocks noEditPoints="1"/>
            </p:cNvSpPr>
            <p:nvPr userDrawn="1"/>
          </p:nvSpPr>
          <p:spPr bwMode="auto">
            <a:xfrm>
              <a:off x="8780497" y="5377523"/>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9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9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9" y="13"/>
                  </a:moveTo>
                  <a:cubicBezTo>
                    <a:pt x="8" y="13"/>
                    <a:pt x="7" y="12"/>
                    <a:pt x="7" y="11"/>
                  </a:cubicBezTo>
                  <a:cubicBezTo>
                    <a:pt x="6" y="11"/>
                    <a:pt x="6" y="10"/>
                    <a:pt x="6" y="10"/>
                  </a:cubicBezTo>
                  <a:cubicBezTo>
                    <a:pt x="6" y="9"/>
                    <a:pt x="7" y="8"/>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4" name="Freeform 1601">
              <a:extLst>
                <a:ext uri="{FF2B5EF4-FFF2-40B4-BE49-F238E27FC236}">
                  <a16:creationId xmlns:a16="http://schemas.microsoft.com/office/drawing/2014/main" id="{DA58F9AE-4B52-40CF-A735-68708CD9237B}"/>
                </a:ext>
              </a:extLst>
            </p:cNvPr>
            <p:cNvSpPr>
              <a:spLocks noEditPoints="1"/>
            </p:cNvSpPr>
            <p:nvPr userDrawn="1"/>
          </p:nvSpPr>
          <p:spPr bwMode="auto">
            <a:xfrm>
              <a:off x="8407211" y="3984725"/>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5" name="Freeform 1602">
              <a:extLst>
                <a:ext uri="{FF2B5EF4-FFF2-40B4-BE49-F238E27FC236}">
                  <a16:creationId xmlns:a16="http://schemas.microsoft.com/office/drawing/2014/main" id="{9319802A-64B3-4A0D-B5C4-B400E31146F1}"/>
                </a:ext>
              </a:extLst>
            </p:cNvPr>
            <p:cNvSpPr>
              <a:spLocks noEditPoints="1"/>
            </p:cNvSpPr>
            <p:nvPr userDrawn="1"/>
          </p:nvSpPr>
          <p:spPr bwMode="auto">
            <a:xfrm>
              <a:off x="8405204" y="4081057"/>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6" name="Freeform 1603">
              <a:extLst>
                <a:ext uri="{FF2B5EF4-FFF2-40B4-BE49-F238E27FC236}">
                  <a16:creationId xmlns:a16="http://schemas.microsoft.com/office/drawing/2014/main" id="{C3C0F10B-81FC-45CF-8E2D-DB89731BFE26}"/>
                </a:ext>
              </a:extLst>
            </p:cNvPr>
            <p:cNvSpPr>
              <a:spLocks/>
            </p:cNvSpPr>
            <p:nvPr userDrawn="1"/>
          </p:nvSpPr>
          <p:spPr bwMode="auto">
            <a:xfrm>
              <a:off x="8425273" y="4081057"/>
              <a:ext cx="6021" cy="6021"/>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7" name="Freeform 1604">
              <a:extLst>
                <a:ext uri="{FF2B5EF4-FFF2-40B4-BE49-F238E27FC236}">
                  <a16:creationId xmlns:a16="http://schemas.microsoft.com/office/drawing/2014/main" id="{7853F592-8DD3-4FA8-93E6-B279B78ECABA}"/>
                </a:ext>
              </a:extLst>
            </p:cNvPr>
            <p:cNvSpPr>
              <a:spLocks noEditPoints="1"/>
            </p:cNvSpPr>
            <p:nvPr userDrawn="1"/>
          </p:nvSpPr>
          <p:spPr bwMode="auto">
            <a:xfrm>
              <a:off x="8393162" y="4099120"/>
              <a:ext cx="20069" cy="22077"/>
            </a:xfrm>
            <a:custGeom>
              <a:avLst/>
              <a:gdLst>
                <a:gd name="T0" fmla="*/ 7 w 14"/>
                <a:gd name="T1" fmla="*/ 9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9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9"/>
                  </a:moveTo>
                  <a:cubicBezTo>
                    <a:pt x="7" y="9"/>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9"/>
                    <a:pt x="7" y="9"/>
                    <a:pt x="7" y="9"/>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8" name="Freeform 1605">
              <a:extLst>
                <a:ext uri="{FF2B5EF4-FFF2-40B4-BE49-F238E27FC236}">
                  <a16:creationId xmlns:a16="http://schemas.microsoft.com/office/drawing/2014/main" id="{56F9D50C-8297-424F-BE83-FCCDCDE8C899}"/>
                </a:ext>
              </a:extLst>
            </p:cNvPr>
            <p:cNvSpPr>
              <a:spLocks/>
            </p:cNvSpPr>
            <p:nvPr userDrawn="1"/>
          </p:nvSpPr>
          <p:spPr bwMode="auto">
            <a:xfrm>
              <a:off x="8407211" y="4099120"/>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9" name="Freeform 1606">
              <a:extLst>
                <a:ext uri="{FF2B5EF4-FFF2-40B4-BE49-F238E27FC236}">
                  <a16:creationId xmlns:a16="http://schemas.microsoft.com/office/drawing/2014/main" id="{FC22302E-7800-4D7D-B1AD-3642109F1E09}"/>
                </a:ext>
              </a:extLst>
            </p:cNvPr>
            <p:cNvSpPr>
              <a:spLocks noEditPoints="1"/>
            </p:cNvSpPr>
            <p:nvPr userDrawn="1"/>
          </p:nvSpPr>
          <p:spPr bwMode="auto">
            <a:xfrm>
              <a:off x="8395170" y="4121195"/>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6 w 13"/>
                <a:gd name="T29" fmla="*/ 1 h 13"/>
                <a:gd name="T30" fmla="*/ 4 w 13"/>
                <a:gd name="T31" fmla="*/ 0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6" y="1"/>
                    <a:pt x="6" y="1"/>
                  </a:cubicBezTo>
                  <a:cubicBezTo>
                    <a:pt x="5" y="1"/>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0" name="Freeform 1607">
              <a:extLst>
                <a:ext uri="{FF2B5EF4-FFF2-40B4-BE49-F238E27FC236}">
                  <a16:creationId xmlns:a16="http://schemas.microsoft.com/office/drawing/2014/main" id="{27937658-EE31-4B2E-8569-5BDA3E30694E}"/>
                </a:ext>
              </a:extLst>
            </p:cNvPr>
            <p:cNvSpPr>
              <a:spLocks/>
            </p:cNvSpPr>
            <p:nvPr userDrawn="1"/>
          </p:nvSpPr>
          <p:spPr bwMode="auto">
            <a:xfrm>
              <a:off x="8401190" y="4121195"/>
              <a:ext cx="6021" cy="2008"/>
            </a:xfrm>
            <a:custGeom>
              <a:avLst/>
              <a:gdLst>
                <a:gd name="T0" fmla="*/ 3 w 5"/>
                <a:gd name="T1" fmla="*/ 0 h 1"/>
                <a:gd name="T2" fmla="*/ 3 w 5"/>
                <a:gd name="T3" fmla="*/ 0 h 1"/>
                <a:gd name="T4" fmla="*/ 0 w 5"/>
                <a:gd name="T5" fmla="*/ 0 h 1"/>
                <a:gd name="T6" fmla="*/ 2 w 5"/>
                <a:gd name="T7" fmla="*/ 1 h 1"/>
                <a:gd name="T8" fmla="*/ 2 w 5"/>
                <a:gd name="T9" fmla="*/ 1 h 1"/>
                <a:gd name="T10" fmla="*/ 2 w 5"/>
                <a:gd name="T11" fmla="*/ 1 h 1"/>
                <a:gd name="T12" fmla="*/ 5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3" y="0"/>
                    <a:pt x="3" y="0"/>
                    <a:pt x="3" y="0"/>
                  </a:cubicBezTo>
                  <a:cubicBezTo>
                    <a:pt x="2" y="0"/>
                    <a:pt x="1" y="0"/>
                    <a:pt x="0" y="0"/>
                  </a:cubicBezTo>
                  <a:cubicBezTo>
                    <a:pt x="1" y="0"/>
                    <a:pt x="1" y="1"/>
                    <a:pt x="2" y="1"/>
                  </a:cubicBezTo>
                  <a:cubicBezTo>
                    <a:pt x="2"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1" name="Freeform 1608">
              <a:extLst>
                <a:ext uri="{FF2B5EF4-FFF2-40B4-BE49-F238E27FC236}">
                  <a16:creationId xmlns:a16="http://schemas.microsoft.com/office/drawing/2014/main" id="{9B395A3D-5B57-4F41-B78D-C940E1856349}"/>
                </a:ext>
              </a:extLst>
            </p:cNvPr>
            <p:cNvSpPr>
              <a:spLocks noEditPoints="1"/>
            </p:cNvSpPr>
            <p:nvPr userDrawn="1"/>
          </p:nvSpPr>
          <p:spPr bwMode="auto">
            <a:xfrm>
              <a:off x="7785068" y="4356005"/>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0" y="88"/>
                  </a:cubicBezTo>
                  <a:cubicBezTo>
                    <a:pt x="12" y="80"/>
                    <a:pt x="6" y="68"/>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2" name="Freeform 1609">
              <a:extLst>
                <a:ext uri="{FF2B5EF4-FFF2-40B4-BE49-F238E27FC236}">
                  <a16:creationId xmlns:a16="http://schemas.microsoft.com/office/drawing/2014/main" id="{E1D304B8-E7C9-4814-873A-CED62F5EBBA7}"/>
                </a:ext>
              </a:extLst>
            </p:cNvPr>
            <p:cNvSpPr>
              <a:spLocks noEditPoints="1"/>
            </p:cNvSpPr>
            <p:nvPr userDrawn="1"/>
          </p:nvSpPr>
          <p:spPr bwMode="auto">
            <a:xfrm>
              <a:off x="7877386" y="4516558"/>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4"/>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3" name="Freeform 1610">
              <a:extLst>
                <a:ext uri="{FF2B5EF4-FFF2-40B4-BE49-F238E27FC236}">
                  <a16:creationId xmlns:a16="http://schemas.microsoft.com/office/drawing/2014/main" id="{1DE94B45-F788-4122-AD5C-CAF168D7629A}"/>
                </a:ext>
              </a:extLst>
            </p:cNvPr>
            <p:cNvSpPr>
              <a:spLocks/>
            </p:cNvSpPr>
            <p:nvPr userDrawn="1"/>
          </p:nvSpPr>
          <p:spPr bwMode="auto">
            <a:xfrm>
              <a:off x="7891434" y="4552682"/>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4" name="Freeform 1611">
              <a:extLst>
                <a:ext uri="{FF2B5EF4-FFF2-40B4-BE49-F238E27FC236}">
                  <a16:creationId xmlns:a16="http://schemas.microsoft.com/office/drawing/2014/main" id="{19EB4A53-CC0E-4F71-88B2-F14443F55A14}"/>
                </a:ext>
              </a:extLst>
            </p:cNvPr>
            <p:cNvSpPr>
              <a:spLocks noEditPoints="1"/>
            </p:cNvSpPr>
            <p:nvPr userDrawn="1"/>
          </p:nvSpPr>
          <p:spPr bwMode="auto">
            <a:xfrm>
              <a:off x="7919531" y="4568738"/>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 name="Freeform 1613">
              <a:extLst>
                <a:ext uri="{FF2B5EF4-FFF2-40B4-BE49-F238E27FC236}">
                  <a16:creationId xmlns:a16="http://schemas.microsoft.com/office/drawing/2014/main" id="{148904FF-D368-45D5-B4D0-CD7D81A052E1}"/>
                </a:ext>
              </a:extLst>
            </p:cNvPr>
            <p:cNvSpPr>
              <a:spLocks noEditPoints="1"/>
            </p:cNvSpPr>
            <p:nvPr userDrawn="1"/>
          </p:nvSpPr>
          <p:spPr bwMode="auto">
            <a:xfrm>
              <a:off x="8003821" y="5782919"/>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 name="Freeform 1614">
              <a:extLst>
                <a:ext uri="{FF2B5EF4-FFF2-40B4-BE49-F238E27FC236}">
                  <a16:creationId xmlns:a16="http://schemas.microsoft.com/office/drawing/2014/main" id="{26142344-7154-4A4F-ABC3-9D9041C563C8}"/>
                </a:ext>
              </a:extLst>
            </p:cNvPr>
            <p:cNvSpPr>
              <a:spLocks noEditPoints="1"/>
            </p:cNvSpPr>
            <p:nvPr userDrawn="1"/>
          </p:nvSpPr>
          <p:spPr bwMode="auto">
            <a:xfrm>
              <a:off x="8106174" y="5963541"/>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 name="Freeform 1615">
              <a:extLst>
                <a:ext uri="{FF2B5EF4-FFF2-40B4-BE49-F238E27FC236}">
                  <a16:creationId xmlns:a16="http://schemas.microsoft.com/office/drawing/2014/main" id="{C1715E2D-B416-4033-9174-41B0172AE168}"/>
                </a:ext>
              </a:extLst>
            </p:cNvPr>
            <p:cNvSpPr>
              <a:spLocks/>
            </p:cNvSpPr>
            <p:nvPr userDrawn="1"/>
          </p:nvSpPr>
          <p:spPr bwMode="auto">
            <a:xfrm>
              <a:off x="8122230" y="6005686"/>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 name="Freeform 1616">
              <a:extLst>
                <a:ext uri="{FF2B5EF4-FFF2-40B4-BE49-F238E27FC236}">
                  <a16:creationId xmlns:a16="http://schemas.microsoft.com/office/drawing/2014/main" id="{EDD43DFC-DF83-407F-B50A-C36D423BF192}"/>
                </a:ext>
              </a:extLst>
            </p:cNvPr>
            <p:cNvSpPr>
              <a:spLocks noEditPoints="1"/>
            </p:cNvSpPr>
            <p:nvPr userDrawn="1"/>
          </p:nvSpPr>
          <p:spPr bwMode="auto">
            <a:xfrm>
              <a:off x="8154340" y="6021741"/>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 name="Freeform 1617">
              <a:extLst>
                <a:ext uri="{FF2B5EF4-FFF2-40B4-BE49-F238E27FC236}">
                  <a16:creationId xmlns:a16="http://schemas.microsoft.com/office/drawing/2014/main" id="{91BCDA7F-7298-4C60-8DD4-A23EA67B67D4}"/>
                </a:ext>
              </a:extLst>
            </p:cNvPr>
            <p:cNvSpPr>
              <a:spLocks noEditPoints="1"/>
            </p:cNvSpPr>
            <p:nvPr userDrawn="1"/>
          </p:nvSpPr>
          <p:spPr bwMode="auto">
            <a:xfrm>
              <a:off x="7961677" y="4978147"/>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40"/>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 name="Freeform 1618">
              <a:extLst>
                <a:ext uri="{FF2B5EF4-FFF2-40B4-BE49-F238E27FC236}">
                  <a16:creationId xmlns:a16="http://schemas.microsoft.com/office/drawing/2014/main" id="{9EB9BC69-97D8-44BD-AA9C-510F1B0E0A51}"/>
                </a:ext>
              </a:extLst>
            </p:cNvPr>
            <p:cNvSpPr>
              <a:spLocks/>
            </p:cNvSpPr>
            <p:nvPr userDrawn="1"/>
          </p:nvSpPr>
          <p:spPr bwMode="auto">
            <a:xfrm>
              <a:off x="8058008" y="5138700"/>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 name="Freeform 1619">
              <a:extLst>
                <a:ext uri="{FF2B5EF4-FFF2-40B4-BE49-F238E27FC236}">
                  <a16:creationId xmlns:a16="http://schemas.microsoft.com/office/drawing/2014/main" id="{451D4979-F28C-4043-8A27-E4DD6C9BD42C}"/>
                </a:ext>
              </a:extLst>
            </p:cNvPr>
            <p:cNvSpPr>
              <a:spLocks/>
            </p:cNvSpPr>
            <p:nvPr userDrawn="1"/>
          </p:nvSpPr>
          <p:spPr bwMode="auto">
            <a:xfrm>
              <a:off x="8070050" y="5174824"/>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 name="Freeform 1620">
              <a:extLst>
                <a:ext uri="{FF2B5EF4-FFF2-40B4-BE49-F238E27FC236}">
                  <a16:creationId xmlns:a16="http://schemas.microsoft.com/office/drawing/2014/main" id="{28DA7775-7862-496B-832C-5F935A6C0842}"/>
                </a:ext>
              </a:extLst>
            </p:cNvPr>
            <p:cNvSpPr>
              <a:spLocks noEditPoints="1"/>
            </p:cNvSpPr>
            <p:nvPr userDrawn="1"/>
          </p:nvSpPr>
          <p:spPr bwMode="auto">
            <a:xfrm>
              <a:off x="8098147" y="5190879"/>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 name="Freeform 1621">
              <a:extLst>
                <a:ext uri="{FF2B5EF4-FFF2-40B4-BE49-F238E27FC236}">
                  <a16:creationId xmlns:a16="http://schemas.microsoft.com/office/drawing/2014/main" id="{C559E091-7109-48EF-9A18-37260BE552B5}"/>
                </a:ext>
              </a:extLst>
            </p:cNvPr>
            <p:cNvSpPr>
              <a:spLocks noEditPoints="1"/>
            </p:cNvSpPr>
            <p:nvPr userDrawn="1"/>
          </p:nvSpPr>
          <p:spPr bwMode="auto">
            <a:xfrm>
              <a:off x="7560294" y="5194893"/>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 name="Freeform 1622">
              <a:extLst>
                <a:ext uri="{FF2B5EF4-FFF2-40B4-BE49-F238E27FC236}">
                  <a16:creationId xmlns:a16="http://schemas.microsoft.com/office/drawing/2014/main" id="{554A7DB6-16CC-482B-B708-F7FE9E5EB3C9}"/>
                </a:ext>
              </a:extLst>
            </p:cNvPr>
            <p:cNvSpPr>
              <a:spLocks noEditPoints="1"/>
            </p:cNvSpPr>
            <p:nvPr userDrawn="1"/>
          </p:nvSpPr>
          <p:spPr bwMode="auto">
            <a:xfrm>
              <a:off x="7726867" y="5335377"/>
              <a:ext cx="38132" cy="38132"/>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0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9"/>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 name="Freeform 1623">
              <a:extLst>
                <a:ext uri="{FF2B5EF4-FFF2-40B4-BE49-F238E27FC236}">
                  <a16:creationId xmlns:a16="http://schemas.microsoft.com/office/drawing/2014/main" id="{944C2ABB-DC79-4F23-B9B3-CD54BEB02C55}"/>
                </a:ext>
              </a:extLst>
            </p:cNvPr>
            <p:cNvSpPr>
              <a:spLocks noEditPoints="1"/>
            </p:cNvSpPr>
            <p:nvPr userDrawn="1"/>
          </p:nvSpPr>
          <p:spPr bwMode="auto">
            <a:xfrm>
              <a:off x="7760985" y="5361468"/>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0 w 20"/>
                <a:gd name="T43" fmla="*/ 20 h 20"/>
                <a:gd name="T44" fmla="*/ 16 w 20"/>
                <a:gd name="T45" fmla="*/ 18 h 20"/>
                <a:gd name="T46" fmla="*/ 20 w 20"/>
                <a:gd name="T47" fmla="*/ 10 h 20"/>
                <a:gd name="T48" fmla="*/ 18 w 20"/>
                <a:gd name="T49" fmla="*/ 4 h 20"/>
                <a:gd name="T50" fmla="*/ 18 w 20"/>
                <a:gd name="T51" fmla="*/ 4 h 20"/>
                <a:gd name="T52" fmla="*/ 10 w 20"/>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9"/>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 name="Freeform 1624">
              <a:extLst>
                <a:ext uri="{FF2B5EF4-FFF2-40B4-BE49-F238E27FC236}">
                  <a16:creationId xmlns:a16="http://schemas.microsoft.com/office/drawing/2014/main" id="{424DAA87-5A11-4E6E-A9C3-6E190ECCAD43}"/>
                </a:ext>
              </a:extLst>
            </p:cNvPr>
            <p:cNvSpPr>
              <a:spLocks noEditPoints="1"/>
            </p:cNvSpPr>
            <p:nvPr userDrawn="1"/>
          </p:nvSpPr>
          <p:spPr bwMode="auto">
            <a:xfrm>
              <a:off x="7793096" y="5359460"/>
              <a:ext cx="28097" cy="26090"/>
            </a:xfrm>
            <a:custGeom>
              <a:avLst/>
              <a:gdLst>
                <a:gd name="T0" fmla="*/ 11 w 18"/>
                <a:gd name="T1" fmla="*/ 7 h 17"/>
                <a:gd name="T2" fmla="*/ 14 w 18"/>
                <a:gd name="T3" fmla="*/ 5 h 17"/>
                <a:gd name="T4" fmla="*/ 11 w 18"/>
                <a:gd name="T5" fmla="*/ 7 h 17"/>
                <a:gd name="T6" fmla="*/ 12 w 18"/>
                <a:gd name="T7" fmla="*/ 8 h 17"/>
                <a:gd name="T8" fmla="*/ 11 w 18"/>
                <a:gd name="T9" fmla="*/ 10 h 17"/>
                <a:gd name="T10" fmla="*/ 9 w 18"/>
                <a:gd name="T11" fmla="*/ 11 h 17"/>
                <a:gd name="T12" fmla="*/ 7 w 18"/>
                <a:gd name="T13" fmla="*/ 10 h 17"/>
                <a:gd name="T14" fmla="*/ 7 w 18"/>
                <a:gd name="T15" fmla="*/ 10 h 17"/>
                <a:gd name="T16" fmla="*/ 6 w 18"/>
                <a:gd name="T17" fmla="*/ 8 h 17"/>
                <a:gd name="T18" fmla="*/ 7 w 18"/>
                <a:gd name="T19" fmla="*/ 6 h 17"/>
                <a:gd name="T20" fmla="*/ 9 w 18"/>
                <a:gd name="T21" fmla="*/ 6 h 17"/>
                <a:gd name="T22" fmla="*/ 11 w 18"/>
                <a:gd name="T23" fmla="*/ 7 h 17"/>
                <a:gd name="T24" fmla="*/ 9 w 18"/>
                <a:gd name="T25" fmla="*/ 0 h 17"/>
                <a:gd name="T26" fmla="*/ 9 w 18"/>
                <a:gd name="T27" fmla="*/ 0 h 17"/>
                <a:gd name="T28" fmla="*/ 4 w 18"/>
                <a:gd name="T29" fmla="*/ 1 h 17"/>
                <a:gd name="T30" fmla="*/ 0 w 18"/>
                <a:gd name="T31" fmla="*/ 8 h 17"/>
                <a:gd name="T32" fmla="*/ 2 w 18"/>
                <a:gd name="T33" fmla="*/ 13 h 17"/>
                <a:gd name="T34" fmla="*/ 2 w 18"/>
                <a:gd name="T35" fmla="*/ 13 h 17"/>
                <a:gd name="T36" fmla="*/ 9 w 18"/>
                <a:gd name="T37" fmla="*/ 17 h 17"/>
                <a:gd name="T38" fmla="*/ 9 w 18"/>
                <a:gd name="T39" fmla="*/ 17 h 17"/>
                <a:gd name="T40" fmla="*/ 14 w 18"/>
                <a:gd name="T41" fmla="*/ 15 h 17"/>
                <a:gd name="T42" fmla="*/ 18 w 18"/>
                <a:gd name="T43" fmla="*/ 8 h 17"/>
                <a:gd name="T44" fmla="*/ 16 w 18"/>
                <a:gd name="T45" fmla="*/ 3 h 17"/>
                <a:gd name="T46" fmla="*/ 16 w 18"/>
                <a:gd name="T47" fmla="*/ 3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1" y="7"/>
                  </a:moveTo>
                  <a:cubicBezTo>
                    <a:pt x="14" y="5"/>
                    <a:pt x="14" y="5"/>
                    <a:pt x="14" y="5"/>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cubicBezTo>
                    <a:pt x="6" y="9"/>
                    <a:pt x="6" y="9"/>
                    <a:pt x="6" y="8"/>
                  </a:cubicBezTo>
                  <a:cubicBezTo>
                    <a:pt x="6" y="7"/>
                    <a:pt x="7" y="7"/>
                    <a:pt x="7" y="6"/>
                  </a:cubicBezTo>
                  <a:cubicBezTo>
                    <a:pt x="8" y="6"/>
                    <a:pt x="8" y="6"/>
                    <a:pt x="9" y="6"/>
                  </a:cubicBezTo>
                  <a:cubicBezTo>
                    <a:pt x="10" y="6"/>
                    <a:pt x="11" y="6"/>
                    <a:pt x="11" y="7"/>
                  </a:cubicBezTo>
                  <a:moveTo>
                    <a:pt x="9" y="0"/>
                  </a:moveTo>
                  <a:cubicBezTo>
                    <a:pt x="9" y="0"/>
                    <a:pt x="9" y="0"/>
                    <a:pt x="9" y="0"/>
                  </a:cubicBezTo>
                  <a:cubicBezTo>
                    <a:pt x="7" y="0"/>
                    <a:pt x="5" y="0"/>
                    <a:pt x="4" y="1"/>
                  </a:cubicBezTo>
                  <a:cubicBezTo>
                    <a:pt x="1"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6" y="13"/>
                    <a:pt x="18" y="11"/>
                    <a:pt x="18" y="8"/>
                  </a:cubicBezTo>
                  <a:cubicBezTo>
                    <a:pt x="18" y="6"/>
                    <a:pt x="17" y="4"/>
                    <a:pt x="16" y="3"/>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 name="Freeform 1625">
              <a:extLst>
                <a:ext uri="{FF2B5EF4-FFF2-40B4-BE49-F238E27FC236}">
                  <a16:creationId xmlns:a16="http://schemas.microsoft.com/office/drawing/2014/main" id="{94DF89AD-2D4D-47C2-B6CB-E9F073E0CC80}"/>
                </a:ext>
              </a:extLst>
            </p:cNvPr>
            <p:cNvSpPr>
              <a:spLocks/>
            </p:cNvSpPr>
            <p:nvPr userDrawn="1"/>
          </p:nvSpPr>
          <p:spPr bwMode="auto">
            <a:xfrm>
              <a:off x="6233724"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3"/>
                    <a:pt x="50" y="193"/>
                    <a:pt x="50"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2"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 name="Freeform 1626">
              <a:extLst>
                <a:ext uri="{FF2B5EF4-FFF2-40B4-BE49-F238E27FC236}">
                  <a16:creationId xmlns:a16="http://schemas.microsoft.com/office/drawing/2014/main" id="{CAA6E94D-CAB8-47ED-8379-D7328D5449E7}"/>
                </a:ext>
              </a:extLst>
            </p:cNvPr>
            <p:cNvSpPr>
              <a:spLocks noEditPoints="1"/>
            </p:cNvSpPr>
            <p:nvPr userDrawn="1"/>
          </p:nvSpPr>
          <p:spPr bwMode="auto">
            <a:xfrm>
              <a:off x="6285904" y="5104583"/>
              <a:ext cx="26091" cy="20069"/>
            </a:xfrm>
            <a:custGeom>
              <a:avLst/>
              <a:gdLst>
                <a:gd name="T0" fmla="*/ 17 w 17"/>
                <a:gd name="T1" fmla="*/ 11 h 14"/>
                <a:gd name="T2" fmla="*/ 14 w 17"/>
                <a:gd name="T3" fmla="*/ 13 h 14"/>
                <a:gd name="T4" fmla="*/ 15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5"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 name="Freeform 1627">
              <a:extLst>
                <a:ext uri="{FF2B5EF4-FFF2-40B4-BE49-F238E27FC236}">
                  <a16:creationId xmlns:a16="http://schemas.microsoft.com/office/drawing/2014/main" id="{FEE48329-49E5-4A2E-A08A-46E1E2D0FBBB}"/>
                </a:ext>
              </a:extLst>
            </p:cNvPr>
            <p:cNvSpPr>
              <a:spLocks noEditPoints="1"/>
            </p:cNvSpPr>
            <p:nvPr userDrawn="1"/>
          </p:nvSpPr>
          <p:spPr bwMode="auto">
            <a:xfrm>
              <a:off x="6524727" y="5080500"/>
              <a:ext cx="62215" cy="62215"/>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9"/>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 name="Freeform 1628">
              <a:extLst>
                <a:ext uri="{FF2B5EF4-FFF2-40B4-BE49-F238E27FC236}">
                  <a16:creationId xmlns:a16="http://schemas.microsoft.com/office/drawing/2014/main" id="{69CF81AB-2B79-4C34-B858-52C3C5D89A6B}"/>
                </a:ext>
              </a:extLst>
            </p:cNvPr>
            <p:cNvSpPr>
              <a:spLocks noEditPoints="1"/>
            </p:cNvSpPr>
            <p:nvPr userDrawn="1"/>
          </p:nvSpPr>
          <p:spPr bwMode="auto">
            <a:xfrm>
              <a:off x="6584934" y="5128666"/>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8 w 31"/>
                <a:gd name="T15" fmla="*/ 6 h 30"/>
                <a:gd name="T16" fmla="*/ 26 w 31"/>
                <a:gd name="T17" fmla="*/ 7 h 30"/>
                <a:gd name="T18" fmla="*/ 23 w 31"/>
                <a:gd name="T19" fmla="*/ 9 h 30"/>
                <a:gd name="T20" fmla="*/ 25 w 31"/>
                <a:gd name="T21" fmla="*/ 15 h 30"/>
                <a:gd name="T22" fmla="*/ 21 w 31"/>
                <a:gd name="T23" fmla="*/ 22 h 30"/>
                <a:gd name="T24" fmla="*/ 16 w 31"/>
                <a:gd name="T25" fmla="*/ 24 h 30"/>
                <a:gd name="T26" fmla="*/ 16 w 31"/>
                <a:gd name="T27" fmla="*/ 0 h 30"/>
                <a:gd name="T28" fmla="*/ 16 w 31"/>
                <a:gd name="T29" fmla="*/ 0 h 30"/>
                <a:gd name="T30" fmla="*/ 7 w 31"/>
                <a:gd name="T31" fmla="*/ 3 h 30"/>
                <a:gd name="T32" fmla="*/ 0 w 31"/>
                <a:gd name="T33" fmla="*/ 15 h 30"/>
                <a:gd name="T34" fmla="*/ 4 w 31"/>
                <a:gd name="T35" fmla="*/ 24 h 30"/>
                <a:gd name="T36" fmla="*/ 16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6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9"/>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8" y="6"/>
                    <a:pt x="28" y="6"/>
                    <a:pt x="28" y="6"/>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 name="Freeform 1629">
              <a:extLst>
                <a:ext uri="{FF2B5EF4-FFF2-40B4-BE49-F238E27FC236}">
                  <a16:creationId xmlns:a16="http://schemas.microsoft.com/office/drawing/2014/main" id="{29974465-FFDE-4CBD-9BAC-4BE5FD541896}"/>
                </a:ext>
              </a:extLst>
            </p:cNvPr>
            <p:cNvSpPr>
              <a:spLocks noEditPoints="1"/>
            </p:cNvSpPr>
            <p:nvPr userDrawn="1"/>
          </p:nvSpPr>
          <p:spPr bwMode="auto">
            <a:xfrm>
              <a:off x="6645142" y="5124652"/>
              <a:ext cx="40138" cy="36124"/>
            </a:xfrm>
            <a:custGeom>
              <a:avLst/>
              <a:gdLst>
                <a:gd name="T0" fmla="*/ 13 w 26"/>
                <a:gd name="T1" fmla="*/ 19 h 25"/>
                <a:gd name="T2" fmla="*/ 8 w 26"/>
                <a:gd name="T3" fmla="*/ 17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5 w 26"/>
                <a:gd name="T25" fmla="*/ 2 h 25"/>
                <a:gd name="T26" fmla="*/ 0 w 26"/>
                <a:gd name="T27" fmla="*/ 12 h 25"/>
                <a:gd name="T28" fmla="*/ 3 w 26"/>
                <a:gd name="T29" fmla="*/ 20 h 25"/>
                <a:gd name="T30" fmla="*/ 13 w 26"/>
                <a:gd name="T31" fmla="*/ 25 h 25"/>
                <a:gd name="T32" fmla="*/ 13 w 26"/>
                <a:gd name="T33" fmla="*/ 25 h 25"/>
                <a:gd name="T34" fmla="*/ 21 w 26"/>
                <a:gd name="T35" fmla="*/ 23 h 25"/>
                <a:gd name="T36" fmla="*/ 26 w 26"/>
                <a:gd name="T37" fmla="*/ 12 h 25"/>
                <a:gd name="T38" fmla="*/ 24 w 26"/>
                <a:gd name="T39" fmla="*/ 5 h 25"/>
                <a:gd name="T40" fmla="*/ 21 w 26"/>
                <a:gd name="T41" fmla="*/ 6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7"/>
                  </a:cubicBezTo>
                  <a:cubicBezTo>
                    <a:pt x="7" y="15"/>
                    <a:pt x="6" y="14"/>
                    <a:pt x="6" y="12"/>
                  </a:cubicBezTo>
                  <a:cubicBezTo>
                    <a:pt x="6" y="10"/>
                    <a:pt x="7" y="8"/>
                    <a:pt x="9" y="7"/>
                  </a:cubicBezTo>
                  <a:cubicBezTo>
                    <a:pt x="10" y="6"/>
                    <a:pt x="12" y="6"/>
                    <a:pt x="13" y="6"/>
                  </a:cubicBezTo>
                  <a:cubicBezTo>
                    <a:pt x="15" y="6"/>
                    <a:pt x="18" y="7"/>
                    <a:pt x="19" y="8"/>
                  </a:cubicBezTo>
                  <a:cubicBezTo>
                    <a:pt x="19" y="8"/>
                    <a:pt x="19" y="8"/>
                    <a:pt x="19" y="8"/>
                  </a:cubicBezTo>
                  <a:cubicBezTo>
                    <a:pt x="20" y="10"/>
                    <a:pt x="20" y="11"/>
                    <a:pt x="20" y="12"/>
                  </a:cubicBezTo>
                  <a:cubicBezTo>
                    <a:pt x="20" y="14"/>
                    <a:pt x="19" y="17"/>
                    <a:pt x="18" y="18"/>
                  </a:cubicBezTo>
                  <a:cubicBezTo>
                    <a:pt x="16" y="19"/>
                    <a:pt x="15" y="19"/>
                    <a:pt x="13" y="19"/>
                  </a:cubicBezTo>
                  <a:moveTo>
                    <a:pt x="13" y="0"/>
                  </a:moveTo>
                  <a:cubicBezTo>
                    <a:pt x="13" y="0"/>
                    <a:pt x="13" y="0"/>
                    <a:pt x="13" y="0"/>
                  </a:cubicBezTo>
                  <a:cubicBezTo>
                    <a:pt x="11" y="0"/>
                    <a:pt x="8" y="0"/>
                    <a:pt x="5" y="2"/>
                  </a:cubicBezTo>
                  <a:cubicBezTo>
                    <a:pt x="2" y="5"/>
                    <a:pt x="0" y="9"/>
                    <a:pt x="0" y="12"/>
                  </a:cubicBezTo>
                  <a:cubicBezTo>
                    <a:pt x="0" y="15"/>
                    <a:pt x="1" y="18"/>
                    <a:pt x="3" y="20"/>
                  </a:cubicBezTo>
                  <a:cubicBezTo>
                    <a:pt x="5" y="24"/>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 name="Freeform 1630">
              <a:extLst>
                <a:ext uri="{FF2B5EF4-FFF2-40B4-BE49-F238E27FC236}">
                  <a16:creationId xmlns:a16="http://schemas.microsoft.com/office/drawing/2014/main" id="{977E8E75-BDA9-4EBD-9261-CCC4B53A0E1D}"/>
                </a:ext>
              </a:extLst>
            </p:cNvPr>
            <p:cNvSpPr>
              <a:spLocks noEditPoints="1"/>
            </p:cNvSpPr>
            <p:nvPr userDrawn="1"/>
          </p:nvSpPr>
          <p:spPr bwMode="auto">
            <a:xfrm>
              <a:off x="7443893" y="4514550"/>
              <a:ext cx="166574" cy="156539"/>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10 h 103"/>
                <a:gd name="T14" fmla="*/ 72 w 111"/>
                <a:gd name="T15" fmla="*/ 7 h 103"/>
                <a:gd name="T16" fmla="*/ 71 w 111"/>
                <a:gd name="T17" fmla="*/ 10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10"/>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 name="Freeform 1631">
              <a:extLst>
                <a:ext uri="{FF2B5EF4-FFF2-40B4-BE49-F238E27FC236}">
                  <a16:creationId xmlns:a16="http://schemas.microsoft.com/office/drawing/2014/main" id="{FDD4098F-BA31-4990-B1A9-E58C7E49262F}"/>
                </a:ext>
              </a:extLst>
            </p:cNvPr>
            <p:cNvSpPr>
              <a:spLocks noEditPoints="1"/>
            </p:cNvSpPr>
            <p:nvPr userDrawn="1"/>
          </p:nvSpPr>
          <p:spPr bwMode="auto">
            <a:xfrm>
              <a:off x="7423824" y="4516557"/>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 name="Freeform 1632">
              <a:extLst>
                <a:ext uri="{FF2B5EF4-FFF2-40B4-BE49-F238E27FC236}">
                  <a16:creationId xmlns:a16="http://schemas.microsoft.com/office/drawing/2014/main" id="{E27162E0-017F-4626-879C-93AB8434C66B}"/>
                </a:ext>
              </a:extLst>
            </p:cNvPr>
            <p:cNvSpPr>
              <a:spLocks noEditPoints="1"/>
            </p:cNvSpPr>
            <p:nvPr userDrawn="1"/>
          </p:nvSpPr>
          <p:spPr bwMode="auto">
            <a:xfrm>
              <a:off x="7399741" y="4502509"/>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3"/>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 name="Freeform 1633">
              <a:extLst>
                <a:ext uri="{FF2B5EF4-FFF2-40B4-BE49-F238E27FC236}">
                  <a16:creationId xmlns:a16="http://schemas.microsoft.com/office/drawing/2014/main" id="{4C291B4C-A80F-4892-8590-DC50FDA25EE7}"/>
                </a:ext>
              </a:extLst>
            </p:cNvPr>
            <p:cNvSpPr>
              <a:spLocks noEditPoints="1"/>
            </p:cNvSpPr>
            <p:nvPr userDrawn="1"/>
          </p:nvSpPr>
          <p:spPr bwMode="auto">
            <a:xfrm>
              <a:off x="7395727"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8 w 16"/>
                <a:gd name="T43" fmla="*/ 15 h 15"/>
                <a:gd name="T44" fmla="*/ 13 w 16"/>
                <a:gd name="T45" fmla="*/ 14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 name="Freeform 1634">
              <a:extLst>
                <a:ext uri="{FF2B5EF4-FFF2-40B4-BE49-F238E27FC236}">
                  <a16:creationId xmlns:a16="http://schemas.microsoft.com/office/drawing/2014/main" id="{3788B64C-71D4-4BCA-9438-0D9854446228}"/>
                </a:ext>
              </a:extLst>
            </p:cNvPr>
            <p:cNvSpPr>
              <a:spLocks noEditPoints="1"/>
            </p:cNvSpPr>
            <p:nvPr userDrawn="1"/>
          </p:nvSpPr>
          <p:spPr bwMode="auto">
            <a:xfrm>
              <a:off x="7345554" y="4259672"/>
              <a:ext cx="152525"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0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0" y="4"/>
                    <a:pt x="70" y="4"/>
                    <a:pt x="70"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 name="Freeform 1635">
              <a:extLst>
                <a:ext uri="{FF2B5EF4-FFF2-40B4-BE49-F238E27FC236}">
                  <a16:creationId xmlns:a16="http://schemas.microsoft.com/office/drawing/2014/main" id="{19F21FDD-D0AA-44EE-AE95-52CA3B86C1A3}"/>
                </a:ext>
              </a:extLst>
            </p:cNvPr>
            <p:cNvSpPr>
              <a:spLocks noEditPoints="1"/>
            </p:cNvSpPr>
            <p:nvPr userDrawn="1"/>
          </p:nvSpPr>
          <p:spPr bwMode="auto">
            <a:xfrm>
              <a:off x="7341540" y="4384100"/>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 name="Freeform 1636">
              <a:extLst>
                <a:ext uri="{FF2B5EF4-FFF2-40B4-BE49-F238E27FC236}">
                  <a16:creationId xmlns:a16="http://schemas.microsoft.com/office/drawing/2014/main" id="{13869D2F-E4F2-41D8-888B-441C0AB882C6}"/>
                </a:ext>
              </a:extLst>
            </p:cNvPr>
            <p:cNvSpPr>
              <a:spLocks noEditPoints="1"/>
            </p:cNvSpPr>
            <p:nvPr userDrawn="1"/>
          </p:nvSpPr>
          <p:spPr bwMode="auto">
            <a:xfrm>
              <a:off x="7323478" y="4410191"/>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 name="Freeform 1637">
              <a:extLst>
                <a:ext uri="{FF2B5EF4-FFF2-40B4-BE49-F238E27FC236}">
                  <a16:creationId xmlns:a16="http://schemas.microsoft.com/office/drawing/2014/main" id="{CCD7323E-F408-4AB8-A2B4-4FC9FB488D45}"/>
                </a:ext>
              </a:extLst>
            </p:cNvPr>
            <p:cNvSpPr>
              <a:spLocks noEditPoints="1"/>
            </p:cNvSpPr>
            <p:nvPr userDrawn="1"/>
          </p:nvSpPr>
          <p:spPr bwMode="auto">
            <a:xfrm>
              <a:off x="7299395" y="4412197"/>
              <a:ext cx="22077"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 name="Freeform 1638">
              <a:extLst>
                <a:ext uri="{FF2B5EF4-FFF2-40B4-BE49-F238E27FC236}">
                  <a16:creationId xmlns:a16="http://schemas.microsoft.com/office/drawing/2014/main" id="{DA25813B-1FB2-4113-8732-E164D7F0E3D1}"/>
                </a:ext>
              </a:extLst>
            </p:cNvPr>
            <p:cNvSpPr>
              <a:spLocks noEditPoints="1"/>
            </p:cNvSpPr>
            <p:nvPr userDrawn="1"/>
          </p:nvSpPr>
          <p:spPr bwMode="auto">
            <a:xfrm>
              <a:off x="5418917" y="3832200"/>
              <a:ext cx="152525" cy="148512"/>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9"/>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50" y="99"/>
                    <a:pt x="50"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 name="Freeform 1639">
              <a:extLst>
                <a:ext uri="{FF2B5EF4-FFF2-40B4-BE49-F238E27FC236}">
                  <a16:creationId xmlns:a16="http://schemas.microsoft.com/office/drawing/2014/main" id="{E40C9BE4-81C9-4BE9-9221-CA140E523B2F}"/>
                </a:ext>
              </a:extLst>
            </p:cNvPr>
            <p:cNvSpPr>
              <a:spLocks noEditPoints="1"/>
            </p:cNvSpPr>
            <p:nvPr userDrawn="1"/>
          </p:nvSpPr>
          <p:spPr bwMode="auto">
            <a:xfrm>
              <a:off x="5414903" y="3958635"/>
              <a:ext cx="32111" cy="32111"/>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21 w 22"/>
                <a:gd name="T33" fmla="*/ 16 h 22"/>
                <a:gd name="T34" fmla="*/ 22 w 22"/>
                <a:gd name="T35" fmla="*/ 11 h 22"/>
                <a:gd name="T36" fmla="*/ 16 w 22"/>
                <a:gd name="T37" fmla="*/ 1 h 22"/>
                <a:gd name="T38" fmla="*/ 11 w 22"/>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22">
                  <a:moveTo>
                    <a:pt x="7" y="9"/>
                  </a:moveTo>
                  <a:cubicBezTo>
                    <a:pt x="7" y="7"/>
                    <a:pt x="9" y="6"/>
                    <a:pt x="11" y="6"/>
                  </a:cubicBezTo>
                  <a:cubicBezTo>
                    <a:pt x="12" y="6"/>
                    <a:pt x="13" y="6"/>
                    <a:pt x="13" y="6"/>
                  </a:cubicBezTo>
                  <a:cubicBezTo>
                    <a:pt x="15" y="7"/>
                    <a:pt x="16" y="9"/>
                    <a:pt x="16" y="11"/>
                  </a:cubicBezTo>
                  <a:cubicBezTo>
                    <a:pt x="16" y="12"/>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5" y="22"/>
                    <a:pt x="19" y="20"/>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 name="Freeform 1640">
              <a:extLst>
                <a:ext uri="{FF2B5EF4-FFF2-40B4-BE49-F238E27FC236}">
                  <a16:creationId xmlns:a16="http://schemas.microsoft.com/office/drawing/2014/main" id="{9950BD3D-34BF-469A-8ECB-11BD028AB2F8}"/>
                </a:ext>
              </a:extLst>
            </p:cNvPr>
            <p:cNvSpPr>
              <a:spLocks noEditPoints="1"/>
            </p:cNvSpPr>
            <p:nvPr userDrawn="1"/>
          </p:nvSpPr>
          <p:spPr bwMode="auto">
            <a:xfrm>
              <a:off x="5396842" y="3984725"/>
              <a:ext cx="26091" cy="2408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1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2"/>
                    <a:pt x="1" y="5"/>
                  </a:cubicBezTo>
                  <a:cubicBezTo>
                    <a:pt x="1" y="5"/>
                    <a:pt x="1" y="5"/>
                    <a:pt x="1" y="5"/>
                  </a:cubicBezTo>
                  <a:cubicBezTo>
                    <a:pt x="0" y="6"/>
                    <a:pt x="0" y="7"/>
                    <a:pt x="0" y="8"/>
                  </a:cubicBezTo>
                  <a:cubicBezTo>
                    <a:pt x="0" y="12"/>
                    <a:pt x="1" y="15"/>
                    <a:pt x="5" y="16"/>
                  </a:cubicBezTo>
                  <a:cubicBezTo>
                    <a:pt x="6" y="17"/>
                    <a:pt x="7" y="17"/>
                    <a:pt x="8" y="17"/>
                  </a:cubicBezTo>
                  <a:cubicBezTo>
                    <a:pt x="8" y="17"/>
                    <a:pt x="8" y="17"/>
                    <a:pt x="8" y="17"/>
                  </a:cubicBezTo>
                  <a:cubicBezTo>
                    <a:pt x="8" y="17"/>
                    <a:pt x="8" y="17"/>
                    <a:pt x="8" y="17"/>
                  </a:cubicBezTo>
                  <a:cubicBezTo>
                    <a:pt x="12" y="17"/>
                    <a:pt x="15" y="15"/>
                    <a:pt x="16" y="12"/>
                  </a:cubicBezTo>
                  <a:cubicBezTo>
                    <a:pt x="17" y="11"/>
                    <a:pt x="17" y="10"/>
                    <a:pt x="17" y="8"/>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 name="Freeform 1641">
              <a:extLst>
                <a:ext uri="{FF2B5EF4-FFF2-40B4-BE49-F238E27FC236}">
                  <a16:creationId xmlns:a16="http://schemas.microsoft.com/office/drawing/2014/main" id="{994244B8-B2A7-4956-AD4B-24146744832D}"/>
                </a:ext>
              </a:extLst>
            </p:cNvPr>
            <p:cNvSpPr>
              <a:spLocks noEditPoints="1"/>
            </p:cNvSpPr>
            <p:nvPr userDrawn="1"/>
          </p:nvSpPr>
          <p:spPr bwMode="auto">
            <a:xfrm>
              <a:off x="5372759" y="3984725"/>
              <a:ext cx="24083" cy="24083"/>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8 w 16"/>
                <a:gd name="T35" fmla="*/ 16 h 16"/>
                <a:gd name="T36" fmla="*/ 8 w 16"/>
                <a:gd name="T37" fmla="*/ 16 h 16"/>
                <a:gd name="T38" fmla="*/ 15 w 16"/>
                <a:gd name="T39" fmla="*/ 11 h 16"/>
                <a:gd name="T40" fmla="*/ 16 w 16"/>
                <a:gd name="T41" fmla="*/ 8 h 16"/>
                <a:gd name="T42" fmla="*/ 11 w 16"/>
                <a:gd name="T43" fmla="*/ 1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7"/>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8" y="16"/>
                    <a:pt x="8" y="16"/>
                    <a:pt x="8" y="16"/>
                  </a:cubicBezTo>
                  <a:cubicBezTo>
                    <a:pt x="8" y="16"/>
                    <a:pt x="8" y="16"/>
                    <a:pt x="8" y="16"/>
                  </a:cubicBezTo>
                  <a:cubicBezTo>
                    <a:pt x="11" y="16"/>
                    <a:pt x="13" y="14"/>
                    <a:pt x="15" y="11"/>
                  </a:cubicBezTo>
                  <a:cubicBezTo>
                    <a:pt x="15" y="10"/>
                    <a:pt x="16" y="9"/>
                    <a:pt x="16" y="8"/>
                  </a:cubicBezTo>
                  <a:cubicBezTo>
                    <a:pt x="16" y="5"/>
                    <a:pt x="14" y="3"/>
                    <a:pt x="11" y="1"/>
                  </a:cubicBezTo>
                  <a:cubicBezTo>
                    <a:pt x="10" y="1"/>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 name="Freeform 1642">
              <a:extLst>
                <a:ext uri="{FF2B5EF4-FFF2-40B4-BE49-F238E27FC236}">
                  <a16:creationId xmlns:a16="http://schemas.microsoft.com/office/drawing/2014/main" id="{64B7B3DC-4F2B-4F0E-8180-ED6D5AF2E47E}"/>
                </a:ext>
              </a:extLst>
            </p:cNvPr>
            <p:cNvSpPr>
              <a:spLocks noEditPoints="1"/>
            </p:cNvSpPr>
            <p:nvPr userDrawn="1"/>
          </p:nvSpPr>
          <p:spPr bwMode="auto">
            <a:xfrm>
              <a:off x="7835240" y="5626380"/>
              <a:ext cx="150519"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9 h 99"/>
                <a:gd name="T34" fmla="*/ 50 w 101"/>
                <a:gd name="T35" fmla="*/ 99 h 99"/>
                <a:gd name="T36" fmla="*/ 95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3"/>
                    <a:pt x="50" y="93"/>
                  </a:cubicBezTo>
                  <a:cubicBezTo>
                    <a:pt x="43" y="93"/>
                    <a:pt x="37" y="91"/>
                    <a:pt x="30" y="88"/>
                  </a:cubicBezTo>
                  <a:cubicBezTo>
                    <a:pt x="15" y="80"/>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9"/>
                    <a:pt x="50" y="99"/>
                  </a:cubicBezTo>
                  <a:cubicBezTo>
                    <a:pt x="50" y="99"/>
                    <a:pt x="50" y="99"/>
                    <a:pt x="50" y="99"/>
                  </a:cubicBezTo>
                  <a:cubicBezTo>
                    <a:pt x="69" y="99"/>
                    <a:pt x="86"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 name="Freeform 1643">
              <a:extLst>
                <a:ext uri="{FF2B5EF4-FFF2-40B4-BE49-F238E27FC236}">
                  <a16:creationId xmlns:a16="http://schemas.microsoft.com/office/drawing/2014/main" id="{B3E7F861-C1F2-4F16-ADE6-338EAA85C03C}"/>
                </a:ext>
              </a:extLst>
            </p:cNvPr>
            <p:cNvSpPr>
              <a:spLocks noEditPoints="1"/>
            </p:cNvSpPr>
            <p:nvPr userDrawn="1"/>
          </p:nvSpPr>
          <p:spPr bwMode="auto">
            <a:xfrm>
              <a:off x="7829220" y="5752815"/>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4" y="8"/>
                    <a:pt x="4" y="8"/>
                    <a:pt x="4" y="8"/>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 name="Freeform 1644">
              <a:extLst>
                <a:ext uri="{FF2B5EF4-FFF2-40B4-BE49-F238E27FC236}">
                  <a16:creationId xmlns:a16="http://schemas.microsoft.com/office/drawing/2014/main" id="{F5781049-AA5E-4290-90F5-6376DA415663}"/>
                </a:ext>
              </a:extLst>
            </p:cNvPr>
            <p:cNvSpPr>
              <a:spLocks noEditPoints="1"/>
            </p:cNvSpPr>
            <p:nvPr userDrawn="1"/>
          </p:nvSpPr>
          <p:spPr bwMode="auto">
            <a:xfrm>
              <a:off x="7811158" y="5776898"/>
              <a:ext cx="28097" cy="26090"/>
            </a:xfrm>
            <a:custGeom>
              <a:avLst/>
              <a:gdLst>
                <a:gd name="T0" fmla="*/ 7 w 18"/>
                <a:gd name="T1" fmla="*/ 8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 name="T42" fmla="*/ 9 w 18"/>
                <a:gd name="T43" fmla="*/ 0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12" y="17"/>
                    <a:pt x="15" y="16"/>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 name="Freeform 1645">
              <a:extLst>
                <a:ext uri="{FF2B5EF4-FFF2-40B4-BE49-F238E27FC236}">
                  <a16:creationId xmlns:a16="http://schemas.microsoft.com/office/drawing/2014/main" id="{5B921CD5-813D-4A3B-9D86-BAC3AF7CAF79}"/>
                </a:ext>
              </a:extLst>
            </p:cNvPr>
            <p:cNvSpPr>
              <a:spLocks noEditPoints="1"/>
            </p:cNvSpPr>
            <p:nvPr userDrawn="1"/>
          </p:nvSpPr>
          <p:spPr bwMode="auto">
            <a:xfrm>
              <a:off x="7787075" y="5780912"/>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 name="Freeform 1646">
              <a:extLst>
                <a:ext uri="{FF2B5EF4-FFF2-40B4-BE49-F238E27FC236}">
                  <a16:creationId xmlns:a16="http://schemas.microsoft.com/office/drawing/2014/main" id="{3570FC01-D032-4208-A332-1C9CFE6F6705}"/>
                </a:ext>
              </a:extLst>
            </p:cNvPr>
            <p:cNvSpPr>
              <a:spLocks noEditPoints="1"/>
            </p:cNvSpPr>
            <p:nvPr userDrawn="1"/>
          </p:nvSpPr>
          <p:spPr bwMode="auto">
            <a:xfrm>
              <a:off x="7251229" y="5794961"/>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 name="Freeform 1647">
              <a:extLst>
                <a:ext uri="{FF2B5EF4-FFF2-40B4-BE49-F238E27FC236}">
                  <a16:creationId xmlns:a16="http://schemas.microsoft.com/office/drawing/2014/main" id="{D55EBC6C-C225-465E-99C3-507A94B99460}"/>
                </a:ext>
              </a:extLst>
            </p:cNvPr>
            <p:cNvSpPr>
              <a:spLocks noEditPoints="1"/>
            </p:cNvSpPr>
            <p:nvPr userDrawn="1"/>
          </p:nvSpPr>
          <p:spPr bwMode="auto">
            <a:xfrm>
              <a:off x="7245208" y="5921396"/>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1"/>
                    <a:pt x="6" y="10"/>
                    <a:pt x="7" y="9"/>
                  </a:cubicBezTo>
                  <a:cubicBezTo>
                    <a:pt x="4" y="8"/>
                    <a:pt x="4" y="8"/>
                    <a:pt x="4" y="8"/>
                  </a:cubicBezTo>
                  <a:cubicBezTo>
                    <a:pt x="7" y="9"/>
                    <a:pt x="7" y="9"/>
                    <a:pt x="7"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 name="Freeform 1648">
              <a:extLst>
                <a:ext uri="{FF2B5EF4-FFF2-40B4-BE49-F238E27FC236}">
                  <a16:creationId xmlns:a16="http://schemas.microsoft.com/office/drawing/2014/main" id="{35D2120C-62F6-4703-B27F-A4AE1C554C4A}"/>
                </a:ext>
              </a:extLst>
            </p:cNvPr>
            <p:cNvSpPr>
              <a:spLocks noEditPoints="1"/>
            </p:cNvSpPr>
            <p:nvPr userDrawn="1"/>
          </p:nvSpPr>
          <p:spPr bwMode="auto">
            <a:xfrm>
              <a:off x="7229153" y="5945479"/>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 name="T44" fmla="*/ 8 w 17"/>
                <a:gd name="T45" fmla="*/ 0 h 17"/>
                <a:gd name="T46" fmla="*/ 8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 name="Freeform 1649">
              <a:extLst>
                <a:ext uri="{FF2B5EF4-FFF2-40B4-BE49-F238E27FC236}">
                  <a16:creationId xmlns:a16="http://schemas.microsoft.com/office/drawing/2014/main" id="{DEB426DE-0DF7-4F6A-8C6B-E6B619E8B20A}"/>
                </a:ext>
              </a:extLst>
            </p:cNvPr>
            <p:cNvSpPr>
              <a:spLocks noEditPoints="1"/>
            </p:cNvSpPr>
            <p:nvPr userDrawn="1"/>
          </p:nvSpPr>
          <p:spPr bwMode="auto">
            <a:xfrm>
              <a:off x="7203064" y="5949492"/>
              <a:ext cx="24083" cy="22077"/>
            </a:xfrm>
            <a:custGeom>
              <a:avLst/>
              <a:gdLst>
                <a:gd name="T0" fmla="*/ 8 w 16"/>
                <a:gd name="T1" fmla="*/ 9 h 15"/>
                <a:gd name="T2" fmla="*/ 7 w 16"/>
                <a:gd name="T3" fmla="*/ 9 h 15"/>
                <a:gd name="T4" fmla="*/ 6 w 16"/>
                <a:gd name="T5" fmla="*/ 8 h 15"/>
                <a:gd name="T6" fmla="*/ 7 w 16"/>
                <a:gd name="T7" fmla="*/ 7 h 15"/>
                <a:gd name="T8" fmla="*/ 4 w 16"/>
                <a:gd name="T9" fmla="*/ 6 h 15"/>
                <a:gd name="T10" fmla="*/ 7 w 16"/>
                <a:gd name="T11" fmla="*/ 7 h 15"/>
                <a:gd name="T12" fmla="*/ 8 w 16"/>
                <a:gd name="T13" fmla="*/ 6 h 15"/>
                <a:gd name="T14" fmla="*/ 9 w 16"/>
                <a:gd name="T15" fmla="*/ 6 h 15"/>
                <a:gd name="T16" fmla="*/ 10 w 16"/>
                <a:gd name="T17" fmla="*/ 8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8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8" y="9"/>
                  </a:moveTo>
                  <a:cubicBezTo>
                    <a:pt x="7" y="9"/>
                    <a:pt x="7" y="9"/>
                    <a:pt x="7" y="9"/>
                  </a:cubicBezTo>
                  <a:cubicBezTo>
                    <a:pt x="7" y="9"/>
                    <a:pt x="6" y="8"/>
                    <a:pt x="6" y="8"/>
                  </a:cubicBezTo>
                  <a:cubicBezTo>
                    <a:pt x="7" y="7"/>
                    <a:pt x="7" y="7"/>
                    <a:pt x="7" y="7"/>
                  </a:cubicBezTo>
                  <a:cubicBezTo>
                    <a:pt x="4" y="6"/>
                    <a:pt x="4" y="6"/>
                    <a:pt x="4" y="6"/>
                  </a:cubicBezTo>
                  <a:cubicBezTo>
                    <a:pt x="7" y="7"/>
                    <a:pt x="7" y="7"/>
                    <a:pt x="7" y="7"/>
                  </a:cubicBezTo>
                  <a:cubicBezTo>
                    <a:pt x="7" y="6"/>
                    <a:pt x="7" y="6"/>
                    <a:pt x="8" y="6"/>
                  </a:cubicBezTo>
                  <a:cubicBezTo>
                    <a:pt x="9" y="6"/>
                    <a:pt x="9" y="6"/>
                    <a:pt x="9" y="6"/>
                  </a:cubicBezTo>
                  <a:cubicBezTo>
                    <a:pt x="9" y="6"/>
                    <a:pt x="10" y="7"/>
                    <a:pt x="10" y="8"/>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8"/>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 name="Freeform 1650">
              <a:extLst>
                <a:ext uri="{FF2B5EF4-FFF2-40B4-BE49-F238E27FC236}">
                  <a16:creationId xmlns:a16="http://schemas.microsoft.com/office/drawing/2014/main" id="{33405F5C-92C5-4A90-B7B9-667DB6EBFEBB}"/>
                </a:ext>
              </a:extLst>
            </p:cNvPr>
            <p:cNvSpPr>
              <a:spLocks noEditPoints="1"/>
            </p:cNvSpPr>
            <p:nvPr userDrawn="1"/>
          </p:nvSpPr>
          <p:spPr bwMode="auto">
            <a:xfrm>
              <a:off x="8292817"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 name="Freeform 1651">
              <a:extLst>
                <a:ext uri="{FF2B5EF4-FFF2-40B4-BE49-F238E27FC236}">
                  <a16:creationId xmlns:a16="http://schemas.microsoft.com/office/drawing/2014/main" id="{AD9FB7A2-624A-4218-96D4-EEE5183CF57B}"/>
                </a:ext>
              </a:extLst>
            </p:cNvPr>
            <p:cNvSpPr>
              <a:spLocks noEditPoints="1"/>
            </p:cNvSpPr>
            <p:nvPr userDrawn="1"/>
          </p:nvSpPr>
          <p:spPr bwMode="auto">
            <a:xfrm>
              <a:off x="8278769"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 name="Freeform 1652">
              <a:extLst>
                <a:ext uri="{FF2B5EF4-FFF2-40B4-BE49-F238E27FC236}">
                  <a16:creationId xmlns:a16="http://schemas.microsoft.com/office/drawing/2014/main" id="{23E8C529-CC94-427C-822B-C5C21E0B3128}"/>
                </a:ext>
              </a:extLst>
            </p:cNvPr>
            <p:cNvSpPr>
              <a:spLocks noEditPoints="1"/>
            </p:cNvSpPr>
            <p:nvPr userDrawn="1"/>
          </p:nvSpPr>
          <p:spPr bwMode="auto">
            <a:xfrm>
              <a:off x="8258700" y="5501952"/>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7 h 17"/>
                <a:gd name="T16" fmla="*/ 10 w 16"/>
                <a:gd name="T17" fmla="*/ 8 h 17"/>
                <a:gd name="T18" fmla="*/ 10 w 16"/>
                <a:gd name="T19" fmla="*/ 10 h 17"/>
                <a:gd name="T20" fmla="*/ 8 w 16"/>
                <a:gd name="T21" fmla="*/ 11 h 17"/>
                <a:gd name="T22" fmla="*/ 8 w 16"/>
                <a:gd name="T23" fmla="*/ 0 h 17"/>
                <a:gd name="T24" fmla="*/ 1 w 16"/>
                <a:gd name="T25" fmla="*/ 3 h 17"/>
                <a:gd name="T26" fmla="*/ 1 w 16"/>
                <a:gd name="T27" fmla="*/ 3 h 17"/>
                <a:gd name="T28" fmla="*/ 0 w 16"/>
                <a:gd name="T29" fmla="*/ 8 h 17"/>
                <a:gd name="T30" fmla="*/ 3 w 16"/>
                <a:gd name="T31" fmla="*/ 15 h 17"/>
                <a:gd name="T32" fmla="*/ 8 w 16"/>
                <a:gd name="T33" fmla="*/ 17 h 17"/>
                <a:gd name="T34" fmla="*/ 8 w 16"/>
                <a:gd name="T35" fmla="*/ 17 h 17"/>
                <a:gd name="T36" fmla="*/ 15 w 16"/>
                <a:gd name="T37" fmla="*/ 13 h 17"/>
                <a:gd name="T38" fmla="*/ 16 w 16"/>
                <a:gd name="T39" fmla="*/ 8 h 17"/>
                <a:gd name="T40" fmla="*/ 13 w 16"/>
                <a:gd name="T41" fmla="*/ 2 h 17"/>
                <a:gd name="T42" fmla="*/ 8 w 16"/>
                <a:gd name="T43" fmla="*/ 0 h 17"/>
                <a:gd name="T44" fmla="*/ 8 w 16"/>
                <a:gd name="T45" fmla="*/ 0 h 17"/>
                <a:gd name="T46" fmla="*/ 8 w 16"/>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7"/>
                  </a:cubicBezTo>
                  <a:cubicBezTo>
                    <a:pt x="10" y="7"/>
                    <a:pt x="10" y="8"/>
                    <a:pt x="10" y="8"/>
                  </a:cubicBezTo>
                  <a:cubicBezTo>
                    <a:pt x="10" y="9"/>
                    <a:pt x="10" y="9"/>
                    <a:pt x="10" y="10"/>
                  </a:cubicBezTo>
                  <a:cubicBezTo>
                    <a:pt x="9" y="10"/>
                    <a:pt x="9" y="11"/>
                    <a:pt x="8" y="11"/>
                  </a:cubicBezTo>
                  <a:moveTo>
                    <a:pt x="8" y="0"/>
                  </a:move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 name="Freeform 1653">
              <a:extLst>
                <a:ext uri="{FF2B5EF4-FFF2-40B4-BE49-F238E27FC236}">
                  <a16:creationId xmlns:a16="http://schemas.microsoft.com/office/drawing/2014/main" id="{81E1DB1E-166B-4483-8631-AD84F791A366}"/>
                </a:ext>
              </a:extLst>
            </p:cNvPr>
            <p:cNvSpPr>
              <a:spLocks noEditPoints="1"/>
            </p:cNvSpPr>
            <p:nvPr userDrawn="1"/>
          </p:nvSpPr>
          <p:spPr bwMode="auto">
            <a:xfrm>
              <a:off x="8234617" y="5499944"/>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3 h 14"/>
                <a:gd name="T26" fmla="*/ 2 w 15"/>
                <a:gd name="T27" fmla="*/ 3 h 14"/>
                <a:gd name="T28" fmla="*/ 0 w 15"/>
                <a:gd name="T29" fmla="*/ 7 h 14"/>
                <a:gd name="T30" fmla="*/ 3 w 15"/>
                <a:gd name="T31" fmla="*/ 13 h 14"/>
                <a:gd name="T32" fmla="*/ 8 w 15"/>
                <a:gd name="T33" fmla="*/ 14 h 14"/>
                <a:gd name="T34" fmla="*/ 8 w 15"/>
                <a:gd name="T35" fmla="*/ 14 h 14"/>
                <a:gd name="T36" fmla="*/ 14 w 15"/>
                <a:gd name="T37" fmla="*/ 11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3"/>
                  </a:cubicBezTo>
                  <a:cubicBezTo>
                    <a:pt x="2" y="3"/>
                    <a:pt x="2" y="3"/>
                    <a:pt x="2" y="3"/>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 name="Freeform 1654">
              <a:extLst>
                <a:ext uri="{FF2B5EF4-FFF2-40B4-BE49-F238E27FC236}">
                  <a16:creationId xmlns:a16="http://schemas.microsoft.com/office/drawing/2014/main" id="{2CBBE9BE-0B9F-4A53-BD31-EA0AD7D668B7}"/>
                </a:ext>
              </a:extLst>
            </p:cNvPr>
            <p:cNvSpPr>
              <a:spLocks noEditPoints="1"/>
            </p:cNvSpPr>
            <p:nvPr userDrawn="1"/>
          </p:nvSpPr>
          <p:spPr bwMode="auto">
            <a:xfrm>
              <a:off x="7130815"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73 w 240"/>
                <a:gd name="T11" fmla="*/ 8 h 203"/>
                <a:gd name="T12" fmla="*/ 190 w 240"/>
                <a:gd name="T13" fmla="*/ 9 h 203"/>
                <a:gd name="T14" fmla="*/ 201 w 240"/>
                <a:gd name="T15" fmla="*/ 17 h 203"/>
                <a:gd name="T16" fmla="*/ 198 w 240"/>
                <a:gd name="T17" fmla="*/ 48 h 203"/>
                <a:gd name="T18" fmla="*/ 208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3 w 240"/>
                <a:gd name="T33" fmla="*/ 155 h 203"/>
                <a:gd name="T34" fmla="*/ 125 w 240"/>
                <a:gd name="T35" fmla="*/ 141 h 203"/>
                <a:gd name="T36" fmla="*/ 127 w 240"/>
                <a:gd name="T37" fmla="*/ 152 h 203"/>
                <a:gd name="T38" fmla="*/ 78 w 240"/>
                <a:gd name="T39" fmla="*/ 171 h 203"/>
                <a:gd name="T40" fmla="*/ 58 w 240"/>
                <a:gd name="T41" fmla="*/ 164 h 203"/>
                <a:gd name="T42" fmla="*/ 58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0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8 h 203"/>
                <a:gd name="T112" fmla="*/ 195 w 240"/>
                <a:gd name="T113" fmla="*/ 5 h 203"/>
                <a:gd name="T114" fmla="*/ 173 w 240"/>
                <a:gd name="T115" fmla="*/ 2 h 203"/>
                <a:gd name="T116" fmla="*/ 122 w 240"/>
                <a:gd name="T117" fmla="*/ 5 h 203"/>
                <a:gd name="T118" fmla="*/ 119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10"/>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6"/>
                    <a:pt x="176"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4"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1" y="9"/>
                    <a:pt x="199" y="8"/>
                  </a:cubicBezTo>
                  <a:cubicBezTo>
                    <a:pt x="198" y="7"/>
                    <a:pt x="196" y="6"/>
                    <a:pt x="196" y="6"/>
                  </a:cubicBezTo>
                  <a:cubicBezTo>
                    <a:pt x="195" y="6"/>
                    <a:pt x="195" y="5"/>
                    <a:pt x="195" y="5"/>
                  </a:cubicBezTo>
                  <a:cubicBezTo>
                    <a:pt x="195" y="5"/>
                    <a:pt x="195" y="5"/>
                    <a:pt x="195" y="5"/>
                  </a:cubicBezTo>
                  <a:cubicBezTo>
                    <a:pt x="194" y="4"/>
                    <a:pt x="193" y="4"/>
                    <a:pt x="193" y="4"/>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 name="Freeform 1655">
              <a:extLst>
                <a:ext uri="{FF2B5EF4-FFF2-40B4-BE49-F238E27FC236}">
                  <a16:creationId xmlns:a16="http://schemas.microsoft.com/office/drawing/2014/main" id="{9300BE31-B322-4FF9-A41B-5A0916FEABD8}"/>
                </a:ext>
              </a:extLst>
            </p:cNvPr>
            <p:cNvSpPr>
              <a:spLocks/>
            </p:cNvSpPr>
            <p:nvPr userDrawn="1"/>
          </p:nvSpPr>
          <p:spPr bwMode="auto">
            <a:xfrm>
              <a:off x="7158911" y="4149292"/>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 name="Freeform 1656">
              <a:extLst>
                <a:ext uri="{FF2B5EF4-FFF2-40B4-BE49-F238E27FC236}">
                  <a16:creationId xmlns:a16="http://schemas.microsoft.com/office/drawing/2014/main" id="{6A4C0358-5B53-45F2-8052-6C9B0A7FF707}"/>
                </a:ext>
              </a:extLst>
            </p:cNvPr>
            <p:cNvSpPr>
              <a:spLocks/>
            </p:cNvSpPr>
            <p:nvPr userDrawn="1"/>
          </p:nvSpPr>
          <p:spPr bwMode="auto">
            <a:xfrm>
              <a:off x="7449913" y="4265693"/>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 name="Freeform 1657">
              <a:extLst>
                <a:ext uri="{FF2B5EF4-FFF2-40B4-BE49-F238E27FC236}">
                  <a16:creationId xmlns:a16="http://schemas.microsoft.com/office/drawing/2014/main" id="{06141DCB-8BD0-4DF5-B791-D590B4F93373}"/>
                </a:ext>
              </a:extLst>
            </p:cNvPr>
            <p:cNvSpPr>
              <a:spLocks noEditPoints="1"/>
            </p:cNvSpPr>
            <p:nvPr userDrawn="1"/>
          </p:nvSpPr>
          <p:spPr bwMode="auto">
            <a:xfrm>
              <a:off x="6767563" y="5780912"/>
              <a:ext cx="361244" cy="315086"/>
            </a:xfrm>
            <a:custGeom>
              <a:avLst/>
              <a:gdLst>
                <a:gd name="T0" fmla="*/ 210 w 240"/>
                <a:gd name="T1" fmla="*/ 191 h 209"/>
                <a:gd name="T2" fmla="*/ 105 w 240"/>
                <a:gd name="T3" fmla="*/ 6 h 209"/>
                <a:gd name="T4" fmla="*/ 113 w 240"/>
                <a:gd name="T5" fmla="*/ 7 h 209"/>
                <a:gd name="T6" fmla="*/ 119 w 240"/>
                <a:gd name="T7" fmla="*/ 12 h 209"/>
                <a:gd name="T8" fmla="*/ 125 w 240"/>
                <a:gd name="T9" fmla="*/ 9 h 209"/>
                <a:gd name="T10" fmla="*/ 186 w 240"/>
                <a:gd name="T11" fmla="*/ 8 h 209"/>
                <a:gd name="T12" fmla="*/ 191 w 240"/>
                <a:gd name="T13" fmla="*/ 10 h 209"/>
                <a:gd name="T14" fmla="*/ 203 w 240"/>
                <a:gd name="T15" fmla="*/ 24 h 209"/>
                <a:gd name="T16" fmla="*/ 199 w 240"/>
                <a:gd name="T17" fmla="*/ 54 h 209"/>
                <a:gd name="T18" fmla="*/ 214 w 240"/>
                <a:gd name="T19" fmla="*/ 59 h 209"/>
                <a:gd name="T20" fmla="*/ 225 w 240"/>
                <a:gd name="T21" fmla="*/ 60 h 209"/>
                <a:gd name="T22" fmla="*/ 231 w 240"/>
                <a:gd name="T23" fmla="*/ 91 h 209"/>
                <a:gd name="T24" fmla="*/ 197 w 240"/>
                <a:gd name="T25" fmla="*/ 119 h 209"/>
                <a:gd name="T26" fmla="*/ 182 w 240"/>
                <a:gd name="T27" fmla="*/ 124 h 209"/>
                <a:gd name="T28" fmla="*/ 176 w 240"/>
                <a:gd name="T29" fmla="*/ 147 h 209"/>
                <a:gd name="T30" fmla="*/ 158 w 240"/>
                <a:gd name="T31" fmla="*/ 154 h 209"/>
                <a:gd name="T32" fmla="*/ 140 w 240"/>
                <a:gd name="T33" fmla="*/ 147 h 209"/>
                <a:gd name="T34" fmla="*/ 127 w 240"/>
                <a:gd name="T35" fmla="*/ 147 h 209"/>
                <a:gd name="T36" fmla="*/ 120 w 240"/>
                <a:gd name="T37" fmla="*/ 158 h 209"/>
                <a:gd name="T38" fmla="*/ 77 w 240"/>
                <a:gd name="T39" fmla="*/ 170 h 209"/>
                <a:gd name="T40" fmla="*/ 56 w 240"/>
                <a:gd name="T41" fmla="*/ 157 h 209"/>
                <a:gd name="T42" fmla="*/ 55 w 240"/>
                <a:gd name="T43" fmla="*/ 130 h 209"/>
                <a:gd name="T44" fmla="*/ 16 w 240"/>
                <a:gd name="T45" fmla="*/ 119 h 209"/>
                <a:gd name="T46" fmla="*/ 18 w 240"/>
                <a:gd name="T47" fmla="*/ 85 h 209"/>
                <a:gd name="T48" fmla="*/ 27 w 240"/>
                <a:gd name="T49" fmla="*/ 77 h 209"/>
                <a:gd name="T50" fmla="*/ 22 w 240"/>
                <a:gd name="T51" fmla="*/ 54 h 209"/>
                <a:gd name="T52" fmla="*/ 40 w 240"/>
                <a:gd name="T53" fmla="*/ 10 h 209"/>
                <a:gd name="T54" fmla="*/ 67 w 240"/>
                <a:gd name="T55" fmla="*/ 21 h 209"/>
                <a:gd name="T56" fmla="*/ 81 w 240"/>
                <a:gd name="T57" fmla="*/ 9 h 209"/>
                <a:gd name="T58" fmla="*/ 105 w 240"/>
                <a:gd name="T59" fmla="*/ 6 h 209"/>
                <a:gd name="T60" fmla="*/ 76 w 240"/>
                <a:gd name="T61" fmla="*/ 4 h 209"/>
                <a:gd name="T62" fmla="*/ 74 w 240"/>
                <a:gd name="T63" fmla="*/ 11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4 w 240"/>
                <a:gd name="T97" fmla="*/ 123 h 209"/>
                <a:gd name="T98" fmla="*/ 203 w 240"/>
                <a:gd name="T99" fmla="*/ 119 h 209"/>
                <a:gd name="T100" fmla="*/ 236 w 240"/>
                <a:gd name="T101" fmla="*/ 94 h 209"/>
                <a:gd name="T102" fmla="*/ 232 w 240"/>
                <a:gd name="T103" fmla="*/ 58 h 209"/>
                <a:gd name="T104" fmla="*/ 214 w 240"/>
                <a:gd name="T105" fmla="*/ 53 h 209"/>
                <a:gd name="T106" fmla="*/ 204 w 240"/>
                <a:gd name="T107" fmla="*/ 51 h 209"/>
                <a:gd name="T108" fmla="*/ 209 w 240"/>
                <a:gd name="T109" fmla="*/ 24 h 209"/>
                <a:gd name="T110" fmla="*/ 195 w 240"/>
                <a:gd name="T111" fmla="*/ 5 h 209"/>
                <a:gd name="T112" fmla="*/ 192 w 240"/>
                <a:gd name="T113" fmla="*/ 3 h 209"/>
                <a:gd name="T114" fmla="*/ 124 w 240"/>
                <a:gd name="T115" fmla="*/ 3 h 209"/>
                <a:gd name="T116" fmla="*/ 121 w 240"/>
                <a:gd name="T117" fmla="*/ 4 h 209"/>
                <a:gd name="T118" fmla="*/ 119 w 240"/>
                <a:gd name="T119" fmla="*/ 6 h 209"/>
                <a:gd name="T120" fmla="*/ 111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0" y="191"/>
                  </a:moveTo>
                  <a:cubicBezTo>
                    <a:pt x="213" y="189"/>
                    <a:pt x="213" y="189"/>
                    <a:pt x="213" y="189"/>
                  </a:cubicBezTo>
                  <a:cubicBezTo>
                    <a:pt x="210" y="191"/>
                    <a:pt x="210" y="191"/>
                    <a:pt x="210" y="191"/>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5"/>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9"/>
                    <a:pt x="81" y="8"/>
                    <a:pt x="81" y="8"/>
                  </a:cubicBezTo>
                  <a:cubicBezTo>
                    <a:pt x="86" y="8"/>
                    <a:pt x="97" y="6"/>
                    <a:pt x="105" y="6"/>
                  </a:cubicBezTo>
                  <a:cubicBezTo>
                    <a:pt x="105" y="6"/>
                    <a:pt x="105" y="6"/>
                    <a:pt x="105" y="6"/>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7" y="176"/>
                  </a:cubicBezTo>
                  <a:cubicBezTo>
                    <a:pt x="89" y="176"/>
                    <a:pt x="103" y="173"/>
                    <a:pt x="114" y="168"/>
                  </a:cubicBezTo>
                  <a:cubicBezTo>
                    <a:pt x="119" y="166"/>
                    <a:pt x="124" y="163"/>
                    <a:pt x="128" y="160"/>
                  </a:cubicBezTo>
                  <a:cubicBezTo>
                    <a:pt x="129"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5"/>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6"/>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 name="Freeform 1658">
              <a:extLst>
                <a:ext uri="{FF2B5EF4-FFF2-40B4-BE49-F238E27FC236}">
                  <a16:creationId xmlns:a16="http://schemas.microsoft.com/office/drawing/2014/main" id="{62DDA3D0-4AA8-4110-A344-5A6D5EDE8BCF}"/>
                </a:ext>
              </a:extLst>
            </p:cNvPr>
            <p:cNvSpPr>
              <a:spLocks noEditPoints="1"/>
            </p:cNvSpPr>
            <p:nvPr userDrawn="1"/>
          </p:nvSpPr>
          <p:spPr bwMode="auto">
            <a:xfrm>
              <a:off x="7516142" y="4002787"/>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7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 name="Freeform 1659">
              <a:extLst>
                <a:ext uri="{FF2B5EF4-FFF2-40B4-BE49-F238E27FC236}">
                  <a16:creationId xmlns:a16="http://schemas.microsoft.com/office/drawing/2014/main" id="{CB8E4B0E-4912-4A88-A35F-B303EB95EB98}"/>
                </a:ext>
              </a:extLst>
            </p:cNvPr>
            <p:cNvSpPr>
              <a:spLocks noEditPoints="1"/>
            </p:cNvSpPr>
            <p:nvPr userDrawn="1"/>
          </p:nvSpPr>
          <p:spPr bwMode="auto">
            <a:xfrm>
              <a:off x="8756414" y="3966663"/>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7"/>
                    <a:pt x="1" y="67"/>
                    <a:pt x="1" y="68"/>
                  </a:cubicBezTo>
                  <a:cubicBezTo>
                    <a:pt x="0" y="69"/>
                    <a:pt x="0" y="71"/>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 name="Freeform 1660">
              <a:extLst>
                <a:ext uri="{FF2B5EF4-FFF2-40B4-BE49-F238E27FC236}">
                  <a16:creationId xmlns:a16="http://schemas.microsoft.com/office/drawing/2014/main" id="{284F9702-2080-46B8-884B-7B12D56A575A}"/>
                </a:ext>
              </a:extLst>
            </p:cNvPr>
            <p:cNvSpPr>
              <a:spLocks noEditPoints="1"/>
            </p:cNvSpPr>
            <p:nvPr userDrawn="1"/>
          </p:nvSpPr>
          <p:spPr bwMode="auto">
            <a:xfrm>
              <a:off x="8802573" y="4757386"/>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3"/>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9"/>
                  </a:cubicBezTo>
                  <a:cubicBezTo>
                    <a:pt x="271" y="217"/>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 name="Freeform 1661">
              <a:extLst>
                <a:ext uri="{FF2B5EF4-FFF2-40B4-BE49-F238E27FC236}">
                  <a16:creationId xmlns:a16="http://schemas.microsoft.com/office/drawing/2014/main" id="{503347A6-C055-4F2B-99A1-3A838B957B49}"/>
                </a:ext>
              </a:extLst>
            </p:cNvPr>
            <p:cNvSpPr>
              <a:spLocks noEditPoints="1"/>
            </p:cNvSpPr>
            <p:nvPr userDrawn="1"/>
          </p:nvSpPr>
          <p:spPr bwMode="auto">
            <a:xfrm>
              <a:off x="8802573"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 name="Freeform 1662">
              <a:extLst>
                <a:ext uri="{FF2B5EF4-FFF2-40B4-BE49-F238E27FC236}">
                  <a16:creationId xmlns:a16="http://schemas.microsoft.com/office/drawing/2014/main" id="{F6D0ECE6-9339-47C2-B19E-EA324306A992}"/>
                </a:ext>
              </a:extLst>
            </p:cNvPr>
            <p:cNvSpPr>
              <a:spLocks noEditPoints="1"/>
            </p:cNvSpPr>
            <p:nvPr userDrawn="1"/>
          </p:nvSpPr>
          <p:spPr bwMode="auto">
            <a:xfrm>
              <a:off x="7734895" y="4225555"/>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4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 name="Freeform 1663">
              <a:extLst>
                <a:ext uri="{FF2B5EF4-FFF2-40B4-BE49-F238E27FC236}">
                  <a16:creationId xmlns:a16="http://schemas.microsoft.com/office/drawing/2014/main" id="{2C2C4805-8B88-4849-90C8-3D53ED7B194B}"/>
                </a:ext>
              </a:extLst>
            </p:cNvPr>
            <p:cNvSpPr>
              <a:spLocks noEditPoints="1"/>
            </p:cNvSpPr>
            <p:nvPr userDrawn="1"/>
          </p:nvSpPr>
          <p:spPr bwMode="auto">
            <a:xfrm>
              <a:off x="6486595" y="4458357"/>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2"/>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8"/>
                    <a:pt x="59" y="6"/>
                  </a:cubicBezTo>
                  <a:moveTo>
                    <a:pt x="126" y="0"/>
                  </a:moveTo>
                  <a:cubicBezTo>
                    <a:pt x="59" y="0"/>
                    <a:pt x="59" y="0"/>
                    <a:pt x="59" y="0"/>
                  </a:cubicBezTo>
                  <a:cubicBezTo>
                    <a:pt x="58" y="0"/>
                    <a:pt x="58" y="0"/>
                    <a:pt x="58" y="0"/>
                  </a:cubicBezTo>
                  <a:cubicBezTo>
                    <a:pt x="47" y="2"/>
                    <a:pt x="41" y="8"/>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7"/>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 name="Freeform 1664">
              <a:extLst>
                <a:ext uri="{FF2B5EF4-FFF2-40B4-BE49-F238E27FC236}">
                  <a16:creationId xmlns:a16="http://schemas.microsoft.com/office/drawing/2014/main" id="{FCC84059-4814-4001-9608-8BB2D65E6B9E}"/>
                </a:ext>
              </a:extLst>
            </p:cNvPr>
            <p:cNvSpPr>
              <a:spLocks noEditPoints="1"/>
            </p:cNvSpPr>
            <p:nvPr userDrawn="1"/>
          </p:nvSpPr>
          <p:spPr bwMode="auto">
            <a:xfrm>
              <a:off x="8130257" y="5168804"/>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9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9"/>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 name="Freeform 1665">
              <a:extLst>
                <a:ext uri="{FF2B5EF4-FFF2-40B4-BE49-F238E27FC236}">
                  <a16:creationId xmlns:a16="http://schemas.microsoft.com/office/drawing/2014/main" id="{A0ADF177-44EB-4CDD-9D7D-E0009D6E3DFA}"/>
                </a:ext>
              </a:extLst>
            </p:cNvPr>
            <p:cNvSpPr>
              <a:spLocks noEditPoints="1"/>
            </p:cNvSpPr>
            <p:nvPr userDrawn="1"/>
          </p:nvSpPr>
          <p:spPr bwMode="auto">
            <a:xfrm>
              <a:off x="8479460" y="3910469"/>
              <a:ext cx="132456" cy="80277"/>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4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3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6"/>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4"/>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3"/>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 name="Freeform 1666">
              <a:extLst>
                <a:ext uri="{FF2B5EF4-FFF2-40B4-BE49-F238E27FC236}">
                  <a16:creationId xmlns:a16="http://schemas.microsoft.com/office/drawing/2014/main" id="{4B5FFC45-9B85-4B3D-8C08-BEF120C853C6}"/>
                </a:ext>
              </a:extLst>
            </p:cNvPr>
            <p:cNvSpPr>
              <a:spLocks noEditPoints="1"/>
            </p:cNvSpPr>
            <p:nvPr userDrawn="1"/>
          </p:nvSpPr>
          <p:spPr bwMode="auto">
            <a:xfrm>
              <a:off x="8208526" y="3952615"/>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 name="Freeform 1667">
              <a:extLst>
                <a:ext uri="{FF2B5EF4-FFF2-40B4-BE49-F238E27FC236}">
                  <a16:creationId xmlns:a16="http://schemas.microsoft.com/office/drawing/2014/main" id="{980E4243-CCAE-4FA1-913D-910D3EF2C657}"/>
                </a:ext>
              </a:extLst>
            </p:cNvPr>
            <p:cNvSpPr>
              <a:spLocks noEditPoints="1"/>
            </p:cNvSpPr>
            <p:nvPr userDrawn="1"/>
          </p:nvSpPr>
          <p:spPr bwMode="auto">
            <a:xfrm>
              <a:off x="6912061" y="4725276"/>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 name="Freeform 1668">
              <a:extLst>
                <a:ext uri="{FF2B5EF4-FFF2-40B4-BE49-F238E27FC236}">
                  <a16:creationId xmlns:a16="http://schemas.microsoft.com/office/drawing/2014/main" id="{123B8D6D-5265-4692-8853-74BB2786BEF3}"/>
                </a:ext>
              </a:extLst>
            </p:cNvPr>
            <p:cNvSpPr>
              <a:spLocks noEditPoints="1"/>
            </p:cNvSpPr>
            <p:nvPr userDrawn="1"/>
          </p:nvSpPr>
          <p:spPr bwMode="auto">
            <a:xfrm>
              <a:off x="7907489" y="4143271"/>
              <a:ext cx="642212" cy="192664"/>
            </a:xfrm>
            <a:custGeom>
              <a:avLst/>
              <a:gdLst>
                <a:gd name="T0" fmla="*/ 92 w 426"/>
                <a:gd name="T1" fmla="*/ 25 h 128"/>
                <a:gd name="T2" fmla="*/ 346 w 426"/>
                <a:gd name="T3" fmla="*/ 6 h 128"/>
                <a:gd name="T4" fmla="*/ 373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0 w 426"/>
                <a:gd name="T47" fmla="*/ 71 h 128"/>
                <a:gd name="T48" fmla="*/ 31 w 426"/>
                <a:gd name="T49" fmla="*/ 74 h 128"/>
                <a:gd name="T50" fmla="*/ 37 w 426"/>
                <a:gd name="T51" fmla="*/ 92 h 128"/>
                <a:gd name="T52" fmla="*/ 59 w 426"/>
                <a:gd name="T53" fmla="*/ 109 h 128"/>
                <a:gd name="T54" fmla="*/ 29 w 426"/>
                <a:gd name="T55" fmla="*/ 125 h 128"/>
                <a:gd name="T56" fmla="*/ 74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7"/>
                    <a:pt x="371" y="7"/>
                  </a:cubicBezTo>
                  <a:cubicBezTo>
                    <a:pt x="372" y="7"/>
                    <a:pt x="372" y="7"/>
                    <a:pt x="373" y="7"/>
                  </a:cubicBezTo>
                  <a:cubicBezTo>
                    <a:pt x="373" y="7"/>
                    <a:pt x="373" y="7"/>
                    <a:pt x="373" y="7"/>
                  </a:cubicBezTo>
                  <a:cubicBezTo>
                    <a:pt x="395"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7"/>
                  </a:cubicBezTo>
                  <a:cubicBezTo>
                    <a:pt x="369" y="107"/>
                    <a:pt x="368"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20"/>
                    <a:pt x="83" y="20"/>
                  </a:cubicBezTo>
                  <a:cubicBezTo>
                    <a:pt x="82" y="20"/>
                    <a:pt x="69" y="21"/>
                    <a:pt x="57" y="27"/>
                  </a:cubicBezTo>
                  <a:cubicBezTo>
                    <a:pt x="50" y="30"/>
                    <a:pt x="44" y="35"/>
                    <a:pt x="39" y="42"/>
                  </a:cubicBezTo>
                  <a:cubicBezTo>
                    <a:pt x="34" y="50"/>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 name="Freeform 1669">
              <a:extLst>
                <a:ext uri="{FF2B5EF4-FFF2-40B4-BE49-F238E27FC236}">
                  <a16:creationId xmlns:a16="http://schemas.microsoft.com/office/drawing/2014/main" id="{FCC6DCE9-69CD-43F2-8074-8CFA3230A837}"/>
                </a:ext>
              </a:extLst>
            </p:cNvPr>
            <p:cNvSpPr>
              <a:spLocks/>
            </p:cNvSpPr>
            <p:nvPr userDrawn="1"/>
          </p:nvSpPr>
          <p:spPr bwMode="auto">
            <a:xfrm>
              <a:off x="6498636" y="4239603"/>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3 w 426"/>
                <a:gd name="T73" fmla="*/ 7 h 127"/>
                <a:gd name="T74" fmla="*/ 391 w 426"/>
                <a:gd name="T75" fmla="*/ 5 h 127"/>
                <a:gd name="T76" fmla="*/ 376 w 426"/>
                <a:gd name="T77" fmla="*/ 2 h 127"/>
                <a:gd name="T78" fmla="*/ 374 w 426"/>
                <a:gd name="T79" fmla="*/ 1 h 127"/>
                <a:gd name="T80" fmla="*/ 346 w 426"/>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4"/>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 name="Freeform 1670">
              <a:extLst>
                <a:ext uri="{FF2B5EF4-FFF2-40B4-BE49-F238E27FC236}">
                  <a16:creationId xmlns:a16="http://schemas.microsoft.com/office/drawing/2014/main" id="{A47CB4C9-2050-4775-9CCF-FD09DDBC071A}"/>
                </a:ext>
              </a:extLst>
            </p:cNvPr>
            <p:cNvSpPr>
              <a:spLocks noEditPoints="1"/>
            </p:cNvSpPr>
            <p:nvPr userDrawn="1"/>
          </p:nvSpPr>
          <p:spPr bwMode="auto">
            <a:xfrm>
              <a:off x="7064586" y="4241610"/>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 name="Freeform 1671">
              <a:extLst>
                <a:ext uri="{FF2B5EF4-FFF2-40B4-BE49-F238E27FC236}">
                  <a16:creationId xmlns:a16="http://schemas.microsoft.com/office/drawing/2014/main" id="{001FD931-5E98-4228-8E2A-1AE29E475051}"/>
                </a:ext>
              </a:extLst>
            </p:cNvPr>
            <p:cNvSpPr>
              <a:spLocks noEditPoints="1"/>
            </p:cNvSpPr>
            <p:nvPr userDrawn="1"/>
          </p:nvSpPr>
          <p:spPr bwMode="auto">
            <a:xfrm>
              <a:off x="7052544" y="4817594"/>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6 h 128"/>
                <a:gd name="T64" fmla="*/ 84 w 426"/>
                <a:gd name="T65" fmla="*/ 26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09 w 426"/>
                <a:gd name="T77" fmla="*/ 21 h 128"/>
                <a:gd name="T78" fmla="*/ 410 w 426"/>
                <a:gd name="T79" fmla="*/ 15 h 128"/>
                <a:gd name="T80" fmla="*/ 374 w 426"/>
                <a:gd name="T81" fmla="*/ 1 h 128"/>
                <a:gd name="T82" fmla="*/ 374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8"/>
                  </a:moveTo>
                  <a:cubicBezTo>
                    <a:pt x="202" y="8"/>
                    <a:pt x="193" y="9"/>
                    <a:pt x="184" y="10"/>
                  </a:cubicBezTo>
                  <a:cubicBezTo>
                    <a:pt x="130" y="15"/>
                    <a:pt x="85" y="19"/>
                    <a:pt x="83" y="20"/>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2"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8" y="28"/>
                  </a:cubicBezTo>
                  <a:cubicBezTo>
                    <a:pt x="73" y="27"/>
                    <a:pt x="76" y="26"/>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6" y="25"/>
                    <a:pt x="92" y="25"/>
                  </a:cubicBezTo>
                  <a:cubicBezTo>
                    <a:pt x="111" y="23"/>
                    <a:pt x="165" y="17"/>
                    <a:pt x="221" y="13"/>
                  </a:cubicBezTo>
                  <a:cubicBezTo>
                    <a:pt x="211" y="8"/>
                    <a:pt x="211" y="8"/>
                    <a:pt x="211" y="8"/>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 name="Freeform 1672">
              <a:extLst>
                <a:ext uri="{FF2B5EF4-FFF2-40B4-BE49-F238E27FC236}">
                  <a16:creationId xmlns:a16="http://schemas.microsoft.com/office/drawing/2014/main" id="{D23AEA35-9D67-47DA-B932-647A09F12ED2}"/>
                </a:ext>
              </a:extLst>
            </p:cNvPr>
            <p:cNvSpPr>
              <a:spLocks noEditPoints="1"/>
            </p:cNvSpPr>
            <p:nvPr userDrawn="1"/>
          </p:nvSpPr>
          <p:spPr bwMode="auto">
            <a:xfrm>
              <a:off x="8627972"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1 h 276"/>
                <a:gd name="T58" fmla="*/ 79 w 80"/>
                <a:gd name="T59" fmla="*/ 242 h 276"/>
                <a:gd name="T60" fmla="*/ 80 w 80"/>
                <a:gd name="T61" fmla="*/ 216 h 276"/>
                <a:gd name="T62" fmla="*/ 67 w 80"/>
                <a:gd name="T63" fmla="*/ 46 h 276"/>
                <a:gd name="T64" fmla="*/ 37 w 80"/>
                <a:gd name="T65" fmla="*/ 28 h 276"/>
                <a:gd name="T66" fmla="*/ 36 w 80"/>
                <a:gd name="T67" fmla="*/ 28 h 276"/>
                <a:gd name="T68" fmla="*/ 36 w 80"/>
                <a:gd name="T69" fmla="*/ 28 h 276"/>
                <a:gd name="T70" fmla="*/ 15 w 80"/>
                <a:gd name="T71" fmla="*/ 40 h 276"/>
                <a:gd name="T72" fmla="*/ 0 w 80"/>
                <a:gd name="T73"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 name="Freeform 1673">
              <a:extLst>
                <a:ext uri="{FF2B5EF4-FFF2-40B4-BE49-F238E27FC236}">
                  <a16:creationId xmlns:a16="http://schemas.microsoft.com/office/drawing/2014/main" id="{85EB2774-E601-4F38-83A1-E975209D059A}"/>
                </a:ext>
              </a:extLst>
            </p:cNvPr>
            <p:cNvSpPr>
              <a:spLocks noEditPoints="1"/>
            </p:cNvSpPr>
            <p:nvPr userDrawn="1"/>
          </p:nvSpPr>
          <p:spPr bwMode="auto">
            <a:xfrm>
              <a:off x="8644027" y="3822165"/>
              <a:ext cx="94326" cy="331141"/>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56 w 63"/>
                <a:gd name="T17" fmla="*/ 193 h 220"/>
                <a:gd name="T18" fmla="*/ 39 w 63"/>
                <a:gd name="T19" fmla="*/ 214 h 220"/>
                <a:gd name="T20" fmla="*/ 38 w 63"/>
                <a:gd name="T21" fmla="*/ 214 h 220"/>
                <a:gd name="T22" fmla="*/ 38 w 63"/>
                <a:gd name="T23" fmla="*/ 214 h 220"/>
                <a:gd name="T24" fmla="*/ 12 w 63"/>
                <a:gd name="T25" fmla="*/ 197 h 220"/>
                <a:gd name="T26" fmla="*/ 10 w 63"/>
                <a:gd name="T27" fmla="*/ 190 h 220"/>
                <a:gd name="T28" fmla="*/ 10 w 63"/>
                <a:gd name="T29" fmla="*/ 190 h 220"/>
                <a:gd name="T30" fmla="*/ 10 w 63"/>
                <a:gd name="T31" fmla="*/ 63 h 220"/>
                <a:gd name="T32" fmla="*/ 10 w 63"/>
                <a:gd name="T33" fmla="*/ 54 h 220"/>
                <a:gd name="T34" fmla="*/ 14 w 63"/>
                <a:gd name="T35" fmla="*/ 48 h 220"/>
                <a:gd name="T36" fmla="*/ 24 w 63"/>
                <a:gd name="T37" fmla="*/ 34 h 220"/>
                <a:gd name="T38" fmla="*/ 29 w 63"/>
                <a:gd name="T39" fmla="*/ 33 h 220"/>
                <a:gd name="T40" fmla="*/ 0 w 63"/>
                <a:gd name="T41" fmla="*/ 0 h 220"/>
                <a:gd name="T42" fmla="*/ 3 w 63"/>
                <a:gd name="T43" fmla="*/ 43 h 220"/>
                <a:gd name="T44" fmla="*/ 4 w 63"/>
                <a:gd name="T45" fmla="*/ 62 h 220"/>
                <a:gd name="T46" fmla="*/ 4 w 63"/>
                <a:gd name="T47" fmla="*/ 62 h 220"/>
                <a:gd name="T48" fmla="*/ 4 w 63"/>
                <a:gd name="T49" fmla="*/ 190 h 220"/>
                <a:gd name="T50" fmla="*/ 19 w 63"/>
                <a:gd name="T51" fmla="*/ 215 h 220"/>
                <a:gd name="T52" fmla="*/ 39 w 63"/>
                <a:gd name="T53" fmla="*/ 220 h 220"/>
                <a:gd name="T54" fmla="*/ 62 w 63"/>
                <a:gd name="T55" fmla="*/ 194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3"/>
                  </a:cubicBezTo>
                  <a:cubicBezTo>
                    <a:pt x="56" y="193"/>
                    <a:pt x="56" y="193"/>
                    <a:pt x="56" y="193"/>
                  </a:cubicBezTo>
                  <a:cubicBezTo>
                    <a:pt x="56" y="193"/>
                    <a:pt x="56" y="193"/>
                    <a:pt x="56" y="193"/>
                  </a:cubicBezTo>
                  <a:cubicBezTo>
                    <a:pt x="56" y="193"/>
                    <a:pt x="56" y="193"/>
                    <a:pt x="56" y="193"/>
                  </a:cubicBezTo>
                  <a:cubicBezTo>
                    <a:pt x="55" y="204"/>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4"/>
                    <a:pt x="62" y="194"/>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 name="Freeform 1674">
              <a:extLst>
                <a:ext uri="{FF2B5EF4-FFF2-40B4-BE49-F238E27FC236}">
                  <a16:creationId xmlns:a16="http://schemas.microsoft.com/office/drawing/2014/main" id="{8DB959D8-D366-476B-B416-BEB768F4B840}"/>
                </a:ext>
              </a:extLst>
            </p:cNvPr>
            <p:cNvSpPr>
              <a:spLocks noEditPoints="1"/>
            </p:cNvSpPr>
            <p:nvPr userDrawn="1"/>
          </p:nvSpPr>
          <p:spPr bwMode="auto">
            <a:xfrm>
              <a:off x="8684165" y="4237596"/>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1 h 275"/>
                <a:gd name="T62" fmla="*/ 80 w 80"/>
                <a:gd name="T63" fmla="*/ 220 h 275"/>
                <a:gd name="T64" fmla="*/ 72 w 80"/>
                <a:gd name="T65" fmla="*/ 62 h 275"/>
                <a:gd name="T66" fmla="*/ 57 w 80"/>
                <a:gd name="T67" fmla="*/ 34 h 275"/>
                <a:gd name="T68" fmla="*/ 37 w 80"/>
                <a:gd name="T69" fmla="*/ 28 h 275"/>
                <a:gd name="T70" fmla="*/ 36 w 80"/>
                <a:gd name="T71" fmla="*/ 28 h 275"/>
                <a:gd name="T72" fmla="*/ 24 w 80"/>
                <a:gd name="T73" fmla="*/ 32 h 275"/>
                <a:gd name="T74" fmla="*/ 13 w 80"/>
                <a:gd name="T75"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5">
                  <a:moveTo>
                    <a:pt x="36" y="34"/>
                  </a:moveTo>
                  <a:cubicBezTo>
                    <a:pt x="37" y="34"/>
                    <a:pt x="37" y="34"/>
                    <a:pt x="37" y="34"/>
                  </a:cubicBezTo>
                  <a:cubicBezTo>
                    <a:pt x="44" y="34"/>
                    <a:pt x="50" y="36"/>
                    <a:pt x="54" y="39"/>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3"/>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5"/>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2" y="62"/>
                  </a:cubicBezTo>
                  <a:cubicBezTo>
                    <a:pt x="72" y="61"/>
                    <a:pt x="71" y="54"/>
                    <a:pt x="67" y="46"/>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 name="Freeform 1675">
              <a:extLst>
                <a:ext uri="{FF2B5EF4-FFF2-40B4-BE49-F238E27FC236}">
                  <a16:creationId xmlns:a16="http://schemas.microsoft.com/office/drawing/2014/main" id="{F4CF9F08-22D1-4304-81CE-CA059D1793FF}"/>
                </a:ext>
              </a:extLst>
            </p:cNvPr>
            <p:cNvSpPr>
              <a:spLocks noEditPoints="1"/>
            </p:cNvSpPr>
            <p:nvPr userDrawn="1"/>
          </p:nvSpPr>
          <p:spPr bwMode="auto">
            <a:xfrm>
              <a:off x="7955655" y="5572193"/>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 name="Freeform 1676">
              <a:extLst>
                <a:ext uri="{FF2B5EF4-FFF2-40B4-BE49-F238E27FC236}">
                  <a16:creationId xmlns:a16="http://schemas.microsoft.com/office/drawing/2014/main" id="{C9F04F5C-AC23-466C-9198-7A184BBB70EB}"/>
                </a:ext>
              </a:extLst>
            </p:cNvPr>
            <p:cNvSpPr>
              <a:spLocks/>
            </p:cNvSpPr>
            <p:nvPr userDrawn="1"/>
          </p:nvSpPr>
          <p:spPr bwMode="auto">
            <a:xfrm>
              <a:off x="8563750" y="5708663"/>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 name="Freeform 1677">
              <a:extLst>
                <a:ext uri="{FF2B5EF4-FFF2-40B4-BE49-F238E27FC236}">
                  <a16:creationId xmlns:a16="http://schemas.microsoft.com/office/drawing/2014/main" id="{EC87ACBB-2DA2-4149-BE9F-6BAF033F603C}"/>
                </a:ext>
              </a:extLst>
            </p:cNvPr>
            <p:cNvSpPr>
              <a:spLocks noEditPoints="1"/>
            </p:cNvSpPr>
            <p:nvPr userDrawn="1"/>
          </p:nvSpPr>
          <p:spPr bwMode="auto">
            <a:xfrm>
              <a:off x="8501536" y="4303824"/>
              <a:ext cx="148512" cy="471625"/>
            </a:xfrm>
            <a:custGeom>
              <a:avLst/>
              <a:gdLst>
                <a:gd name="T0" fmla="*/ 19 w 99"/>
                <a:gd name="T1" fmla="*/ 247 h 313"/>
                <a:gd name="T2" fmla="*/ 19 w 99"/>
                <a:gd name="T3" fmla="*/ 247 h 313"/>
                <a:gd name="T4" fmla="*/ 91 w 99"/>
                <a:gd name="T5" fmla="*/ 233 h 313"/>
                <a:gd name="T6" fmla="*/ 91 w 99"/>
                <a:gd name="T7" fmla="*/ 233 h 313"/>
                <a:gd name="T8" fmla="*/ 91 w 99"/>
                <a:gd name="T9" fmla="*/ 233 h 313"/>
                <a:gd name="T10" fmla="*/ 91 w 99"/>
                <a:gd name="T11" fmla="*/ 233 h 313"/>
                <a:gd name="T12" fmla="*/ 91 w 99"/>
                <a:gd name="T13" fmla="*/ 233 h 313"/>
                <a:gd name="T14" fmla="*/ 90 w 99"/>
                <a:gd name="T15" fmla="*/ 233 h 313"/>
                <a:gd name="T16" fmla="*/ 22 w 99"/>
                <a:gd name="T17" fmla="*/ 246 h 313"/>
                <a:gd name="T18" fmla="*/ 13 w 99"/>
                <a:gd name="T19" fmla="*/ 157 h 313"/>
                <a:gd name="T20" fmla="*/ 7 w 99"/>
                <a:gd name="T21" fmla="*/ 41 h 313"/>
                <a:gd name="T22" fmla="*/ 21 w 99"/>
                <a:gd name="T23" fmla="*/ 11 h 313"/>
                <a:gd name="T24" fmla="*/ 34 w 99"/>
                <a:gd name="T25" fmla="*/ 6 h 313"/>
                <a:gd name="T26" fmla="*/ 35 w 99"/>
                <a:gd name="T27" fmla="*/ 6 h 313"/>
                <a:gd name="T28" fmla="*/ 35 w 99"/>
                <a:gd name="T29" fmla="*/ 6 h 313"/>
                <a:gd name="T30" fmla="*/ 60 w 99"/>
                <a:gd name="T31" fmla="*/ 12 h 313"/>
                <a:gd name="T32" fmla="*/ 79 w 99"/>
                <a:gd name="T33" fmla="*/ 39 h 313"/>
                <a:gd name="T34" fmla="*/ 79 w 99"/>
                <a:gd name="T35" fmla="*/ 42 h 313"/>
                <a:gd name="T36" fmla="*/ 85 w 99"/>
                <a:gd name="T37" fmla="*/ 233 h 313"/>
                <a:gd name="T38" fmla="*/ 86 w 99"/>
                <a:gd name="T39" fmla="*/ 244 h 313"/>
                <a:gd name="T40" fmla="*/ 80 w 99"/>
                <a:gd name="T41" fmla="*/ 237 h 313"/>
                <a:gd name="T42" fmla="*/ 76 w 99"/>
                <a:gd name="T43" fmla="*/ 268 h 313"/>
                <a:gd name="T44" fmla="*/ 59 w 99"/>
                <a:gd name="T45" fmla="*/ 279 h 313"/>
                <a:gd name="T46" fmla="*/ 57 w 99"/>
                <a:gd name="T47" fmla="*/ 279 h 313"/>
                <a:gd name="T48" fmla="*/ 55 w 99"/>
                <a:gd name="T49" fmla="*/ 279 h 313"/>
                <a:gd name="T50" fmla="*/ 24 w 99"/>
                <a:gd name="T51" fmla="*/ 257 h 313"/>
                <a:gd name="T52" fmla="*/ 22 w 99"/>
                <a:gd name="T53" fmla="*/ 247 h 313"/>
                <a:gd name="T54" fmla="*/ 22 w 99"/>
                <a:gd name="T55" fmla="*/ 247 h 313"/>
                <a:gd name="T56" fmla="*/ 22 w 99"/>
                <a:gd name="T57" fmla="*/ 246 h 313"/>
                <a:gd name="T58" fmla="*/ 17 w 99"/>
                <a:gd name="T59" fmla="*/ 6 h 313"/>
                <a:gd name="T60" fmla="*/ 1 w 99"/>
                <a:gd name="T61" fmla="*/ 40 h 313"/>
                <a:gd name="T62" fmla="*/ 8 w 99"/>
                <a:gd name="T63" fmla="*/ 173 h 313"/>
                <a:gd name="T64" fmla="*/ 21 w 99"/>
                <a:gd name="T65" fmla="*/ 266 h 313"/>
                <a:gd name="T66" fmla="*/ 55 w 99"/>
                <a:gd name="T67" fmla="*/ 285 h 313"/>
                <a:gd name="T68" fmla="*/ 58 w 99"/>
                <a:gd name="T69" fmla="*/ 285 h 313"/>
                <a:gd name="T70" fmla="*/ 58 w 99"/>
                <a:gd name="T71" fmla="*/ 285 h 313"/>
                <a:gd name="T72" fmla="*/ 81 w 99"/>
                <a:gd name="T73" fmla="*/ 271 h 313"/>
                <a:gd name="T74" fmla="*/ 99 w 99"/>
                <a:gd name="T75" fmla="*/ 313 h 313"/>
                <a:gd name="T76" fmla="*/ 95 w 99"/>
                <a:gd name="T77" fmla="*/ 278 h 313"/>
                <a:gd name="T78" fmla="*/ 92 w 99"/>
                <a:gd name="T79" fmla="*/ 240 h 313"/>
                <a:gd name="T80" fmla="*/ 91 w 99"/>
                <a:gd name="T81" fmla="*/ 233 h 313"/>
                <a:gd name="T82" fmla="*/ 85 w 99"/>
                <a:gd name="T83" fmla="*/ 42 h 313"/>
                <a:gd name="T84" fmla="*/ 78 w 99"/>
                <a:gd name="T85" fmla="*/ 21 h 313"/>
                <a:gd name="T86" fmla="*/ 35 w 99"/>
                <a:gd name="T8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1" y="233"/>
                  </a:moveTo>
                  <a:cubicBezTo>
                    <a:pt x="91" y="233"/>
                    <a:pt x="91" y="233"/>
                    <a:pt x="91" y="233"/>
                  </a:cubicBezTo>
                  <a:moveTo>
                    <a:pt x="91" y="233"/>
                  </a:moveTo>
                  <a:cubicBezTo>
                    <a:pt x="91" y="233"/>
                    <a:pt x="91" y="233"/>
                    <a:pt x="91" y="233"/>
                  </a:cubicBezTo>
                  <a:moveTo>
                    <a:pt x="91" y="233"/>
                  </a:moveTo>
                  <a:cubicBezTo>
                    <a:pt x="91" y="233"/>
                    <a:pt x="91" y="233"/>
                    <a:pt x="91" y="233"/>
                  </a:cubicBezTo>
                  <a:cubicBezTo>
                    <a:pt x="91" y="233"/>
                    <a:pt x="91" y="233"/>
                    <a:pt x="91" y="233"/>
                  </a:cubicBezTo>
                  <a:moveTo>
                    <a:pt x="91" y="233"/>
                  </a:moveTo>
                  <a:cubicBezTo>
                    <a:pt x="91" y="233"/>
                    <a:pt x="91" y="233"/>
                    <a:pt x="91" y="233"/>
                  </a:cubicBezTo>
                  <a:cubicBezTo>
                    <a:pt x="91" y="233"/>
                    <a:pt x="91" y="233"/>
                    <a:pt x="91" y="233"/>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 name="Freeform 1678">
              <a:extLst>
                <a:ext uri="{FF2B5EF4-FFF2-40B4-BE49-F238E27FC236}">
                  <a16:creationId xmlns:a16="http://schemas.microsoft.com/office/drawing/2014/main" id="{F6DF1225-5340-4C5B-A4F0-B77848B199C9}"/>
                </a:ext>
              </a:extLst>
            </p:cNvPr>
            <p:cNvSpPr>
              <a:spLocks noEditPoints="1"/>
            </p:cNvSpPr>
            <p:nvPr userDrawn="1"/>
          </p:nvSpPr>
          <p:spPr bwMode="auto">
            <a:xfrm>
              <a:off x="6281890" y="4311852"/>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0 w 116"/>
                <a:gd name="T21" fmla="*/ 6 h 365"/>
                <a:gd name="T22" fmla="*/ 41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3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39"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5"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5"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 name="Freeform 1679">
              <a:extLst>
                <a:ext uri="{FF2B5EF4-FFF2-40B4-BE49-F238E27FC236}">
                  <a16:creationId xmlns:a16="http://schemas.microsoft.com/office/drawing/2014/main" id="{7AA5D8E5-BAB6-4AED-B704-E08F1568ECC5}"/>
                </a:ext>
              </a:extLst>
            </p:cNvPr>
            <p:cNvSpPr>
              <a:spLocks/>
            </p:cNvSpPr>
            <p:nvPr userDrawn="1"/>
          </p:nvSpPr>
          <p:spPr bwMode="auto">
            <a:xfrm>
              <a:off x="6450471" y="4845690"/>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 name="Freeform 1680">
              <a:extLst>
                <a:ext uri="{FF2B5EF4-FFF2-40B4-BE49-F238E27FC236}">
                  <a16:creationId xmlns:a16="http://schemas.microsoft.com/office/drawing/2014/main" id="{4459C6BF-D52E-4412-A8D3-67CA700ABCE3}"/>
                </a:ext>
              </a:extLst>
            </p:cNvPr>
            <p:cNvSpPr>
              <a:spLocks noEditPoints="1"/>
            </p:cNvSpPr>
            <p:nvPr userDrawn="1"/>
          </p:nvSpPr>
          <p:spPr bwMode="auto">
            <a:xfrm>
              <a:off x="7977732" y="4351990"/>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 name="Freeform 1681">
              <a:extLst>
                <a:ext uri="{FF2B5EF4-FFF2-40B4-BE49-F238E27FC236}">
                  <a16:creationId xmlns:a16="http://schemas.microsoft.com/office/drawing/2014/main" id="{3510E7CA-4E6E-45F1-9C61-ED81440D7271}"/>
                </a:ext>
              </a:extLst>
            </p:cNvPr>
            <p:cNvSpPr>
              <a:spLocks noEditPoints="1"/>
            </p:cNvSpPr>
            <p:nvPr userDrawn="1"/>
          </p:nvSpPr>
          <p:spPr bwMode="auto">
            <a:xfrm>
              <a:off x="6251787" y="3992753"/>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3"/>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1"/>
                    <a:pt x="6" y="31"/>
                    <a:pt x="6" y="31"/>
                  </a:cubicBezTo>
                  <a:cubicBezTo>
                    <a:pt x="6" y="30"/>
                    <a:pt x="6" y="30"/>
                    <a:pt x="6" y="29"/>
                  </a:cubicBezTo>
                  <a:cubicBezTo>
                    <a:pt x="6" y="25"/>
                    <a:pt x="8" y="21"/>
                    <a:pt x="9" y="18"/>
                  </a:cubicBezTo>
                  <a:cubicBezTo>
                    <a:pt x="12" y="13"/>
                    <a:pt x="16" y="10"/>
                    <a:pt x="20" y="8"/>
                  </a:cubicBezTo>
                  <a:cubicBezTo>
                    <a:pt x="21" y="7"/>
                    <a:pt x="23" y="7"/>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9"/>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 name="Freeform 1682">
              <a:extLst>
                <a:ext uri="{FF2B5EF4-FFF2-40B4-BE49-F238E27FC236}">
                  <a16:creationId xmlns:a16="http://schemas.microsoft.com/office/drawing/2014/main" id="{77AFD2C7-7A44-4FEE-9782-DB252D5FB746}"/>
                </a:ext>
              </a:extLst>
            </p:cNvPr>
            <p:cNvSpPr>
              <a:spLocks noEditPoints="1"/>
            </p:cNvSpPr>
            <p:nvPr userDrawn="1"/>
          </p:nvSpPr>
          <p:spPr bwMode="auto">
            <a:xfrm>
              <a:off x="8322921" y="5160776"/>
              <a:ext cx="240830" cy="180622"/>
            </a:xfrm>
            <a:custGeom>
              <a:avLst/>
              <a:gdLst>
                <a:gd name="T0" fmla="*/ 6 w 160"/>
                <a:gd name="T1" fmla="*/ 46 h 121"/>
                <a:gd name="T2" fmla="*/ 6 w 160"/>
                <a:gd name="T3" fmla="*/ 46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4 h 121"/>
                <a:gd name="T42" fmla="*/ 6 w 160"/>
                <a:gd name="T43" fmla="*/ 45 h 121"/>
                <a:gd name="T44" fmla="*/ 12 w 160"/>
                <a:gd name="T45" fmla="*/ 39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6"/>
                  </a:moveTo>
                  <a:cubicBezTo>
                    <a:pt x="6" y="46"/>
                    <a:pt x="6" y="46"/>
                    <a:pt x="6" y="46"/>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4"/>
                    <a:pt x="7" y="94"/>
                    <a:pt x="7" y="94"/>
                  </a:cubicBezTo>
                  <a:cubicBezTo>
                    <a:pt x="6" y="45"/>
                    <a:pt x="6" y="45"/>
                    <a:pt x="6" y="45"/>
                  </a:cubicBezTo>
                  <a:cubicBezTo>
                    <a:pt x="7" y="44"/>
                    <a:pt x="9" y="41"/>
                    <a:pt x="12" y="39"/>
                  </a:cubicBezTo>
                  <a:cubicBezTo>
                    <a:pt x="16" y="35"/>
                    <a:pt x="24" y="31"/>
                    <a:pt x="36" y="31"/>
                  </a:cubicBezTo>
                  <a:cubicBezTo>
                    <a:pt x="39" y="31"/>
                    <a:pt x="42" y="32"/>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4"/>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8"/>
                    <a:pt x="160" y="57"/>
                    <a:pt x="160" y="56"/>
                  </a:cubicBezTo>
                  <a:cubicBezTo>
                    <a:pt x="160" y="49"/>
                    <a:pt x="157" y="44"/>
                    <a:pt x="154" y="40"/>
                  </a:cubicBezTo>
                  <a:cubicBezTo>
                    <a:pt x="148" y="35"/>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 name="Freeform 1683">
              <a:extLst>
                <a:ext uri="{FF2B5EF4-FFF2-40B4-BE49-F238E27FC236}">
                  <a16:creationId xmlns:a16="http://schemas.microsoft.com/office/drawing/2014/main" id="{17F29FFB-B656-43EF-8464-28CE62286D45}"/>
                </a:ext>
              </a:extLst>
            </p:cNvPr>
            <p:cNvSpPr>
              <a:spLocks noEditPoints="1"/>
            </p:cNvSpPr>
            <p:nvPr userDrawn="1"/>
          </p:nvSpPr>
          <p:spPr bwMode="auto">
            <a:xfrm>
              <a:off x="7963683" y="4502509"/>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20"/>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8"/>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 name="Freeform 1684">
              <a:extLst>
                <a:ext uri="{FF2B5EF4-FFF2-40B4-BE49-F238E27FC236}">
                  <a16:creationId xmlns:a16="http://schemas.microsoft.com/office/drawing/2014/main" id="{02F8B4A2-2A39-4A5C-9DB9-954E47A88F02}"/>
                </a:ext>
              </a:extLst>
            </p:cNvPr>
            <p:cNvSpPr>
              <a:spLocks noEditPoints="1"/>
            </p:cNvSpPr>
            <p:nvPr userDrawn="1"/>
          </p:nvSpPr>
          <p:spPr bwMode="auto">
            <a:xfrm>
              <a:off x="8772469" y="5674546"/>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5"/>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 name="Freeform 1685">
              <a:extLst>
                <a:ext uri="{FF2B5EF4-FFF2-40B4-BE49-F238E27FC236}">
                  <a16:creationId xmlns:a16="http://schemas.microsoft.com/office/drawing/2014/main" id="{5633B976-45EE-44D0-BEFE-DE994F41D3B4}"/>
                </a:ext>
              </a:extLst>
            </p:cNvPr>
            <p:cNvSpPr>
              <a:spLocks/>
            </p:cNvSpPr>
            <p:nvPr userDrawn="1"/>
          </p:nvSpPr>
          <p:spPr bwMode="auto">
            <a:xfrm>
              <a:off x="8979181" y="5839113"/>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 name="Freeform 1686">
              <a:extLst>
                <a:ext uri="{FF2B5EF4-FFF2-40B4-BE49-F238E27FC236}">
                  <a16:creationId xmlns:a16="http://schemas.microsoft.com/office/drawing/2014/main" id="{C9032F7D-7F01-479C-BCA3-72EB612FA6A5}"/>
                </a:ext>
              </a:extLst>
            </p:cNvPr>
            <p:cNvSpPr>
              <a:spLocks noEditPoints="1"/>
            </p:cNvSpPr>
            <p:nvPr userDrawn="1"/>
          </p:nvSpPr>
          <p:spPr bwMode="auto">
            <a:xfrm>
              <a:off x="7949635" y="5281191"/>
              <a:ext cx="313078" cy="280968"/>
            </a:xfrm>
            <a:custGeom>
              <a:avLst/>
              <a:gdLst>
                <a:gd name="T0" fmla="*/ 84 w 209"/>
                <a:gd name="T1" fmla="*/ 8 h 187"/>
                <a:gd name="T2" fmla="*/ 85 w 209"/>
                <a:gd name="T3" fmla="*/ 8 h 187"/>
                <a:gd name="T4" fmla="*/ 108 w 209"/>
                <a:gd name="T5" fmla="*/ 6 h 187"/>
                <a:gd name="T6" fmla="*/ 108 w 209"/>
                <a:gd name="T7" fmla="*/ 6 h 187"/>
                <a:gd name="T8" fmla="*/ 153 w 209"/>
                <a:gd name="T9" fmla="*/ 14 h 187"/>
                <a:gd name="T10" fmla="*/ 198 w 209"/>
                <a:gd name="T11" fmla="*/ 50 h 187"/>
                <a:gd name="T12" fmla="*/ 203 w 209"/>
                <a:gd name="T13" fmla="*/ 79 h 187"/>
                <a:gd name="T14" fmla="*/ 194 w 209"/>
                <a:gd name="T15" fmla="*/ 116 h 187"/>
                <a:gd name="T16" fmla="*/ 154 w 209"/>
                <a:gd name="T17" fmla="*/ 156 h 187"/>
                <a:gd name="T18" fmla="*/ 154 w 209"/>
                <a:gd name="T19" fmla="*/ 156 h 187"/>
                <a:gd name="T20" fmla="*/ 111 w 209"/>
                <a:gd name="T21" fmla="*/ 165 h 187"/>
                <a:gd name="T22" fmla="*/ 111 w 209"/>
                <a:gd name="T23" fmla="*/ 165 h 187"/>
                <a:gd name="T24" fmla="*/ 111 w 209"/>
                <a:gd name="T25" fmla="*/ 165 h 187"/>
                <a:gd name="T26" fmla="*/ 89 w 209"/>
                <a:gd name="T27" fmla="*/ 160 h 187"/>
                <a:gd name="T28" fmla="*/ 89 w 209"/>
                <a:gd name="T29" fmla="*/ 159 h 187"/>
                <a:gd name="T30" fmla="*/ 88 w 209"/>
                <a:gd name="T31" fmla="*/ 159 h 187"/>
                <a:gd name="T32" fmla="*/ 83 w 209"/>
                <a:gd name="T33" fmla="*/ 157 h 187"/>
                <a:gd name="T34" fmla="*/ 61 w 209"/>
                <a:gd name="T35" fmla="*/ 147 h 187"/>
                <a:gd name="T36" fmla="*/ 41 w 209"/>
                <a:gd name="T37" fmla="*/ 136 h 187"/>
                <a:gd name="T38" fmla="*/ 39 w 209"/>
                <a:gd name="T39" fmla="*/ 134 h 187"/>
                <a:gd name="T40" fmla="*/ 21 w 209"/>
                <a:gd name="T41" fmla="*/ 162 h 187"/>
                <a:gd name="T42" fmla="*/ 21 w 209"/>
                <a:gd name="T43" fmla="*/ 152 h 187"/>
                <a:gd name="T44" fmla="*/ 14 w 209"/>
                <a:gd name="T45" fmla="*/ 116 h 187"/>
                <a:gd name="T46" fmla="*/ 14 w 209"/>
                <a:gd name="T47" fmla="*/ 115 h 187"/>
                <a:gd name="T48" fmla="*/ 13 w 209"/>
                <a:gd name="T49" fmla="*/ 115 h 187"/>
                <a:gd name="T50" fmla="*/ 10 w 209"/>
                <a:gd name="T51" fmla="*/ 110 h 187"/>
                <a:gd name="T52" fmla="*/ 6 w 209"/>
                <a:gd name="T53" fmla="*/ 96 h 187"/>
                <a:gd name="T54" fmla="*/ 14 w 209"/>
                <a:gd name="T55" fmla="*/ 69 h 187"/>
                <a:gd name="T56" fmla="*/ 14 w 209"/>
                <a:gd name="T57" fmla="*/ 69 h 187"/>
                <a:gd name="T58" fmla="*/ 14 w 209"/>
                <a:gd name="T59" fmla="*/ 69 h 187"/>
                <a:gd name="T60" fmla="*/ 14 w 209"/>
                <a:gd name="T61" fmla="*/ 69 h 187"/>
                <a:gd name="T62" fmla="*/ 28 w 209"/>
                <a:gd name="T63" fmla="*/ 43 h 187"/>
                <a:gd name="T64" fmla="*/ 84 w 209"/>
                <a:gd name="T65" fmla="*/ 8 h 187"/>
                <a:gd name="T66" fmla="*/ 108 w 209"/>
                <a:gd name="T67" fmla="*/ 0 h 187"/>
                <a:gd name="T68" fmla="*/ 83 w 209"/>
                <a:gd name="T69" fmla="*/ 2 h 187"/>
                <a:gd name="T70" fmla="*/ 83 w 209"/>
                <a:gd name="T71" fmla="*/ 2 h 187"/>
                <a:gd name="T72" fmla="*/ 83 w 209"/>
                <a:gd name="T73" fmla="*/ 2 h 187"/>
                <a:gd name="T74" fmla="*/ 22 w 209"/>
                <a:gd name="T75" fmla="*/ 41 h 187"/>
                <a:gd name="T76" fmla="*/ 8 w 209"/>
                <a:gd name="T77" fmla="*/ 67 h 187"/>
                <a:gd name="T78" fmla="*/ 0 w 209"/>
                <a:gd name="T79" fmla="*/ 96 h 187"/>
                <a:gd name="T80" fmla="*/ 5 w 209"/>
                <a:gd name="T81" fmla="*/ 113 h 187"/>
                <a:gd name="T82" fmla="*/ 9 w 209"/>
                <a:gd name="T83" fmla="*/ 119 h 187"/>
                <a:gd name="T84" fmla="*/ 15 w 209"/>
                <a:gd name="T85" fmla="*/ 152 h 187"/>
                <a:gd name="T86" fmla="*/ 14 w 209"/>
                <a:gd name="T87" fmla="*/ 167 h 187"/>
                <a:gd name="T88" fmla="*/ 14 w 209"/>
                <a:gd name="T89" fmla="*/ 172 h 187"/>
                <a:gd name="T90" fmla="*/ 13 w 209"/>
                <a:gd name="T91" fmla="*/ 173 h 187"/>
                <a:gd name="T92" fmla="*/ 13 w 209"/>
                <a:gd name="T93" fmla="*/ 173 h 187"/>
                <a:gd name="T94" fmla="*/ 11 w 209"/>
                <a:gd name="T95" fmla="*/ 187 h 187"/>
                <a:gd name="T96" fmla="*/ 19 w 209"/>
                <a:gd name="T97" fmla="*/ 175 h 187"/>
                <a:gd name="T98" fmla="*/ 40 w 209"/>
                <a:gd name="T99" fmla="*/ 143 h 187"/>
                <a:gd name="T100" fmla="*/ 51 w 209"/>
                <a:gd name="T101" fmla="*/ 148 h 187"/>
                <a:gd name="T102" fmla="*/ 86 w 209"/>
                <a:gd name="T103" fmla="*/ 165 h 187"/>
                <a:gd name="T104" fmla="*/ 111 w 209"/>
                <a:gd name="T105" fmla="*/ 171 h 187"/>
                <a:gd name="T106" fmla="*/ 156 w 209"/>
                <a:gd name="T107" fmla="*/ 161 h 187"/>
                <a:gd name="T108" fmla="*/ 157 w 209"/>
                <a:gd name="T109" fmla="*/ 161 h 187"/>
                <a:gd name="T110" fmla="*/ 157 w 209"/>
                <a:gd name="T111" fmla="*/ 161 h 187"/>
                <a:gd name="T112" fmla="*/ 199 w 209"/>
                <a:gd name="T113" fmla="*/ 119 h 187"/>
                <a:gd name="T114" fmla="*/ 209 w 209"/>
                <a:gd name="T115" fmla="*/ 79 h 187"/>
                <a:gd name="T116" fmla="*/ 203 w 209"/>
                <a:gd name="T117" fmla="*/ 47 h 187"/>
                <a:gd name="T118" fmla="*/ 203 w 209"/>
                <a:gd name="T119" fmla="*/ 47 h 187"/>
                <a:gd name="T120" fmla="*/ 203 w 209"/>
                <a:gd name="T121" fmla="*/ 47 h 187"/>
                <a:gd name="T122" fmla="*/ 155 w 209"/>
                <a:gd name="T123" fmla="*/ 8 h 187"/>
                <a:gd name="T124" fmla="*/ 108 w 209"/>
                <a:gd name="T1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7">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1"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4"/>
                    <a:pt x="11"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8" y="56"/>
                    <a:pt x="28" y="43"/>
                  </a:cubicBezTo>
                  <a:cubicBezTo>
                    <a:pt x="39" y="30"/>
                    <a:pt x="56"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3" y="54"/>
                    <a:pt x="9" y="65"/>
                    <a:pt x="8" y="67"/>
                  </a:cubicBezTo>
                  <a:cubicBezTo>
                    <a:pt x="2" y="79"/>
                    <a:pt x="0" y="88"/>
                    <a:pt x="0" y="96"/>
                  </a:cubicBezTo>
                  <a:cubicBezTo>
                    <a:pt x="0" y="104"/>
                    <a:pt x="2"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6"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 name="Freeform 1687">
              <a:extLst>
                <a:ext uri="{FF2B5EF4-FFF2-40B4-BE49-F238E27FC236}">
                  <a16:creationId xmlns:a16="http://schemas.microsoft.com/office/drawing/2014/main" id="{566620E1-B846-4F9C-AD8E-C39D47588B4F}"/>
                </a:ext>
              </a:extLst>
            </p:cNvPr>
            <p:cNvSpPr>
              <a:spLocks noEditPoints="1"/>
            </p:cNvSpPr>
            <p:nvPr userDrawn="1"/>
          </p:nvSpPr>
          <p:spPr bwMode="auto">
            <a:xfrm>
              <a:off x="6534761" y="3830192"/>
              <a:ext cx="218754" cy="202699"/>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10 w 146"/>
                <a:gd name="T51" fmla="*/ 80 h 135"/>
                <a:gd name="T52" fmla="*/ 6 w 146"/>
                <a:gd name="T53" fmla="*/ 68 h 135"/>
                <a:gd name="T54" fmla="*/ 11 w 146"/>
                <a:gd name="T55" fmla="*/ 50 h 135"/>
                <a:gd name="T56" fmla="*/ 11 w 146"/>
                <a:gd name="T57" fmla="*/ 50 h 135"/>
                <a:gd name="T58" fmla="*/ 11 w 146"/>
                <a:gd name="T59" fmla="*/ 49 h 135"/>
                <a:gd name="T60" fmla="*/ 11 w 146"/>
                <a:gd name="T61" fmla="*/ 49 h 135"/>
                <a:gd name="T62" fmla="*/ 21 w 146"/>
                <a:gd name="T63" fmla="*/ 32 h 135"/>
                <a:gd name="T64" fmla="*/ 59 w 146"/>
                <a:gd name="T65" fmla="*/ 8 h 135"/>
                <a:gd name="T66" fmla="*/ 75 w 146"/>
                <a:gd name="T67" fmla="*/ 0 h 135"/>
                <a:gd name="T68" fmla="*/ 58 w 146"/>
                <a:gd name="T69" fmla="*/ 2 h 135"/>
                <a:gd name="T70" fmla="*/ 58 w 146"/>
                <a:gd name="T71" fmla="*/ 2 h 135"/>
                <a:gd name="T72" fmla="*/ 58 w 146"/>
                <a:gd name="T73" fmla="*/ 2 h 135"/>
                <a:gd name="T74" fmla="*/ 16 w 146"/>
                <a:gd name="T75" fmla="*/ 29 h 135"/>
                <a:gd name="T76" fmla="*/ 6 w 146"/>
                <a:gd name="T77" fmla="*/ 47 h 135"/>
                <a:gd name="T78" fmla="*/ 0 w 146"/>
                <a:gd name="T79" fmla="*/ 68 h 135"/>
                <a:gd name="T80" fmla="*/ 3 w 146"/>
                <a:gd name="T81" fmla="*/ 80 h 135"/>
                <a:gd name="T82" fmla="*/ 6 w 146"/>
                <a:gd name="T83" fmla="*/ 84 h 135"/>
                <a:gd name="T84" fmla="*/ 10 w 146"/>
                <a:gd name="T85" fmla="*/ 107 h 135"/>
                <a:gd name="T86" fmla="*/ 10 w 146"/>
                <a:gd name="T87" fmla="*/ 117 h 135"/>
                <a:gd name="T88" fmla="*/ 9 w 146"/>
                <a:gd name="T89" fmla="*/ 120 h 135"/>
                <a:gd name="T90" fmla="*/ 9 w 146"/>
                <a:gd name="T91" fmla="*/ 121 h 135"/>
                <a:gd name="T92" fmla="*/ 9 w 146"/>
                <a:gd name="T93" fmla="*/ 121 h 135"/>
                <a:gd name="T94" fmla="*/ 7 w 146"/>
                <a:gd name="T95" fmla="*/ 135 h 135"/>
                <a:gd name="T96" fmla="*/ 15 w 146"/>
                <a:gd name="T97" fmla="*/ 123 h 135"/>
                <a:gd name="T98" fmla="*/ 29 w 146"/>
                <a:gd name="T99" fmla="*/ 101 h 135"/>
                <a:gd name="T100" fmla="*/ 35 w 146"/>
                <a:gd name="T101" fmla="*/ 105 h 135"/>
                <a:gd name="T102" fmla="*/ 59 w 146"/>
                <a:gd name="T103" fmla="*/ 116 h 135"/>
                <a:gd name="T104" fmla="*/ 78 w 146"/>
                <a:gd name="T105" fmla="*/ 121 h 135"/>
                <a:gd name="T106" fmla="*/ 109 w 146"/>
                <a:gd name="T107" fmla="*/ 114 h 135"/>
                <a:gd name="T108" fmla="*/ 109 w 146"/>
                <a:gd name="T109" fmla="*/ 114 h 135"/>
                <a:gd name="T110" fmla="*/ 110 w 146"/>
                <a:gd name="T111" fmla="*/ 114 h 135"/>
                <a:gd name="T112" fmla="*/ 139 w 146"/>
                <a:gd name="T113" fmla="*/ 84 h 135"/>
                <a:gd name="T114" fmla="*/ 146 w 146"/>
                <a:gd name="T115" fmla="*/ 56 h 135"/>
                <a:gd name="T116" fmla="*/ 142 w 146"/>
                <a:gd name="T117" fmla="*/ 34 h 135"/>
                <a:gd name="T118" fmla="*/ 142 w 146"/>
                <a:gd name="T119" fmla="*/ 34 h 135"/>
                <a:gd name="T120" fmla="*/ 142 w 146"/>
                <a:gd name="T121" fmla="*/ 33 h 135"/>
                <a:gd name="T122" fmla="*/ 108 w 146"/>
                <a:gd name="T123" fmla="*/ 6 h 135"/>
                <a:gd name="T124" fmla="*/ 75 w 146"/>
                <a:gd name="T1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10" y="80"/>
                    <a:pt x="10" y="80"/>
                    <a:pt x="10" y="80"/>
                  </a:cubicBezTo>
                  <a:cubicBezTo>
                    <a:pt x="9" y="79"/>
                    <a:pt x="6" y="75"/>
                    <a:pt x="6" y="68"/>
                  </a:cubicBezTo>
                  <a:cubicBezTo>
                    <a:pt x="6" y="63"/>
                    <a:pt x="7" y="58"/>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3"/>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4"/>
                    <a:pt x="142" y="34"/>
                    <a:pt x="142" y="34"/>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 name="Freeform 1688">
              <a:extLst>
                <a:ext uri="{FF2B5EF4-FFF2-40B4-BE49-F238E27FC236}">
                  <a16:creationId xmlns:a16="http://schemas.microsoft.com/office/drawing/2014/main" id="{6E9EB268-E02D-46ED-85DC-A369113E140C}"/>
                </a:ext>
              </a:extLst>
            </p:cNvPr>
            <p:cNvSpPr>
              <a:spLocks noEditPoints="1"/>
            </p:cNvSpPr>
            <p:nvPr userDrawn="1"/>
          </p:nvSpPr>
          <p:spPr bwMode="auto">
            <a:xfrm>
              <a:off x="8302852" y="5768870"/>
              <a:ext cx="315086" cy="282975"/>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8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9"/>
                    <a:pt x="191" y="134"/>
                    <a:pt x="199" y="119"/>
                  </a:cubicBezTo>
                  <a:cubicBezTo>
                    <a:pt x="206" y="105"/>
                    <a:pt x="209" y="91"/>
                    <a:pt x="209" y="79"/>
                  </a:cubicBezTo>
                  <a:cubicBezTo>
                    <a:pt x="209" y="61"/>
                    <a:pt x="203" y="48"/>
                    <a:pt x="203" y="48"/>
                  </a:cubicBezTo>
                  <a:cubicBezTo>
                    <a:pt x="203" y="48"/>
                    <a:pt x="203" y="48"/>
                    <a:pt x="203" y="48"/>
                  </a:cubicBezTo>
                  <a:cubicBezTo>
                    <a:pt x="202" y="48"/>
                    <a:pt x="202" y="48"/>
                    <a:pt x="202" y="48"/>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 name="Freeform 1689">
              <a:extLst>
                <a:ext uri="{FF2B5EF4-FFF2-40B4-BE49-F238E27FC236}">
                  <a16:creationId xmlns:a16="http://schemas.microsoft.com/office/drawing/2014/main" id="{7327625B-CB13-44F4-B1B2-E61862AFDB86}"/>
                </a:ext>
              </a:extLst>
            </p:cNvPr>
            <p:cNvSpPr>
              <a:spLocks noEditPoints="1"/>
            </p:cNvSpPr>
            <p:nvPr userDrawn="1"/>
          </p:nvSpPr>
          <p:spPr bwMode="auto">
            <a:xfrm>
              <a:off x="6789639" y="5106589"/>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8"/>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2"/>
                    <a:pt x="111" y="172"/>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 name="Freeform 1690">
              <a:extLst>
                <a:ext uri="{FF2B5EF4-FFF2-40B4-BE49-F238E27FC236}">
                  <a16:creationId xmlns:a16="http://schemas.microsoft.com/office/drawing/2014/main" id="{A70A5157-207B-405E-BDF6-A3BD4E793CBB}"/>
                </a:ext>
              </a:extLst>
            </p:cNvPr>
            <p:cNvSpPr>
              <a:spLocks/>
            </p:cNvSpPr>
            <p:nvPr userDrawn="1"/>
          </p:nvSpPr>
          <p:spPr bwMode="auto">
            <a:xfrm>
              <a:off x="6920088"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 name="Freeform 1691">
              <a:extLst>
                <a:ext uri="{FF2B5EF4-FFF2-40B4-BE49-F238E27FC236}">
                  <a16:creationId xmlns:a16="http://schemas.microsoft.com/office/drawing/2014/main" id="{0ED10942-0764-42EF-8998-B53FA2CCA6FC}"/>
                </a:ext>
              </a:extLst>
            </p:cNvPr>
            <p:cNvSpPr>
              <a:spLocks/>
            </p:cNvSpPr>
            <p:nvPr userDrawn="1"/>
          </p:nvSpPr>
          <p:spPr bwMode="auto">
            <a:xfrm>
              <a:off x="7648598" y="4576764"/>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1"/>
                    <a:pt x="5" y="114"/>
                  </a:cubicBezTo>
                  <a:cubicBezTo>
                    <a:pt x="7" y="117"/>
                    <a:pt x="8" y="119"/>
                    <a:pt x="9" y="120"/>
                  </a:cubicBezTo>
                  <a:cubicBezTo>
                    <a:pt x="14" y="130"/>
                    <a:pt x="15" y="143"/>
                    <a:pt x="15" y="153"/>
                  </a:cubicBezTo>
                  <a:cubicBezTo>
                    <a:pt x="15" y="159"/>
                    <a:pt x="15" y="164"/>
                    <a:pt x="14" y="168"/>
                  </a:cubicBezTo>
                  <a:cubicBezTo>
                    <a:pt x="14" y="170"/>
                    <a:pt x="14" y="172"/>
                    <a:pt x="14" y="173"/>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6"/>
                  </a:cubicBezTo>
                  <a:cubicBezTo>
                    <a:pt x="93" y="171"/>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7"/>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 name="Freeform 1692">
              <a:extLst>
                <a:ext uri="{FF2B5EF4-FFF2-40B4-BE49-F238E27FC236}">
                  <a16:creationId xmlns:a16="http://schemas.microsoft.com/office/drawing/2014/main" id="{9437C4B0-D6C4-44A1-8AEA-B31E61631B9E}"/>
                </a:ext>
              </a:extLst>
            </p:cNvPr>
            <p:cNvSpPr>
              <a:spLocks/>
            </p:cNvSpPr>
            <p:nvPr userDrawn="1"/>
          </p:nvSpPr>
          <p:spPr bwMode="auto">
            <a:xfrm>
              <a:off x="7825207" y="4825621"/>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 name="Freeform 1693">
              <a:extLst>
                <a:ext uri="{FF2B5EF4-FFF2-40B4-BE49-F238E27FC236}">
                  <a16:creationId xmlns:a16="http://schemas.microsoft.com/office/drawing/2014/main" id="{4ECAA3D3-C397-45BB-834F-C724EE30B426}"/>
                </a:ext>
              </a:extLst>
            </p:cNvPr>
            <p:cNvSpPr>
              <a:spLocks/>
            </p:cNvSpPr>
            <p:nvPr userDrawn="1"/>
          </p:nvSpPr>
          <p:spPr bwMode="auto">
            <a:xfrm>
              <a:off x="7666660"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 name="Freeform 1694">
              <a:extLst>
                <a:ext uri="{FF2B5EF4-FFF2-40B4-BE49-F238E27FC236}">
                  <a16:creationId xmlns:a16="http://schemas.microsoft.com/office/drawing/2014/main" id="{DE6B5FC0-767E-4C4D-A3D1-08A6436CE9FB}"/>
                </a:ext>
              </a:extLst>
            </p:cNvPr>
            <p:cNvSpPr>
              <a:spLocks/>
            </p:cNvSpPr>
            <p:nvPr userDrawn="1"/>
          </p:nvSpPr>
          <p:spPr bwMode="auto">
            <a:xfrm>
              <a:off x="7668667" y="4837663"/>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 name="Freeform 1695">
              <a:extLst>
                <a:ext uri="{FF2B5EF4-FFF2-40B4-BE49-F238E27FC236}">
                  <a16:creationId xmlns:a16="http://schemas.microsoft.com/office/drawing/2014/main" id="{C309973E-5D68-4ABC-931E-56648F8899F2}"/>
                </a:ext>
              </a:extLst>
            </p:cNvPr>
            <p:cNvSpPr>
              <a:spLocks noEditPoints="1"/>
            </p:cNvSpPr>
            <p:nvPr userDrawn="1"/>
          </p:nvSpPr>
          <p:spPr bwMode="auto">
            <a:xfrm>
              <a:off x="8804580" y="4378080"/>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1"/>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 name="Freeform 1696">
              <a:extLst>
                <a:ext uri="{FF2B5EF4-FFF2-40B4-BE49-F238E27FC236}">
                  <a16:creationId xmlns:a16="http://schemas.microsoft.com/office/drawing/2014/main" id="{6730DB4A-C3CC-4BC5-9F04-A2A412DA27E7}"/>
                </a:ext>
              </a:extLst>
            </p:cNvPr>
            <p:cNvSpPr>
              <a:spLocks noEditPoints="1"/>
            </p:cNvSpPr>
            <p:nvPr userDrawn="1"/>
          </p:nvSpPr>
          <p:spPr bwMode="auto">
            <a:xfrm>
              <a:off x="9047416" y="4378080"/>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 name="Freeform 1697">
              <a:extLst>
                <a:ext uri="{FF2B5EF4-FFF2-40B4-BE49-F238E27FC236}">
                  <a16:creationId xmlns:a16="http://schemas.microsoft.com/office/drawing/2014/main" id="{7EAB256A-A08F-4DA6-AA51-4DB6D64F9649}"/>
                </a:ext>
              </a:extLst>
            </p:cNvPr>
            <p:cNvSpPr>
              <a:spLocks/>
            </p:cNvSpPr>
            <p:nvPr userDrawn="1"/>
          </p:nvSpPr>
          <p:spPr bwMode="auto">
            <a:xfrm>
              <a:off x="8804580"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 name="Freeform 1698">
              <a:extLst>
                <a:ext uri="{FF2B5EF4-FFF2-40B4-BE49-F238E27FC236}">
                  <a16:creationId xmlns:a16="http://schemas.microsoft.com/office/drawing/2014/main" id="{96E150E9-C45A-4FA4-8A4B-BAFB8B277DA0}"/>
                </a:ext>
              </a:extLst>
            </p:cNvPr>
            <p:cNvSpPr>
              <a:spLocks noEditPoints="1"/>
            </p:cNvSpPr>
            <p:nvPr userDrawn="1"/>
          </p:nvSpPr>
          <p:spPr bwMode="auto">
            <a:xfrm>
              <a:off x="6637114" y="5439737"/>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4 w 233"/>
                <a:gd name="T31" fmla="*/ 77 h 208"/>
                <a:gd name="T32" fmla="*/ 93 w 233"/>
                <a:gd name="T33" fmla="*/ 8 h 208"/>
                <a:gd name="T34" fmla="*/ 92 w 233"/>
                <a:gd name="T35" fmla="*/ 2 h 208"/>
                <a:gd name="T36" fmla="*/ 92 w 233"/>
                <a:gd name="T37" fmla="*/ 3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5"/>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8"/>
                  </a:cubicBezTo>
                  <a:cubicBezTo>
                    <a:pt x="6" y="100"/>
                    <a:pt x="8" y="90"/>
                    <a:pt x="14" y="78"/>
                  </a:cubicBezTo>
                  <a:cubicBezTo>
                    <a:pt x="14" y="77"/>
                    <a:pt x="14" y="77"/>
                    <a:pt x="14" y="77"/>
                  </a:cubicBezTo>
                  <a:cubicBezTo>
                    <a:pt x="14" y="77"/>
                    <a:pt x="14" y="77"/>
                    <a:pt x="14" y="77"/>
                  </a:cubicBezTo>
                  <a:cubicBezTo>
                    <a:pt x="14" y="77"/>
                    <a:pt x="14" y="77"/>
                    <a:pt x="14"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 name="Freeform 1699">
              <a:extLst>
                <a:ext uri="{FF2B5EF4-FFF2-40B4-BE49-F238E27FC236}">
                  <a16:creationId xmlns:a16="http://schemas.microsoft.com/office/drawing/2014/main" id="{19551D9A-5E7C-4BF1-BD26-4FE0C820EA52}"/>
                </a:ext>
              </a:extLst>
            </p:cNvPr>
            <p:cNvSpPr>
              <a:spLocks noEditPoints="1"/>
            </p:cNvSpPr>
            <p:nvPr userDrawn="1"/>
          </p:nvSpPr>
          <p:spPr bwMode="auto">
            <a:xfrm>
              <a:off x="8208526" y="4606868"/>
              <a:ext cx="254879" cy="17660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7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6 w 169"/>
                <a:gd name="T49" fmla="*/ 6 h 117"/>
                <a:gd name="T50" fmla="*/ 136 w 169"/>
                <a:gd name="T51" fmla="*/ 6 h 117"/>
                <a:gd name="T52" fmla="*/ 136 w 169"/>
                <a:gd name="T53" fmla="*/ 6 h 117"/>
                <a:gd name="T54" fmla="*/ 136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7"/>
                    <a:pt x="143"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7"/>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6" y="6"/>
                  </a:moveTo>
                  <a:cubicBezTo>
                    <a:pt x="136" y="6"/>
                    <a:pt x="136" y="6"/>
                    <a:pt x="136" y="6"/>
                  </a:cubicBezTo>
                  <a:cubicBezTo>
                    <a:pt x="136" y="6"/>
                    <a:pt x="136" y="6"/>
                    <a:pt x="136" y="6"/>
                  </a:cubicBezTo>
                  <a:cubicBezTo>
                    <a:pt x="136" y="6"/>
                    <a:pt x="136" y="6"/>
                    <a:pt x="136"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 name="Freeform 1700">
              <a:extLst>
                <a:ext uri="{FF2B5EF4-FFF2-40B4-BE49-F238E27FC236}">
                  <a16:creationId xmlns:a16="http://schemas.microsoft.com/office/drawing/2014/main" id="{01D7B3A9-7531-4B3D-9C31-13DAB2EFEB59}"/>
                </a:ext>
              </a:extLst>
            </p:cNvPr>
            <p:cNvSpPr>
              <a:spLocks noEditPoints="1"/>
            </p:cNvSpPr>
            <p:nvPr userDrawn="1"/>
          </p:nvSpPr>
          <p:spPr bwMode="auto">
            <a:xfrm>
              <a:off x="6972268" y="5664511"/>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5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 name="Freeform 1701">
              <a:extLst>
                <a:ext uri="{FF2B5EF4-FFF2-40B4-BE49-F238E27FC236}">
                  <a16:creationId xmlns:a16="http://schemas.microsoft.com/office/drawing/2014/main" id="{DC0E4370-123C-4762-9BB7-3538A143412E}"/>
                </a:ext>
              </a:extLst>
            </p:cNvPr>
            <p:cNvSpPr>
              <a:spLocks noEditPoints="1"/>
            </p:cNvSpPr>
            <p:nvPr userDrawn="1"/>
          </p:nvSpPr>
          <p:spPr bwMode="auto">
            <a:xfrm>
              <a:off x="6416354" y="5794961"/>
              <a:ext cx="214740" cy="148512"/>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7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7"/>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 name="Freeform 1702">
              <a:extLst>
                <a:ext uri="{FF2B5EF4-FFF2-40B4-BE49-F238E27FC236}">
                  <a16:creationId xmlns:a16="http://schemas.microsoft.com/office/drawing/2014/main" id="{79B0E451-C393-44C1-9ED2-E715374D2F84}"/>
                </a:ext>
              </a:extLst>
            </p:cNvPr>
            <p:cNvSpPr>
              <a:spLocks noEditPoints="1"/>
            </p:cNvSpPr>
            <p:nvPr userDrawn="1"/>
          </p:nvSpPr>
          <p:spPr bwMode="auto">
            <a:xfrm>
              <a:off x="7303409" y="5285205"/>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50 w 112"/>
                <a:gd name="T15" fmla="*/ 6 h 76"/>
                <a:gd name="T16" fmla="*/ 90 w 112"/>
                <a:gd name="T17" fmla="*/ 6 h 76"/>
                <a:gd name="T18" fmla="*/ 97 w 112"/>
                <a:gd name="T19" fmla="*/ 9 h 76"/>
                <a:gd name="T20" fmla="*/ 106 w 112"/>
                <a:gd name="T21" fmla="*/ 22 h 76"/>
                <a:gd name="T22" fmla="*/ 106 w 112"/>
                <a:gd name="T23" fmla="*/ 58 h 76"/>
                <a:gd name="T24" fmla="*/ 106 w 112"/>
                <a:gd name="T25" fmla="*/ 58 h 76"/>
                <a:gd name="T26" fmla="*/ 106 w 112"/>
                <a:gd name="T27" fmla="*/ 59 h 76"/>
                <a:gd name="T28" fmla="*/ 103 w 112"/>
                <a:gd name="T29" fmla="*/ 65 h 76"/>
                <a:gd name="T30" fmla="*/ 87 w 112"/>
                <a:gd name="T31" fmla="*/ 70 h 76"/>
                <a:gd name="T32" fmla="*/ 44 w 112"/>
                <a:gd name="T33" fmla="*/ 70 h 76"/>
                <a:gd name="T34" fmla="*/ 38 w 112"/>
                <a:gd name="T35" fmla="*/ 67 h 76"/>
                <a:gd name="T36" fmla="*/ 34 w 112"/>
                <a:gd name="T37" fmla="*/ 63 h 76"/>
                <a:gd name="T38" fmla="*/ 32 w 112"/>
                <a:gd name="T39" fmla="*/ 55 h 76"/>
                <a:gd name="T40" fmla="*/ 32 w 112"/>
                <a:gd name="T41" fmla="*/ 54 h 76"/>
                <a:gd name="T42" fmla="*/ 21 w 112"/>
                <a:gd name="T43" fmla="*/ 39 h 76"/>
                <a:gd name="T44" fmla="*/ 32 w 112"/>
                <a:gd name="T45" fmla="*/ 45 h 76"/>
                <a:gd name="T46" fmla="*/ 32 w 112"/>
                <a:gd name="T47" fmla="*/ 21 h 76"/>
                <a:gd name="T48" fmla="*/ 35 w 112"/>
                <a:gd name="T49" fmla="*/ 13 h 76"/>
                <a:gd name="T50" fmla="*/ 40 w 112"/>
                <a:gd name="T51" fmla="*/ 8 h 76"/>
                <a:gd name="T52" fmla="*/ 50 w 112"/>
                <a:gd name="T53" fmla="*/ 6 h 76"/>
                <a:gd name="T54" fmla="*/ 50 w 112"/>
                <a:gd name="T55" fmla="*/ 6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6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 name="Freeform 1703">
              <a:extLst>
                <a:ext uri="{FF2B5EF4-FFF2-40B4-BE49-F238E27FC236}">
                  <a16:creationId xmlns:a16="http://schemas.microsoft.com/office/drawing/2014/main" id="{73FD47EE-1D2B-458D-814B-A4F631DDE844}"/>
                </a:ext>
              </a:extLst>
            </p:cNvPr>
            <p:cNvSpPr>
              <a:spLocks noEditPoints="1"/>
            </p:cNvSpPr>
            <p:nvPr userDrawn="1"/>
          </p:nvSpPr>
          <p:spPr bwMode="auto">
            <a:xfrm>
              <a:off x="7289360" y="5010257"/>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 name="Freeform 1704">
              <a:extLst>
                <a:ext uri="{FF2B5EF4-FFF2-40B4-BE49-F238E27FC236}">
                  <a16:creationId xmlns:a16="http://schemas.microsoft.com/office/drawing/2014/main" id="{2004D554-FE4E-4D9D-97DA-2C43642C96E2}"/>
                </a:ext>
              </a:extLst>
            </p:cNvPr>
            <p:cNvSpPr>
              <a:spLocks noEditPoints="1"/>
            </p:cNvSpPr>
            <p:nvPr userDrawn="1"/>
          </p:nvSpPr>
          <p:spPr bwMode="auto">
            <a:xfrm>
              <a:off x="6667217" y="4548667"/>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1 h 156"/>
                <a:gd name="T96" fmla="*/ 167 w 168"/>
                <a:gd name="T97" fmla="*/ 43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1"/>
                  </a:cubicBezTo>
                  <a:cubicBezTo>
                    <a:pt x="167" y="43"/>
                    <a:pt x="167" y="43"/>
                    <a:pt x="167" y="43"/>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 name="Freeform 1705">
              <a:extLst>
                <a:ext uri="{FF2B5EF4-FFF2-40B4-BE49-F238E27FC236}">
                  <a16:creationId xmlns:a16="http://schemas.microsoft.com/office/drawing/2014/main" id="{A77ACFBF-A311-4F42-B4FD-5B472259C09C}"/>
                </a:ext>
              </a:extLst>
            </p:cNvPr>
            <p:cNvSpPr>
              <a:spLocks/>
            </p:cNvSpPr>
            <p:nvPr userDrawn="1"/>
          </p:nvSpPr>
          <p:spPr bwMode="auto">
            <a:xfrm>
              <a:off x="6908047"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 name="Freeform 1706">
              <a:extLst>
                <a:ext uri="{FF2B5EF4-FFF2-40B4-BE49-F238E27FC236}">
                  <a16:creationId xmlns:a16="http://schemas.microsoft.com/office/drawing/2014/main" id="{3FD2417F-577B-47B4-A1D3-980E5713B102}"/>
                </a:ext>
              </a:extLst>
            </p:cNvPr>
            <p:cNvSpPr>
              <a:spLocks noEditPoints="1"/>
            </p:cNvSpPr>
            <p:nvPr userDrawn="1"/>
          </p:nvSpPr>
          <p:spPr bwMode="auto">
            <a:xfrm>
              <a:off x="7441886"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6 w 119"/>
                <a:gd name="T41" fmla="*/ 160 h 166"/>
                <a:gd name="T42" fmla="*/ 16 w 119"/>
                <a:gd name="T43" fmla="*/ 156 h 166"/>
                <a:gd name="T44" fmla="*/ 7 w 119"/>
                <a:gd name="T45" fmla="*/ 130 h 166"/>
                <a:gd name="T46" fmla="*/ 6 w 119"/>
                <a:gd name="T47" fmla="*/ 62 h 166"/>
                <a:gd name="T48" fmla="*/ 70 w 119"/>
                <a:gd name="T49" fmla="*/ 10 h 166"/>
                <a:gd name="T50" fmla="*/ 68 w 119"/>
                <a:gd name="T51" fmla="*/ 9 h 166"/>
                <a:gd name="T52" fmla="*/ 70 w 119"/>
                <a:gd name="T53" fmla="*/ 10 h 166"/>
                <a:gd name="T54" fmla="*/ 79 w 119"/>
                <a:gd name="T55" fmla="*/ 0 h 166"/>
                <a:gd name="T56" fmla="*/ 68 w 119"/>
                <a:gd name="T57" fmla="*/ 8 h 166"/>
                <a:gd name="T58" fmla="*/ 31 w 119"/>
                <a:gd name="T59" fmla="*/ 36 h 166"/>
                <a:gd name="T60" fmla="*/ 14 w 119"/>
                <a:gd name="T61" fmla="*/ 40 h 166"/>
                <a:gd name="T62" fmla="*/ 2 w 119"/>
                <a:gd name="T63" fmla="*/ 53 h 166"/>
                <a:gd name="T64" fmla="*/ 0 w 119"/>
                <a:gd name="T65" fmla="*/ 61 h 166"/>
                <a:gd name="T66" fmla="*/ 0 w 119"/>
                <a:gd name="T67" fmla="*/ 62 h 166"/>
                <a:gd name="T68" fmla="*/ 1 w 119"/>
                <a:gd name="T69" fmla="*/ 130 h 166"/>
                <a:gd name="T70" fmla="*/ 1 w 119"/>
                <a:gd name="T71" fmla="*/ 131 h 166"/>
                <a:gd name="T72" fmla="*/ 12 w 119"/>
                <a:gd name="T73" fmla="*/ 160 h 166"/>
                <a:gd name="T74" fmla="*/ 26 w 119"/>
                <a:gd name="T75" fmla="*/ 166 h 166"/>
                <a:gd name="T76" fmla="*/ 26 w 119"/>
                <a:gd name="T77" fmla="*/ 166 h 166"/>
                <a:gd name="T78" fmla="*/ 29 w 119"/>
                <a:gd name="T79" fmla="*/ 166 h 166"/>
                <a:gd name="T80" fmla="*/ 87 w 119"/>
                <a:gd name="T81" fmla="*/ 165 h 166"/>
                <a:gd name="T82" fmla="*/ 88 w 119"/>
                <a:gd name="T83" fmla="*/ 165 h 166"/>
                <a:gd name="T84" fmla="*/ 115 w 119"/>
                <a:gd name="T85" fmla="*/ 146 h 166"/>
                <a:gd name="T86" fmla="*/ 119 w 119"/>
                <a:gd name="T87" fmla="*/ 133 h 166"/>
                <a:gd name="T88" fmla="*/ 119 w 119"/>
                <a:gd name="T89" fmla="*/ 132 h 166"/>
                <a:gd name="T90" fmla="*/ 118 w 119"/>
                <a:gd name="T91" fmla="*/ 70 h 166"/>
                <a:gd name="T92" fmla="*/ 118 w 119"/>
                <a:gd name="T93" fmla="*/ 70 h 166"/>
                <a:gd name="T94" fmla="*/ 113 w 119"/>
                <a:gd name="T95" fmla="*/ 51 h 166"/>
                <a:gd name="T96" fmla="*/ 96 w 119"/>
                <a:gd name="T97" fmla="*/ 38 h 166"/>
                <a:gd name="T98" fmla="*/ 87 w 119"/>
                <a:gd name="T99" fmla="*/ 35 h 166"/>
                <a:gd name="T100" fmla="*/ 86 w 119"/>
                <a:gd name="T101" fmla="*/ 35 h 166"/>
                <a:gd name="T102" fmla="*/ 60 w 119"/>
                <a:gd name="T103" fmla="*/ 35 h 166"/>
                <a:gd name="T104" fmla="*/ 79 w 119"/>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 name="Freeform 1707">
              <a:extLst>
                <a:ext uri="{FF2B5EF4-FFF2-40B4-BE49-F238E27FC236}">
                  <a16:creationId xmlns:a16="http://schemas.microsoft.com/office/drawing/2014/main" id="{44A39395-2004-4B00-A411-2BCD43BC8EAB}"/>
                </a:ext>
              </a:extLst>
            </p:cNvPr>
            <p:cNvSpPr>
              <a:spLocks noEditPoints="1"/>
            </p:cNvSpPr>
            <p:nvPr userDrawn="1"/>
          </p:nvSpPr>
          <p:spPr bwMode="auto">
            <a:xfrm>
              <a:off x="6536768" y="4697179"/>
              <a:ext cx="178616" cy="250865"/>
            </a:xfrm>
            <a:custGeom>
              <a:avLst/>
              <a:gdLst>
                <a:gd name="T0" fmla="*/ 113 w 119"/>
                <a:gd name="T1" fmla="*/ 132 h 166"/>
                <a:gd name="T2" fmla="*/ 113 w 119"/>
                <a:gd name="T3" fmla="*/ 132 h 166"/>
                <a:gd name="T4" fmla="*/ 113 w 119"/>
                <a:gd name="T5" fmla="*/ 132 h 166"/>
                <a:gd name="T6" fmla="*/ 113 w 119"/>
                <a:gd name="T7" fmla="*/ 132 h 166"/>
                <a:gd name="T8" fmla="*/ 113 w 119"/>
                <a:gd name="T9" fmla="*/ 132 h 166"/>
                <a:gd name="T10" fmla="*/ 113 w 119"/>
                <a:gd name="T11" fmla="*/ 132 h 166"/>
                <a:gd name="T12" fmla="*/ 113 w 119"/>
                <a:gd name="T13" fmla="*/ 132 h 166"/>
                <a:gd name="T14" fmla="*/ 6 w 119"/>
                <a:gd name="T15" fmla="*/ 62 h 166"/>
                <a:gd name="T16" fmla="*/ 10 w 119"/>
                <a:gd name="T17" fmla="*/ 52 h 166"/>
                <a:gd name="T18" fmla="*/ 18 w 119"/>
                <a:gd name="T19" fmla="*/ 45 h 166"/>
                <a:gd name="T20" fmla="*/ 32 w 119"/>
                <a:gd name="T21" fmla="*/ 42 h 166"/>
                <a:gd name="T22" fmla="*/ 33 w 119"/>
                <a:gd name="T23" fmla="*/ 42 h 166"/>
                <a:gd name="T24" fmla="*/ 61 w 119"/>
                <a:gd name="T25" fmla="*/ 20 h 166"/>
                <a:gd name="T26" fmla="*/ 50 w 119"/>
                <a:gd name="T27" fmla="*/ 42 h 166"/>
                <a:gd name="T28" fmla="*/ 86 w 119"/>
                <a:gd name="T29" fmla="*/ 41 h 166"/>
                <a:gd name="T30" fmla="*/ 99 w 119"/>
                <a:gd name="T31" fmla="*/ 46 h 166"/>
                <a:gd name="T32" fmla="*/ 108 w 119"/>
                <a:gd name="T33" fmla="*/ 55 h 166"/>
                <a:gd name="T34" fmla="*/ 112 w 119"/>
                <a:gd name="T35" fmla="*/ 70 h 166"/>
                <a:gd name="T36" fmla="*/ 112 w 119"/>
                <a:gd name="T37" fmla="*/ 70 h 166"/>
                <a:gd name="T38" fmla="*/ 113 w 119"/>
                <a:gd name="T39" fmla="*/ 132 h 166"/>
                <a:gd name="T40" fmla="*/ 110 w 119"/>
                <a:gd name="T41" fmla="*/ 144 h 166"/>
                <a:gd name="T42" fmla="*/ 87 w 119"/>
                <a:gd name="T43" fmla="*/ 159 h 166"/>
                <a:gd name="T44" fmla="*/ 28 w 119"/>
                <a:gd name="T45" fmla="*/ 160 h 166"/>
                <a:gd name="T46" fmla="*/ 28 w 119"/>
                <a:gd name="T47" fmla="*/ 160 h 166"/>
                <a:gd name="T48" fmla="*/ 28 w 119"/>
                <a:gd name="T49" fmla="*/ 160 h 166"/>
                <a:gd name="T50" fmla="*/ 26 w 119"/>
                <a:gd name="T51" fmla="*/ 160 h 166"/>
                <a:gd name="T52" fmla="*/ 16 w 119"/>
                <a:gd name="T53" fmla="*/ 156 h 166"/>
                <a:gd name="T54" fmla="*/ 7 w 119"/>
                <a:gd name="T55" fmla="*/ 130 h 166"/>
                <a:gd name="T56" fmla="*/ 6 w 119"/>
                <a:gd name="T57" fmla="*/ 62 h 166"/>
                <a:gd name="T58" fmla="*/ 70 w 119"/>
                <a:gd name="T59" fmla="*/ 10 h 166"/>
                <a:gd name="T60" fmla="*/ 68 w 119"/>
                <a:gd name="T61" fmla="*/ 9 h 166"/>
                <a:gd name="T62" fmla="*/ 70 w 119"/>
                <a:gd name="T63" fmla="*/ 10 h 166"/>
                <a:gd name="T64" fmla="*/ 79 w 119"/>
                <a:gd name="T65" fmla="*/ 0 h 166"/>
                <a:gd name="T66" fmla="*/ 68 w 119"/>
                <a:gd name="T67" fmla="*/ 8 h 166"/>
                <a:gd name="T68" fmla="*/ 31 w 119"/>
                <a:gd name="T69" fmla="*/ 36 h 166"/>
                <a:gd name="T70" fmla="*/ 14 w 119"/>
                <a:gd name="T71" fmla="*/ 40 h 166"/>
                <a:gd name="T72" fmla="*/ 2 w 119"/>
                <a:gd name="T73" fmla="*/ 53 h 166"/>
                <a:gd name="T74" fmla="*/ 0 w 119"/>
                <a:gd name="T75" fmla="*/ 61 h 166"/>
                <a:gd name="T76" fmla="*/ 0 w 119"/>
                <a:gd name="T77" fmla="*/ 62 h 166"/>
                <a:gd name="T78" fmla="*/ 1 w 119"/>
                <a:gd name="T79" fmla="*/ 130 h 166"/>
                <a:gd name="T80" fmla="*/ 1 w 119"/>
                <a:gd name="T81" fmla="*/ 130 h 166"/>
                <a:gd name="T82" fmla="*/ 12 w 119"/>
                <a:gd name="T83" fmla="*/ 160 h 166"/>
                <a:gd name="T84" fmla="*/ 26 w 119"/>
                <a:gd name="T85" fmla="*/ 166 h 166"/>
                <a:gd name="T86" fmla="*/ 26 w 119"/>
                <a:gd name="T87" fmla="*/ 166 h 166"/>
                <a:gd name="T88" fmla="*/ 29 w 119"/>
                <a:gd name="T89" fmla="*/ 166 h 166"/>
                <a:gd name="T90" fmla="*/ 87 w 119"/>
                <a:gd name="T91" fmla="*/ 165 h 166"/>
                <a:gd name="T92" fmla="*/ 88 w 119"/>
                <a:gd name="T93" fmla="*/ 165 h 166"/>
                <a:gd name="T94" fmla="*/ 115 w 119"/>
                <a:gd name="T95" fmla="*/ 146 h 166"/>
                <a:gd name="T96" fmla="*/ 118 w 119"/>
                <a:gd name="T97" fmla="*/ 138 h 166"/>
                <a:gd name="T98" fmla="*/ 114 w 119"/>
                <a:gd name="T99" fmla="*/ 135 h 166"/>
                <a:gd name="T100" fmla="*/ 119 w 119"/>
                <a:gd name="T101" fmla="*/ 136 h 166"/>
                <a:gd name="T102" fmla="*/ 119 w 119"/>
                <a:gd name="T103" fmla="*/ 132 h 166"/>
                <a:gd name="T104" fmla="*/ 119 w 119"/>
                <a:gd name="T105" fmla="*/ 132 h 166"/>
                <a:gd name="T106" fmla="*/ 118 w 119"/>
                <a:gd name="T107" fmla="*/ 70 h 166"/>
                <a:gd name="T108" fmla="*/ 118 w 119"/>
                <a:gd name="T109" fmla="*/ 70 h 166"/>
                <a:gd name="T110" fmla="*/ 113 w 119"/>
                <a:gd name="T111" fmla="*/ 51 h 166"/>
                <a:gd name="T112" fmla="*/ 96 w 119"/>
                <a:gd name="T113" fmla="*/ 38 h 166"/>
                <a:gd name="T114" fmla="*/ 86 w 119"/>
                <a:gd name="T115" fmla="*/ 35 h 166"/>
                <a:gd name="T116" fmla="*/ 86 w 119"/>
                <a:gd name="T117" fmla="*/ 35 h 166"/>
                <a:gd name="T118" fmla="*/ 60 w 119"/>
                <a:gd name="T119" fmla="*/ 35 h 166"/>
                <a:gd name="T120" fmla="*/ 79 w 119"/>
                <a:gd name="T1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66">
                  <a:moveTo>
                    <a:pt x="113" y="132"/>
                  </a:moveTo>
                  <a:cubicBezTo>
                    <a:pt x="113" y="132"/>
                    <a:pt x="113" y="132"/>
                    <a:pt x="113" y="132"/>
                  </a:cubicBezTo>
                  <a:cubicBezTo>
                    <a:pt x="113" y="132"/>
                    <a:pt x="113" y="132"/>
                    <a:pt x="113" y="132"/>
                  </a:cubicBezTo>
                  <a:cubicBezTo>
                    <a:pt x="113" y="132"/>
                    <a:pt x="113" y="132"/>
                    <a:pt x="113" y="132"/>
                  </a:cubicBezTo>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99"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6"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 name="Freeform 1708">
              <a:extLst>
                <a:ext uri="{FF2B5EF4-FFF2-40B4-BE49-F238E27FC236}">
                  <a16:creationId xmlns:a16="http://schemas.microsoft.com/office/drawing/2014/main" id="{ABBE9C65-EB5E-409B-AC54-DF617F42B5F2}"/>
                </a:ext>
              </a:extLst>
            </p:cNvPr>
            <p:cNvSpPr>
              <a:spLocks/>
            </p:cNvSpPr>
            <p:nvPr userDrawn="1"/>
          </p:nvSpPr>
          <p:spPr bwMode="auto">
            <a:xfrm>
              <a:off x="6709363" y="4901884"/>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 name="Freeform 1709">
              <a:extLst>
                <a:ext uri="{FF2B5EF4-FFF2-40B4-BE49-F238E27FC236}">
                  <a16:creationId xmlns:a16="http://schemas.microsoft.com/office/drawing/2014/main" id="{71D4D8D4-5E48-4D01-9252-BAB85F61A1DC}"/>
                </a:ext>
              </a:extLst>
            </p:cNvPr>
            <p:cNvSpPr>
              <a:spLocks noEditPoints="1"/>
            </p:cNvSpPr>
            <p:nvPr userDrawn="1"/>
          </p:nvSpPr>
          <p:spPr bwMode="auto">
            <a:xfrm>
              <a:off x="7947628"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3 w 219"/>
                <a:gd name="T21" fmla="*/ 37 h 131"/>
                <a:gd name="T22" fmla="*/ 213 w 219"/>
                <a:gd name="T23" fmla="*/ 102 h 131"/>
                <a:gd name="T24" fmla="*/ 213 w 219"/>
                <a:gd name="T25" fmla="*/ 102 h 131"/>
                <a:gd name="T26" fmla="*/ 213 w 219"/>
                <a:gd name="T27" fmla="*/ 104 h 131"/>
                <a:gd name="T28" fmla="*/ 208 w 219"/>
                <a:gd name="T29" fmla="*/ 115 h 131"/>
                <a:gd name="T30" fmla="*/ 178 w 219"/>
                <a:gd name="T31" fmla="*/ 125 h 131"/>
                <a:gd name="T32" fmla="*/ 99 w 219"/>
                <a:gd name="T33" fmla="*/ 125 h 131"/>
                <a:gd name="T34" fmla="*/ 87 w 219"/>
                <a:gd name="T35" fmla="*/ 120 h 131"/>
                <a:gd name="T36" fmla="*/ 80 w 219"/>
                <a:gd name="T37" fmla="*/ 111 h 131"/>
                <a:gd name="T38" fmla="*/ 76 w 219"/>
                <a:gd name="T39" fmla="*/ 95 h 131"/>
                <a:gd name="T40" fmla="*/ 76 w 219"/>
                <a:gd name="T41" fmla="*/ 94 h 131"/>
                <a:gd name="T42" fmla="*/ 34 w 219"/>
                <a:gd name="T43" fmla="*/ 51 h 131"/>
                <a:gd name="T44" fmla="*/ 76 w 219"/>
                <a:gd name="T45" fmla="*/ 74 h 131"/>
                <a:gd name="T46" fmla="*/ 76 w 219"/>
                <a:gd name="T47" fmla="*/ 35 h 131"/>
                <a:gd name="T48" fmla="*/ 82 w 219"/>
                <a:gd name="T49" fmla="*/ 20 h 131"/>
                <a:gd name="T50" fmla="*/ 92 w 219"/>
                <a:gd name="T51" fmla="*/ 11 h 131"/>
                <a:gd name="T52" fmla="*/ 110 w 219"/>
                <a:gd name="T53" fmla="*/ 6 h 131"/>
                <a:gd name="T54" fmla="*/ 110 w 219"/>
                <a:gd name="T55" fmla="*/ 6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6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6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 name="Freeform 1710">
              <a:extLst>
                <a:ext uri="{FF2B5EF4-FFF2-40B4-BE49-F238E27FC236}">
                  <a16:creationId xmlns:a16="http://schemas.microsoft.com/office/drawing/2014/main" id="{1AE5FBB1-64EA-4F50-BD38-F11B329F5B31}"/>
                </a:ext>
              </a:extLst>
            </p:cNvPr>
            <p:cNvSpPr>
              <a:spLocks noEditPoints="1"/>
            </p:cNvSpPr>
            <p:nvPr userDrawn="1"/>
          </p:nvSpPr>
          <p:spPr bwMode="auto">
            <a:xfrm>
              <a:off x="8298838" y="4811573"/>
              <a:ext cx="210726" cy="204705"/>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6 h 137"/>
                <a:gd name="T28" fmla="*/ 37 w 140"/>
                <a:gd name="T29" fmla="*/ 106 h 137"/>
                <a:gd name="T30" fmla="*/ 37 w 140"/>
                <a:gd name="T31" fmla="*/ 106 h 137"/>
                <a:gd name="T32" fmla="*/ 22 w 140"/>
                <a:gd name="T33" fmla="*/ 104 h 137"/>
                <a:gd name="T34" fmla="*/ 14 w 140"/>
                <a:gd name="T35" fmla="*/ 100 h 137"/>
                <a:gd name="T36" fmla="*/ 9 w 140"/>
                <a:gd name="T37" fmla="*/ 95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1 h 137"/>
                <a:gd name="T68" fmla="*/ 37 w 140"/>
                <a:gd name="T69" fmla="*/ 112 h 137"/>
                <a:gd name="T70" fmla="*/ 41 w 140"/>
                <a:gd name="T71" fmla="*/ 112 h 137"/>
                <a:gd name="T72" fmla="*/ 95 w 140"/>
                <a:gd name="T73" fmla="*/ 137 h 137"/>
                <a:gd name="T74" fmla="*/ 75 w 140"/>
                <a:gd name="T75" fmla="*/ 110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6"/>
                    <a:pt x="41" y="106"/>
                    <a:pt x="41" y="106"/>
                  </a:cubicBezTo>
                  <a:cubicBezTo>
                    <a:pt x="41" y="106"/>
                    <a:pt x="39" y="106"/>
                    <a:pt x="37" y="106"/>
                  </a:cubicBezTo>
                  <a:cubicBezTo>
                    <a:pt x="37"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7"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 name="Freeform 1711">
              <a:extLst>
                <a:ext uri="{FF2B5EF4-FFF2-40B4-BE49-F238E27FC236}">
                  <a16:creationId xmlns:a16="http://schemas.microsoft.com/office/drawing/2014/main" id="{C9A90B68-9AC2-4B00-8833-0A2245F64E72}"/>
                </a:ext>
              </a:extLst>
            </p:cNvPr>
            <p:cNvSpPr>
              <a:spLocks noEditPoints="1"/>
            </p:cNvSpPr>
            <p:nvPr userDrawn="1"/>
          </p:nvSpPr>
          <p:spPr bwMode="auto">
            <a:xfrm>
              <a:off x="7251229" y="4632958"/>
              <a:ext cx="210726" cy="206713"/>
            </a:xfrm>
            <a:custGeom>
              <a:avLst/>
              <a:gdLst>
                <a:gd name="T0" fmla="*/ 93 w 140"/>
                <a:gd name="T1" fmla="*/ 134 h 137"/>
                <a:gd name="T2" fmla="*/ 89 w 140"/>
                <a:gd name="T3" fmla="*/ 135 h 137"/>
                <a:gd name="T4" fmla="*/ 94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99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3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99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2 w 140"/>
                <a:gd name="T77" fmla="*/ 96 h 137"/>
                <a:gd name="T78" fmla="*/ 3 w 140"/>
                <a:gd name="T79" fmla="*/ 97 h 137"/>
                <a:gd name="T80" fmla="*/ 10 w 140"/>
                <a:gd name="T81" fmla="*/ 105 h 137"/>
                <a:gd name="T82" fmla="*/ 24 w 140"/>
                <a:gd name="T83" fmla="*/ 110 h 137"/>
                <a:gd name="T84" fmla="*/ 37 w 140"/>
                <a:gd name="T85" fmla="*/ 112 h 137"/>
                <a:gd name="T86" fmla="*/ 41 w 140"/>
                <a:gd name="T87" fmla="*/ 111 h 137"/>
                <a:gd name="T88" fmla="*/ 79 w 140"/>
                <a:gd name="T89" fmla="*/ 130 h 137"/>
                <a:gd name="T90" fmla="*/ 88 w 140"/>
                <a:gd name="T91" fmla="*/ 129 h 137"/>
                <a:gd name="T92" fmla="*/ 75 w 140"/>
                <a:gd name="T93" fmla="*/ 109 h 137"/>
                <a:gd name="T94" fmla="*/ 107 w 140"/>
                <a:gd name="T95" fmla="*/ 109 h 137"/>
                <a:gd name="T96" fmla="*/ 107 w 140"/>
                <a:gd name="T97" fmla="*/ 109 h 137"/>
                <a:gd name="T98" fmla="*/ 135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99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2"/>
                    <a:pt x="37" y="112"/>
                  </a:cubicBezTo>
                  <a:cubicBezTo>
                    <a:pt x="39" y="112"/>
                    <a:pt x="40" y="111"/>
                    <a:pt x="41" y="111"/>
                  </a:cubicBezTo>
                  <a:cubicBezTo>
                    <a:pt x="79" y="130"/>
                    <a:pt x="79" y="130"/>
                    <a:pt x="79" y="130"/>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 name="Freeform 1712">
              <a:extLst>
                <a:ext uri="{FF2B5EF4-FFF2-40B4-BE49-F238E27FC236}">
                  <a16:creationId xmlns:a16="http://schemas.microsoft.com/office/drawing/2014/main" id="{C1553947-E101-49D9-9675-F9796A45AEC8}"/>
                </a:ext>
              </a:extLst>
            </p:cNvPr>
            <p:cNvSpPr>
              <a:spLocks/>
            </p:cNvSpPr>
            <p:nvPr userDrawn="1"/>
          </p:nvSpPr>
          <p:spPr bwMode="auto">
            <a:xfrm>
              <a:off x="7371644" y="4827629"/>
              <a:ext cx="20069" cy="8028"/>
            </a:xfrm>
            <a:custGeom>
              <a:avLst/>
              <a:gdLst>
                <a:gd name="T0" fmla="*/ 9 w 14"/>
                <a:gd name="T1" fmla="*/ 0 h 6"/>
                <a:gd name="T2" fmla="*/ 0 w 14"/>
                <a:gd name="T3" fmla="*/ 1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1"/>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 name="Freeform 1713">
              <a:extLst>
                <a:ext uri="{FF2B5EF4-FFF2-40B4-BE49-F238E27FC236}">
                  <a16:creationId xmlns:a16="http://schemas.microsoft.com/office/drawing/2014/main" id="{4CC5800E-CAF7-4239-9CFE-CFD1302F84F9}"/>
                </a:ext>
              </a:extLst>
            </p:cNvPr>
            <p:cNvSpPr>
              <a:spLocks noEditPoints="1"/>
            </p:cNvSpPr>
            <p:nvPr userDrawn="1"/>
          </p:nvSpPr>
          <p:spPr bwMode="auto">
            <a:xfrm>
              <a:off x="7092683" y="4412197"/>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9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6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10"/>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9"/>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6"/>
                    <a:pt x="123" y="76"/>
                    <a:pt x="123"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 name="Freeform 1714">
              <a:extLst>
                <a:ext uri="{FF2B5EF4-FFF2-40B4-BE49-F238E27FC236}">
                  <a16:creationId xmlns:a16="http://schemas.microsoft.com/office/drawing/2014/main" id="{8F4B3E6F-ECD6-4456-B350-6C1BFE561DEA}"/>
                </a:ext>
              </a:extLst>
            </p:cNvPr>
            <p:cNvSpPr>
              <a:spLocks noEditPoints="1"/>
            </p:cNvSpPr>
            <p:nvPr userDrawn="1"/>
          </p:nvSpPr>
          <p:spPr bwMode="auto">
            <a:xfrm>
              <a:off x="8517591" y="476942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1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1"/>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1"/>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1"/>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 name="Freeform 1715">
              <a:extLst>
                <a:ext uri="{FF2B5EF4-FFF2-40B4-BE49-F238E27FC236}">
                  <a16:creationId xmlns:a16="http://schemas.microsoft.com/office/drawing/2014/main" id="{D4CDCE35-B554-4B3C-988C-D1242DE8E55A}"/>
                </a:ext>
              </a:extLst>
            </p:cNvPr>
            <p:cNvSpPr>
              <a:spLocks noEditPoints="1"/>
            </p:cNvSpPr>
            <p:nvPr userDrawn="1"/>
          </p:nvSpPr>
          <p:spPr bwMode="auto">
            <a:xfrm>
              <a:off x="8808594" y="4233583"/>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70 w 76"/>
                <a:gd name="T19" fmla="*/ 78 h 115"/>
                <a:gd name="T20" fmla="*/ 67 w 76"/>
                <a:gd name="T21" fmla="*/ 81 h 115"/>
                <a:gd name="T22" fmla="*/ 55 w 76"/>
                <a:gd name="T23" fmla="*/ 84 h 115"/>
                <a:gd name="T24" fmla="*/ 55 w 76"/>
                <a:gd name="T25" fmla="*/ 84 h 115"/>
                <a:gd name="T26" fmla="*/ 54 w 76"/>
                <a:gd name="T27" fmla="*/ 84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7 w 76"/>
                <a:gd name="T63" fmla="*/ 8 h 115"/>
                <a:gd name="T64" fmla="*/ 1 w 76"/>
                <a:gd name="T65" fmla="*/ 22 h 115"/>
                <a:gd name="T66" fmla="*/ 0 w 76"/>
                <a:gd name="T67" fmla="*/ 39 h 115"/>
                <a:gd name="T68" fmla="*/ 1 w 76"/>
                <a:gd name="T69" fmla="*/ 61 h 115"/>
                <a:gd name="T70" fmla="*/ 8 w 76"/>
                <a:gd name="T71" fmla="*/ 81 h 115"/>
                <a:gd name="T72" fmla="*/ 15 w 76"/>
                <a:gd name="T73" fmla="*/ 88 h 115"/>
                <a:gd name="T74" fmla="*/ 15 w 76"/>
                <a:gd name="T75" fmla="*/ 88 h 115"/>
                <a:gd name="T76" fmla="*/ 37 w 76"/>
                <a:gd name="T77" fmla="*/ 89 h 115"/>
                <a:gd name="T78" fmla="*/ 26 w 76"/>
                <a:gd name="T79" fmla="*/ 115 h 115"/>
                <a:gd name="T80" fmla="*/ 56 w 76"/>
                <a:gd name="T81" fmla="*/ 90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1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6"/>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4"/>
                    <a:pt x="10" y="5"/>
                    <a:pt x="7" y="8"/>
                  </a:cubicBezTo>
                  <a:cubicBezTo>
                    <a:pt x="4" y="11"/>
                    <a:pt x="2" y="16"/>
                    <a:pt x="1" y="22"/>
                  </a:cubicBezTo>
                  <a:cubicBezTo>
                    <a:pt x="0" y="27"/>
                    <a:pt x="0" y="34"/>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 name="Freeform 1716">
              <a:extLst>
                <a:ext uri="{FF2B5EF4-FFF2-40B4-BE49-F238E27FC236}">
                  <a16:creationId xmlns:a16="http://schemas.microsoft.com/office/drawing/2014/main" id="{8F220597-D692-4C44-9CBF-774FB1DC213E}"/>
                </a:ext>
              </a:extLst>
            </p:cNvPr>
            <p:cNvSpPr>
              <a:spLocks noEditPoints="1"/>
            </p:cNvSpPr>
            <p:nvPr userDrawn="1"/>
          </p:nvSpPr>
          <p:spPr bwMode="auto">
            <a:xfrm>
              <a:off x="7116766" y="4677110"/>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 name="Freeform 1717">
              <a:extLst>
                <a:ext uri="{FF2B5EF4-FFF2-40B4-BE49-F238E27FC236}">
                  <a16:creationId xmlns:a16="http://schemas.microsoft.com/office/drawing/2014/main" id="{12DCA683-7747-49B1-AA09-E6DCC3807BB7}"/>
                </a:ext>
              </a:extLst>
            </p:cNvPr>
            <p:cNvSpPr>
              <a:spLocks noEditPoints="1"/>
            </p:cNvSpPr>
            <p:nvPr userDrawn="1"/>
          </p:nvSpPr>
          <p:spPr bwMode="auto">
            <a:xfrm>
              <a:off x="6426388" y="4197458"/>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0 h 115"/>
                <a:gd name="T64" fmla="*/ 60 w 76"/>
                <a:gd name="T65" fmla="*/ 0 h 115"/>
                <a:gd name="T66" fmla="*/ 60 w 76"/>
                <a:gd name="T67" fmla="*/ 0 h 115"/>
                <a:gd name="T68" fmla="*/ 16 w 76"/>
                <a:gd name="T69" fmla="*/ 3 h 115"/>
                <a:gd name="T70" fmla="*/ 17 w 76"/>
                <a:gd name="T71" fmla="*/ 6 h 115"/>
                <a:gd name="T72" fmla="*/ 16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7" y="9"/>
                  </a:moveTo>
                  <a:cubicBezTo>
                    <a:pt x="60" y="6"/>
                    <a:pt x="60" y="6"/>
                    <a:pt x="60" y="6"/>
                  </a:cubicBezTo>
                  <a:cubicBezTo>
                    <a:pt x="60" y="6"/>
                    <a:pt x="61" y="6"/>
                    <a:pt x="61" y="6"/>
                  </a:cubicBezTo>
                  <a:cubicBezTo>
                    <a:pt x="63" y="6"/>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 name="Freeform 1718">
              <a:extLst>
                <a:ext uri="{FF2B5EF4-FFF2-40B4-BE49-F238E27FC236}">
                  <a16:creationId xmlns:a16="http://schemas.microsoft.com/office/drawing/2014/main" id="{552511B5-8A0B-43D5-850C-2ADFD024112E}"/>
                </a:ext>
              </a:extLst>
            </p:cNvPr>
            <p:cNvSpPr>
              <a:spLocks noEditPoints="1"/>
            </p:cNvSpPr>
            <p:nvPr userDrawn="1"/>
          </p:nvSpPr>
          <p:spPr bwMode="auto">
            <a:xfrm>
              <a:off x="7574342" y="5010257"/>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5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 name="Freeform 1719">
              <a:extLst>
                <a:ext uri="{FF2B5EF4-FFF2-40B4-BE49-F238E27FC236}">
                  <a16:creationId xmlns:a16="http://schemas.microsoft.com/office/drawing/2014/main" id="{716AD5FA-34E0-404C-B9F9-AE8E5D2B340B}"/>
                </a:ext>
              </a:extLst>
            </p:cNvPr>
            <p:cNvSpPr>
              <a:spLocks noEditPoints="1"/>
            </p:cNvSpPr>
            <p:nvPr userDrawn="1"/>
          </p:nvSpPr>
          <p:spPr bwMode="auto">
            <a:xfrm>
              <a:off x="7148876" y="5034340"/>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9 w 76"/>
                <a:gd name="T83" fmla="*/ 82 h 116"/>
                <a:gd name="T84" fmla="*/ 15 w 76"/>
                <a:gd name="T85" fmla="*/ 88 h 116"/>
                <a:gd name="T86" fmla="*/ 16 w 76"/>
                <a:gd name="T87" fmla="*/ 89 h 116"/>
                <a:gd name="T88" fmla="*/ 37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 name="Freeform 1720">
              <a:extLst>
                <a:ext uri="{FF2B5EF4-FFF2-40B4-BE49-F238E27FC236}">
                  <a16:creationId xmlns:a16="http://schemas.microsoft.com/office/drawing/2014/main" id="{7AAB559F-7B69-4FE7-9D36-4C024B931DC3}"/>
                </a:ext>
              </a:extLst>
            </p:cNvPr>
            <p:cNvSpPr>
              <a:spLocks noEditPoints="1"/>
            </p:cNvSpPr>
            <p:nvPr userDrawn="1"/>
          </p:nvSpPr>
          <p:spPr bwMode="auto">
            <a:xfrm>
              <a:off x="6655176"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 name="Freeform 1721">
              <a:extLst>
                <a:ext uri="{FF2B5EF4-FFF2-40B4-BE49-F238E27FC236}">
                  <a16:creationId xmlns:a16="http://schemas.microsoft.com/office/drawing/2014/main" id="{AA108D4B-5C98-4EBB-92F7-7859B4252AA9}"/>
                </a:ext>
              </a:extLst>
            </p:cNvPr>
            <p:cNvSpPr>
              <a:spLocks noEditPoints="1"/>
            </p:cNvSpPr>
            <p:nvPr userDrawn="1"/>
          </p:nvSpPr>
          <p:spPr bwMode="auto">
            <a:xfrm>
              <a:off x="7094690" y="5487903"/>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7"/>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 name="Freeform 1722">
              <a:extLst>
                <a:ext uri="{FF2B5EF4-FFF2-40B4-BE49-F238E27FC236}">
                  <a16:creationId xmlns:a16="http://schemas.microsoft.com/office/drawing/2014/main" id="{440C7F72-F60C-4ED9-BAAB-233D92B62EB2}"/>
                </a:ext>
              </a:extLst>
            </p:cNvPr>
            <p:cNvSpPr>
              <a:spLocks noEditPoints="1"/>
            </p:cNvSpPr>
            <p:nvPr userDrawn="1"/>
          </p:nvSpPr>
          <p:spPr bwMode="auto">
            <a:xfrm>
              <a:off x="6281890" y="5429703"/>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6"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6" y="16"/>
                  </a:cubicBezTo>
                  <a:cubicBezTo>
                    <a:pt x="10" y="24"/>
                    <a:pt x="6" y="35"/>
                    <a:pt x="3" y="47"/>
                  </a:cubicBezTo>
                  <a:cubicBezTo>
                    <a:pt x="1" y="60"/>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 name="Freeform 1723">
              <a:extLst>
                <a:ext uri="{FF2B5EF4-FFF2-40B4-BE49-F238E27FC236}">
                  <a16:creationId xmlns:a16="http://schemas.microsoft.com/office/drawing/2014/main" id="{92051EEB-0AE3-440F-9434-9AC70B6A7498}"/>
                </a:ext>
              </a:extLst>
            </p:cNvPr>
            <p:cNvSpPr>
              <a:spLocks noEditPoints="1"/>
            </p:cNvSpPr>
            <p:nvPr userDrawn="1"/>
          </p:nvSpPr>
          <p:spPr bwMode="auto">
            <a:xfrm>
              <a:off x="7146870" y="5622366"/>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4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 name="Freeform 1724">
              <a:extLst>
                <a:ext uri="{FF2B5EF4-FFF2-40B4-BE49-F238E27FC236}">
                  <a16:creationId xmlns:a16="http://schemas.microsoft.com/office/drawing/2014/main" id="{7106E2BA-C68F-40C9-AB8B-973BE9106CF9}"/>
                </a:ext>
              </a:extLst>
            </p:cNvPr>
            <p:cNvSpPr>
              <a:spLocks noEditPoints="1"/>
            </p:cNvSpPr>
            <p:nvPr userDrawn="1"/>
          </p:nvSpPr>
          <p:spPr bwMode="auto">
            <a:xfrm>
              <a:off x="8156347" y="5000223"/>
              <a:ext cx="299031" cy="118408"/>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4"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8"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 name="Freeform 1725">
              <a:extLst>
                <a:ext uri="{FF2B5EF4-FFF2-40B4-BE49-F238E27FC236}">
                  <a16:creationId xmlns:a16="http://schemas.microsoft.com/office/drawing/2014/main" id="{2B3C5FE2-625F-456F-A892-F46C5A614702}"/>
                </a:ext>
              </a:extLst>
            </p:cNvPr>
            <p:cNvSpPr>
              <a:spLocks noEditPoints="1"/>
            </p:cNvSpPr>
            <p:nvPr userDrawn="1"/>
          </p:nvSpPr>
          <p:spPr bwMode="auto">
            <a:xfrm>
              <a:off x="6586941" y="4046939"/>
              <a:ext cx="387335" cy="156539"/>
            </a:xfrm>
            <a:custGeom>
              <a:avLst/>
              <a:gdLst>
                <a:gd name="T0" fmla="*/ 187 w 258"/>
                <a:gd name="T1" fmla="*/ 54 h 104"/>
                <a:gd name="T2" fmla="*/ 187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76 w 258"/>
                <a:gd name="T17" fmla="*/ 69 h 104"/>
                <a:gd name="T18" fmla="*/ 184 w 258"/>
                <a:gd name="T19" fmla="*/ 82 h 104"/>
                <a:gd name="T20" fmla="*/ 187 w 258"/>
                <a:gd name="T21" fmla="*/ 83 h 104"/>
                <a:gd name="T22" fmla="*/ 115 w 258"/>
                <a:gd name="T23" fmla="*/ 98 h 104"/>
                <a:gd name="T24" fmla="*/ 100 w 258"/>
                <a:gd name="T25" fmla="*/ 98 h 104"/>
                <a:gd name="T26" fmla="*/ 99 w 258"/>
                <a:gd name="T27" fmla="*/ 98 h 104"/>
                <a:gd name="T28" fmla="*/ 99 w 258"/>
                <a:gd name="T29" fmla="*/ 98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8 h 104"/>
                <a:gd name="T44" fmla="*/ 23 w 258"/>
                <a:gd name="T45" fmla="*/ 8 h 104"/>
                <a:gd name="T46" fmla="*/ 0 w 258"/>
                <a:gd name="T47" fmla="*/ 47 h 104"/>
                <a:gd name="T48" fmla="*/ 5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2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2"/>
                  </a:cubicBezTo>
                  <a:cubicBezTo>
                    <a:pt x="186" y="82"/>
                    <a:pt x="187" y="83"/>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4"/>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 name="Freeform 1726">
              <a:extLst>
                <a:ext uri="{FF2B5EF4-FFF2-40B4-BE49-F238E27FC236}">
                  <a16:creationId xmlns:a16="http://schemas.microsoft.com/office/drawing/2014/main" id="{B47D3FA3-35D9-48AD-9C60-1B06A99C895E}"/>
                </a:ext>
              </a:extLst>
            </p:cNvPr>
            <p:cNvSpPr>
              <a:spLocks noEditPoints="1"/>
            </p:cNvSpPr>
            <p:nvPr userDrawn="1"/>
          </p:nvSpPr>
          <p:spPr bwMode="auto">
            <a:xfrm>
              <a:off x="6251787" y="5227004"/>
              <a:ext cx="417438" cy="170588"/>
            </a:xfrm>
            <a:custGeom>
              <a:avLst/>
              <a:gdLst>
                <a:gd name="T0" fmla="*/ 11 w 277"/>
                <a:gd name="T1" fmla="*/ 80 h 112"/>
                <a:gd name="T2" fmla="*/ 11 w 277"/>
                <a:gd name="T3" fmla="*/ 80 h 112"/>
                <a:gd name="T4" fmla="*/ 11 w 277"/>
                <a:gd name="T5" fmla="*/ 80 h 112"/>
                <a:gd name="T6" fmla="*/ 101 w 277"/>
                <a:gd name="T7" fmla="*/ 6 h 112"/>
                <a:gd name="T8" fmla="*/ 191 w 277"/>
                <a:gd name="T9" fmla="*/ 23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4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3"/>
                  </a:cubicBezTo>
                  <a:cubicBezTo>
                    <a:pt x="193" y="23"/>
                    <a:pt x="195" y="24"/>
                    <a:pt x="196" y="25"/>
                  </a:cubicBezTo>
                  <a:cubicBezTo>
                    <a:pt x="196" y="25"/>
                    <a:pt x="196" y="25"/>
                    <a:pt x="197" y="25"/>
                  </a:cubicBezTo>
                  <a:cubicBezTo>
                    <a:pt x="200" y="29"/>
                    <a:pt x="201" y="34"/>
                    <a:pt x="201" y="39"/>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9"/>
                    <a:pt x="28" y="92"/>
                  </a:cubicBezTo>
                  <a:cubicBezTo>
                    <a:pt x="22" y="89"/>
                    <a:pt x="17" y="86"/>
                    <a:pt x="15" y="84"/>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9"/>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 name="Freeform 1727">
              <a:extLst>
                <a:ext uri="{FF2B5EF4-FFF2-40B4-BE49-F238E27FC236}">
                  <a16:creationId xmlns:a16="http://schemas.microsoft.com/office/drawing/2014/main" id="{8351C604-9976-4816-9D7F-5AEEE8F4284F}"/>
                </a:ext>
              </a:extLst>
            </p:cNvPr>
            <p:cNvSpPr>
              <a:spLocks/>
            </p:cNvSpPr>
            <p:nvPr userDrawn="1"/>
          </p:nvSpPr>
          <p:spPr bwMode="auto">
            <a:xfrm>
              <a:off x="6285904" y="5241053"/>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 name="Freeform 1728">
              <a:extLst>
                <a:ext uri="{FF2B5EF4-FFF2-40B4-BE49-F238E27FC236}">
                  <a16:creationId xmlns:a16="http://schemas.microsoft.com/office/drawing/2014/main" id="{018FBA2D-D8FD-4C39-BC34-5D04A47CD0B6}"/>
                </a:ext>
              </a:extLst>
            </p:cNvPr>
            <p:cNvSpPr>
              <a:spLocks/>
            </p:cNvSpPr>
            <p:nvPr userDrawn="1"/>
          </p:nvSpPr>
          <p:spPr bwMode="auto">
            <a:xfrm>
              <a:off x="6548810" y="530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 name="Freeform 1729">
              <a:extLst>
                <a:ext uri="{FF2B5EF4-FFF2-40B4-BE49-F238E27FC236}">
                  <a16:creationId xmlns:a16="http://schemas.microsoft.com/office/drawing/2014/main" id="{0C023FCD-8380-4924-87A0-7EFDE4797790}"/>
                </a:ext>
              </a:extLst>
            </p:cNvPr>
            <p:cNvSpPr>
              <a:spLocks noEditPoints="1"/>
            </p:cNvSpPr>
            <p:nvPr userDrawn="1"/>
          </p:nvSpPr>
          <p:spPr bwMode="auto">
            <a:xfrm>
              <a:off x="7052544" y="5245067"/>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1"/>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5"/>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 name="Freeform 1730">
              <a:extLst>
                <a:ext uri="{FF2B5EF4-FFF2-40B4-BE49-F238E27FC236}">
                  <a16:creationId xmlns:a16="http://schemas.microsoft.com/office/drawing/2014/main" id="{A92E1BD5-694A-4B12-983B-7E01AADEA013}"/>
                </a:ext>
              </a:extLst>
            </p:cNvPr>
            <p:cNvSpPr>
              <a:spLocks/>
            </p:cNvSpPr>
            <p:nvPr userDrawn="1"/>
          </p:nvSpPr>
          <p:spPr bwMode="auto">
            <a:xfrm>
              <a:off x="7076627" y="5287211"/>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 name="Freeform 1731">
              <a:extLst>
                <a:ext uri="{FF2B5EF4-FFF2-40B4-BE49-F238E27FC236}">
                  <a16:creationId xmlns:a16="http://schemas.microsoft.com/office/drawing/2014/main" id="{B5C3AE79-9664-4A0E-B9DC-A7579D580F32}"/>
                </a:ext>
              </a:extLst>
            </p:cNvPr>
            <p:cNvSpPr>
              <a:spLocks noEditPoints="1"/>
            </p:cNvSpPr>
            <p:nvPr userDrawn="1"/>
          </p:nvSpPr>
          <p:spPr bwMode="auto">
            <a:xfrm>
              <a:off x="6197599" y="3784034"/>
              <a:ext cx="258892" cy="170588"/>
            </a:xfrm>
            <a:custGeom>
              <a:avLst/>
              <a:gdLst>
                <a:gd name="T0" fmla="*/ 19 w 171"/>
                <a:gd name="T1" fmla="*/ 27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9 h 112"/>
                <a:gd name="T28" fmla="*/ 160 w 171"/>
                <a:gd name="T29" fmla="*/ 89 h 112"/>
                <a:gd name="T30" fmla="*/ 163 w 171"/>
                <a:gd name="T31" fmla="*/ 89 h 112"/>
                <a:gd name="T32" fmla="*/ 159 w 171"/>
                <a:gd name="T33" fmla="*/ 90 h 112"/>
                <a:gd name="T34" fmla="*/ 140 w 171"/>
                <a:gd name="T35" fmla="*/ 97 h 112"/>
                <a:gd name="T36" fmla="*/ 140 w 171"/>
                <a:gd name="T37" fmla="*/ 97 h 112"/>
                <a:gd name="T38" fmla="*/ 140 w 171"/>
                <a:gd name="T39" fmla="*/ 97 h 112"/>
                <a:gd name="T40" fmla="*/ 140 w 171"/>
                <a:gd name="T41" fmla="*/ 97 h 112"/>
                <a:gd name="T42" fmla="*/ 77 w 171"/>
                <a:gd name="T43" fmla="*/ 106 h 112"/>
                <a:gd name="T44" fmla="*/ 77 w 171"/>
                <a:gd name="T45" fmla="*/ 106 h 112"/>
                <a:gd name="T46" fmla="*/ 77 w 171"/>
                <a:gd name="T47" fmla="*/ 106 h 112"/>
                <a:gd name="T48" fmla="*/ 26 w 171"/>
                <a:gd name="T49" fmla="*/ 97 h 112"/>
                <a:gd name="T50" fmla="*/ 26 w 171"/>
                <a:gd name="T51" fmla="*/ 97 h 112"/>
                <a:gd name="T52" fmla="*/ 26 w 171"/>
                <a:gd name="T53" fmla="*/ 97 h 112"/>
                <a:gd name="T54" fmla="*/ 26 w 171"/>
                <a:gd name="T55" fmla="*/ 97 h 112"/>
                <a:gd name="T56" fmla="*/ 16 w 171"/>
                <a:gd name="T57" fmla="*/ 90 h 112"/>
                <a:gd name="T58" fmla="*/ 6 w 171"/>
                <a:gd name="T59" fmla="*/ 66 h 112"/>
                <a:gd name="T60" fmla="*/ 19 w 171"/>
                <a:gd name="T61" fmla="*/ 27 h 112"/>
                <a:gd name="T62" fmla="*/ 58 w 171"/>
                <a:gd name="T63" fmla="*/ 0 h 112"/>
                <a:gd name="T64" fmla="*/ 58 w 171"/>
                <a:gd name="T65" fmla="*/ 0 h 112"/>
                <a:gd name="T66" fmla="*/ 25 w 171"/>
                <a:gd name="T67" fmla="*/ 11 h 112"/>
                <a:gd name="T68" fmla="*/ 14 w 171"/>
                <a:gd name="T69" fmla="*/ 23 h 112"/>
                <a:gd name="T70" fmla="*/ 14 w 171"/>
                <a:gd name="T71" fmla="*/ 23 h 112"/>
                <a:gd name="T72" fmla="*/ 13 w 171"/>
                <a:gd name="T73" fmla="*/ 23 h 112"/>
                <a:gd name="T74" fmla="*/ 0 w 171"/>
                <a:gd name="T75" fmla="*/ 66 h 112"/>
                <a:gd name="T76" fmla="*/ 12 w 171"/>
                <a:gd name="T77" fmla="*/ 95 h 112"/>
                <a:gd name="T78" fmla="*/ 24 w 171"/>
                <a:gd name="T79" fmla="*/ 103 h 112"/>
                <a:gd name="T80" fmla="*/ 77 w 171"/>
                <a:gd name="T81" fmla="*/ 112 h 112"/>
                <a:gd name="T82" fmla="*/ 142 w 171"/>
                <a:gd name="T83" fmla="*/ 103 h 112"/>
                <a:gd name="T84" fmla="*/ 142 w 171"/>
                <a:gd name="T85" fmla="*/ 103 h 112"/>
                <a:gd name="T86" fmla="*/ 165 w 171"/>
                <a:gd name="T87" fmla="*/ 94 h 112"/>
                <a:gd name="T88" fmla="*/ 169 w 171"/>
                <a:gd name="T89" fmla="*/ 91 h 112"/>
                <a:gd name="T90" fmla="*/ 171 w 171"/>
                <a:gd name="T91" fmla="*/ 87 h 112"/>
                <a:gd name="T92" fmla="*/ 170 w 171"/>
                <a:gd name="T93" fmla="*/ 85 h 112"/>
                <a:gd name="T94" fmla="*/ 169 w 171"/>
                <a:gd name="T95" fmla="*/ 83 h 112"/>
                <a:gd name="T96" fmla="*/ 167 w 171"/>
                <a:gd name="T97" fmla="*/ 83 h 112"/>
                <a:gd name="T98" fmla="*/ 160 w 171"/>
                <a:gd name="T99" fmla="*/ 83 h 112"/>
                <a:gd name="T100" fmla="*/ 138 w 171"/>
                <a:gd name="T101" fmla="*/ 83 h 112"/>
                <a:gd name="T102" fmla="*/ 125 w 171"/>
                <a:gd name="T103" fmla="*/ 77 h 112"/>
                <a:gd name="T104" fmla="*/ 113 w 171"/>
                <a:gd name="T105" fmla="*/ 58 h 112"/>
                <a:gd name="T106" fmla="*/ 111 w 171"/>
                <a:gd name="T107" fmla="*/ 50 h 112"/>
                <a:gd name="T108" fmla="*/ 111 w 171"/>
                <a:gd name="T109" fmla="*/ 48 h 112"/>
                <a:gd name="T110" fmla="*/ 110 w 171"/>
                <a:gd name="T111" fmla="*/ 47 h 112"/>
                <a:gd name="T112" fmla="*/ 110 w 171"/>
                <a:gd name="T113" fmla="*/ 47 h 112"/>
                <a:gd name="T114" fmla="*/ 95 w 171"/>
                <a:gd name="T115" fmla="*/ 11 h 112"/>
                <a:gd name="T116" fmla="*/ 95 w 171"/>
                <a:gd name="T117" fmla="*/ 11 h 112"/>
                <a:gd name="T118" fmla="*/ 95 w 171"/>
                <a:gd name="T119" fmla="*/ 11 h 112"/>
                <a:gd name="T120" fmla="*/ 58 w 171"/>
                <a:gd name="T1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 h="112">
                  <a:moveTo>
                    <a:pt x="19" y="27"/>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9"/>
                    <a:pt x="160" y="89"/>
                  </a:cubicBezTo>
                  <a:cubicBezTo>
                    <a:pt x="160" y="89"/>
                    <a:pt x="160" y="89"/>
                    <a:pt x="160" y="89"/>
                  </a:cubicBezTo>
                  <a:cubicBezTo>
                    <a:pt x="161" y="89"/>
                    <a:pt x="162" y="89"/>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7"/>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1" y="112"/>
                    <a:pt x="141"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6"/>
                    <a:pt x="170" y="85"/>
                  </a:cubicBezTo>
                  <a:cubicBezTo>
                    <a:pt x="170" y="84"/>
                    <a:pt x="169" y="84"/>
                    <a:pt x="169" y="83"/>
                  </a:cubicBezTo>
                  <a:cubicBezTo>
                    <a:pt x="168" y="83"/>
                    <a:pt x="168" y="83"/>
                    <a:pt x="167" y="83"/>
                  </a:cubicBezTo>
                  <a:cubicBezTo>
                    <a:pt x="165" y="83"/>
                    <a:pt x="163" y="83"/>
                    <a:pt x="160" y="83"/>
                  </a:cubicBezTo>
                  <a:cubicBezTo>
                    <a:pt x="151" y="83"/>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 name="Freeform 1732">
              <a:extLst>
                <a:ext uri="{FF2B5EF4-FFF2-40B4-BE49-F238E27FC236}">
                  <a16:creationId xmlns:a16="http://schemas.microsoft.com/office/drawing/2014/main" id="{FA398FE7-AE9B-43DD-9BCE-4222F92BEBF0}"/>
                </a:ext>
              </a:extLst>
            </p:cNvPr>
            <p:cNvSpPr>
              <a:spLocks noEditPoints="1"/>
            </p:cNvSpPr>
            <p:nvPr userDrawn="1"/>
          </p:nvSpPr>
          <p:spPr bwMode="auto">
            <a:xfrm>
              <a:off x="7423824" y="5728732"/>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19 w 354"/>
                <a:gd name="T65" fmla="*/ 0 h 231"/>
                <a:gd name="T66" fmla="*/ 119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342 w 354"/>
                <a:gd name="T87" fmla="*/ 194 h 231"/>
                <a:gd name="T88" fmla="*/ 351 w 354"/>
                <a:gd name="T89" fmla="*/ 187 h 231"/>
                <a:gd name="T90" fmla="*/ 354 w 354"/>
                <a:gd name="T91" fmla="*/ 181 h 231"/>
                <a:gd name="T92" fmla="*/ 353 w 354"/>
                <a:gd name="T93" fmla="*/ 178 h 231"/>
                <a:gd name="T94" fmla="*/ 351 w 354"/>
                <a:gd name="T95" fmla="*/ 177 h 231"/>
                <a:gd name="T96" fmla="*/ 348 w 354"/>
                <a:gd name="T97" fmla="*/ 176 h 231"/>
                <a:gd name="T98" fmla="*/ 333 w 354"/>
                <a:gd name="T99" fmla="*/ 175 h 231"/>
                <a:gd name="T100" fmla="*/ 288 w 354"/>
                <a:gd name="T101" fmla="*/ 177 h 231"/>
                <a:gd name="T102" fmla="*/ 257 w 354"/>
                <a:gd name="T103" fmla="*/ 163 h 231"/>
                <a:gd name="T104" fmla="*/ 232 w 354"/>
                <a:gd name="T105" fmla="*/ 122 h 231"/>
                <a:gd name="T106" fmla="*/ 227 w 354"/>
                <a:gd name="T107" fmla="*/ 105 h 231"/>
                <a:gd name="T108" fmla="*/ 226 w 354"/>
                <a:gd name="T109" fmla="*/ 100 h 231"/>
                <a:gd name="T110" fmla="*/ 226 w 354"/>
                <a:gd name="T111" fmla="*/ 98 h 231"/>
                <a:gd name="T112" fmla="*/ 226 w 354"/>
                <a:gd name="T113" fmla="*/ 98 h 231"/>
                <a:gd name="T114" fmla="*/ 195 w 354"/>
                <a:gd name="T115" fmla="*/ 23 h 231"/>
                <a:gd name="T116" fmla="*/ 195 w 354"/>
                <a:gd name="T117" fmla="*/ 23 h 231"/>
                <a:gd name="T118" fmla="*/ 194 w 354"/>
                <a:gd name="T119" fmla="*/ 23 h 231"/>
                <a:gd name="T120" fmla="*/ 119 w 354"/>
                <a:gd name="T1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4"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 name="Freeform 1733">
              <a:extLst>
                <a:ext uri="{FF2B5EF4-FFF2-40B4-BE49-F238E27FC236}">
                  <a16:creationId xmlns:a16="http://schemas.microsoft.com/office/drawing/2014/main" id="{F32CE36C-EECF-4BC2-82DD-D64D23D3318B}"/>
                </a:ext>
              </a:extLst>
            </p:cNvPr>
            <p:cNvSpPr>
              <a:spLocks noEditPoints="1"/>
            </p:cNvSpPr>
            <p:nvPr userDrawn="1"/>
          </p:nvSpPr>
          <p:spPr bwMode="auto">
            <a:xfrm>
              <a:off x="7769013" y="5130672"/>
              <a:ext cx="254879"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6"/>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1"/>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 name="Freeform 1734">
              <a:extLst>
                <a:ext uri="{FF2B5EF4-FFF2-40B4-BE49-F238E27FC236}">
                  <a16:creationId xmlns:a16="http://schemas.microsoft.com/office/drawing/2014/main" id="{DBB46B56-0792-4B47-916A-CA7DBA3765A9}"/>
                </a:ext>
              </a:extLst>
            </p:cNvPr>
            <p:cNvSpPr>
              <a:spLocks noEditPoints="1"/>
            </p:cNvSpPr>
            <p:nvPr userDrawn="1"/>
          </p:nvSpPr>
          <p:spPr bwMode="auto">
            <a:xfrm>
              <a:off x="8738351" y="5501952"/>
              <a:ext cx="256885" cy="200691"/>
            </a:xfrm>
            <a:custGeom>
              <a:avLst/>
              <a:gdLst>
                <a:gd name="T0" fmla="*/ 27 w 170"/>
                <a:gd name="T1" fmla="*/ 7 h 133"/>
                <a:gd name="T2" fmla="*/ 35 w 170"/>
                <a:gd name="T3" fmla="*/ 7 h 133"/>
                <a:gd name="T4" fmla="*/ 108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5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8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8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8"/>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 name="Freeform 1735">
              <a:extLst>
                <a:ext uri="{FF2B5EF4-FFF2-40B4-BE49-F238E27FC236}">
                  <a16:creationId xmlns:a16="http://schemas.microsoft.com/office/drawing/2014/main" id="{64D2B78D-B93C-498B-BE63-0D0181E89E41}"/>
                </a:ext>
              </a:extLst>
            </p:cNvPr>
            <p:cNvSpPr>
              <a:spLocks/>
            </p:cNvSpPr>
            <p:nvPr userDrawn="1"/>
          </p:nvSpPr>
          <p:spPr bwMode="auto">
            <a:xfrm>
              <a:off x="8804580" y="5700635"/>
              <a:ext cx="0"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 name="Freeform 1736">
              <a:extLst>
                <a:ext uri="{FF2B5EF4-FFF2-40B4-BE49-F238E27FC236}">
                  <a16:creationId xmlns:a16="http://schemas.microsoft.com/office/drawing/2014/main" id="{F5924EF8-D47C-4A4D-880C-3027D6CB7B28}"/>
                </a:ext>
              </a:extLst>
            </p:cNvPr>
            <p:cNvSpPr>
              <a:spLocks noEditPoints="1"/>
            </p:cNvSpPr>
            <p:nvPr userDrawn="1"/>
          </p:nvSpPr>
          <p:spPr bwMode="auto">
            <a:xfrm>
              <a:off x="7492059" y="4273721"/>
              <a:ext cx="280968" cy="242837"/>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6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4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1"/>
                  </a:cubicBezTo>
                  <a:cubicBezTo>
                    <a:pt x="153" y="116"/>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9"/>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6" y="158"/>
                    <a:pt x="186" y="157"/>
                    <a:pt x="186" y="157"/>
                  </a:cubicBezTo>
                  <a:cubicBezTo>
                    <a:pt x="165" y="124"/>
                    <a:pt x="165" y="124"/>
                    <a:pt x="165" y="124"/>
                  </a:cubicBezTo>
                  <a:cubicBezTo>
                    <a:pt x="165" y="124"/>
                    <a:pt x="165" y="124"/>
                    <a:pt x="165" y="124"/>
                  </a:cubicBezTo>
                  <a:cubicBezTo>
                    <a:pt x="161" y="118"/>
                    <a:pt x="159" y="114"/>
                    <a:pt x="159" y="111"/>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 name="Freeform 1737">
              <a:extLst>
                <a:ext uri="{FF2B5EF4-FFF2-40B4-BE49-F238E27FC236}">
                  <a16:creationId xmlns:a16="http://schemas.microsoft.com/office/drawing/2014/main" id="{406A1E85-00A5-4964-8DE8-6B3D7ABE206E}"/>
                </a:ext>
              </a:extLst>
            </p:cNvPr>
            <p:cNvSpPr>
              <a:spLocks noEditPoints="1"/>
            </p:cNvSpPr>
            <p:nvPr userDrawn="1"/>
          </p:nvSpPr>
          <p:spPr bwMode="auto">
            <a:xfrm>
              <a:off x="8740359" y="3747910"/>
              <a:ext cx="194671" cy="168581"/>
            </a:xfrm>
            <a:custGeom>
              <a:avLst/>
              <a:gdLst>
                <a:gd name="T0" fmla="*/ 15 w 129"/>
                <a:gd name="T1" fmla="*/ 39 h 112"/>
                <a:gd name="T2" fmla="*/ 63 w 129"/>
                <a:gd name="T3" fmla="*/ 16 h 112"/>
                <a:gd name="T4" fmla="*/ 66 w 129"/>
                <a:gd name="T5" fmla="*/ 15 h 112"/>
                <a:gd name="T6" fmla="*/ 52 w 129"/>
                <a:gd name="T7" fmla="*/ 7 h 112"/>
                <a:gd name="T8" fmla="*/ 57 w 129"/>
                <a:gd name="T9" fmla="*/ 9 h 112"/>
                <a:gd name="T10" fmla="*/ 65 w 129"/>
                <a:gd name="T11" fmla="*/ 18 h 112"/>
                <a:gd name="T12" fmla="*/ 92 w 129"/>
                <a:gd name="T13" fmla="*/ 10 h 112"/>
                <a:gd name="T14" fmla="*/ 103 w 129"/>
                <a:gd name="T15" fmla="*/ 35 h 112"/>
                <a:gd name="T16" fmla="*/ 119 w 129"/>
                <a:gd name="T17" fmla="*/ 45 h 112"/>
                <a:gd name="T18" fmla="*/ 121 w 129"/>
                <a:gd name="T19" fmla="*/ 60 h 112"/>
                <a:gd name="T20" fmla="*/ 104 w 129"/>
                <a:gd name="T21" fmla="*/ 76 h 112"/>
                <a:gd name="T22" fmla="*/ 95 w 129"/>
                <a:gd name="T23" fmla="*/ 79 h 112"/>
                <a:gd name="T24" fmla="*/ 85 w 129"/>
                <a:gd name="T25" fmla="*/ 94 h 112"/>
                <a:gd name="T26" fmla="*/ 76 w 129"/>
                <a:gd name="T27" fmla="*/ 89 h 112"/>
                <a:gd name="T28" fmla="*/ 61 w 129"/>
                <a:gd name="T29" fmla="*/ 99 h 112"/>
                <a:gd name="T30" fmla="*/ 34 w 129"/>
                <a:gd name="T31" fmla="*/ 91 h 112"/>
                <a:gd name="T32" fmla="*/ 20 w 129"/>
                <a:gd name="T33" fmla="*/ 75 h 112"/>
                <a:gd name="T34" fmla="*/ 6 w 129"/>
                <a:gd name="T35" fmla="*/ 67 h 112"/>
                <a:gd name="T36" fmla="*/ 18 w 129"/>
                <a:gd name="T37" fmla="*/ 49 h 112"/>
                <a:gd name="T38" fmla="*/ 25 w 129"/>
                <a:gd name="T39" fmla="*/ 20 h 112"/>
                <a:gd name="T40" fmla="*/ 46 w 129"/>
                <a:gd name="T41" fmla="*/ 18 h 112"/>
                <a:gd name="T42" fmla="*/ 54 w 129"/>
                <a:gd name="T43" fmla="*/ 0 h 112"/>
                <a:gd name="T44" fmla="*/ 40 w 129"/>
                <a:gd name="T45" fmla="*/ 10 h 112"/>
                <a:gd name="T46" fmla="*/ 40 w 129"/>
                <a:gd name="T47" fmla="*/ 15 h 112"/>
                <a:gd name="T48" fmla="*/ 30 w 129"/>
                <a:gd name="T49" fmla="*/ 15 h 112"/>
                <a:gd name="T50" fmla="*/ 25 w 129"/>
                <a:gd name="T51" fmla="*/ 13 h 112"/>
                <a:gd name="T52" fmla="*/ 9 w 129"/>
                <a:gd name="T53" fmla="*/ 41 h 112"/>
                <a:gd name="T54" fmla="*/ 11 w 129"/>
                <a:gd name="T55" fmla="*/ 52 h 112"/>
                <a:gd name="T56" fmla="*/ 4 w 129"/>
                <a:gd name="T57" fmla="*/ 56 h 112"/>
                <a:gd name="T58" fmla="*/ 2 w 129"/>
                <a:gd name="T59" fmla="*/ 58 h 112"/>
                <a:gd name="T60" fmla="*/ 14 w 129"/>
                <a:gd name="T61" fmla="*/ 82 h 112"/>
                <a:gd name="T62" fmla="*/ 24 w 129"/>
                <a:gd name="T63" fmla="*/ 82 h 112"/>
                <a:gd name="T64" fmla="*/ 28 w 129"/>
                <a:gd name="T65" fmla="*/ 94 h 112"/>
                <a:gd name="T66" fmla="*/ 29 w 129"/>
                <a:gd name="T67" fmla="*/ 97 h 112"/>
                <a:gd name="T68" fmla="*/ 65 w 129"/>
                <a:gd name="T69" fmla="*/ 103 h 112"/>
                <a:gd name="T70" fmla="*/ 74 w 129"/>
                <a:gd name="T71" fmla="*/ 95 h 112"/>
                <a:gd name="T72" fmla="*/ 75 w 129"/>
                <a:gd name="T73" fmla="*/ 96 h 112"/>
                <a:gd name="T74" fmla="*/ 95 w 129"/>
                <a:gd name="T75" fmla="*/ 97 h 112"/>
                <a:gd name="T76" fmla="*/ 100 w 129"/>
                <a:gd name="T77" fmla="*/ 85 h 112"/>
                <a:gd name="T78" fmla="*/ 124 w 129"/>
                <a:gd name="T79" fmla="*/ 111 h 112"/>
                <a:gd name="T80" fmla="*/ 129 w 129"/>
                <a:gd name="T81" fmla="*/ 110 h 112"/>
                <a:gd name="T82" fmla="*/ 114 w 129"/>
                <a:gd name="T83" fmla="*/ 84 h 112"/>
                <a:gd name="T84" fmla="*/ 118 w 129"/>
                <a:gd name="T85" fmla="*/ 69 h 112"/>
                <a:gd name="T86" fmla="*/ 127 w 129"/>
                <a:gd name="T87" fmla="*/ 43 h 112"/>
                <a:gd name="T88" fmla="*/ 118 w 129"/>
                <a:gd name="T89" fmla="*/ 39 h 112"/>
                <a:gd name="T90" fmla="*/ 110 w 129"/>
                <a:gd name="T91" fmla="*/ 32 h 112"/>
                <a:gd name="T92" fmla="*/ 85 w 129"/>
                <a:gd name="T93" fmla="*/ 3 h 112"/>
                <a:gd name="T94" fmla="*/ 61 w 129"/>
                <a:gd name="T95"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9"/>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90"/>
                    <a:pt x="67" y="91"/>
                  </a:cubicBezTo>
                  <a:cubicBezTo>
                    <a:pt x="65" y="93"/>
                    <a:pt x="63" y="95"/>
                    <a:pt x="61" y="99"/>
                  </a:cubicBezTo>
                  <a:cubicBezTo>
                    <a:pt x="59" y="99"/>
                    <a:pt x="56" y="100"/>
                    <a:pt x="52" y="100"/>
                  </a:cubicBezTo>
                  <a:cubicBezTo>
                    <a:pt x="52" y="100"/>
                    <a:pt x="52" y="100"/>
                    <a:pt x="52" y="100"/>
                  </a:cubicBezTo>
                  <a:cubicBezTo>
                    <a:pt x="46" y="100"/>
                    <a:pt x="40" y="99"/>
                    <a:pt x="34" y="94"/>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4"/>
                    <a:pt x="8" y="73"/>
                    <a:pt x="7" y="72"/>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3"/>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2"/>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9"/>
                    <a:pt x="122" y="68"/>
                    <a:pt x="123" y="67"/>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 name="Freeform 1738">
              <a:extLst>
                <a:ext uri="{FF2B5EF4-FFF2-40B4-BE49-F238E27FC236}">
                  <a16:creationId xmlns:a16="http://schemas.microsoft.com/office/drawing/2014/main" id="{7232C61B-CDE8-4FFB-8F0A-FBA060826953}"/>
                </a:ext>
              </a:extLst>
            </p:cNvPr>
            <p:cNvSpPr>
              <a:spLocks noEditPoints="1"/>
            </p:cNvSpPr>
            <p:nvPr userDrawn="1"/>
          </p:nvSpPr>
          <p:spPr bwMode="auto">
            <a:xfrm>
              <a:off x="8202506" y="4315865"/>
              <a:ext cx="282975" cy="242837"/>
            </a:xfrm>
            <a:custGeom>
              <a:avLst/>
              <a:gdLst>
                <a:gd name="T0" fmla="*/ 167 w 188"/>
                <a:gd name="T1" fmla="*/ 112 h 162"/>
                <a:gd name="T2" fmla="*/ 105 w 188"/>
                <a:gd name="T3" fmla="*/ 9 h 162"/>
                <a:gd name="T4" fmla="*/ 110 w 188"/>
                <a:gd name="T5" fmla="*/ 6 h 162"/>
                <a:gd name="T6" fmla="*/ 121 w 188"/>
                <a:gd name="T7" fmla="*/ 15 h 162"/>
                <a:gd name="T8" fmla="*/ 127 w 188"/>
                <a:gd name="T9" fmla="*/ 29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3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5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4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8"/>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3"/>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5"/>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49" y="127"/>
                    <a:pt x="49" y="125"/>
                  </a:cubicBezTo>
                  <a:cubicBezTo>
                    <a:pt x="49"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3"/>
                    <a:pt x="13" y="92"/>
                    <a:pt x="12" y="91"/>
                  </a:cubicBezTo>
                  <a:cubicBezTo>
                    <a:pt x="10" y="90"/>
                    <a:pt x="8" y="88"/>
                    <a:pt x="7" y="85"/>
                  </a:cubicBezTo>
                  <a:cubicBezTo>
                    <a:pt x="6" y="82"/>
                    <a:pt x="6" y="78"/>
                    <a:pt x="6" y="75"/>
                  </a:cubicBezTo>
                  <a:cubicBezTo>
                    <a:pt x="6" y="72"/>
                    <a:pt x="6"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4"/>
                    <a:pt x="22" y="124"/>
                    <a:pt x="22" y="124"/>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2"/>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8"/>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9"/>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 name="Freeform 1739">
              <a:extLst>
                <a:ext uri="{FF2B5EF4-FFF2-40B4-BE49-F238E27FC236}">
                  <a16:creationId xmlns:a16="http://schemas.microsoft.com/office/drawing/2014/main" id="{EEF8C6FF-D2C4-499A-82D5-A1FA143A67BE}"/>
                </a:ext>
              </a:extLst>
            </p:cNvPr>
            <p:cNvSpPr>
              <a:spLocks noEditPoints="1"/>
            </p:cNvSpPr>
            <p:nvPr userDrawn="1"/>
          </p:nvSpPr>
          <p:spPr bwMode="auto">
            <a:xfrm>
              <a:off x="7630535" y="5413647"/>
              <a:ext cx="282975" cy="242837"/>
            </a:xfrm>
            <a:custGeom>
              <a:avLst/>
              <a:gdLst>
                <a:gd name="T0" fmla="*/ 99 w 188"/>
                <a:gd name="T1" fmla="*/ 23 h 162"/>
                <a:gd name="T2" fmla="*/ 110 w 188"/>
                <a:gd name="T3" fmla="*/ 6 h 162"/>
                <a:gd name="T4" fmla="*/ 120 w 188"/>
                <a:gd name="T5" fmla="*/ 12 h 162"/>
                <a:gd name="T6" fmla="*/ 122 w 188"/>
                <a:gd name="T7" fmla="*/ 24 h 162"/>
                <a:gd name="T8" fmla="*/ 147 w 188"/>
                <a:gd name="T9" fmla="*/ 27 h 162"/>
                <a:gd name="T10" fmla="*/ 170 w 188"/>
                <a:gd name="T11" fmla="*/ 47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5 h 162"/>
                <a:gd name="T26" fmla="*/ 81 w 188"/>
                <a:gd name="T27" fmla="*/ 131 h 162"/>
                <a:gd name="T28" fmla="*/ 77 w 188"/>
                <a:gd name="T29" fmla="*/ 132 h 162"/>
                <a:gd name="T30" fmla="*/ 64 w 188"/>
                <a:gd name="T31" fmla="*/ 139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0 h 162"/>
                <a:gd name="T48" fmla="*/ 52 w 188"/>
                <a:gd name="T49" fmla="*/ 12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7 h 162"/>
                <a:gd name="T68" fmla="*/ 0 w 188"/>
                <a:gd name="T69" fmla="*/ 75 h 162"/>
                <a:gd name="T70" fmla="*/ 14 w 188"/>
                <a:gd name="T71" fmla="*/ 98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4 h 162"/>
                <a:gd name="T84" fmla="*/ 44 w 188"/>
                <a:gd name="T85" fmla="*/ 137 h 162"/>
                <a:gd name="T86" fmla="*/ 65 w 188"/>
                <a:gd name="T87" fmla="*/ 145 h 162"/>
                <a:gd name="T88" fmla="*/ 78 w 188"/>
                <a:gd name="T89" fmla="*/ 139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59 w 188"/>
                <a:gd name="T101" fmla="*/ 116 h 162"/>
                <a:gd name="T102" fmla="*/ 168 w 188"/>
                <a:gd name="T103" fmla="*/ 118 h 162"/>
                <a:gd name="T104" fmla="*/ 188 w 188"/>
                <a:gd name="T105" fmla="*/ 97 h 162"/>
                <a:gd name="T106" fmla="*/ 183 w 188"/>
                <a:gd name="T107" fmla="*/ 83 h 162"/>
                <a:gd name="T108" fmla="*/ 171 w 188"/>
                <a:gd name="T109" fmla="*/ 76 h 162"/>
                <a:gd name="T110" fmla="*/ 174 w 188"/>
                <a:gd name="T111" fmla="*/ 59 h 162"/>
                <a:gd name="T112" fmla="*/ 172 w 188"/>
                <a:gd name="T113" fmla="*/ 32 h 162"/>
                <a:gd name="T114" fmla="*/ 151 w 188"/>
                <a:gd name="T115" fmla="*/ 20 h 162"/>
                <a:gd name="T116" fmla="*/ 134 w 188"/>
                <a:gd name="T117" fmla="*/ 23 h 162"/>
                <a:gd name="T118" fmla="*/ 127 w 188"/>
                <a:gd name="T119" fmla="*/ 21 h 162"/>
                <a:gd name="T120" fmla="*/ 128 w 188"/>
                <a:gd name="T121" fmla="*/ 14 h 162"/>
                <a:gd name="T122" fmla="*/ 117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6"/>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 name="Freeform 1740">
              <a:extLst>
                <a:ext uri="{FF2B5EF4-FFF2-40B4-BE49-F238E27FC236}">
                  <a16:creationId xmlns:a16="http://schemas.microsoft.com/office/drawing/2014/main" id="{94EEE044-26CC-42E2-90AE-AAB2B244F70C}"/>
                </a:ext>
              </a:extLst>
            </p:cNvPr>
            <p:cNvSpPr>
              <a:spLocks noEditPoints="1"/>
            </p:cNvSpPr>
            <p:nvPr userDrawn="1"/>
          </p:nvSpPr>
          <p:spPr bwMode="auto">
            <a:xfrm>
              <a:off x="7905483" y="3906455"/>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1 h 162"/>
                <a:gd name="T20" fmla="*/ 159 w 188"/>
                <a:gd name="T21" fmla="*/ 110 h 162"/>
                <a:gd name="T22" fmla="*/ 142 w 188"/>
                <a:gd name="T23" fmla="*/ 122 h 162"/>
                <a:gd name="T24" fmla="*/ 113 w 188"/>
                <a:gd name="T25" fmla="*/ 148 h 162"/>
                <a:gd name="T26" fmla="*/ 98 w 188"/>
                <a:gd name="T27" fmla="*/ 145 h 162"/>
                <a:gd name="T28" fmla="*/ 81 w 188"/>
                <a:gd name="T29" fmla="*/ 131 h 162"/>
                <a:gd name="T30" fmla="*/ 73 w 188"/>
                <a:gd name="T31" fmla="*/ 135 h 162"/>
                <a:gd name="T32" fmla="*/ 64 w 188"/>
                <a:gd name="T33" fmla="*/ 139 h 162"/>
                <a:gd name="T34" fmla="*/ 49 w 188"/>
                <a:gd name="T35" fmla="*/ 133 h 162"/>
                <a:gd name="T36" fmla="*/ 45 w 188"/>
                <a:gd name="T37" fmla="*/ 112 h 162"/>
                <a:gd name="T38" fmla="*/ 27 w 188"/>
                <a:gd name="T39" fmla="*/ 127 h 162"/>
                <a:gd name="T40" fmla="*/ 15 w 188"/>
                <a:gd name="T41" fmla="*/ 92 h 162"/>
                <a:gd name="T42" fmla="*/ 6 w 188"/>
                <a:gd name="T43" fmla="*/ 75 h 162"/>
                <a:gd name="T44" fmla="*/ 13 w 188"/>
                <a:gd name="T45" fmla="*/ 63 h 162"/>
                <a:gd name="T46" fmla="*/ 31 w 188"/>
                <a:gd name="T47" fmla="*/ 60 h 162"/>
                <a:gd name="T48" fmla="*/ 30 w 188"/>
                <a:gd name="T49" fmla="*/ 35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0 h 162"/>
                <a:gd name="T64" fmla="*/ 30 w 188"/>
                <a:gd name="T65" fmla="*/ 50 h 162"/>
                <a:gd name="T66" fmla="*/ 15 w 188"/>
                <a:gd name="T67" fmla="*/ 57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0 h 162"/>
                <a:gd name="T90" fmla="*/ 78 w 188"/>
                <a:gd name="T91" fmla="*/ 139 h 162"/>
                <a:gd name="T92" fmla="*/ 81 w 188"/>
                <a:gd name="T93" fmla="*/ 137 h 162"/>
                <a:gd name="T94" fmla="*/ 94 w 188"/>
                <a:gd name="T95" fmla="*/ 150 h 162"/>
                <a:gd name="T96" fmla="*/ 113 w 188"/>
                <a:gd name="T97" fmla="*/ 154 h 162"/>
                <a:gd name="T98" fmla="*/ 147 w 188"/>
                <a:gd name="T99" fmla="*/ 138 h 162"/>
                <a:gd name="T100" fmla="*/ 149 w 188"/>
                <a:gd name="T101" fmla="*/ 12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4"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1"/>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 name="Freeform 1741">
              <a:extLst>
                <a:ext uri="{FF2B5EF4-FFF2-40B4-BE49-F238E27FC236}">
                  <a16:creationId xmlns:a16="http://schemas.microsoft.com/office/drawing/2014/main" id="{496EACE8-7B8E-41E9-85E5-AFDEA3E4779F}"/>
                </a:ext>
              </a:extLst>
            </p:cNvPr>
            <p:cNvSpPr>
              <a:spLocks noEditPoints="1"/>
            </p:cNvSpPr>
            <p:nvPr userDrawn="1"/>
          </p:nvSpPr>
          <p:spPr bwMode="auto">
            <a:xfrm>
              <a:off x="8979181" y="5214962"/>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6 w 243"/>
                <a:gd name="T117" fmla="*/ 26 h 208"/>
                <a:gd name="T118" fmla="*/ 174 w 243"/>
                <a:gd name="T119" fmla="*/ 30 h 208"/>
                <a:gd name="T120" fmla="*/ 164 w 243"/>
                <a:gd name="T121" fmla="*/ 27 h 208"/>
                <a:gd name="T122" fmla="*/ 165 w 243"/>
                <a:gd name="T123" fmla="*/ 17 h 208"/>
                <a:gd name="T124" fmla="*/ 151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1" y="107"/>
                    <a:pt x="225" y="110"/>
                    <a:pt x="229" y="112"/>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90"/>
                    <a:pt x="129" y="189"/>
                    <a:pt x="128" y="189"/>
                  </a:cubicBezTo>
                  <a:cubicBezTo>
                    <a:pt x="127" y="189"/>
                    <a:pt x="127" y="189"/>
                    <a:pt x="127" y="189"/>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 name="Freeform 1742">
              <a:extLst>
                <a:ext uri="{FF2B5EF4-FFF2-40B4-BE49-F238E27FC236}">
                  <a16:creationId xmlns:a16="http://schemas.microsoft.com/office/drawing/2014/main" id="{BFC6557F-748C-4D9A-90AF-BAA48F33BFAE}"/>
                </a:ext>
              </a:extLst>
            </p:cNvPr>
            <p:cNvSpPr>
              <a:spLocks/>
            </p:cNvSpPr>
            <p:nvPr userDrawn="1"/>
          </p:nvSpPr>
          <p:spPr bwMode="auto">
            <a:xfrm>
              <a:off x="8979181" y="5524027"/>
              <a:ext cx="4014"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Tree>
    <p:extLst>
      <p:ext uri="{BB962C8B-B14F-4D97-AF65-F5344CB8AC3E}">
        <p14:creationId xmlns:p14="http://schemas.microsoft.com/office/powerpoint/2010/main" val="228317101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586328238"/>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9475"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3746931505"/>
      </p:ext>
    </p:extLst>
  </p:cSld>
  <p:clrMapOvr>
    <a:masterClrMapping/>
  </p:clrMapOvr>
  <p:hf sldNum="0" hdr="0"/>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10"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30697040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6_Two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ext Placeholder 3">
            <a:extLst>
              <a:ext uri="{FF2B5EF4-FFF2-40B4-BE49-F238E27FC236}">
                <a16:creationId xmlns:a16="http://schemas.microsoft.com/office/drawing/2014/main" id="{D48EFACD-CEB2-4692-815C-86D19FBB4A40}"/>
              </a:ext>
            </a:extLst>
          </p:cNvPr>
          <p:cNvSpPr>
            <a:spLocks noGrp="1"/>
          </p:cNvSpPr>
          <p:nvPr>
            <p:ph type="body" sz="quarter" idx="12"/>
          </p:nvPr>
        </p:nvSpPr>
        <p:spPr>
          <a:xfrm>
            <a:off x="5568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3">
            <a:extLst>
              <a:ext uri="{FF2B5EF4-FFF2-40B4-BE49-F238E27FC236}">
                <a16:creationId xmlns:a16="http://schemas.microsoft.com/office/drawing/2014/main" id="{3CBCB907-9E7B-4CB2-B9DE-4FC3076D2A87}"/>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2676466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Nokia White 0">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3"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5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5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93589349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2_Title">
    <p:spTree>
      <p:nvGrpSpPr>
        <p:cNvPr id="1" name=""/>
        <p:cNvGrpSpPr/>
        <p:nvPr/>
      </p:nvGrpSpPr>
      <p:grpSpPr>
        <a:xfrm>
          <a:off x="0" y="0"/>
          <a:ext cx="0" cy="0"/>
          <a:chOff x="0" y="0"/>
          <a:chExt cx="0" cy="0"/>
        </a:xfrm>
      </p:grpSpPr>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Tree>
    <p:extLst>
      <p:ext uri="{BB962C8B-B14F-4D97-AF65-F5344CB8AC3E}">
        <p14:creationId xmlns:p14="http://schemas.microsoft.com/office/powerpoint/2010/main" val="373217975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3_Single Text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CD5DDEE8-FF3C-4742-BB8C-B09BB2526ACE}"/>
              </a:ext>
            </a:extLst>
          </p:cNvPr>
          <p:cNvSpPr>
            <a:spLocks noGrp="1"/>
          </p:cNvSpPr>
          <p:nvPr>
            <p:ph type="ftr" sz="quarter" idx="10"/>
          </p:nvPr>
        </p:nvSpPr>
        <p:spPr>
          <a:xfrm>
            <a:off x="3072000" y="6422400"/>
            <a:ext cx="6048000" cy="163200"/>
          </a:xfrm>
          <a:prstGeom prst="rect">
            <a:avLst/>
          </a:prstGeom>
        </p:spPr>
        <p:txBody>
          <a:bodyPr/>
          <a:lstStyle/>
          <a:p>
            <a:r>
              <a:rPr lang="en-GB"/>
              <a:t>Nokia internal use</a:t>
            </a:r>
            <a:endParaRPr lang="en-US"/>
          </a:p>
        </p:txBody>
      </p:sp>
      <p:sp>
        <p:nvSpPr>
          <p:cNvPr id="4" name="Text Placeholder 12">
            <a:extLst>
              <a:ext uri="{FF2B5EF4-FFF2-40B4-BE49-F238E27FC236}">
                <a16:creationId xmlns:a16="http://schemas.microsoft.com/office/drawing/2014/main" id="{B4B383DF-E841-4958-AC70-1FE077578D06}"/>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6D425CB6-0BAB-4AB6-ADCE-D68F0C1DF88A}"/>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ext Placeholder 3">
            <a:extLst>
              <a:ext uri="{FF2B5EF4-FFF2-40B4-BE49-F238E27FC236}">
                <a16:creationId xmlns:a16="http://schemas.microsoft.com/office/drawing/2014/main" id="{087D8427-6029-4956-BF93-C47F0DB87979}"/>
              </a:ext>
            </a:extLst>
          </p:cNvPr>
          <p:cNvSpPr>
            <a:spLocks noGrp="1"/>
          </p:cNvSpPr>
          <p:nvPr>
            <p:ph type="body" sz="quarter" idx="13"/>
          </p:nvPr>
        </p:nvSpPr>
        <p:spPr>
          <a:xfrm>
            <a:off x="556800" y="1440000"/>
            <a:ext cx="110784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84" indent="0">
              <a:spcBef>
                <a:spcPts val="0"/>
              </a:spcBef>
              <a:spcAft>
                <a:spcPts val="800"/>
              </a:spcAft>
              <a:buNone/>
              <a:defRPr sz="1867">
                <a:solidFill>
                  <a:schemeClr val="tx2"/>
                </a:solidFill>
                <a:latin typeface="+mn-lt"/>
              </a:defRPr>
            </a:lvl2pPr>
            <a:lvl3pPr marL="616770" indent="0">
              <a:spcBef>
                <a:spcPts val="0"/>
              </a:spcBef>
              <a:spcAft>
                <a:spcPts val="800"/>
              </a:spcAft>
              <a:buNone/>
              <a:defRPr sz="1600">
                <a:solidFill>
                  <a:schemeClr val="tx2"/>
                </a:solidFill>
                <a:latin typeface="+mn-lt"/>
              </a:defRPr>
            </a:lvl3pPr>
            <a:lvl4pPr marL="923954" indent="0">
              <a:spcBef>
                <a:spcPts val="0"/>
              </a:spcBef>
              <a:spcAft>
                <a:spcPts val="800"/>
              </a:spcAft>
              <a:buNone/>
              <a:defRPr sz="1333">
                <a:solidFill>
                  <a:schemeClr val="tx2"/>
                </a:solidFill>
                <a:latin typeface="+mn-lt"/>
              </a:defRPr>
            </a:lvl4pPr>
            <a:lvl5pPr marL="1231139" indent="0">
              <a:spcBef>
                <a:spcPts val="0"/>
              </a:spcBef>
              <a:spcAft>
                <a:spcPts val="800"/>
              </a:spcAft>
              <a:buFont typeface="Arial" panose="020B0604020202020204" pitchFamily="34" charset="0"/>
              <a:buNone/>
              <a:defRPr sz="1067">
                <a:solidFill>
                  <a:schemeClr val="tx2"/>
                </a:solidFill>
                <a:latin typeface="+mn-lt"/>
              </a:defRPr>
            </a:lvl5pPr>
            <a:lvl6pPr marL="1843109" indent="-304784">
              <a:spcBef>
                <a:spcPts val="0"/>
              </a:spcBef>
              <a:spcAft>
                <a:spcPts val="800"/>
              </a:spcAft>
              <a:buFont typeface="Nokia Pure Text" panose="020B0503020202020204" pitchFamily="34" charset="0"/>
              <a:buChar char="‒"/>
              <a:defRPr sz="1067" baseline="0">
                <a:solidFill>
                  <a:schemeClr val="tx2"/>
                </a:solidFill>
              </a:defRPr>
            </a:lvl6pPr>
            <a:lvl7pPr marL="2150293">
              <a:spcBef>
                <a:spcPts val="0"/>
              </a:spcBef>
              <a:spcAft>
                <a:spcPts val="800"/>
              </a:spcAft>
              <a:defRPr sz="933">
                <a:solidFill>
                  <a:schemeClr val="tx2"/>
                </a:solidFill>
              </a:defRPr>
            </a:lvl7pPr>
            <a:lvl8pPr marL="2457477">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74728298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2 White - one col tier text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43"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4" name="Text Placeholder 3"/>
          <p:cNvSpPr>
            <a:spLocks noGrp="1"/>
          </p:cNvSpPr>
          <p:nvPr>
            <p:ph type="body" sz="quarter" idx="12"/>
          </p:nvPr>
        </p:nvSpPr>
        <p:spPr>
          <a:xfrm>
            <a:off x="556800" y="1440000"/>
            <a:ext cx="110784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Nokia Pure Text Light" panose="020B0403020202020204" pitchFamily="34" charset="0"/>
                <a:ea typeface="Nokia Pure Text Light" panose="020B0403020202020204" pitchFamily="34" charset="0"/>
              </a:defRPr>
            </a:lvl1pPr>
            <a:lvl2pPr marL="307192" indent="0">
              <a:spcBef>
                <a:spcPts val="0"/>
              </a:spcBef>
              <a:spcAft>
                <a:spcPts val="800"/>
              </a:spcAft>
              <a:buNone/>
              <a:defRPr sz="1867">
                <a:solidFill>
                  <a:schemeClr val="tx2"/>
                </a:solidFill>
                <a:latin typeface="Nokia Pure Text Light" panose="020B0403020202020204" pitchFamily="34" charset="0"/>
                <a:ea typeface="Nokia Pure Text Light" panose="020B0403020202020204" pitchFamily="34" charset="0"/>
              </a:defRPr>
            </a:lvl2pPr>
            <a:lvl3pPr marL="616785" indent="0">
              <a:spcBef>
                <a:spcPts val="0"/>
              </a:spcBef>
              <a:spcAft>
                <a:spcPts val="800"/>
              </a:spcAft>
              <a:buNone/>
              <a:defRPr sz="1600">
                <a:solidFill>
                  <a:schemeClr val="tx2"/>
                </a:solidFill>
                <a:latin typeface="Nokia Pure Text Light" panose="020B0403020202020204" pitchFamily="34" charset="0"/>
                <a:ea typeface="Nokia Pure Text Light" panose="020B0403020202020204" pitchFamily="34" charset="0"/>
              </a:defRPr>
            </a:lvl3pPr>
            <a:lvl4pPr marL="923977" indent="0">
              <a:spcBef>
                <a:spcPts val="0"/>
              </a:spcBef>
              <a:spcAft>
                <a:spcPts val="800"/>
              </a:spcAft>
              <a:buNone/>
              <a:defRPr sz="1333">
                <a:solidFill>
                  <a:schemeClr val="tx2"/>
                </a:solidFill>
                <a:latin typeface="Nokia Pure Text Light" panose="020B0403020202020204" pitchFamily="34" charset="0"/>
                <a:ea typeface="Nokia Pure Text Light" panose="020B0403020202020204" pitchFamily="34" charset="0"/>
              </a:defRPr>
            </a:lvl4pPr>
            <a:lvl5pPr marL="1231169" indent="0">
              <a:spcBef>
                <a:spcPts val="0"/>
              </a:spcBef>
              <a:spcAft>
                <a:spcPts val="800"/>
              </a:spcAft>
              <a:buFont typeface="Arial" panose="020B0604020202020204" pitchFamily="34" charset="0"/>
              <a:buNone/>
              <a:defRPr sz="1067">
                <a:solidFill>
                  <a:schemeClr val="tx2"/>
                </a:solidFill>
                <a:latin typeface="Nokia Pure Text Light" panose="020B0403020202020204" pitchFamily="34" charset="0"/>
                <a:ea typeface="Nokia Pure Text Light" panose="020B0403020202020204" pitchFamily="34" charset="0"/>
              </a:defRPr>
            </a:lvl5pPr>
            <a:lvl6pPr marL="1843154" indent="-304792">
              <a:spcBef>
                <a:spcPts val="0"/>
              </a:spcBef>
              <a:spcAft>
                <a:spcPts val="800"/>
              </a:spcAft>
              <a:buFont typeface="Nokia Pure Text" panose="020B0503020202020204" pitchFamily="34" charset="0"/>
              <a:buChar char="‒"/>
              <a:defRPr sz="1067" baseline="0">
                <a:solidFill>
                  <a:schemeClr val="tx2"/>
                </a:solidFill>
                <a:latin typeface="Nokia Pure Text Light" panose="020B0403020202020204" pitchFamily="34" charset="0"/>
                <a:ea typeface="Nokia Pure Text Light" panose="020B0403020202020204" pitchFamily="34" charset="0"/>
              </a:defRPr>
            </a:lvl6pPr>
            <a:lvl7pPr marL="2150346">
              <a:spcBef>
                <a:spcPts val="0"/>
              </a:spcBef>
              <a:spcAft>
                <a:spcPts val="800"/>
              </a:spcAft>
              <a:defRPr sz="933">
                <a:solidFill>
                  <a:schemeClr val="tx2"/>
                </a:solidFill>
                <a:latin typeface="Nokia Pure Text Light" panose="020B0403020202020204" pitchFamily="34" charset="0"/>
                <a:ea typeface="Nokia Pure Text Light" panose="020B0403020202020204" pitchFamily="34" charset="0"/>
              </a:defRPr>
            </a:lvl7pPr>
            <a:lvl8pPr marL="2457539">
              <a:spcBef>
                <a:spcPts val="0"/>
              </a:spcBef>
              <a:spcAft>
                <a:spcPts val="800"/>
              </a:spcAft>
              <a:defRPr sz="800">
                <a:solidFill>
                  <a:schemeClr val="tx2"/>
                </a:solidFill>
                <a:latin typeface="Nokia Pure Text Light" panose="020B0403020202020204" pitchFamily="34" charset="0"/>
                <a:ea typeface="Nokia Pure Text Light" panose="020B0403020202020204" pitchFamily="34" charset="0"/>
              </a:defRPr>
            </a:lvl8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397671147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1.3 Conten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124191"/>
                </a:solidFill>
                <a:effectLst/>
                <a:uLnTx/>
                <a:uFillTx/>
                <a:latin typeface="Nokia Pure Text Light"/>
                <a:ea typeface="+mn-ea"/>
                <a:cs typeface="+mn-cs"/>
              </a:rPr>
              <a:t>Nokia internal use</a:t>
            </a:r>
            <a:endParaRPr kumimoji="0" lang="en-US" sz="1800" b="0" i="0" u="none" strike="noStrike" kern="1200" cap="none" spc="0" normalizeH="0" baseline="0" noProof="0" dirty="0">
              <a:ln>
                <a:noFill/>
              </a:ln>
              <a:solidFill>
                <a:srgbClr val="124191"/>
              </a:solidFill>
              <a:effectLst/>
              <a:uLnTx/>
              <a:uFillTx/>
              <a:latin typeface="Nokia Pure Text Light"/>
              <a:ea typeface="+mn-ea"/>
              <a:cs typeface="+mn-cs"/>
            </a:endParaRPr>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
        <p:nvSpPr>
          <p:cNvPr id="6" name="Content Placeholder 5">
            <a:extLst>
              <a:ext uri="{FF2B5EF4-FFF2-40B4-BE49-F238E27FC236}">
                <a16:creationId xmlns:a16="http://schemas.microsoft.com/office/drawing/2014/main" id="{6192CEEA-D10B-4027-B574-871A2D467B46}"/>
              </a:ext>
            </a:extLst>
          </p:cNvPr>
          <p:cNvSpPr>
            <a:spLocks noGrp="1"/>
          </p:cNvSpPr>
          <p:nvPr>
            <p:ph sz="quarter" idx="13" hasCustomPrompt="1"/>
          </p:nvPr>
        </p:nvSpPr>
        <p:spPr>
          <a:xfrm>
            <a:off x="556684" y="1440000"/>
            <a:ext cx="11078400" cy="4656000"/>
          </a:xfrm>
          <a:prstGeom prst="rect">
            <a:avLst/>
          </a:prstGeom>
        </p:spPr>
        <p:txBody>
          <a:bodyPr lIns="0" tIns="0" rIns="0" bIns="0"/>
          <a:lstStyle>
            <a:lvl1pPr marL="0" indent="0">
              <a:lnSpc>
                <a:spcPct val="100000"/>
              </a:lnSpc>
              <a:spcBef>
                <a:spcPts val="0"/>
              </a:spcBef>
              <a:spcAft>
                <a:spcPts val="800"/>
              </a:spcAft>
              <a:buNone/>
              <a:defRPr sz="2133">
                <a:solidFill>
                  <a:schemeClr val="tx2"/>
                </a:solidFill>
              </a:defRPr>
            </a:lvl1pPr>
            <a:lvl2pPr marL="307176" indent="0">
              <a:lnSpc>
                <a:spcPct val="100000"/>
              </a:lnSpc>
              <a:spcBef>
                <a:spcPts val="0"/>
              </a:spcBef>
              <a:spcAft>
                <a:spcPts val="800"/>
              </a:spcAft>
              <a:buNone/>
              <a:defRPr sz="1867">
                <a:solidFill>
                  <a:schemeClr val="tx2"/>
                </a:solidFill>
              </a:defRPr>
            </a:lvl2pPr>
            <a:lvl3pPr marL="619155" indent="0">
              <a:lnSpc>
                <a:spcPct val="100000"/>
              </a:lnSpc>
              <a:spcBef>
                <a:spcPts val="0"/>
              </a:spcBef>
              <a:spcAft>
                <a:spcPts val="800"/>
              </a:spcAft>
              <a:buNone/>
              <a:defRPr sz="1600">
                <a:solidFill>
                  <a:schemeClr val="tx2"/>
                </a:solidFill>
              </a:defRPr>
            </a:lvl3pPr>
            <a:lvl4pPr marL="926332" indent="0">
              <a:lnSpc>
                <a:spcPct val="100000"/>
              </a:lnSpc>
              <a:spcBef>
                <a:spcPts val="0"/>
              </a:spcBef>
              <a:spcAft>
                <a:spcPts val="800"/>
              </a:spcAft>
              <a:buNone/>
              <a:defRPr sz="1333">
                <a:solidFill>
                  <a:schemeClr val="tx2"/>
                </a:solidFill>
              </a:defRPr>
            </a:lvl4pPr>
            <a:lvl5pPr marL="1828664" indent="0">
              <a:buNone/>
              <a:defRPr sz="1067">
                <a:solidFill>
                  <a:schemeClr val="tx2"/>
                </a:solidFill>
              </a:defRPr>
            </a:lvl5p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409083554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1 White - plain with headlines">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076DF0AB-6B43-458E-A0FA-E931DD86A777}"/>
              </a:ext>
            </a:extLst>
          </p:cNvPr>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spid="_x0000_s20499" name="think-cell Slide" r:id="rId4" imgW="493" imgH="493" progId="TCLayout.ActiveDocument.1">
                  <p:embed/>
                </p:oleObj>
              </mc:Choice>
              <mc:Fallback>
                <p:oleObj name="think-cell Slide" r:id="rId4" imgW="493" imgH="493" progId="TCLayout.ActiveDocument.1">
                  <p:embed/>
                  <p:pic>
                    <p:nvPicPr>
                      <p:cNvPr id="2" name="Object 1" hidden="1">
                        <a:extLst>
                          <a:ext uri="{FF2B5EF4-FFF2-40B4-BE49-F238E27FC236}">
                            <a16:creationId xmlns:a16="http://schemas.microsoft.com/office/drawing/2014/main" id="{076DF0AB-6B43-458E-A0FA-E931DD86A777}"/>
                          </a:ext>
                        </a:extLst>
                      </p:cNvPr>
                      <p:cNvPicPr/>
                      <p:nvPr/>
                    </p:nvPicPr>
                    <p:blipFill>
                      <a:blip r:embed="rId5"/>
                      <a:stretch>
                        <a:fillRect/>
                      </a:stretch>
                    </p:blipFill>
                    <p:spPr>
                      <a:xfrm>
                        <a:off x="2119" y="2119"/>
                        <a:ext cx="2116" cy="2116"/>
                      </a:xfrm>
                      <a:prstGeom prst="rect">
                        <a:avLst/>
                      </a:prstGeom>
                    </p:spPr>
                  </p:pic>
                </p:oleObj>
              </mc:Fallback>
            </mc:AlternateContent>
          </a:graphicData>
        </a:graphic>
      </p:graphicFrame>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68"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5" name="Footer Placeholder 27"/>
          <p:cNvSpPr>
            <a:spLocks noGrp="1"/>
          </p:cNvSpPr>
          <p:nvPr>
            <p:ph type="ftr" sz="quarter" idx="3"/>
          </p:nvPr>
        </p:nvSpPr>
        <p:spPr>
          <a:xfrm>
            <a:off x="3072000" y="6422400"/>
            <a:ext cx="6048000" cy="163200"/>
          </a:xfrm>
          <a:prstGeom prst="rect">
            <a:avLst/>
          </a:prstGeom>
        </p:spPr>
        <p:txBody>
          <a:bodyPr vert="horz" lIns="0" tIns="0" rIns="0" bIns="0" rtlCol="0" anchor="b"/>
          <a:lstStyle>
            <a:lvl1pPr algn="l">
              <a:defRPr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defRPr>
            </a:lvl1pPr>
          </a:lstStyle>
          <a:p>
            <a:r>
              <a:rPr lang="en-US"/>
              <a:t>&lt;Document ID: change ID in footer or remove&gt; &lt;Change information classification in footer&gt;</a:t>
            </a:r>
          </a:p>
        </p:txBody>
      </p:sp>
    </p:spTree>
    <p:extLst>
      <p:ext uri="{BB962C8B-B14F-4D97-AF65-F5344CB8AC3E}">
        <p14:creationId xmlns:p14="http://schemas.microsoft.com/office/powerpoint/2010/main" val="334585802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Nokia White 3">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667" b="0">
                <a:latin typeface="+mj-lt"/>
              </a:defRPr>
            </a:lvl1pPr>
          </a:lstStyle>
          <a:p>
            <a:r>
              <a:rPr lang="en-US"/>
              <a:t>Click to edit Master title style</a:t>
            </a:r>
            <a:endParaRPr lang="en-US" dirty="0"/>
          </a:p>
        </p:txBody>
      </p:sp>
      <p:sp>
        <p:nvSpPr>
          <p:cNvPr id="6" name="Content Placeholder 8"/>
          <p:cNvSpPr>
            <a:spLocks noGrp="1"/>
          </p:cNvSpPr>
          <p:nvPr>
            <p:ph sz="quarter" idx="13"/>
          </p:nvPr>
        </p:nvSpPr>
        <p:spPr>
          <a:xfrm>
            <a:off x="306817" y="614502"/>
            <a:ext cx="10970199" cy="402167"/>
          </a:xfrm>
        </p:spPr>
        <p:txBody>
          <a:bodyPr/>
          <a:lstStyle>
            <a:lvl1pPr marL="0" indent="0">
              <a:buFont typeface="Arial"/>
              <a:buNone/>
              <a:defRPr sz="24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56519510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_Nokia White 3">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6" name="Content Placeholder 8"/>
          <p:cNvSpPr>
            <a:spLocks noGrp="1"/>
          </p:cNvSpPr>
          <p:nvPr>
            <p:ph sz="quarter" idx="13"/>
          </p:nvPr>
        </p:nvSpPr>
        <p:spPr>
          <a:xfrm>
            <a:off x="557494" y="717054"/>
            <a:ext cx="10970199" cy="402167"/>
          </a:xfrm>
        </p:spPr>
        <p:txBody>
          <a:bodyPr/>
          <a:lstStyle>
            <a:lvl1pPr marL="0" indent="0">
              <a:buFont typeface="Arial"/>
              <a:buNone/>
              <a:defRPr sz="24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400123955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8708D5-CD33-4098-8F1C-A363652065C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710B321D-073E-49E5-A4EB-D8430B348753}"/>
              </a:ext>
            </a:extLst>
          </p:cNvPr>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20BADDF3-03E1-4B15-BD02-19FC071EE88C}"/>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F22121D-F20B-422C-AE26-3485C8CC710C}"/>
              </a:ext>
            </a:extLst>
          </p:cNvPr>
          <p:cNvSpPr>
            <a:spLocks noGrp="1"/>
          </p:cNvSpPr>
          <p:nvPr>
            <p:ph type="dt" sz="half" idx="10"/>
          </p:nvPr>
        </p:nvSpPr>
        <p:spPr>
          <a:xfrm>
            <a:off x="838200" y="6356351"/>
            <a:ext cx="2743200" cy="365125"/>
          </a:xfrm>
        </p:spPr>
        <p:txBody>
          <a:bodyPr/>
          <a:lstStyle/>
          <a:p>
            <a:fld id="{0C833288-FC93-4561-BBBF-AC38A266B9A6}" type="datetimeFigureOut">
              <a:rPr lang="en-US" smtClean="0"/>
              <a:t>4/13/2023</a:t>
            </a:fld>
            <a:endParaRPr lang="en-US"/>
          </a:p>
        </p:txBody>
      </p:sp>
      <p:sp>
        <p:nvSpPr>
          <p:cNvPr id="6" name="Footer Placeholder 5">
            <a:extLst>
              <a:ext uri="{FF2B5EF4-FFF2-40B4-BE49-F238E27FC236}">
                <a16:creationId xmlns:a16="http://schemas.microsoft.com/office/drawing/2014/main" id="{EC8B80C6-5A57-4D1F-8278-4DD6C0FD2FB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2263B60E-0BEF-4E98-AB63-EE3D1FA39709}"/>
              </a:ext>
            </a:extLst>
          </p:cNvPr>
          <p:cNvSpPr>
            <a:spLocks noGrp="1"/>
          </p:cNvSpPr>
          <p:nvPr>
            <p:ph type="sldNum" sz="quarter" idx="12"/>
          </p:nvPr>
        </p:nvSpPr>
        <p:spPr/>
        <p:txBody>
          <a:bodyPr/>
          <a:lstStyle/>
          <a:p>
            <a:fld id="{7312D7F9-1DBD-40F2-8FFE-8F8E4ECCF37B}" type="slidenum">
              <a:rPr lang="en-US" smtClean="0"/>
              <a:t>‹#›</a:t>
            </a:fld>
            <a:endParaRPr lang="en-US"/>
          </a:p>
        </p:txBody>
      </p:sp>
    </p:spTree>
    <p:extLst>
      <p:ext uri="{BB962C8B-B14F-4D97-AF65-F5344CB8AC3E}">
        <p14:creationId xmlns:p14="http://schemas.microsoft.com/office/powerpoint/2010/main" val="292737897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066B3"/>
                </a:solidFill>
                <a:latin typeface="Verdana"/>
                <a:cs typeface="Verdana"/>
              </a:defRPr>
            </a:lvl1pPr>
          </a:lstStyle>
          <a:p>
            <a:r>
              <a:rPr lang="en-US" dirty="0"/>
              <a:t>Click to edit Master title style</a:t>
            </a:r>
          </a:p>
        </p:txBody>
      </p:sp>
    </p:spTree>
    <p:extLst>
      <p:ext uri="{BB962C8B-B14F-4D97-AF65-F5344CB8AC3E}">
        <p14:creationId xmlns:p14="http://schemas.microsoft.com/office/powerpoint/2010/main" val="1519807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2_1-1 White - plain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3"/>
            <a:ext cx="11078400" cy="412800"/>
          </a:xfrm>
          <a:prstGeom prst="rect">
            <a:avLst/>
          </a:prstGeom>
        </p:spPr>
        <p:txBody>
          <a:bodyPr lIns="0" tIns="0" rIns="0" bIns="0"/>
          <a:lstStyle>
            <a:lvl1pPr marL="0" indent="0">
              <a:buNone/>
              <a:defRPr sz="2683">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6" name="Titel 1">
            <a:extLst>
              <a:ext uri="{FF2B5EF4-FFF2-40B4-BE49-F238E27FC236}">
                <a16:creationId xmlns:a16="http://schemas.microsoft.com/office/drawing/2014/main" id="{C836EC8E-5F24-405B-AED7-22B300A2060E}"/>
              </a:ext>
            </a:extLst>
          </p:cNvPr>
          <p:cNvSpPr>
            <a:spLocks noGrp="1"/>
          </p:cNvSpPr>
          <p:nvPr>
            <p:ph type="title" hasCustomPrompt="1"/>
          </p:nvPr>
        </p:nvSpPr>
        <p:spPr>
          <a:xfrm>
            <a:off x="556800" y="374653"/>
            <a:ext cx="11078400" cy="412467"/>
          </a:xfrm>
        </p:spPr>
        <p:txBody>
          <a:bodyPr/>
          <a:lstStyle>
            <a:lvl1pPr>
              <a:defRPr/>
            </a:lvl1pPr>
          </a:lstStyle>
          <a:p>
            <a:r>
              <a:rPr lang="en-US" noProof="0"/>
              <a:t>Click to edit headline</a:t>
            </a:r>
          </a:p>
        </p:txBody>
      </p:sp>
      <p:sp>
        <p:nvSpPr>
          <p:cNvPr id="8" name="Footer Placeholder 27">
            <a:extLst>
              <a:ext uri="{FF2B5EF4-FFF2-40B4-BE49-F238E27FC236}">
                <a16:creationId xmlns:a16="http://schemas.microsoft.com/office/drawing/2014/main" id="{666BE378-D66F-45E3-B488-E7F6154CBF42}"/>
              </a:ext>
            </a:extLst>
          </p:cNvPr>
          <p:cNvSpPr>
            <a:spLocks noGrp="1"/>
          </p:cNvSpPr>
          <p:nvPr>
            <p:ph type="ftr" sz="quarter" idx="3"/>
          </p:nvPr>
        </p:nvSpPr>
        <p:spPr>
          <a:xfrm>
            <a:off x="3072003" y="6422400"/>
            <a:ext cx="3796916" cy="163200"/>
          </a:xfrm>
          <a:prstGeom prst="rect">
            <a:avLst/>
          </a:prstGeom>
        </p:spPr>
        <p:txBody>
          <a:bodyPr vert="horz" lIns="0" tIns="0" rIns="0" bIns="0" rtlCol="0" anchor="b"/>
          <a:lstStyle>
            <a:lvl1pPr algn="l">
              <a:defRPr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defRPr>
            </a:lvl1pPr>
          </a:lstStyle>
          <a:p>
            <a:pPr defTabSz="1219140"/>
            <a:r>
              <a:rPr lang="en-US">
                <a:solidFill>
                  <a:srgbClr val="001135"/>
                </a:solidFill>
              </a:rPr>
              <a:t>Confidential</a:t>
            </a:r>
          </a:p>
        </p:txBody>
      </p:sp>
    </p:spTree>
    <p:extLst>
      <p:ext uri="{BB962C8B-B14F-4D97-AF65-F5344CB8AC3E}">
        <p14:creationId xmlns:p14="http://schemas.microsoft.com/office/powerpoint/2010/main" val="285804730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4_1-1 White - plain with headlines">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spid="_x0000_s21523" name="think-cell Slide" r:id="rId4" imgW="270" imgH="270" progId="TCLayout.ActiveDocument.1">
                  <p:embed/>
                </p:oleObj>
              </mc:Choice>
              <mc:Fallback>
                <p:oleObj name="think-cell Slide" r:id="rId4" imgW="270" imgH="270" progId="TCLayout.ActiveDocument.1">
                  <p:embed/>
                  <p:pic>
                    <p:nvPicPr>
                      <p:cNvPr id="2" name="Object 1" hidden="1"/>
                      <p:cNvPicPr/>
                      <p:nvPr/>
                    </p:nvPicPr>
                    <p:blipFill>
                      <a:blip r:embed="rId5"/>
                      <a:stretch>
                        <a:fillRect/>
                      </a:stretch>
                    </p:blipFill>
                    <p:spPr>
                      <a:xfrm>
                        <a:off x="2119" y="2119"/>
                        <a:ext cx="2116" cy="2116"/>
                      </a:xfrm>
                      <a:prstGeom prst="rect">
                        <a:avLst/>
                      </a:prstGeom>
                    </p:spPr>
                  </p:pic>
                </p:oleObj>
              </mc:Fallback>
            </mc:AlternateContent>
          </a:graphicData>
        </a:graphic>
      </p:graphicFrame>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dirty="0"/>
              <a:t>Click to edit secondary headline</a:t>
            </a:r>
          </a:p>
        </p:txBody>
      </p:sp>
      <p:sp>
        <p:nvSpPr>
          <p:cNvPr id="68"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dirty="0"/>
              <a:t>Click to edit headline</a:t>
            </a:r>
          </a:p>
        </p:txBody>
      </p:sp>
      <p:sp>
        <p:nvSpPr>
          <p:cNvPr id="84"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Nokia Pure Text" panose="020B0503020202020204" pitchFamily="34" charset="0"/>
                <a:ea typeface="Nokia Pure Text" panose="020B0503020202020204" pitchFamily="34" charset="0"/>
              </a:defRPr>
            </a:lvl1pPr>
          </a:lstStyle>
          <a:p>
            <a:r>
              <a:rPr lang="en-US" dirty="0">
                <a:cs typeface="Arial" panose="020B0604020202020204" pitchFamily="34" charset="0"/>
              </a:rPr>
              <a:t>Confidential</a:t>
            </a:r>
          </a:p>
        </p:txBody>
      </p:sp>
      <p:sp>
        <p:nvSpPr>
          <p:cNvPr id="6" name="Text Placeholder 3"/>
          <p:cNvSpPr>
            <a:spLocks noGrp="1"/>
          </p:cNvSpPr>
          <p:nvPr>
            <p:ph type="body" sz="quarter" idx="12"/>
          </p:nvPr>
        </p:nvSpPr>
        <p:spPr>
          <a:xfrm>
            <a:off x="556800" y="1440000"/>
            <a:ext cx="11078400" cy="4747200"/>
          </a:xfrm>
          <a:prstGeom prst="rect">
            <a:avLst/>
          </a:prstGeom>
        </p:spPr>
        <p:txBody>
          <a:bodyPr lIns="0" tIns="0" rIns="0" bIns="0"/>
          <a:lstStyle>
            <a:lvl1pPr marL="307176" indent="-307176">
              <a:spcBef>
                <a:spcPts val="0"/>
              </a:spcBef>
              <a:spcAft>
                <a:spcPts val="800"/>
              </a:spcAft>
              <a:defRPr sz="2133">
                <a:solidFill>
                  <a:schemeClr val="tx2"/>
                </a:solidFill>
                <a:latin typeface="Nokia Pure Text Light" panose="020B0403020202020204" pitchFamily="34" charset="0"/>
                <a:ea typeface="Nokia Pure Text Light" panose="020B0403020202020204" pitchFamily="34" charset="0"/>
              </a:defRPr>
            </a:lvl1pPr>
            <a:lvl2pPr marL="614355" indent="-307176">
              <a:spcBef>
                <a:spcPts val="0"/>
              </a:spcBef>
              <a:spcAft>
                <a:spcPts val="800"/>
              </a:spcAft>
              <a:defRPr sz="1867">
                <a:solidFill>
                  <a:schemeClr val="tx2"/>
                </a:solidFill>
                <a:latin typeface="Nokia Pure Text Light" panose="020B0403020202020204" pitchFamily="34" charset="0"/>
                <a:ea typeface="Nokia Pure Text Light" panose="020B0403020202020204" pitchFamily="34" charset="0"/>
              </a:defRPr>
            </a:lvl2pPr>
            <a:lvl3pPr marL="921532">
              <a:spcBef>
                <a:spcPts val="0"/>
              </a:spcBef>
              <a:spcAft>
                <a:spcPts val="800"/>
              </a:spcAft>
              <a:defRPr sz="1600">
                <a:solidFill>
                  <a:schemeClr val="tx2"/>
                </a:solidFill>
                <a:latin typeface="Nokia Pure Text Light" panose="020B0403020202020204" pitchFamily="34" charset="0"/>
                <a:ea typeface="Nokia Pure Text Light" panose="020B0403020202020204" pitchFamily="34" charset="0"/>
              </a:defRPr>
            </a:lvl3pPr>
            <a:lvl4pPr marL="1228708">
              <a:spcBef>
                <a:spcPts val="0"/>
              </a:spcBef>
              <a:spcAft>
                <a:spcPts val="800"/>
              </a:spcAft>
              <a:defRPr sz="1333">
                <a:solidFill>
                  <a:schemeClr val="tx2"/>
                </a:solidFill>
                <a:latin typeface="Nokia Pure Text Light" panose="020B0403020202020204" pitchFamily="34" charset="0"/>
                <a:ea typeface="Nokia Pure Text Light" panose="020B0403020202020204" pitchFamily="34" charset="0"/>
              </a:defRPr>
            </a:lvl4pPr>
            <a:lvl5pPr marL="1535886" indent="-304776">
              <a:spcBef>
                <a:spcPts val="0"/>
              </a:spcBef>
              <a:spcAft>
                <a:spcPts val="800"/>
              </a:spcAft>
              <a:buFont typeface="Arial" panose="020B0604020202020204" pitchFamily="34" charset="0"/>
              <a:buChar char="•"/>
              <a:defRPr sz="1067">
                <a:solidFill>
                  <a:schemeClr val="tx2"/>
                </a:solidFill>
                <a:latin typeface="Nokia Pure Text Light" panose="020B0403020202020204" pitchFamily="34" charset="0"/>
                <a:ea typeface="Nokia Pure Text Light" panose="020B0403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1518696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473745116"/>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23571"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61370092"/>
      </p:ext>
    </p:extLst>
  </p:cSld>
  <p:clrMapOvr>
    <a:masterClrMapping/>
  </p:clrMapOvr>
  <p:hf sldNum="0" hdr="0"/>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1.3 Conten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124191"/>
                </a:solidFill>
                <a:effectLst/>
                <a:uLnTx/>
                <a:uFillTx/>
                <a:latin typeface="Nokia Pure Text Light"/>
                <a:ea typeface="+mn-ea"/>
                <a:cs typeface="+mn-cs"/>
              </a:rPr>
              <a:t>Nokia internal use</a:t>
            </a:r>
            <a:endParaRPr kumimoji="0" lang="en-US" sz="1800" b="0" i="0" u="none" strike="noStrike" kern="1200" cap="none" spc="0" normalizeH="0" baseline="0" noProof="0" dirty="0">
              <a:ln>
                <a:noFill/>
              </a:ln>
              <a:solidFill>
                <a:srgbClr val="124191"/>
              </a:solidFill>
              <a:effectLst/>
              <a:uLnTx/>
              <a:uFillTx/>
              <a:latin typeface="Nokia Pure Text Light"/>
              <a:ea typeface="+mn-ea"/>
              <a:cs typeface="+mn-cs"/>
            </a:endParaRPr>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
        <p:nvSpPr>
          <p:cNvPr id="6" name="Content Placeholder 5">
            <a:extLst>
              <a:ext uri="{FF2B5EF4-FFF2-40B4-BE49-F238E27FC236}">
                <a16:creationId xmlns:a16="http://schemas.microsoft.com/office/drawing/2014/main" id="{6192CEEA-D10B-4027-B574-871A2D467B46}"/>
              </a:ext>
            </a:extLst>
          </p:cNvPr>
          <p:cNvSpPr>
            <a:spLocks noGrp="1"/>
          </p:cNvSpPr>
          <p:nvPr>
            <p:ph sz="quarter" idx="13" hasCustomPrompt="1"/>
          </p:nvPr>
        </p:nvSpPr>
        <p:spPr>
          <a:xfrm>
            <a:off x="556684" y="1440000"/>
            <a:ext cx="11078400" cy="4656000"/>
          </a:xfrm>
          <a:prstGeom prst="rect">
            <a:avLst/>
          </a:prstGeom>
        </p:spPr>
        <p:txBody>
          <a:bodyPr lIns="0" tIns="0" rIns="0" bIns="0"/>
          <a:lstStyle>
            <a:lvl1pPr marL="0" indent="0">
              <a:lnSpc>
                <a:spcPct val="100000"/>
              </a:lnSpc>
              <a:spcBef>
                <a:spcPts val="0"/>
              </a:spcBef>
              <a:spcAft>
                <a:spcPts val="800"/>
              </a:spcAft>
              <a:buNone/>
              <a:defRPr sz="2133">
                <a:solidFill>
                  <a:schemeClr val="tx2"/>
                </a:solidFill>
              </a:defRPr>
            </a:lvl1pPr>
            <a:lvl2pPr marL="307176" indent="0">
              <a:lnSpc>
                <a:spcPct val="100000"/>
              </a:lnSpc>
              <a:spcBef>
                <a:spcPts val="0"/>
              </a:spcBef>
              <a:spcAft>
                <a:spcPts val="800"/>
              </a:spcAft>
              <a:buNone/>
              <a:defRPr sz="1867">
                <a:solidFill>
                  <a:schemeClr val="tx2"/>
                </a:solidFill>
              </a:defRPr>
            </a:lvl2pPr>
            <a:lvl3pPr marL="619155" indent="0">
              <a:lnSpc>
                <a:spcPct val="100000"/>
              </a:lnSpc>
              <a:spcBef>
                <a:spcPts val="0"/>
              </a:spcBef>
              <a:spcAft>
                <a:spcPts val="800"/>
              </a:spcAft>
              <a:buNone/>
              <a:defRPr sz="1600">
                <a:solidFill>
                  <a:schemeClr val="tx2"/>
                </a:solidFill>
              </a:defRPr>
            </a:lvl3pPr>
            <a:lvl4pPr marL="926332" indent="0">
              <a:lnSpc>
                <a:spcPct val="100000"/>
              </a:lnSpc>
              <a:spcBef>
                <a:spcPts val="0"/>
              </a:spcBef>
              <a:spcAft>
                <a:spcPts val="800"/>
              </a:spcAft>
              <a:buNone/>
              <a:defRPr sz="1333">
                <a:solidFill>
                  <a:schemeClr val="tx2"/>
                </a:solidFill>
              </a:defRPr>
            </a:lvl4pPr>
            <a:lvl5pPr marL="1828664" indent="0">
              <a:buNone/>
              <a:defRPr sz="1067">
                <a:solidFill>
                  <a:schemeClr val="tx2"/>
                </a:solidFill>
              </a:defRPr>
            </a:lvl5p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15490690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557493" y="1452359"/>
            <a:ext cx="10972800" cy="440918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557493" y="6284704"/>
            <a:ext cx="842755" cy="365125"/>
          </a:xfrm>
          <a:prstGeom prst="rect">
            <a:avLst/>
          </a:prstGeom>
        </p:spPr>
        <p:txBody>
          <a:bodyPr/>
          <a:lstStyle/>
          <a:p>
            <a:fld id="{CB69B7E1-5121-DB45-9E32-B75E98CC42EE}" type="datetime1">
              <a:rPr lang="en-US" smtClean="0"/>
              <a:pPr/>
              <a:t>4/13/2023</a:t>
            </a:fld>
            <a:endParaRPr lang="en-US"/>
          </a:p>
        </p:txBody>
      </p:sp>
      <p:sp>
        <p:nvSpPr>
          <p:cNvPr id="5" name="Footer Placeholder 4"/>
          <p:cNvSpPr>
            <a:spLocks noGrp="1"/>
          </p:cNvSpPr>
          <p:nvPr>
            <p:ph type="ftr" sz="quarter" idx="11"/>
          </p:nvPr>
        </p:nvSpPr>
        <p:spPr/>
        <p:txBody>
          <a:bodyPr/>
          <a:lstStyle/>
          <a:p>
            <a:r>
              <a:rPr lang="en-US"/>
              <a:t>Document ID / v. 0.1 / Life cycle status / Dept. / Author</a:t>
            </a:r>
          </a:p>
        </p:txBody>
      </p:sp>
      <p:sp>
        <p:nvSpPr>
          <p:cNvPr id="9" name="Content Placeholder 8"/>
          <p:cNvSpPr>
            <a:spLocks noGrp="1"/>
          </p:cNvSpPr>
          <p:nvPr>
            <p:ph sz="quarter" idx="13"/>
          </p:nvPr>
        </p:nvSpPr>
        <p:spPr>
          <a:xfrm>
            <a:off x="557498" y="717056"/>
            <a:ext cx="10970199" cy="402167"/>
          </a:xfrm>
          <a:prstGeom prst="rect">
            <a:avLst/>
          </a:prstGeom>
        </p:spPr>
        <p:txBody>
          <a:bodyPr/>
          <a:lstStyle>
            <a:lvl1pPr marL="0" indent="0">
              <a:buNone/>
              <a:defRPr>
                <a:solidFill>
                  <a:schemeClr val="accent5"/>
                </a:solidFill>
                <a:latin typeface="+mn-lt"/>
              </a:defRPr>
            </a:lvl1pPr>
          </a:lstStyle>
          <a:p>
            <a:pPr lvl="0"/>
            <a:r>
              <a:rPr lang="en-US"/>
              <a:t>Click to edit Master text styles</a:t>
            </a:r>
          </a:p>
        </p:txBody>
      </p:sp>
      <p:sp>
        <p:nvSpPr>
          <p:cNvPr id="10" name="Title 9"/>
          <p:cNvSpPr>
            <a:spLocks noGrp="1"/>
          </p:cNvSpPr>
          <p:nvPr>
            <p:ph type="title"/>
          </p:nvPr>
        </p:nvSpPr>
        <p:spPr/>
        <p:txBody>
          <a:bodyPr/>
          <a:lstStyle/>
          <a:p>
            <a:r>
              <a:rPr lang="en-US"/>
              <a:t>Click to edit Master title style</a:t>
            </a:r>
            <a:endParaRPr lang="en-US" dirty="0"/>
          </a:p>
        </p:txBody>
      </p:sp>
    </p:spTree>
    <p:extLst>
      <p:ext uri="{BB962C8B-B14F-4D97-AF65-F5344CB8AC3E}">
        <p14:creationId xmlns:p14="http://schemas.microsoft.com/office/powerpoint/2010/main" val="120148668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F0029A7-E58C-4450-B5A1-AF3DCDA2823F}" type="datetimeFigureOut">
              <a:rPr lang="en-US" smtClean="0"/>
              <a:t>4/13/2023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4B42D0F-E4A2-49C9-9E70-3243CF8C6B53}" type="slidenum">
              <a:rPr lang="en-US" smtClean="0"/>
              <a:t>‹#›</a:t>
            </a:fld>
            <a:endParaRPr lang="en-US"/>
          </a:p>
        </p:txBody>
      </p:sp>
    </p:spTree>
    <p:extLst>
      <p:ext uri="{BB962C8B-B14F-4D97-AF65-F5344CB8AC3E}">
        <p14:creationId xmlns:p14="http://schemas.microsoft.com/office/powerpoint/2010/main" val="154660228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F0029A7-E58C-4450-B5A1-AF3DCDA2823F}" type="datetimeFigureOut">
              <a:rPr lang="en-US" smtClean="0"/>
              <a:t>4/13/2023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4B42D0F-E4A2-49C9-9E70-3243CF8C6B53}" type="slidenum">
              <a:rPr lang="en-US" smtClean="0"/>
              <a:t>‹#›</a:t>
            </a:fld>
            <a:endParaRPr lang="en-US"/>
          </a:p>
        </p:txBody>
      </p:sp>
    </p:spTree>
    <p:extLst>
      <p:ext uri="{BB962C8B-B14F-4D97-AF65-F5344CB8AC3E}">
        <p14:creationId xmlns:p14="http://schemas.microsoft.com/office/powerpoint/2010/main" val="1295064962"/>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029A7-E58C-4450-B5A1-AF3DCDA2823F}" type="datetimeFigureOut">
              <a:rPr lang="en-US" smtClean="0"/>
              <a:t>4/13/2023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4B42D0F-E4A2-49C9-9E70-3243CF8C6B53}" type="slidenum">
              <a:rPr lang="en-US" smtClean="0"/>
              <a:t>‹#›</a:t>
            </a:fld>
            <a:endParaRPr lang="en-US"/>
          </a:p>
        </p:txBody>
      </p:sp>
    </p:spTree>
    <p:extLst>
      <p:ext uri="{BB962C8B-B14F-4D97-AF65-F5344CB8AC3E}">
        <p14:creationId xmlns:p14="http://schemas.microsoft.com/office/powerpoint/2010/main" val="253863362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spcAft>
                <a:spcPts val="300"/>
              </a:spcAft>
              <a:defRPr baseline="0"/>
            </a:lvl1pPr>
            <a:lvl2pPr>
              <a:spcAft>
                <a:spcPts val="300"/>
              </a:spcAft>
              <a:defRPr/>
            </a:lvl2pPr>
            <a:lvl3pPr>
              <a:spcAft>
                <a:spcPts val="300"/>
              </a:spcAft>
              <a:defRPr/>
            </a:lvl3pPr>
            <a:lvl4pPr>
              <a:spcAft>
                <a:spcPts val="300"/>
              </a:spcAft>
              <a:defRPr/>
            </a:lvl4pPr>
            <a:lvl5pPr>
              <a:spcAft>
                <a:spcPts val="3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itle 1"/>
          <p:cNvSpPr>
            <a:spLocks noGrp="1"/>
          </p:cNvSpPr>
          <p:nvPr>
            <p:ph type="title"/>
          </p:nvPr>
        </p:nvSpPr>
        <p:spPr>
          <a:xfrm>
            <a:off x="334433" y="165100"/>
            <a:ext cx="11523133" cy="767624"/>
          </a:xfrm>
        </p:spPr>
        <p:txBody>
          <a:bodyPr/>
          <a:lstStyle>
            <a:lvl1pPr>
              <a:defRPr/>
            </a:lvl1pPr>
          </a:lstStyle>
          <a:p>
            <a:r>
              <a:rPr lang="en-US"/>
              <a:t>Click to edit Master title style</a:t>
            </a:r>
            <a:endParaRPr lang="en-US" dirty="0"/>
          </a:p>
        </p:txBody>
      </p:sp>
      <p:sp>
        <p:nvSpPr>
          <p:cNvPr id="7" name="Footer Placeholder 6"/>
          <p:cNvSpPr>
            <a:spLocks noGrp="1"/>
          </p:cNvSpPr>
          <p:nvPr>
            <p:ph type="ftr" sz="quarter" idx="14"/>
          </p:nvPr>
        </p:nvSpPr>
        <p:spPr>
          <a:xfrm>
            <a:off x="335360" y="6434152"/>
            <a:ext cx="8107200" cy="163200"/>
          </a:xfrm>
          <a:prstGeom prst="rect">
            <a:avLst/>
          </a:prstGeom>
        </p:spPr>
        <p:txBody>
          <a:bodyPr/>
          <a:lstStyle/>
          <a:p>
            <a:pPr algn="l"/>
            <a:r>
              <a:rPr lang="en-US" noProof="0">
                <a:solidFill>
                  <a:schemeClr val="bg2"/>
                </a:solidFill>
                <a:cs typeface="Arial" panose="020B0604020202020204" pitchFamily="34" charset="0"/>
              </a:rPr>
              <a:t>Confidential</a:t>
            </a:r>
            <a:endParaRPr lang="en-US" noProof="0" dirty="0">
              <a:solidFill>
                <a:schemeClr val="bg2"/>
              </a:solidFill>
              <a:cs typeface="Arial" panose="020B0604020202020204" pitchFamily="34" charset="0"/>
            </a:endParaRPr>
          </a:p>
        </p:txBody>
      </p:sp>
    </p:spTree>
    <p:extLst>
      <p:ext uri="{BB962C8B-B14F-4D97-AF65-F5344CB8AC3E}">
        <p14:creationId xmlns:p14="http://schemas.microsoft.com/office/powerpoint/2010/main" val="91519664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Nokia White 3">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4" name="Footer Placeholder 3"/>
          <p:cNvSpPr>
            <a:spLocks noGrp="1"/>
          </p:cNvSpPr>
          <p:nvPr>
            <p:ph type="ftr" sz="quarter" idx="14"/>
          </p:nvPr>
        </p:nvSpPr>
        <p:spPr>
          <a:xfrm>
            <a:off x="335360" y="6434152"/>
            <a:ext cx="8107200" cy="163200"/>
          </a:xfrm>
          <a:prstGeom prst="rect">
            <a:avLst/>
          </a:prstGeom>
        </p:spPr>
        <p:txBody>
          <a:bodyPr/>
          <a:lstStyle/>
          <a:p>
            <a:pPr algn="l"/>
            <a:r>
              <a:rPr lang="en-US" noProof="0">
                <a:solidFill>
                  <a:schemeClr val="bg2"/>
                </a:solidFill>
                <a:cs typeface="Arial" panose="020B0604020202020204" pitchFamily="34" charset="0"/>
              </a:rPr>
              <a:t>Confidential</a:t>
            </a:r>
            <a:endParaRPr lang="en-US" noProof="0" dirty="0">
              <a:solidFill>
                <a:schemeClr val="bg2"/>
              </a:solidFill>
              <a:cs typeface="Arial" panose="020B0604020202020204" pitchFamily="34" charset="0"/>
            </a:endParaRPr>
          </a:p>
        </p:txBody>
      </p:sp>
    </p:spTree>
    <p:extLst>
      <p:ext uri="{BB962C8B-B14F-4D97-AF65-F5344CB8AC3E}">
        <p14:creationId xmlns:p14="http://schemas.microsoft.com/office/powerpoint/2010/main" val="16301424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F0029A7-E58C-4450-B5A1-AF3DCDA2823F}" type="datetimeFigureOut">
              <a:rPr lang="en-US" smtClean="0"/>
              <a:t>4/13/2023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4B42D0F-E4A2-49C9-9E70-3243CF8C6B53}" type="slidenum">
              <a:rPr lang="en-US" smtClean="0"/>
              <a:t>‹#›</a:t>
            </a:fld>
            <a:endParaRPr lang="en-US"/>
          </a:p>
        </p:txBody>
      </p:sp>
    </p:spTree>
    <p:extLst>
      <p:ext uri="{BB962C8B-B14F-4D97-AF65-F5344CB8AC3E}">
        <p14:creationId xmlns:p14="http://schemas.microsoft.com/office/powerpoint/2010/main" val="58939123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p:cSld name="4_Nokia Blue Plain">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7E74539-BCD2-4FA8-ABCE-459FFBD5ADD3}"/>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grpSp>
        <p:nvGrpSpPr>
          <p:cNvPr id="1746" name="Group 1745">
            <a:extLst>
              <a:ext uri="{FF2B5EF4-FFF2-40B4-BE49-F238E27FC236}">
                <a16:creationId xmlns:a16="http://schemas.microsoft.com/office/drawing/2014/main" id="{4450FA0A-BB0F-4938-A15B-2F29108AE768}"/>
              </a:ext>
            </a:extLst>
          </p:cNvPr>
          <p:cNvGrpSpPr/>
          <p:nvPr userDrawn="1"/>
        </p:nvGrpSpPr>
        <p:grpSpPr>
          <a:xfrm>
            <a:off x="-267252" y="-541866"/>
            <a:ext cx="12726504" cy="8669865"/>
            <a:chOff x="-200439" y="-406400"/>
            <a:chExt cx="9544878" cy="6502399"/>
          </a:xfrm>
          <a:solidFill>
            <a:schemeClr val="bg1">
              <a:alpha val="10000"/>
            </a:schemeClr>
          </a:solidFill>
        </p:grpSpPr>
        <p:sp>
          <p:nvSpPr>
            <p:cNvPr id="1545" name="Freeform 5">
              <a:extLst>
                <a:ext uri="{FF2B5EF4-FFF2-40B4-BE49-F238E27FC236}">
                  <a16:creationId xmlns:a16="http://schemas.microsoft.com/office/drawing/2014/main" id="{2FB48C98-E9CE-49B9-A449-77D7F01DB126}"/>
                </a:ext>
              </a:extLst>
            </p:cNvPr>
            <p:cNvSpPr>
              <a:spLocks noEditPoints="1"/>
            </p:cNvSpPr>
            <p:nvPr userDrawn="1"/>
          </p:nvSpPr>
          <p:spPr bwMode="auto">
            <a:xfrm>
              <a:off x="610354" y="-13747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6"/>
                    <a:pt x="86" y="26"/>
                    <a:pt x="86" y="26"/>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6" name="Freeform 6">
              <a:extLst>
                <a:ext uri="{FF2B5EF4-FFF2-40B4-BE49-F238E27FC236}">
                  <a16:creationId xmlns:a16="http://schemas.microsoft.com/office/drawing/2014/main" id="{57C9CB61-E54C-40F5-9EDC-B210D32519F3}"/>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7" name="Freeform 7">
              <a:extLst>
                <a:ext uri="{FF2B5EF4-FFF2-40B4-BE49-F238E27FC236}">
                  <a16:creationId xmlns:a16="http://schemas.microsoft.com/office/drawing/2014/main" id="{F8213690-8583-4C7A-BB03-F034E67E0241}"/>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8" name="Freeform 8">
              <a:extLst>
                <a:ext uri="{FF2B5EF4-FFF2-40B4-BE49-F238E27FC236}">
                  <a16:creationId xmlns:a16="http://schemas.microsoft.com/office/drawing/2014/main" id="{688EEFD4-4881-4DD9-8519-2C8935C89572}"/>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9" name="Freeform 9">
              <a:extLst>
                <a:ext uri="{FF2B5EF4-FFF2-40B4-BE49-F238E27FC236}">
                  <a16:creationId xmlns:a16="http://schemas.microsoft.com/office/drawing/2014/main" id="{A2EF0BD1-21F0-4623-AFE0-14F613FCB9F4}"/>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0" name="Freeform 10">
              <a:extLst>
                <a:ext uri="{FF2B5EF4-FFF2-40B4-BE49-F238E27FC236}">
                  <a16:creationId xmlns:a16="http://schemas.microsoft.com/office/drawing/2014/main" id="{AE0096BB-176C-4745-A2BC-50B5859D040D}"/>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1" name="Freeform 11">
              <a:extLst>
                <a:ext uri="{FF2B5EF4-FFF2-40B4-BE49-F238E27FC236}">
                  <a16:creationId xmlns:a16="http://schemas.microsoft.com/office/drawing/2014/main" id="{DA5EF227-C234-413C-989B-E4F8F55E6F40}"/>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2" name="Freeform 12">
              <a:extLst>
                <a:ext uri="{FF2B5EF4-FFF2-40B4-BE49-F238E27FC236}">
                  <a16:creationId xmlns:a16="http://schemas.microsoft.com/office/drawing/2014/main" id="{E8CB77DF-F93D-4182-B061-7616EA2BFEB2}"/>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3" name="Freeform 13">
              <a:extLst>
                <a:ext uri="{FF2B5EF4-FFF2-40B4-BE49-F238E27FC236}">
                  <a16:creationId xmlns:a16="http://schemas.microsoft.com/office/drawing/2014/main" id="{BAD6F146-7DDD-4978-9D9F-843D09A8ED28}"/>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4" name="Freeform 14">
              <a:extLst>
                <a:ext uri="{FF2B5EF4-FFF2-40B4-BE49-F238E27FC236}">
                  <a16:creationId xmlns:a16="http://schemas.microsoft.com/office/drawing/2014/main" id="{2B4AE744-1626-4C42-809F-40E421F5FEED}"/>
                </a:ext>
              </a:extLst>
            </p:cNvPr>
            <p:cNvSpPr>
              <a:spLocks noEditPoints="1"/>
            </p:cNvSpPr>
            <p:nvPr userDrawn="1"/>
          </p:nvSpPr>
          <p:spPr bwMode="auto">
            <a:xfrm>
              <a:off x="2530970" y="1470064"/>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5" name="Freeform 15">
              <a:extLst>
                <a:ext uri="{FF2B5EF4-FFF2-40B4-BE49-F238E27FC236}">
                  <a16:creationId xmlns:a16="http://schemas.microsoft.com/office/drawing/2014/main" id="{758E0115-1047-41BB-A6AF-F7B1A25F2BF3}"/>
                </a:ext>
              </a:extLst>
            </p:cNvPr>
            <p:cNvSpPr>
              <a:spLocks noEditPoints="1"/>
            </p:cNvSpPr>
            <p:nvPr userDrawn="1"/>
          </p:nvSpPr>
          <p:spPr bwMode="auto">
            <a:xfrm>
              <a:off x="1248552" y="546884"/>
              <a:ext cx="295017" cy="291003"/>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68 w 196"/>
                <a:gd name="T39" fmla="*/ 53 h 193"/>
                <a:gd name="T40" fmla="*/ 53 w 196"/>
                <a:gd name="T41" fmla="*/ 67 h 193"/>
                <a:gd name="T42" fmla="*/ 45 w 196"/>
                <a:gd name="T43" fmla="*/ 86 h 193"/>
                <a:gd name="T44" fmla="*/ 45 w 196"/>
                <a:gd name="T45" fmla="*/ 107 h 193"/>
                <a:gd name="T46" fmla="*/ 53 w 196"/>
                <a:gd name="T47" fmla="*/ 126 h 193"/>
                <a:gd name="T48" fmla="*/ 68 w 196"/>
                <a:gd name="T49" fmla="*/ 141 h 193"/>
                <a:gd name="T50" fmla="*/ 88 w 196"/>
                <a:gd name="T51" fmla="*/ 148 h 193"/>
                <a:gd name="T52" fmla="*/ 109 w 196"/>
                <a:gd name="T53" fmla="*/ 148 h 193"/>
                <a:gd name="T54" fmla="*/ 128 w 196"/>
                <a:gd name="T55" fmla="*/ 141 h 193"/>
                <a:gd name="T56" fmla="*/ 143 w 196"/>
                <a:gd name="T57" fmla="*/ 126 h 193"/>
                <a:gd name="T58" fmla="*/ 151 w 196"/>
                <a:gd name="T59" fmla="*/ 107 h 193"/>
                <a:gd name="T60" fmla="*/ 184 w 196"/>
                <a:gd name="T61" fmla="*/ 94 h 193"/>
                <a:gd name="T62" fmla="*/ 189 w 196"/>
                <a:gd name="T63" fmla="*/ 60 h 193"/>
                <a:gd name="T64" fmla="*/ 168 w 196"/>
                <a:gd name="T65" fmla="*/ 29 h 193"/>
                <a:gd name="T66" fmla="*/ 136 w 196"/>
                <a:gd name="T67" fmla="*/ 8 h 193"/>
                <a:gd name="T68" fmla="*/ 101 w 196"/>
                <a:gd name="T69" fmla="*/ 13 h 193"/>
                <a:gd name="T70" fmla="*/ 88 w 196"/>
                <a:gd name="T71" fmla="*/ 45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60" y="8"/>
                  </a:move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6" name="Freeform 16">
              <a:extLst>
                <a:ext uri="{FF2B5EF4-FFF2-40B4-BE49-F238E27FC236}">
                  <a16:creationId xmlns:a16="http://schemas.microsoft.com/office/drawing/2014/main" id="{1EF10799-7EA4-400C-8C6E-399B1B26F9B4}"/>
                </a:ext>
              </a:extLst>
            </p:cNvPr>
            <p:cNvSpPr>
              <a:spLocks noEditPoints="1"/>
            </p:cNvSpPr>
            <p:nvPr userDrawn="1"/>
          </p:nvSpPr>
          <p:spPr bwMode="auto">
            <a:xfrm>
              <a:off x="2199829" y="574981"/>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7" name="Freeform 17">
              <a:extLst>
                <a:ext uri="{FF2B5EF4-FFF2-40B4-BE49-F238E27FC236}">
                  <a16:creationId xmlns:a16="http://schemas.microsoft.com/office/drawing/2014/main" id="{C0D566DF-0B51-48BC-9C92-0DED2C282EFC}"/>
                </a:ext>
              </a:extLst>
            </p:cNvPr>
            <p:cNvSpPr>
              <a:spLocks noEditPoints="1"/>
            </p:cNvSpPr>
            <p:nvPr userDrawn="1"/>
          </p:nvSpPr>
          <p:spPr bwMode="auto">
            <a:xfrm>
              <a:off x="2553046" y="-73252"/>
              <a:ext cx="194671" cy="186644"/>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8" name="Freeform 18">
              <a:extLst>
                <a:ext uri="{FF2B5EF4-FFF2-40B4-BE49-F238E27FC236}">
                  <a16:creationId xmlns:a16="http://schemas.microsoft.com/office/drawing/2014/main" id="{6F0C6B77-C7E0-4AF0-9EB8-093ED73635F9}"/>
                </a:ext>
              </a:extLst>
            </p:cNvPr>
            <p:cNvSpPr>
              <a:spLocks noEditPoints="1"/>
            </p:cNvSpPr>
            <p:nvPr userDrawn="1"/>
          </p:nvSpPr>
          <p:spPr bwMode="auto">
            <a:xfrm>
              <a:off x="2111525" y="1421898"/>
              <a:ext cx="124429" cy="122422"/>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9" name="Freeform 19">
              <a:extLst>
                <a:ext uri="{FF2B5EF4-FFF2-40B4-BE49-F238E27FC236}">
                  <a16:creationId xmlns:a16="http://schemas.microsoft.com/office/drawing/2014/main" id="{432A0F20-DC98-41EF-9D22-ED6308F8363D}"/>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0" name="Freeform 20">
              <a:extLst>
                <a:ext uri="{FF2B5EF4-FFF2-40B4-BE49-F238E27FC236}">
                  <a16:creationId xmlns:a16="http://schemas.microsoft.com/office/drawing/2014/main" id="{F726FB74-B101-4790-8EED-4359690AD9D8}"/>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1" name="Freeform 21">
              <a:extLst>
                <a:ext uri="{FF2B5EF4-FFF2-40B4-BE49-F238E27FC236}">
                  <a16:creationId xmlns:a16="http://schemas.microsoft.com/office/drawing/2014/main" id="{416C9149-C8B0-4AE9-A065-DE1624144574}"/>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2" name="Freeform 22">
              <a:extLst>
                <a:ext uri="{FF2B5EF4-FFF2-40B4-BE49-F238E27FC236}">
                  <a16:creationId xmlns:a16="http://schemas.microsoft.com/office/drawing/2014/main" id="{760A0034-9CF2-4355-BF7D-C427D6B66442}"/>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3" name="Freeform 23">
              <a:extLst>
                <a:ext uri="{FF2B5EF4-FFF2-40B4-BE49-F238E27FC236}">
                  <a16:creationId xmlns:a16="http://schemas.microsoft.com/office/drawing/2014/main" id="{83C025FC-E6E9-434A-8400-1D04E1BD8509}"/>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4" name="Freeform 24">
              <a:extLst>
                <a:ext uri="{FF2B5EF4-FFF2-40B4-BE49-F238E27FC236}">
                  <a16:creationId xmlns:a16="http://schemas.microsoft.com/office/drawing/2014/main" id="{CD80D7A2-8863-4711-AA2E-1A60DF55DB87}"/>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5" name="Freeform 25">
              <a:extLst>
                <a:ext uri="{FF2B5EF4-FFF2-40B4-BE49-F238E27FC236}">
                  <a16:creationId xmlns:a16="http://schemas.microsoft.com/office/drawing/2014/main" id="{603225AE-4EBF-4004-B367-CE472CAD08BF}"/>
                </a:ext>
              </a:extLst>
            </p:cNvPr>
            <p:cNvSpPr>
              <a:spLocks noEditPoints="1"/>
            </p:cNvSpPr>
            <p:nvPr userDrawn="1"/>
          </p:nvSpPr>
          <p:spPr bwMode="auto">
            <a:xfrm>
              <a:off x="261151" y="532835"/>
              <a:ext cx="329134" cy="323114"/>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6" name="Freeform 26">
              <a:extLst>
                <a:ext uri="{FF2B5EF4-FFF2-40B4-BE49-F238E27FC236}">
                  <a16:creationId xmlns:a16="http://schemas.microsoft.com/office/drawing/2014/main" id="{E6D29670-F9E8-4FAA-A3DA-3B8699E912E3}"/>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7" name="Freeform 27">
              <a:extLst>
                <a:ext uri="{FF2B5EF4-FFF2-40B4-BE49-F238E27FC236}">
                  <a16:creationId xmlns:a16="http://schemas.microsoft.com/office/drawing/2014/main" id="{832BF7B1-101C-4F55-9AD7-DD95C681444D}"/>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8" name="Freeform 28">
              <a:extLst>
                <a:ext uri="{FF2B5EF4-FFF2-40B4-BE49-F238E27FC236}">
                  <a16:creationId xmlns:a16="http://schemas.microsoft.com/office/drawing/2014/main" id="{48C77F52-A778-40DA-A7EA-15E2A62B31F8}"/>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9" name="Freeform 29">
              <a:extLst>
                <a:ext uri="{FF2B5EF4-FFF2-40B4-BE49-F238E27FC236}">
                  <a16:creationId xmlns:a16="http://schemas.microsoft.com/office/drawing/2014/main" id="{5391C78E-D1FE-4CD2-8B11-1E24148F7CE2}"/>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0" name="Freeform 30">
              <a:extLst>
                <a:ext uri="{FF2B5EF4-FFF2-40B4-BE49-F238E27FC236}">
                  <a16:creationId xmlns:a16="http://schemas.microsoft.com/office/drawing/2014/main" id="{CFC4A79F-CCA0-4C45-BC68-44375656F0ED}"/>
                </a:ext>
              </a:extLst>
            </p:cNvPr>
            <p:cNvSpPr>
              <a:spLocks noEditPoints="1"/>
            </p:cNvSpPr>
            <p:nvPr userDrawn="1"/>
          </p:nvSpPr>
          <p:spPr bwMode="auto">
            <a:xfrm>
              <a:off x="475891" y="199688"/>
              <a:ext cx="118408" cy="118408"/>
            </a:xfrm>
            <a:custGeom>
              <a:avLst/>
              <a:gdLst>
                <a:gd name="T0" fmla="*/ 78 w 78"/>
                <a:gd name="T1" fmla="*/ 39 h 78"/>
                <a:gd name="T2" fmla="*/ 78 w 78"/>
                <a:gd name="T3" fmla="*/ 39 h 78"/>
                <a:gd name="T4" fmla="*/ 78 w 78"/>
                <a:gd name="T5" fmla="*/ 39 h 78"/>
                <a:gd name="T6" fmla="*/ 39 w 78"/>
                <a:gd name="T7" fmla="*/ 0 h 78"/>
                <a:gd name="T8" fmla="*/ 11 w 78"/>
                <a:gd name="T9" fmla="*/ 12 h 78"/>
                <a:gd name="T10" fmla="*/ 0 w 78"/>
                <a:gd name="T11" fmla="*/ 39 h 78"/>
                <a:gd name="T12" fmla="*/ 11 w 78"/>
                <a:gd name="T13" fmla="*/ 66 h 78"/>
                <a:gd name="T14" fmla="*/ 39 w 78"/>
                <a:gd name="T15" fmla="*/ 78 h 78"/>
                <a:gd name="T16" fmla="*/ 39 w 78"/>
                <a:gd name="T17" fmla="*/ 78 h 78"/>
                <a:gd name="T18" fmla="*/ 47 w 78"/>
                <a:gd name="T19" fmla="*/ 77 h 78"/>
                <a:gd name="T20" fmla="*/ 52 w 78"/>
                <a:gd name="T21" fmla="*/ 75 h 78"/>
                <a:gd name="T22" fmla="*/ 53 w 78"/>
                <a:gd name="T23" fmla="*/ 75 h 78"/>
                <a:gd name="T24" fmla="*/ 67 w 78"/>
                <a:gd name="T25" fmla="*/ 66 h 78"/>
                <a:gd name="T26" fmla="*/ 78 w 78"/>
                <a:gd name="T27" fmla="*/ 39 h 78"/>
                <a:gd name="T28" fmla="*/ 75 w 78"/>
                <a:gd name="T29" fmla="*/ 39 h 78"/>
                <a:gd name="T30" fmla="*/ 72 w 78"/>
                <a:gd name="T31" fmla="*/ 39 h 78"/>
                <a:gd name="T32" fmla="*/ 63 w 78"/>
                <a:gd name="T33" fmla="*/ 62 h 78"/>
                <a:gd name="T34" fmla="*/ 39 w 78"/>
                <a:gd name="T35" fmla="*/ 72 h 78"/>
                <a:gd name="T36" fmla="*/ 15 w 78"/>
                <a:gd name="T37" fmla="*/ 62 h 78"/>
                <a:gd name="T38" fmla="*/ 6 w 78"/>
                <a:gd name="T39" fmla="*/ 39 h 78"/>
                <a:gd name="T40" fmla="*/ 15 w 78"/>
                <a:gd name="T41" fmla="*/ 16 h 78"/>
                <a:gd name="T42" fmla="*/ 39 w 78"/>
                <a:gd name="T43" fmla="*/ 6 h 78"/>
                <a:gd name="T44" fmla="*/ 63 w 78"/>
                <a:gd name="T45" fmla="*/ 16 h 78"/>
                <a:gd name="T46" fmla="*/ 72 w 78"/>
                <a:gd name="T47" fmla="*/ 39 h 78"/>
                <a:gd name="T48" fmla="*/ 75 w 78"/>
                <a:gd name="T49" fmla="*/ 39 h 78"/>
                <a:gd name="T50" fmla="*/ 78 w 78"/>
                <a:gd name="T51" fmla="*/ 39 h 78"/>
                <a:gd name="T52" fmla="*/ 78 w 78"/>
                <a:gd name="T53" fmla="*/ 39 h 78"/>
                <a:gd name="T54" fmla="*/ 67 w 78"/>
                <a:gd name="T55" fmla="*/ 12 h 78"/>
                <a:gd name="T56" fmla="*/ 39 w 78"/>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78">
                  <a:moveTo>
                    <a:pt x="78" y="39"/>
                  </a:moveTo>
                  <a:cubicBezTo>
                    <a:pt x="78" y="39"/>
                    <a:pt x="78" y="39"/>
                    <a:pt x="78" y="39"/>
                  </a:cubicBezTo>
                  <a:cubicBezTo>
                    <a:pt x="78" y="39"/>
                    <a:pt x="78" y="39"/>
                    <a:pt x="78" y="39"/>
                  </a:cubicBezTo>
                  <a:moveTo>
                    <a:pt x="39" y="0"/>
                  </a:move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1" name="Freeform 31">
              <a:extLst>
                <a:ext uri="{FF2B5EF4-FFF2-40B4-BE49-F238E27FC236}">
                  <a16:creationId xmlns:a16="http://schemas.microsoft.com/office/drawing/2014/main" id="{5506607F-8B84-45F6-AAF7-5F98D7734595}"/>
                </a:ext>
              </a:extLst>
            </p:cNvPr>
            <p:cNvSpPr>
              <a:spLocks noEditPoints="1"/>
            </p:cNvSpPr>
            <p:nvPr userDrawn="1"/>
          </p:nvSpPr>
          <p:spPr bwMode="auto">
            <a:xfrm>
              <a:off x="542119" y="312075"/>
              <a:ext cx="26091" cy="28097"/>
            </a:xfrm>
            <a:custGeom>
              <a:avLst/>
              <a:gdLst>
                <a:gd name="T0" fmla="*/ 18 w 18"/>
                <a:gd name="T1" fmla="*/ 9 h 18"/>
                <a:gd name="T2" fmla="*/ 18 w 18"/>
                <a:gd name="T3" fmla="*/ 9 h 18"/>
                <a:gd name="T4" fmla="*/ 18 w 18"/>
                <a:gd name="T5" fmla="*/ 9 h 18"/>
                <a:gd name="T6" fmla="*/ 9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2" name="Freeform 32">
              <a:extLst>
                <a:ext uri="{FF2B5EF4-FFF2-40B4-BE49-F238E27FC236}">
                  <a16:creationId xmlns:a16="http://schemas.microsoft.com/office/drawing/2014/main" id="{0F6AEAAD-9BFC-4172-9D15-ABB85B9A4642}"/>
                </a:ext>
              </a:extLst>
            </p:cNvPr>
            <p:cNvSpPr>
              <a:spLocks noEditPoints="1"/>
            </p:cNvSpPr>
            <p:nvPr userDrawn="1"/>
          </p:nvSpPr>
          <p:spPr bwMode="auto">
            <a:xfrm>
              <a:off x="550146" y="336158"/>
              <a:ext cx="22077" cy="24083"/>
            </a:xfrm>
            <a:custGeom>
              <a:avLst/>
              <a:gdLst>
                <a:gd name="T0" fmla="*/ 15 w 15"/>
                <a:gd name="T1" fmla="*/ 8 h 15"/>
                <a:gd name="T2" fmla="*/ 15 w 15"/>
                <a:gd name="T3" fmla="*/ 8 h 15"/>
                <a:gd name="T4" fmla="*/ 15 w 15"/>
                <a:gd name="T5" fmla="*/ 8 h 15"/>
                <a:gd name="T6" fmla="*/ 8 w 15"/>
                <a:gd name="T7" fmla="*/ 0 h 15"/>
                <a:gd name="T8" fmla="*/ 3 w 15"/>
                <a:gd name="T9" fmla="*/ 2 h 15"/>
                <a:gd name="T10" fmla="*/ 0 w 15"/>
                <a:gd name="T11" fmla="*/ 8 h 15"/>
                <a:gd name="T12" fmla="*/ 8 w 15"/>
                <a:gd name="T13" fmla="*/ 15 h 15"/>
                <a:gd name="T14" fmla="*/ 13 w 15"/>
                <a:gd name="T15" fmla="*/ 13 h 15"/>
                <a:gd name="T16" fmla="*/ 15 w 15"/>
                <a:gd name="T17" fmla="*/ 9 h 15"/>
                <a:gd name="T18" fmla="*/ 15 w 15"/>
                <a:gd name="T19" fmla="*/ 8 h 15"/>
                <a:gd name="T20" fmla="*/ 12 w 15"/>
                <a:gd name="T21" fmla="*/ 8 h 15"/>
                <a:gd name="T22" fmla="*/ 9 w 15"/>
                <a:gd name="T23" fmla="*/ 8 h 15"/>
                <a:gd name="T24" fmla="*/ 8 w 15"/>
                <a:gd name="T25" fmla="*/ 9 h 15"/>
                <a:gd name="T26" fmla="*/ 6 w 15"/>
                <a:gd name="T27" fmla="*/ 8 h 15"/>
                <a:gd name="T28" fmla="*/ 8 w 15"/>
                <a:gd name="T29" fmla="*/ 6 h 15"/>
                <a:gd name="T30" fmla="*/ 9 w 15"/>
                <a:gd name="T31" fmla="*/ 8 h 15"/>
                <a:gd name="T32" fmla="*/ 12 w 15"/>
                <a:gd name="T33" fmla="*/ 8 h 15"/>
                <a:gd name="T34" fmla="*/ 15 w 15"/>
                <a:gd name="T35" fmla="*/ 8 h 15"/>
                <a:gd name="T36" fmla="*/ 15 w 15"/>
                <a:gd name="T37" fmla="*/ 8 h 15"/>
                <a:gd name="T38" fmla="*/ 9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15" y="8"/>
                  </a:moveTo>
                  <a:cubicBezTo>
                    <a:pt x="15" y="8"/>
                    <a:pt x="15" y="8"/>
                    <a:pt x="15" y="8"/>
                  </a:cubicBezTo>
                  <a:cubicBezTo>
                    <a:pt x="15" y="8"/>
                    <a:pt x="15" y="8"/>
                    <a:pt x="15" y="8"/>
                  </a:cubicBezTo>
                  <a:moveTo>
                    <a:pt x="8" y="0"/>
                  </a:moveTo>
                  <a:cubicBezTo>
                    <a:pt x="6" y="0"/>
                    <a:pt x="4" y="1"/>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3" name="Freeform 33">
              <a:extLst>
                <a:ext uri="{FF2B5EF4-FFF2-40B4-BE49-F238E27FC236}">
                  <a16:creationId xmlns:a16="http://schemas.microsoft.com/office/drawing/2014/main" id="{DE57903C-6FA0-4ACA-B458-AFC3A1681B70}"/>
                </a:ext>
              </a:extLst>
            </p:cNvPr>
            <p:cNvSpPr>
              <a:spLocks noEditPoints="1"/>
            </p:cNvSpPr>
            <p:nvPr userDrawn="1"/>
          </p:nvSpPr>
          <p:spPr bwMode="auto">
            <a:xfrm>
              <a:off x="570216" y="348199"/>
              <a:ext cx="20069" cy="18063"/>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1" y="3"/>
                    <a:pt x="0" y="4"/>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4" name="Freeform 34">
              <a:extLst>
                <a:ext uri="{FF2B5EF4-FFF2-40B4-BE49-F238E27FC236}">
                  <a16:creationId xmlns:a16="http://schemas.microsoft.com/office/drawing/2014/main" id="{6F98865E-0A92-4C98-AA59-9EDEA8A568D7}"/>
                </a:ext>
              </a:extLst>
            </p:cNvPr>
            <p:cNvSpPr>
              <a:spLocks noEditPoints="1"/>
            </p:cNvSpPr>
            <p:nvPr userDrawn="1"/>
          </p:nvSpPr>
          <p:spPr bwMode="auto">
            <a:xfrm>
              <a:off x="2175746" y="1154978"/>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58 w 79"/>
                <a:gd name="T43" fmla="*/ 69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58" y="69"/>
                    <a:pt x="58" y="69"/>
                    <a:pt x="58" y="69"/>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5" name="Freeform 35">
              <a:extLst>
                <a:ext uri="{FF2B5EF4-FFF2-40B4-BE49-F238E27FC236}">
                  <a16:creationId xmlns:a16="http://schemas.microsoft.com/office/drawing/2014/main" id="{10DD7E47-3A7C-4E65-A8DE-9BE086499A82}"/>
                </a:ext>
              </a:extLst>
            </p:cNvPr>
            <p:cNvSpPr>
              <a:spLocks noEditPoints="1"/>
            </p:cNvSpPr>
            <p:nvPr userDrawn="1"/>
          </p:nvSpPr>
          <p:spPr bwMode="auto">
            <a:xfrm>
              <a:off x="2171732" y="1251310"/>
              <a:ext cx="28097" cy="28097"/>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2"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6" name="Freeform 36">
              <a:extLst>
                <a:ext uri="{FF2B5EF4-FFF2-40B4-BE49-F238E27FC236}">
                  <a16:creationId xmlns:a16="http://schemas.microsoft.com/office/drawing/2014/main" id="{019AD22B-BE07-4AE1-8165-2928D4AA531C}"/>
                </a:ext>
              </a:extLst>
            </p:cNvPr>
            <p:cNvSpPr>
              <a:spLocks noEditPoints="1"/>
            </p:cNvSpPr>
            <p:nvPr userDrawn="1"/>
          </p:nvSpPr>
          <p:spPr bwMode="auto">
            <a:xfrm>
              <a:off x="2159691" y="1271379"/>
              <a:ext cx="22077" cy="20069"/>
            </a:xfrm>
            <a:custGeom>
              <a:avLst/>
              <a:gdLst>
                <a:gd name="T0" fmla="*/ 8 w 15"/>
                <a:gd name="T1" fmla="*/ 8 h 14"/>
                <a:gd name="T2" fmla="*/ 7 w 15"/>
                <a:gd name="T3" fmla="*/ 8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7" y="6"/>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4" y="1"/>
                    <a:pt x="4" y="1"/>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7" name="Freeform 37">
              <a:extLst>
                <a:ext uri="{FF2B5EF4-FFF2-40B4-BE49-F238E27FC236}">
                  <a16:creationId xmlns:a16="http://schemas.microsoft.com/office/drawing/2014/main" id="{1E69AF7A-1989-48D9-BC80-3F601938A24E}"/>
                </a:ext>
              </a:extLst>
            </p:cNvPr>
            <p:cNvSpPr>
              <a:spLocks noEditPoints="1"/>
            </p:cNvSpPr>
            <p:nvPr userDrawn="1"/>
          </p:nvSpPr>
          <p:spPr bwMode="auto">
            <a:xfrm>
              <a:off x="2161698" y="1291448"/>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6 w 13"/>
                <a:gd name="T19" fmla="*/ 0 h 13"/>
                <a:gd name="T20" fmla="*/ 6 w 13"/>
                <a:gd name="T21" fmla="*/ 0 h 13"/>
                <a:gd name="T22" fmla="*/ 4 w 13"/>
                <a:gd name="T23" fmla="*/ 0 h 13"/>
                <a:gd name="T24" fmla="*/ 3 w 13"/>
                <a:gd name="T25" fmla="*/ 1 h 13"/>
                <a:gd name="T26" fmla="*/ 0 w 13"/>
                <a:gd name="T27" fmla="*/ 6 h 13"/>
                <a:gd name="T28" fmla="*/ 1 w 13"/>
                <a:gd name="T29" fmla="*/ 10 h 13"/>
                <a:gd name="T30" fmla="*/ 6 w 13"/>
                <a:gd name="T31" fmla="*/ 13 h 13"/>
                <a:gd name="T32" fmla="*/ 6 w 13"/>
                <a:gd name="T33" fmla="*/ 13 h 13"/>
                <a:gd name="T34" fmla="*/ 10 w 13"/>
                <a:gd name="T35" fmla="*/ 12 h 13"/>
                <a:gd name="T36" fmla="*/ 10 w 13"/>
                <a:gd name="T37" fmla="*/ 12 h 13"/>
                <a:gd name="T38" fmla="*/ 13 w 13"/>
                <a:gd name="T39" fmla="*/ 6 h 13"/>
                <a:gd name="T40" fmla="*/ 12 w 13"/>
                <a:gd name="T41" fmla="*/ 3 h 13"/>
                <a:gd name="T42" fmla="*/ 8 w 13"/>
                <a:gd name="T43" fmla="*/ 0 h 13"/>
                <a:gd name="T44" fmla="*/ 6 w 13"/>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6" y="0"/>
                  </a:moveTo>
                  <a:cubicBezTo>
                    <a:pt x="6" y="0"/>
                    <a:pt x="6" y="0"/>
                    <a:pt x="6" y="0"/>
                  </a:cubicBezTo>
                  <a:cubicBezTo>
                    <a:pt x="6" y="0"/>
                    <a:pt x="5"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8" name="Freeform 38">
              <a:extLst>
                <a:ext uri="{FF2B5EF4-FFF2-40B4-BE49-F238E27FC236}">
                  <a16:creationId xmlns:a16="http://schemas.microsoft.com/office/drawing/2014/main" id="{C646FD07-0E04-463A-A435-C28D4F78D9E3}"/>
                </a:ext>
              </a:extLst>
            </p:cNvPr>
            <p:cNvSpPr>
              <a:spLocks noEditPoints="1"/>
            </p:cNvSpPr>
            <p:nvPr userDrawn="1"/>
          </p:nvSpPr>
          <p:spPr bwMode="auto">
            <a:xfrm>
              <a:off x="2370417"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9" name="Freeform 39">
              <a:extLst>
                <a:ext uri="{FF2B5EF4-FFF2-40B4-BE49-F238E27FC236}">
                  <a16:creationId xmlns:a16="http://schemas.microsoft.com/office/drawing/2014/main" id="{5145B67C-AB7F-409B-B60E-A8826E30781C}"/>
                </a:ext>
              </a:extLst>
            </p:cNvPr>
            <p:cNvSpPr>
              <a:spLocks noEditPoints="1"/>
            </p:cNvSpPr>
            <p:nvPr userDrawn="1"/>
          </p:nvSpPr>
          <p:spPr bwMode="auto">
            <a:xfrm>
              <a:off x="2364396" y="1036571"/>
              <a:ext cx="42146" cy="42146"/>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20 w 28"/>
                <a:gd name="T17" fmla="*/ 23 h 27"/>
                <a:gd name="T18" fmla="*/ 19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2 w 28"/>
                <a:gd name="T37" fmla="*/ 25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20" y="23"/>
                    <a:pt x="20" y="23"/>
                    <a:pt x="20" y="23"/>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0" name="Freeform 40">
              <a:extLst>
                <a:ext uri="{FF2B5EF4-FFF2-40B4-BE49-F238E27FC236}">
                  <a16:creationId xmlns:a16="http://schemas.microsoft.com/office/drawing/2014/main" id="{AB1C9C8B-C218-4A5D-90B8-9C0C79AEB7B7}"/>
                </a:ext>
              </a:extLst>
            </p:cNvPr>
            <p:cNvSpPr>
              <a:spLocks noEditPoints="1"/>
            </p:cNvSpPr>
            <p:nvPr userDrawn="1"/>
          </p:nvSpPr>
          <p:spPr bwMode="auto">
            <a:xfrm>
              <a:off x="2342320" y="1072695"/>
              <a:ext cx="34118" cy="30104"/>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3 w 22"/>
                <a:gd name="T17" fmla="*/ 14 h 21"/>
                <a:gd name="T18" fmla="*/ 11 w 22"/>
                <a:gd name="T19" fmla="*/ 15 h 21"/>
                <a:gd name="T20" fmla="*/ 11 w 22"/>
                <a:gd name="T21" fmla="*/ 0 h 21"/>
                <a:gd name="T22" fmla="*/ 11 w 22"/>
                <a:gd name="T23" fmla="*/ 0 h 21"/>
                <a:gd name="T24" fmla="*/ 5 w 22"/>
                <a:gd name="T25" fmla="*/ 2 h 21"/>
                <a:gd name="T26" fmla="*/ 0 w 22"/>
                <a:gd name="T27" fmla="*/ 11 h 21"/>
                <a:gd name="T28" fmla="*/ 2 w 22"/>
                <a:gd name="T29" fmla="*/ 16 h 21"/>
                <a:gd name="T30" fmla="*/ 11 w 22"/>
                <a:gd name="T31" fmla="*/ 21 h 21"/>
                <a:gd name="T32" fmla="*/ 11 w 22"/>
                <a:gd name="T33" fmla="*/ 21 h 21"/>
                <a:gd name="T34" fmla="*/ 17 w 22"/>
                <a:gd name="T35" fmla="*/ 20 h 21"/>
                <a:gd name="T36" fmla="*/ 17 w 22"/>
                <a:gd name="T37" fmla="*/ 20 h 21"/>
                <a:gd name="T38" fmla="*/ 22 w 22"/>
                <a:gd name="T39" fmla="*/ 11 h 21"/>
                <a:gd name="T40" fmla="*/ 20 w 22"/>
                <a:gd name="T41" fmla="*/ 5 h 21"/>
                <a:gd name="T42" fmla="*/ 11 w 22"/>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1" name="Freeform 41">
              <a:extLst>
                <a:ext uri="{FF2B5EF4-FFF2-40B4-BE49-F238E27FC236}">
                  <a16:creationId xmlns:a16="http://schemas.microsoft.com/office/drawing/2014/main" id="{D8746D9D-8095-4AFD-91A0-B15F14AD8C04}"/>
                </a:ext>
              </a:extLst>
            </p:cNvPr>
            <p:cNvSpPr>
              <a:spLocks noEditPoints="1"/>
            </p:cNvSpPr>
            <p:nvPr userDrawn="1"/>
          </p:nvSpPr>
          <p:spPr bwMode="auto">
            <a:xfrm>
              <a:off x="2346334" y="1108820"/>
              <a:ext cx="28097"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2 w 18"/>
                <a:gd name="T17" fmla="*/ 15 h 19"/>
                <a:gd name="T18" fmla="*/ 11 w 18"/>
                <a:gd name="T19" fmla="*/ 12 h 19"/>
                <a:gd name="T20" fmla="*/ 9 w 18"/>
                <a:gd name="T21" fmla="*/ 13 h 19"/>
                <a:gd name="T22" fmla="*/ 9 w 18"/>
                <a:gd name="T23" fmla="*/ 0 h 19"/>
                <a:gd name="T24" fmla="*/ 9 w 18"/>
                <a:gd name="T25" fmla="*/ 0 h 19"/>
                <a:gd name="T26" fmla="*/ 4 w 18"/>
                <a:gd name="T27" fmla="*/ 2 h 19"/>
                <a:gd name="T28" fmla="*/ 0 w 18"/>
                <a:gd name="T29" fmla="*/ 10 h 19"/>
                <a:gd name="T30" fmla="*/ 1 w 18"/>
                <a:gd name="T31" fmla="*/ 14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2" y="15"/>
                    <a:pt x="12" y="15"/>
                    <a:pt x="12" y="15"/>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2" name="Freeform 42">
              <a:extLst>
                <a:ext uri="{FF2B5EF4-FFF2-40B4-BE49-F238E27FC236}">
                  <a16:creationId xmlns:a16="http://schemas.microsoft.com/office/drawing/2014/main" id="{3286B30C-50DB-435A-8423-FCDE194C49B8}"/>
                </a:ext>
              </a:extLst>
            </p:cNvPr>
            <p:cNvSpPr>
              <a:spLocks noEditPoints="1"/>
            </p:cNvSpPr>
            <p:nvPr userDrawn="1"/>
          </p:nvSpPr>
          <p:spPr bwMode="auto">
            <a:xfrm>
              <a:off x="1973048" y="-283978"/>
              <a:ext cx="120415" cy="114395"/>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9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3"/>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9"/>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3" name="Freeform 43">
              <a:extLst>
                <a:ext uri="{FF2B5EF4-FFF2-40B4-BE49-F238E27FC236}">
                  <a16:creationId xmlns:a16="http://schemas.microsoft.com/office/drawing/2014/main" id="{A571FBF2-5AFF-4A9C-83B6-C6F15915C384}"/>
                </a:ext>
              </a:extLst>
            </p:cNvPr>
            <p:cNvSpPr>
              <a:spLocks noEditPoints="1"/>
            </p:cNvSpPr>
            <p:nvPr userDrawn="1"/>
          </p:nvSpPr>
          <p:spPr bwMode="auto">
            <a:xfrm>
              <a:off x="1971041" y="-187646"/>
              <a:ext cx="26091" cy="26090"/>
            </a:xfrm>
            <a:custGeom>
              <a:avLst/>
              <a:gdLst>
                <a:gd name="T0" fmla="*/ 9 w 18"/>
                <a:gd name="T1" fmla="*/ 12 h 18"/>
                <a:gd name="T2" fmla="*/ 6 w 18"/>
                <a:gd name="T3" fmla="*/ 11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6 h 18"/>
                <a:gd name="T34" fmla="*/ 5 w 18"/>
                <a:gd name="T35" fmla="*/ 17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1"/>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8" y="0"/>
                    <a:pt x="6" y="0"/>
                    <a:pt x="4" y="1"/>
                  </a:cubicBezTo>
                  <a:cubicBezTo>
                    <a:pt x="2" y="3"/>
                    <a:pt x="0" y="6"/>
                    <a:pt x="0" y="9"/>
                  </a:cubicBezTo>
                  <a:cubicBezTo>
                    <a:pt x="0" y="10"/>
                    <a:pt x="0" y="12"/>
                    <a:pt x="1" y="13"/>
                  </a:cubicBezTo>
                  <a:cubicBezTo>
                    <a:pt x="3" y="14"/>
                    <a:pt x="4" y="15"/>
                    <a:pt x="5" y="16"/>
                  </a:cubicBezTo>
                  <a:cubicBezTo>
                    <a:pt x="5" y="16"/>
                    <a:pt x="5" y="16"/>
                    <a:pt x="5" y="16"/>
                  </a:cubicBezTo>
                  <a:cubicBezTo>
                    <a:pt x="5" y="17"/>
                    <a:pt x="5" y="17"/>
                    <a:pt x="5" y="17"/>
                  </a:cubicBezTo>
                  <a:cubicBezTo>
                    <a:pt x="7"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4" name="Freeform 44">
              <a:extLst>
                <a:ext uri="{FF2B5EF4-FFF2-40B4-BE49-F238E27FC236}">
                  <a16:creationId xmlns:a16="http://schemas.microsoft.com/office/drawing/2014/main" id="{02640F72-F878-461A-8124-1D38D72E3A56}"/>
                </a:ext>
              </a:extLst>
            </p:cNvPr>
            <p:cNvSpPr>
              <a:spLocks noEditPoints="1"/>
            </p:cNvSpPr>
            <p:nvPr userDrawn="1"/>
          </p:nvSpPr>
          <p:spPr bwMode="auto">
            <a:xfrm>
              <a:off x="1956993" y="-169584"/>
              <a:ext cx="22077" cy="22077"/>
            </a:xfrm>
            <a:custGeom>
              <a:avLst/>
              <a:gdLst>
                <a:gd name="T0" fmla="*/ 8 w 15"/>
                <a:gd name="T1" fmla="*/ 8 h 14"/>
                <a:gd name="T2" fmla="*/ 7 w 15"/>
                <a:gd name="T3" fmla="*/ 8 h 14"/>
                <a:gd name="T4" fmla="*/ 7 w 15"/>
                <a:gd name="T5" fmla="*/ 8 h 14"/>
                <a:gd name="T6" fmla="*/ 6 w 15"/>
                <a:gd name="T7" fmla="*/ 7 h 14"/>
                <a:gd name="T8" fmla="*/ 7 w 15"/>
                <a:gd name="T9" fmla="*/ 6 h 14"/>
                <a:gd name="T10" fmla="*/ 8 w 15"/>
                <a:gd name="T11" fmla="*/ 6 h 14"/>
                <a:gd name="T12" fmla="*/ 9 w 15"/>
                <a:gd name="T13" fmla="*/ 7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4 w 15"/>
                <a:gd name="T55" fmla="*/ 3 h 14"/>
                <a:gd name="T56" fmla="*/ 10 w 15"/>
                <a:gd name="T57" fmla="*/ 0 h 14"/>
                <a:gd name="T58" fmla="*/ 8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8" y="8"/>
                  </a:moveTo>
                  <a:cubicBezTo>
                    <a:pt x="7" y="8"/>
                    <a:pt x="7" y="8"/>
                    <a:pt x="7" y="8"/>
                  </a:cubicBez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9"/>
                    <a:pt x="1" y="10"/>
                    <a:pt x="1" y="11"/>
                  </a:cubicBezTo>
                  <a:cubicBezTo>
                    <a:pt x="1" y="11"/>
                    <a:pt x="1" y="11"/>
                    <a:pt x="1" y="11"/>
                  </a:cubicBezTo>
                  <a:cubicBezTo>
                    <a:pt x="3"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4" y="3"/>
                    <a:pt x="14" y="3"/>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5" name="Freeform 45">
              <a:extLst>
                <a:ext uri="{FF2B5EF4-FFF2-40B4-BE49-F238E27FC236}">
                  <a16:creationId xmlns:a16="http://schemas.microsoft.com/office/drawing/2014/main" id="{FB4C8DEA-B029-4D09-B048-C564B1B92FEB}"/>
                </a:ext>
              </a:extLst>
            </p:cNvPr>
            <p:cNvSpPr>
              <a:spLocks noEditPoints="1"/>
            </p:cNvSpPr>
            <p:nvPr userDrawn="1"/>
          </p:nvSpPr>
          <p:spPr bwMode="auto">
            <a:xfrm>
              <a:off x="1961007" y="-147508"/>
              <a:ext cx="18063" cy="20069"/>
            </a:xfrm>
            <a:custGeom>
              <a:avLst/>
              <a:gdLst>
                <a:gd name="T0" fmla="*/ 7 w 13"/>
                <a:gd name="T1" fmla="*/ 7 h 13"/>
                <a:gd name="T2" fmla="*/ 7 w 13"/>
                <a:gd name="T3" fmla="*/ 7 h 13"/>
                <a:gd name="T4" fmla="*/ 6 w 13"/>
                <a:gd name="T5" fmla="*/ 6 h 13"/>
                <a:gd name="T6" fmla="*/ 6 w 13"/>
                <a:gd name="T7" fmla="*/ 6 h 13"/>
                <a:gd name="T8" fmla="*/ 6 w 13"/>
                <a:gd name="T9" fmla="*/ 6 h 13"/>
                <a:gd name="T10" fmla="*/ 6 w 13"/>
                <a:gd name="T11" fmla="*/ 6 h 13"/>
                <a:gd name="T12" fmla="*/ 7 w 13"/>
                <a:gd name="T13" fmla="*/ 6 h 13"/>
                <a:gd name="T14" fmla="*/ 7 w 13"/>
                <a:gd name="T15" fmla="*/ 6 h 13"/>
                <a:gd name="T16" fmla="*/ 7 w 13"/>
                <a:gd name="T17" fmla="*/ 7 h 13"/>
                <a:gd name="T18" fmla="*/ 6 w 13"/>
                <a:gd name="T19" fmla="*/ 7 h 13"/>
                <a:gd name="T20" fmla="*/ 6 w 13"/>
                <a:gd name="T21" fmla="*/ 6 h 13"/>
                <a:gd name="T22" fmla="*/ 6 w 13"/>
                <a:gd name="T23" fmla="*/ 0 h 13"/>
                <a:gd name="T24" fmla="*/ 6 w 13"/>
                <a:gd name="T25" fmla="*/ 0 h 13"/>
                <a:gd name="T26" fmla="*/ 4 w 13"/>
                <a:gd name="T27" fmla="*/ 0 h 13"/>
                <a:gd name="T28" fmla="*/ 3 w 13"/>
                <a:gd name="T29" fmla="*/ 1 h 13"/>
                <a:gd name="T30" fmla="*/ 0 w 13"/>
                <a:gd name="T31" fmla="*/ 6 h 13"/>
                <a:gd name="T32" fmla="*/ 1 w 13"/>
                <a:gd name="T33" fmla="*/ 10 h 13"/>
                <a:gd name="T34" fmla="*/ 1 w 13"/>
                <a:gd name="T35" fmla="*/ 10 h 13"/>
                <a:gd name="T36" fmla="*/ 6 w 13"/>
                <a:gd name="T37" fmla="*/ 13 h 13"/>
                <a:gd name="T38" fmla="*/ 6 w 13"/>
                <a:gd name="T39" fmla="*/ 13 h 13"/>
                <a:gd name="T40" fmla="*/ 10 w 13"/>
                <a:gd name="T41" fmla="*/ 12 h 13"/>
                <a:gd name="T42" fmla="*/ 10 w 13"/>
                <a:gd name="T43" fmla="*/ 12 h 13"/>
                <a:gd name="T44" fmla="*/ 13 w 13"/>
                <a:gd name="T45" fmla="*/ 6 h 13"/>
                <a:gd name="T46" fmla="*/ 12 w 13"/>
                <a:gd name="T47" fmla="*/ 3 h 13"/>
                <a:gd name="T48" fmla="*/ 12 w 13"/>
                <a:gd name="T49" fmla="*/ 3 h 13"/>
                <a:gd name="T50" fmla="*/ 8 w 13"/>
                <a:gd name="T51" fmla="*/ 0 h 13"/>
                <a:gd name="T52" fmla="*/ 6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cubicBezTo>
                    <a:pt x="6" y="6"/>
                    <a:pt x="6" y="6"/>
                    <a:pt x="6" y="6"/>
                  </a:cubicBezTo>
                  <a:moveTo>
                    <a:pt x="6" y="0"/>
                  </a:moveTo>
                  <a:cubicBezTo>
                    <a:pt x="6" y="0"/>
                    <a:pt x="6" y="0"/>
                    <a:pt x="6" y="0"/>
                  </a:cubicBezTo>
                  <a:cubicBezTo>
                    <a:pt x="6" y="0"/>
                    <a:pt x="5" y="0"/>
                    <a:pt x="4" y="0"/>
                  </a:cubicBezTo>
                  <a:cubicBezTo>
                    <a:pt x="4" y="0"/>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6" name="Freeform 46">
              <a:extLst>
                <a:ext uri="{FF2B5EF4-FFF2-40B4-BE49-F238E27FC236}">
                  <a16:creationId xmlns:a16="http://schemas.microsoft.com/office/drawing/2014/main" id="{C8369B20-E2F8-4138-8A1C-47B2181F2497}"/>
                </a:ext>
              </a:extLst>
            </p:cNvPr>
            <p:cNvSpPr>
              <a:spLocks noEditPoints="1"/>
            </p:cNvSpPr>
            <p:nvPr userDrawn="1"/>
          </p:nvSpPr>
          <p:spPr bwMode="auto">
            <a:xfrm>
              <a:off x="1350905" y="87301"/>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7" name="Freeform 47">
              <a:extLst>
                <a:ext uri="{FF2B5EF4-FFF2-40B4-BE49-F238E27FC236}">
                  <a16:creationId xmlns:a16="http://schemas.microsoft.com/office/drawing/2014/main" id="{F00459A4-BD7B-4CDA-8159-ACA9F331FFDD}"/>
                </a:ext>
              </a:extLst>
            </p:cNvPr>
            <p:cNvSpPr>
              <a:spLocks noEditPoints="1"/>
            </p:cNvSpPr>
            <p:nvPr userDrawn="1"/>
          </p:nvSpPr>
          <p:spPr bwMode="auto">
            <a:xfrm>
              <a:off x="1445230"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8" name="Freeform 48">
              <a:extLst>
                <a:ext uri="{FF2B5EF4-FFF2-40B4-BE49-F238E27FC236}">
                  <a16:creationId xmlns:a16="http://schemas.microsoft.com/office/drawing/2014/main" id="{5547930A-84AC-4136-B4A0-773402E79C73}"/>
                </a:ext>
              </a:extLst>
            </p:cNvPr>
            <p:cNvSpPr>
              <a:spLocks/>
            </p:cNvSpPr>
            <p:nvPr userDrawn="1"/>
          </p:nvSpPr>
          <p:spPr bwMode="auto">
            <a:xfrm>
              <a:off x="1457271" y="283978"/>
              <a:ext cx="28097" cy="28097"/>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9" name="Freeform 49">
              <a:extLst>
                <a:ext uri="{FF2B5EF4-FFF2-40B4-BE49-F238E27FC236}">
                  <a16:creationId xmlns:a16="http://schemas.microsoft.com/office/drawing/2014/main" id="{BBC876ED-90F2-41B6-94E1-6B21114C4A49}"/>
                </a:ext>
              </a:extLst>
            </p:cNvPr>
            <p:cNvSpPr>
              <a:spLocks noEditPoints="1"/>
            </p:cNvSpPr>
            <p:nvPr userDrawn="1"/>
          </p:nvSpPr>
          <p:spPr bwMode="auto">
            <a:xfrm>
              <a:off x="1485368" y="300033"/>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0" name="Freeform 50">
              <a:extLst>
                <a:ext uri="{FF2B5EF4-FFF2-40B4-BE49-F238E27FC236}">
                  <a16:creationId xmlns:a16="http://schemas.microsoft.com/office/drawing/2014/main" id="{C1A38A7B-58C2-44DD-8A2C-06611B0EB450}"/>
                </a:ext>
              </a:extLst>
            </p:cNvPr>
            <p:cNvSpPr>
              <a:spLocks noEditPoints="1"/>
            </p:cNvSpPr>
            <p:nvPr userDrawn="1"/>
          </p:nvSpPr>
          <p:spPr bwMode="auto">
            <a:xfrm>
              <a:off x="1567652" y="1514216"/>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1" name="Freeform 51">
              <a:extLst>
                <a:ext uri="{FF2B5EF4-FFF2-40B4-BE49-F238E27FC236}">
                  <a16:creationId xmlns:a16="http://schemas.microsoft.com/office/drawing/2014/main" id="{CED37FD8-FC90-465A-A232-0230C7EAEA3D}"/>
                </a:ext>
              </a:extLst>
            </p:cNvPr>
            <p:cNvSpPr>
              <a:spLocks noEditPoints="1"/>
            </p:cNvSpPr>
            <p:nvPr userDrawn="1"/>
          </p:nvSpPr>
          <p:spPr bwMode="auto">
            <a:xfrm>
              <a:off x="1676025" y="1700859"/>
              <a:ext cx="38132" cy="38132"/>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2" name="Freeform 52">
              <a:extLst>
                <a:ext uri="{FF2B5EF4-FFF2-40B4-BE49-F238E27FC236}">
                  <a16:creationId xmlns:a16="http://schemas.microsoft.com/office/drawing/2014/main" id="{2D5D9139-C472-48BD-9999-88BFF5377832}"/>
                </a:ext>
              </a:extLst>
            </p:cNvPr>
            <p:cNvSpPr>
              <a:spLocks/>
            </p:cNvSpPr>
            <p:nvPr userDrawn="1"/>
          </p:nvSpPr>
          <p:spPr bwMode="auto">
            <a:xfrm>
              <a:off x="1690073" y="1740997"/>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3" name="Freeform 53">
              <a:extLst>
                <a:ext uri="{FF2B5EF4-FFF2-40B4-BE49-F238E27FC236}">
                  <a16:creationId xmlns:a16="http://schemas.microsoft.com/office/drawing/2014/main" id="{9E242EB0-7265-425A-AB62-4AB927AB786C}"/>
                </a:ext>
              </a:extLst>
            </p:cNvPr>
            <p:cNvSpPr>
              <a:spLocks noEditPoints="1"/>
            </p:cNvSpPr>
            <p:nvPr userDrawn="1"/>
          </p:nvSpPr>
          <p:spPr bwMode="auto">
            <a:xfrm>
              <a:off x="1722184" y="1759060"/>
              <a:ext cx="26091"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4" name="Freeform 54">
              <a:extLst>
                <a:ext uri="{FF2B5EF4-FFF2-40B4-BE49-F238E27FC236}">
                  <a16:creationId xmlns:a16="http://schemas.microsoft.com/office/drawing/2014/main" id="{866C7490-020D-425F-B553-61896C58AA44}"/>
                </a:ext>
              </a:extLst>
            </p:cNvPr>
            <p:cNvSpPr>
              <a:spLocks noEditPoints="1"/>
            </p:cNvSpPr>
            <p:nvPr userDrawn="1"/>
          </p:nvSpPr>
          <p:spPr bwMode="auto">
            <a:xfrm>
              <a:off x="1527514" y="709444"/>
              <a:ext cx="168581" cy="164567"/>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5" name="Freeform 55">
              <a:extLst>
                <a:ext uri="{FF2B5EF4-FFF2-40B4-BE49-F238E27FC236}">
                  <a16:creationId xmlns:a16="http://schemas.microsoft.com/office/drawing/2014/main" id="{B0A0A997-83BD-4C14-9F27-9784DE4CB8BB}"/>
                </a:ext>
              </a:extLst>
            </p:cNvPr>
            <p:cNvSpPr>
              <a:spLocks/>
            </p:cNvSpPr>
            <p:nvPr userDrawn="1"/>
          </p:nvSpPr>
          <p:spPr bwMode="auto">
            <a:xfrm>
              <a:off x="1623846" y="869997"/>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6" name="Freeform 56">
              <a:extLst>
                <a:ext uri="{FF2B5EF4-FFF2-40B4-BE49-F238E27FC236}">
                  <a16:creationId xmlns:a16="http://schemas.microsoft.com/office/drawing/2014/main" id="{D5133583-3D0F-4F94-B69A-F3D7E06D30A1}"/>
                </a:ext>
              </a:extLst>
            </p:cNvPr>
            <p:cNvSpPr>
              <a:spLocks/>
            </p:cNvSpPr>
            <p:nvPr userDrawn="1"/>
          </p:nvSpPr>
          <p:spPr bwMode="auto">
            <a:xfrm>
              <a:off x="1635887" y="90612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7" name="Freeform 57">
              <a:extLst>
                <a:ext uri="{FF2B5EF4-FFF2-40B4-BE49-F238E27FC236}">
                  <a16:creationId xmlns:a16="http://schemas.microsoft.com/office/drawing/2014/main" id="{5E21B130-F925-49B2-89C2-CB047E3F91D3}"/>
                </a:ext>
              </a:extLst>
            </p:cNvPr>
            <p:cNvSpPr>
              <a:spLocks noEditPoints="1"/>
            </p:cNvSpPr>
            <p:nvPr userDrawn="1"/>
          </p:nvSpPr>
          <p:spPr bwMode="auto">
            <a:xfrm>
              <a:off x="1661976" y="92217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8" name="Freeform 58">
              <a:extLst>
                <a:ext uri="{FF2B5EF4-FFF2-40B4-BE49-F238E27FC236}">
                  <a16:creationId xmlns:a16="http://schemas.microsoft.com/office/drawing/2014/main" id="{C76832D7-B9C5-4FA0-8F0D-A360EA0F83CE}"/>
                </a:ext>
              </a:extLst>
            </p:cNvPr>
            <p:cNvSpPr>
              <a:spLocks noEditPoints="1"/>
            </p:cNvSpPr>
            <p:nvPr userDrawn="1"/>
          </p:nvSpPr>
          <p:spPr bwMode="auto">
            <a:xfrm>
              <a:off x="1126131" y="926190"/>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9" name="Freeform 59">
              <a:extLst>
                <a:ext uri="{FF2B5EF4-FFF2-40B4-BE49-F238E27FC236}">
                  <a16:creationId xmlns:a16="http://schemas.microsoft.com/office/drawing/2014/main" id="{A7436198-622D-41E4-913F-8D266C986232}"/>
                </a:ext>
              </a:extLst>
            </p:cNvPr>
            <p:cNvSpPr>
              <a:spLocks noEditPoints="1"/>
            </p:cNvSpPr>
            <p:nvPr userDrawn="1"/>
          </p:nvSpPr>
          <p:spPr bwMode="auto">
            <a:xfrm>
              <a:off x="1290698" y="1066674"/>
              <a:ext cx="40138"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3 w 26"/>
                <a:gd name="T15" fmla="*/ 19 h 25"/>
                <a:gd name="T16" fmla="*/ 8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13 w 26"/>
                <a:gd name="T31" fmla="*/ 0 h 25"/>
                <a:gd name="T32" fmla="*/ 6 w 26"/>
                <a:gd name="T33" fmla="*/ 2 h 25"/>
                <a:gd name="T34" fmla="*/ 0 w 26"/>
                <a:gd name="T35" fmla="*/ 12 h 25"/>
                <a:gd name="T36" fmla="*/ 3 w 26"/>
                <a:gd name="T37" fmla="*/ 20 h 25"/>
                <a:gd name="T38" fmla="*/ 13 w 26"/>
                <a:gd name="T39" fmla="*/ 25 h 25"/>
                <a:gd name="T40" fmla="*/ 13 w 26"/>
                <a:gd name="T41" fmla="*/ 25 h 25"/>
                <a:gd name="T42" fmla="*/ 21 w 26"/>
                <a:gd name="T43" fmla="*/ 23 h 25"/>
                <a:gd name="T44" fmla="*/ 26 w 26"/>
                <a:gd name="T45" fmla="*/ 12 h 25"/>
                <a:gd name="T46" fmla="*/ 24 w 26"/>
                <a:gd name="T47" fmla="*/ 5 h 25"/>
                <a:gd name="T48" fmla="*/ 24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moveTo>
                    <a:pt x="13" y="0"/>
                  </a:moveTo>
                  <a:cubicBezTo>
                    <a:pt x="13" y="0"/>
                    <a:pt x="13" y="0"/>
                    <a:pt x="13" y="0"/>
                  </a:cubicBez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0" name="Freeform 60">
              <a:extLst>
                <a:ext uri="{FF2B5EF4-FFF2-40B4-BE49-F238E27FC236}">
                  <a16:creationId xmlns:a16="http://schemas.microsoft.com/office/drawing/2014/main" id="{423B0272-55E6-4EDF-90C0-79967C9E6352}"/>
                </a:ext>
              </a:extLst>
            </p:cNvPr>
            <p:cNvSpPr>
              <a:spLocks noEditPoints="1"/>
            </p:cNvSpPr>
            <p:nvPr userDrawn="1"/>
          </p:nvSpPr>
          <p:spPr bwMode="auto">
            <a:xfrm>
              <a:off x="1324815" y="1090757"/>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1" name="Freeform 61">
              <a:extLst>
                <a:ext uri="{FF2B5EF4-FFF2-40B4-BE49-F238E27FC236}">
                  <a16:creationId xmlns:a16="http://schemas.microsoft.com/office/drawing/2014/main" id="{0F733707-20DB-4395-B80B-F403648D417C}"/>
                </a:ext>
              </a:extLst>
            </p:cNvPr>
            <p:cNvSpPr>
              <a:spLocks noEditPoints="1"/>
            </p:cNvSpPr>
            <p:nvPr userDrawn="1"/>
          </p:nvSpPr>
          <p:spPr bwMode="auto">
            <a:xfrm>
              <a:off x="1360939" y="1088751"/>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9 w 17"/>
                <a:gd name="T19" fmla="*/ 12 h 18"/>
                <a:gd name="T20" fmla="*/ 9 w 17"/>
                <a:gd name="T21" fmla="*/ 0 h 18"/>
                <a:gd name="T22" fmla="*/ 9 w 17"/>
                <a:gd name="T23" fmla="*/ 0 h 18"/>
                <a:gd name="T24" fmla="*/ 3 w 17"/>
                <a:gd name="T25" fmla="*/ 2 h 18"/>
                <a:gd name="T26" fmla="*/ 0 w 17"/>
                <a:gd name="T27" fmla="*/ 9 h 18"/>
                <a:gd name="T28" fmla="*/ 2 w 17"/>
                <a:gd name="T29" fmla="*/ 14 h 18"/>
                <a:gd name="T30" fmla="*/ 9 w 17"/>
                <a:gd name="T31" fmla="*/ 18 h 18"/>
                <a:gd name="T32" fmla="*/ 9 w 17"/>
                <a:gd name="T33" fmla="*/ 18 h 18"/>
                <a:gd name="T34" fmla="*/ 9 w 17"/>
                <a:gd name="T35" fmla="*/ 18 h 18"/>
                <a:gd name="T36" fmla="*/ 14 w 17"/>
                <a:gd name="T37" fmla="*/ 16 h 18"/>
                <a:gd name="T38" fmla="*/ 17 w 17"/>
                <a:gd name="T39" fmla="*/ 9 h 18"/>
                <a:gd name="T40" fmla="*/ 16 w 17"/>
                <a:gd name="T41" fmla="*/ 4 h 18"/>
                <a:gd name="T42" fmla="*/ 13 w 17"/>
                <a:gd name="T43" fmla="*/ 6 h 18"/>
                <a:gd name="T44" fmla="*/ 16 w 17"/>
                <a:gd name="T45" fmla="*/ 4 h 18"/>
                <a:gd name="T46" fmla="*/ 9 w 1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2"/>
                    <a:pt x="9" y="12"/>
                    <a:pt x="9" y="12"/>
                  </a:cubicBezTo>
                  <a:moveTo>
                    <a:pt x="9" y="0"/>
                  </a:move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9" y="18"/>
                    <a:pt x="9" y="18"/>
                    <a:pt x="9" y="18"/>
                  </a:cubicBezTo>
                  <a:cubicBezTo>
                    <a:pt x="10" y="18"/>
                    <a:pt x="12" y="17"/>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2" name="Freeform 62">
              <a:extLst>
                <a:ext uri="{FF2B5EF4-FFF2-40B4-BE49-F238E27FC236}">
                  <a16:creationId xmlns:a16="http://schemas.microsoft.com/office/drawing/2014/main" id="{1E21D690-BECD-4830-8666-9C9F22A5EEAE}"/>
                </a:ext>
              </a:extLst>
            </p:cNvPr>
            <p:cNvSpPr>
              <a:spLocks/>
            </p:cNvSpPr>
            <p:nvPr userDrawn="1"/>
          </p:nvSpPr>
          <p:spPr bwMode="auto">
            <a:xfrm>
              <a:off x="-200439"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1"/>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3" name="Freeform 63">
              <a:extLst>
                <a:ext uri="{FF2B5EF4-FFF2-40B4-BE49-F238E27FC236}">
                  <a16:creationId xmlns:a16="http://schemas.microsoft.com/office/drawing/2014/main" id="{645F2063-B187-40CA-89D1-D6F03059BAB6}"/>
                </a:ext>
              </a:extLst>
            </p:cNvPr>
            <p:cNvSpPr>
              <a:spLocks noEditPoints="1"/>
            </p:cNvSpPr>
            <p:nvPr userDrawn="1"/>
          </p:nvSpPr>
          <p:spPr bwMode="auto">
            <a:xfrm>
              <a:off x="90564" y="811797"/>
              <a:ext cx="62215" cy="62215"/>
            </a:xfrm>
            <a:custGeom>
              <a:avLst/>
              <a:gdLst>
                <a:gd name="T0" fmla="*/ 35 w 42"/>
                <a:gd name="T1" fmla="*/ 10 h 41"/>
                <a:gd name="T2" fmla="*/ 35 w 42"/>
                <a:gd name="T3" fmla="*/ 10 h 41"/>
                <a:gd name="T4" fmla="*/ 38 w 42"/>
                <a:gd name="T5" fmla="*/ 9 h 41"/>
                <a:gd name="T6" fmla="*/ 35 w 42"/>
                <a:gd name="T7" fmla="*/ 10 h 41"/>
                <a:gd name="T8" fmla="*/ 21 w 42"/>
                <a:gd name="T9" fmla="*/ 35 h 41"/>
                <a:gd name="T10" fmla="*/ 9 w 42"/>
                <a:gd name="T11" fmla="*/ 29 h 41"/>
                <a:gd name="T12" fmla="*/ 7 w 42"/>
                <a:gd name="T13" fmla="*/ 21 h 41"/>
                <a:gd name="T14" fmla="*/ 12 w 42"/>
                <a:gd name="T15" fmla="*/ 9 h 41"/>
                <a:gd name="T16" fmla="*/ 21 w 42"/>
                <a:gd name="T17" fmla="*/ 6 h 41"/>
                <a:gd name="T18" fmla="*/ 33 w 42"/>
                <a:gd name="T19" fmla="*/ 12 h 41"/>
                <a:gd name="T20" fmla="*/ 33 w 42"/>
                <a:gd name="T21" fmla="*/ 12 h 41"/>
                <a:gd name="T22" fmla="*/ 36 w 42"/>
                <a:gd name="T23" fmla="*/ 21 h 41"/>
                <a:gd name="T24" fmla="*/ 30 w 42"/>
                <a:gd name="T25" fmla="*/ 32 h 41"/>
                <a:gd name="T26" fmla="*/ 21 w 42"/>
                <a:gd name="T27" fmla="*/ 35 h 41"/>
                <a:gd name="T28" fmla="*/ 21 w 42"/>
                <a:gd name="T29" fmla="*/ 0 h 41"/>
                <a:gd name="T30" fmla="*/ 21 w 42"/>
                <a:gd name="T31" fmla="*/ 0 h 41"/>
                <a:gd name="T32" fmla="*/ 9 w 42"/>
                <a:gd name="T33" fmla="*/ 4 h 41"/>
                <a:gd name="T34" fmla="*/ 1 w 42"/>
                <a:gd name="T35" fmla="*/ 21 h 41"/>
                <a:gd name="T36" fmla="*/ 5 w 42"/>
                <a:gd name="T37" fmla="*/ 33 h 41"/>
                <a:gd name="T38" fmla="*/ 21 w 42"/>
                <a:gd name="T39" fmla="*/ 41 h 41"/>
                <a:gd name="T40" fmla="*/ 21 w 42"/>
                <a:gd name="T41" fmla="*/ 41 h 41"/>
                <a:gd name="T42" fmla="*/ 34 w 42"/>
                <a:gd name="T43" fmla="*/ 37 h 41"/>
                <a:gd name="T44" fmla="*/ 42 w 42"/>
                <a:gd name="T45" fmla="*/ 21 h 41"/>
                <a:gd name="T46" fmla="*/ 38 w 42"/>
                <a:gd name="T47" fmla="*/ 9 h 41"/>
                <a:gd name="T48" fmla="*/ 38 w 42"/>
                <a:gd name="T49" fmla="*/ 9 h 41"/>
                <a:gd name="T50" fmla="*/ 21 w 42"/>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1">
                  <a:moveTo>
                    <a:pt x="35" y="10"/>
                  </a:moveTo>
                  <a:cubicBezTo>
                    <a:pt x="35" y="10"/>
                    <a:pt x="35" y="10"/>
                    <a:pt x="35" y="10"/>
                  </a:cubicBezTo>
                  <a:cubicBezTo>
                    <a:pt x="38" y="9"/>
                    <a:pt x="38" y="9"/>
                    <a:pt x="38" y="9"/>
                  </a:cubicBezTo>
                  <a:cubicBezTo>
                    <a:pt x="35" y="10"/>
                    <a:pt x="35" y="10"/>
                    <a:pt x="35" y="10"/>
                  </a:cubicBezTo>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4"/>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4" name="Freeform 64">
              <a:extLst>
                <a:ext uri="{FF2B5EF4-FFF2-40B4-BE49-F238E27FC236}">
                  <a16:creationId xmlns:a16="http://schemas.microsoft.com/office/drawing/2014/main" id="{6AA29256-D6BA-47BF-BC15-90E33CA212F5}"/>
                </a:ext>
              </a:extLst>
            </p:cNvPr>
            <p:cNvSpPr>
              <a:spLocks noEditPoints="1"/>
            </p:cNvSpPr>
            <p:nvPr userDrawn="1"/>
          </p:nvSpPr>
          <p:spPr bwMode="auto">
            <a:xfrm>
              <a:off x="150771" y="859963"/>
              <a:ext cx="48166" cy="4415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8 w 31"/>
                <a:gd name="T15" fmla="*/ 6 h 30"/>
                <a:gd name="T16" fmla="*/ 25 w 31"/>
                <a:gd name="T17" fmla="*/ 7 h 30"/>
                <a:gd name="T18" fmla="*/ 23 w 31"/>
                <a:gd name="T19" fmla="*/ 9 h 30"/>
                <a:gd name="T20" fmla="*/ 25 w 31"/>
                <a:gd name="T21" fmla="*/ 15 h 30"/>
                <a:gd name="T22" fmla="*/ 21 w 31"/>
                <a:gd name="T23" fmla="*/ 22 h 30"/>
                <a:gd name="T24" fmla="*/ 16 w 31"/>
                <a:gd name="T25" fmla="*/ 24 h 30"/>
                <a:gd name="T26" fmla="*/ 15 w 31"/>
                <a:gd name="T27" fmla="*/ 0 h 30"/>
                <a:gd name="T28" fmla="*/ 15 w 31"/>
                <a:gd name="T29" fmla="*/ 0 h 30"/>
                <a:gd name="T30" fmla="*/ 6 w 31"/>
                <a:gd name="T31" fmla="*/ 3 h 30"/>
                <a:gd name="T32" fmla="*/ 0 w 31"/>
                <a:gd name="T33" fmla="*/ 15 h 30"/>
                <a:gd name="T34" fmla="*/ 3 w 31"/>
                <a:gd name="T35" fmla="*/ 24 h 30"/>
                <a:gd name="T36" fmla="*/ 15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5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5" name="Freeform 65">
              <a:extLst>
                <a:ext uri="{FF2B5EF4-FFF2-40B4-BE49-F238E27FC236}">
                  <a16:creationId xmlns:a16="http://schemas.microsoft.com/office/drawing/2014/main" id="{71DA035F-6D70-4C2C-9565-B98F0C7F1DEF}"/>
                </a:ext>
              </a:extLst>
            </p:cNvPr>
            <p:cNvSpPr>
              <a:spLocks noEditPoints="1"/>
            </p:cNvSpPr>
            <p:nvPr userDrawn="1"/>
          </p:nvSpPr>
          <p:spPr bwMode="auto">
            <a:xfrm>
              <a:off x="210979" y="855949"/>
              <a:ext cx="40138" cy="36124"/>
            </a:xfrm>
            <a:custGeom>
              <a:avLst/>
              <a:gdLst>
                <a:gd name="T0" fmla="*/ 19 w 26"/>
                <a:gd name="T1" fmla="*/ 8 h 25"/>
                <a:gd name="T2" fmla="*/ 21 w 26"/>
                <a:gd name="T3" fmla="*/ 6 h 25"/>
                <a:gd name="T4" fmla="*/ 23 w 26"/>
                <a:gd name="T5" fmla="*/ 5 h 25"/>
                <a:gd name="T6" fmla="*/ 21 w 26"/>
                <a:gd name="T7" fmla="*/ 6 h 25"/>
                <a:gd name="T8" fmla="*/ 19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5 w 26"/>
                <a:gd name="T31" fmla="*/ 2 h 25"/>
                <a:gd name="T32" fmla="*/ 0 w 26"/>
                <a:gd name="T33" fmla="*/ 12 h 25"/>
                <a:gd name="T34" fmla="*/ 2 w 26"/>
                <a:gd name="T35" fmla="*/ 20 h 25"/>
                <a:gd name="T36" fmla="*/ 13 w 26"/>
                <a:gd name="T37" fmla="*/ 25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3" y="5"/>
                    <a:pt x="23" y="5"/>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6" name="Freeform 66">
              <a:extLst>
                <a:ext uri="{FF2B5EF4-FFF2-40B4-BE49-F238E27FC236}">
                  <a16:creationId xmlns:a16="http://schemas.microsoft.com/office/drawing/2014/main" id="{B9A9308A-D47E-48B4-A63B-DA8684C64EB5}"/>
                </a:ext>
              </a:extLst>
            </p:cNvPr>
            <p:cNvSpPr>
              <a:spLocks/>
            </p:cNvSpPr>
            <p:nvPr userDrawn="1"/>
          </p:nvSpPr>
          <p:spPr bwMode="auto">
            <a:xfrm>
              <a:off x="1009730" y="245847"/>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0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0"/>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7" name="Freeform 67">
              <a:extLst>
                <a:ext uri="{FF2B5EF4-FFF2-40B4-BE49-F238E27FC236}">
                  <a16:creationId xmlns:a16="http://schemas.microsoft.com/office/drawing/2014/main" id="{1F112491-8EF2-429A-801B-7BE246FF17DA}"/>
                </a:ext>
              </a:extLst>
            </p:cNvPr>
            <p:cNvSpPr>
              <a:spLocks noEditPoints="1"/>
            </p:cNvSpPr>
            <p:nvPr userDrawn="1"/>
          </p:nvSpPr>
          <p:spPr bwMode="auto">
            <a:xfrm>
              <a:off x="989661" y="247854"/>
              <a:ext cx="34118" cy="34118"/>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8" name="Freeform 68">
              <a:extLst>
                <a:ext uri="{FF2B5EF4-FFF2-40B4-BE49-F238E27FC236}">
                  <a16:creationId xmlns:a16="http://schemas.microsoft.com/office/drawing/2014/main" id="{ACBF516D-9FA2-43D2-8B69-3CE14BC83DC0}"/>
                </a:ext>
              </a:extLst>
            </p:cNvPr>
            <p:cNvSpPr>
              <a:spLocks noEditPoints="1"/>
            </p:cNvSpPr>
            <p:nvPr userDrawn="1"/>
          </p:nvSpPr>
          <p:spPr bwMode="auto">
            <a:xfrm>
              <a:off x="965578" y="233806"/>
              <a:ext cx="28097" cy="26090"/>
            </a:xfrm>
            <a:custGeom>
              <a:avLst/>
              <a:gdLst>
                <a:gd name="T0" fmla="*/ 10 w 18"/>
                <a:gd name="T1" fmla="*/ 6 h 18"/>
                <a:gd name="T2" fmla="*/ 11 w 18"/>
                <a:gd name="T3" fmla="*/ 4 h 18"/>
                <a:gd name="T4" fmla="*/ 10 w 18"/>
                <a:gd name="T5" fmla="*/ 6 h 18"/>
                <a:gd name="T6" fmla="*/ 12 w 18"/>
                <a:gd name="T7" fmla="*/ 9 h 18"/>
                <a:gd name="T8" fmla="*/ 12 w 18"/>
                <a:gd name="T9" fmla="*/ 10 h 18"/>
                <a:gd name="T10" fmla="*/ 11 w 18"/>
                <a:gd name="T11" fmla="*/ 11 h 18"/>
                <a:gd name="T12" fmla="*/ 9 w 18"/>
                <a:gd name="T13" fmla="*/ 12 h 18"/>
                <a:gd name="T14" fmla="*/ 9 w 18"/>
                <a:gd name="T15" fmla="*/ 12 h 18"/>
                <a:gd name="T16" fmla="*/ 8 w 18"/>
                <a:gd name="T17" fmla="*/ 12 h 18"/>
                <a:gd name="T18" fmla="*/ 6 w 18"/>
                <a:gd name="T19" fmla="*/ 9 h 18"/>
                <a:gd name="T20" fmla="*/ 6 w 18"/>
                <a:gd name="T21" fmla="*/ 8 h 18"/>
                <a:gd name="T22" fmla="*/ 7 w 18"/>
                <a:gd name="T23" fmla="*/ 7 h 18"/>
                <a:gd name="T24" fmla="*/ 9 w 18"/>
                <a:gd name="T25" fmla="*/ 6 h 18"/>
                <a:gd name="T26" fmla="*/ 9 w 18"/>
                <a:gd name="T27" fmla="*/ 6 h 18"/>
                <a:gd name="T28" fmla="*/ 10 w 18"/>
                <a:gd name="T29" fmla="*/ 6 h 18"/>
                <a:gd name="T30" fmla="*/ 9 w 18"/>
                <a:gd name="T31" fmla="*/ 0 h 18"/>
                <a:gd name="T32" fmla="*/ 4 w 18"/>
                <a:gd name="T33" fmla="*/ 2 h 18"/>
                <a:gd name="T34" fmla="*/ 0 w 18"/>
                <a:gd name="T35" fmla="*/ 6 h 18"/>
                <a:gd name="T36" fmla="*/ 0 w 18"/>
                <a:gd name="T37" fmla="*/ 9 h 18"/>
                <a:gd name="T38" fmla="*/ 6 w 18"/>
                <a:gd name="T39" fmla="*/ 17 h 18"/>
                <a:gd name="T40" fmla="*/ 9 w 18"/>
                <a:gd name="T41" fmla="*/ 18 h 18"/>
                <a:gd name="T42" fmla="*/ 14 w 18"/>
                <a:gd name="T43" fmla="*/ 16 h 18"/>
                <a:gd name="T44" fmla="*/ 18 w 18"/>
                <a:gd name="T45" fmla="*/ 12 h 18"/>
                <a:gd name="T46" fmla="*/ 18 w 18"/>
                <a:gd name="T47" fmla="*/ 9 h 18"/>
                <a:gd name="T48" fmla="*/ 12 w 18"/>
                <a:gd name="T49" fmla="*/ 1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10" y="6"/>
                  </a:move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9" name="Freeform 69">
              <a:extLst>
                <a:ext uri="{FF2B5EF4-FFF2-40B4-BE49-F238E27FC236}">
                  <a16:creationId xmlns:a16="http://schemas.microsoft.com/office/drawing/2014/main" id="{09794DC8-05A8-450C-B428-FA858DDEADEE}"/>
                </a:ext>
              </a:extLst>
            </p:cNvPr>
            <p:cNvSpPr>
              <a:spLocks noEditPoints="1"/>
            </p:cNvSpPr>
            <p:nvPr userDrawn="1"/>
          </p:nvSpPr>
          <p:spPr bwMode="auto">
            <a:xfrm>
              <a:off x="963571" y="209723"/>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7 w 16"/>
                <a:gd name="T15" fmla="*/ 9 h 15"/>
                <a:gd name="T16" fmla="*/ 6 w 16"/>
                <a:gd name="T17" fmla="*/ 7 h 15"/>
                <a:gd name="T18" fmla="*/ 6 w 16"/>
                <a:gd name="T19" fmla="*/ 7 h 15"/>
                <a:gd name="T20" fmla="*/ 6 w 16"/>
                <a:gd name="T21" fmla="*/ 6 h 15"/>
                <a:gd name="T22" fmla="*/ 8 w 16"/>
                <a:gd name="T23" fmla="*/ 6 h 15"/>
                <a:gd name="T24" fmla="*/ 8 w 16"/>
                <a:gd name="T25" fmla="*/ 6 h 15"/>
                <a:gd name="T26" fmla="*/ 8 w 16"/>
                <a:gd name="T27" fmla="*/ 6 h 15"/>
                <a:gd name="T28" fmla="*/ 8 w 16"/>
                <a:gd name="T29" fmla="*/ 0 h 15"/>
                <a:gd name="T30" fmla="*/ 3 w 16"/>
                <a:gd name="T31" fmla="*/ 1 h 15"/>
                <a:gd name="T32" fmla="*/ 0 w 16"/>
                <a:gd name="T33" fmla="*/ 5 h 15"/>
                <a:gd name="T34" fmla="*/ 0 w 16"/>
                <a:gd name="T35" fmla="*/ 7 h 15"/>
                <a:gd name="T36" fmla="*/ 5 w 16"/>
                <a:gd name="T37" fmla="*/ 15 h 15"/>
                <a:gd name="T38" fmla="*/ 8 w 16"/>
                <a:gd name="T39" fmla="*/ 15 h 15"/>
                <a:gd name="T40" fmla="*/ 13 w 16"/>
                <a:gd name="T41" fmla="*/ 14 h 15"/>
                <a:gd name="T42" fmla="*/ 15 w 16"/>
                <a:gd name="T43" fmla="*/ 10 h 15"/>
                <a:gd name="T44" fmla="*/ 16 w 16"/>
                <a:gd name="T45" fmla="*/ 8 h 15"/>
                <a:gd name="T46" fmla="*/ 11 w 16"/>
                <a:gd name="T47" fmla="*/ 0 h 15"/>
                <a:gd name="T48" fmla="*/ 11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0" name="Freeform 70">
              <a:extLst>
                <a:ext uri="{FF2B5EF4-FFF2-40B4-BE49-F238E27FC236}">
                  <a16:creationId xmlns:a16="http://schemas.microsoft.com/office/drawing/2014/main" id="{940C3DD9-C776-41DC-81FE-E3A15D6B1A1B}"/>
                </a:ext>
              </a:extLst>
            </p:cNvPr>
            <p:cNvSpPr>
              <a:spLocks noEditPoints="1"/>
            </p:cNvSpPr>
            <p:nvPr userDrawn="1"/>
          </p:nvSpPr>
          <p:spPr bwMode="auto">
            <a:xfrm>
              <a:off x="909384" y="-11038"/>
              <a:ext cx="152525" cy="148512"/>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6 w 101"/>
                <a:gd name="T23" fmla="*/ 28 h 99"/>
                <a:gd name="T24" fmla="*/ 6 w 101"/>
                <a:gd name="T25" fmla="*/ 28 h 99"/>
                <a:gd name="T26" fmla="*/ 0 w 101"/>
                <a:gd name="T27" fmla="*/ 50 h 99"/>
                <a:gd name="T28" fmla="*/ 28 w 101"/>
                <a:gd name="T29" fmla="*/ 94 h 99"/>
                <a:gd name="T30" fmla="*/ 51 w 101"/>
                <a:gd name="T31" fmla="*/ 99 h 99"/>
                <a:gd name="T32" fmla="*/ 96 w 101"/>
                <a:gd name="T33" fmla="*/ 72 h 99"/>
                <a:gd name="T34" fmla="*/ 101 w 101"/>
                <a:gd name="T35" fmla="*/ 50 h 99"/>
                <a:gd name="T36" fmla="*/ 74 w 101"/>
                <a:gd name="T37" fmla="*/ 6 h 99"/>
                <a:gd name="T38" fmla="*/ 75 w 101"/>
                <a:gd name="T39" fmla="*/ 13 h 99"/>
                <a:gd name="T40" fmla="*/ 71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1"/>
                  </a:moveTo>
                  <a:cubicBezTo>
                    <a:pt x="19" y="15"/>
                    <a:pt x="34" y="6"/>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1" name="Freeform 71">
              <a:extLst>
                <a:ext uri="{FF2B5EF4-FFF2-40B4-BE49-F238E27FC236}">
                  <a16:creationId xmlns:a16="http://schemas.microsoft.com/office/drawing/2014/main" id="{9B76EE03-014F-4AF4-BB9B-059C96206DD2}"/>
                </a:ext>
              </a:extLst>
            </p:cNvPr>
            <p:cNvSpPr>
              <a:spLocks noEditPoints="1"/>
            </p:cNvSpPr>
            <p:nvPr userDrawn="1"/>
          </p:nvSpPr>
          <p:spPr bwMode="auto">
            <a:xfrm>
              <a:off x="905371" y="115397"/>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1 w 23"/>
                <a:gd name="T39" fmla="*/ 16 h 22"/>
                <a:gd name="T40" fmla="*/ 23 w 23"/>
                <a:gd name="T41" fmla="*/ 11 h 22"/>
                <a:gd name="T42" fmla="*/ 16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2" name="Freeform 72">
              <a:extLst>
                <a:ext uri="{FF2B5EF4-FFF2-40B4-BE49-F238E27FC236}">
                  <a16:creationId xmlns:a16="http://schemas.microsoft.com/office/drawing/2014/main" id="{D32A6BE3-D914-4F98-A7E8-B70B55FA28DF}"/>
                </a:ext>
              </a:extLst>
            </p:cNvPr>
            <p:cNvSpPr>
              <a:spLocks noEditPoints="1"/>
            </p:cNvSpPr>
            <p:nvPr userDrawn="1"/>
          </p:nvSpPr>
          <p:spPr bwMode="auto">
            <a:xfrm>
              <a:off x="889315" y="141488"/>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6 w 17"/>
                <a:gd name="T19" fmla="*/ 7 h 17"/>
                <a:gd name="T20" fmla="*/ 9 w 17"/>
                <a:gd name="T21" fmla="*/ 0 h 17"/>
                <a:gd name="T22" fmla="*/ 1 w 17"/>
                <a:gd name="T23" fmla="*/ 5 h 17"/>
                <a:gd name="T24" fmla="*/ 1 w 17"/>
                <a:gd name="T25" fmla="*/ 5 h 17"/>
                <a:gd name="T26" fmla="*/ 0 w 17"/>
                <a:gd name="T27" fmla="*/ 9 h 17"/>
                <a:gd name="T28" fmla="*/ 5 w 17"/>
                <a:gd name="T29" fmla="*/ 16 h 17"/>
                <a:gd name="T30" fmla="*/ 9 w 17"/>
                <a:gd name="T31" fmla="*/ 17 h 17"/>
                <a:gd name="T32" fmla="*/ 17 w 17"/>
                <a:gd name="T33" fmla="*/ 12 h 17"/>
                <a:gd name="T34" fmla="*/ 17 w 17"/>
                <a:gd name="T35" fmla="*/ 9 h 17"/>
                <a:gd name="T36" fmla="*/ 13 w 17"/>
                <a:gd name="T37" fmla="*/ 1 h 17"/>
                <a:gd name="T38" fmla="*/ 9 w 17"/>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5"/>
                    <a:pt x="17" y="12"/>
                  </a:cubicBezTo>
                  <a:cubicBezTo>
                    <a:pt x="17" y="11"/>
                    <a:pt x="17" y="10"/>
                    <a:pt x="17" y="9"/>
                  </a:cubicBezTo>
                  <a:cubicBezTo>
                    <a:pt x="17"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3" name="Freeform 73">
              <a:extLst>
                <a:ext uri="{FF2B5EF4-FFF2-40B4-BE49-F238E27FC236}">
                  <a16:creationId xmlns:a16="http://schemas.microsoft.com/office/drawing/2014/main" id="{4B58C118-0FD2-4A17-9B72-0AB94E62005A}"/>
                </a:ext>
              </a:extLst>
            </p:cNvPr>
            <p:cNvSpPr>
              <a:spLocks noEditPoints="1"/>
            </p:cNvSpPr>
            <p:nvPr userDrawn="1"/>
          </p:nvSpPr>
          <p:spPr bwMode="auto">
            <a:xfrm>
              <a:off x="865232" y="143494"/>
              <a:ext cx="22077" cy="24083"/>
            </a:xfrm>
            <a:custGeom>
              <a:avLst/>
              <a:gdLst>
                <a:gd name="T0" fmla="*/ 6 w 15"/>
                <a:gd name="T1" fmla="*/ 7 h 15"/>
                <a:gd name="T2" fmla="*/ 6 w 15"/>
                <a:gd name="T3" fmla="*/ 6 h 15"/>
                <a:gd name="T4" fmla="*/ 6 w 15"/>
                <a:gd name="T5" fmla="*/ 7 h 15"/>
                <a:gd name="T6" fmla="*/ 6 w 15"/>
                <a:gd name="T7" fmla="*/ 7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6 w 15"/>
                <a:gd name="T23" fmla="*/ 7 h 15"/>
                <a:gd name="T24" fmla="*/ 6 w 15"/>
                <a:gd name="T25" fmla="*/ 7 h 15"/>
                <a:gd name="T26" fmla="*/ 6 w 15"/>
                <a:gd name="T27" fmla="*/ 7 h 15"/>
                <a:gd name="T28" fmla="*/ 6 w 15"/>
                <a:gd name="T29" fmla="*/ 7 h 15"/>
                <a:gd name="T30" fmla="*/ 7 w 15"/>
                <a:gd name="T31" fmla="*/ 0 h 15"/>
                <a:gd name="T32" fmla="*/ 1 w 15"/>
                <a:gd name="T33" fmla="*/ 4 h 15"/>
                <a:gd name="T34" fmla="*/ 1 w 15"/>
                <a:gd name="T35" fmla="*/ 4 h 15"/>
                <a:gd name="T36" fmla="*/ 1 w 15"/>
                <a:gd name="T37" fmla="*/ 4 h 15"/>
                <a:gd name="T38" fmla="*/ 1 w 15"/>
                <a:gd name="T39" fmla="*/ 4 h 15"/>
                <a:gd name="T40" fmla="*/ 1 w 15"/>
                <a:gd name="T41" fmla="*/ 4 h 15"/>
                <a:gd name="T42" fmla="*/ 1 w 15"/>
                <a:gd name="T43" fmla="*/ 4 h 15"/>
                <a:gd name="T44" fmla="*/ 0 w 15"/>
                <a:gd name="T45" fmla="*/ 7 h 15"/>
                <a:gd name="T46" fmla="*/ 4 w 15"/>
                <a:gd name="T47" fmla="*/ 14 h 15"/>
                <a:gd name="T48" fmla="*/ 7 w 15"/>
                <a:gd name="T49" fmla="*/ 15 h 15"/>
                <a:gd name="T50" fmla="*/ 7 w 15"/>
                <a:gd name="T51" fmla="*/ 15 h 15"/>
                <a:gd name="T52" fmla="*/ 14 w 15"/>
                <a:gd name="T53" fmla="*/ 11 h 15"/>
                <a:gd name="T54" fmla="*/ 15 w 15"/>
                <a:gd name="T55" fmla="*/ 7 h 15"/>
                <a:gd name="T56" fmla="*/ 11 w 15"/>
                <a:gd name="T57" fmla="*/ 0 h 15"/>
                <a:gd name="T58" fmla="*/ 7 w 15"/>
                <a:gd name="T59" fmla="*/ 0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6" y="6"/>
                    <a:pt x="6" y="6"/>
                  </a:cubicBezTo>
                  <a:cubicBezTo>
                    <a:pt x="6" y="7"/>
                    <a:pt x="6" y="7"/>
                    <a:pt x="6" y="7"/>
                  </a:cubicBezTo>
                  <a:cubicBezTo>
                    <a:pt x="6" y="7"/>
                    <a:pt x="6" y="7"/>
                    <a:pt x="6" y="7"/>
                  </a:cubicBezTo>
                  <a:moveTo>
                    <a:pt x="6" y="7"/>
                  </a:move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cubicBezTo>
                    <a:pt x="6" y="8"/>
                    <a:pt x="6" y="8"/>
                    <a:pt x="6" y="7"/>
                  </a:cubicBezTo>
                  <a:cubicBezTo>
                    <a:pt x="6" y="7"/>
                    <a:pt x="6" y="7"/>
                    <a:pt x="6" y="7"/>
                  </a:cubicBezTo>
                  <a:cubicBezTo>
                    <a:pt x="6" y="7"/>
                    <a:pt x="6" y="7"/>
                    <a:pt x="6" y="7"/>
                  </a:cubicBezTo>
                  <a:cubicBezTo>
                    <a:pt x="6" y="7"/>
                    <a:pt x="6" y="7"/>
                    <a:pt x="6" y="7"/>
                  </a:cubicBezTo>
                  <a:moveTo>
                    <a:pt x="7" y="0"/>
                  </a:moveTo>
                  <a:cubicBezTo>
                    <a:pt x="5" y="0"/>
                    <a:pt x="2" y="1"/>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4" name="Freeform 74">
              <a:extLst>
                <a:ext uri="{FF2B5EF4-FFF2-40B4-BE49-F238E27FC236}">
                  <a16:creationId xmlns:a16="http://schemas.microsoft.com/office/drawing/2014/main" id="{4B35AB54-82BE-4F6E-842F-FD9BAE7E0764}"/>
                </a:ext>
              </a:extLst>
            </p:cNvPr>
            <p:cNvSpPr>
              <a:spLocks noEditPoints="1"/>
            </p:cNvSpPr>
            <p:nvPr userDrawn="1"/>
          </p:nvSpPr>
          <p:spPr bwMode="auto">
            <a:xfrm>
              <a:off x="1399071" y="1357677"/>
              <a:ext cx="152525" cy="148512"/>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51 w 101"/>
                <a:gd name="T23" fmla="*/ 0 h 98"/>
                <a:gd name="T24" fmla="*/ 6 w 101"/>
                <a:gd name="T25" fmla="*/ 27 h 98"/>
                <a:gd name="T26" fmla="*/ 6 w 101"/>
                <a:gd name="T27" fmla="*/ 27 h 98"/>
                <a:gd name="T28" fmla="*/ 0 w 101"/>
                <a:gd name="T29" fmla="*/ 49 h 98"/>
                <a:gd name="T30" fmla="*/ 28 w 101"/>
                <a:gd name="T31" fmla="*/ 93 h 98"/>
                <a:gd name="T32" fmla="*/ 51 w 101"/>
                <a:gd name="T33" fmla="*/ 98 h 98"/>
                <a:gd name="T34" fmla="*/ 51 w 101"/>
                <a:gd name="T35" fmla="*/ 98 h 98"/>
                <a:gd name="T36" fmla="*/ 96 w 101"/>
                <a:gd name="T37" fmla="*/ 71 h 98"/>
                <a:gd name="T38" fmla="*/ 101 w 101"/>
                <a:gd name="T39" fmla="*/ 49 h 98"/>
                <a:gd name="T40" fmla="*/ 73 w 101"/>
                <a:gd name="T41" fmla="*/ 5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51" y="98"/>
                    <a:pt x="51" y="98"/>
                    <a:pt x="51" y="98"/>
                  </a:cubicBezTo>
                  <a:cubicBezTo>
                    <a:pt x="69" y="98"/>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5" name="Freeform 75">
              <a:extLst>
                <a:ext uri="{FF2B5EF4-FFF2-40B4-BE49-F238E27FC236}">
                  <a16:creationId xmlns:a16="http://schemas.microsoft.com/office/drawing/2014/main" id="{AAEC0F45-7DB8-413C-A44E-E3AA67CAC715}"/>
                </a:ext>
              </a:extLst>
            </p:cNvPr>
            <p:cNvSpPr>
              <a:spLocks noEditPoints="1"/>
            </p:cNvSpPr>
            <p:nvPr userDrawn="1"/>
          </p:nvSpPr>
          <p:spPr bwMode="auto">
            <a:xfrm>
              <a:off x="1395057" y="1484112"/>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22 w 23"/>
                <a:gd name="T37" fmla="*/ 16 h 22"/>
                <a:gd name="T38" fmla="*/ 23 w 23"/>
                <a:gd name="T39" fmla="*/ 11 h 22"/>
                <a:gd name="T40" fmla="*/ 17 w 23"/>
                <a:gd name="T41" fmla="*/ 1 h 22"/>
                <a:gd name="T42" fmla="*/ 12 w 23"/>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6" name="Freeform 76">
              <a:extLst>
                <a:ext uri="{FF2B5EF4-FFF2-40B4-BE49-F238E27FC236}">
                  <a16:creationId xmlns:a16="http://schemas.microsoft.com/office/drawing/2014/main" id="{5D7176DB-6BBD-4572-A100-0BC8D99A2DC0}"/>
                </a:ext>
              </a:extLst>
            </p:cNvPr>
            <p:cNvSpPr>
              <a:spLocks noEditPoints="1"/>
            </p:cNvSpPr>
            <p:nvPr userDrawn="1"/>
          </p:nvSpPr>
          <p:spPr bwMode="auto">
            <a:xfrm>
              <a:off x="1379002" y="1508195"/>
              <a:ext cx="26091" cy="26090"/>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9" y="0"/>
                    <a:pt x="9" y="0"/>
                    <a:pt x="9" y="0"/>
                  </a:cubicBez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7" name="Freeform 77">
              <a:extLst>
                <a:ext uri="{FF2B5EF4-FFF2-40B4-BE49-F238E27FC236}">
                  <a16:creationId xmlns:a16="http://schemas.microsoft.com/office/drawing/2014/main" id="{3F022FC2-5C6D-4D1C-B502-4D07AE9B2D2B}"/>
                </a:ext>
              </a:extLst>
            </p:cNvPr>
            <p:cNvSpPr>
              <a:spLocks noEditPoints="1"/>
            </p:cNvSpPr>
            <p:nvPr userDrawn="1"/>
          </p:nvSpPr>
          <p:spPr bwMode="auto">
            <a:xfrm>
              <a:off x="1354919" y="1512209"/>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8" name="Freeform 78">
              <a:extLst>
                <a:ext uri="{FF2B5EF4-FFF2-40B4-BE49-F238E27FC236}">
                  <a16:creationId xmlns:a16="http://schemas.microsoft.com/office/drawing/2014/main" id="{67089B9B-2D3D-4388-A3F7-953B1F9AE845}"/>
                </a:ext>
              </a:extLst>
            </p:cNvPr>
            <p:cNvSpPr>
              <a:spLocks noEditPoints="1"/>
            </p:cNvSpPr>
            <p:nvPr userDrawn="1"/>
          </p:nvSpPr>
          <p:spPr bwMode="auto">
            <a:xfrm>
              <a:off x="817066" y="1526258"/>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5 w 101"/>
                <a:gd name="T39" fmla="*/ 71 h 99"/>
                <a:gd name="T40" fmla="*/ 100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9" name="Freeform 79">
              <a:extLst>
                <a:ext uri="{FF2B5EF4-FFF2-40B4-BE49-F238E27FC236}">
                  <a16:creationId xmlns:a16="http://schemas.microsoft.com/office/drawing/2014/main" id="{33E79F0F-82E7-41CD-9AA0-CBE771DDA213}"/>
                </a:ext>
              </a:extLst>
            </p:cNvPr>
            <p:cNvSpPr>
              <a:spLocks noEditPoints="1"/>
            </p:cNvSpPr>
            <p:nvPr userDrawn="1"/>
          </p:nvSpPr>
          <p:spPr bwMode="auto">
            <a:xfrm>
              <a:off x="813053" y="1652693"/>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6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0" name="Freeform 80">
              <a:extLst>
                <a:ext uri="{FF2B5EF4-FFF2-40B4-BE49-F238E27FC236}">
                  <a16:creationId xmlns:a16="http://schemas.microsoft.com/office/drawing/2014/main" id="{A02E3539-254D-45B3-B175-5BBF4102125E}"/>
                </a:ext>
              </a:extLst>
            </p:cNvPr>
            <p:cNvSpPr>
              <a:spLocks noEditPoints="1"/>
            </p:cNvSpPr>
            <p:nvPr userDrawn="1"/>
          </p:nvSpPr>
          <p:spPr bwMode="auto">
            <a:xfrm>
              <a:off x="794990" y="1676776"/>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1" name="Freeform 81">
              <a:extLst>
                <a:ext uri="{FF2B5EF4-FFF2-40B4-BE49-F238E27FC236}">
                  <a16:creationId xmlns:a16="http://schemas.microsoft.com/office/drawing/2014/main" id="{F820BB7F-DD96-42DC-B582-3F5CA8976673}"/>
                </a:ext>
              </a:extLst>
            </p:cNvPr>
            <p:cNvSpPr>
              <a:spLocks noEditPoints="1"/>
            </p:cNvSpPr>
            <p:nvPr userDrawn="1"/>
          </p:nvSpPr>
          <p:spPr bwMode="auto">
            <a:xfrm>
              <a:off x="770907" y="1680789"/>
              <a:ext cx="22077"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7 h 15"/>
                <a:gd name="T42" fmla="*/ 11 w 15"/>
                <a:gd name="T43" fmla="*/ 1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2" name="Freeform 82">
              <a:extLst>
                <a:ext uri="{FF2B5EF4-FFF2-40B4-BE49-F238E27FC236}">
                  <a16:creationId xmlns:a16="http://schemas.microsoft.com/office/drawing/2014/main" id="{62664847-6A04-46DC-820D-80C6D0012D98}"/>
                </a:ext>
              </a:extLst>
            </p:cNvPr>
            <p:cNvSpPr>
              <a:spLocks noEditPoints="1"/>
            </p:cNvSpPr>
            <p:nvPr userDrawn="1"/>
          </p:nvSpPr>
          <p:spPr bwMode="auto">
            <a:xfrm>
              <a:off x="1858654" y="1104806"/>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3" name="Freeform 83">
              <a:extLst>
                <a:ext uri="{FF2B5EF4-FFF2-40B4-BE49-F238E27FC236}">
                  <a16:creationId xmlns:a16="http://schemas.microsoft.com/office/drawing/2014/main" id="{B3614BBD-279C-473A-888E-FC50068B6983}"/>
                </a:ext>
              </a:extLst>
            </p:cNvPr>
            <p:cNvSpPr>
              <a:spLocks noEditPoints="1"/>
            </p:cNvSpPr>
            <p:nvPr userDrawn="1"/>
          </p:nvSpPr>
          <p:spPr bwMode="auto">
            <a:xfrm>
              <a:off x="1842598" y="1213179"/>
              <a:ext cx="34118" cy="32111"/>
            </a:xfrm>
            <a:custGeom>
              <a:avLst/>
              <a:gdLst>
                <a:gd name="T0" fmla="*/ 11 w 22"/>
                <a:gd name="T1" fmla="*/ 16 h 22"/>
                <a:gd name="T2" fmla="*/ 8 w 22"/>
                <a:gd name="T3" fmla="*/ 15 h 22"/>
                <a:gd name="T4" fmla="*/ 6 w 22"/>
                <a:gd name="T5" fmla="*/ 11 h 22"/>
                <a:gd name="T6" fmla="*/ 7 w 22"/>
                <a:gd name="T7" fmla="*/ 8 h 22"/>
                <a:gd name="T8" fmla="*/ 5 w 22"/>
                <a:gd name="T9" fmla="*/ 6 h 22"/>
                <a:gd name="T10" fmla="*/ 7 w 22"/>
                <a:gd name="T11" fmla="*/ 8 h 22"/>
                <a:gd name="T12" fmla="*/ 11 w 22"/>
                <a:gd name="T13" fmla="*/ 6 h 22"/>
                <a:gd name="T14" fmla="*/ 14 w 22"/>
                <a:gd name="T15" fmla="*/ 7 h 22"/>
                <a:gd name="T16" fmla="*/ 16 w 22"/>
                <a:gd name="T17" fmla="*/ 11 h 22"/>
                <a:gd name="T18" fmla="*/ 15 w 22"/>
                <a:gd name="T19" fmla="*/ 14 h 22"/>
                <a:gd name="T20" fmla="*/ 11 w 22"/>
                <a:gd name="T21" fmla="*/ 16 h 22"/>
                <a:gd name="T22" fmla="*/ 11 w 22"/>
                <a:gd name="T23" fmla="*/ 0 h 22"/>
                <a:gd name="T24" fmla="*/ 11 w 22"/>
                <a:gd name="T25" fmla="*/ 0 h 22"/>
                <a:gd name="T26" fmla="*/ 11 w 22"/>
                <a:gd name="T27" fmla="*/ 0 h 22"/>
                <a:gd name="T28" fmla="*/ 3 w 22"/>
                <a:gd name="T29" fmla="*/ 5 h 22"/>
                <a:gd name="T30" fmla="*/ 3 w 22"/>
                <a:gd name="T31" fmla="*/ 5 h 22"/>
                <a:gd name="T32" fmla="*/ 0 w 22"/>
                <a:gd name="T33" fmla="*/ 11 h 22"/>
                <a:gd name="T34" fmla="*/ 5 w 22"/>
                <a:gd name="T35" fmla="*/ 19 h 22"/>
                <a:gd name="T36" fmla="*/ 11 w 22"/>
                <a:gd name="T37" fmla="*/ 22 h 22"/>
                <a:gd name="T38" fmla="*/ 11 w 22"/>
                <a:gd name="T39" fmla="*/ 22 h 22"/>
                <a:gd name="T40" fmla="*/ 11 w 22"/>
                <a:gd name="T41" fmla="*/ 22 h 22"/>
                <a:gd name="T42" fmla="*/ 20 w 22"/>
                <a:gd name="T43" fmla="*/ 17 h 22"/>
                <a:gd name="T44" fmla="*/ 22 w 22"/>
                <a:gd name="T45" fmla="*/ 11 h 22"/>
                <a:gd name="T46" fmla="*/ 17 w 22"/>
                <a:gd name="T47" fmla="*/ 3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1" y="16"/>
                  </a:moveTo>
                  <a:cubicBezTo>
                    <a:pt x="10" y="16"/>
                    <a:pt x="9" y="15"/>
                    <a:pt x="8" y="15"/>
                  </a:cubicBezTo>
                  <a:cubicBezTo>
                    <a:pt x="7" y="14"/>
                    <a:pt x="6" y="12"/>
                    <a:pt x="6" y="11"/>
                  </a:cubicBezTo>
                  <a:cubicBezTo>
                    <a:pt x="6" y="10"/>
                    <a:pt x="7" y="9"/>
                    <a:pt x="7" y="8"/>
                  </a:cubicBezTo>
                  <a:cubicBezTo>
                    <a:pt x="5" y="6"/>
                    <a:pt x="5" y="6"/>
                    <a:pt x="5" y="6"/>
                  </a:cubicBezTo>
                  <a:cubicBezTo>
                    <a:pt x="7" y="8"/>
                    <a:pt x="7" y="8"/>
                    <a:pt x="7" y="8"/>
                  </a:cubicBezTo>
                  <a:cubicBezTo>
                    <a:pt x="8" y="7"/>
                    <a:pt x="10" y="7"/>
                    <a:pt x="11" y="6"/>
                  </a:cubicBezTo>
                  <a:cubicBezTo>
                    <a:pt x="12" y="7"/>
                    <a:pt x="13" y="7"/>
                    <a:pt x="14" y="7"/>
                  </a:cubicBezTo>
                  <a:cubicBezTo>
                    <a:pt x="15" y="8"/>
                    <a:pt x="16" y="10"/>
                    <a:pt x="16" y="11"/>
                  </a:cubicBezTo>
                  <a:cubicBezTo>
                    <a:pt x="16" y="12"/>
                    <a:pt x="15" y="13"/>
                    <a:pt x="15" y="14"/>
                  </a:cubicBezTo>
                  <a:cubicBezTo>
                    <a:pt x="14" y="15"/>
                    <a:pt x="12" y="16"/>
                    <a:pt x="11" y="16"/>
                  </a:cubicBezTo>
                  <a:moveTo>
                    <a:pt x="11" y="0"/>
                  </a:moveTo>
                  <a:cubicBezTo>
                    <a:pt x="11" y="0"/>
                    <a:pt x="11" y="0"/>
                    <a:pt x="11" y="0"/>
                  </a:cubicBezTo>
                  <a:cubicBezTo>
                    <a:pt x="11" y="0"/>
                    <a:pt x="11" y="0"/>
                    <a:pt x="11" y="0"/>
                  </a:cubicBezTo>
                  <a:cubicBezTo>
                    <a:pt x="8" y="0"/>
                    <a:pt x="5" y="2"/>
                    <a:pt x="3" y="5"/>
                  </a:cubicBezTo>
                  <a:cubicBezTo>
                    <a:pt x="3" y="5"/>
                    <a:pt x="3" y="5"/>
                    <a:pt x="3" y="5"/>
                  </a:cubicBezTo>
                  <a:cubicBezTo>
                    <a:pt x="1" y="7"/>
                    <a:pt x="0" y="9"/>
                    <a:pt x="0" y="11"/>
                  </a:cubicBezTo>
                  <a:cubicBezTo>
                    <a:pt x="0" y="14"/>
                    <a:pt x="2" y="17"/>
                    <a:pt x="5" y="19"/>
                  </a:cubicBezTo>
                  <a:cubicBezTo>
                    <a:pt x="7" y="21"/>
                    <a:pt x="9" y="22"/>
                    <a:pt x="11" y="22"/>
                  </a:cubicBezTo>
                  <a:cubicBezTo>
                    <a:pt x="11" y="22"/>
                    <a:pt x="11" y="22"/>
                    <a:pt x="11" y="22"/>
                  </a:cubicBezTo>
                  <a:cubicBezTo>
                    <a:pt x="11" y="22"/>
                    <a:pt x="11" y="22"/>
                    <a:pt x="11" y="22"/>
                  </a:cubicBezTo>
                  <a:cubicBezTo>
                    <a:pt x="14" y="22"/>
                    <a:pt x="17" y="20"/>
                    <a:pt x="20" y="17"/>
                  </a:cubicBezTo>
                  <a:cubicBezTo>
                    <a:pt x="21" y="16"/>
                    <a:pt x="22" y="13"/>
                    <a:pt x="22" y="11"/>
                  </a:cubicBezTo>
                  <a:cubicBezTo>
                    <a:pt x="22" y="8"/>
                    <a:pt x="20" y="5"/>
                    <a:pt x="17" y="3"/>
                  </a:cubicBezTo>
                  <a:cubicBezTo>
                    <a:pt x="16"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4" name="Freeform 84">
              <a:extLst>
                <a:ext uri="{FF2B5EF4-FFF2-40B4-BE49-F238E27FC236}">
                  <a16:creationId xmlns:a16="http://schemas.microsoft.com/office/drawing/2014/main" id="{7A46EFDC-A257-4B6B-9589-5323CB79B36D}"/>
                </a:ext>
              </a:extLst>
            </p:cNvPr>
            <p:cNvSpPr>
              <a:spLocks noEditPoints="1"/>
            </p:cNvSpPr>
            <p:nvPr userDrawn="1"/>
          </p:nvSpPr>
          <p:spPr bwMode="auto">
            <a:xfrm>
              <a:off x="1822529" y="1233248"/>
              <a:ext cx="26091" cy="26090"/>
            </a:xfrm>
            <a:custGeom>
              <a:avLst/>
              <a:gdLst>
                <a:gd name="T0" fmla="*/ 9 w 17"/>
                <a:gd name="T1" fmla="*/ 11 h 17"/>
                <a:gd name="T2" fmla="*/ 7 w 17"/>
                <a:gd name="T3" fmla="*/ 10 h 17"/>
                <a:gd name="T4" fmla="*/ 6 w 17"/>
                <a:gd name="T5" fmla="*/ 8 h 17"/>
                <a:gd name="T6" fmla="*/ 7 w 17"/>
                <a:gd name="T7" fmla="*/ 7 h 17"/>
                <a:gd name="T8" fmla="*/ 4 w 17"/>
                <a:gd name="T9" fmla="*/ 5 h 17"/>
                <a:gd name="T10" fmla="*/ 7 w 17"/>
                <a:gd name="T11" fmla="*/ 7 h 17"/>
                <a:gd name="T12" fmla="*/ 9 w 17"/>
                <a:gd name="T13" fmla="*/ 6 h 17"/>
                <a:gd name="T14" fmla="*/ 10 w 17"/>
                <a:gd name="T15" fmla="*/ 6 h 17"/>
                <a:gd name="T16" fmla="*/ 11 w 17"/>
                <a:gd name="T17" fmla="*/ 8 h 17"/>
                <a:gd name="T18" fmla="*/ 11 w 17"/>
                <a:gd name="T19" fmla="*/ 10 h 17"/>
                <a:gd name="T20" fmla="*/ 9 w 17"/>
                <a:gd name="T21" fmla="*/ 11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9 w 17"/>
                <a:gd name="T41" fmla="*/ 17 h 17"/>
                <a:gd name="T42" fmla="*/ 15 w 17"/>
                <a:gd name="T43" fmla="*/ 13 h 17"/>
                <a:gd name="T44" fmla="*/ 17 w 17"/>
                <a:gd name="T45" fmla="*/ 8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9" y="11"/>
                  </a:moveTo>
                  <a:cubicBezTo>
                    <a:pt x="8" y="11"/>
                    <a:pt x="8" y="10"/>
                    <a:pt x="7" y="10"/>
                  </a:cubicBezTo>
                  <a:cubicBezTo>
                    <a:pt x="7" y="10"/>
                    <a:pt x="6" y="9"/>
                    <a:pt x="6" y="8"/>
                  </a:cubicBezTo>
                  <a:cubicBezTo>
                    <a:pt x="6" y="8"/>
                    <a:pt x="6" y="7"/>
                    <a:pt x="7" y="7"/>
                  </a:cubicBezTo>
                  <a:cubicBezTo>
                    <a:pt x="4" y="5"/>
                    <a:pt x="4" y="5"/>
                    <a:pt x="4" y="5"/>
                  </a:cubicBezTo>
                  <a:cubicBezTo>
                    <a:pt x="7" y="7"/>
                    <a:pt x="7" y="7"/>
                    <a:pt x="7" y="7"/>
                  </a:cubicBezTo>
                  <a:cubicBezTo>
                    <a:pt x="7" y="6"/>
                    <a:pt x="8" y="6"/>
                    <a:pt x="9" y="6"/>
                  </a:cubicBezTo>
                  <a:cubicBezTo>
                    <a:pt x="9" y="6"/>
                    <a:pt x="10" y="6"/>
                    <a:pt x="10" y="6"/>
                  </a:cubicBezTo>
                  <a:cubicBezTo>
                    <a:pt x="11" y="7"/>
                    <a:pt x="11" y="8"/>
                    <a:pt x="11" y="8"/>
                  </a:cubicBezTo>
                  <a:cubicBezTo>
                    <a:pt x="11" y="9"/>
                    <a:pt x="11" y="9"/>
                    <a:pt x="11" y="10"/>
                  </a:cubicBezTo>
                  <a:cubicBezTo>
                    <a:pt x="10" y="10"/>
                    <a:pt x="9" y="11"/>
                    <a:pt x="9" y="11"/>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9" y="17"/>
                    <a:pt x="9" y="17"/>
                    <a:pt x="9" y="17"/>
                  </a:cubicBezTo>
                  <a:cubicBezTo>
                    <a:pt x="11" y="17"/>
                    <a:pt x="14" y="15"/>
                    <a:pt x="15" y="13"/>
                  </a:cubicBezTo>
                  <a:cubicBezTo>
                    <a:pt x="16" y="12"/>
                    <a:pt x="17" y="10"/>
                    <a:pt x="17" y="8"/>
                  </a:cubicBezTo>
                  <a:cubicBezTo>
                    <a:pt x="17" y="6"/>
                    <a:pt x="16" y="3"/>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5" name="Freeform 85">
              <a:extLst>
                <a:ext uri="{FF2B5EF4-FFF2-40B4-BE49-F238E27FC236}">
                  <a16:creationId xmlns:a16="http://schemas.microsoft.com/office/drawing/2014/main" id="{8D8D753E-3AB4-4120-9131-1346F1F478F5}"/>
                </a:ext>
              </a:extLst>
            </p:cNvPr>
            <p:cNvSpPr>
              <a:spLocks noEditPoints="1"/>
            </p:cNvSpPr>
            <p:nvPr userDrawn="1"/>
          </p:nvSpPr>
          <p:spPr bwMode="auto">
            <a:xfrm>
              <a:off x="1800454" y="1231241"/>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7 w 15"/>
                <a:gd name="T37" fmla="*/ 14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7" y="14"/>
                    <a:pt x="7" y="14"/>
                    <a:pt x="7" y="14"/>
                  </a:cubicBezTo>
                  <a:cubicBezTo>
                    <a:pt x="10" y="14"/>
                    <a:pt x="12" y="13"/>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6" name="Freeform 86">
              <a:extLst>
                <a:ext uri="{FF2B5EF4-FFF2-40B4-BE49-F238E27FC236}">
                  <a16:creationId xmlns:a16="http://schemas.microsoft.com/office/drawing/2014/main" id="{17926DF5-10A5-4502-8F0F-687D6F1CB9B2}"/>
                </a:ext>
              </a:extLst>
            </p:cNvPr>
            <p:cNvSpPr>
              <a:spLocks noEditPoints="1"/>
            </p:cNvSpPr>
            <p:nvPr userDrawn="1"/>
          </p:nvSpPr>
          <p:spPr bwMode="auto">
            <a:xfrm>
              <a:off x="696652" y="-308061"/>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7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3 w 241"/>
                <a:gd name="T83" fmla="*/ 143 h 203"/>
                <a:gd name="T84" fmla="*/ 53 w 241"/>
                <a:gd name="T85" fmla="*/ 167 h 203"/>
                <a:gd name="T86" fmla="*/ 115 w 241"/>
                <a:gd name="T87" fmla="*/ 169 h 203"/>
                <a:gd name="T88" fmla="*/ 134 w 241"/>
                <a:gd name="T89" fmla="*/ 151 h 203"/>
                <a:gd name="T90" fmla="*/ 152 w 241"/>
                <a:gd name="T91" fmla="*/ 160 h 203"/>
                <a:gd name="T92" fmla="*/ 175 w 241"/>
                <a:gd name="T93" fmla="*/ 157 h 203"/>
                <a:gd name="T94" fmla="*/ 213 w 241"/>
                <a:gd name="T95" fmla="*/ 202 h 203"/>
                <a:gd name="T96" fmla="*/ 214 w 241"/>
                <a:gd name="T97" fmla="*/ 191 h 203"/>
                <a:gd name="T98" fmla="*/ 205 w 241"/>
                <a:gd name="T99" fmla="*/ 124 h 203"/>
                <a:gd name="T100" fmla="*/ 222 w 241"/>
                <a:gd name="T101" fmla="*/ 104 h 203"/>
                <a:gd name="T102" fmla="*/ 237 w 241"/>
                <a:gd name="T103" fmla="*/ 65 h 203"/>
                <a:gd name="T104" fmla="*/ 218 w 241"/>
                <a:gd name="T105" fmla="*/ 54 h 203"/>
                <a:gd name="T106" fmla="*/ 207 w 241"/>
                <a:gd name="T107" fmla="*/ 53 h 203"/>
                <a:gd name="T108" fmla="*/ 207 w 241"/>
                <a:gd name="T109" fmla="*/ 39 h 203"/>
                <a:gd name="T110" fmla="*/ 200 w 241"/>
                <a:gd name="T111" fmla="*/ 7 h 203"/>
                <a:gd name="T112" fmla="*/ 195 w 241"/>
                <a:gd name="T113" fmla="*/ 5 h 203"/>
                <a:gd name="T114" fmla="*/ 174 w 241"/>
                <a:gd name="T115" fmla="*/ 2 h 203"/>
                <a:gd name="T116" fmla="*/ 122 w 241"/>
                <a:gd name="T117" fmla="*/ 5 h 203"/>
                <a:gd name="T118" fmla="*/ 120 w 241"/>
                <a:gd name="T119" fmla="*/ 7 h 203"/>
                <a:gd name="T120" fmla="*/ 117 w 241"/>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7"/>
                  </a:cubicBezTo>
                  <a:cubicBezTo>
                    <a:pt x="175" y="150"/>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7" name="Freeform 87">
              <a:extLst>
                <a:ext uri="{FF2B5EF4-FFF2-40B4-BE49-F238E27FC236}">
                  <a16:creationId xmlns:a16="http://schemas.microsoft.com/office/drawing/2014/main" id="{F9314E41-280A-4816-8BDB-548E616411F9}"/>
                </a:ext>
              </a:extLst>
            </p:cNvPr>
            <p:cNvSpPr>
              <a:spLocks/>
            </p:cNvSpPr>
            <p:nvPr userDrawn="1"/>
          </p:nvSpPr>
          <p:spPr bwMode="auto">
            <a:xfrm>
              <a:off x="724749" y="-119411"/>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8" name="Freeform 88">
              <a:extLst>
                <a:ext uri="{FF2B5EF4-FFF2-40B4-BE49-F238E27FC236}">
                  <a16:creationId xmlns:a16="http://schemas.microsoft.com/office/drawing/2014/main" id="{FBB1008D-F048-4766-A609-C5633E00E13D}"/>
                </a:ext>
              </a:extLst>
            </p:cNvPr>
            <p:cNvSpPr>
              <a:spLocks/>
            </p:cNvSpPr>
            <p:nvPr userDrawn="1"/>
          </p:nvSpPr>
          <p:spPr bwMode="auto">
            <a:xfrm>
              <a:off x="1017758" y="-3010"/>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9" name="Freeform 89">
              <a:extLst>
                <a:ext uri="{FF2B5EF4-FFF2-40B4-BE49-F238E27FC236}">
                  <a16:creationId xmlns:a16="http://schemas.microsoft.com/office/drawing/2014/main" id="{C4057D8D-756E-4F2D-955D-0BE2C4EAD3BC}"/>
                </a:ext>
              </a:extLst>
            </p:cNvPr>
            <p:cNvSpPr>
              <a:spLocks noEditPoints="1"/>
            </p:cNvSpPr>
            <p:nvPr userDrawn="1"/>
          </p:nvSpPr>
          <p:spPr bwMode="auto">
            <a:xfrm>
              <a:off x="331394" y="1512209"/>
              <a:ext cx="361244" cy="315086"/>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3 w 240"/>
                <a:gd name="T81" fmla="*/ 143 h 209"/>
                <a:gd name="T82" fmla="*/ 53 w 240"/>
                <a:gd name="T83" fmla="*/ 166 h 209"/>
                <a:gd name="T84" fmla="*/ 115 w 240"/>
                <a:gd name="T85" fmla="*/ 168 h 209"/>
                <a:gd name="T86" fmla="*/ 134 w 240"/>
                <a:gd name="T87" fmla="*/ 151 h 209"/>
                <a:gd name="T88" fmla="*/ 152 w 240"/>
                <a:gd name="T89" fmla="*/ 160 h 209"/>
                <a:gd name="T90" fmla="*/ 175 w 240"/>
                <a:gd name="T91" fmla="*/ 157 h 209"/>
                <a:gd name="T92" fmla="*/ 217 w 240"/>
                <a:gd name="T93" fmla="*/ 209 h 209"/>
                <a:gd name="T94" fmla="*/ 204 w 240"/>
                <a:gd name="T95" fmla="*/ 123 h 209"/>
                <a:gd name="T96" fmla="*/ 204 w 240"/>
                <a:gd name="T97" fmla="*/ 123 h 209"/>
                <a:gd name="T98" fmla="*/ 207 w 240"/>
                <a:gd name="T99" fmla="*/ 111 h 209"/>
                <a:gd name="T100" fmla="*/ 240 w 240"/>
                <a:gd name="T101" fmla="*/ 80 h 209"/>
                <a:gd name="T102" fmla="*/ 228 w 240"/>
                <a:gd name="T103" fmla="*/ 55 h 209"/>
                <a:gd name="T104" fmla="*/ 215 w 240"/>
                <a:gd name="T105" fmla="*/ 53 h 209"/>
                <a:gd name="T106" fmla="*/ 204 w 240"/>
                <a:gd name="T107" fmla="*/ 48 h 209"/>
                <a:gd name="T108" fmla="*/ 207 w 240"/>
                <a:gd name="T109" fmla="*/ 14 h 209"/>
                <a:gd name="T110" fmla="*/ 195 w 240"/>
                <a:gd name="T111" fmla="*/ 4 h 209"/>
                <a:gd name="T112" fmla="*/ 190 w 240"/>
                <a:gd name="T113" fmla="*/ 2 h 209"/>
                <a:gd name="T114" fmla="*/ 123 w 240"/>
                <a:gd name="T115" fmla="*/ 3 h 209"/>
                <a:gd name="T116" fmla="*/ 121 w 240"/>
                <a:gd name="T117" fmla="*/ 5 h 209"/>
                <a:gd name="T118" fmla="*/ 119 w 240"/>
                <a:gd name="T119" fmla="*/ 5 h 209"/>
                <a:gd name="T120" fmla="*/ 105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8"/>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0" name="Freeform 90">
              <a:extLst>
                <a:ext uri="{FF2B5EF4-FFF2-40B4-BE49-F238E27FC236}">
                  <a16:creationId xmlns:a16="http://schemas.microsoft.com/office/drawing/2014/main" id="{FAEAA2BF-F96E-4355-BF54-CCEF119C963A}"/>
                </a:ext>
              </a:extLst>
            </p:cNvPr>
            <p:cNvSpPr>
              <a:spLocks noEditPoints="1"/>
            </p:cNvSpPr>
            <p:nvPr userDrawn="1"/>
          </p:nvSpPr>
          <p:spPr bwMode="auto">
            <a:xfrm>
              <a:off x="1485368" y="-406400"/>
              <a:ext cx="361244" cy="315086"/>
            </a:xfrm>
            <a:custGeom>
              <a:avLst/>
              <a:gdLst>
                <a:gd name="T0" fmla="*/ 217 w 240"/>
                <a:gd name="T1" fmla="*/ 210 h 210"/>
                <a:gd name="T2" fmla="*/ 214 w 240"/>
                <a:gd name="T3" fmla="*/ 190 h 210"/>
                <a:gd name="T4" fmla="*/ 214 w 240"/>
                <a:gd name="T5" fmla="*/ 190 h 210"/>
                <a:gd name="T6" fmla="*/ 112 w 240"/>
                <a:gd name="T7" fmla="*/ 7 h 210"/>
                <a:gd name="T8" fmla="*/ 116 w 240"/>
                <a:gd name="T9" fmla="*/ 11 h 210"/>
                <a:gd name="T10" fmla="*/ 123 w 240"/>
                <a:gd name="T11" fmla="*/ 12 h 210"/>
                <a:gd name="T12" fmla="*/ 174 w 240"/>
                <a:gd name="T13" fmla="*/ 8 h 210"/>
                <a:gd name="T14" fmla="*/ 190 w 240"/>
                <a:gd name="T15" fmla="*/ 9 h 210"/>
                <a:gd name="T16" fmla="*/ 196 w 240"/>
                <a:gd name="T17" fmla="*/ 12 h 210"/>
                <a:gd name="T18" fmla="*/ 201 w 240"/>
                <a:gd name="T19" fmla="*/ 37 h 210"/>
                <a:gd name="T20" fmla="*/ 203 w 240"/>
                <a:gd name="T21" fmla="*/ 58 h 210"/>
                <a:gd name="T22" fmla="*/ 218 w 240"/>
                <a:gd name="T23" fmla="*/ 60 h 210"/>
                <a:gd name="T24" fmla="*/ 226 w 240"/>
                <a:gd name="T25" fmla="*/ 61 h 210"/>
                <a:gd name="T26" fmla="*/ 232 w 240"/>
                <a:gd name="T27" fmla="*/ 91 h 210"/>
                <a:gd name="T28" fmla="*/ 198 w 240"/>
                <a:gd name="T29" fmla="*/ 120 h 210"/>
                <a:gd name="T30" fmla="*/ 182 w 240"/>
                <a:gd name="T31" fmla="*/ 125 h 210"/>
                <a:gd name="T32" fmla="*/ 177 w 240"/>
                <a:gd name="T33" fmla="*/ 147 h 210"/>
                <a:gd name="T34" fmla="*/ 158 w 240"/>
                <a:gd name="T35" fmla="*/ 155 h 210"/>
                <a:gd name="T36" fmla="*/ 140 w 240"/>
                <a:gd name="T37" fmla="*/ 147 h 210"/>
                <a:gd name="T38" fmla="*/ 128 w 240"/>
                <a:gd name="T39" fmla="*/ 148 h 210"/>
                <a:gd name="T40" fmla="*/ 121 w 240"/>
                <a:gd name="T41" fmla="*/ 159 h 210"/>
                <a:gd name="T42" fmla="*/ 78 w 240"/>
                <a:gd name="T43" fmla="*/ 171 h 210"/>
                <a:gd name="T44" fmla="*/ 57 w 240"/>
                <a:gd name="T45" fmla="*/ 158 h 210"/>
                <a:gd name="T46" fmla="*/ 56 w 240"/>
                <a:gd name="T47" fmla="*/ 131 h 210"/>
                <a:gd name="T48" fmla="*/ 17 w 240"/>
                <a:gd name="T49" fmla="*/ 120 h 210"/>
                <a:gd name="T50" fmla="*/ 19 w 240"/>
                <a:gd name="T51" fmla="*/ 86 h 210"/>
                <a:gd name="T52" fmla="*/ 28 w 240"/>
                <a:gd name="T53" fmla="*/ 78 h 210"/>
                <a:gd name="T54" fmla="*/ 23 w 240"/>
                <a:gd name="T55" fmla="*/ 55 h 210"/>
                <a:gd name="T56" fmla="*/ 41 w 240"/>
                <a:gd name="T57" fmla="*/ 11 h 210"/>
                <a:gd name="T58" fmla="*/ 68 w 240"/>
                <a:gd name="T59" fmla="*/ 22 h 210"/>
                <a:gd name="T60" fmla="*/ 82 w 240"/>
                <a:gd name="T61" fmla="*/ 9 h 210"/>
                <a:gd name="T62" fmla="*/ 106 w 240"/>
                <a:gd name="T63" fmla="*/ 6 h 210"/>
                <a:gd name="T64" fmla="*/ 76 w 240"/>
                <a:gd name="T65" fmla="*/ 4 h 210"/>
                <a:gd name="T66" fmla="*/ 75 w 240"/>
                <a:gd name="T67" fmla="*/ 11 h 210"/>
                <a:gd name="T68" fmla="*/ 68 w 240"/>
                <a:gd name="T69" fmla="*/ 16 h 210"/>
                <a:gd name="T70" fmla="*/ 41 w 240"/>
                <a:gd name="T71" fmla="*/ 5 h 210"/>
                <a:gd name="T72" fmla="*/ 17 w 240"/>
                <a:gd name="T73" fmla="*/ 55 h 210"/>
                <a:gd name="T74" fmla="*/ 22 w 240"/>
                <a:gd name="T75" fmla="*/ 78 h 210"/>
                <a:gd name="T76" fmla="*/ 7 w 240"/>
                <a:gd name="T77" fmla="*/ 85 h 210"/>
                <a:gd name="T78" fmla="*/ 13 w 240"/>
                <a:gd name="T79" fmla="*/ 125 h 210"/>
                <a:gd name="T80" fmla="*/ 17 w 240"/>
                <a:gd name="T81" fmla="*/ 126 h 210"/>
                <a:gd name="T82" fmla="*/ 45 w 240"/>
                <a:gd name="T83" fmla="*/ 129 h 210"/>
                <a:gd name="T84" fmla="*/ 52 w 240"/>
                <a:gd name="T85" fmla="*/ 152 h 210"/>
                <a:gd name="T86" fmla="*/ 64 w 240"/>
                <a:gd name="T87" fmla="*/ 175 h 210"/>
                <a:gd name="T88" fmla="*/ 128 w 240"/>
                <a:gd name="T89" fmla="*/ 161 h 210"/>
                <a:gd name="T90" fmla="*/ 141 w 240"/>
                <a:gd name="T91" fmla="*/ 155 h 210"/>
                <a:gd name="T92" fmla="*/ 153 w 240"/>
                <a:gd name="T93" fmla="*/ 161 h 210"/>
                <a:gd name="T94" fmla="*/ 182 w 240"/>
                <a:gd name="T95" fmla="*/ 151 h 210"/>
                <a:gd name="T96" fmla="*/ 215 w 240"/>
                <a:gd name="T97" fmla="*/ 194 h 210"/>
                <a:gd name="T98" fmla="*/ 205 w 240"/>
                <a:gd name="T99" fmla="*/ 124 h 210"/>
                <a:gd name="T100" fmla="*/ 207 w 240"/>
                <a:gd name="T101" fmla="*/ 112 h 210"/>
                <a:gd name="T102" fmla="*/ 240 w 240"/>
                <a:gd name="T103" fmla="*/ 81 h 210"/>
                <a:gd name="T104" fmla="*/ 228 w 240"/>
                <a:gd name="T105" fmla="*/ 55 h 210"/>
                <a:gd name="T106" fmla="*/ 215 w 240"/>
                <a:gd name="T107" fmla="*/ 54 h 210"/>
                <a:gd name="T108" fmla="*/ 204 w 240"/>
                <a:gd name="T109" fmla="*/ 48 h 210"/>
                <a:gd name="T110" fmla="*/ 207 w 240"/>
                <a:gd name="T111" fmla="*/ 15 h 210"/>
                <a:gd name="T112" fmla="*/ 195 w 240"/>
                <a:gd name="T113" fmla="*/ 5 h 210"/>
                <a:gd name="T114" fmla="*/ 190 w 240"/>
                <a:gd name="T115" fmla="*/ 3 h 210"/>
                <a:gd name="T116" fmla="*/ 123 w 240"/>
                <a:gd name="T117" fmla="*/ 4 h 210"/>
                <a:gd name="T118" fmla="*/ 121 w 240"/>
                <a:gd name="T119" fmla="*/ 6 h 210"/>
                <a:gd name="T120" fmla="*/ 119 w 240"/>
                <a:gd name="T121" fmla="*/ 6 h 210"/>
                <a:gd name="T122" fmla="*/ 106 w 240"/>
                <a:gd name="T1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10">
                  <a:moveTo>
                    <a:pt x="216" y="200"/>
                  </a:moveTo>
                  <a:cubicBezTo>
                    <a:pt x="214" y="200"/>
                    <a:pt x="213" y="200"/>
                    <a:pt x="212" y="200"/>
                  </a:cubicBezTo>
                  <a:cubicBezTo>
                    <a:pt x="217" y="210"/>
                    <a:pt x="217" y="210"/>
                    <a:pt x="217" y="210"/>
                  </a:cubicBezTo>
                  <a:cubicBezTo>
                    <a:pt x="216" y="200"/>
                    <a:pt x="216" y="200"/>
                    <a:pt x="216" y="200"/>
                  </a:cubicBezTo>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3" y="8"/>
                  </a:cubicBezTo>
                  <a:cubicBezTo>
                    <a:pt x="114" y="8"/>
                    <a:pt x="114" y="8"/>
                    <a:pt x="114" y="8"/>
                  </a:cubicBezTo>
                  <a:cubicBezTo>
                    <a:pt x="114" y="9"/>
                    <a:pt x="115" y="10"/>
                    <a:pt x="116" y="11"/>
                  </a:cubicBezTo>
                  <a:cubicBezTo>
                    <a:pt x="117" y="12"/>
                    <a:pt x="118" y="13"/>
                    <a:pt x="120" y="13"/>
                  </a:cubicBezTo>
                  <a:cubicBezTo>
                    <a:pt x="120" y="13"/>
                    <a:pt x="120" y="13"/>
                    <a:pt x="120" y="13"/>
                  </a:cubicBezTo>
                  <a:cubicBezTo>
                    <a:pt x="121" y="13"/>
                    <a:pt x="122" y="12"/>
                    <a:pt x="123" y="12"/>
                  </a:cubicBezTo>
                  <a:cubicBezTo>
                    <a:pt x="124" y="11"/>
                    <a:pt x="125" y="10"/>
                    <a:pt x="126" y="10"/>
                  </a:cubicBezTo>
                  <a:cubicBezTo>
                    <a:pt x="127" y="10"/>
                    <a:pt x="128" y="9"/>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1"/>
                    <a:pt x="198" y="45"/>
                    <a:pt x="198" y="48"/>
                  </a:cubicBezTo>
                  <a:cubicBezTo>
                    <a:pt x="198" y="51"/>
                    <a:pt x="199" y="53"/>
                    <a:pt x="200" y="55"/>
                  </a:cubicBezTo>
                  <a:cubicBezTo>
                    <a:pt x="201" y="56"/>
                    <a:pt x="202" y="57"/>
                    <a:pt x="203" y="58"/>
                  </a:cubicBezTo>
                  <a:cubicBezTo>
                    <a:pt x="205" y="59"/>
                    <a:pt x="207" y="59"/>
                    <a:pt x="209" y="59"/>
                  </a:cubicBezTo>
                  <a:cubicBezTo>
                    <a:pt x="211" y="60"/>
                    <a:pt x="213" y="60"/>
                    <a:pt x="215" y="60"/>
                  </a:cubicBezTo>
                  <a:cubicBezTo>
                    <a:pt x="216" y="60"/>
                    <a:pt x="217" y="60"/>
                    <a:pt x="218" y="60"/>
                  </a:cubicBezTo>
                  <a:cubicBezTo>
                    <a:pt x="218" y="60"/>
                    <a:pt x="218" y="60"/>
                    <a:pt x="218" y="60"/>
                  </a:cubicBezTo>
                  <a:cubicBezTo>
                    <a:pt x="218" y="60"/>
                    <a:pt x="219" y="60"/>
                    <a:pt x="219" y="60"/>
                  </a:cubicBezTo>
                  <a:cubicBezTo>
                    <a:pt x="222" y="60"/>
                    <a:pt x="224" y="60"/>
                    <a:pt x="226" y="61"/>
                  </a:cubicBezTo>
                  <a:cubicBezTo>
                    <a:pt x="226" y="61"/>
                    <a:pt x="227" y="62"/>
                    <a:pt x="228" y="63"/>
                  </a:cubicBezTo>
                  <a:cubicBezTo>
                    <a:pt x="231" y="67"/>
                    <a:pt x="235" y="74"/>
                    <a:pt x="234" y="81"/>
                  </a:cubicBezTo>
                  <a:cubicBezTo>
                    <a:pt x="234"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8" y="132"/>
                    <a:pt x="179" y="136"/>
                    <a:pt x="179" y="139"/>
                  </a:cubicBezTo>
                  <a:cubicBezTo>
                    <a:pt x="179" y="143"/>
                    <a:pt x="178" y="145"/>
                    <a:pt x="177" y="147"/>
                  </a:cubicBezTo>
                  <a:cubicBezTo>
                    <a:pt x="175" y="150"/>
                    <a:pt x="172" y="152"/>
                    <a:pt x="169" y="153"/>
                  </a:cubicBezTo>
                  <a:cubicBezTo>
                    <a:pt x="165" y="155"/>
                    <a:pt x="161" y="155"/>
                    <a:pt x="158" y="155"/>
                  </a:cubicBezTo>
                  <a:cubicBezTo>
                    <a:pt x="158" y="155"/>
                    <a:pt x="158" y="155"/>
                    <a:pt x="158" y="155"/>
                  </a:cubicBezTo>
                  <a:cubicBezTo>
                    <a:pt x="157" y="155"/>
                    <a:pt x="156" y="155"/>
                    <a:pt x="155" y="155"/>
                  </a:cubicBezTo>
                  <a:cubicBezTo>
                    <a:pt x="155" y="155"/>
                    <a:pt x="154" y="155"/>
                    <a:pt x="154" y="155"/>
                  </a:cubicBezTo>
                  <a:cubicBezTo>
                    <a:pt x="150" y="152"/>
                    <a:pt x="145" y="149"/>
                    <a:pt x="140" y="147"/>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5"/>
                    <a:pt x="93" y="171"/>
                    <a:pt x="78" y="171"/>
                  </a:cubicBezTo>
                  <a:cubicBezTo>
                    <a:pt x="78" y="171"/>
                    <a:pt x="78" y="171"/>
                    <a:pt x="78" y="171"/>
                  </a:cubicBezTo>
                  <a:cubicBezTo>
                    <a:pt x="78" y="171"/>
                    <a:pt x="78" y="171"/>
                    <a:pt x="78" y="171"/>
                  </a:cubicBezTo>
                  <a:cubicBezTo>
                    <a:pt x="72" y="171"/>
                    <a:pt x="66" y="170"/>
                    <a:pt x="63" y="168"/>
                  </a:cubicBezTo>
                  <a:cubicBezTo>
                    <a:pt x="61" y="167"/>
                    <a:pt x="59"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3" y="121"/>
                  </a:cubicBezTo>
                  <a:cubicBezTo>
                    <a:pt x="39" y="120"/>
                    <a:pt x="33" y="119"/>
                    <a:pt x="29" y="119"/>
                  </a:cubicBezTo>
                  <a:cubicBezTo>
                    <a:pt x="24" y="119"/>
                    <a:pt x="19" y="120"/>
                    <a:pt x="17" y="120"/>
                  </a:cubicBezTo>
                  <a:cubicBezTo>
                    <a:pt x="9" y="109"/>
                    <a:pt x="6" y="102"/>
                    <a:pt x="6" y="97"/>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5" y="12"/>
                    <a:pt x="48" y="14"/>
                  </a:cubicBezTo>
                  <a:cubicBezTo>
                    <a:pt x="56" y="19"/>
                    <a:pt x="63" y="21"/>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6"/>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37" y="5"/>
                    <a:pt x="33" y="7"/>
                    <a:pt x="30" y="11"/>
                  </a:cubicBezTo>
                  <a:cubicBezTo>
                    <a:pt x="25" y="15"/>
                    <a:pt x="22" y="23"/>
                    <a:pt x="20" y="30"/>
                  </a:cubicBezTo>
                  <a:cubicBezTo>
                    <a:pt x="18" y="38"/>
                    <a:pt x="17" y="47"/>
                    <a:pt x="17" y="55"/>
                  </a:cubicBezTo>
                  <a:cubicBezTo>
                    <a:pt x="17" y="59"/>
                    <a:pt x="17" y="63"/>
                    <a:pt x="18" y="67"/>
                  </a:cubicBezTo>
                  <a:cubicBezTo>
                    <a:pt x="19" y="70"/>
                    <a:pt x="19" y="74"/>
                    <a:pt x="21" y="76"/>
                  </a:cubicBezTo>
                  <a:cubicBezTo>
                    <a:pt x="22" y="77"/>
                    <a:pt x="22" y="77"/>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7"/>
                  </a:cubicBezTo>
                  <a:cubicBezTo>
                    <a:pt x="0" y="104"/>
                    <a:pt x="4" y="113"/>
                    <a:pt x="13" y="125"/>
                  </a:cubicBezTo>
                  <a:cubicBezTo>
                    <a:pt x="15" y="127"/>
                    <a:pt x="15" y="127"/>
                    <a:pt x="15" y="127"/>
                  </a:cubicBezTo>
                  <a:cubicBezTo>
                    <a:pt x="16" y="126"/>
                    <a:pt x="16" y="126"/>
                    <a:pt x="16" y="126"/>
                  </a:cubicBezTo>
                  <a:cubicBezTo>
                    <a:pt x="17" y="126"/>
                    <a:pt x="17" y="126"/>
                    <a:pt x="17" y="126"/>
                  </a:cubicBezTo>
                  <a:cubicBezTo>
                    <a:pt x="18" y="126"/>
                    <a:pt x="23" y="125"/>
                    <a:pt x="29" y="125"/>
                  </a:cubicBezTo>
                  <a:cubicBezTo>
                    <a:pt x="29" y="125"/>
                    <a:pt x="29" y="125"/>
                    <a:pt x="29" y="125"/>
                  </a:cubicBezTo>
                  <a:cubicBezTo>
                    <a:pt x="34" y="125"/>
                    <a:pt x="41" y="126"/>
                    <a:pt x="45" y="129"/>
                  </a:cubicBezTo>
                  <a:cubicBezTo>
                    <a:pt x="48" y="130"/>
                    <a:pt x="49"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8" y="161"/>
                  </a:cubicBezTo>
                  <a:cubicBezTo>
                    <a:pt x="130" y="159"/>
                    <a:pt x="132" y="157"/>
                    <a:pt x="133" y="155"/>
                  </a:cubicBezTo>
                  <a:cubicBezTo>
                    <a:pt x="134" y="154"/>
                    <a:pt x="134" y="153"/>
                    <a:pt x="134" y="151"/>
                  </a:cubicBezTo>
                  <a:cubicBezTo>
                    <a:pt x="136" y="152"/>
                    <a:pt x="139" y="153"/>
                    <a:pt x="141"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3"/>
                  </a:cubicBezTo>
                  <a:cubicBezTo>
                    <a:pt x="209" y="194"/>
                    <a:pt x="209" y="194"/>
                    <a:pt x="209" y="194"/>
                  </a:cubicBezTo>
                  <a:cubicBezTo>
                    <a:pt x="211" y="194"/>
                    <a:pt x="213" y="194"/>
                    <a:pt x="215" y="194"/>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3" y="99"/>
                    <a:pt x="236" y="95"/>
                  </a:cubicBezTo>
                  <a:cubicBezTo>
                    <a:pt x="239" y="91"/>
                    <a:pt x="240" y="86"/>
                    <a:pt x="240" y="81"/>
                  </a:cubicBezTo>
                  <a:cubicBezTo>
                    <a:pt x="240"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1" y="54"/>
                    <a:pt x="208"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199"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1" name="Freeform 91">
              <a:extLst>
                <a:ext uri="{FF2B5EF4-FFF2-40B4-BE49-F238E27FC236}">
                  <a16:creationId xmlns:a16="http://schemas.microsoft.com/office/drawing/2014/main" id="{EF7168B0-AE2C-49FC-AA60-9A333795F059}"/>
                </a:ext>
              </a:extLst>
            </p:cNvPr>
            <p:cNvSpPr>
              <a:spLocks noEditPoints="1"/>
            </p:cNvSpPr>
            <p:nvPr userDrawn="1"/>
          </p:nvSpPr>
          <p:spPr bwMode="auto">
            <a:xfrm>
              <a:off x="1081979" y="-265916"/>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1"/>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2" name="Freeform 92">
              <a:extLst>
                <a:ext uri="{FF2B5EF4-FFF2-40B4-BE49-F238E27FC236}">
                  <a16:creationId xmlns:a16="http://schemas.microsoft.com/office/drawing/2014/main" id="{67D6E663-31A9-42A4-B18F-FD86CD0B907E}"/>
                </a:ext>
              </a:extLst>
            </p:cNvPr>
            <p:cNvSpPr>
              <a:spLocks noEditPoints="1"/>
            </p:cNvSpPr>
            <p:nvPr userDrawn="1"/>
          </p:nvSpPr>
          <p:spPr bwMode="auto">
            <a:xfrm>
              <a:off x="2322251" y="-302041"/>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29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3" name="Freeform 93">
              <a:extLst>
                <a:ext uri="{FF2B5EF4-FFF2-40B4-BE49-F238E27FC236}">
                  <a16:creationId xmlns:a16="http://schemas.microsoft.com/office/drawing/2014/main" id="{C9EB4D3C-4B9B-41B5-AEFE-1BAB19440906}"/>
                </a:ext>
              </a:extLst>
            </p:cNvPr>
            <p:cNvSpPr>
              <a:spLocks noEditPoints="1"/>
            </p:cNvSpPr>
            <p:nvPr userDrawn="1"/>
          </p:nvSpPr>
          <p:spPr bwMode="auto">
            <a:xfrm>
              <a:off x="2368410" y="488683"/>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4" name="Freeform 94">
              <a:extLst>
                <a:ext uri="{FF2B5EF4-FFF2-40B4-BE49-F238E27FC236}">
                  <a16:creationId xmlns:a16="http://schemas.microsoft.com/office/drawing/2014/main" id="{3EC82ECA-5A94-49BB-A244-22F9AC1EE41C}"/>
                </a:ext>
              </a:extLst>
            </p:cNvPr>
            <p:cNvSpPr>
              <a:spLocks noEditPoints="1"/>
            </p:cNvSpPr>
            <p:nvPr userDrawn="1"/>
          </p:nvSpPr>
          <p:spPr bwMode="auto">
            <a:xfrm>
              <a:off x="2368410" y="635188"/>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5" name="Freeform 95">
              <a:extLst>
                <a:ext uri="{FF2B5EF4-FFF2-40B4-BE49-F238E27FC236}">
                  <a16:creationId xmlns:a16="http://schemas.microsoft.com/office/drawing/2014/main" id="{290A99E1-5704-4940-8B53-4018C593523E}"/>
                </a:ext>
              </a:extLst>
            </p:cNvPr>
            <p:cNvSpPr>
              <a:spLocks noEditPoints="1"/>
            </p:cNvSpPr>
            <p:nvPr userDrawn="1"/>
          </p:nvSpPr>
          <p:spPr bwMode="auto">
            <a:xfrm>
              <a:off x="1300732" y="-43148"/>
              <a:ext cx="180622" cy="108373"/>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6" name="Freeform 96">
              <a:extLst>
                <a:ext uri="{FF2B5EF4-FFF2-40B4-BE49-F238E27FC236}">
                  <a16:creationId xmlns:a16="http://schemas.microsoft.com/office/drawing/2014/main" id="{4659323C-AFCA-49E3-A99F-950A23176C14}"/>
                </a:ext>
              </a:extLst>
            </p:cNvPr>
            <p:cNvSpPr>
              <a:spLocks noEditPoints="1"/>
            </p:cNvSpPr>
            <p:nvPr userDrawn="1"/>
          </p:nvSpPr>
          <p:spPr bwMode="auto">
            <a:xfrm>
              <a:off x="52432" y="189654"/>
              <a:ext cx="224774" cy="136470"/>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7" name="Freeform 97">
              <a:extLst>
                <a:ext uri="{FF2B5EF4-FFF2-40B4-BE49-F238E27FC236}">
                  <a16:creationId xmlns:a16="http://schemas.microsoft.com/office/drawing/2014/main" id="{6AFF1EC2-F05C-4179-853F-2377A8634C36}"/>
                </a:ext>
              </a:extLst>
            </p:cNvPr>
            <p:cNvSpPr>
              <a:spLocks noEditPoints="1"/>
            </p:cNvSpPr>
            <p:nvPr userDrawn="1"/>
          </p:nvSpPr>
          <p:spPr bwMode="auto">
            <a:xfrm>
              <a:off x="1696094" y="900101"/>
              <a:ext cx="178616" cy="110381"/>
            </a:xfrm>
            <a:custGeom>
              <a:avLst/>
              <a:gdLst>
                <a:gd name="T0" fmla="*/ 113 w 119"/>
                <a:gd name="T1" fmla="*/ 57 h 73"/>
                <a:gd name="T2" fmla="*/ 113 w 119"/>
                <a:gd name="T3" fmla="*/ 57 h 73"/>
                <a:gd name="T4" fmla="*/ 113 w 119"/>
                <a:gd name="T5" fmla="*/ 57 h 73"/>
                <a:gd name="T6" fmla="*/ 113 w 119"/>
                <a:gd name="T7" fmla="*/ 57 h 73"/>
                <a:gd name="T8" fmla="*/ 33 w 119"/>
                <a:gd name="T9" fmla="*/ 19 h 73"/>
                <a:gd name="T10" fmla="*/ 33 w 119"/>
                <a:gd name="T11" fmla="*/ 19 h 73"/>
                <a:gd name="T12" fmla="*/ 49 w 119"/>
                <a:gd name="T13" fmla="*/ 6 h 73"/>
                <a:gd name="T14" fmla="*/ 101 w 119"/>
                <a:gd name="T15" fmla="*/ 6 h 73"/>
                <a:gd name="T16" fmla="*/ 107 w 119"/>
                <a:gd name="T17" fmla="*/ 9 h 73"/>
                <a:gd name="T18" fmla="*/ 111 w 119"/>
                <a:gd name="T19" fmla="*/ 14 h 73"/>
                <a:gd name="T20" fmla="*/ 113 w 119"/>
                <a:gd name="T21" fmla="*/ 20 h 73"/>
                <a:gd name="T22" fmla="*/ 113 w 119"/>
                <a:gd name="T23" fmla="*/ 57 h 73"/>
                <a:gd name="T24" fmla="*/ 110 w 119"/>
                <a:gd name="T25" fmla="*/ 62 h 73"/>
                <a:gd name="T26" fmla="*/ 106 w 119"/>
                <a:gd name="T27" fmla="*/ 65 h 73"/>
                <a:gd name="T28" fmla="*/ 102 w 119"/>
                <a:gd name="T29" fmla="*/ 67 h 73"/>
                <a:gd name="T30" fmla="*/ 42 w 119"/>
                <a:gd name="T31" fmla="*/ 67 h 73"/>
                <a:gd name="T32" fmla="*/ 37 w 119"/>
                <a:gd name="T33" fmla="*/ 65 h 73"/>
                <a:gd name="T34" fmla="*/ 34 w 119"/>
                <a:gd name="T35" fmla="*/ 62 h 73"/>
                <a:gd name="T36" fmla="*/ 33 w 119"/>
                <a:gd name="T37" fmla="*/ 55 h 73"/>
                <a:gd name="T38" fmla="*/ 33 w 119"/>
                <a:gd name="T39" fmla="*/ 53 h 73"/>
                <a:gd name="T40" fmla="*/ 33 w 119"/>
                <a:gd name="T41" fmla="*/ 51 h 73"/>
                <a:gd name="T42" fmla="*/ 21 w 119"/>
                <a:gd name="T43" fmla="*/ 37 h 73"/>
                <a:gd name="T44" fmla="*/ 33 w 119"/>
                <a:gd name="T45" fmla="*/ 43 h 73"/>
                <a:gd name="T46" fmla="*/ 34 w 119"/>
                <a:gd name="T47" fmla="*/ 19 h 73"/>
                <a:gd name="T48" fmla="*/ 37 w 119"/>
                <a:gd name="T49" fmla="*/ 13 h 73"/>
                <a:gd name="T50" fmla="*/ 49 w 119"/>
                <a:gd name="T51" fmla="*/ 6 h 73"/>
                <a:gd name="T52" fmla="*/ 102 w 119"/>
                <a:gd name="T53" fmla="*/ 0 h 73"/>
                <a:gd name="T54" fmla="*/ 49 w 119"/>
                <a:gd name="T55" fmla="*/ 0 h 73"/>
                <a:gd name="T56" fmla="*/ 48 w 119"/>
                <a:gd name="T57" fmla="*/ 0 h 73"/>
                <a:gd name="T58" fmla="*/ 31 w 119"/>
                <a:gd name="T59" fmla="*/ 10 h 73"/>
                <a:gd name="T60" fmla="*/ 28 w 119"/>
                <a:gd name="T61" fmla="*/ 18 h 73"/>
                <a:gd name="T62" fmla="*/ 28 w 119"/>
                <a:gd name="T63" fmla="*/ 19 h 73"/>
                <a:gd name="T64" fmla="*/ 28 w 119"/>
                <a:gd name="T65" fmla="*/ 33 h 73"/>
                <a:gd name="T66" fmla="*/ 0 w 119"/>
                <a:gd name="T67" fmla="*/ 20 h 73"/>
                <a:gd name="T68" fmla="*/ 27 w 119"/>
                <a:gd name="T69" fmla="*/ 53 h 73"/>
                <a:gd name="T70" fmla="*/ 27 w 119"/>
                <a:gd name="T71" fmla="*/ 55 h 73"/>
                <a:gd name="T72" fmla="*/ 29 w 119"/>
                <a:gd name="T73" fmla="*/ 65 h 73"/>
                <a:gd name="T74" fmla="*/ 37 w 119"/>
                <a:gd name="T75" fmla="*/ 72 h 73"/>
                <a:gd name="T76" fmla="*/ 41 w 119"/>
                <a:gd name="T77" fmla="*/ 73 h 73"/>
                <a:gd name="T78" fmla="*/ 42 w 119"/>
                <a:gd name="T79" fmla="*/ 73 h 73"/>
                <a:gd name="T80" fmla="*/ 102 w 119"/>
                <a:gd name="T81" fmla="*/ 73 h 73"/>
                <a:gd name="T82" fmla="*/ 102 w 119"/>
                <a:gd name="T83" fmla="*/ 73 h 73"/>
                <a:gd name="T84" fmla="*/ 110 w 119"/>
                <a:gd name="T85" fmla="*/ 70 h 73"/>
                <a:gd name="T86" fmla="*/ 117 w 119"/>
                <a:gd name="T87" fmla="*/ 63 h 73"/>
                <a:gd name="T88" fmla="*/ 119 w 119"/>
                <a:gd name="T89" fmla="*/ 59 h 73"/>
                <a:gd name="T90" fmla="*/ 119 w 119"/>
                <a:gd name="T91" fmla="*/ 58 h 73"/>
                <a:gd name="T92" fmla="*/ 119 w 119"/>
                <a:gd name="T93" fmla="*/ 20 h 73"/>
                <a:gd name="T94" fmla="*/ 119 w 119"/>
                <a:gd name="T95" fmla="*/ 20 h 73"/>
                <a:gd name="T96" fmla="*/ 116 w 119"/>
                <a:gd name="T97" fmla="*/ 10 h 73"/>
                <a:gd name="T98" fmla="*/ 107 w 119"/>
                <a:gd name="T99" fmla="*/ 2 h 73"/>
                <a:gd name="T100" fmla="*/ 102 w 119"/>
                <a:gd name="T101" fmla="*/ 0 h 73"/>
                <a:gd name="T102" fmla="*/ 102 w 119"/>
                <a:gd name="T10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73">
                  <a:moveTo>
                    <a:pt x="113" y="57"/>
                  </a:moveTo>
                  <a:cubicBezTo>
                    <a:pt x="113" y="57"/>
                    <a:pt x="113" y="57"/>
                    <a:pt x="113" y="57"/>
                  </a:cubicBezTo>
                  <a:cubicBezTo>
                    <a:pt x="113" y="57"/>
                    <a:pt x="113" y="57"/>
                    <a:pt x="113" y="57"/>
                  </a:cubicBezTo>
                  <a:cubicBezTo>
                    <a:pt x="113" y="57"/>
                    <a:pt x="113" y="57"/>
                    <a:pt x="113" y="57"/>
                  </a:cubicBezTo>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8" name="Freeform 98">
              <a:extLst>
                <a:ext uri="{FF2B5EF4-FFF2-40B4-BE49-F238E27FC236}">
                  <a16:creationId xmlns:a16="http://schemas.microsoft.com/office/drawing/2014/main" id="{F1E3C34F-12C2-43C9-8B89-7CB450FB021D}"/>
                </a:ext>
              </a:extLst>
            </p:cNvPr>
            <p:cNvSpPr>
              <a:spLocks noEditPoints="1"/>
            </p:cNvSpPr>
            <p:nvPr userDrawn="1"/>
          </p:nvSpPr>
          <p:spPr bwMode="auto">
            <a:xfrm>
              <a:off x="477898" y="456573"/>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9" name="Freeform 99">
              <a:extLst>
                <a:ext uri="{FF2B5EF4-FFF2-40B4-BE49-F238E27FC236}">
                  <a16:creationId xmlns:a16="http://schemas.microsoft.com/office/drawing/2014/main" id="{E7CB3FCD-4D05-4143-BFC5-71326D856D28}"/>
                </a:ext>
              </a:extLst>
            </p:cNvPr>
            <p:cNvSpPr>
              <a:spLocks/>
            </p:cNvSpPr>
            <p:nvPr userDrawn="1"/>
          </p:nvSpPr>
          <p:spPr bwMode="auto">
            <a:xfrm>
              <a:off x="1475334" y="-125432"/>
              <a:ext cx="638198" cy="192664"/>
            </a:xfrm>
            <a:custGeom>
              <a:avLst/>
              <a:gdLst>
                <a:gd name="T0" fmla="*/ 223 w 425"/>
                <a:gd name="T1" fmla="*/ 7 h 128"/>
                <a:gd name="T2" fmla="*/ 345 w 425"/>
                <a:gd name="T3" fmla="*/ 6 h 128"/>
                <a:gd name="T4" fmla="*/ 371 w 425"/>
                <a:gd name="T5" fmla="*/ 7 h 128"/>
                <a:gd name="T6" fmla="*/ 372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91 w 425"/>
                <a:gd name="T43" fmla="*/ 25 h 128"/>
                <a:gd name="T44" fmla="*/ 217 w 425"/>
                <a:gd name="T45" fmla="*/ 7 h 128"/>
                <a:gd name="T46" fmla="*/ 83 w 425"/>
                <a:gd name="T47" fmla="*/ 20 h 128"/>
                <a:gd name="T48" fmla="*/ 38 w 425"/>
                <a:gd name="T49" fmla="*/ 42 h 128"/>
                <a:gd name="T50" fmla="*/ 30 w 425"/>
                <a:gd name="T51" fmla="*/ 74 h 128"/>
                <a:gd name="T52" fmla="*/ 30 w 425"/>
                <a:gd name="T53" fmla="*/ 74 h 128"/>
                <a:gd name="T54" fmla="*/ 49 w 425"/>
                <a:gd name="T55" fmla="*/ 105 h 128"/>
                <a:gd name="T56" fmla="*/ 0 w 425"/>
                <a:gd name="T57" fmla="*/ 128 h 128"/>
                <a:gd name="T58" fmla="*/ 39 w 425"/>
                <a:gd name="T59" fmla="*/ 124 h 128"/>
                <a:gd name="T60" fmla="*/ 91 w 425"/>
                <a:gd name="T61" fmla="*/ 119 h 128"/>
                <a:gd name="T62" fmla="*/ 101 w 425"/>
                <a:gd name="T63" fmla="*/ 118 h 128"/>
                <a:gd name="T64" fmla="*/ 101 w 425"/>
                <a:gd name="T65" fmla="*/ 118 h 128"/>
                <a:gd name="T66" fmla="*/ 368 w 425"/>
                <a:gd name="T67" fmla="*/ 113 h 128"/>
                <a:gd name="T68" fmla="*/ 396 w 425"/>
                <a:gd name="T69" fmla="*/ 103 h 128"/>
                <a:gd name="T70" fmla="*/ 425 w 425"/>
                <a:gd name="T71" fmla="*/ 46 h 128"/>
                <a:gd name="T72" fmla="*/ 417 w 425"/>
                <a:gd name="T73" fmla="*/ 22 h 128"/>
                <a:gd name="T74" fmla="*/ 373 w 425"/>
                <a:gd name="T75" fmla="*/ 1 h 128"/>
                <a:gd name="T76" fmla="*/ 372 w 425"/>
                <a:gd name="T7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8">
                  <a:moveTo>
                    <a:pt x="345" y="0"/>
                  </a:moveTo>
                  <a:cubicBezTo>
                    <a:pt x="314" y="0"/>
                    <a:pt x="268" y="3"/>
                    <a:pt x="223" y="7"/>
                  </a:cubicBezTo>
                  <a:cubicBezTo>
                    <a:pt x="224" y="13"/>
                    <a:pt x="224" y="13"/>
                    <a:pt x="224" y="13"/>
                  </a:cubicBezTo>
                  <a:cubicBezTo>
                    <a:pt x="268" y="9"/>
                    <a:pt x="31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4" y="17"/>
                    <a:pt x="220" y="13"/>
                  </a:cubicBezTo>
                  <a:cubicBezTo>
                    <a:pt x="217" y="7"/>
                    <a:pt x="217" y="7"/>
                    <a:pt x="217" y="7"/>
                  </a:cubicBezTo>
                  <a:cubicBezTo>
                    <a:pt x="206" y="8"/>
                    <a:pt x="195" y="9"/>
                    <a:pt x="184" y="10"/>
                  </a:cubicBezTo>
                  <a:cubicBezTo>
                    <a:pt x="129" y="15"/>
                    <a:pt x="85" y="19"/>
                    <a:pt x="83" y="20"/>
                  </a:cubicBezTo>
                  <a:cubicBezTo>
                    <a:pt x="81" y="20"/>
                    <a:pt x="69" y="20"/>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0" name="Freeform 100">
              <a:extLst>
                <a:ext uri="{FF2B5EF4-FFF2-40B4-BE49-F238E27FC236}">
                  <a16:creationId xmlns:a16="http://schemas.microsoft.com/office/drawing/2014/main" id="{C0659D03-9FA4-41A9-A751-02B4703CEB5D}"/>
                </a:ext>
              </a:extLst>
            </p:cNvPr>
            <p:cNvSpPr>
              <a:spLocks/>
            </p:cNvSpPr>
            <p:nvPr userDrawn="1"/>
          </p:nvSpPr>
          <p:spPr bwMode="auto">
            <a:xfrm>
              <a:off x="1800454" y="-115397"/>
              <a:ext cx="10035" cy="10035"/>
            </a:xfrm>
            <a:custGeom>
              <a:avLst/>
              <a:gdLst>
                <a:gd name="T0" fmla="*/ 6 w 7"/>
                <a:gd name="T1" fmla="*/ 0 h 6"/>
                <a:gd name="T2" fmla="*/ 0 w 7"/>
                <a:gd name="T3" fmla="*/ 0 h 6"/>
                <a:gd name="T4" fmla="*/ 3 w 7"/>
                <a:gd name="T5" fmla="*/ 6 h 6"/>
                <a:gd name="T6" fmla="*/ 7 w 7"/>
                <a:gd name="T7" fmla="*/ 6 h 6"/>
                <a:gd name="T8" fmla="*/ 6 w 7"/>
                <a:gd name="T9" fmla="*/ 0 h 6"/>
              </a:gdLst>
              <a:ahLst/>
              <a:cxnLst>
                <a:cxn ang="0">
                  <a:pos x="T0" y="T1"/>
                </a:cxn>
                <a:cxn ang="0">
                  <a:pos x="T2" y="T3"/>
                </a:cxn>
                <a:cxn ang="0">
                  <a:pos x="T4" y="T5"/>
                </a:cxn>
                <a:cxn ang="0">
                  <a:pos x="T6" y="T7"/>
                </a:cxn>
                <a:cxn ang="0">
                  <a:pos x="T8" y="T9"/>
                </a:cxn>
              </a:cxnLst>
              <a:rect l="0" t="0" r="r" b="b"/>
              <a:pathLst>
                <a:path w="7" h="6">
                  <a:moveTo>
                    <a:pt x="6" y="0"/>
                  </a:moveTo>
                  <a:cubicBezTo>
                    <a:pt x="4" y="0"/>
                    <a:pt x="2" y="0"/>
                    <a:pt x="0" y="0"/>
                  </a:cubicBezTo>
                  <a:cubicBezTo>
                    <a:pt x="3" y="6"/>
                    <a:pt x="3" y="6"/>
                    <a:pt x="3" y="6"/>
                  </a:cubicBezTo>
                  <a:cubicBezTo>
                    <a:pt x="4" y="6"/>
                    <a:pt x="5" y="6"/>
                    <a:pt x="7" y="6"/>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1" name="Freeform 101">
              <a:extLst>
                <a:ext uri="{FF2B5EF4-FFF2-40B4-BE49-F238E27FC236}">
                  <a16:creationId xmlns:a16="http://schemas.microsoft.com/office/drawing/2014/main" id="{EF54BCCF-78B9-4E3C-94FE-0915186C0979}"/>
                </a:ext>
              </a:extLst>
            </p:cNvPr>
            <p:cNvSpPr>
              <a:spLocks/>
            </p:cNvSpPr>
            <p:nvPr userDrawn="1"/>
          </p:nvSpPr>
          <p:spPr bwMode="auto">
            <a:xfrm>
              <a:off x="66481" y="-29100"/>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2" name="Freeform 102">
              <a:extLst>
                <a:ext uri="{FF2B5EF4-FFF2-40B4-BE49-F238E27FC236}">
                  <a16:creationId xmlns:a16="http://schemas.microsoft.com/office/drawing/2014/main" id="{38C11D8E-942C-445A-A90A-F8DDAB003FFA}"/>
                </a:ext>
              </a:extLst>
            </p:cNvPr>
            <p:cNvSpPr>
              <a:spLocks noEditPoints="1"/>
            </p:cNvSpPr>
            <p:nvPr userDrawn="1"/>
          </p:nvSpPr>
          <p:spPr bwMode="auto">
            <a:xfrm>
              <a:off x="630423" y="-27093"/>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3" name="Freeform 103">
              <a:extLst>
                <a:ext uri="{FF2B5EF4-FFF2-40B4-BE49-F238E27FC236}">
                  <a16:creationId xmlns:a16="http://schemas.microsoft.com/office/drawing/2014/main" id="{8953DBFB-C1F0-4B5D-8B84-6B85921CC185}"/>
                </a:ext>
              </a:extLst>
            </p:cNvPr>
            <p:cNvSpPr>
              <a:spLocks noEditPoints="1"/>
            </p:cNvSpPr>
            <p:nvPr userDrawn="1"/>
          </p:nvSpPr>
          <p:spPr bwMode="auto">
            <a:xfrm>
              <a:off x="620389" y="548891"/>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5 h 128"/>
                <a:gd name="T64" fmla="*/ 83 w 425"/>
                <a:gd name="T65" fmla="*/ 25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9 w 425"/>
                <a:gd name="T77" fmla="*/ 15 h 128"/>
                <a:gd name="T78" fmla="*/ 409 w 425"/>
                <a:gd name="T79" fmla="*/ 14 h 128"/>
                <a:gd name="T80" fmla="*/ 372 w 425"/>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8">
                  <a:moveTo>
                    <a:pt x="210" y="7"/>
                  </a:moveTo>
                  <a:cubicBezTo>
                    <a:pt x="201" y="8"/>
                    <a:pt x="192" y="9"/>
                    <a:pt x="184" y="10"/>
                  </a:cubicBezTo>
                  <a:cubicBezTo>
                    <a:pt x="129" y="15"/>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4" name="Freeform 104">
              <a:extLst>
                <a:ext uri="{FF2B5EF4-FFF2-40B4-BE49-F238E27FC236}">
                  <a16:creationId xmlns:a16="http://schemas.microsoft.com/office/drawing/2014/main" id="{9B4C4057-89C4-4FAF-8F18-48798B1D52B5}"/>
                </a:ext>
              </a:extLst>
            </p:cNvPr>
            <p:cNvSpPr>
              <a:spLocks noEditPoints="1"/>
            </p:cNvSpPr>
            <p:nvPr userDrawn="1"/>
          </p:nvSpPr>
          <p:spPr bwMode="auto">
            <a:xfrm>
              <a:off x="2193809" y="715465"/>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9"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0"/>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5" name="Freeform 105">
              <a:extLst>
                <a:ext uri="{FF2B5EF4-FFF2-40B4-BE49-F238E27FC236}">
                  <a16:creationId xmlns:a16="http://schemas.microsoft.com/office/drawing/2014/main" id="{C6AAE403-B67E-4A72-A468-BF49EFA45092}"/>
                </a:ext>
              </a:extLst>
            </p:cNvPr>
            <p:cNvSpPr>
              <a:spLocks noEditPoints="1"/>
            </p:cNvSpPr>
            <p:nvPr userDrawn="1"/>
          </p:nvSpPr>
          <p:spPr bwMode="auto">
            <a:xfrm>
              <a:off x="2250002" y="-31107"/>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1 h 275"/>
                <a:gd name="T64" fmla="*/ 80 w 80"/>
                <a:gd name="T65" fmla="*/ 220 h 275"/>
                <a:gd name="T66" fmla="*/ 71 w 80"/>
                <a:gd name="T67" fmla="*/ 62 h 275"/>
                <a:gd name="T68" fmla="*/ 57 w 80"/>
                <a:gd name="T69" fmla="*/ 33 h 275"/>
                <a:gd name="T70" fmla="*/ 37 w 80"/>
                <a:gd name="T71" fmla="*/ 28 h 275"/>
                <a:gd name="T72" fmla="*/ 36 w 80"/>
                <a:gd name="T73" fmla="*/ 28 h 275"/>
                <a:gd name="T74" fmla="*/ 24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6" name="Freeform 106">
              <a:extLst>
                <a:ext uri="{FF2B5EF4-FFF2-40B4-BE49-F238E27FC236}">
                  <a16:creationId xmlns:a16="http://schemas.microsoft.com/office/drawing/2014/main" id="{A835C49F-BBA2-4349-B291-BD361385878F}"/>
                </a:ext>
              </a:extLst>
            </p:cNvPr>
            <p:cNvSpPr>
              <a:spLocks noEditPoints="1"/>
            </p:cNvSpPr>
            <p:nvPr userDrawn="1"/>
          </p:nvSpPr>
          <p:spPr bwMode="auto">
            <a:xfrm>
              <a:off x="1519486" y="1303490"/>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368 w 426"/>
                <a:gd name="T21" fmla="*/ 106 h 127"/>
                <a:gd name="T22" fmla="*/ 101 w 426"/>
                <a:gd name="T23" fmla="*/ 112 h 127"/>
                <a:gd name="T24" fmla="*/ 57 w 426"/>
                <a:gd name="T25" fmla="*/ 116 h 127"/>
                <a:gd name="T26" fmla="*/ 72 w 426"/>
                <a:gd name="T27" fmla="*/ 105 h 127"/>
                <a:gd name="T28" fmla="*/ 39 w 426"/>
                <a:gd name="T29" fmla="*/ 83 h 127"/>
                <a:gd name="T30" fmla="*/ 37 w 426"/>
                <a:gd name="T31" fmla="*/ 74 h 127"/>
                <a:gd name="T32" fmla="*/ 37 w 426"/>
                <a:gd name="T33" fmla="*/ 73 h 127"/>
                <a:gd name="T34" fmla="*/ 44 w 426"/>
                <a:gd name="T35" fmla="*/ 45 h 127"/>
                <a:gd name="T36" fmla="*/ 79 w 426"/>
                <a:gd name="T37" fmla="*/ 26 h 127"/>
                <a:gd name="T38" fmla="*/ 83 w 426"/>
                <a:gd name="T39" fmla="*/ 25 h 127"/>
                <a:gd name="T40" fmla="*/ 84 w 426"/>
                <a:gd name="T41" fmla="*/ 25 h 127"/>
                <a:gd name="T42" fmla="*/ 346 w 426"/>
                <a:gd name="T43" fmla="*/ 0 h 127"/>
                <a:gd name="T44" fmla="*/ 83 w 426"/>
                <a:gd name="T45" fmla="*/ 19 h 127"/>
                <a:gd name="T46" fmla="*/ 39 w 426"/>
                <a:gd name="T47" fmla="*/ 42 h 127"/>
                <a:gd name="T48" fmla="*/ 31 w 426"/>
                <a:gd name="T49" fmla="*/ 74 h 127"/>
                <a:gd name="T50" fmla="*/ 31 w 426"/>
                <a:gd name="T51" fmla="*/ 74 h 127"/>
                <a:gd name="T52" fmla="*/ 50 w 426"/>
                <a:gd name="T53" fmla="*/ 105 h 127"/>
                <a:gd name="T54" fmla="*/ 0 w 426"/>
                <a:gd name="T55" fmla="*/ 127 h 127"/>
                <a:gd name="T56" fmla="*/ 39 w 426"/>
                <a:gd name="T57" fmla="*/ 123 h 127"/>
                <a:gd name="T58" fmla="*/ 92 w 426"/>
                <a:gd name="T59" fmla="*/ 119 h 127"/>
                <a:gd name="T60" fmla="*/ 101 w 426"/>
                <a:gd name="T61" fmla="*/ 118 h 127"/>
                <a:gd name="T62" fmla="*/ 102 w 426"/>
                <a:gd name="T63" fmla="*/ 118 h 127"/>
                <a:gd name="T64" fmla="*/ 369 w 426"/>
                <a:gd name="T65" fmla="*/ 112 h 127"/>
                <a:gd name="T66" fmla="*/ 397 w 426"/>
                <a:gd name="T67" fmla="*/ 102 h 127"/>
                <a:gd name="T68" fmla="*/ 405 w 426"/>
                <a:gd name="T69" fmla="*/ 91 h 127"/>
                <a:gd name="T70" fmla="*/ 416 w 426"/>
                <a:gd name="T71" fmla="*/ 82 h 127"/>
                <a:gd name="T72" fmla="*/ 426 w 426"/>
                <a:gd name="T73" fmla="*/ 44 h 127"/>
                <a:gd name="T74" fmla="*/ 374 w 426"/>
                <a:gd name="T75" fmla="*/ 1 h 127"/>
                <a:gd name="T76" fmla="*/ 372 w 426"/>
                <a:gd name="T77" fmla="*/ 1 h 127"/>
                <a:gd name="T78" fmla="*/ 346 w 426"/>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4"/>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7"/>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7" name="Freeform 107">
              <a:extLst>
                <a:ext uri="{FF2B5EF4-FFF2-40B4-BE49-F238E27FC236}">
                  <a16:creationId xmlns:a16="http://schemas.microsoft.com/office/drawing/2014/main" id="{C9CBFB84-0A49-425E-8010-4E89EFC13B56}"/>
                </a:ext>
              </a:extLst>
            </p:cNvPr>
            <p:cNvSpPr>
              <a:spLocks/>
            </p:cNvSpPr>
            <p:nvPr userDrawn="1"/>
          </p:nvSpPr>
          <p:spPr bwMode="auto">
            <a:xfrm>
              <a:off x="212958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8" name="Freeform 108">
              <a:extLst>
                <a:ext uri="{FF2B5EF4-FFF2-40B4-BE49-F238E27FC236}">
                  <a16:creationId xmlns:a16="http://schemas.microsoft.com/office/drawing/2014/main" id="{752CB2A9-103A-43B1-8815-83E747DB110E}"/>
                </a:ext>
              </a:extLst>
            </p:cNvPr>
            <p:cNvSpPr>
              <a:spLocks noEditPoints="1"/>
            </p:cNvSpPr>
            <p:nvPr userDrawn="1"/>
          </p:nvSpPr>
          <p:spPr bwMode="auto">
            <a:xfrm>
              <a:off x="2067373" y="35121"/>
              <a:ext cx="148512" cy="47162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4 w 99"/>
                <a:gd name="T13" fmla="*/ 6 h 313"/>
                <a:gd name="T14" fmla="*/ 35 w 99"/>
                <a:gd name="T15" fmla="*/ 6 h 313"/>
                <a:gd name="T16" fmla="*/ 76 w 99"/>
                <a:gd name="T17" fmla="*/ 31 h 313"/>
                <a:gd name="T18" fmla="*/ 79 w 99"/>
                <a:gd name="T19" fmla="*/ 42 h 313"/>
                <a:gd name="T20" fmla="*/ 79 w 99"/>
                <a:gd name="T21" fmla="*/ 42 h 313"/>
                <a:gd name="T22" fmla="*/ 85 w 99"/>
                <a:gd name="T23" fmla="*/ 233 h 313"/>
                <a:gd name="T24" fmla="*/ 87 w 99"/>
                <a:gd name="T25" fmla="*/ 258 h 313"/>
                <a:gd name="T26" fmla="*/ 80 w 99"/>
                <a:gd name="T27" fmla="*/ 254 h 313"/>
                <a:gd name="T28" fmla="*/ 64 w 99"/>
                <a:gd name="T29" fmla="*/ 277 h 313"/>
                <a:gd name="T30" fmla="*/ 57 w 99"/>
                <a:gd name="T31" fmla="*/ 279 h 313"/>
                <a:gd name="T32" fmla="*/ 57 w 99"/>
                <a:gd name="T33" fmla="*/ 279 h 313"/>
                <a:gd name="T34" fmla="*/ 36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7 w 99"/>
                <a:gd name="T63" fmla="*/ 285 h 313"/>
                <a:gd name="T64" fmla="*/ 57 w 99"/>
                <a:gd name="T65" fmla="*/ 285 h 313"/>
                <a:gd name="T66" fmla="*/ 81 w 99"/>
                <a:gd name="T67" fmla="*/ 271 h 313"/>
                <a:gd name="T68" fmla="*/ 99 w 99"/>
                <a:gd name="T69" fmla="*/ 313 h 313"/>
                <a:gd name="T70" fmla="*/ 95 w 99"/>
                <a:gd name="T71" fmla="*/ 278 h 313"/>
                <a:gd name="T72" fmla="*/ 91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9" name="Freeform 109">
              <a:extLst>
                <a:ext uri="{FF2B5EF4-FFF2-40B4-BE49-F238E27FC236}">
                  <a16:creationId xmlns:a16="http://schemas.microsoft.com/office/drawing/2014/main" id="{D5364D19-C9CF-4EF4-909C-877E7D599860}"/>
                </a:ext>
              </a:extLst>
            </p:cNvPr>
            <p:cNvSpPr>
              <a:spLocks noEditPoints="1"/>
            </p:cNvSpPr>
            <p:nvPr userDrawn="1"/>
          </p:nvSpPr>
          <p:spPr bwMode="auto">
            <a:xfrm>
              <a:off x="-150266" y="43148"/>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7 w 116"/>
                <a:gd name="T11" fmla="*/ 46 h 365"/>
                <a:gd name="T12" fmla="*/ 39 w 116"/>
                <a:gd name="T13" fmla="*/ 6 h 365"/>
                <a:gd name="T14" fmla="*/ 40 w 116"/>
                <a:gd name="T15" fmla="*/ 6 h 365"/>
                <a:gd name="T16" fmla="*/ 40 w 116"/>
                <a:gd name="T17" fmla="*/ 6 h 365"/>
                <a:gd name="T18" fmla="*/ 70 w 116"/>
                <a:gd name="T19" fmla="*/ 13 h 365"/>
                <a:gd name="T20" fmla="*/ 93 w 116"/>
                <a:gd name="T21" fmla="*/ 45 h 365"/>
                <a:gd name="T22" fmla="*/ 94 w 116"/>
                <a:gd name="T23" fmla="*/ 49 h 365"/>
                <a:gd name="T24" fmla="*/ 100 w 116"/>
                <a:gd name="T25" fmla="*/ 275 h 365"/>
                <a:gd name="T26" fmla="*/ 101 w 116"/>
                <a:gd name="T27" fmla="*/ 289 h 365"/>
                <a:gd name="T28" fmla="*/ 94 w 116"/>
                <a:gd name="T29" fmla="*/ 283 h 365"/>
                <a:gd name="T30" fmla="*/ 90 w 116"/>
                <a:gd name="T31" fmla="*/ 317 h 365"/>
                <a:gd name="T32" fmla="*/ 69 w 116"/>
                <a:gd name="T33" fmla="*/ 330 h 365"/>
                <a:gd name="T34" fmla="*/ 67 w 116"/>
                <a:gd name="T35" fmla="*/ 330 h 365"/>
                <a:gd name="T36" fmla="*/ 64 w 116"/>
                <a:gd name="T37" fmla="*/ 331 h 365"/>
                <a:gd name="T38" fmla="*/ 27 w 116"/>
                <a:gd name="T39" fmla="*/ 304 h 365"/>
                <a:gd name="T40" fmla="*/ 24 w 116"/>
                <a:gd name="T41" fmla="*/ 292 h 365"/>
                <a:gd name="T42" fmla="*/ 24 w 116"/>
                <a:gd name="T43" fmla="*/ 291 h 365"/>
                <a:gd name="T44" fmla="*/ 24 w 116"/>
                <a:gd name="T45" fmla="*/ 291 h 365"/>
                <a:gd name="T46" fmla="*/ 13 w 116"/>
                <a:gd name="T47" fmla="*/ 185 h 365"/>
                <a:gd name="T48" fmla="*/ 7 w 116"/>
                <a:gd name="T49" fmla="*/ 47 h 365"/>
                <a:gd name="T50" fmla="*/ 7 w 116"/>
                <a:gd name="T51" fmla="*/ 46 h 365"/>
                <a:gd name="T52" fmla="*/ 19 w 116"/>
                <a:gd name="T53" fmla="*/ 7 h 365"/>
                <a:gd name="T54" fmla="*/ 1 w 116"/>
                <a:gd name="T55" fmla="*/ 45 h 365"/>
                <a:gd name="T56" fmla="*/ 0 w 116"/>
                <a:gd name="T57" fmla="*/ 66 h 365"/>
                <a:gd name="T58" fmla="*/ 18 w 116"/>
                <a:gd name="T59" fmla="*/ 292 h 365"/>
                <a:gd name="T60" fmla="*/ 39 w 116"/>
                <a:gd name="T61" fmla="*/ 329 h 365"/>
                <a:gd name="T62" fmla="*/ 64 w 116"/>
                <a:gd name="T63" fmla="*/ 337 h 365"/>
                <a:gd name="T64" fmla="*/ 67 w 116"/>
                <a:gd name="T65" fmla="*/ 336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5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7" y="46"/>
                  </a:move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7" y="46"/>
                    <a:pt x="7" y="46"/>
                    <a:pt x="7" y="46"/>
                  </a:cubicBezTo>
                  <a:moveTo>
                    <a:pt x="39" y="0"/>
                  </a:moveTo>
                  <a:cubicBezTo>
                    <a:pt x="36" y="0"/>
                    <a:pt x="28" y="1"/>
                    <a:pt x="19" y="7"/>
                  </a:cubicBezTo>
                  <a:cubicBezTo>
                    <a:pt x="11" y="13"/>
                    <a:pt x="3" y="24"/>
                    <a:pt x="1" y="45"/>
                  </a:cubicBezTo>
                  <a:cubicBezTo>
                    <a:pt x="1" y="45"/>
                    <a:pt x="1" y="45"/>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0" name="Freeform 110">
              <a:extLst>
                <a:ext uri="{FF2B5EF4-FFF2-40B4-BE49-F238E27FC236}">
                  <a16:creationId xmlns:a16="http://schemas.microsoft.com/office/drawing/2014/main" id="{7F0BE551-7D52-457E-8D96-CBD474CDE5F7}"/>
                </a:ext>
              </a:extLst>
            </p:cNvPr>
            <p:cNvSpPr>
              <a:spLocks/>
            </p:cNvSpPr>
            <p:nvPr userDrawn="1"/>
          </p:nvSpPr>
          <p:spPr bwMode="auto">
            <a:xfrm>
              <a:off x="18315" y="576987"/>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1" name="Freeform 111">
              <a:extLst>
                <a:ext uri="{FF2B5EF4-FFF2-40B4-BE49-F238E27FC236}">
                  <a16:creationId xmlns:a16="http://schemas.microsoft.com/office/drawing/2014/main" id="{5F055657-CB59-4DC4-B078-408CC2C02D4A}"/>
                </a:ext>
              </a:extLst>
            </p:cNvPr>
            <p:cNvSpPr>
              <a:spLocks noEditPoints="1"/>
            </p:cNvSpPr>
            <p:nvPr userDrawn="1"/>
          </p:nvSpPr>
          <p:spPr bwMode="auto">
            <a:xfrm>
              <a:off x="1543569" y="83287"/>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2" name="Freeform 112">
              <a:extLst>
                <a:ext uri="{FF2B5EF4-FFF2-40B4-BE49-F238E27FC236}">
                  <a16:creationId xmlns:a16="http://schemas.microsoft.com/office/drawing/2014/main" id="{25290D7A-AF1E-4540-88D5-75E1EAEB3873}"/>
                </a:ext>
              </a:extLst>
            </p:cNvPr>
            <p:cNvSpPr>
              <a:spLocks noEditPoints="1"/>
            </p:cNvSpPr>
            <p:nvPr userDrawn="1"/>
          </p:nvSpPr>
          <p:spPr bwMode="auto">
            <a:xfrm>
              <a:off x="-180370" y="-275950"/>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3" name="Freeform 113">
              <a:extLst>
                <a:ext uri="{FF2B5EF4-FFF2-40B4-BE49-F238E27FC236}">
                  <a16:creationId xmlns:a16="http://schemas.microsoft.com/office/drawing/2014/main" id="{A4F7EC5C-FFDB-494F-9868-88D4BDB68D99}"/>
                </a:ext>
              </a:extLst>
            </p:cNvPr>
            <p:cNvSpPr>
              <a:spLocks noEditPoints="1"/>
            </p:cNvSpPr>
            <p:nvPr userDrawn="1"/>
          </p:nvSpPr>
          <p:spPr bwMode="auto">
            <a:xfrm>
              <a:off x="1888758" y="892073"/>
              <a:ext cx="238823" cy="180622"/>
            </a:xfrm>
            <a:custGeom>
              <a:avLst/>
              <a:gdLst>
                <a:gd name="T0" fmla="*/ 5 w 159"/>
                <a:gd name="T1" fmla="*/ 45 h 121"/>
                <a:gd name="T2" fmla="*/ 5 w 159"/>
                <a:gd name="T3" fmla="*/ 45 h 121"/>
                <a:gd name="T4" fmla="*/ 45 w 159"/>
                <a:gd name="T5" fmla="*/ 32 h 121"/>
                <a:gd name="T6" fmla="*/ 85 w 159"/>
                <a:gd name="T7" fmla="*/ 16 h 121"/>
                <a:gd name="T8" fmla="*/ 71 w 159"/>
                <a:gd name="T9" fmla="*/ 31 h 121"/>
                <a:gd name="T10" fmla="*/ 123 w 159"/>
                <a:gd name="T11" fmla="*/ 33 h 121"/>
                <a:gd name="T12" fmla="*/ 123 w 159"/>
                <a:gd name="T13" fmla="*/ 33 h 121"/>
                <a:gd name="T14" fmla="*/ 140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7 w 159"/>
                <a:gd name="T27" fmla="*/ 105 h 121"/>
                <a:gd name="T28" fmla="*/ 116 w 159"/>
                <a:gd name="T29" fmla="*/ 115 h 121"/>
                <a:gd name="T30" fmla="*/ 22 w 159"/>
                <a:gd name="T31" fmla="*/ 115 h 121"/>
                <a:gd name="T32" fmla="*/ 14 w 159"/>
                <a:gd name="T33" fmla="*/ 110 h 121"/>
                <a:gd name="T34" fmla="*/ 9 w 159"/>
                <a:gd name="T35" fmla="*/ 104 h 121"/>
                <a:gd name="T36" fmla="*/ 6 w 159"/>
                <a:gd name="T37" fmla="*/ 95 h 121"/>
                <a:gd name="T38" fmla="*/ 6 w 159"/>
                <a:gd name="T39" fmla="*/ 94 h 121"/>
                <a:gd name="T40" fmla="*/ 6 w 159"/>
                <a:gd name="T41" fmla="*/ 93 h 121"/>
                <a:gd name="T42" fmla="*/ 6 w 159"/>
                <a:gd name="T43" fmla="*/ 45 h 121"/>
                <a:gd name="T44" fmla="*/ 12 w 159"/>
                <a:gd name="T45" fmla="*/ 38 h 121"/>
                <a:gd name="T46" fmla="*/ 36 w 159"/>
                <a:gd name="T47" fmla="*/ 31 h 121"/>
                <a:gd name="T48" fmla="*/ 45 w 159"/>
                <a:gd name="T49" fmla="*/ 32 h 121"/>
                <a:gd name="T50" fmla="*/ 45 w 159"/>
                <a:gd name="T51" fmla="*/ 32 h 121"/>
                <a:gd name="T52" fmla="*/ 111 w 159"/>
                <a:gd name="T53" fmla="*/ 0 h 121"/>
                <a:gd name="T54" fmla="*/ 45 w 159"/>
                <a:gd name="T55" fmla="*/ 26 h 121"/>
                <a:gd name="T56" fmla="*/ 36 w 159"/>
                <a:gd name="T57" fmla="*/ 25 h 121"/>
                <a:gd name="T58" fmla="*/ 36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4 w 159"/>
                <a:gd name="T71" fmla="*/ 107 h 121"/>
                <a:gd name="T72" fmla="*/ 15 w 159"/>
                <a:gd name="T73" fmla="*/ 118 h 121"/>
                <a:gd name="T74" fmla="*/ 21 w 159"/>
                <a:gd name="T75" fmla="*/ 121 h 121"/>
                <a:gd name="T76" fmla="*/ 22 w 159"/>
                <a:gd name="T77" fmla="*/ 121 h 121"/>
                <a:gd name="T78" fmla="*/ 22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5 w 159"/>
                <a:gd name="T103" fmla="*/ 25 h 121"/>
                <a:gd name="T104" fmla="*/ 111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4" name="Freeform 114">
              <a:extLst>
                <a:ext uri="{FF2B5EF4-FFF2-40B4-BE49-F238E27FC236}">
                  <a16:creationId xmlns:a16="http://schemas.microsoft.com/office/drawing/2014/main" id="{E64AB751-81DD-4833-8C03-1A70E15CA8E5}"/>
                </a:ext>
              </a:extLst>
            </p:cNvPr>
            <p:cNvSpPr>
              <a:spLocks noEditPoints="1"/>
            </p:cNvSpPr>
            <p:nvPr userDrawn="1"/>
          </p:nvSpPr>
          <p:spPr bwMode="auto">
            <a:xfrm>
              <a:off x="1527514" y="233806"/>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5" name="Freeform 115">
              <a:extLst>
                <a:ext uri="{FF2B5EF4-FFF2-40B4-BE49-F238E27FC236}">
                  <a16:creationId xmlns:a16="http://schemas.microsoft.com/office/drawing/2014/main" id="{575E127B-258A-4CC3-BDA0-F635C89D61C0}"/>
                </a:ext>
              </a:extLst>
            </p:cNvPr>
            <p:cNvSpPr>
              <a:spLocks noEditPoints="1"/>
            </p:cNvSpPr>
            <p:nvPr userDrawn="1"/>
          </p:nvSpPr>
          <p:spPr bwMode="auto">
            <a:xfrm>
              <a:off x="2336299" y="1405843"/>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7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5"/>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1"/>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6" name="Freeform 116">
              <a:extLst>
                <a:ext uri="{FF2B5EF4-FFF2-40B4-BE49-F238E27FC236}">
                  <a16:creationId xmlns:a16="http://schemas.microsoft.com/office/drawing/2014/main" id="{18A8C374-6ADF-40F6-9596-393B3E0A9D26}"/>
                </a:ext>
              </a:extLst>
            </p:cNvPr>
            <p:cNvSpPr>
              <a:spLocks/>
            </p:cNvSpPr>
            <p:nvPr userDrawn="1"/>
          </p:nvSpPr>
          <p:spPr bwMode="auto">
            <a:xfrm>
              <a:off x="2545018" y="1570410"/>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7" name="Freeform 117">
              <a:extLst>
                <a:ext uri="{FF2B5EF4-FFF2-40B4-BE49-F238E27FC236}">
                  <a16:creationId xmlns:a16="http://schemas.microsoft.com/office/drawing/2014/main" id="{B3AEE8E8-E7CF-4933-842D-D12B14D7C08D}"/>
                </a:ext>
              </a:extLst>
            </p:cNvPr>
            <p:cNvSpPr>
              <a:spLocks noEditPoints="1"/>
            </p:cNvSpPr>
            <p:nvPr userDrawn="1"/>
          </p:nvSpPr>
          <p:spPr bwMode="auto">
            <a:xfrm>
              <a:off x="1515472" y="1010480"/>
              <a:ext cx="313078" cy="282975"/>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9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3"/>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9"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8" name="Freeform 118">
              <a:extLst>
                <a:ext uri="{FF2B5EF4-FFF2-40B4-BE49-F238E27FC236}">
                  <a16:creationId xmlns:a16="http://schemas.microsoft.com/office/drawing/2014/main" id="{882BF489-CF60-4D61-8400-18ABC55D1F9A}"/>
                </a:ext>
              </a:extLst>
            </p:cNvPr>
            <p:cNvSpPr>
              <a:spLocks noEditPoints="1"/>
            </p:cNvSpPr>
            <p:nvPr userDrawn="1"/>
          </p:nvSpPr>
          <p:spPr bwMode="auto">
            <a:xfrm>
              <a:off x="1866681" y="1500167"/>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19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19"/>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9" name="Freeform 119">
              <a:extLst>
                <a:ext uri="{FF2B5EF4-FFF2-40B4-BE49-F238E27FC236}">
                  <a16:creationId xmlns:a16="http://schemas.microsoft.com/office/drawing/2014/main" id="{7F95F642-1AD5-4DC2-AA0D-322E6B82EC82}"/>
                </a:ext>
              </a:extLst>
            </p:cNvPr>
            <p:cNvSpPr>
              <a:spLocks noEditPoints="1"/>
            </p:cNvSpPr>
            <p:nvPr userDrawn="1"/>
          </p:nvSpPr>
          <p:spPr bwMode="auto">
            <a:xfrm>
              <a:off x="355477" y="837886"/>
              <a:ext cx="315086" cy="282975"/>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13 w 209"/>
                <a:gd name="T25" fmla="*/ 115 h 188"/>
                <a:gd name="T26" fmla="*/ 6 w 209"/>
                <a:gd name="T27" fmla="*/ 96 h 188"/>
                <a:gd name="T28" fmla="*/ 14 w 209"/>
                <a:gd name="T29" fmla="*/ 69 h 188"/>
                <a:gd name="T30" fmla="*/ 14 w 209"/>
                <a:gd name="T31" fmla="*/ 69 h 188"/>
                <a:gd name="T32" fmla="*/ 84 w 209"/>
                <a:gd name="T33" fmla="*/ 8 h 188"/>
                <a:gd name="T34" fmla="*/ 88 w 209"/>
                <a:gd name="T35" fmla="*/ 1 h 188"/>
                <a:gd name="T36" fmla="*/ 87 w 209"/>
                <a:gd name="T37" fmla="*/ 1 h 188"/>
                <a:gd name="T38" fmla="*/ 82 w 209"/>
                <a:gd name="T39" fmla="*/ 2 h 188"/>
                <a:gd name="T40" fmla="*/ 22 w 209"/>
                <a:gd name="T41" fmla="*/ 41 h 188"/>
                <a:gd name="T42" fmla="*/ 0 w 209"/>
                <a:gd name="T43" fmla="*/ 96 h 188"/>
                <a:gd name="T44" fmla="*/ 8 w 209"/>
                <a:gd name="T45" fmla="*/ 119 h 188"/>
                <a:gd name="T46" fmla="*/ 14 w 209"/>
                <a:gd name="T47" fmla="*/ 167 h 188"/>
                <a:gd name="T48" fmla="*/ 13 w 209"/>
                <a:gd name="T49" fmla="*/ 173 h 188"/>
                <a:gd name="T50" fmla="*/ 10 w 209"/>
                <a:gd name="T51" fmla="*/ 188 h 188"/>
                <a:gd name="T52" fmla="*/ 40 w 209"/>
                <a:gd name="T53" fmla="*/ 143 h 188"/>
                <a:gd name="T54" fmla="*/ 85 w 209"/>
                <a:gd name="T55" fmla="*/ 165 h 188"/>
                <a:gd name="T56" fmla="*/ 156 w 209"/>
                <a:gd name="T57" fmla="*/ 162 h 188"/>
                <a:gd name="T58" fmla="*/ 156 w 209"/>
                <a:gd name="T59" fmla="*/ 161 h 188"/>
                <a:gd name="T60" fmla="*/ 193 w 209"/>
                <a:gd name="T61" fmla="*/ 126 h 188"/>
                <a:gd name="T62" fmla="*/ 193 w 209"/>
                <a:gd name="T63" fmla="*/ 126 h 188"/>
                <a:gd name="T64" fmla="*/ 198 w 209"/>
                <a:gd name="T65" fmla="*/ 119 h 188"/>
                <a:gd name="T66" fmla="*/ 209 w 209"/>
                <a:gd name="T67" fmla="*/ 79 h 188"/>
                <a:gd name="T68" fmla="*/ 203 w 209"/>
                <a:gd name="T69" fmla="*/ 47 h 188"/>
                <a:gd name="T70" fmla="*/ 154 w 209"/>
                <a:gd name="T7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0" name="Freeform 120">
              <a:extLst>
                <a:ext uri="{FF2B5EF4-FFF2-40B4-BE49-F238E27FC236}">
                  <a16:creationId xmlns:a16="http://schemas.microsoft.com/office/drawing/2014/main" id="{44D3AB2C-1085-4FDC-B2A6-7605380DE2C5}"/>
                </a:ext>
              </a:extLst>
            </p:cNvPr>
            <p:cNvSpPr>
              <a:spLocks/>
            </p:cNvSpPr>
            <p:nvPr userDrawn="1"/>
          </p:nvSpPr>
          <p:spPr bwMode="auto">
            <a:xfrm>
              <a:off x="487933" y="839894"/>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1" name="Freeform 121">
              <a:extLst>
                <a:ext uri="{FF2B5EF4-FFF2-40B4-BE49-F238E27FC236}">
                  <a16:creationId xmlns:a16="http://schemas.microsoft.com/office/drawing/2014/main" id="{F794039A-FEEB-41F3-8187-40391BFCBC66}"/>
                </a:ext>
              </a:extLst>
            </p:cNvPr>
            <p:cNvSpPr>
              <a:spLocks/>
            </p:cNvSpPr>
            <p:nvPr userDrawn="1"/>
          </p:nvSpPr>
          <p:spPr bwMode="auto">
            <a:xfrm>
              <a:off x="1216442" y="308061"/>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2" name="Freeform 122">
              <a:extLst>
                <a:ext uri="{FF2B5EF4-FFF2-40B4-BE49-F238E27FC236}">
                  <a16:creationId xmlns:a16="http://schemas.microsoft.com/office/drawing/2014/main" id="{B4A19E78-C1AB-459A-A557-AC4FC1837386}"/>
                </a:ext>
              </a:extLst>
            </p:cNvPr>
            <p:cNvSpPr>
              <a:spLocks/>
            </p:cNvSpPr>
            <p:nvPr userDrawn="1"/>
          </p:nvSpPr>
          <p:spPr bwMode="auto">
            <a:xfrm>
              <a:off x="1391044" y="556918"/>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3" name="Freeform 123">
              <a:extLst>
                <a:ext uri="{FF2B5EF4-FFF2-40B4-BE49-F238E27FC236}">
                  <a16:creationId xmlns:a16="http://schemas.microsoft.com/office/drawing/2014/main" id="{ED013941-C04C-4F03-8E3A-E6D33CED7693}"/>
                </a:ext>
              </a:extLst>
            </p:cNvPr>
            <p:cNvSpPr>
              <a:spLocks/>
            </p:cNvSpPr>
            <p:nvPr userDrawn="1"/>
          </p:nvSpPr>
          <p:spPr bwMode="auto">
            <a:xfrm>
              <a:off x="1232497" y="578995"/>
              <a:ext cx="6021" cy="12041"/>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4" name="Freeform 124">
              <a:extLst>
                <a:ext uri="{FF2B5EF4-FFF2-40B4-BE49-F238E27FC236}">
                  <a16:creationId xmlns:a16="http://schemas.microsoft.com/office/drawing/2014/main" id="{44BADACF-72F8-413E-A4C2-0EF816630F93}"/>
                </a:ext>
              </a:extLst>
            </p:cNvPr>
            <p:cNvSpPr>
              <a:spLocks/>
            </p:cNvSpPr>
            <p:nvPr userDrawn="1"/>
          </p:nvSpPr>
          <p:spPr bwMode="auto">
            <a:xfrm>
              <a:off x="1234504" y="568960"/>
              <a:ext cx="8028" cy="14049"/>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5" name="Freeform 125">
              <a:extLst>
                <a:ext uri="{FF2B5EF4-FFF2-40B4-BE49-F238E27FC236}">
                  <a16:creationId xmlns:a16="http://schemas.microsoft.com/office/drawing/2014/main" id="{33FA0B33-B9B9-40AB-847B-2F1F55B8EA83}"/>
                </a:ext>
              </a:extLst>
            </p:cNvPr>
            <p:cNvSpPr>
              <a:spLocks noEditPoints="1"/>
            </p:cNvSpPr>
            <p:nvPr userDrawn="1"/>
          </p:nvSpPr>
          <p:spPr bwMode="auto">
            <a:xfrm>
              <a:off x="2370417" y="109377"/>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6" name="Freeform 126">
              <a:extLst>
                <a:ext uri="{FF2B5EF4-FFF2-40B4-BE49-F238E27FC236}">
                  <a16:creationId xmlns:a16="http://schemas.microsoft.com/office/drawing/2014/main" id="{5A9A2FC7-567C-426C-B67D-BA0B8D0D98CF}"/>
                </a:ext>
              </a:extLst>
            </p:cNvPr>
            <p:cNvSpPr>
              <a:spLocks noEditPoints="1"/>
            </p:cNvSpPr>
            <p:nvPr userDrawn="1"/>
          </p:nvSpPr>
          <p:spPr bwMode="auto">
            <a:xfrm>
              <a:off x="2613253" y="109377"/>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7" name="Freeform 127">
              <a:extLst>
                <a:ext uri="{FF2B5EF4-FFF2-40B4-BE49-F238E27FC236}">
                  <a16:creationId xmlns:a16="http://schemas.microsoft.com/office/drawing/2014/main" id="{4DA8FF61-296C-4791-A6AF-F6ADDA18F2A3}"/>
                </a:ext>
              </a:extLst>
            </p:cNvPr>
            <p:cNvSpPr>
              <a:spLocks/>
            </p:cNvSpPr>
            <p:nvPr userDrawn="1"/>
          </p:nvSpPr>
          <p:spPr bwMode="auto">
            <a:xfrm>
              <a:off x="2370417"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8" name="Freeform 128">
              <a:extLst>
                <a:ext uri="{FF2B5EF4-FFF2-40B4-BE49-F238E27FC236}">
                  <a16:creationId xmlns:a16="http://schemas.microsoft.com/office/drawing/2014/main" id="{9B48CD32-DA24-48E5-8112-16CABB75276B}"/>
                </a:ext>
              </a:extLst>
            </p:cNvPr>
            <p:cNvSpPr>
              <a:spLocks noEditPoints="1"/>
            </p:cNvSpPr>
            <p:nvPr userDrawn="1"/>
          </p:nvSpPr>
          <p:spPr bwMode="auto">
            <a:xfrm>
              <a:off x="202951" y="1171034"/>
              <a:ext cx="351210" cy="313078"/>
            </a:xfrm>
            <a:custGeom>
              <a:avLst/>
              <a:gdLst>
                <a:gd name="T0" fmla="*/ 94 w 233"/>
                <a:gd name="T1" fmla="*/ 8 h 208"/>
                <a:gd name="T2" fmla="*/ 120 w 233"/>
                <a:gd name="T3" fmla="*/ 6 h 208"/>
                <a:gd name="T4" fmla="*/ 221 w 233"/>
                <a:gd name="T5" fmla="*/ 56 h 208"/>
                <a:gd name="T6" fmla="*/ 217 w 233"/>
                <a:gd name="T7" fmla="*/ 130 h 208"/>
                <a:gd name="T8" fmla="*/ 172 w 233"/>
                <a:gd name="T9" fmla="*/ 175 h 208"/>
                <a:gd name="T10" fmla="*/ 124 w 233"/>
                <a:gd name="T11" fmla="*/ 185 h 208"/>
                <a:gd name="T12" fmla="*/ 99 w 233"/>
                <a:gd name="T13" fmla="*/ 179 h 208"/>
                <a:gd name="T14" fmla="*/ 98 w 233"/>
                <a:gd name="T15" fmla="*/ 178 h 208"/>
                <a:gd name="T16" fmla="*/ 68 w 233"/>
                <a:gd name="T17" fmla="*/ 165 h 208"/>
                <a:gd name="T18" fmla="*/ 43 w 233"/>
                <a:gd name="T19" fmla="*/ 151 h 208"/>
                <a:gd name="T20" fmla="*/ 23 w 233"/>
                <a:gd name="T21" fmla="*/ 171 h 208"/>
                <a:gd name="T22" fmla="*/ 15 w 233"/>
                <a:gd name="T23" fmla="*/ 129 h 208"/>
                <a:gd name="T24" fmla="*/ 14 w 233"/>
                <a:gd name="T25" fmla="*/ 128 h 208"/>
                <a:gd name="T26" fmla="*/ 6 w 233"/>
                <a:gd name="T27" fmla="*/ 107 h 208"/>
                <a:gd name="T28" fmla="*/ 15 w 233"/>
                <a:gd name="T29" fmla="*/ 77 h 208"/>
                <a:gd name="T30" fmla="*/ 15 w 233"/>
                <a:gd name="T31" fmla="*/ 77 h 208"/>
                <a:gd name="T32" fmla="*/ 94 w 233"/>
                <a:gd name="T33" fmla="*/ 8 h 208"/>
                <a:gd name="T34" fmla="*/ 93 w 233"/>
                <a:gd name="T35" fmla="*/ 2 h 208"/>
                <a:gd name="T36" fmla="*/ 92 w 233"/>
                <a:gd name="T37" fmla="*/ 2 h 208"/>
                <a:gd name="T38" fmla="*/ 9 w 233"/>
                <a:gd name="T39" fmla="*/ 75 h 208"/>
                <a:gd name="T40" fmla="*/ 5 w 233"/>
                <a:gd name="T41" fmla="*/ 127 h 208"/>
                <a:gd name="T42" fmla="*/ 17 w 233"/>
                <a:gd name="T43" fmla="*/ 171 h 208"/>
                <a:gd name="T44" fmla="*/ 15 w 233"/>
                <a:gd name="T45" fmla="*/ 192 h 208"/>
                <a:gd name="T46" fmla="*/ 15 w 233"/>
                <a:gd name="T47" fmla="*/ 194 h 208"/>
                <a:gd name="T48" fmla="*/ 20 w 233"/>
                <a:gd name="T49" fmla="*/ 196 h 208"/>
                <a:gd name="T50" fmla="*/ 56 w 233"/>
                <a:gd name="T51" fmla="*/ 166 h 208"/>
                <a:gd name="T52" fmla="*/ 124 w 233"/>
                <a:gd name="T53" fmla="*/ 191 h 208"/>
                <a:gd name="T54" fmla="*/ 175 w 233"/>
                <a:gd name="T55" fmla="*/ 180 h 208"/>
                <a:gd name="T56" fmla="*/ 222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9" name="Freeform 129">
              <a:extLst>
                <a:ext uri="{FF2B5EF4-FFF2-40B4-BE49-F238E27FC236}">
                  <a16:creationId xmlns:a16="http://schemas.microsoft.com/office/drawing/2014/main" id="{90E84DE3-2E67-45E1-A009-3241BEE3C39F}"/>
                </a:ext>
              </a:extLst>
            </p:cNvPr>
            <p:cNvSpPr>
              <a:spLocks noEditPoints="1"/>
            </p:cNvSpPr>
            <p:nvPr userDrawn="1"/>
          </p:nvSpPr>
          <p:spPr bwMode="auto">
            <a:xfrm>
              <a:off x="1774363" y="338165"/>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6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0 h 117"/>
                <a:gd name="T50" fmla="*/ 72 w 169"/>
                <a:gd name="T51" fmla="*/ 0 h 117"/>
                <a:gd name="T52" fmla="*/ 72 w 169"/>
                <a:gd name="T53" fmla="*/ 0 h 117"/>
                <a:gd name="T54" fmla="*/ 53 w 169"/>
                <a:gd name="T55" fmla="*/ 5 h 117"/>
                <a:gd name="T56" fmla="*/ 39 w 169"/>
                <a:gd name="T57" fmla="*/ 21 h 117"/>
                <a:gd name="T58" fmla="*/ 37 w 169"/>
                <a:gd name="T59" fmla="*/ 31 h 117"/>
                <a:gd name="T60" fmla="*/ 36 w 169"/>
                <a:gd name="T61" fmla="*/ 31 h 117"/>
                <a:gd name="T62" fmla="*/ 36 w 169"/>
                <a:gd name="T63" fmla="*/ 57 h 117"/>
                <a:gd name="T64" fmla="*/ 0 w 169"/>
                <a:gd name="T65" fmla="*/ 38 h 117"/>
                <a:gd name="T66" fmla="*/ 8 w 169"/>
                <a:gd name="T67" fmla="*/ 48 h 117"/>
                <a:gd name="T68" fmla="*/ 11 w 169"/>
                <a:gd name="T69" fmla="*/ 47 h 117"/>
                <a:gd name="T70" fmla="*/ 8 w 169"/>
                <a:gd name="T71" fmla="*/ 48 h 117"/>
                <a:gd name="T72" fmla="*/ 36 w 169"/>
                <a:gd name="T73" fmla="*/ 86 h 117"/>
                <a:gd name="T74" fmla="*/ 40 w 169"/>
                <a:gd name="T75" fmla="*/ 102 h 117"/>
                <a:gd name="T76" fmla="*/ 54 w 169"/>
                <a:gd name="T77" fmla="*/ 114 h 117"/>
                <a:gd name="T78" fmla="*/ 62 w 169"/>
                <a:gd name="T79" fmla="*/ 117 h 117"/>
                <a:gd name="T80" fmla="*/ 62 w 169"/>
                <a:gd name="T81" fmla="*/ 117 h 117"/>
                <a:gd name="T82" fmla="*/ 132 w 169"/>
                <a:gd name="T83" fmla="*/ 117 h 117"/>
                <a:gd name="T84" fmla="*/ 132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0 w 169"/>
                <a:gd name="T97" fmla="*/ 5 h 117"/>
                <a:gd name="T98" fmla="*/ 136 w 169"/>
                <a:gd name="T99" fmla="*/ 0 h 117"/>
                <a:gd name="T100" fmla="*/ 136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0" name="Freeform 130">
              <a:extLst>
                <a:ext uri="{FF2B5EF4-FFF2-40B4-BE49-F238E27FC236}">
                  <a16:creationId xmlns:a16="http://schemas.microsoft.com/office/drawing/2014/main" id="{DF8D7C55-126D-417D-8336-E7C35503027C}"/>
                </a:ext>
              </a:extLst>
            </p:cNvPr>
            <p:cNvSpPr>
              <a:spLocks noEditPoints="1"/>
            </p:cNvSpPr>
            <p:nvPr userDrawn="1"/>
          </p:nvSpPr>
          <p:spPr bwMode="auto">
            <a:xfrm>
              <a:off x="538105" y="1395808"/>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19 h 70"/>
                <a:gd name="T20" fmla="*/ 30 w 104"/>
                <a:gd name="T21" fmla="*/ 19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4 w 104"/>
                <a:gd name="T65" fmla="*/ 0 h 70"/>
                <a:gd name="T66" fmla="*/ 46 w 104"/>
                <a:gd name="T67" fmla="*/ 0 h 70"/>
                <a:gd name="T68" fmla="*/ 46 w 104"/>
                <a:gd name="T69" fmla="*/ 0 h 70"/>
                <a:gd name="T70" fmla="*/ 35 w 104"/>
                <a:gd name="T71" fmla="*/ 3 h 70"/>
                <a:gd name="T72" fmla="*/ 26 w 104"/>
                <a:gd name="T73" fmla="*/ 13 h 70"/>
                <a:gd name="T74" fmla="*/ 24 w 104"/>
                <a:gd name="T75" fmla="*/ 19 h 70"/>
                <a:gd name="T76" fmla="*/ 24 w 104"/>
                <a:gd name="T77" fmla="*/ 19 h 70"/>
                <a:gd name="T78" fmla="*/ 24 w 104"/>
                <a:gd name="T79" fmla="*/ 32 h 70"/>
                <a:gd name="T80" fmla="*/ 0 w 104"/>
                <a:gd name="T81" fmla="*/ 19 h 70"/>
                <a:gd name="T82" fmla="*/ 8 w 104"/>
                <a:gd name="T83" fmla="*/ 30 h 70"/>
                <a:gd name="T84" fmla="*/ 10 w 104"/>
                <a:gd name="T85" fmla="*/ 28 h 70"/>
                <a:gd name="T86" fmla="*/ 8 w 104"/>
                <a:gd name="T87" fmla="*/ 30 h 70"/>
                <a:gd name="T88" fmla="*/ 24 w 104"/>
                <a:gd name="T89" fmla="*/ 51 h 70"/>
                <a:gd name="T90" fmla="*/ 27 w 104"/>
                <a:gd name="T91" fmla="*/ 61 h 70"/>
                <a:gd name="T92" fmla="*/ 35 w 104"/>
                <a:gd name="T93" fmla="*/ 69 h 70"/>
                <a:gd name="T94" fmla="*/ 40 w 104"/>
                <a:gd name="T95" fmla="*/ 70 h 70"/>
                <a:gd name="T96" fmla="*/ 40 w 104"/>
                <a:gd name="T97" fmla="*/ 70 h 70"/>
                <a:gd name="T98" fmla="*/ 81 w 104"/>
                <a:gd name="T99" fmla="*/ 70 h 70"/>
                <a:gd name="T100" fmla="*/ 81 w 104"/>
                <a:gd name="T101" fmla="*/ 70 h 70"/>
                <a:gd name="T102" fmla="*/ 100 w 104"/>
                <a:gd name="T103" fmla="*/ 64 h 70"/>
                <a:gd name="T104" fmla="*/ 104 w 104"/>
                <a:gd name="T105" fmla="*/ 55 h 70"/>
                <a:gd name="T106" fmla="*/ 104 w 104"/>
                <a:gd name="T107" fmla="*/ 53 h 70"/>
                <a:gd name="T108" fmla="*/ 104 w 104"/>
                <a:gd name="T109" fmla="*/ 20 h 70"/>
                <a:gd name="T110" fmla="*/ 104 w 104"/>
                <a:gd name="T111" fmla="*/ 19 h 70"/>
                <a:gd name="T112" fmla="*/ 93 w 104"/>
                <a:gd name="T113" fmla="*/ 3 h 70"/>
                <a:gd name="T114" fmla="*/ 84 w 104"/>
                <a:gd name="T115" fmla="*/ 0 h 70"/>
                <a:gd name="T116" fmla="*/ 84 w 104"/>
                <a:gd name="T1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19"/>
                  </a:moveTo>
                  <a:cubicBezTo>
                    <a:pt x="30" y="19"/>
                    <a:pt x="30" y="19"/>
                    <a:pt x="30" y="19"/>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1" name="Freeform 131">
              <a:extLst>
                <a:ext uri="{FF2B5EF4-FFF2-40B4-BE49-F238E27FC236}">
                  <a16:creationId xmlns:a16="http://schemas.microsoft.com/office/drawing/2014/main" id="{7EF99BB5-DAA8-4A56-8ACE-CE3657BD671D}"/>
                </a:ext>
              </a:extLst>
            </p:cNvPr>
            <p:cNvSpPr>
              <a:spLocks noEditPoints="1"/>
            </p:cNvSpPr>
            <p:nvPr userDrawn="1"/>
          </p:nvSpPr>
          <p:spPr bwMode="auto">
            <a:xfrm>
              <a:off x="-17809" y="1526258"/>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6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2" name="Freeform 132">
              <a:extLst>
                <a:ext uri="{FF2B5EF4-FFF2-40B4-BE49-F238E27FC236}">
                  <a16:creationId xmlns:a16="http://schemas.microsoft.com/office/drawing/2014/main" id="{21DE1106-B47F-4D95-80CA-C66B19390F2E}"/>
                </a:ext>
              </a:extLst>
            </p:cNvPr>
            <p:cNvSpPr>
              <a:spLocks noEditPoints="1"/>
            </p:cNvSpPr>
            <p:nvPr userDrawn="1"/>
          </p:nvSpPr>
          <p:spPr bwMode="auto">
            <a:xfrm>
              <a:off x="869246" y="1016502"/>
              <a:ext cx="168581" cy="114395"/>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49 w 112"/>
                <a:gd name="T17" fmla="*/ 6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90 w 112"/>
                <a:gd name="T53" fmla="*/ 6 h 76"/>
                <a:gd name="T54" fmla="*/ 90 w 112"/>
                <a:gd name="T55" fmla="*/ 6 h 76"/>
                <a:gd name="T56" fmla="*/ 90 w 112"/>
                <a:gd name="T57" fmla="*/ 6 h 76"/>
                <a:gd name="T58" fmla="*/ 90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2" y="7"/>
                    <a:pt x="45" y="6"/>
                    <a:pt x="49" y="6"/>
                  </a:cubicBezTo>
                  <a:cubicBezTo>
                    <a:pt x="49" y="6"/>
                    <a:pt x="49" y="6"/>
                    <a:pt x="49" y="6"/>
                  </a:cubicBez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8"/>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3" name="Freeform 133">
              <a:extLst>
                <a:ext uri="{FF2B5EF4-FFF2-40B4-BE49-F238E27FC236}">
                  <a16:creationId xmlns:a16="http://schemas.microsoft.com/office/drawing/2014/main" id="{D64FF92A-16CB-4DE9-9DCA-18C8A8889004}"/>
                </a:ext>
              </a:extLst>
            </p:cNvPr>
            <p:cNvSpPr>
              <a:spLocks noEditPoints="1"/>
            </p:cNvSpPr>
            <p:nvPr userDrawn="1"/>
          </p:nvSpPr>
          <p:spPr bwMode="auto">
            <a:xfrm>
              <a:off x="855197" y="741554"/>
              <a:ext cx="252871" cy="234809"/>
            </a:xfrm>
            <a:custGeom>
              <a:avLst/>
              <a:gdLst>
                <a:gd name="T0" fmla="*/ 7 w 167"/>
                <a:gd name="T1" fmla="*/ 64 h 155"/>
                <a:gd name="T2" fmla="*/ 9 w 167"/>
                <a:gd name="T3" fmla="*/ 61 h 155"/>
                <a:gd name="T4" fmla="*/ 7 w 167"/>
                <a:gd name="T5" fmla="*/ 64 h 155"/>
                <a:gd name="T6" fmla="*/ 71 w 167"/>
                <a:gd name="T7" fmla="*/ 6 h 155"/>
                <a:gd name="T8" fmla="*/ 135 w 167"/>
                <a:gd name="T9" fmla="*/ 6 h 155"/>
                <a:gd name="T10" fmla="*/ 146 w 167"/>
                <a:gd name="T11" fmla="*/ 11 h 155"/>
                <a:gd name="T12" fmla="*/ 161 w 167"/>
                <a:gd name="T13" fmla="*/ 42 h 155"/>
                <a:gd name="T14" fmla="*/ 161 w 167"/>
                <a:gd name="T15" fmla="*/ 120 h 155"/>
                <a:gd name="T16" fmla="*/ 161 w 167"/>
                <a:gd name="T17" fmla="*/ 121 h 155"/>
                <a:gd name="T18" fmla="*/ 161 w 167"/>
                <a:gd name="T19" fmla="*/ 121 h 155"/>
                <a:gd name="T20" fmla="*/ 161 w 167"/>
                <a:gd name="T21" fmla="*/ 123 h 155"/>
                <a:gd name="T22" fmla="*/ 157 w 167"/>
                <a:gd name="T23" fmla="*/ 138 h 155"/>
                <a:gd name="T24" fmla="*/ 131 w 167"/>
                <a:gd name="T25" fmla="*/ 149 h 155"/>
                <a:gd name="T26" fmla="*/ 61 w 167"/>
                <a:gd name="T27" fmla="*/ 149 h 155"/>
                <a:gd name="T28" fmla="*/ 51 w 167"/>
                <a:gd name="T29" fmla="*/ 143 h 155"/>
                <a:gd name="T30" fmla="*/ 41 w 167"/>
                <a:gd name="T31" fmla="*/ 113 h 155"/>
                <a:gd name="T32" fmla="*/ 41 w 167"/>
                <a:gd name="T33" fmla="*/ 112 h 155"/>
                <a:gd name="T34" fmla="*/ 18 w 167"/>
                <a:gd name="T35" fmla="*/ 71 h 155"/>
                <a:gd name="T36" fmla="*/ 41 w 167"/>
                <a:gd name="T37" fmla="*/ 87 h 155"/>
                <a:gd name="T38" fmla="*/ 41 w 167"/>
                <a:gd name="T39" fmla="*/ 41 h 155"/>
                <a:gd name="T40" fmla="*/ 46 w 167"/>
                <a:gd name="T41" fmla="*/ 22 h 155"/>
                <a:gd name="T42" fmla="*/ 56 w 167"/>
                <a:gd name="T43" fmla="*/ 11 h 155"/>
                <a:gd name="T44" fmla="*/ 71 w 167"/>
                <a:gd name="T45" fmla="*/ 6 h 155"/>
                <a:gd name="T46" fmla="*/ 71 w 167"/>
                <a:gd name="T47" fmla="*/ 6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4" name="Freeform 134">
              <a:extLst>
                <a:ext uri="{FF2B5EF4-FFF2-40B4-BE49-F238E27FC236}">
                  <a16:creationId xmlns:a16="http://schemas.microsoft.com/office/drawing/2014/main" id="{AF02F0D0-74D8-41FF-AFDB-F0417DD1784A}"/>
                </a:ext>
              </a:extLst>
            </p:cNvPr>
            <p:cNvSpPr>
              <a:spLocks noEditPoints="1"/>
            </p:cNvSpPr>
            <p:nvPr userDrawn="1"/>
          </p:nvSpPr>
          <p:spPr bwMode="auto">
            <a:xfrm>
              <a:off x="233054" y="279964"/>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5" name="Freeform 135">
              <a:extLst>
                <a:ext uri="{FF2B5EF4-FFF2-40B4-BE49-F238E27FC236}">
                  <a16:creationId xmlns:a16="http://schemas.microsoft.com/office/drawing/2014/main" id="{40E3A980-8A0D-4A03-9716-C8F74208586E}"/>
                </a:ext>
              </a:extLst>
            </p:cNvPr>
            <p:cNvSpPr>
              <a:spLocks/>
            </p:cNvSpPr>
            <p:nvPr userDrawn="1"/>
          </p:nvSpPr>
          <p:spPr bwMode="auto">
            <a:xfrm>
              <a:off x="473884"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6" name="Freeform 136">
              <a:extLst>
                <a:ext uri="{FF2B5EF4-FFF2-40B4-BE49-F238E27FC236}">
                  <a16:creationId xmlns:a16="http://schemas.microsoft.com/office/drawing/2014/main" id="{541EE097-AAD5-4A71-A546-489AD330B5AB}"/>
                </a:ext>
              </a:extLst>
            </p:cNvPr>
            <p:cNvSpPr>
              <a:spLocks noEditPoints="1"/>
            </p:cNvSpPr>
            <p:nvPr userDrawn="1"/>
          </p:nvSpPr>
          <p:spPr bwMode="auto">
            <a:xfrm>
              <a:off x="1005716" y="1080723"/>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0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7" name="Freeform 137">
              <a:extLst>
                <a:ext uri="{FF2B5EF4-FFF2-40B4-BE49-F238E27FC236}">
                  <a16:creationId xmlns:a16="http://schemas.microsoft.com/office/drawing/2014/main" id="{A2513827-77D4-43A2-A5B5-A1B8592DBF81}"/>
                </a:ext>
              </a:extLst>
            </p:cNvPr>
            <p:cNvSpPr>
              <a:spLocks noEditPoints="1"/>
            </p:cNvSpPr>
            <p:nvPr userDrawn="1"/>
          </p:nvSpPr>
          <p:spPr bwMode="auto">
            <a:xfrm>
              <a:off x="102605" y="428476"/>
              <a:ext cx="180622" cy="250865"/>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8" name="Freeform 138">
              <a:extLst>
                <a:ext uri="{FF2B5EF4-FFF2-40B4-BE49-F238E27FC236}">
                  <a16:creationId xmlns:a16="http://schemas.microsoft.com/office/drawing/2014/main" id="{562028CC-7CA2-4775-9074-B66E55D5F971}"/>
                </a:ext>
              </a:extLst>
            </p:cNvPr>
            <p:cNvSpPr>
              <a:spLocks/>
            </p:cNvSpPr>
            <p:nvPr userDrawn="1"/>
          </p:nvSpPr>
          <p:spPr bwMode="auto">
            <a:xfrm>
              <a:off x="273192" y="633181"/>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9" name="Freeform 139">
              <a:extLst>
                <a:ext uri="{FF2B5EF4-FFF2-40B4-BE49-F238E27FC236}">
                  <a16:creationId xmlns:a16="http://schemas.microsoft.com/office/drawing/2014/main" id="{8B23749D-6BB6-4D77-A34A-3C9394A55594}"/>
                </a:ext>
              </a:extLst>
            </p:cNvPr>
            <p:cNvSpPr>
              <a:spLocks noEditPoints="1"/>
            </p:cNvSpPr>
            <p:nvPr userDrawn="1"/>
          </p:nvSpPr>
          <p:spPr bwMode="auto">
            <a:xfrm>
              <a:off x="1513465"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2 w 219"/>
                <a:gd name="T29" fmla="*/ 37 h 131"/>
                <a:gd name="T30" fmla="*/ 212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7 w 219"/>
                <a:gd name="T43" fmla="*/ 125 h 131"/>
                <a:gd name="T44" fmla="*/ 99 w 219"/>
                <a:gd name="T45" fmla="*/ 125 h 131"/>
                <a:gd name="T46" fmla="*/ 87 w 219"/>
                <a:gd name="T47" fmla="*/ 120 h 131"/>
                <a:gd name="T48" fmla="*/ 79 w 219"/>
                <a:gd name="T49" fmla="*/ 111 h 131"/>
                <a:gd name="T50" fmla="*/ 76 w 219"/>
                <a:gd name="T51" fmla="*/ 95 h 131"/>
                <a:gd name="T52" fmla="*/ 76 w 219"/>
                <a:gd name="T53" fmla="*/ 94 h 131"/>
                <a:gd name="T54" fmla="*/ 33 w 219"/>
                <a:gd name="T55" fmla="*/ 51 h 131"/>
                <a:gd name="T56" fmla="*/ 76 w 219"/>
                <a:gd name="T57" fmla="*/ 74 h 131"/>
                <a:gd name="T58" fmla="*/ 76 w 219"/>
                <a:gd name="T59" fmla="*/ 35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0" name="Freeform 140">
              <a:extLst>
                <a:ext uri="{FF2B5EF4-FFF2-40B4-BE49-F238E27FC236}">
                  <a16:creationId xmlns:a16="http://schemas.microsoft.com/office/drawing/2014/main" id="{4C2345B1-BD1E-4D9A-8DFB-573D0AE89AF9}"/>
                </a:ext>
              </a:extLst>
            </p:cNvPr>
            <p:cNvSpPr>
              <a:spLocks noEditPoints="1"/>
            </p:cNvSpPr>
            <p:nvPr userDrawn="1"/>
          </p:nvSpPr>
          <p:spPr bwMode="auto">
            <a:xfrm>
              <a:off x="1864675" y="542870"/>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6 h 137"/>
                <a:gd name="T38" fmla="*/ 37 w 140"/>
                <a:gd name="T39" fmla="*/ 106 h 137"/>
                <a:gd name="T40" fmla="*/ 21 w 140"/>
                <a:gd name="T41" fmla="*/ 104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2 h 137"/>
                <a:gd name="T78" fmla="*/ 41 w 140"/>
                <a:gd name="T79" fmla="*/ 111 h 137"/>
                <a:gd name="T80" fmla="*/ 94 w 140"/>
                <a:gd name="T81" fmla="*/ 137 h 137"/>
                <a:gd name="T82" fmla="*/ 75 w 140"/>
                <a:gd name="T83" fmla="*/ 109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1" name="Freeform 141">
              <a:extLst>
                <a:ext uri="{FF2B5EF4-FFF2-40B4-BE49-F238E27FC236}">
                  <a16:creationId xmlns:a16="http://schemas.microsoft.com/office/drawing/2014/main" id="{FFC9B202-F08A-42C4-8AAB-4C01669089B1}"/>
                </a:ext>
              </a:extLst>
            </p:cNvPr>
            <p:cNvSpPr>
              <a:spLocks noEditPoints="1"/>
            </p:cNvSpPr>
            <p:nvPr userDrawn="1"/>
          </p:nvSpPr>
          <p:spPr bwMode="auto">
            <a:xfrm>
              <a:off x="817066" y="364255"/>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6 w 141"/>
                <a:gd name="T17" fmla="*/ 27 h 137"/>
                <a:gd name="T18" fmla="*/ 11 w 141"/>
                <a:gd name="T19" fmla="*/ 17 h 137"/>
                <a:gd name="T20" fmla="*/ 16 w 141"/>
                <a:gd name="T21" fmla="*/ 11 h 137"/>
                <a:gd name="T22" fmla="*/ 25 w 141"/>
                <a:gd name="T23" fmla="*/ 8 h 137"/>
                <a:gd name="T24" fmla="*/ 25 w 141"/>
                <a:gd name="T25" fmla="*/ 5 h 137"/>
                <a:gd name="T26" fmla="*/ 25 w 141"/>
                <a:gd name="T27" fmla="*/ 8 h 137"/>
                <a:gd name="T28" fmla="*/ 100 w 141"/>
                <a:gd name="T29" fmla="*/ 6 h 137"/>
                <a:gd name="T30" fmla="*/ 100 w 141"/>
                <a:gd name="T31" fmla="*/ 6 h 137"/>
                <a:gd name="T32" fmla="*/ 117 w 141"/>
                <a:gd name="T33" fmla="*/ 10 h 137"/>
                <a:gd name="T34" fmla="*/ 128 w 141"/>
                <a:gd name="T35" fmla="*/ 16 h 137"/>
                <a:gd name="T36" fmla="*/ 135 w 141"/>
                <a:gd name="T37" fmla="*/ 27 h 137"/>
                <a:gd name="T38" fmla="*/ 135 w 141"/>
                <a:gd name="T39" fmla="*/ 82 h 137"/>
                <a:gd name="T40" fmla="*/ 131 w 141"/>
                <a:gd name="T41" fmla="*/ 91 h 137"/>
                <a:gd name="T42" fmla="*/ 107 w 141"/>
                <a:gd name="T43" fmla="*/ 103 h 137"/>
                <a:gd name="T44" fmla="*/ 64 w 141"/>
                <a:gd name="T45" fmla="*/ 104 h 137"/>
                <a:gd name="T46" fmla="*/ 77 w 141"/>
                <a:gd name="T47" fmla="*/ 122 h 137"/>
                <a:gd name="T48" fmla="*/ 43 w 141"/>
                <a:gd name="T49" fmla="*/ 105 h 137"/>
                <a:gd name="T50" fmla="*/ 42 w 141"/>
                <a:gd name="T51" fmla="*/ 105 h 137"/>
                <a:gd name="T52" fmla="*/ 42 w 141"/>
                <a:gd name="T53" fmla="*/ 105 h 137"/>
                <a:gd name="T54" fmla="*/ 38 w 141"/>
                <a:gd name="T55" fmla="*/ 105 h 137"/>
                <a:gd name="T56" fmla="*/ 38 w 141"/>
                <a:gd name="T57" fmla="*/ 105 h 137"/>
                <a:gd name="T58" fmla="*/ 22 w 141"/>
                <a:gd name="T59" fmla="*/ 103 h 137"/>
                <a:gd name="T60" fmla="*/ 14 w 141"/>
                <a:gd name="T61" fmla="*/ 100 h 137"/>
                <a:gd name="T62" fmla="*/ 9 w 141"/>
                <a:gd name="T63" fmla="*/ 94 h 137"/>
                <a:gd name="T64" fmla="*/ 6 w 141"/>
                <a:gd name="T65" fmla="*/ 27 h 137"/>
                <a:gd name="T66" fmla="*/ 100 w 141"/>
                <a:gd name="T67" fmla="*/ 0 h 137"/>
                <a:gd name="T68" fmla="*/ 25 w 141"/>
                <a:gd name="T69" fmla="*/ 2 h 137"/>
                <a:gd name="T70" fmla="*/ 13 w 141"/>
                <a:gd name="T71" fmla="*/ 6 h 137"/>
                <a:gd name="T72" fmla="*/ 3 w 141"/>
                <a:gd name="T73" fmla="*/ 19 h 137"/>
                <a:gd name="T74" fmla="*/ 0 w 141"/>
                <a:gd name="T75" fmla="*/ 26 h 137"/>
                <a:gd name="T76" fmla="*/ 0 w 141"/>
                <a:gd name="T77" fmla="*/ 26 h 137"/>
                <a:gd name="T78" fmla="*/ 3 w 141"/>
                <a:gd name="T79" fmla="*/ 96 h 137"/>
                <a:gd name="T80" fmla="*/ 3 w 141"/>
                <a:gd name="T81" fmla="*/ 97 h 137"/>
                <a:gd name="T82" fmla="*/ 11 w 141"/>
                <a:gd name="T83" fmla="*/ 105 h 137"/>
                <a:gd name="T84" fmla="*/ 25 w 141"/>
                <a:gd name="T85" fmla="*/ 110 h 137"/>
                <a:gd name="T86" fmla="*/ 38 w 141"/>
                <a:gd name="T87" fmla="*/ 111 h 137"/>
                <a:gd name="T88" fmla="*/ 42 w 141"/>
                <a:gd name="T89" fmla="*/ 111 h 137"/>
                <a:gd name="T90" fmla="*/ 79 w 141"/>
                <a:gd name="T91" fmla="*/ 129 h 137"/>
                <a:gd name="T92" fmla="*/ 89 w 141"/>
                <a:gd name="T93" fmla="*/ 129 h 137"/>
                <a:gd name="T94" fmla="*/ 76 w 141"/>
                <a:gd name="T95" fmla="*/ 109 h 137"/>
                <a:gd name="T96" fmla="*/ 108 w 141"/>
                <a:gd name="T97" fmla="*/ 109 h 137"/>
                <a:gd name="T98" fmla="*/ 108 w 141"/>
                <a:gd name="T99" fmla="*/ 109 h 137"/>
                <a:gd name="T100" fmla="*/ 136 w 141"/>
                <a:gd name="T101" fmla="*/ 94 h 137"/>
                <a:gd name="T102" fmla="*/ 141 w 141"/>
                <a:gd name="T103" fmla="*/ 82 h 137"/>
                <a:gd name="T104" fmla="*/ 141 w 141"/>
                <a:gd name="T105" fmla="*/ 82 h 137"/>
                <a:gd name="T106" fmla="*/ 141 w 141"/>
                <a:gd name="T107" fmla="*/ 26 h 137"/>
                <a:gd name="T108" fmla="*/ 141 w 141"/>
                <a:gd name="T109" fmla="*/ 26 h 137"/>
                <a:gd name="T110" fmla="*/ 131 w 141"/>
                <a:gd name="T111" fmla="*/ 11 h 137"/>
                <a:gd name="T112" fmla="*/ 111 w 141"/>
                <a:gd name="T113" fmla="*/ 2 h 137"/>
                <a:gd name="T114" fmla="*/ 100 w 141"/>
                <a:gd name="T115" fmla="*/ 0 h 137"/>
                <a:gd name="T116" fmla="*/ 100 w 141"/>
                <a:gd name="T11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6" y="27"/>
                  </a:moveTo>
                  <a:cubicBezTo>
                    <a:pt x="7" y="26"/>
                    <a:pt x="8" y="21"/>
                    <a:pt x="11" y="17"/>
                  </a:cubicBezTo>
                  <a:cubicBezTo>
                    <a:pt x="12" y="15"/>
                    <a:pt x="14" y="12"/>
                    <a:pt x="16" y="11"/>
                  </a:cubicBezTo>
                  <a:cubicBezTo>
                    <a:pt x="19"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2" name="Freeform 142">
              <a:extLst>
                <a:ext uri="{FF2B5EF4-FFF2-40B4-BE49-F238E27FC236}">
                  <a16:creationId xmlns:a16="http://schemas.microsoft.com/office/drawing/2014/main" id="{1A875C63-6FE3-4E75-A75A-50526EF0A5DD}"/>
                </a:ext>
              </a:extLst>
            </p:cNvPr>
            <p:cNvSpPr>
              <a:spLocks/>
            </p:cNvSpPr>
            <p:nvPr userDrawn="1"/>
          </p:nvSpPr>
          <p:spPr bwMode="auto">
            <a:xfrm>
              <a:off x="935474" y="558926"/>
              <a:ext cx="22077" cy="8028"/>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3" name="Freeform 143">
              <a:extLst>
                <a:ext uri="{FF2B5EF4-FFF2-40B4-BE49-F238E27FC236}">
                  <a16:creationId xmlns:a16="http://schemas.microsoft.com/office/drawing/2014/main" id="{812DCBA9-8ED1-429E-9A8E-075DDB40BEEB}"/>
                </a:ext>
              </a:extLst>
            </p:cNvPr>
            <p:cNvSpPr>
              <a:spLocks noEditPoints="1"/>
            </p:cNvSpPr>
            <p:nvPr userDrawn="1"/>
          </p:nvSpPr>
          <p:spPr bwMode="auto">
            <a:xfrm>
              <a:off x="658520" y="143494"/>
              <a:ext cx="232802" cy="230796"/>
            </a:xfrm>
            <a:custGeom>
              <a:avLst/>
              <a:gdLst>
                <a:gd name="T0" fmla="*/ 0 w 155"/>
                <a:gd name="T1" fmla="*/ 31 h 153"/>
                <a:gd name="T2" fmla="*/ 0 w 155"/>
                <a:gd name="T3" fmla="*/ 31 h 153"/>
                <a:gd name="T4" fmla="*/ 3 w 155"/>
                <a:gd name="T5" fmla="*/ 30 h 153"/>
                <a:gd name="T6" fmla="*/ 6 w 155"/>
                <a:gd name="T7" fmla="*/ 30 h 153"/>
                <a:gd name="T8" fmla="*/ 3 w 155"/>
                <a:gd name="T9" fmla="*/ 30 h 153"/>
                <a:gd name="T10" fmla="*/ 0 w 155"/>
                <a:gd name="T11" fmla="*/ 31 h 153"/>
                <a:gd name="T12" fmla="*/ 25 w 155"/>
                <a:gd name="T13" fmla="*/ 9 h 153"/>
                <a:gd name="T14" fmla="*/ 101 w 155"/>
                <a:gd name="T15" fmla="*/ 6 h 153"/>
                <a:gd name="T16" fmla="*/ 109 w 155"/>
                <a:gd name="T17" fmla="*/ 13 h 153"/>
                <a:gd name="T18" fmla="*/ 116 w 155"/>
                <a:gd name="T19" fmla="*/ 29 h 153"/>
                <a:gd name="T20" fmla="*/ 117 w 155"/>
                <a:gd name="T21" fmla="*/ 40 h 153"/>
                <a:gd name="T22" fmla="*/ 117 w 155"/>
                <a:gd name="T23" fmla="*/ 40 h 153"/>
                <a:gd name="T24" fmla="*/ 117 w 155"/>
                <a:gd name="T25" fmla="*/ 41 h 153"/>
                <a:gd name="T26" fmla="*/ 138 w 155"/>
                <a:gd name="T27" fmla="*/ 77 h 153"/>
                <a:gd name="T28" fmla="*/ 117 w 155"/>
                <a:gd name="T29" fmla="*/ 65 h 153"/>
                <a:gd name="T30" fmla="*/ 119 w 155"/>
                <a:gd name="T31" fmla="*/ 111 h 153"/>
                <a:gd name="T32" fmla="*/ 108 w 155"/>
                <a:gd name="T33" fmla="*/ 137 h 153"/>
                <a:gd name="T34" fmla="*/ 101 w 155"/>
                <a:gd name="T35" fmla="*/ 141 h 153"/>
                <a:gd name="T36" fmla="*/ 98 w 155"/>
                <a:gd name="T37" fmla="*/ 142 h 153"/>
                <a:gd name="T38" fmla="*/ 98 w 155"/>
                <a:gd name="T39" fmla="*/ 142 h 153"/>
                <a:gd name="T40" fmla="*/ 98 w 155"/>
                <a:gd name="T41" fmla="*/ 142 h 153"/>
                <a:gd name="T42" fmla="*/ 37 w 155"/>
                <a:gd name="T43" fmla="*/ 147 h 153"/>
                <a:gd name="T44" fmla="*/ 23 w 155"/>
                <a:gd name="T45" fmla="*/ 139 h 153"/>
                <a:gd name="T46" fmla="*/ 12 w 155"/>
                <a:gd name="T47" fmla="*/ 121 h 153"/>
                <a:gd name="T48" fmla="*/ 10 w 155"/>
                <a:gd name="T49" fmla="*/ 114 h 153"/>
                <a:gd name="T50" fmla="*/ 10 w 155"/>
                <a:gd name="T51" fmla="*/ 112 h 153"/>
                <a:gd name="T52" fmla="*/ 10 w 155"/>
                <a:gd name="T53" fmla="*/ 111 h 153"/>
                <a:gd name="T54" fmla="*/ 10 w 155"/>
                <a:gd name="T55" fmla="*/ 111 h 153"/>
                <a:gd name="T56" fmla="*/ 6 w 155"/>
                <a:gd name="T57" fmla="*/ 30 h 153"/>
                <a:gd name="T58" fmla="*/ 6 w 155"/>
                <a:gd name="T59" fmla="*/ 30 h 153"/>
                <a:gd name="T60" fmla="*/ 6 w 155"/>
                <a:gd name="T61" fmla="*/ 29 h 153"/>
                <a:gd name="T62" fmla="*/ 9 w 155"/>
                <a:gd name="T63" fmla="*/ 20 h 153"/>
                <a:gd name="T64" fmla="*/ 19 w 155"/>
                <a:gd name="T65" fmla="*/ 11 h 153"/>
                <a:gd name="T66" fmla="*/ 24 w 155"/>
                <a:gd name="T67" fmla="*/ 9 h 153"/>
                <a:gd name="T68" fmla="*/ 25 w 155"/>
                <a:gd name="T69" fmla="*/ 9 h 153"/>
                <a:gd name="T70" fmla="*/ 25 w 155"/>
                <a:gd name="T71" fmla="*/ 9 h 153"/>
                <a:gd name="T72" fmla="*/ 102 w 155"/>
                <a:gd name="T73" fmla="*/ 0 h 153"/>
                <a:gd name="T74" fmla="*/ 24 w 155"/>
                <a:gd name="T75" fmla="*/ 3 h 153"/>
                <a:gd name="T76" fmla="*/ 24 w 155"/>
                <a:gd name="T77" fmla="*/ 3 h 153"/>
                <a:gd name="T78" fmla="*/ 12 w 155"/>
                <a:gd name="T79" fmla="*/ 8 h 153"/>
                <a:gd name="T80" fmla="*/ 4 w 155"/>
                <a:gd name="T81" fmla="*/ 17 h 153"/>
                <a:gd name="T82" fmla="*/ 0 w 155"/>
                <a:gd name="T83" fmla="*/ 29 h 153"/>
                <a:gd name="T84" fmla="*/ 0 w 155"/>
                <a:gd name="T85" fmla="*/ 31 h 153"/>
                <a:gd name="T86" fmla="*/ 0 w 155"/>
                <a:gd name="T87" fmla="*/ 31 h 153"/>
                <a:gd name="T88" fmla="*/ 4 w 155"/>
                <a:gd name="T89" fmla="*/ 112 h 153"/>
                <a:gd name="T90" fmla="*/ 4 w 155"/>
                <a:gd name="T91" fmla="*/ 112 h 153"/>
                <a:gd name="T92" fmla="*/ 9 w 155"/>
                <a:gd name="T93" fmla="*/ 130 h 153"/>
                <a:gd name="T94" fmla="*/ 19 w 155"/>
                <a:gd name="T95" fmla="*/ 144 h 153"/>
                <a:gd name="T96" fmla="*/ 36 w 155"/>
                <a:gd name="T97" fmla="*/ 153 h 153"/>
                <a:gd name="T98" fmla="*/ 36 w 155"/>
                <a:gd name="T99" fmla="*/ 153 h 153"/>
                <a:gd name="T100" fmla="*/ 98 w 155"/>
                <a:gd name="T101" fmla="*/ 148 h 153"/>
                <a:gd name="T102" fmla="*/ 99 w 155"/>
                <a:gd name="T103" fmla="*/ 148 h 153"/>
                <a:gd name="T104" fmla="*/ 111 w 155"/>
                <a:gd name="T105" fmla="*/ 142 h 153"/>
                <a:gd name="T106" fmla="*/ 125 w 155"/>
                <a:gd name="T107" fmla="*/ 111 h 153"/>
                <a:gd name="T108" fmla="*/ 125 w 155"/>
                <a:gd name="T109" fmla="*/ 111 h 153"/>
                <a:gd name="T110" fmla="*/ 123 w 155"/>
                <a:gd name="T111" fmla="*/ 75 h 153"/>
                <a:gd name="T112" fmla="*/ 155 w 155"/>
                <a:gd name="T113" fmla="*/ 94 h 153"/>
                <a:gd name="T114" fmla="*/ 123 w 155"/>
                <a:gd name="T115" fmla="*/ 40 h 153"/>
                <a:gd name="T116" fmla="*/ 120 w 155"/>
                <a:gd name="T117" fmla="*/ 22 h 153"/>
                <a:gd name="T118" fmla="*/ 114 w 155"/>
                <a:gd name="T119" fmla="*/ 9 h 153"/>
                <a:gd name="T120" fmla="*/ 103 w 155"/>
                <a:gd name="T121" fmla="*/ 0 h 153"/>
                <a:gd name="T122" fmla="*/ 102 w 155"/>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4"/>
                    <a:pt x="14" y="139"/>
                    <a:pt x="19" y="144"/>
                  </a:cubicBezTo>
                  <a:cubicBezTo>
                    <a:pt x="23" y="148"/>
                    <a:pt x="29" y="151"/>
                    <a:pt x="36" y="153"/>
                  </a:cubicBezTo>
                  <a:cubicBezTo>
                    <a:pt x="36" y="153"/>
                    <a:pt x="36" y="153"/>
                    <a:pt x="36" y="153"/>
                  </a:cubicBezTo>
                  <a:cubicBezTo>
                    <a:pt x="98" y="148"/>
                    <a:pt x="98" y="148"/>
                    <a:pt x="98"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4" name="Freeform 144">
              <a:extLst>
                <a:ext uri="{FF2B5EF4-FFF2-40B4-BE49-F238E27FC236}">
                  <a16:creationId xmlns:a16="http://schemas.microsoft.com/office/drawing/2014/main" id="{5C1ECE00-EF5A-4B2E-AAC3-3152D9E8B8DF}"/>
                </a:ext>
              </a:extLst>
            </p:cNvPr>
            <p:cNvSpPr>
              <a:spLocks noEditPoints="1"/>
            </p:cNvSpPr>
            <p:nvPr userDrawn="1"/>
          </p:nvSpPr>
          <p:spPr bwMode="auto">
            <a:xfrm>
              <a:off x="2083428" y="50072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5" name="Freeform 145">
              <a:extLst>
                <a:ext uri="{FF2B5EF4-FFF2-40B4-BE49-F238E27FC236}">
                  <a16:creationId xmlns:a16="http://schemas.microsoft.com/office/drawing/2014/main" id="{B1BE2B37-F4ED-480D-99B5-3E92A3A40135}"/>
                </a:ext>
              </a:extLst>
            </p:cNvPr>
            <p:cNvSpPr>
              <a:spLocks noEditPoints="1"/>
            </p:cNvSpPr>
            <p:nvPr userDrawn="1"/>
          </p:nvSpPr>
          <p:spPr bwMode="auto">
            <a:xfrm>
              <a:off x="2374431" y="-35120"/>
              <a:ext cx="114395" cy="172595"/>
            </a:xfrm>
            <a:custGeom>
              <a:avLst/>
              <a:gdLst>
                <a:gd name="T0" fmla="*/ 18 w 76"/>
                <a:gd name="T1" fmla="*/ 83 h 115"/>
                <a:gd name="T2" fmla="*/ 18 w 76"/>
                <a:gd name="T3" fmla="*/ 83 h 115"/>
                <a:gd name="T4" fmla="*/ 18 w 76"/>
                <a:gd name="T5" fmla="*/ 83 h 115"/>
                <a:gd name="T6" fmla="*/ 18 w 76"/>
                <a:gd name="T7" fmla="*/ 83 h 115"/>
                <a:gd name="T8" fmla="*/ 16 w 76"/>
                <a:gd name="T9" fmla="*/ 9 h 115"/>
                <a:gd name="T10" fmla="*/ 59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69 w 76"/>
                <a:gd name="T27" fmla="*/ 78 h 115"/>
                <a:gd name="T28" fmla="*/ 66 w 76"/>
                <a:gd name="T29" fmla="*/ 81 h 115"/>
                <a:gd name="T30" fmla="*/ 54 w 76"/>
                <a:gd name="T31" fmla="*/ 84 h 115"/>
                <a:gd name="T32" fmla="*/ 54 w 76"/>
                <a:gd name="T33" fmla="*/ 84 h 115"/>
                <a:gd name="T34" fmla="*/ 53 w 76"/>
                <a:gd name="T35" fmla="*/ 84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6 w 76"/>
                <a:gd name="T59" fmla="*/ 9 h 115"/>
                <a:gd name="T60" fmla="*/ 16 w 76"/>
                <a:gd name="T61" fmla="*/ 9 h 115"/>
                <a:gd name="T62" fmla="*/ 59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4 w 76"/>
                <a:gd name="T81" fmla="*/ 88 h 115"/>
                <a:gd name="T82" fmla="*/ 15 w 76"/>
                <a:gd name="T83" fmla="*/ 88 h 115"/>
                <a:gd name="T84" fmla="*/ 37 w 76"/>
                <a:gd name="T85" fmla="*/ 89 h 115"/>
                <a:gd name="T86" fmla="*/ 25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59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6" name="Freeform 146">
              <a:extLst>
                <a:ext uri="{FF2B5EF4-FFF2-40B4-BE49-F238E27FC236}">
                  <a16:creationId xmlns:a16="http://schemas.microsoft.com/office/drawing/2014/main" id="{BB391E7C-F1FE-4DF0-85AE-4AB5396E8558}"/>
                </a:ext>
              </a:extLst>
            </p:cNvPr>
            <p:cNvSpPr>
              <a:spLocks noEditPoints="1"/>
            </p:cNvSpPr>
            <p:nvPr userDrawn="1"/>
          </p:nvSpPr>
          <p:spPr bwMode="auto">
            <a:xfrm>
              <a:off x="682603" y="408407"/>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7" name="Freeform 147">
              <a:extLst>
                <a:ext uri="{FF2B5EF4-FFF2-40B4-BE49-F238E27FC236}">
                  <a16:creationId xmlns:a16="http://schemas.microsoft.com/office/drawing/2014/main" id="{A361360F-A90E-478E-B27E-00A4C486DECC}"/>
                </a:ext>
              </a:extLst>
            </p:cNvPr>
            <p:cNvSpPr>
              <a:spLocks noEditPoints="1"/>
            </p:cNvSpPr>
            <p:nvPr userDrawn="1"/>
          </p:nvSpPr>
          <p:spPr bwMode="auto">
            <a:xfrm>
              <a:off x="-576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6 w 76"/>
                <a:gd name="T29" fmla="*/ 81 h 115"/>
                <a:gd name="T30" fmla="*/ 55 w 76"/>
                <a:gd name="T31" fmla="*/ 83 h 115"/>
                <a:gd name="T32" fmla="*/ 55 w 76"/>
                <a:gd name="T33" fmla="*/ 83 h 115"/>
                <a:gd name="T34" fmla="*/ 54 w 76"/>
                <a:gd name="T35" fmla="*/ 83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7 h 115"/>
                <a:gd name="T72" fmla="*/ 1 w 76"/>
                <a:gd name="T73" fmla="*/ 22 h 115"/>
                <a:gd name="T74" fmla="*/ 0 w 76"/>
                <a:gd name="T75" fmla="*/ 39 h 115"/>
                <a:gd name="T76" fmla="*/ 1 w 76"/>
                <a:gd name="T77" fmla="*/ 60 h 115"/>
                <a:gd name="T78" fmla="*/ 8 w 76"/>
                <a:gd name="T79" fmla="*/ 81 h 115"/>
                <a:gd name="T80" fmla="*/ 15 w 76"/>
                <a:gd name="T81" fmla="*/ 87 h 115"/>
                <a:gd name="T82" fmla="*/ 15 w 76"/>
                <a:gd name="T83" fmla="*/ 88 h 115"/>
                <a:gd name="T84" fmla="*/ 37 w 76"/>
                <a:gd name="T85" fmla="*/ 89 h 115"/>
                <a:gd name="T86" fmla="*/ 26 w 76"/>
                <a:gd name="T87" fmla="*/ 115 h 115"/>
                <a:gd name="T88" fmla="*/ 56 w 76"/>
                <a:gd name="T89" fmla="*/ 89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8" name="Freeform 148">
              <a:extLst>
                <a:ext uri="{FF2B5EF4-FFF2-40B4-BE49-F238E27FC236}">
                  <a16:creationId xmlns:a16="http://schemas.microsoft.com/office/drawing/2014/main" id="{972D27D8-D029-4E35-A1E3-ED8417A3EF0A}"/>
                </a:ext>
              </a:extLst>
            </p:cNvPr>
            <p:cNvSpPr>
              <a:spLocks noEditPoints="1"/>
            </p:cNvSpPr>
            <p:nvPr userDrawn="1"/>
          </p:nvSpPr>
          <p:spPr bwMode="auto">
            <a:xfrm>
              <a:off x="1140179" y="74155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8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9" name="Freeform 149">
              <a:extLst>
                <a:ext uri="{FF2B5EF4-FFF2-40B4-BE49-F238E27FC236}">
                  <a16:creationId xmlns:a16="http://schemas.microsoft.com/office/drawing/2014/main" id="{EEA17429-0F22-42A1-87CD-A391985DFAA3}"/>
                </a:ext>
              </a:extLst>
            </p:cNvPr>
            <p:cNvSpPr>
              <a:spLocks noEditPoints="1"/>
            </p:cNvSpPr>
            <p:nvPr userDrawn="1"/>
          </p:nvSpPr>
          <p:spPr bwMode="auto">
            <a:xfrm>
              <a:off x="714713" y="765637"/>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0" name="Freeform 150">
              <a:extLst>
                <a:ext uri="{FF2B5EF4-FFF2-40B4-BE49-F238E27FC236}">
                  <a16:creationId xmlns:a16="http://schemas.microsoft.com/office/drawing/2014/main" id="{DA2F567A-4BEE-4185-8372-5B1A6D827B1F}"/>
                </a:ext>
              </a:extLst>
            </p:cNvPr>
            <p:cNvSpPr>
              <a:spLocks noEditPoints="1"/>
            </p:cNvSpPr>
            <p:nvPr userDrawn="1"/>
          </p:nvSpPr>
          <p:spPr bwMode="auto">
            <a:xfrm>
              <a:off x="221013" y="960308"/>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6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39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4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6" y="7"/>
                    <a:pt x="16" y="7"/>
                    <a:pt x="16"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1" name="Freeform 151">
              <a:extLst>
                <a:ext uri="{FF2B5EF4-FFF2-40B4-BE49-F238E27FC236}">
                  <a16:creationId xmlns:a16="http://schemas.microsoft.com/office/drawing/2014/main" id="{64E3F29F-435A-4A34-84D0-12C11E9ED18F}"/>
                </a:ext>
              </a:extLst>
            </p:cNvPr>
            <p:cNvSpPr>
              <a:spLocks noEditPoints="1"/>
            </p:cNvSpPr>
            <p:nvPr userDrawn="1"/>
          </p:nvSpPr>
          <p:spPr bwMode="auto">
            <a:xfrm>
              <a:off x="662534" y="1219199"/>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2" name="Freeform 152">
              <a:extLst>
                <a:ext uri="{FF2B5EF4-FFF2-40B4-BE49-F238E27FC236}">
                  <a16:creationId xmlns:a16="http://schemas.microsoft.com/office/drawing/2014/main" id="{ADF0035A-6A74-498A-92BB-895AE193AF24}"/>
                </a:ext>
              </a:extLst>
            </p:cNvPr>
            <p:cNvSpPr>
              <a:spLocks noEditPoints="1"/>
            </p:cNvSpPr>
            <p:nvPr userDrawn="1"/>
          </p:nvSpPr>
          <p:spPr bwMode="auto">
            <a:xfrm>
              <a:off x="-150266" y="1161000"/>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2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5 w 167"/>
                <a:gd name="T87" fmla="*/ 179 h 247"/>
                <a:gd name="T88" fmla="*/ 167 w 167"/>
                <a:gd name="T89" fmla="*/ 172 h 247"/>
                <a:gd name="T90" fmla="*/ 166 w 167"/>
                <a:gd name="T91" fmla="*/ 170 h 247"/>
                <a:gd name="T92" fmla="*/ 166 w 167"/>
                <a:gd name="T93" fmla="*/ 60 h 247"/>
                <a:gd name="T94" fmla="*/ 151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3" name="Freeform 153">
              <a:extLst>
                <a:ext uri="{FF2B5EF4-FFF2-40B4-BE49-F238E27FC236}">
                  <a16:creationId xmlns:a16="http://schemas.microsoft.com/office/drawing/2014/main" id="{0B8CBBC9-1EC0-4698-9F2A-E933A048DB47}"/>
                </a:ext>
              </a:extLst>
            </p:cNvPr>
            <p:cNvSpPr>
              <a:spLocks noEditPoints="1"/>
            </p:cNvSpPr>
            <p:nvPr userDrawn="1"/>
          </p:nvSpPr>
          <p:spPr bwMode="auto">
            <a:xfrm>
              <a:off x="712707" y="1353663"/>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72 w 244"/>
                <a:gd name="T47" fmla="*/ 48 h 98"/>
                <a:gd name="T48" fmla="*/ 69 w 244"/>
                <a:gd name="T49" fmla="*/ 34 h 98"/>
                <a:gd name="T50" fmla="*/ 72 w 244"/>
                <a:gd name="T51" fmla="*/ 23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4" name="Freeform 154">
              <a:extLst>
                <a:ext uri="{FF2B5EF4-FFF2-40B4-BE49-F238E27FC236}">
                  <a16:creationId xmlns:a16="http://schemas.microsoft.com/office/drawing/2014/main" id="{2C2AF738-A276-402B-8733-6EE3BBC07B01}"/>
                </a:ext>
              </a:extLst>
            </p:cNvPr>
            <p:cNvSpPr>
              <a:spLocks noEditPoints="1"/>
            </p:cNvSpPr>
            <p:nvPr userDrawn="1"/>
          </p:nvSpPr>
          <p:spPr bwMode="auto">
            <a:xfrm>
              <a:off x="1720177" y="731520"/>
              <a:ext cx="301037" cy="118408"/>
            </a:xfrm>
            <a:custGeom>
              <a:avLst/>
              <a:gdLst>
                <a:gd name="T0" fmla="*/ 19 w 199"/>
                <a:gd name="T1" fmla="*/ 10 h 79"/>
                <a:gd name="T2" fmla="*/ 71 w 199"/>
                <a:gd name="T3" fmla="*/ 6 h 79"/>
                <a:gd name="T4" fmla="*/ 134 w 199"/>
                <a:gd name="T5" fmla="*/ 17 h 79"/>
                <a:gd name="T6" fmla="*/ 137 w 199"/>
                <a:gd name="T7" fmla="*/ 19 h 79"/>
                <a:gd name="T8" fmla="*/ 138 w 199"/>
                <a:gd name="T9" fmla="*/ 35 h 79"/>
                <a:gd name="T10" fmla="*/ 137 w 199"/>
                <a:gd name="T11" fmla="*/ 38 h 79"/>
                <a:gd name="T12" fmla="*/ 137 w 199"/>
                <a:gd name="T13" fmla="*/ 38 h 79"/>
                <a:gd name="T14" fmla="*/ 133 w 199"/>
                <a:gd name="T15" fmla="*/ 52 h 79"/>
                <a:gd name="T16" fmla="*/ 139 w 199"/>
                <a:gd name="T17" fmla="*/ 62 h 79"/>
                <a:gd name="T18" fmla="*/ 142 w 199"/>
                <a:gd name="T19" fmla="*/ 63 h 79"/>
                <a:gd name="T20" fmla="*/ 87 w 199"/>
                <a:gd name="T21" fmla="*/ 73 h 79"/>
                <a:gd name="T22" fmla="*/ 76 w 199"/>
                <a:gd name="T23" fmla="*/ 73 h 79"/>
                <a:gd name="T24" fmla="*/ 75 w 199"/>
                <a:gd name="T25" fmla="*/ 73 h 79"/>
                <a:gd name="T26" fmla="*/ 71 w 199"/>
                <a:gd name="T27" fmla="*/ 73 h 79"/>
                <a:gd name="T28" fmla="*/ 12 w 199"/>
                <a:gd name="T29" fmla="*/ 58 h 79"/>
                <a:gd name="T30" fmla="*/ 10 w 199"/>
                <a:gd name="T31" fmla="*/ 56 h 79"/>
                <a:gd name="T32" fmla="*/ 13 w 199"/>
                <a:gd name="T33" fmla="*/ 15 h 79"/>
                <a:gd name="T34" fmla="*/ 19 w 199"/>
                <a:gd name="T35" fmla="*/ 11 h 79"/>
                <a:gd name="T36" fmla="*/ 71 w 199"/>
                <a:gd name="T37" fmla="*/ 0 h 79"/>
                <a:gd name="T38" fmla="*/ 18 w 199"/>
                <a:gd name="T39" fmla="*/ 5 h 79"/>
                <a:gd name="T40" fmla="*/ 18 w 199"/>
                <a:gd name="T41" fmla="*/ 5 h 79"/>
                <a:gd name="T42" fmla="*/ 0 w 199"/>
                <a:gd name="T43" fmla="*/ 35 h 79"/>
                <a:gd name="T44" fmla="*/ 4 w 199"/>
                <a:gd name="T45" fmla="*/ 59 h 79"/>
                <a:gd name="T46" fmla="*/ 18 w 199"/>
                <a:gd name="T47" fmla="*/ 69 h 79"/>
                <a:gd name="T48" fmla="*/ 71 w 199"/>
                <a:gd name="T49" fmla="*/ 79 h 79"/>
                <a:gd name="T50" fmla="*/ 87 w 199"/>
                <a:gd name="T51" fmla="*/ 79 h 79"/>
                <a:gd name="T52" fmla="*/ 199 w 199"/>
                <a:gd name="T53" fmla="*/ 59 h 79"/>
                <a:gd name="T54" fmla="*/ 140 w 199"/>
                <a:gd name="T55" fmla="*/ 56 h 79"/>
                <a:gd name="T56" fmla="*/ 139 w 199"/>
                <a:gd name="T57" fmla="*/ 52 h 79"/>
                <a:gd name="T58" fmla="*/ 142 w 199"/>
                <a:gd name="T59" fmla="*/ 41 h 79"/>
                <a:gd name="T60" fmla="*/ 141 w 199"/>
                <a:gd name="T61" fmla="*/ 15 h 79"/>
                <a:gd name="T62" fmla="*/ 141 w 199"/>
                <a:gd name="T63" fmla="*/ 14 h 79"/>
                <a:gd name="T64" fmla="*/ 137 w 199"/>
                <a:gd name="T65" fmla="*/ 18 h 79"/>
                <a:gd name="T66" fmla="*/ 141 w 199"/>
                <a:gd name="T67"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3"/>
                    <a:pt x="161" y="63"/>
                    <a:pt x="161" y="63"/>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5" name="Freeform 155">
              <a:extLst>
                <a:ext uri="{FF2B5EF4-FFF2-40B4-BE49-F238E27FC236}">
                  <a16:creationId xmlns:a16="http://schemas.microsoft.com/office/drawing/2014/main" id="{D17A6827-6575-4261-BB4A-F9222E339B59}"/>
                </a:ext>
              </a:extLst>
            </p:cNvPr>
            <p:cNvSpPr>
              <a:spLocks noEditPoints="1"/>
            </p:cNvSpPr>
            <p:nvPr userDrawn="1"/>
          </p:nvSpPr>
          <p:spPr bwMode="auto">
            <a:xfrm>
              <a:off x="152778" y="-221764"/>
              <a:ext cx="387335" cy="156539"/>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76 w 257"/>
                <a:gd name="T17" fmla="*/ 69 h 104"/>
                <a:gd name="T18" fmla="*/ 183 w 257"/>
                <a:gd name="T19" fmla="*/ 81 h 104"/>
                <a:gd name="T20" fmla="*/ 187 w 257"/>
                <a:gd name="T21" fmla="*/ 83 h 104"/>
                <a:gd name="T22" fmla="*/ 114 w 257"/>
                <a:gd name="T23" fmla="*/ 98 h 104"/>
                <a:gd name="T24" fmla="*/ 100 w 257"/>
                <a:gd name="T25" fmla="*/ 98 h 104"/>
                <a:gd name="T26" fmla="*/ 98 w 257"/>
                <a:gd name="T27" fmla="*/ 97 h 104"/>
                <a:gd name="T28" fmla="*/ 93 w 257"/>
                <a:gd name="T29" fmla="*/ 98 h 104"/>
                <a:gd name="T30" fmla="*/ 13 w 257"/>
                <a:gd name="T31" fmla="*/ 78 h 104"/>
                <a:gd name="T32" fmla="*/ 11 w 257"/>
                <a:gd name="T33" fmla="*/ 75 h 104"/>
                <a:gd name="T34" fmla="*/ 15 w 257"/>
                <a:gd name="T35" fmla="*/ 19 h 104"/>
                <a:gd name="T36" fmla="*/ 24 w 257"/>
                <a:gd name="T37" fmla="*/ 14 h 104"/>
                <a:gd name="T38" fmla="*/ 24 w 257"/>
                <a:gd name="T39" fmla="*/ 13 h 104"/>
                <a:gd name="T40" fmla="*/ 93 w 257"/>
                <a:gd name="T41" fmla="*/ 0 h 104"/>
                <a:gd name="T42" fmla="*/ 23 w 257"/>
                <a:gd name="T43" fmla="*/ 8 h 104"/>
                <a:gd name="T44" fmla="*/ 11 w 257"/>
                <a:gd name="T45" fmla="*/ 15 h 104"/>
                <a:gd name="T46" fmla="*/ 5 w 257"/>
                <a:gd name="T47" fmla="*/ 77 h 104"/>
                <a:gd name="T48" fmla="*/ 5 w 257"/>
                <a:gd name="T49" fmla="*/ 78 h 104"/>
                <a:gd name="T50" fmla="*/ 93 w 257"/>
                <a:gd name="T51" fmla="*/ 104 h 104"/>
                <a:gd name="T52" fmla="*/ 98 w 257"/>
                <a:gd name="T53" fmla="*/ 103 h 104"/>
                <a:gd name="T54" fmla="*/ 240 w 257"/>
                <a:gd name="T55" fmla="*/ 84 h 104"/>
                <a:gd name="T56" fmla="*/ 188 w 257"/>
                <a:gd name="T57" fmla="*/ 77 h 104"/>
                <a:gd name="T58" fmla="*/ 184 w 257"/>
                <a:gd name="T59" fmla="*/ 75 h 104"/>
                <a:gd name="T60" fmla="*/ 187 w 257"/>
                <a:gd name="T61" fmla="*/ 54 h 104"/>
                <a:gd name="T62" fmla="*/ 186 w 257"/>
                <a:gd name="T63" fmla="*/ 20 h 104"/>
                <a:gd name="T64" fmla="*/ 185 w 257"/>
                <a:gd name="T65" fmla="*/ 19 h 104"/>
                <a:gd name="T66" fmla="*/ 181 w 257"/>
                <a:gd name="T67" fmla="*/ 23 h 104"/>
                <a:gd name="T68" fmla="*/ 185 w 257"/>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7"/>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3"/>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6"/>
                    <a:pt x="187" y="76"/>
                    <a:pt x="187" y="76"/>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6" name="Freeform 156">
              <a:extLst>
                <a:ext uri="{FF2B5EF4-FFF2-40B4-BE49-F238E27FC236}">
                  <a16:creationId xmlns:a16="http://schemas.microsoft.com/office/drawing/2014/main" id="{F50D43D9-A871-42E3-886B-7D576011180E}"/>
                </a:ext>
              </a:extLst>
            </p:cNvPr>
            <p:cNvSpPr>
              <a:spLocks noEditPoints="1"/>
            </p:cNvSpPr>
            <p:nvPr userDrawn="1"/>
          </p:nvSpPr>
          <p:spPr bwMode="auto">
            <a:xfrm>
              <a:off x="-180370" y="958301"/>
              <a:ext cx="415432" cy="170588"/>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7"/>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7" name="Freeform 157">
              <a:extLst>
                <a:ext uri="{FF2B5EF4-FFF2-40B4-BE49-F238E27FC236}">
                  <a16:creationId xmlns:a16="http://schemas.microsoft.com/office/drawing/2014/main" id="{BA425F75-FF39-4FD3-A538-2E4EE3E53D72}"/>
                </a:ext>
              </a:extLst>
            </p:cNvPr>
            <p:cNvSpPr>
              <a:spLocks noEditPoints="1"/>
            </p:cNvSpPr>
            <p:nvPr userDrawn="1"/>
          </p:nvSpPr>
          <p:spPr bwMode="auto">
            <a:xfrm>
              <a:off x="618381" y="976364"/>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8" name="Freeform 158">
              <a:extLst>
                <a:ext uri="{FF2B5EF4-FFF2-40B4-BE49-F238E27FC236}">
                  <a16:creationId xmlns:a16="http://schemas.microsoft.com/office/drawing/2014/main" id="{02419E7D-E9CE-408F-98C6-D1B59F01300C}"/>
                </a:ext>
              </a:extLst>
            </p:cNvPr>
            <p:cNvSpPr>
              <a:spLocks/>
            </p:cNvSpPr>
            <p:nvPr userDrawn="1"/>
          </p:nvSpPr>
          <p:spPr bwMode="auto">
            <a:xfrm>
              <a:off x="642464" y="1018508"/>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9" name="Freeform 159">
              <a:extLst>
                <a:ext uri="{FF2B5EF4-FFF2-40B4-BE49-F238E27FC236}">
                  <a16:creationId xmlns:a16="http://schemas.microsoft.com/office/drawing/2014/main" id="{B2596061-795F-4619-BDC8-AA5C3B1D16D2}"/>
                </a:ext>
              </a:extLst>
            </p:cNvPr>
            <p:cNvSpPr>
              <a:spLocks noEditPoints="1"/>
            </p:cNvSpPr>
            <p:nvPr userDrawn="1"/>
          </p:nvSpPr>
          <p:spPr bwMode="auto">
            <a:xfrm>
              <a:off x="989661" y="1460029"/>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7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0" name="Freeform 160">
              <a:extLst>
                <a:ext uri="{FF2B5EF4-FFF2-40B4-BE49-F238E27FC236}">
                  <a16:creationId xmlns:a16="http://schemas.microsoft.com/office/drawing/2014/main" id="{90CFB3BD-9CB8-4B13-B922-E99E41B71152}"/>
                </a:ext>
              </a:extLst>
            </p:cNvPr>
            <p:cNvSpPr>
              <a:spLocks noEditPoints="1"/>
            </p:cNvSpPr>
            <p:nvPr userDrawn="1"/>
          </p:nvSpPr>
          <p:spPr bwMode="auto">
            <a:xfrm>
              <a:off x="1332842" y="861969"/>
              <a:ext cx="254879" cy="200691"/>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1" name="Freeform 161">
              <a:extLst>
                <a:ext uri="{FF2B5EF4-FFF2-40B4-BE49-F238E27FC236}">
                  <a16:creationId xmlns:a16="http://schemas.microsoft.com/office/drawing/2014/main" id="{F8C0A369-1BAA-44A2-A39A-2CE28D00E4FA}"/>
                </a:ext>
              </a:extLst>
            </p:cNvPr>
            <p:cNvSpPr>
              <a:spLocks noEditPoints="1"/>
            </p:cNvSpPr>
            <p:nvPr userDrawn="1"/>
          </p:nvSpPr>
          <p:spPr bwMode="auto">
            <a:xfrm>
              <a:off x="2304188" y="1233248"/>
              <a:ext cx="254879" cy="198685"/>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26 w 169"/>
                <a:gd name="T31" fmla="*/ 82 h 132"/>
                <a:gd name="T32" fmla="*/ 8 w 169"/>
                <a:gd name="T33" fmla="*/ 45 h 132"/>
                <a:gd name="T34" fmla="*/ 7 w 169"/>
                <a:gd name="T35" fmla="*/ 45 h 132"/>
                <a:gd name="T36" fmla="*/ 7 w 169"/>
                <a:gd name="T37" fmla="*/ 44 h 132"/>
                <a:gd name="T38" fmla="*/ 7 w 169"/>
                <a:gd name="T39" fmla="*/ 44 h 132"/>
                <a:gd name="T40" fmla="*/ 6 w 169"/>
                <a:gd name="T41" fmla="*/ 33 h 132"/>
                <a:gd name="T42" fmla="*/ 10 w 169"/>
                <a:gd name="T43" fmla="*/ 18 h 132"/>
                <a:gd name="T44" fmla="*/ 27 w 169"/>
                <a:gd name="T45" fmla="*/ 7 h 132"/>
                <a:gd name="T46" fmla="*/ 108 w 169"/>
                <a:gd name="T47" fmla="*/ 0 h 132"/>
                <a:gd name="T48" fmla="*/ 27 w 169"/>
                <a:gd name="T49" fmla="*/ 1 h 132"/>
                <a:gd name="T50" fmla="*/ 26 w 169"/>
                <a:gd name="T51" fmla="*/ 1 h 132"/>
                <a:gd name="T52" fmla="*/ 26 w 169"/>
                <a:gd name="T53" fmla="*/ 2 h 132"/>
                <a:gd name="T54" fmla="*/ 5 w 169"/>
                <a:gd name="T55" fmla="*/ 15 h 132"/>
                <a:gd name="T56" fmla="*/ 0 w 169"/>
                <a:gd name="T57" fmla="*/ 33 h 132"/>
                <a:gd name="T58" fmla="*/ 2 w 169"/>
                <a:gd name="T59" fmla="*/ 46 h 132"/>
                <a:gd name="T60" fmla="*/ 23 w 169"/>
                <a:gd name="T61" fmla="*/ 87 h 132"/>
                <a:gd name="T62" fmla="*/ 37 w 169"/>
                <a:gd name="T63" fmla="*/ 93 h 132"/>
                <a:gd name="T64" fmla="*/ 42 w 169"/>
                <a:gd name="T65" fmla="*/ 132 h 132"/>
                <a:gd name="T66" fmla="*/ 43 w 169"/>
                <a:gd name="T67" fmla="*/ 132 h 132"/>
                <a:gd name="T68" fmla="*/ 55 w 169"/>
                <a:gd name="T69" fmla="*/ 94 h 132"/>
                <a:gd name="T70" fmla="*/ 125 w 169"/>
                <a:gd name="T71" fmla="*/ 94 h 132"/>
                <a:gd name="T72" fmla="*/ 126 w 169"/>
                <a:gd name="T73" fmla="*/ 94 h 132"/>
                <a:gd name="T74" fmla="*/ 160 w 169"/>
                <a:gd name="T75" fmla="*/ 68 h 132"/>
                <a:gd name="T76" fmla="*/ 169 w 169"/>
                <a:gd name="T77" fmla="*/ 42 h 132"/>
                <a:gd name="T78" fmla="*/ 161 w 169"/>
                <a:gd name="T79" fmla="*/ 17 h 132"/>
                <a:gd name="T80" fmla="*/ 161 w 169"/>
                <a:gd name="T81" fmla="*/ 17 h 132"/>
                <a:gd name="T82" fmla="*/ 160 w 169"/>
                <a:gd name="T83" fmla="*/ 15 h 132"/>
                <a:gd name="T84" fmla="*/ 160 w 169"/>
                <a:gd name="T85" fmla="*/ 14 h 132"/>
                <a:gd name="T86" fmla="*/ 159 w 169"/>
                <a:gd name="T87" fmla="*/ 14 h 132"/>
                <a:gd name="T88" fmla="*/ 151 w 169"/>
                <a:gd name="T89" fmla="*/ 6 h 132"/>
                <a:gd name="T90" fmla="*/ 144 w 169"/>
                <a:gd name="T91" fmla="*/ 2 h 132"/>
                <a:gd name="T92" fmla="*/ 139 w 169"/>
                <a:gd name="T93" fmla="*/ 1 h 132"/>
                <a:gd name="T94" fmla="*/ 108 w 169"/>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2" name="Freeform 162">
              <a:extLst>
                <a:ext uri="{FF2B5EF4-FFF2-40B4-BE49-F238E27FC236}">
                  <a16:creationId xmlns:a16="http://schemas.microsoft.com/office/drawing/2014/main" id="{20D9D183-8580-4C87-85E1-43D689677E56}"/>
                </a:ext>
              </a:extLst>
            </p:cNvPr>
            <p:cNvSpPr>
              <a:spLocks/>
            </p:cNvSpPr>
            <p:nvPr userDrawn="1"/>
          </p:nvSpPr>
          <p:spPr bwMode="auto">
            <a:xfrm>
              <a:off x="2368410"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3" name="Freeform 163">
              <a:extLst>
                <a:ext uri="{FF2B5EF4-FFF2-40B4-BE49-F238E27FC236}">
                  <a16:creationId xmlns:a16="http://schemas.microsoft.com/office/drawing/2014/main" id="{CA81AF87-9C8D-41DD-ACC6-3BB542A9C7B1}"/>
                </a:ext>
              </a:extLst>
            </p:cNvPr>
            <p:cNvSpPr>
              <a:spLocks noEditPoints="1"/>
            </p:cNvSpPr>
            <p:nvPr userDrawn="1"/>
          </p:nvSpPr>
          <p:spPr bwMode="auto">
            <a:xfrm>
              <a:off x="1055889" y="5018"/>
              <a:ext cx="282975" cy="242837"/>
            </a:xfrm>
            <a:custGeom>
              <a:avLst/>
              <a:gdLst>
                <a:gd name="T0" fmla="*/ 144 w 188"/>
                <a:gd name="T1" fmla="*/ 116 h 162"/>
                <a:gd name="T2" fmla="*/ 91 w 188"/>
                <a:gd name="T3" fmla="*/ 23 h 162"/>
                <a:gd name="T4" fmla="*/ 67 w 188"/>
                <a:gd name="T5" fmla="*/ 15 h 162"/>
                <a:gd name="T6" fmla="*/ 78 w 188"/>
                <a:gd name="T7" fmla="*/ 6 h 162"/>
                <a:gd name="T8" fmla="*/ 90 w 188"/>
                <a:gd name="T9" fmla="*/ 29 h 162"/>
                <a:gd name="T10" fmla="*/ 124 w 188"/>
                <a:gd name="T11" fmla="*/ 11 h 162"/>
                <a:gd name="T12" fmla="*/ 158 w 188"/>
                <a:gd name="T13" fmla="*/ 36 h 162"/>
                <a:gd name="T14" fmla="*/ 170 w 188"/>
                <a:gd name="T15" fmla="*/ 64 h 162"/>
                <a:gd name="T16" fmla="*/ 181 w 188"/>
                <a:gd name="T17" fmla="*/ 68 h 162"/>
                <a:gd name="T18" fmla="*/ 173 w 188"/>
                <a:gd name="T19" fmla="*/ 93 h 162"/>
                <a:gd name="T20" fmla="*/ 172 w 188"/>
                <a:gd name="T21" fmla="*/ 144 h 162"/>
                <a:gd name="T22" fmla="*/ 138 w 188"/>
                <a:gd name="T23" fmla="*/ 125 h 162"/>
                <a:gd name="T24" fmla="*/ 123 w 188"/>
                <a:gd name="T25" fmla="*/ 140 h 162"/>
                <a:gd name="T26" fmla="*/ 107 w 188"/>
                <a:gd name="T27" fmla="*/ 131 h 162"/>
                <a:gd name="T28" fmla="*/ 75 w 188"/>
                <a:gd name="T29" fmla="*/ 148 h 162"/>
                <a:gd name="T30" fmla="*/ 44 w 188"/>
                <a:gd name="T31" fmla="*/ 119 h 162"/>
                <a:gd name="T32" fmla="*/ 20 w 188"/>
                <a:gd name="T33" fmla="*/ 112 h 162"/>
                <a:gd name="T34" fmla="*/ 8 w 188"/>
                <a:gd name="T35" fmla="*/ 89 h 162"/>
                <a:gd name="T36" fmla="*/ 19 w 188"/>
                <a:gd name="T37" fmla="*/ 57 h 162"/>
                <a:gd name="T38" fmla="*/ 41 w 188"/>
                <a:gd name="T39" fmla="*/ 28 h 162"/>
                <a:gd name="T40" fmla="*/ 67 w 188"/>
                <a:gd name="T41" fmla="*/ 19 h 162"/>
                <a:gd name="T42" fmla="*/ 71 w 188"/>
                <a:gd name="T43" fmla="*/ 3 h 162"/>
                <a:gd name="T44" fmla="*/ 60 w 188"/>
                <a:gd name="T45" fmla="*/ 15 h 162"/>
                <a:gd name="T46" fmla="*/ 54 w 188"/>
                <a:gd name="T47" fmla="*/ 24 h 162"/>
                <a:gd name="T48" fmla="*/ 38 w 188"/>
                <a:gd name="T49" fmla="*/ 21 h 162"/>
                <a:gd name="T50" fmla="*/ 35 w 188"/>
                <a:gd name="T51" fmla="*/ 20 h 162"/>
                <a:gd name="T52" fmla="*/ 14 w 188"/>
                <a:gd name="T53" fmla="*/ 59 h 162"/>
                <a:gd name="T54" fmla="*/ 9 w 188"/>
                <a:gd name="T55" fmla="*/ 82 h 162"/>
                <a:gd name="T56" fmla="*/ 5 w 188"/>
                <a:gd name="T57" fmla="*/ 83 h 162"/>
                <a:gd name="T58" fmla="*/ 3 w 188"/>
                <a:gd name="T59" fmla="*/ 109 h 162"/>
                <a:gd name="T60" fmla="*/ 21 w 188"/>
                <a:gd name="T61" fmla="*/ 118 h 162"/>
                <a:gd name="T62" fmla="*/ 41 w 188"/>
                <a:gd name="T63" fmla="*/ 133 h 162"/>
                <a:gd name="T64" fmla="*/ 41 w 188"/>
                <a:gd name="T65" fmla="*/ 138 h 162"/>
                <a:gd name="T66" fmla="*/ 75 w 188"/>
                <a:gd name="T67" fmla="*/ 154 h 162"/>
                <a:gd name="T68" fmla="*/ 102 w 188"/>
                <a:gd name="T69" fmla="*/ 139 h 162"/>
                <a:gd name="T70" fmla="*/ 110 w 188"/>
                <a:gd name="T71" fmla="*/ 140 h 162"/>
                <a:gd name="T72" fmla="*/ 111 w 188"/>
                <a:gd name="T73" fmla="*/ 141 h 162"/>
                <a:gd name="T74" fmla="*/ 144 w 188"/>
                <a:gd name="T75" fmla="*/ 137 h 162"/>
                <a:gd name="T76" fmla="*/ 145 w 188"/>
                <a:gd name="T77" fmla="*/ 121 h 162"/>
                <a:gd name="T78" fmla="*/ 182 w 188"/>
                <a:gd name="T79" fmla="*/ 162 h 162"/>
                <a:gd name="T80" fmla="*/ 187 w 188"/>
                <a:gd name="T81" fmla="*/ 160 h 162"/>
                <a:gd name="T82" fmla="*/ 165 w 188"/>
                <a:gd name="T83" fmla="*/ 124 h 162"/>
                <a:gd name="T84" fmla="*/ 173 w 188"/>
                <a:gd name="T85" fmla="*/ 99 h 162"/>
                <a:gd name="T86" fmla="*/ 185 w 188"/>
                <a:gd name="T87" fmla="*/ 63 h 162"/>
                <a:gd name="T88" fmla="*/ 173 w 188"/>
                <a:gd name="T89" fmla="*/ 58 h 162"/>
                <a:gd name="T90" fmla="*/ 161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5" y="117"/>
                  </a:moveTo>
                  <a:cubicBezTo>
                    <a:pt x="145" y="117"/>
                    <a:pt x="145" y="117"/>
                    <a:pt x="145" y="117"/>
                  </a:cubicBezTo>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8"/>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3"/>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8"/>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4" name="Freeform 164">
              <a:extLst>
                <a:ext uri="{FF2B5EF4-FFF2-40B4-BE49-F238E27FC236}">
                  <a16:creationId xmlns:a16="http://schemas.microsoft.com/office/drawing/2014/main" id="{0D5FE985-006B-416B-AB92-E03563040969}"/>
                </a:ext>
              </a:extLst>
            </p:cNvPr>
            <p:cNvSpPr>
              <a:spLocks noEditPoints="1"/>
            </p:cNvSpPr>
            <p:nvPr userDrawn="1"/>
          </p:nvSpPr>
          <p:spPr bwMode="auto">
            <a:xfrm>
              <a:off x="1766336" y="47162"/>
              <a:ext cx="282975" cy="242837"/>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5" name="Freeform 165">
              <a:extLst>
                <a:ext uri="{FF2B5EF4-FFF2-40B4-BE49-F238E27FC236}">
                  <a16:creationId xmlns:a16="http://schemas.microsoft.com/office/drawing/2014/main" id="{63DC3B6C-6A37-468C-AA85-7B99A62FDCF2}"/>
                </a:ext>
              </a:extLst>
            </p:cNvPr>
            <p:cNvSpPr>
              <a:spLocks noEditPoints="1"/>
            </p:cNvSpPr>
            <p:nvPr userDrawn="1"/>
          </p:nvSpPr>
          <p:spPr bwMode="auto">
            <a:xfrm>
              <a:off x="1196372" y="1144944"/>
              <a:ext cx="282975" cy="242837"/>
            </a:xfrm>
            <a:custGeom>
              <a:avLst/>
              <a:gdLst>
                <a:gd name="T0" fmla="*/ 168 w 188"/>
                <a:gd name="T1" fmla="*/ 112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8 h 162"/>
                <a:gd name="T18" fmla="*/ 173 w 188"/>
                <a:gd name="T19" fmla="*/ 110 h 162"/>
                <a:gd name="T20" fmla="*/ 160 w 188"/>
                <a:gd name="T21" fmla="*/ 110 h 162"/>
                <a:gd name="T22" fmla="*/ 143 w 188"/>
                <a:gd name="T23" fmla="*/ 122 h 162"/>
                <a:gd name="T24" fmla="*/ 114 w 188"/>
                <a:gd name="T25" fmla="*/ 148 h 162"/>
                <a:gd name="T26" fmla="*/ 99 w 188"/>
                <a:gd name="T27" fmla="*/ 145 h 162"/>
                <a:gd name="T28" fmla="*/ 82 w 188"/>
                <a:gd name="T29" fmla="*/ 131 h 162"/>
                <a:gd name="T30" fmla="*/ 78 w 188"/>
                <a:gd name="T31" fmla="*/ 132 h 162"/>
                <a:gd name="T32" fmla="*/ 65 w 188"/>
                <a:gd name="T33" fmla="*/ 139 h 162"/>
                <a:gd name="T34" fmla="*/ 50 w 188"/>
                <a:gd name="T35" fmla="*/ 133 h 162"/>
                <a:gd name="T36" fmla="*/ 49 w 188"/>
                <a:gd name="T37" fmla="*/ 115 h 162"/>
                <a:gd name="T38" fmla="*/ 17 w 188"/>
                <a:gd name="T39" fmla="*/ 144 h 162"/>
                <a:gd name="T40" fmla="*/ 29 w 188"/>
                <a:gd name="T41" fmla="*/ 97 h 162"/>
                <a:gd name="T42" fmla="*/ 8 w 188"/>
                <a:gd name="T43" fmla="*/ 84 h 162"/>
                <a:gd name="T44" fmla="*/ 11 w 188"/>
                <a:gd name="T45" fmla="*/ 64 h 162"/>
                <a:gd name="T46" fmla="*/ 19 w 188"/>
                <a:gd name="T47" fmla="*/ 64 h 162"/>
                <a:gd name="T48" fmla="*/ 32 w 188"/>
                <a:gd name="T49" fmla="*/ 40 h 162"/>
                <a:gd name="T50" fmla="*/ 53 w 188"/>
                <a:gd name="T51" fmla="*/ 12 h 162"/>
                <a:gd name="T52" fmla="*/ 86 w 188"/>
                <a:gd name="T53" fmla="*/ 17 h 162"/>
                <a:gd name="T54" fmla="*/ 95 w 188"/>
                <a:gd name="T55" fmla="*/ 24 h 162"/>
                <a:gd name="T56" fmla="*/ 99 w 188"/>
                <a:gd name="T57" fmla="*/ 28 h 162"/>
                <a:gd name="T58" fmla="*/ 106 w 188"/>
                <a:gd name="T59" fmla="*/ 1 h 162"/>
                <a:gd name="T60" fmla="*/ 89 w 188"/>
                <a:gd name="T61" fmla="*/ 12 h 162"/>
                <a:gd name="T62" fmla="*/ 51 w 188"/>
                <a:gd name="T63" fmla="*/ 7 h 162"/>
                <a:gd name="T64" fmla="*/ 28 w 188"/>
                <a:gd name="T65" fmla="*/ 44 h 162"/>
                <a:gd name="T66" fmla="*/ 19 w 188"/>
                <a:gd name="T67" fmla="*/ 58 h 162"/>
                <a:gd name="T68" fmla="*/ 14 w 188"/>
                <a:gd name="T69" fmla="*/ 57 h 162"/>
                <a:gd name="T70" fmla="*/ 0 w 188"/>
                <a:gd name="T71" fmla="*/ 75 h 162"/>
                <a:gd name="T72" fmla="*/ 15 w 188"/>
                <a:gd name="T73" fmla="*/ 98 h 162"/>
                <a:gd name="T74" fmla="*/ 23 w 188"/>
                <a:gd name="T75" fmla="*/ 123 h 162"/>
                <a:gd name="T76" fmla="*/ 2 w 188"/>
                <a:gd name="T77" fmla="*/ 157 h 162"/>
                <a:gd name="T78" fmla="*/ 1 w 188"/>
                <a:gd name="T79" fmla="*/ 159 h 162"/>
                <a:gd name="T80" fmla="*/ 4 w 188"/>
                <a:gd name="T81" fmla="*/ 162 h 162"/>
                <a:gd name="T82" fmla="*/ 16 w 188"/>
                <a:gd name="T83" fmla="*/ 155 h 162"/>
                <a:gd name="T84" fmla="*/ 44 w 188"/>
                <a:gd name="T85" fmla="*/ 124 h 162"/>
                <a:gd name="T86" fmla="*/ 45 w 188"/>
                <a:gd name="T87" fmla="*/ 137 h 162"/>
                <a:gd name="T88" fmla="*/ 65 w 188"/>
                <a:gd name="T89" fmla="*/ 145 h 162"/>
                <a:gd name="T90" fmla="*/ 78 w 188"/>
                <a:gd name="T91" fmla="*/ 139 h 162"/>
                <a:gd name="T92" fmla="*/ 79 w 188"/>
                <a:gd name="T93" fmla="*/ 138 h 162"/>
                <a:gd name="T94" fmla="*/ 95 w 188"/>
                <a:gd name="T95" fmla="*/ 149 h 162"/>
                <a:gd name="T96" fmla="*/ 114 w 188"/>
                <a:gd name="T97" fmla="*/ 154 h 162"/>
                <a:gd name="T98" fmla="*/ 148 w 188"/>
                <a:gd name="T99" fmla="*/ 139 h 162"/>
                <a:gd name="T100" fmla="*/ 147 w 188"/>
                <a:gd name="T101" fmla="*/ 132 h 162"/>
                <a:gd name="T102" fmla="*/ 160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8" y="139"/>
                  </a:moveTo>
                  <a:cubicBezTo>
                    <a:pt x="78" y="139"/>
                    <a:pt x="78" y="139"/>
                    <a:pt x="78" y="139"/>
                  </a:cubicBezTo>
                  <a:moveTo>
                    <a:pt x="168" y="112"/>
                  </a:move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14" y="148"/>
                    <a:pt x="114"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7"/>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6" name="Freeform 166">
              <a:extLst>
                <a:ext uri="{FF2B5EF4-FFF2-40B4-BE49-F238E27FC236}">
                  <a16:creationId xmlns:a16="http://schemas.microsoft.com/office/drawing/2014/main" id="{13C3594C-4364-428F-AC6A-91D18CD229C6}"/>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close/>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7" name="Freeform 167">
              <a:extLst>
                <a:ext uri="{FF2B5EF4-FFF2-40B4-BE49-F238E27FC236}">
                  <a16:creationId xmlns:a16="http://schemas.microsoft.com/office/drawing/2014/main" id="{6502A299-E4EF-4A30-A955-6F5BE1A404A2}"/>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8" name="Freeform 168">
              <a:extLst>
                <a:ext uri="{FF2B5EF4-FFF2-40B4-BE49-F238E27FC236}">
                  <a16:creationId xmlns:a16="http://schemas.microsoft.com/office/drawing/2014/main" id="{F44DA005-70D3-4778-9516-BB1E89342099}"/>
                </a:ext>
              </a:extLst>
            </p:cNvPr>
            <p:cNvSpPr>
              <a:spLocks noEditPoints="1"/>
            </p:cNvSpPr>
            <p:nvPr userDrawn="1"/>
          </p:nvSpPr>
          <p:spPr bwMode="auto">
            <a:xfrm>
              <a:off x="2964463"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9" name="Freeform 169">
              <a:extLst>
                <a:ext uri="{FF2B5EF4-FFF2-40B4-BE49-F238E27FC236}">
                  <a16:creationId xmlns:a16="http://schemas.microsoft.com/office/drawing/2014/main" id="{9262B6EB-A61A-4F09-9AFE-77558CAF856D}"/>
                </a:ext>
              </a:extLst>
            </p:cNvPr>
            <p:cNvSpPr>
              <a:spLocks noEditPoints="1"/>
            </p:cNvSpPr>
            <p:nvPr userDrawn="1"/>
          </p:nvSpPr>
          <p:spPr bwMode="auto">
            <a:xfrm>
              <a:off x="2737682" y="-199687"/>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0" name="Freeform 170">
              <a:extLst>
                <a:ext uri="{FF2B5EF4-FFF2-40B4-BE49-F238E27FC236}">
                  <a16:creationId xmlns:a16="http://schemas.microsoft.com/office/drawing/2014/main" id="{05132B6D-A1D6-4C9B-B22F-0CAECAAB15A7}"/>
                </a:ext>
              </a:extLst>
            </p:cNvPr>
            <p:cNvSpPr>
              <a:spLocks noEditPoints="1"/>
            </p:cNvSpPr>
            <p:nvPr userDrawn="1"/>
          </p:nvSpPr>
          <p:spPr bwMode="auto">
            <a:xfrm>
              <a:off x="2735675" y="-103356"/>
              <a:ext cx="26091"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7 h 18"/>
                <a:gd name="T34" fmla="*/ 5 w 18"/>
                <a:gd name="T35" fmla="*/ 18 h 18"/>
                <a:gd name="T36" fmla="*/ 9 w 18"/>
                <a:gd name="T37" fmla="*/ 18 h 18"/>
                <a:gd name="T38" fmla="*/ 9 w 18"/>
                <a:gd name="T39" fmla="*/ 18 h 18"/>
                <a:gd name="T40" fmla="*/ 14 w 18"/>
                <a:gd name="T41" fmla="*/ 17 h 18"/>
                <a:gd name="T42" fmla="*/ 12 w 18"/>
                <a:gd name="T43" fmla="*/ 14 h 18"/>
                <a:gd name="T44" fmla="*/ 14 w 18"/>
                <a:gd name="T45" fmla="*/ 17 h 18"/>
                <a:gd name="T46" fmla="*/ 18 w 18"/>
                <a:gd name="T47" fmla="*/ 9 h 18"/>
                <a:gd name="T48" fmla="*/ 17 w 18"/>
                <a:gd name="T49" fmla="*/ 5 h 18"/>
                <a:gd name="T50" fmla="*/ 17 w 18"/>
                <a:gd name="T51" fmla="*/ 5 h 18"/>
                <a:gd name="T52" fmla="*/ 12 w 18"/>
                <a:gd name="T53" fmla="*/ 1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1" name="Freeform 171">
              <a:extLst>
                <a:ext uri="{FF2B5EF4-FFF2-40B4-BE49-F238E27FC236}">
                  <a16:creationId xmlns:a16="http://schemas.microsoft.com/office/drawing/2014/main" id="{C94FDA08-D114-4C05-9631-19958A82BB81}"/>
                </a:ext>
              </a:extLst>
            </p:cNvPr>
            <p:cNvSpPr>
              <a:spLocks noEditPoints="1"/>
            </p:cNvSpPr>
            <p:nvPr userDrawn="1"/>
          </p:nvSpPr>
          <p:spPr bwMode="auto">
            <a:xfrm>
              <a:off x="2721626" y="-83286"/>
              <a:ext cx="22077" cy="22077"/>
            </a:xfrm>
            <a:custGeom>
              <a:avLst/>
              <a:gdLst>
                <a:gd name="T0" fmla="*/ 8 w 15"/>
                <a:gd name="T1" fmla="*/ 9 h 15"/>
                <a:gd name="T2" fmla="*/ 6 w 15"/>
                <a:gd name="T3" fmla="*/ 8 h 15"/>
                <a:gd name="T4" fmla="*/ 6 w 15"/>
                <a:gd name="T5" fmla="*/ 8 h 15"/>
                <a:gd name="T6" fmla="*/ 7 w 15"/>
                <a:gd name="T7" fmla="*/ 7 h 15"/>
                <a:gd name="T8" fmla="*/ 7 w 15"/>
                <a:gd name="T9" fmla="*/ 7 h 15"/>
                <a:gd name="T10" fmla="*/ 8 w 15"/>
                <a:gd name="T11" fmla="*/ 6 h 15"/>
                <a:gd name="T12" fmla="*/ 9 w 15"/>
                <a:gd name="T13" fmla="*/ 7 h 15"/>
                <a:gd name="T14" fmla="*/ 9 w 15"/>
                <a:gd name="T15" fmla="*/ 7 h 15"/>
                <a:gd name="T16" fmla="*/ 9 w 15"/>
                <a:gd name="T17" fmla="*/ 8 h 15"/>
                <a:gd name="T18" fmla="*/ 8 w 15"/>
                <a:gd name="T19" fmla="*/ 9 h 15"/>
                <a:gd name="T20" fmla="*/ 8 w 15"/>
                <a:gd name="T21" fmla="*/ 9 h 15"/>
                <a:gd name="T22" fmla="*/ 8 w 15"/>
                <a:gd name="T23" fmla="*/ 9 h 15"/>
                <a:gd name="T24" fmla="*/ 8 w 15"/>
                <a:gd name="T25" fmla="*/ 0 h 15"/>
                <a:gd name="T26" fmla="*/ 8 w 15"/>
                <a:gd name="T27" fmla="*/ 0 h 15"/>
                <a:gd name="T28" fmla="*/ 4 w 15"/>
                <a:gd name="T29" fmla="*/ 1 h 15"/>
                <a:gd name="T30" fmla="*/ 4 w 15"/>
                <a:gd name="T31" fmla="*/ 1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4 w 15"/>
                <a:gd name="T55" fmla="*/ 4 h 15"/>
                <a:gd name="T56" fmla="*/ 14 w 15"/>
                <a:gd name="T57" fmla="*/ 4 h 15"/>
                <a:gd name="T58" fmla="*/ 10 w 15"/>
                <a:gd name="T59" fmla="*/ 1 h 15"/>
                <a:gd name="T60" fmla="*/ 8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8" y="9"/>
                  </a:moveTo>
                  <a:cubicBezTo>
                    <a:pt x="7" y="9"/>
                    <a:pt x="7" y="9"/>
                    <a:pt x="6" y="8"/>
                  </a:cubicBezTo>
                  <a:cubicBezTo>
                    <a:pt x="6" y="8"/>
                    <a:pt x="6" y="8"/>
                    <a:pt x="6" y="8"/>
                  </a:cubicBezTo>
                  <a:cubicBezTo>
                    <a:pt x="6" y="7"/>
                    <a:pt x="6" y="7"/>
                    <a:pt x="7" y="7"/>
                  </a:cubicBezTo>
                  <a:cubicBezTo>
                    <a:pt x="7" y="7"/>
                    <a:pt x="7"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4" y="1"/>
                    <a:pt x="4" y="1"/>
                    <a:pt x="4" y="1"/>
                  </a:cubicBezTo>
                  <a:cubicBezTo>
                    <a:pt x="4" y="1"/>
                    <a:pt x="4"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4" y="4"/>
                    <a:pt x="14" y="4"/>
                    <a:pt x="14" y="4"/>
                  </a:cubicBezTo>
                  <a:cubicBezTo>
                    <a:pt x="13" y="2"/>
                    <a:pt x="12"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2" name="Freeform 172">
              <a:extLst>
                <a:ext uri="{FF2B5EF4-FFF2-40B4-BE49-F238E27FC236}">
                  <a16:creationId xmlns:a16="http://schemas.microsoft.com/office/drawing/2014/main" id="{4F9050B0-6F03-449E-B9BE-49B9103D15E9}"/>
                </a:ext>
              </a:extLst>
            </p:cNvPr>
            <p:cNvSpPr>
              <a:spLocks noEditPoints="1"/>
            </p:cNvSpPr>
            <p:nvPr userDrawn="1"/>
          </p:nvSpPr>
          <p:spPr bwMode="auto">
            <a:xfrm>
              <a:off x="2725640" y="-61211"/>
              <a:ext cx="18063" cy="18063"/>
            </a:xfrm>
            <a:custGeom>
              <a:avLst/>
              <a:gdLst>
                <a:gd name="T0" fmla="*/ 6 w 13"/>
                <a:gd name="T1" fmla="*/ 7 h 13"/>
                <a:gd name="T2" fmla="*/ 6 w 13"/>
                <a:gd name="T3" fmla="*/ 7 h 13"/>
                <a:gd name="T4" fmla="*/ 6 w 13"/>
                <a:gd name="T5" fmla="*/ 6 h 13"/>
                <a:gd name="T6" fmla="*/ 6 w 13"/>
                <a:gd name="T7" fmla="*/ 6 h 13"/>
                <a:gd name="T8" fmla="*/ 7 w 13"/>
                <a:gd name="T9" fmla="*/ 6 h 13"/>
                <a:gd name="T10" fmla="*/ 7 w 13"/>
                <a:gd name="T11" fmla="*/ 7 h 13"/>
                <a:gd name="T12" fmla="*/ 7 w 13"/>
                <a:gd name="T13" fmla="*/ 7 h 13"/>
                <a:gd name="T14" fmla="*/ 6 w 13"/>
                <a:gd name="T15" fmla="*/ 7 h 13"/>
                <a:gd name="T16" fmla="*/ 6 w 13"/>
                <a:gd name="T17" fmla="*/ 7 h 13"/>
                <a:gd name="T18" fmla="*/ 6 w 13"/>
                <a:gd name="T19" fmla="*/ 0 h 13"/>
                <a:gd name="T20" fmla="*/ 6 w 13"/>
                <a:gd name="T21" fmla="*/ 0 h 13"/>
                <a:gd name="T22" fmla="*/ 4 w 13"/>
                <a:gd name="T23" fmla="*/ 1 h 13"/>
                <a:gd name="T24" fmla="*/ 3 w 13"/>
                <a:gd name="T25" fmla="*/ 1 h 13"/>
                <a:gd name="T26" fmla="*/ 0 w 13"/>
                <a:gd name="T27" fmla="*/ 7 h 13"/>
                <a:gd name="T28" fmla="*/ 1 w 13"/>
                <a:gd name="T29" fmla="*/ 10 h 13"/>
                <a:gd name="T30" fmla="*/ 1 w 13"/>
                <a:gd name="T31" fmla="*/ 10 h 13"/>
                <a:gd name="T32" fmla="*/ 6 w 13"/>
                <a:gd name="T33" fmla="*/ 13 h 13"/>
                <a:gd name="T34" fmla="*/ 6 w 13"/>
                <a:gd name="T35" fmla="*/ 13 h 13"/>
                <a:gd name="T36" fmla="*/ 10 w 13"/>
                <a:gd name="T37" fmla="*/ 12 h 13"/>
                <a:gd name="T38" fmla="*/ 10 w 13"/>
                <a:gd name="T39" fmla="*/ 12 h 13"/>
                <a:gd name="T40" fmla="*/ 13 w 13"/>
                <a:gd name="T41" fmla="*/ 7 h 13"/>
                <a:gd name="T42" fmla="*/ 12 w 13"/>
                <a:gd name="T43" fmla="*/ 3 h 13"/>
                <a:gd name="T44" fmla="*/ 12 w 13"/>
                <a:gd name="T45" fmla="*/ 3 h 13"/>
                <a:gd name="T46" fmla="*/ 8 w 13"/>
                <a:gd name="T47" fmla="*/ 0 h 13"/>
                <a:gd name="T48" fmla="*/ 6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6" y="7"/>
                    <a:pt x="6" y="7"/>
                    <a:pt x="6" y="7"/>
                  </a:cubicBezTo>
                  <a:cubicBezTo>
                    <a:pt x="6" y="7"/>
                    <a:pt x="6" y="7"/>
                    <a:pt x="6" y="7"/>
                  </a:cubicBezTo>
                  <a:moveTo>
                    <a:pt x="6" y="0"/>
                  </a:moveTo>
                  <a:cubicBezTo>
                    <a:pt x="6" y="0"/>
                    <a:pt x="6" y="0"/>
                    <a:pt x="6" y="0"/>
                  </a:cubicBezTo>
                  <a:cubicBezTo>
                    <a:pt x="5" y="0"/>
                    <a:pt x="5"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9"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3" name="Freeform 173">
              <a:extLst>
                <a:ext uri="{FF2B5EF4-FFF2-40B4-BE49-F238E27FC236}">
                  <a16:creationId xmlns:a16="http://schemas.microsoft.com/office/drawing/2014/main" id="{B3DF6E99-FD2C-43A3-AFCB-BF218E43C292}"/>
                </a:ext>
              </a:extLst>
            </p:cNvPr>
            <p:cNvSpPr>
              <a:spLocks noEditPoints="1"/>
            </p:cNvSpPr>
            <p:nvPr userDrawn="1"/>
          </p:nvSpPr>
          <p:spPr bwMode="auto">
            <a:xfrm>
              <a:off x="2928339" y="108674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4" name="Freeform 174">
              <a:extLst>
                <a:ext uri="{FF2B5EF4-FFF2-40B4-BE49-F238E27FC236}">
                  <a16:creationId xmlns:a16="http://schemas.microsoft.com/office/drawing/2014/main" id="{2BED4CB1-D032-4E8F-B435-8C8E58D2D87E}"/>
                </a:ext>
              </a:extLst>
            </p:cNvPr>
            <p:cNvSpPr>
              <a:spLocks noEditPoints="1"/>
            </p:cNvSpPr>
            <p:nvPr userDrawn="1"/>
          </p:nvSpPr>
          <p:spPr bwMode="auto">
            <a:xfrm>
              <a:off x="2924325"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5" name="Freeform 175">
              <a:extLst>
                <a:ext uri="{FF2B5EF4-FFF2-40B4-BE49-F238E27FC236}">
                  <a16:creationId xmlns:a16="http://schemas.microsoft.com/office/drawing/2014/main" id="{72CB63A8-C7C1-42DA-9CCE-5F14A339F460}"/>
                </a:ext>
              </a:extLst>
            </p:cNvPr>
            <p:cNvSpPr>
              <a:spLocks noEditPoints="1"/>
            </p:cNvSpPr>
            <p:nvPr userDrawn="1"/>
          </p:nvSpPr>
          <p:spPr bwMode="auto">
            <a:xfrm>
              <a:off x="2906262" y="1237262"/>
              <a:ext cx="26091" cy="28097"/>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6 w 17"/>
                <a:gd name="T19" fmla="*/ 8 h 18"/>
                <a:gd name="T20" fmla="*/ 8 w 17"/>
                <a:gd name="T21" fmla="*/ 0 h 18"/>
                <a:gd name="T22" fmla="*/ 1 w 17"/>
                <a:gd name="T23" fmla="*/ 5 h 18"/>
                <a:gd name="T24" fmla="*/ 3 w 17"/>
                <a:gd name="T25" fmla="*/ 7 h 18"/>
                <a:gd name="T26" fmla="*/ 1 w 17"/>
                <a:gd name="T27" fmla="*/ 5 h 18"/>
                <a:gd name="T28" fmla="*/ 0 w 17"/>
                <a:gd name="T29" fmla="*/ 9 h 18"/>
                <a:gd name="T30" fmla="*/ 4 w 17"/>
                <a:gd name="T31" fmla="*/ 17 h 18"/>
                <a:gd name="T32" fmla="*/ 8 w 17"/>
                <a:gd name="T33" fmla="*/ 18 h 18"/>
                <a:gd name="T34" fmla="*/ 8 w 17"/>
                <a:gd name="T35" fmla="*/ 18 h 18"/>
                <a:gd name="T36" fmla="*/ 8 w 17"/>
                <a:gd name="T37" fmla="*/ 18 h 18"/>
                <a:gd name="T38" fmla="*/ 16 w 17"/>
                <a:gd name="T39" fmla="*/ 13 h 18"/>
                <a:gd name="T40" fmla="*/ 17 w 17"/>
                <a:gd name="T41" fmla="*/ 9 h 18"/>
                <a:gd name="T42" fmla="*/ 12 w 17"/>
                <a:gd name="T43" fmla="*/ 1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6" name="Freeform 176">
              <a:extLst>
                <a:ext uri="{FF2B5EF4-FFF2-40B4-BE49-F238E27FC236}">
                  <a16:creationId xmlns:a16="http://schemas.microsoft.com/office/drawing/2014/main" id="{4F385DD0-DEE4-4B11-A141-6E2DB4D166EE}"/>
                </a:ext>
              </a:extLst>
            </p:cNvPr>
            <p:cNvSpPr>
              <a:spLocks noEditPoints="1"/>
            </p:cNvSpPr>
            <p:nvPr userDrawn="1"/>
          </p:nvSpPr>
          <p:spPr bwMode="auto">
            <a:xfrm>
              <a:off x="2882179" y="1241276"/>
              <a:ext cx="24083" cy="22077"/>
            </a:xfrm>
            <a:custGeom>
              <a:avLst/>
              <a:gdLst>
                <a:gd name="T0" fmla="*/ 6 w 16"/>
                <a:gd name="T1" fmla="*/ 7 h 15"/>
                <a:gd name="T2" fmla="*/ 8 w 16"/>
                <a:gd name="T3" fmla="*/ 6 h 15"/>
                <a:gd name="T4" fmla="*/ 9 w 16"/>
                <a:gd name="T5" fmla="*/ 6 h 15"/>
                <a:gd name="T6" fmla="*/ 9 w 16"/>
                <a:gd name="T7" fmla="*/ 6 h 15"/>
                <a:gd name="T8" fmla="*/ 10 w 16"/>
                <a:gd name="T9" fmla="*/ 8 h 15"/>
                <a:gd name="T10" fmla="*/ 9 w 16"/>
                <a:gd name="T11" fmla="*/ 8 h 15"/>
                <a:gd name="T12" fmla="*/ 8 w 16"/>
                <a:gd name="T13" fmla="*/ 9 h 15"/>
                <a:gd name="T14" fmla="*/ 7 w 16"/>
                <a:gd name="T15" fmla="*/ 9 h 15"/>
                <a:gd name="T16" fmla="*/ 6 w 16"/>
                <a:gd name="T17" fmla="*/ 8 h 15"/>
                <a:gd name="T18" fmla="*/ 6 w 16"/>
                <a:gd name="T19" fmla="*/ 7 h 15"/>
                <a:gd name="T20" fmla="*/ 8 w 16"/>
                <a:gd name="T21" fmla="*/ 0 h 15"/>
                <a:gd name="T22" fmla="*/ 1 w 16"/>
                <a:gd name="T23" fmla="*/ 4 h 15"/>
                <a:gd name="T24" fmla="*/ 1 w 16"/>
                <a:gd name="T25" fmla="*/ 4 h 15"/>
                <a:gd name="T26" fmla="*/ 0 w 16"/>
                <a:gd name="T27" fmla="*/ 8 h 15"/>
                <a:gd name="T28" fmla="*/ 5 w 16"/>
                <a:gd name="T29" fmla="*/ 14 h 15"/>
                <a:gd name="T30" fmla="*/ 8 w 16"/>
                <a:gd name="T31" fmla="*/ 15 h 15"/>
                <a:gd name="T32" fmla="*/ 15 w 16"/>
                <a:gd name="T33" fmla="*/ 11 h 15"/>
                <a:gd name="T34" fmla="*/ 16 w 16"/>
                <a:gd name="T35" fmla="*/ 8 h 15"/>
                <a:gd name="T36" fmla="*/ 11 w 16"/>
                <a:gd name="T37" fmla="*/ 1 h 15"/>
                <a:gd name="T38" fmla="*/ 11 w 16"/>
                <a:gd name="T39" fmla="*/ 1 h 15"/>
                <a:gd name="T40" fmla="*/ 8 w 16"/>
                <a:gd name="T41" fmla="*/ 0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6" y="7"/>
                  </a:moveTo>
                  <a:cubicBezTo>
                    <a:pt x="7" y="7"/>
                    <a:pt x="7" y="6"/>
                    <a:pt x="8" y="6"/>
                  </a:cubicBezTo>
                  <a:cubicBezTo>
                    <a:pt x="9" y="6"/>
                    <a:pt x="9" y="6"/>
                    <a:pt x="9" y="6"/>
                  </a:cubicBezTo>
                  <a:cubicBezTo>
                    <a:pt x="9" y="6"/>
                    <a:pt x="9" y="6"/>
                    <a:pt x="9" y="6"/>
                  </a:cubicBezTo>
                  <a:cubicBezTo>
                    <a:pt x="9" y="7"/>
                    <a:pt x="10" y="7"/>
                    <a:pt x="10" y="8"/>
                  </a:cubicBezTo>
                  <a:cubicBezTo>
                    <a:pt x="9" y="8"/>
                    <a:pt x="9" y="8"/>
                    <a:pt x="9" y="8"/>
                  </a:cubicBezTo>
                  <a:cubicBezTo>
                    <a:pt x="9" y="9"/>
                    <a:pt x="9" y="9"/>
                    <a:pt x="8" y="9"/>
                  </a:cubicBezTo>
                  <a:cubicBezTo>
                    <a:pt x="7" y="9"/>
                    <a:pt x="7" y="9"/>
                    <a:pt x="7" y="9"/>
                  </a:cubicBezTo>
                  <a:cubicBezTo>
                    <a:pt x="7" y="9"/>
                    <a:pt x="6" y="8"/>
                    <a:pt x="6" y="8"/>
                  </a:cubicBezTo>
                  <a:cubicBezTo>
                    <a:pt x="6" y="7"/>
                    <a:pt x="6" y="7"/>
                    <a:pt x="6" y="7"/>
                  </a:cubicBezTo>
                  <a:moveTo>
                    <a:pt x="8" y="0"/>
                  </a:moveTo>
                  <a:cubicBezTo>
                    <a:pt x="5" y="0"/>
                    <a:pt x="2" y="2"/>
                    <a:pt x="1" y="4"/>
                  </a:cubicBezTo>
                  <a:cubicBezTo>
                    <a:pt x="1" y="4"/>
                    <a:pt x="1" y="4"/>
                    <a:pt x="1" y="4"/>
                  </a:cubicBezTo>
                  <a:cubicBezTo>
                    <a:pt x="1" y="5"/>
                    <a:pt x="0" y="7"/>
                    <a:pt x="0" y="8"/>
                  </a:cubicBezTo>
                  <a:cubicBezTo>
                    <a:pt x="0" y="11"/>
                    <a:pt x="2" y="13"/>
                    <a:pt x="5" y="14"/>
                  </a:cubicBezTo>
                  <a:cubicBezTo>
                    <a:pt x="6" y="15"/>
                    <a:pt x="7" y="15"/>
                    <a:pt x="8" y="15"/>
                  </a:cubicBezTo>
                  <a:cubicBezTo>
                    <a:pt x="11" y="15"/>
                    <a:pt x="13" y="14"/>
                    <a:pt x="15" y="11"/>
                  </a:cubicBezTo>
                  <a:cubicBezTo>
                    <a:pt x="15" y="10"/>
                    <a:pt x="16" y="9"/>
                    <a:pt x="16" y="8"/>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7" name="Freeform 177">
              <a:extLst>
                <a:ext uri="{FF2B5EF4-FFF2-40B4-BE49-F238E27FC236}">
                  <a16:creationId xmlns:a16="http://schemas.microsoft.com/office/drawing/2014/main" id="{D171E819-5457-4CC3-894D-CF67EBBBE798}"/>
                </a:ext>
              </a:extLst>
            </p:cNvPr>
            <p:cNvSpPr>
              <a:spLocks noEditPoints="1"/>
            </p:cNvSpPr>
            <p:nvPr userDrawn="1"/>
          </p:nvSpPr>
          <p:spPr bwMode="auto">
            <a:xfrm>
              <a:off x="2842041" y="518787"/>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8" name="Freeform 178">
              <a:extLst>
                <a:ext uri="{FF2B5EF4-FFF2-40B4-BE49-F238E27FC236}">
                  <a16:creationId xmlns:a16="http://schemas.microsoft.com/office/drawing/2014/main" id="{65B1F8F6-BD8D-4F8A-9306-17CEA42C4286}"/>
                </a:ext>
              </a:extLst>
            </p:cNvPr>
            <p:cNvSpPr>
              <a:spLocks noEditPoints="1"/>
            </p:cNvSpPr>
            <p:nvPr userDrawn="1"/>
          </p:nvSpPr>
          <p:spPr bwMode="auto">
            <a:xfrm>
              <a:off x="2890207" y="1385774"/>
              <a:ext cx="180622" cy="248857"/>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8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9" name="Freeform 179">
              <a:extLst>
                <a:ext uri="{FF2B5EF4-FFF2-40B4-BE49-F238E27FC236}">
                  <a16:creationId xmlns:a16="http://schemas.microsoft.com/office/drawing/2014/main" id="{C90944E1-71F0-490C-B3FE-6CF10F9A39EA}"/>
                </a:ext>
              </a:extLst>
            </p:cNvPr>
            <p:cNvSpPr>
              <a:spLocks noEditPoints="1"/>
            </p:cNvSpPr>
            <p:nvPr userDrawn="1"/>
          </p:nvSpPr>
          <p:spPr bwMode="auto">
            <a:xfrm>
              <a:off x="2671454" y="-406400"/>
              <a:ext cx="331141"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4 h 131"/>
                <a:gd name="T30" fmla="*/ 208 w 219"/>
                <a:gd name="T31" fmla="*/ 115 h 131"/>
                <a:gd name="T32" fmla="*/ 177 w 219"/>
                <a:gd name="T33" fmla="*/ 125 h 131"/>
                <a:gd name="T34" fmla="*/ 99 w 219"/>
                <a:gd name="T35" fmla="*/ 125 h 131"/>
                <a:gd name="T36" fmla="*/ 87 w 219"/>
                <a:gd name="T37" fmla="*/ 120 h 131"/>
                <a:gd name="T38" fmla="*/ 79 w 219"/>
                <a:gd name="T39" fmla="*/ 111 h 131"/>
                <a:gd name="T40" fmla="*/ 76 w 219"/>
                <a:gd name="T41" fmla="*/ 95 h 131"/>
                <a:gd name="T42" fmla="*/ 76 w 219"/>
                <a:gd name="T43" fmla="*/ 94 h 131"/>
                <a:gd name="T44" fmla="*/ 33 w 219"/>
                <a:gd name="T45" fmla="*/ 51 h 131"/>
                <a:gd name="T46" fmla="*/ 76 w 219"/>
                <a:gd name="T47" fmla="*/ 74 h 131"/>
                <a:gd name="T48" fmla="*/ 76 w 219"/>
                <a:gd name="T49" fmla="*/ 35 h 131"/>
                <a:gd name="T50" fmla="*/ 182 w 219"/>
                <a:gd name="T51" fmla="*/ 0 h 131"/>
                <a:gd name="T52" fmla="*/ 110 w 219"/>
                <a:gd name="T53" fmla="*/ 0 h 131"/>
                <a:gd name="T54" fmla="*/ 110 w 219"/>
                <a:gd name="T55" fmla="*/ 0 h 131"/>
                <a:gd name="T56" fmla="*/ 89 w 219"/>
                <a:gd name="T57" fmla="*/ 6 h 131"/>
                <a:gd name="T58" fmla="*/ 73 w 219"/>
                <a:gd name="T59" fmla="*/ 24 h 131"/>
                <a:gd name="T60" fmla="*/ 70 w 219"/>
                <a:gd name="T61" fmla="*/ 35 h 131"/>
                <a:gd name="T62" fmla="*/ 70 w 219"/>
                <a:gd name="T63" fmla="*/ 35 h 131"/>
                <a:gd name="T64" fmla="*/ 70 w 219"/>
                <a:gd name="T65" fmla="*/ 64 h 131"/>
                <a:gd name="T66" fmla="*/ 0 w 219"/>
                <a:gd name="T67" fmla="*/ 25 h 131"/>
                <a:gd name="T68" fmla="*/ 14 w 219"/>
                <a:gd name="T69" fmla="*/ 40 h 131"/>
                <a:gd name="T70" fmla="*/ 17 w 219"/>
                <a:gd name="T71" fmla="*/ 38 h 131"/>
                <a:gd name="T72" fmla="*/ 14 w 219"/>
                <a:gd name="T73" fmla="*/ 40 h 131"/>
                <a:gd name="T74" fmla="*/ 70 w 219"/>
                <a:gd name="T75" fmla="*/ 97 h 131"/>
                <a:gd name="T76" fmla="*/ 74 w 219"/>
                <a:gd name="T77" fmla="*/ 114 h 131"/>
                <a:gd name="T78" fmla="*/ 89 w 219"/>
                <a:gd name="T79" fmla="*/ 128 h 131"/>
                <a:gd name="T80" fmla="*/ 98 w 219"/>
                <a:gd name="T81" fmla="*/ 131 h 131"/>
                <a:gd name="T82" fmla="*/ 98 w 219"/>
                <a:gd name="T83" fmla="*/ 131 h 131"/>
                <a:gd name="T84" fmla="*/ 178 w 219"/>
                <a:gd name="T85" fmla="*/ 131 h 131"/>
                <a:gd name="T86" fmla="*/ 178 w 219"/>
                <a:gd name="T87" fmla="*/ 131 h 131"/>
                <a:gd name="T88" fmla="*/ 212 w 219"/>
                <a:gd name="T89" fmla="*/ 119 h 131"/>
                <a:gd name="T90" fmla="*/ 219 w 219"/>
                <a:gd name="T91" fmla="*/ 104 h 131"/>
                <a:gd name="T92" fmla="*/ 218 w 219"/>
                <a:gd name="T93" fmla="*/ 101 h 131"/>
                <a:gd name="T94" fmla="*/ 218 w 219"/>
                <a:gd name="T95" fmla="*/ 36 h 131"/>
                <a:gd name="T96" fmla="*/ 218 w 219"/>
                <a:gd name="T97" fmla="*/ 36 h 131"/>
                <a:gd name="T98" fmla="*/ 198 w 219"/>
                <a:gd name="T99" fmla="*/ 5 h 131"/>
                <a:gd name="T100" fmla="*/ 182 w 219"/>
                <a:gd name="T101" fmla="*/ 0 h 131"/>
                <a:gd name="T102" fmla="*/ 182 w 219"/>
                <a:gd name="T10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8"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0" name="Freeform 180">
              <a:extLst>
                <a:ext uri="{FF2B5EF4-FFF2-40B4-BE49-F238E27FC236}">
                  <a16:creationId xmlns:a16="http://schemas.microsoft.com/office/drawing/2014/main" id="{EF379A0D-4189-40A5-A48B-ABAEBE78B569}"/>
                </a:ext>
              </a:extLst>
            </p:cNvPr>
            <p:cNvSpPr>
              <a:spLocks noEditPoints="1"/>
            </p:cNvSpPr>
            <p:nvPr userDrawn="1"/>
          </p:nvSpPr>
          <p:spPr bwMode="auto">
            <a:xfrm>
              <a:off x="2878165"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1" name="Freeform 181">
              <a:extLst>
                <a:ext uri="{FF2B5EF4-FFF2-40B4-BE49-F238E27FC236}">
                  <a16:creationId xmlns:a16="http://schemas.microsoft.com/office/drawing/2014/main" id="{416AEE1C-1EE7-4843-88D6-6FEC166DFA6D}"/>
                </a:ext>
              </a:extLst>
            </p:cNvPr>
            <p:cNvSpPr>
              <a:spLocks noEditPoints="1"/>
            </p:cNvSpPr>
            <p:nvPr userDrawn="1"/>
          </p:nvSpPr>
          <p:spPr bwMode="auto">
            <a:xfrm>
              <a:off x="2791869" y="65225"/>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2" name="Freeform 182">
              <a:extLst>
                <a:ext uri="{FF2B5EF4-FFF2-40B4-BE49-F238E27FC236}">
                  <a16:creationId xmlns:a16="http://schemas.microsoft.com/office/drawing/2014/main" id="{DFAE0537-1C1C-482C-A823-5B2D10C0DFE3}"/>
                </a:ext>
              </a:extLst>
            </p:cNvPr>
            <p:cNvSpPr>
              <a:spLocks noEditPoints="1"/>
            </p:cNvSpPr>
            <p:nvPr userDrawn="1"/>
          </p:nvSpPr>
          <p:spPr bwMode="auto">
            <a:xfrm>
              <a:off x="2683496" y="1269373"/>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3" name="Freeform 183">
              <a:extLst>
                <a:ext uri="{FF2B5EF4-FFF2-40B4-BE49-F238E27FC236}">
                  <a16:creationId xmlns:a16="http://schemas.microsoft.com/office/drawing/2014/main" id="{BFBA2B31-ED60-4985-9E5A-CE0D908A0C4A}"/>
                </a:ext>
              </a:extLst>
            </p:cNvPr>
            <p:cNvSpPr>
              <a:spLocks noEditPoints="1"/>
            </p:cNvSpPr>
            <p:nvPr userDrawn="1"/>
          </p:nvSpPr>
          <p:spPr bwMode="auto">
            <a:xfrm>
              <a:off x="2793875" y="292006"/>
              <a:ext cx="282975" cy="244843"/>
            </a:xfrm>
            <a:custGeom>
              <a:avLst/>
              <a:gdLst>
                <a:gd name="T0" fmla="*/ 77 w 188"/>
                <a:gd name="T1" fmla="*/ 139 h 162"/>
                <a:gd name="T2" fmla="*/ 106 w 188"/>
                <a:gd name="T3" fmla="*/ 9 h 162"/>
                <a:gd name="T4" fmla="*/ 114 w 188"/>
                <a:gd name="T5" fmla="*/ 7 h 162"/>
                <a:gd name="T6" fmla="*/ 123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8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4" name="Freeform 184">
              <a:extLst>
                <a:ext uri="{FF2B5EF4-FFF2-40B4-BE49-F238E27FC236}">
                  <a16:creationId xmlns:a16="http://schemas.microsoft.com/office/drawing/2014/main" id="{2B2E9409-8978-4300-BBD3-ACE3772DC891}"/>
                </a:ext>
              </a:extLst>
            </p:cNvPr>
            <p:cNvSpPr>
              <a:spLocks noEditPoints="1"/>
            </p:cNvSpPr>
            <p:nvPr userDrawn="1"/>
          </p:nvSpPr>
          <p:spPr bwMode="auto">
            <a:xfrm>
              <a:off x="2545018" y="946259"/>
              <a:ext cx="363252" cy="313078"/>
            </a:xfrm>
            <a:custGeom>
              <a:avLst/>
              <a:gdLst>
                <a:gd name="T0" fmla="*/ 99 w 242"/>
                <a:gd name="T1" fmla="*/ 180 h 208"/>
                <a:gd name="T2" fmla="*/ 142 w 242"/>
                <a:gd name="T3" fmla="*/ 6 h 208"/>
                <a:gd name="T4" fmla="*/ 158 w 242"/>
                <a:gd name="T5" fmla="*/ 18 h 208"/>
                <a:gd name="T6" fmla="*/ 165 w 242"/>
                <a:gd name="T7" fmla="*/ 35 h 208"/>
                <a:gd name="T8" fmla="*/ 217 w 242"/>
                <a:gd name="T9" fmla="*/ 44 h 208"/>
                <a:gd name="T10" fmla="*/ 220 w 242"/>
                <a:gd name="T11" fmla="*/ 72 h 208"/>
                <a:gd name="T12" fmla="*/ 234 w 242"/>
                <a:gd name="T13" fmla="*/ 113 h 208"/>
                <a:gd name="T14" fmla="*/ 219 w 242"/>
                <a:gd name="T15" fmla="*/ 145 h 208"/>
                <a:gd name="T16" fmla="*/ 194 w 242"/>
                <a:gd name="T17" fmla="*/ 146 h 208"/>
                <a:gd name="T18" fmla="*/ 146 w 242"/>
                <a:gd name="T19" fmla="*/ 192 h 208"/>
                <a:gd name="T20" fmla="*/ 127 w 242"/>
                <a:gd name="T21" fmla="*/ 188 h 208"/>
                <a:gd name="T22" fmla="*/ 105 w 242"/>
                <a:gd name="T23" fmla="*/ 170 h 208"/>
                <a:gd name="T24" fmla="*/ 83 w 242"/>
                <a:gd name="T25" fmla="*/ 181 h 208"/>
                <a:gd name="T26" fmla="*/ 62 w 242"/>
                <a:gd name="T27" fmla="*/ 172 h 208"/>
                <a:gd name="T28" fmla="*/ 56 w 242"/>
                <a:gd name="T29" fmla="*/ 144 h 208"/>
                <a:gd name="T30" fmla="*/ 42 w 242"/>
                <a:gd name="T31" fmla="*/ 142 h 208"/>
                <a:gd name="T32" fmla="*/ 8 w 242"/>
                <a:gd name="T33" fmla="*/ 109 h 208"/>
                <a:gd name="T34" fmla="*/ 17 w 242"/>
                <a:gd name="T35" fmla="*/ 80 h 208"/>
                <a:gd name="T36" fmla="*/ 45 w 242"/>
                <a:gd name="T37" fmla="*/ 65 h 208"/>
                <a:gd name="T38" fmla="*/ 67 w 242"/>
                <a:gd name="T39" fmla="*/ 14 h 208"/>
                <a:gd name="T40" fmla="*/ 119 w 242"/>
                <a:gd name="T41" fmla="*/ 27 h 208"/>
                <a:gd name="T42" fmla="*/ 122 w 242"/>
                <a:gd name="T43" fmla="*/ 30 h 208"/>
                <a:gd name="T44" fmla="*/ 136 w 242"/>
                <a:gd name="T45" fmla="*/ 1 h 208"/>
                <a:gd name="T46" fmla="*/ 82 w 242"/>
                <a:gd name="T47" fmla="*/ 5 h 208"/>
                <a:gd name="T48" fmla="*/ 35 w 242"/>
                <a:gd name="T49" fmla="*/ 56 h 208"/>
                <a:gd name="T50" fmla="*/ 19 w 242"/>
                <a:gd name="T51" fmla="*/ 75 h 208"/>
                <a:gd name="T52" fmla="*/ 2 w 242"/>
                <a:gd name="T53" fmla="*/ 85 h 208"/>
                <a:gd name="T54" fmla="*/ 18 w 242"/>
                <a:gd name="T55" fmla="*/ 126 h 208"/>
                <a:gd name="T56" fmla="*/ 29 w 242"/>
                <a:gd name="T57" fmla="*/ 160 h 208"/>
                <a:gd name="T58" fmla="*/ 1 w 242"/>
                <a:gd name="T59" fmla="*/ 204 h 208"/>
                <a:gd name="T60" fmla="*/ 4 w 242"/>
                <a:gd name="T61" fmla="*/ 208 h 208"/>
                <a:gd name="T62" fmla="*/ 18 w 242"/>
                <a:gd name="T63" fmla="*/ 199 h 208"/>
                <a:gd name="T64" fmla="*/ 56 w 242"/>
                <a:gd name="T65" fmla="*/ 175 h 208"/>
                <a:gd name="T66" fmla="*/ 83 w 242"/>
                <a:gd name="T67" fmla="*/ 187 h 208"/>
                <a:gd name="T68" fmla="*/ 99 w 242"/>
                <a:gd name="T69" fmla="*/ 180 h 208"/>
                <a:gd name="T70" fmla="*/ 122 w 242"/>
                <a:gd name="T71" fmla="*/ 192 h 208"/>
                <a:gd name="T72" fmla="*/ 146 w 242"/>
                <a:gd name="T73" fmla="*/ 198 h 208"/>
                <a:gd name="T74" fmla="*/ 189 w 242"/>
                <a:gd name="T75" fmla="*/ 178 h 208"/>
                <a:gd name="T76" fmla="*/ 206 w 242"/>
                <a:gd name="T77" fmla="*/ 149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3" y="202"/>
                  </a:moveTo>
                  <a:cubicBezTo>
                    <a:pt x="3" y="202"/>
                    <a:pt x="3" y="202"/>
                    <a:pt x="3" y="202"/>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6" y="192"/>
                    <a:pt x="146"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6" y="149"/>
                    <a:pt x="206"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5" name="Freeform 185">
              <a:extLst>
                <a:ext uri="{FF2B5EF4-FFF2-40B4-BE49-F238E27FC236}">
                  <a16:creationId xmlns:a16="http://schemas.microsoft.com/office/drawing/2014/main" id="{2FBBB3CB-5FDF-4429-A4E6-5C9000460EBC}"/>
                </a:ext>
              </a:extLst>
            </p:cNvPr>
            <p:cNvSpPr>
              <a:spLocks/>
            </p:cNvSpPr>
            <p:nvPr userDrawn="1"/>
          </p:nvSpPr>
          <p:spPr bwMode="auto">
            <a:xfrm>
              <a:off x="2545018" y="1255324"/>
              <a:ext cx="2008" cy="4014"/>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6" name="Freeform 186">
              <a:extLst>
                <a:ext uri="{FF2B5EF4-FFF2-40B4-BE49-F238E27FC236}">
                  <a16:creationId xmlns:a16="http://schemas.microsoft.com/office/drawing/2014/main" id="{3B7CF0BA-9328-441C-A529-EC4C5DF6A236}"/>
                </a:ext>
              </a:extLst>
            </p:cNvPr>
            <p:cNvSpPr>
              <a:spLocks noEditPoints="1"/>
            </p:cNvSpPr>
            <p:nvPr userDrawn="1"/>
          </p:nvSpPr>
          <p:spPr bwMode="auto">
            <a:xfrm>
              <a:off x="3827436" y="-137474"/>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7" name="Freeform 187">
              <a:extLst>
                <a:ext uri="{FF2B5EF4-FFF2-40B4-BE49-F238E27FC236}">
                  <a16:creationId xmlns:a16="http://schemas.microsoft.com/office/drawing/2014/main" id="{CEFF2346-3C92-4C2D-A63C-1CB027FB1C55}"/>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close/>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8" name="Freeform 188">
              <a:extLst>
                <a:ext uri="{FF2B5EF4-FFF2-40B4-BE49-F238E27FC236}">
                  <a16:creationId xmlns:a16="http://schemas.microsoft.com/office/drawing/2014/main" id="{8F4BE5C6-5886-437B-B676-1759D9D3E0D4}"/>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9" name="Freeform 189">
              <a:extLst>
                <a:ext uri="{FF2B5EF4-FFF2-40B4-BE49-F238E27FC236}">
                  <a16:creationId xmlns:a16="http://schemas.microsoft.com/office/drawing/2014/main" id="{346F8C58-27AE-45E7-A18E-C52BC677F909}"/>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0" name="Freeform 190">
              <a:extLst>
                <a:ext uri="{FF2B5EF4-FFF2-40B4-BE49-F238E27FC236}">
                  <a16:creationId xmlns:a16="http://schemas.microsoft.com/office/drawing/2014/main" id="{4C0E293A-67BE-42EA-9E30-7B47B8098927}"/>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1" name="Freeform 191">
              <a:extLst>
                <a:ext uri="{FF2B5EF4-FFF2-40B4-BE49-F238E27FC236}">
                  <a16:creationId xmlns:a16="http://schemas.microsoft.com/office/drawing/2014/main" id="{5418420C-F667-4CE5-B75C-07C0A979B04E}"/>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2" name="Freeform 192">
              <a:extLst>
                <a:ext uri="{FF2B5EF4-FFF2-40B4-BE49-F238E27FC236}">
                  <a16:creationId xmlns:a16="http://schemas.microsoft.com/office/drawing/2014/main" id="{BB9B5535-E72F-4953-B102-58A3F99AFEF7}"/>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3" name="Freeform 193">
              <a:extLst>
                <a:ext uri="{FF2B5EF4-FFF2-40B4-BE49-F238E27FC236}">
                  <a16:creationId xmlns:a16="http://schemas.microsoft.com/office/drawing/2014/main" id="{E5477068-84E5-42C4-B079-EF9A3A2A7016}"/>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4" name="Freeform 194">
              <a:extLst>
                <a:ext uri="{FF2B5EF4-FFF2-40B4-BE49-F238E27FC236}">
                  <a16:creationId xmlns:a16="http://schemas.microsoft.com/office/drawing/2014/main" id="{A217CD6C-E9B9-4CC5-AD23-8F81DC57219F}"/>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5" name="Freeform 195">
              <a:extLst>
                <a:ext uri="{FF2B5EF4-FFF2-40B4-BE49-F238E27FC236}">
                  <a16:creationId xmlns:a16="http://schemas.microsoft.com/office/drawing/2014/main" id="{3B7DF576-BB40-420E-BA66-5A7F16AFCB9A}"/>
                </a:ext>
              </a:extLst>
            </p:cNvPr>
            <p:cNvSpPr>
              <a:spLocks noEditPoints="1"/>
            </p:cNvSpPr>
            <p:nvPr userDrawn="1"/>
          </p:nvSpPr>
          <p:spPr bwMode="auto">
            <a:xfrm>
              <a:off x="5748051"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6" name="Freeform 196">
              <a:extLst>
                <a:ext uri="{FF2B5EF4-FFF2-40B4-BE49-F238E27FC236}">
                  <a16:creationId xmlns:a16="http://schemas.microsoft.com/office/drawing/2014/main" id="{8ED472F3-39B2-449F-ADFF-9AD8B5511C1A}"/>
                </a:ext>
              </a:extLst>
            </p:cNvPr>
            <p:cNvSpPr>
              <a:spLocks noEditPoints="1"/>
            </p:cNvSpPr>
            <p:nvPr userDrawn="1"/>
          </p:nvSpPr>
          <p:spPr bwMode="auto">
            <a:xfrm>
              <a:off x="4465634" y="546884"/>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7" name="Freeform 197">
              <a:extLst>
                <a:ext uri="{FF2B5EF4-FFF2-40B4-BE49-F238E27FC236}">
                  <a16:creationId xmlns:a16="http://schemas.microsoft.com/office/drawing/2014/main" id="{EBBEC605-2860-4ADD-AD3B-BD9E0F310EE1}"/>
                </a:ext>
              </a:extLst>
            </p:cNvPr>
            <p:cNvSpPr>
              <a:spLocks noEditPoints="1"/>
            </p:cNvSpPr>
            <p:nvPr userDrawn="1"/>
          </p:nvSpPr>
          <p:spPr bwMode="auto">
            <a:xfrm>
              <a:off x="5414903" y="574981"/>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8" name="Freeform 198">
              <a:extLst>
                <a:ext uri="{FF2B5EF4-FFF2-40B4-BE49-F238E27FC236}">
                  <a16:creationId xmlns:a16="http://schemas.microsoft.com/office/drawing/2014/main" id="{E6693E7B-AE09-429E-AF54-1F1C01B216CE}"/>
                </a:ext>
              </a:extLst>
            </p:cNvPr>
            <p:cNvSpPr>
              <a:spLocks noEditPoints="1"/>
            </p:cNvSpPr>
            <p:nvPr userDrawn="1"/>
          </p:nvSpPr>
          <p:spPr bwMode="auto">
            <a:xfrm>
              <a:off x="5770128" y="-73252"/>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9" name="Freeform 199">
              <a:extLst>
                <a:ext uri="{FF2B5EF4-FFF2-40B4-BE49-F238E27FC236}">
                  <a16:creationId xmlns:a16="http://schemas.microsoft.com/office/drawing/2014/main" id="{62C971D3-AFEE-4244-BEBF-F881541C30F0}"/>
                </a:ext>
              </a:extLst>
            </p:cNvPr>
            <p:cNvSpPr>
              <a:spLocks noEditPoints="1"/>
            </p:cNvSpPr>
            <p:nvPr userDrawn="1"/>
          </p:nvSpPr>
          <p:spPr bwMode="auto">
            <a:xfrm>
              <a:off x="5326599" y="1421898"/>
              <a:ext cx="126436" cy="122422"/>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0" name="Freeform 200">
              <a:extLst>
                <a:ext uri="{FF2B5EF4-FFF2-40B4-BE49-F238E27FC236}">
                  <a16:creationId xmlns:a16="http://schemas.microsoft.com/office/drawing/2014/main" id="{0F33B6D1-5DD7-46F2-AD8C-B4E17B401700}"/>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1" name="Freeform 201">
              <a:extLst>
                <a:ext uri="{FF2B5EF4-FFF2-40B4-BE49-F238E27FC236}">
                  <a16:creationId xmlns:a16="http://schemas.microsoft.com/office/drawing/2014/main" id="{C633E209-6B49-4738-97FB-F61F1D43BC3B}"/>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2" name="Freeform 202">
              <a:extLst>
                <a:ext uri="{FF2B5EF4-FFF2-40B4-BE49-F238E27FC236}">
                  <a16:creationId xmlns:a16="http://schemas.microsoft.com/office/drawing/2014/main" id="{8B9A377B-93D3-4399-BCD6-5441546AF6D2}"/>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3" name="Freeform 203">
              <a:extLst>
                <a:ext uri="{FF2B5EF4-FFF2-40B4-BE49-F238E27FC236}">
                  <a16:creationId xmlns:a16="http://schemas.microsoft.com/office/drawing/2014/main" id="{AD2782B9-7D90-4906-B9A9-ADA7073DBFAC}"/>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4" name="Freeform 204">
              <a:extLst>
                <a:ext uri="{FF2B5EF4-FFF2-40B4-BE49-F238E27FC236}">
                  <a16:creationId xmlns:a16="http://schemas.microsoft.com/office/drawing/2014/main" id="{2F30D162-90DE-4681-9102-2F39E791E44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5" name="Freeform 206">
              <a:extLst>
                <a:ext uri="{FF2B5EF4-FFF2-40B4-BE49-F238E27FC236}">
                  <a16:creationId xmlns:a16="http://schemas.microsoft.com/office/drawing/2014/main" id="{1A8CFC96-1E28-49F2-8968-037FA8AC821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6" name="Freeform 207">
              <a:extLst>
                <a:ext uri="{FF2B5EF4-FFF2-40B4-BE49-F238E27FC236}">
                  <a16:creationId xmlns:a16="http://schemas.microsoft.com/office/drawing/2014/main" id="{83C42033-4D65-419A-A875-75B5DAB0D75B}"/>
                </a:ext>
              </a:extLst>
            </p:cNvPr>
            <p:cNvSpPr>
              <a:spLocks noEditPoints="1"/>
            </p:cNvSpPr>
            <p:nvPr userDrawn="1"/>
          </p:nvSpPr>
          <p:spPr bwMode="auto">
            <a:xfrm>
              <a:off x="3478233" y="532835"/>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7" name="Freeform 208">
              <a:extLst>
                <a:ext uri="{FF2B5EF4-FFF2-40B4-BE49-F238E27FC236}">
                  <a16:creationId xmlns:a16="http://schemas.microsoft.com/office/drawing/2014/main" id="{3D5B4BE9-D8C6-41AF-9426-0F34ED174278}"/>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8" name="Freeform 209">
              <a:extLst>
                <a:ext uri="{FF2B5EF4-FFF2-40B4-BE49-F238E27FC236}">
                  <a16:creationId xmlns:a16="http://schemas.microsoft.com/office/drawing/2014/main" id="{B5A1FBBB-2A8C-47FA-9D1B-A6B8A69A215D}"/>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9" name="Freeform 210">
              <a:extLst>
                <a:ext uri="{FF2B5EF4-FFF2-40B4-BE49-F238E27FC236}">
                  <a16:creationId xmlns:a16="http://schemas.microsoft.com/office/drawing/2014/main" id="{DE2ED5B7-DC0B-462E-ABB9-B2D7979ADEDC}"/>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0" name="Freeform 211">
              <a:extLst>
                <a:ext uri="{FF2B5EF4-FFF2-40B4-BE49-F238E27FC236}">
                  <a16:creationId xmlns:a16="http://schemas.microsoft.com/office/drawing/2014/main" id="{9DD06BD0-54D0-431E-B9F3-5D60453B61F8}"/>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1" name="Freeform 212">
              <a:extLst>
                <a:ext uri="{FF2B5EF4-FFF2-40B4-BE49-F238E27FC236}">
                  <a16:creationId xmlns:a16="http://schemas.microsoft.com/office/drawing/2014/main" id="{579B3468-56D2-4939-A24D-CE0ACF324077}"/>
                </a:ext>
              </a:extLst>
            </p:cNvPr>
            <p:cNvSpPr>
              <a:spLocks noEditPoints="1"/>
            </p:cNvSpPr>
            <p:nvPr userDrawn="1"/>
          </p:nvSpPr>
          <p:spPr bwMode="auto">
            <a:xfrm>
              <a:off x="3692972"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2" name="Freeform 213">
              <a:extLst>
                <a:ext uri="{FF2B5EF4-FFF2-40B4-BE49-F238E27FC236}">
                  <a16:creationId xmlns:a16="http://schemas.microsoft.com/office/drawing/2014/main" id="{6B242AA0-66E3-43CF-9C07-1F4CE62C6B07}"/>
                </a:ext>
              </a:extLst>
            </p:cNvPr>
            <p:cNvSpPr>
              <a:spLocks noEditPoints="1"/>
            </p:cNvSpPr>
            <p:nvPr userDrawn="1"/>
          </p:nvSpPr>
          <p:spPr bwMode="auto">
            <a:xfrm>
              <a:off x="3759201" y="312075"/>
              <a:ext cx="26091" cy="28097"/>
            </a:xfrm>
            <a:custGeom>
              <a:avLst/>
              <a:gdLst>
                <a:gd name="T0" fmla="*/ 18 w 18"/>
                <a:gd name="T1" fmla="*/ 9 h 18"/>
                <a:gd name="T2" fmla="*/ 18 w 18"/>
                <a:gd name="T3" fmla="*/ 9 h 18"/>
                <a:gd name="T4" fmla="*/ 18 w 18"/>
                <a:gd name="T5" fmla="*/ 9 h 18"/>
                <a:gd name="T6" fmla="*/ 9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3" name="Freeform 214">
              <a:extLst>
                <a:ext uri="{FF2B5EF4-FFF2-40B4-BE49-F238E27FC236}">
                  <a16:creationId xmlns:a16="http://schemas.microsoft.com/office/drawing/2014/main" id="{1A7F6ECE-4B8F-4BA3-B734-804D689C7533}"/>
                </a:ext>
              </a:extLst>
            </p:cNvPr>
            <p:cNvSpPr>
              <a:spLocks noEditPoints="1"/>
            </p:cNvSpPr>
            <p:nvPr userDrawn="1"/>
          </p:nvSpPr>
          <p:spPr bwMode="auto">
            <a:xfrm>
              <a:off x="3767229" y="336158"/>
              <a:ext cx="22077"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4" y="1"/>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4" name="Freeform 215">
              <a:extLst>
                <a:ext uri="{FF2B5EF4-FFF2-40B4-BE49-F238E27FC236}">
                  <a16:creationId xmlns:a16="http://schemas.microsoft.com/office/drawing/2014/main" id="{2C61750B-6884-4CC0-96A9-299D9D6FE999}"/>
                </a:ext>
              </a:extLst>
            </p:cNvPr>
            <p:cNvSpPr>
              <a:spLocks noEditPoints="1"/>
            </p:cNvSpPr>
            <p:nvPr userDrawn="1"/>
          </p:nvSpPr>
          <p:spPr bwMode="auto">
            <a:xfrm>
              <a:off x="3785290" y="348199"/>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1"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5" name="Freeform 216">
              <a:extLst>
                <a:ext uri="{FF2B5EF4-FFF2-40B4-BE49-F238E27FC236}">
                  <a16:creationId xmlns:a16="http://schemas.microsoft.com/office/drawing/2014/main" id="{EE45358A-6673-43E7-998F-79D7AB79E2FB}"/>
                </a:ext>
              </a:extLst>
            </p:cNvPr>
            <p:cNvSpPr>
              <a:spLocks noEditPoints="1"/>
            </p:cNvSpPr>
            <p:nvPr userDrawn="1"/>
          </p:nvSpPr>
          <p:spPr bwMode="auto">
            <a:xfrm>
              <a:off x="5390820" y="1154978"/>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6" name="Freeform 217">
              <a:extLst>
                <a:ext uri="{FF2B5EF4-FFF2-40B4-BE49-F238E27FC236}">
                  <a16:creationId xmlns:a16="http://schemas.microsoft.com/office/drawing/2014/main" id="{B7895499-8D09-42B3-9B5D-739C88F59662}"/>
                </a:ext>
              </a:extLst>
            </p:cNvPr>
            <p:cNvSpPr>
              <a:spLocks noEditPoints="1"/>
            </p:cNvSpPr>
            <p:nvPr userDrawn="1"/>
          </p:nvSpPr>
          <p:spPr bwMode="auto">
            <a:xfrm>
              <a:off x="5388814" y="1251310"/>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7 w 19"/>
                <a:gd name="T49" fmla="*/ 4 h 18"/>
                <a:gd name="T50" fmla="*/ 13 w 19"/>
                <a:gd name="T51" fmla="*/ 0 h 18"/>
                <a:gd name="T52" fmla="*/ 10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7" name="Freeform 218">
              <a:extLst>
                <a:ext uri="{FF2B5EF4-FFF2-40B4-BE49-F238E27FC236}">
                  <a16:creationId xmlns:a16="http://schemas.microsoft.com/office/drawing/2014/main" id="{F4493BAA-DB4F-45EA-B45F-433992F73590}"/>
                </a:ext>
              </a:extLst>
            </p:cNvPr>
            <p:cNvSpPr>
              <a:spLocks noEditPoints="1"/>
            </p:cNvSpPr>
            <p:nvPr userDrawn="1"/>
          </p:nvSpPr>
          <p:spPr bwMode="auto">
            <a:xfrm>
              <a:off x="5376773" y="1271379"/>
              <a:ext cx="20069" cy="20069"/>
            </a:xfrm>
            <a:custGeom>
              <a:avLst/>
              <a:gdLst>
                <a:gd name="T0" fmla="*/ 7 w 14"/>
                <a:gd name="T1" fmla="*/ 8 h 14"/>
                <a:gd name="T2" fmla="*/ 6 w 14"/>
                <a:gd name="T3" fmla="*/ 8 h 14"/>
                <a:gd name="T4" fmla="*/ 6 w 14"/>
                <a:gd name="T5" fmla="*/ 7 h 14"/>
                <a:gd name="T6" fmla="*/ 6 w 14"/>
                <a:gd name="T7" fmla="*/ 6 h 14"/>
                <a:gd name="T8" fmla="*/ 6 w 14"/>
                <a:gd name="T9" fmla="*/ 6 h 14"/>
                <a:gd name="T10" fmla="*/ 7 w 14"/>
                <a:gd name="T11" fmla="*/ 6 h 14"/>
                <a:gd name="T12" fmla="*/ 8 w 14"/>
                <a:gd name="T13" fmla="*/ 6 h 14"/>
                <a:gd name="T14" fmla="*/ 8 w 14"/>
                <a:gd name="T15" fmla="*/ 7 h 14"/>
                <a:gd name="T16" fmla="*/ 8 w 14"/>
                <a:gd name="T17" fmla="*/ 8 h 14"/>
                <a:gd name="T18" fmla="*/ 7 w 14"/>
                <a:gd name="T19" fmla="*/ 8 h 14"/>
                <a:gd name="T20" fmla="*/ 7 w 14"/>
                <a:gd name="T21" fmla="*/ 0 h 14"/>
                <a:gd name="T22" fmla="*/ 7 w 14"/>
                <a:gd name="T23" fmla="*/ 0 h 14"/>
                <a:gd name="T24" fmla="*/ 3 w 14"/>
                <a:gd name="T25" fmla="*/ 1 h 14"/>
                <a:gd name="T26" fmla="*/ 3 w 14"/>
                <a:gd name="T27" fmla="*/ 1 h 14"/>
                <a:gd name="T28" fmla="*/ 0 w 14"/>
                <a:gd name="T29" fmla="*/ 7 h 14"/>
                <a:gd name="T30" fmla="*/ 1 w 14"/>
                <a:gd name="T31" fmla="*/ 11 h 14"/>
                <a:gd name="T32" fmla="*/ 5 w 14"/>
                <a:gd name="T33" fmla="*/ 14 h 14"/>
                <a:gd name="T34" fmla="*/ 8 w 14"/>
                <a:gd name="T35" fmla="*/ 14 h 14"/>
                <a:gd name="T36" fmla="*/ 8 w 14"/>
                <a:gd name="T37" fmla="*/ 14 h 14"/>
                <a:gd name="T38" fmla="*/ 10 w 14"/>
                <a:gd name="T39" fmla="*/ 14 h 14"/>
                <a:gd name="T40" fmla="*/ 11 w 14"/>
                <a:gd name="T41" fmla="*/ 13 h 14"/>
                <a:gd name="T42" fmla="*/ 9 w 14"/>
                <a:gd name="T43" fmla="*/ 11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7"/>
                    <a:pt x="6" y="7"/>
                    <a:pt x="6" y="7"/>
                  </a:cubicBezTo>
                  <a:cubicBezTo>
                    <a:pt x="6" y="7"/>
                    <a:pt x="6" y="6"/>
                    <a:pt x="6" y="6"/>
                  </a:cubicBezTo>
                  <a:cubicBezTo>
                    <a:pt x="6" y="6"/>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3" y="1"/>
                    <a:pt x="3" y="1"/>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4"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8" name="Freeform 219">
              <a:extLst>
                <a:ext uri="{FF2B5EF4-FFF2-40B4-BE49-F238E27FC236}">
                  <a16:creationId xmlns:a16="http://schemas.microsoft.com/office/drawing/2014/main" id="{60103817-CD1B-4D46-B6BF-8A974EB57CC6}"/>
                </a:ext>
              </a:extLst>
            </p:cNvPr>
            <p:cNvSpPr>
              <a:spLocks noEditPoints="1"/>
            </p:cNvSpPr>
            <p:nvPr userDrawn="1"/>
          </p:nvSpPr>
          <p:spPr bwMode="auto">
            <a:xfrm>
              <a:off x="5378779" y="1291448"/>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9" name="Freeform 220">
              <a:extLst>
                <a:ext uri="{FF2B5EF4-FFF2-40B4-BE49-F238E27FC236}">
                  <a16:creationId xmlns:a16="http://schemas.microsoft.com/office/drawing/2014/main" id="{DDE1BD54-33AE-4EB7-9992-D1E47FEAA136}"/>
                </a:ext>
              </a:extLst>
            </p:cNvPr>
            <p:cNvSpPr>
              <a:spLocks noEditPoints="1"/>
            </p:cNvSpPr>
            <p:nvPr userDrawn="1"/>
          </p:nvSpPr>
          <p:spPr bwMode="auto">
            <a:xfrm>
              <a:off x="5587498" y="867990"/>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0" name="Freeform 221">
              <a:extLst>
                <a:ext uri="{FF2B5EF4-FFF2-40B4-BE49-F238E27FC236}">
                  <a16:creationId xmlns:a16="http://schemas.microsoft.com/office/drawing/2014/main" id="{C871F0DC-63D3-4319-895D-F4650BBAAD08}"/>
                </a:ext>
              </a:extLst>
            </p:cNvPr>
            <p:cNvSpPr>
              <a:spLocks noEditPoints="1"/>
            </p:cNvSpPr>
            <p:nvPr userDrawn="1"/>
          </p:nvSpPr>
          <p:spPr bwMode="auto">
            <a:xfrm>
              <a:off x="5583484" y="1036571"/>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20 w 28"/>
                <a:gd name="T17" fmla="*/ 23 h 27"/>
                <a:gd name="T18" fmla="*/ 18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1 w 28"/>
                <a:gd name="T37" fmla="*/ 25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20" y="23"/>
                    <a:pt x="20" y="23"/>
                    <a:pt x="20" y="23"/>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1" name="Freeform 222">
              <a:extLst>
                <a:ext uri="{FF2B5EF4-FFF2-40B4-BE49-F238E27FC236}">
                  <a16:creationId xmlns:a16="http://schemas.microsoft.com/office/drawing/2014/main" id="{81CA1C43-29E4-4DC1-9FF3-F2992D3D2F38}"/>
                </a:ext>
              </a:extLst>
            </p:cNvPr>
            <p:cNvSpPr>
              <a:spLocks noEditPoints="1"/>
            </p:cNvSpPr>
            <p:nvPr userDrawn="1"/>
          </p:nvSpPr>
          <p:spPr bwMode="auto">
            <a:xfrm>
              <a:off x="5559401"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2" name="Freeform 223">
              <a:extLst>
                <a:ext uri="{FF2B5EF4-FFF2-40B4-BE49-F238E27FC236}">
                  <a16:creationId xmlns:a16="http://schemas.microsoft.com/office/drawing/2014/main" id="{C5E9F937-00D6-4EEE-A297-2BD7BA470E87}"/>
                </a:ext>
              </a:extLst>
            </p:cNvPr>
            <p:cNvSpPr>
              <a:spLocks noEditPoints="1"/>
            </p:cNvSpPr>
            <p:nvPr userDrawn="1"/>
          </p:nvSpPr>
          <p:spPr bwMode="auto">
            <a:xfrm>
              <a:off x="5563415" y="1108820"/>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4 w 19"/>
                <a:gd name="T37" fmla="*/ 17 h 19"/>
                <a:gd name="T38" fmla="*/ 19 w 19"/>
                <a:gd name="T39" fmla="*/ 10 h 19"/>
                <a:gd name="T40" fmla="*/ 17 w 19"/>
                <a:gd name="T41" fmla="*/ 5 h 19"/>
                <a:gd name="T42" fmla="*/ 10 w 1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3" name="Freeform 224">
              <a:extLst>
                <a:ext uri="{FF2B5EF4-FFF2-40B4-BE49-F238E27FC236}">
                  <a16:creationId xmlns:a16="http://schemas.microsoft.com/office/drawing/2014/main" id="{0E03628C-D873-4ACB-9BB1-E1D8F655EAD3}"/>
                </a:ext>
              </a:extLst>
            </p:cNvPr>
            <p:cNvSpPr>
              <a:spLocks noEditPoints="1"/>
            </p:cNvSpPr>
            <p:nvPr userDrawn="1"/>
          </p:nvSpPr>
          <p:spPr bwMode="auto">
            <a:xfrm>
              <a:off x="5190129" y="-283978"/>
              <a:ext cx="118408"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9"/>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4" name="Freeform 225">
              <a:extLst>
                <a:ext uri="{FF2B5EF4-FFF2-40B4-BE49-F238E27FC236}">
                  <a16:creationId xmlns:a16="http://schemas.microsoft.com/office/drawing/2014/main" id="{5A52842B-E042-4CF2-ACB4-CAEB1520E207}"/>
                </a:ext>
              </a:extLst>
            </p:cNvPr>
            <p:cNvSpPr>
              <a:spLocks noEditPoints="1"/>
            </p:cNvSpPr>
            <p:nvPr userDrawn="1"/>
          </p:nvSpPr>
          <p:spPr bwMode="auto">
            <a:xfrm>
              <a:off x="5186115" y="-187646"/>
              <a:ext cx="30104" cy="26090"/>
            </a:xfrm>
            <a:custGeom>
              <a:avLst/>
              <a:gdLst>
                <a:gd name="T0" fmla="*/ 10 w 19"/>
                <a:gd name="T1" fmla="*/ 12 h 18"/>
                <a:gd name="T2" fmla="*/ 7 w 19"/>
                <a:gd name="T3" fmla="*/ 11 h 18"/>
                <a:gd name="T4" fmla="*/ 7 w 19"/>
                <a:gd name="T5" fmla="*/ 11 h 18"/>
                <a:gd name="T6" fmla="*/ 6 w 19"/>
                <a:gd name="T7" fmla="*/ 9 h 18"/>
                <a:gd name="T8" fmla="*/ 8 w 19"/>
                <a:gd name="T9" fmla="*/ 6 h 18"/>
                <a:gd name="T10" fmla="*/ 10 w 19"/>
                <a:gd name="T11" fmla="*/ 6 h 18"/>
                <a:gd name="T12" fmla="*/ 12 w 19"/>
                <a:gd name="T13" fmla="*/ 7 h 18"/>
                <a:gd name="T14" fmla="*/ 13 w 19"/>
                <a:gd name="T15" fmla="*/ 9 h 18"/>
                <a:gd name="T16" fmla="*/ 11 w 19"/>
                <a:gd name="T17" fmla="*/ 12 h 18"/>
                <a:gd name="T18" fmla="*/ 13 w 19"/>
                <a:gd name="T19" fmla="*/ 14 h 18"/>
                <a:gd name="T20" fmla="*/ 11 w 19"/>
                <a:gd name="T21" fmla="*/ 12 h 18"/>
                <a:gd name="T22" fmla="*/ 10 w 19"/>
                <a:gd name="T23" fmla="*/ 12 h 18"/>
                <a:gd name="T24" fmla="*/ 10 w 19"/>
                <a:gd name="T25" fmla="*/ 0 h 18"/>
                <a:gd name="T26" fmla="*/ 10 w 19"/>
                <a:gd name="T27" fmla="*/ 0 h 18"/>
                <a:gd name="T28" fmla="*/ 5 w 19"/>
                <a:gd name="T29" fmla="*/ 1 h 18"/>
                <a:gd name="T30" fmla="*/ 0 w 19"/>
                <a:gd name="T31" fmla="*/ 9 h 18"/>
                <a:gd name="T32" fmla="*/ 2 w 19"/>
                <a:gd name="T33" fmla="*/ 13 h 18"/>
                <a:gd name="T34" fmla="*/ 5 w 19"/>
                <a:gd name="T35" fmla="*/ 16 h 18"/>
                <a:gd name="T36" fmla="*/ 5 w 19"/>
                <a:gd name="T37" fmla="*/ 16 h 18"/>
                <a:gd name="T38" fmla="*/ 5 w 19"/>
                <a:gd name="T39" fmla="*/ 16 h 18"/>
                <a:gd name="T40" fmla="*/ 6 w 19"/>
                <a:gd name="T41" fmla="*/ 17 h 18"/>
                <a:gd name="T42" fmla="*/ 10 w 19"/>
                <a:gd name="T43" fmla="*/ 18 h 18"/>
                <a:gd name="T44" fmla="*/ 10 w 19"/>
                <a:gd name="T45" fmla="*/ 18 h 18"/>
                <a:gd name="T46" fmla="*/ 14 w 19"/>
                <a:gd name="T47" fmla="*/ 17 h 18"/>
                <a:gd name="T48" fmla="*/ 14 w 19"/>
                <a:gd name="T49" fmla="*/ 17 h 18"/>
                <a:gd name="T50" fmla="*/ 19 w 19"/>
                <a:gd name="T51" fmla="*/ 9 h 18"/>
                <a:gd name="T52" fmla="*/ 18 w 19"/>
                <a:gd name="T53" fmla="*/ 5 h 18"/>
                <a:gd name="T54" fmla="*/ 17 w 19"/>
                <a:gd name="T55" fmla="*/ 4 h 18"/>
                <a:gd name="T56" fmla="*/ 13 w 19"/>
                <a:gd name="T57" fmla="*/ 0 h 18"/>
                <a:gd name="T58" fmla="*/ 10 w 19"/>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8">
                  <a:moveTo>
                    <a:pt x="10" y="12"/>
                  </a:moveTo>
                  <a:cubicBezTo>
                    <a:pt x="8" y="12"/>
                    <a:pt x="7" y="11"/>
                    <a:pt x="7" y="11"/>
                  </a:cubicBezTo>
                  <a:cubicBezTo>
                    <a:pt x="7" y="11"/>
                    <a:pt x="7" y="11"/>
                    <a:pt x="7" y="11"/>
                  </a:cubicBezTo>
                  <a:cubicBezTo>
                    <a:pt x="7"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2" y="13"/>
                  </a:cubicBezTo>
                  <a:cubicBezTo>
                    <a:pt x="3" y="14"/>
                    <a:pt x="4" y="15"/>
                    <a:pt x="5" y="16"/>
                  </a:cubicBezTo>
                  <a:cubicBezTo>
                    <a:pt x="5" y="16"/>
                    <a:pt x="5" y="16"/>
                    <a:pt x="5" y="16"/>
                  </a:cubicBezTo>
                  <a:cubicBezTo>
                    <a:pt x="5" y="16"/>
                    <a:pt x="5" y="16"/>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5" name="Freeform 226">
              <a:extLst>
                <a:ext uri="{FF2B5EF4-FFF2-40B4-BE49-F238E27FC236}">
                  <a16:creationId xmlns:a16="http://schemas.microsoft.com/office/drawing/2014/main" id="{93A5ACA9-B828-4792-B039-95A333FD4D93}"/>
                </a:ext>
              </a:extLst>
            </p:cNvPr>
            <p:cNvSpPr>
              <a:spLocks noEditPoints="1"/>
            </p:cNvSpPr>
            <p:nvPr userDrawn="1"/>
          </p:nvSpPr>
          <p:spPr bwMode="auto">
            <a:xfrm>
              <a:off x="5174074" y="-169584"/>
              <a:ext cx="24083" cy="22077"/>
            </a:xfrm>
            <a:custGeom>
              <a:avLst/>
              <a:gdLst>
                <a:gd name="T0" fmla="*/ 7 w 15"/>
                <a:gd name="T1" fmla="*/ 8 h 14"/>
                <a:gd name="T2" fmla="*/ 6 w 15"/>
                <a:gd name="T3" fmla="*/ 8 h 14"/>
                <a:gd name="T4" fmla="*/ 6 w 15"/>
                <a:gd name="T5" fmla="*/ 7 h 14"/>
                <a:gd name="T6" fmla="*/ 6 w 15"/>
                <a:gd name="T7" fmla="*/ 6 h 14"/>
                <a:gd name="T8" fmla="*/ 7 w 15"/>
                <a:gd name="T9" fmla="*/ 6 h 14"/>
                <a:gd name="T10" fmla="*/ 8 w 15"/>
                <a:gd name="T11" fmla="*/ 7 h 14"/>
                <a:gd name="T12" fmla="*/ 8 w 15"/>
                <a:gd name="T13" fmla="*/ 7 h 14"/>
                <a:gd name="T14" fmla="*/ 9 w 15"/>
                <a:gd name="T15" fmla="*/ 7 h 14"/>
                <a:gd name="T16" fmla="*/ 8 w 15"/>
                <a:gd name="T17" fmla="*/ 8 h 14"/>
                <a:gd name="T18" fmla="*/ 7 w 15"/>
                <a:gd name="T19" fmla="*/ 8 h 14"/>
                <a:gd name="T20" fmla="*/ 7 w 15"/>
                <a:gd name="T21" fmla="*/ 0 h 14"/>
                <a:gd name="T22" fmla="*/ 7 w 15"/>
                <a:gd name="T23" fmla="*/ 0 h 14"/>
                <a:gd name="T24" fmla="*/ 3 w 15"/>
                <a:gd name="T25" fmla="*/ 1 h 14"/>
                <a:gd name="T26" fmla="*/ 0 w 15"/>
                <a:gd name="T27" fmla="*/ 7 h 14"/>
                <a:gd name="T28" fmla="*/ 1 w 15"/>
                <a:gd name="T29" fmla="*/ 11 h 14"/>
                <a:gd name="T30" fmla="*/ 5 w 15"/>
                <a:gd name="T31" fmla="*/ 14 h 14"/>
                <a:gd name="T32" fmla="*/ 8 w 15"/>
                <a:gd name="T33" fmla="*/ 14 h 14"/>
                <a:gd name="T34" fmla="*/ 8 w 15"/>
                <a:gd name="T35" fmla="*/ 14 h 14"/>
                <a:gd name="T36" fmla="*/ 10 w 15"/>
                <a:gd name="T37" fmla="*/ 14 h 14"/>
                <a:gd name="T38" fmla="*/ 11 w 15"/>
                <a:gd name="T39" fmla="*/ 13 h 14"/>
                <a:gd name="T40" fmla="*/ 9 w 15"/>
                <a:gd name="T41" fmla="*/ 11 h 14"/>
                <a:gd name="T42" fmla="*/ 11 w 15"/>
                <a:gd name="T43" fmla="*/ 13 h 14"/>
                <a:gd name="T44" fmla="*/ 15 w 15"/>
                <a:gd name="T45" fmla="*/ 7 h 14"/>
                <a:gd name="T46" fmla="*/ 14 w 15"/>
                <a:gd name="T47" fmla="*/ 4 h 14"/>
                <a:gd name="T48" fmla="*/ 13 w 15"/>
                <a:gd name="T49" fmla="*/ 3 h 14"/>
                <a:gd name="T50" fmla="*/ 13 w 15"/>
                <a:gd name="T51" fmla="*/ 3 h 14"/>
                <a:gd name="T52" fmla="*/ 13 w 15"/>
                <a:gd name="T53" fmla="*/ 3 h 14"/>
                <a:gd name="T54" fmla="*/ 10 w 15"/>
                <a:gd name="T55" fmla="*/ 0 h 14"/>
                <a:gd name="T56" fmla="*/ 7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9" y="7"/>
                    <a:pt x="9" y="7"/>
                    <a:pt x="9" y="7"/>
                  </a:cubicBezTo>
                  <a:cubicBezTo>
                    <a:pt x="9" y="8"/>
                    <a:pt x="8" y="8"/>
                    <a:pt x="8" y="8"/>
                  </a:cubicBezTo>
                  <a:cubicBezTo>
                    <a:pt x="7" y="8"/>
                    <a:pt x="7" y="8"/>
                    <a:pt x="7" y="8"/>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5" y="10"/>
                    <a:pt x="15" y="7"/>
                  </a:cubicBezTo>
                  <a:cubicBezTo>
                    <a:pt x="15" y="6"/>
                    <a:pt x="14" y="5"/>
                    <a:pt x="14" y="4"/>
                  </a:cubicBezTo>
                  <a:cubicBezTo>
                    <a:pt x="14" y="4"/>
                    <a:pt x="14" y="4"/>
                    <a:pt x="13" y="3"/>
                  </a:cubicBezTo>
                  <a:cubicBezTo>
                    <a:pt x="13" y="3"/>
                    <a:pt x="13" y="3"/>
                    <a:pt x="13" y="3"/>
                  </a:cubicBezTo>
                  <a:cubicBezTo>
                    <a:pt x="13" y="3"/>
                    <a:pt x="13" y="3"/>
                    <a:pt x="13" y="3"/>
                  </a:cubicBezTo>
                  <a:cubicBezTo>
                    <a:pt x="12" y="2"/>
                    <a:pt x="11"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6" name="Freeform 227">
              <a:extLst>
                <a:ext uri="{FF2B5EF4-FFF2-40B4-BE49-F238E27FC236}">
                  <a16:creationId xmlns:a16="http://schemas.microsoft.com/office/drawing/2014/main" id="{D6801734-A733-431F-B3E1-609AEB7A814A}"/>
                </a:ext>
              </a:extLst>
            </p:cNvPr>
            <p:cNvSpPr>
              <a:spLocks noEditPoints="1"/>
            </p:cNvSpPr>
            <p:nvPr userDrawn="1"/>
          </p:nvSpPr>
          <p:spPr bwMode="auto">
            <a:xfrm>
              <a:off x="5176081" y="-147508"/>
              <a:ext cx="20069" cy="20069"/>
            </a:xfrm>
            <a:custGeom>
              <a:avLst/>
              <a:gdLst>
                <a:gd name="T0" fmla="*/ 7 w 13"/>
                <a:gd name="T1" fmla="*/ 7 h 13"/>
                <a:gd name="T2" fmla="*/ 6 w 13"/>
                <a:gd name="T3" fmla="*/ 6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0 h 13"/>
                <a:gd name="T22" fmla="*/ 7 w 13"/>
                <a:gd name="T23" fmla="*/ 0 h 13"/>
                <a:gd name="T24" fmla="*/ 4 w 13"/>
                <a:gd name="T25" fmla="*/ 0 h 13"/>
                <a:gd name="T26" fmla="*/ 3 w 13"/>
                <a:gd name="T27" fmla="*/ 1 h 13"/>
                <a:gd name="T28" fmla="*/ 3 w 13"/>
                <a:gd name="T29" fmla="*/ 1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9 w 13"/>
                <a:gd name="T43" fmla="*/ 9 h 13"/>
                <a:gd name="T44" fmla="*/ 10 w 13"/>
                <a:gd name="T45" fmla="*/ 12 h 13"/>
                <a:gd name="T46" fmla="*/ 13 w 13"/>
                <a:gd name="T47" fmla="*/ 6 h 13"/>
                <a:gd name="T48" fmla="*/ 12 w 13"/>
                <a:gd name="T49" fmla="*/ 3 h 13"/>
                <a:gd name="T50" fmla="*/ 9 w 13"/>
                <a:gd name="T51" fmla="*/ 0 h 13"/>
                <a:gd name="T52" fmla="*/ 7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1"/>
                    <a:pt x="3" y="1"/>
                  </a:cubicBezTo>
                  <a:cubicBezTo>
                    <a:pt x="3" y="1"/>
                    <a:pt x="3" y="1"/>
                    <a:pt x="3" y="1"/>
                  </a:cubicBezTo>
                  <a:cubicBezTo>
                    <a:pt x="3" y="1"/>
                    <a:pt x="3" y="1"/>
                    <a:pt x="3" y="1"/>
                  </a:cubicBezTo>
                  <a:cubicBezTo>
                    <a:pt x="1" y="2"/>
                    <a:pt x="0" y="4"/>
                    <a:pt x="0" y="6"/>
                  </a:cubicBezTo>
                  <a:cubicBezTo>
                    <a:pt x="0" y="7"/>
                    <a:pt x="1" y="9"/>
                    <a:pt x="1" y="10"/>
                  </a:cubicBezTo>
                  <a:cubicBezTo>
                    <a:pt x="3"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7" name="Freeform 228">
              <a:extLst>
                <a:ext uri="{FF2B5EF4-FFF2-40B4-BE49-F238E27FC236}">
                  <a16:creationId xmlns:a16="http://schemas.microsoft.com/office/drawing/2014/main" id="{9C48134C-0498-4746-8B44-0958316FD1D6}"/>
                </a:ext>
              </a:extLst>
            </p:cNvPr>
            <p:cNvSpPr>
              <a:spLocks noEditPoints="1"/>
            </p:cNvSpPr>
            <p:nvPr userDrawn="1"/>
          </p:nvSpPr>
          <p:spPr bwMode="auto">
            <a:xfrm>
              <a:off x="4567986"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8" name="Freeform 229">
              <a:extLst>
                <a:ext uri="{FF2B5EF4-FFF2-40B4-BE49-F238E27FC236}">
                  <a16:creationId xmlns:a16="http://schemas.microsoft.com/office/drawing/2014/main" id="{08C6DC09-1CDD-4888-B8E0-055ED68B44E8}"/>
                </a:ext>
              </a:extLst>
            </p:cNvPr>
            <p:cNvSpPr>
              <a:spLocks noEditPoints="1"/>
            </p:cNvSpPr>
            <p:nvPr userDrawn="1"/>
          </p:nvSpPr>
          <p:spPr bwMode="auto">
            <a:xfrm>
              <a:off x="4662312" y="247854"/>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9" name="Freeform 230">
              <a:extLst>
                <a:ext uri="{FF2B5EF4-FFF2-40B4-BE49-F238E27FC236}">
                  <a16:creationId xmlns:a16="http://schemas.microsoft.com/office/drawing/2014/main" id="{EDDECDDA-C0F8-4867-80B2-6B4A5FC6990D}"/>
                </a:ext>
              </a:extLst>
            </p:cNvPr>
            <p:cNvSpPr>
              <a:spLocks/>
            </p:cNvSpPr>
            <p:nvPr userDrawn="1"/>
          </p:nvSpPr>
          <p:spPr bwMode="auto">
            <a:xfrm>
              <a:off x="4674353"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0" name="Freeform 231">
              <a:extLst>
                <a:ext uri="{FF2B5EF4-FFF2-40B4-BE49-F238E27FC236}">
                  <a16:creationId xmlns:a16="http://schemas.microsoft.com/office/drawing/2014/main" id="{BB7A1FBD-FF24-41B6-93F4-5F5B8FE7E295}"/>
                </a:ext>
              </a:extLst>
            </p:cNvPr>
            <p:cNvSpPr>
              <a:spLocks noEditPoints="1"/>
            </p:cNvSpPr>
            <p:nvPr userDrawn="1"/>
          </p:nvSpPr>
          <p:spPr bwMode="auto">
            <a:xfrm>
              <a:off x="4700442" y="300033"/>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1" name="Freeform 232">
              <a:extLst>
                <a:ext uri="{FF2B5EF4-FFF2-40B4-BE49-F238E27FC236}">
                  <a16:creationId xmlns:a16="http://schemas.microsoft.com/office/drawing/2014/main" id="{83AFF126-EA59-4BC8-96E9-2E3D517D9F0C}"/>
                </a:ext>
              </a:extLst>
            </p:cNvPr>
            <p:cNvSpPr>
              <a:spLocks noEditPoints="1"/>
            </p:cNvSpPr>
            <p:nvPr userDrawn="1"/>
          </p:nvSpPr>
          <p:spPr bwMode="auto">
            <a:xfrm>
              <a:off x="4784733" y="1514216"/>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2" name="Freeform 233">
              <a:extLst>
                <a:ext uri="{FF2B5EF4-FFF2-40B4-BE49-F238E27FC236}">
                  <a16:creationId xmlns:a16="http://schemas.microsoft.com/office/drawing/2014/main" id="{567EDE22-1142-4EA4-93B1-5D3A85931A78}"/>
                </a:ext>
              </a:extLst>
            </p:cNvPr>
            <p:cNvSpPr>
              <a:spLocks noEditPoints="1"/>
            </p:cNvSpPr>
            <p:nvPr userDrawn="1"/>
          </p:nvSpPr>
          <p:spPr bwMode="auto">
            <a:xfrm>
              <a:off x="4895114" y="1706880"/>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6"/>
                    <a:pt x="14" y="27"/>
                  </a:cubicBezTo>
                  <a:cubicBezTo>
                    <a:pt x="21" y="26"/>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3" name="Freeform 234">
              <a:extLst>
                <a:ext uri="{FF2B5EF4-FFF2-40B4-BE49-F238E27FC236}">
                  <a16:creationId xmlns:a16="http://schemas.microsoft.com/office/drawing/2014/main" id="{CDF768A1-EE60-4E86-815F-E3EEB23DE64F}"/>
                </a:ext>
              </a:extLst>
            </p:cNvPr>
            <p:cNvSpPr>
              <a:spLocks/>
            </p:cNvSpPr>
            <p:nvPr userDrawn="1"/>
          </p:nvSpPr>
          <p:spPr bwMode="auto">
            <a:xfrm>
              <a:off x="4911169" y="1749024"/>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4" name="Freeform 235">
              <a:extLst>
                <a:ext uri="{FF2B5EF4-FFF2-40B4-BE49-F238E27FC236}">
                  <a16:creationId xmlns:a16="http://schemas.microsoft.com/office/drawing/2014/main" id="{348EBCBD-C463-4E35-9F42-9FF875DB4133}"/>
                </a:ext>
              </a:extLst>
            </p:cNvPr>
            <p:cNvSpPr>
              <a:spLocks noEditPoints="1"/>
            </p:cNvSpPr>
            <p:nvPr userDrawn="1"/>
          </p:nvSpPr>
          <p:spPr bwMode="auto">
            <a:xfrm>
              <a:off x="4943280" y="1767087"/>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5" name="Freeform 236">
              <a:extLst>
                <a:ext uri="{FF2B5EF4-FFF2-40B4-BE49-F238E27FC236}">
                  <a16:creationId xmlns:a16="http://schemas.microsoft.com/office/drawing/2014/main" id="{E6513D26-EFD3-4B10-8B9C-2355631F3C80}"/>
                </a:ext>
              </a:extLst>
            </p:cNvPr>
            <p:cNvSpPr>
              <a:spLocks noEditPoints="1"/>
            </p:cNvSpPr>
            <p:nvPr userDrawn="1"/>
          </p:nvSpPr>
          <p:spPr bwMode="auto">
            <a:xfrm>
              <a:off x="4746602" y="709444"/>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6" name="Freeform 237">
              <a:extLst>
                <a:ext uri="{FF2B5EF4-FFF2-40B4-BE49-F238E27FC236}">
                  <a16:creationId xmlns:a16="http://schemas.microsoft.com/office/drawing/2014/main" id="{B2F75829-FC8C-4D06-B278-AA3EF5C0079C}"/>
                </a:ext>
              </a:extLst>
            </p:cNvPr>
            <p:cNvSpPr>
              <a:spLocks/>
            </p:cNvSpPr>
            <p:nvPr userDrawn="1"/>
          </p:nvSpPr>
          <p:spPr bwMode="auto">
            <a:xfrm>
              <a:off x="4838920"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7" name="Freeform 238">
              <a:extLst>
                <a:ext uri="{FF2B5EF4-FFF2-40B4-BE49-F238E27FC236}">
                  <a16:creationId xmlns:a16="http://schemas.microsoft.com/office/drawing/2014/main" id="{12F5A784-B2CA-4BAB-AC4F-91CA09B0A331}"/>
                </a:ext>
              </a:extLst>
            </p:cNvPr>
            <p:cNvSpPr>
              <a:spLocks/>
            </p:cNvSpPr>
            <p:nvPr userDrawn="1"/>
          </p:nvSpPr>
          <p:spPr bwMode="auto">
            <a:xfrm>
              <a:off x="4852968" y="906121"/>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8" name="Freeform 239">
              <a:extLst>
                <a:ext uri="{FF2B5EF4-FFF2-40B4-BE49-F238E27FC236}">
                  <a16:creationId xmlns:a16="http://schemas.microsoft.com/office/drawing/2014/main" id="{7940D110-233A-42EC-AD6F-F2B1ACFDCDAC}"/>
                </a:ext>
              </a:extLst>
            </p:cNvPr>
            <p:cNvSpPr>
              <a:spLocks noEditPoints="1"/>
            </p:cNvSpPr>
            <p:nvPr userDrawn="1"/>
          </p:nvSpPr>
          <p:spPr bwMode="auto">
            <a:xfrm>
              <a:off x="4879058"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9" name="Freeform 240">
              <a:extLst>
                <a:ext uri="{FF2B5EF4-FFF2-40B4-BE49-F238E27FC236}">
                  <a16:creationId xmlns:a16="http://schemas.microsoft.com/office/drawing/2014/main" id="{49D4105E-3B93-4C0C-933C-915C030AA94B}"/>
                </a:ext>
              </a:extLst>
            </p:cNvPr>
            <p:cNvSpPr>
              <a:spLocks noEditPoints="1"/>
            </p:cNvSpPr>
            <p:nvPr userDrawn="1"/>
          </p:nvSpPr>
          <p:spPr bwMode="auto">
            <a:xfrm>
              <a:off x="4343212"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0" name="Freeform 241">
              <a:extLst>
                <a:ext uri="{FF2B5EF4-FFF2-40B4-BE49-F238E27FC236}">
                  <a16:creationId xmlns:a16="http://schemas.microsoft.com/office/drawing/2014/main" id="{481DE165-420B-4F91-A16D-AE505E77882B}"/>
                </a:ext>
              </a:extLst>
            </p:cNvPr>
            <p:cNvSpPr>
              <a:spLocks noEditPoints="1"/>
            </p:cNvSpPr>
            <p:nvPr userDrawn="1"/>
          </p:nvSpPr>
          <p:spPr bwMode="auto">
            <a:xfrm>
              <a:off x="4507779" y="1066674"/>
              <a:ext cx="40138"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1" name="Freeform 242">
              <a:extLst>
                <a:ext uri="{FF2B5EF4-FFF2-40B4-BE49-F238E27FC236}">
                  <a16:creationId xmlns:a16="http://schemas.microsoft.com/office/drawing/2014/main" id="{34F97DBB-3F68-4660-8F79-4F28DBD50BF7}"/>
                </a:ext>
              </a:extLst>
            </p:cNvPr>
            <p:cNvSpPr>
              <a:spLocks noEditPoints="1"/>
            </p:cNvSpPr>
            <p:nvPr userDrawn="1"/>
          </p:nvSpPr>
          <p:spPr bwMode="auto">
            <a:xfrm>
              <a:off x="4543903" y="1090757"/>
              <a:ext cx="30104" cy="30104"/>
            </a:xfrm>
            <a:custGeom>
              <a:avLst/>
              <a:gdLst>
                <a:gd name="T0" fmla="*/ 4 w 20"/>
                <a:gd name="T1" fmla="*/ 2 h 20"/>
                <a:gd name="T2" fmla="*/ 4 w 20"/>
                <a:gd name="T3" fmla="*/ 2 h 20"/>
                <a:gd name="T4" fmla="*/ 4 w 20"/>
                <a:gd name="T5" fmla="*/ 2 h 20"/>
                <a:gd name="T6" fmla="*/ 4 w 20"/>
                <a:gd name="T7" fmla="*/ 2 h 20"/>
                <a:gd name="T8" fmla="*/ 13 w 20"/>
                <a:gd name="T9" fmla="*/ 8 h 20"/>
                <a:gd name="T10" fmla="*/ 15 w 20"/>
                <a:gd name="T11" fmla="*/ 6 h 20"/>
                <a:gd name="T12" fmla="*/ 13 w 20"/>
                <a:gd name="T13" fmla="*/ 8 h 20"/>
                <a:gd name="T14" fmla="*/ 14 w 20"/>
                <a:gd name="T15" fmla="*/ 10 h 20"/>
                <a:gd name="T16" fmla="*/ 12 w 20"/>
                <a:gd name="T17" fmla="*/ 13 h 20"/>
                <a:gd name="T18" fmla="*/ 10 w 20"/>
                <a:gd name="T19" fmla="*/ 14 h 20"/>
                <a:gd name="T20" fmla="*/ 7 w 20"/>
                <a:gd name="T21" fmla="*/ 12 h 20"/>
                <a:gd name="T22" fmla="*/ 6 w 20"/>
                <a:gd name="T23" fmla="*/ 10 h 20"/>
                <a:gd name="T24" fmla="*/ 7 w 20"/>
                <a:gd name="T25" fmla="*/ 7 h 20"/>
                <a:gd name="T26" fmla="*/ 7 w 20"/>
                <a:gd name="T27" fmla="*/ 7 h 20"/>
                <a:gd name="T28" fmla="*/ 10 w 20"/>
                <a:gd name="T29" fmla="*/ 6 h 20"/>
                <a:gd name="T30" fmla="*/ 13 w 20"/>
                <a:gd name="T31" fmla="*/ 8 h 20"/>
                <a:gd name="T32" fmla="*/ 10 w 20"/>
                <a:gd name="T33" fmla="*/ 0 h 20"/>
                <a:gd name="T34" fmla="*/ 10 w 20"/>
                <a:gd name="T35" fmla="*/ 0 h 20"/>
                <a:gd name="T36" fmla="*/ 10 w 20"/>
                <a:gd name="T37" fmla="*/ 0 h 20"/>
                <a:gd name="T38" fmla="*/ 4 w 20"/>
                <a:gd name="T39" fmla="*/ 2 h 20"/>
                <a:gd name="T40" fmla="*/ 4 w 20"/>
                <a:gd name="T41" fmla="*/ 2 h 20"/>
                <a:gd name="T42" fmla="*/ 0 w 20"/>
                <a:gd name="T43" fmla="*/ 10 h 20"/>
                <a:gd name="T44" fmla="*/ 2 w 20"/>
                <a:gd name="T45" fmla="*/ 16 h 20"/>
                <a:gd name="T46" fmla="*/ 10 w 20"/>
                <a:gd name="T47" fmla="*/ 20 h 20"/>
                <a:gd name="T48" fmla="*/ 10 w 20"/>
                <a:gd name="T49" fmla="*/ 20 h 20"/>
                <a:gd name="T50" fmla="*/ 16 w 20"/>
                <a:gd name="T51" fmla="*/ 18 h 20"/>
                <a:gd name="T52" fmla="*/ 20 w 20"/>
                <a:gd name="T53" fmla="*/ 10 h 20"/>
                <a:gd name="T54" fmla="*/ 18 w 20"/>
                <a:gd name="T55" fmla="*/ 4 h 20"/>
                <a:gd name="T56" fmla="*/ 18 w 20"/>
                <a:gd name="T57" fmla="*/ 4 h 20"/>
                <a:gd name="T58" fmla="*/ 10 w 20"/>
                <a:gd name="T5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0">
                  <a:moveTo>
                    <a:pt x="4" y="2"/>
                  </a:moveTo>
                  <a:cubicBezTo>
                    <a:pt x="4" y="2"/>
                    <a:pt x="4" y="2"/>
                    <a:pt x="4" y="2"/>
                  </a:cubicBezTo>
                  <a:cubicBezTo>
                    <a:pt x="4" y="2"/>
                    <a:pt x="4" y="2"/>
                    <a:pt x="4" y="2"/>
                  </a:cubicBezTo>
                  <a:cubicBezTo>
                    <a:pt x="4" y="2"/>
                    <a:pt x="4" y="2"/>
                    <a:pt x="4" y="2"/>
                  </a:cubicBezTo>
                  <a:moveTo>
                    <a:pt x="13" y="8"/>
                  </a:move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7" y="7"/>
                    <a:pt x="7" y="7"/>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4" y="2"/>
                    <a:pt x="4" y="2"/>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2" name="Freeform 243">
              <a:extLst>
                <a:ext uri="{FF2B5EF4-FFF2-40B4-BE49-F238E27FC236}">
                  <a16:creationId xmlns:a16="http://schemas.microsoft.com/office/drawing/2014/main" id="{10527A01-B35E-425A-8537-CE3A9276114C}"/>
                </a:ext>
              </a:extLst>
            </p:cNvPr>
            <p:cNvSpPr>
              <a:spLocks noEditPoints="1"/>
            </p:cNvSpPr>
            <p:nvPr userDrawn="1"/>
          </p:nvSpPr>
          <p:spPr bwMode="auto">
            <a:xfrm>
              <a:off x="4576014" y="1088751"/>
              <a:ext cx="28097" cy="26090"/>
            </a:xfrm>
            <a:custGeom>
              <a:avLst/>
              <a:gdLst>
                <a:gd name="T0" fmla="*/ 9 w 18"/>
                <a:gd name="T1" fmla="*/ 12 h 18"/>
                <a:gd name="T2" fmla="*/ 7 w 18"/>
                <a:gd name="T3" fmla="*/ 11 h 18"/>
                <a:gd name="T4" fmla="*/ 6 w 18"/>
                <a:gd name="T5" fmla="*/ 9 h 18"/>
                <a:gd name="T6" fmla="*/ 7 w 18"/>
                <a:gd name="T7" fmla="*/ 7 h 18"/>
                <a:gd name="T8" fmla="*/ 9 w 18"/>
                <a:gd name="T9" fmla="*/ 6 h 18"/>
                <a:gd name="T10" fmla="*/ 11 w 18"/>
                <a:gd name="T11" fmla="*/ 8 h 18"/>
                <a:gd name="T12" fmla="*/ 11 w 18"/>
                <a:gd name="T13" fmla="*/ 8 h 18"/>
                <a:gd name="T14" fmla="*/ 12 w 18"/>
                <a:gd name="T15" fmla="*/ 9 h 18"/>
                <a:gd name="T16" fmla="*/ 11 w 18"/>
                <a:gd name="T17" fmla="*/ 11 h 18"/>
                <a:gd name="T18" fmla="*/ 9 w 18"/>
                <a:gd name="T19" fmla="*/ 12 h 18"/>
                <a:gd name="T20" fmla="*/ 9 w 18"/>
                <a:gd name="T21" fmla="*/ 0 h 18"/>
                <a:gd name="T22" fmla="*/ 9 w 18"/>
                <a:gd name="T23" fmla="*/ 0 h 18"/>
                <a:gd name="T24" fmla="*/ 4 w 18"/>
                <a:gd name="T25" fmla="*/ 2 h 18"/>
                <a:gd name="T26" fmla="*/ 0 w 18"/>
                <a:gd name="T27" fmla="*/ 9 h 18"/>
                <a:gd name="T28" fmla="*/ 2 w 18"/>
                <a:gd name="T29" fmla="*/ 14 h 18"/>
                <a:gd name="T30" fmla="*/ 9 w 18"/>
                <a:gd name="T31" fmla="*/ 18 h 18"/>
                <a:gd name="T32" fmla="*/ 9 w 18"/>
                <a:gd name="T33" fmla="*/ 18 h 18"/>
                <a:gd name="T34" fmla="*/ 9 w 18"/>
                <a:gd name="T35" fmla="*/ 18 h 18"/>
                <a:gd name="T36" fmla="*/ 14 w 18"/>
                <a:gd name="T37" fmla="*/ 16 h 18"/>
                <a:gd name="T38" fmla="*/ 18 w 18"/>
                <a:gd name="T39" fmla="*/ 9 h 18"/>
                <a:gd name="T40" fmla="*/ 16 w 18"/>
                <a:gd name="T41" fmla="*/ 4 h 18"/>
                <a:gd name="T42" fmla="*/ 14 w 18"/>
                <a:gd name="T43" fmla="*/ 6 h 18"/>
                <a:gd name="T44" fmla="*/ 16 w 18"/>
                <a:gd name="T45" fmla="*/ 4 h 18"/>
                <a:gd name="T46" fmla="*/ 9 w 1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8">
                  <a:moveTo>
                    <a:pt x="9" y="12"/>
                  </a:moveTo>
                  <a:cubicBezTo>
                    <a:pt x="8" y="12"/>
                    <a:pt x="7" y="11"/>
                    <a:pt x="7" y="11"/>
                  </a:cubicBez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moveTo>
                    <a:pt x="9" y="0"/>
                  </a:moveTo>
                  <a:cubicBezTo>
                    <a:pt x="9" y="0"/>
                    <a:pt x="9" y="0"/>
                    <a:pt x="9" y="0"/>
                  </a:cubicBezTo>
                  <a:cubicBezTo>
                    <a:pt x="7" y="0"/>
                    <a:pt x="5" y="1"/>
                    <a:pt x="4" y="2"/>
                  </a:cubicBezTo>
                  <a:cubicBezTo>
                    <a:pt x="2"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3" name="Freeform 244">
              <a:extLst>
                <a:ext uri="{FF2B5EF4-FFF2-40B4-BE49-F238E27FC236}">
                  <a16:creationId xmlns:a16="http://schemas.microsoft.com/office/drawing/2014/main" id="{681335FB-7885-4F61-9469-549354287CE7}"/>
                </a:ext>
              </a:extLst>
            </p:cNvPr>
            <p:cNvSpPr>
              <a:spLocks/>
            </p:cNvSpPr>
            <p:nvPr userDrawn="1"/>
          </p:nvSpPr>
          <p:spPr bwMode="auto">
            <a:xfrm>
              <a:off x="3014636"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4" name="Freeform 245">
              <a:extLst>
                <a:ext uri="{FF2B5EF4-FFF2-40B4-BE49-F238E27FC236}">
                  <a16:creationId xmlns:a16="http://schemas.microsoft.com/office/drawing/2014/main" id="{14ABEE6B-62A5-43B0-AFB2-66ECF0D45ECD}"/>
                </a:ext>
              </a:extLst>
            </p:cNvPr>
            <p:cNvSpPr>
              <a:spLocks noEditPoints="1"/>
            </p:cNvSpPr>
            <p:nvPr userDrawn="1"/>
          </p:nvSpPr>
          <p:spPr bwMode="auto">
            <a:xfrm>
              <a:off x="3068823" y="835880"/>
              <a:ext cx="24083" cy="20069"/>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5" name="Freeform 246">
              <a:extLst>
                <a:ext uri="{FF2B5EF4-FFF2-40B4-BE49-F238E27FC236}">
                  <a16:creationId xmlns:a16="http://schemas.microsoft.com/office/drawing/2014/main" id="{9C261D75-A00C-4469-A23F-055DBCDCCD5D}"/>
                </a:ext>
              </a:extLst>
            </p:cNvPr>
            <p:cNvSpPr>
              <a:spLocks noEditPoints="1"/>
            </p:cNvSpPr>
            <p:nvPr userDrawn="1"/>
          </p:nvSpPr>
          <p:spPr bwMode="auto">
            <a:xfrm>
              <a:off x="3307645" y="811797"/>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4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4"/>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6" name="Freeform 247">
              <a:extLst>
                <a:ext uri="{FF2B5EF4-FFF2-40B4-BE49-F238E27FC236}">
                  <a16:creationId xmlns:a16="http://schemas.microsoft.com/office/drawing/2014/main" id="{83767575-A567-4C1B-AA46-9F9A33AC2CD5}"/>
                </a:ext>
              </a:extLst>
            </p:cNvPr>
            <p:cNvSpPr>
              <a:spLocks noEditPoints="1"/>
            </p:cNvSpPr>
            <p:nvPr userDrawn="1"/>
          </p:nvSpPr>
          <p:spPr bwMode="auto">
            <a:xfrm>
              <a:off x="3369860" y="859963"/>
              <a:ext cx="44152" cy="44152"/>
            </a:xfrm>
            <a:custGeom>
              <a:avLst/>
              <a:gdLst>
                <a:gd name="T0" fmla="*/ 9 w 30"/>
                <a:gd name="T1" fmla="*/ 7 h 30"/>
                <a:gd name="T2" fmla="*/ 15 w 30"/>
                <a:gd name="T3" fmla="*/ 6 h 30"/>
                <a:gd name="T4" fmla="*/ 22 w 30"/>
                <a:gd name="T5" fmla="*/ 9 h 30"/>
                <a:gd name="T6" fmla="*/ 25 w 30"/>
                <a:gd name="T7" fmla="*/ 7 h 30"/>
                <a:gd name="T8" fmla="*/ 22 w 30"/>
                <a:gd name="T9" fmla="*/ 9 h 30"/>
                <a:gd name="T10" fmla="*/ 24 w 30"/>
                <a:gd name="T11" fmla="*/ 15 h 30"/>
                <a:gd name="T12" fmla="*/ 21 w 30"/>
                <a:gd name="T13" fmla="*/ 22 h 30"/>
                <a:gd name="T14" fmla="*/ 15 w 30"/>
                <a:gd name="T15" fmla="*/ 24 h 30"/>
                <a:gd name="T16" fmla="*/ 7 w 30"/>
                <a:gd name="T17" fmla="*/ 20 h 30"/>
                <a:gd name="T18" fmla="*/ 6 w 30"/>
                <a:gd name="T19" fmla="*/ 15 h 30"/>
                <a:gd name="T20" fmla="*/ 9 w 30"/>
                <a:gd name="T21" fmla="*/ 7 h 30"/>
                <a:gd name="T22" fmla="*/ 9 w 30"/>
                <a:gd name="T23" fmla="*/ 7 h 30"/>
                <a:gd name="T24" fmla="*/ 15 w 30"/>
                <a:gd name="T25" fmla="*/ 0 h 30"/>
                <a:gd name="T26" fmla="*/ 15 w 30"/>
                <a:gd name="T27" fmla="*/ 0 h 30"/>
                <a:gd name="T28" fmla="*/ 6 w 30"/>
                <a:gd name="T29" fmla="*/ 3 h 30"/>
                <a:gd name="T30" fmla="*/ 0 w 30"/>
                <a:gd name="T31" fmla="*/ 15 h 30"/>
                <a:gd name="T32" fmla="*/ 3 w 30"/>
                <a:gd name="T33" fmla="*/ 24 h 30"/>
                <a:gd name="T34" fmla="*/ 15 w 30"/>
                <a:gd name="T35" fmla="*/ 30 h 30"/>
                <a:gd name="T36" fmla="*/ 15 w 30"/>
                <a:gd name="T37" fmla="*/ 30 h 30"/>
                <a:gd name="T38" fmla="*/ 24 w 30"/>
                <a:gd name="T39" fmla="*/ 27 h 30"/>
                <a:gd name="T40" fmla="*/ 30 w 30"/>
                <a:gd name="T41" fmla="*/ 15 h 30"/>
                <a:gd name="T42" fmla="*/ 27 w 30"/>
                <a:gd name="T43" fmla="*/ 6 h 30"/>
                <a:gd name="T44" fmla="*/ 27 w 30"/>
                <a:gd name="T45" fmla="*/ 6 h 30"/>
                <a:gd name="T46" fmla="*/ 15 w 30"/>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0">
                  <a:moveTo>
                    <a:pt x="9" y="7"/>
                  </a:moveTo>
                  <a:cubicBezTo>
                    <a:pt x="11" y="6"/>
                    <a:pt x="13" y="6"/>
                    <a:pt x="15" y="6"/>
                  </a:cubicBezTo>
                  <a:cubicBezTo>
                    <a:pt x="18" y="6"/>
                    <a:pt x="21" y="7"/>
                    <a:pt x="22" y="9"/>
                  </a:cubicBezTo>
                  <a:cubicBezTo>
                    <a:pt x="25" y="7"/>
                    <a:pt x="25" y="7"/>
                    <a:pt x="25" y="7"/>
                  </a:cubicBezTo>
                  <a:cubicBezTo>
                    <a:pt x="22" y="9"/>
                    <a:pt x="22" y="9"/>
                    <a:pt x="22" y="9"/>
                  </a:cubicBezTo>
                  <a:cubicBezTo>
                    <a:pt x="24" y="11"/>
                    <a:pt x="24" y="13"/>
                    <a:pt x="24" y="15"/>
                  </a:cubicBezTo>
                  <a:cubicBezTo>
                    <a:pt x="24" y="17"/>
                    <a:pt x="23" y="20"/>
                    <a:pt x="21" y="22"/>
                  </a:cubicBezTo>
                  <a:cubicBezTo>
                    <a:pt x="19" y="23"/>
                    <a:pt x="17" y="24"/>
                    <a:pt x="15" y="24"/>
                  </a:cubicBezTo>
                  <a:cubicBezTo>
                    <a:pt x="12" y="24"/>
                    <a:pt x="9" y="23"/>
                    <a:pt x="7" y="20"/>
                  </a:cubicBezTo>
                  <a:cubicBezTo>
                    <a:pt x="6" y="18"/>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2" y="6"/>
                    <a:pt x="0" y="10"/>
                    <a:pt x="0" y="15"/>
                  </a:cubicBezTo>
                  <a:cubicBezTo>
                    <a:pt x="0" y="18"/>
                    <a:pt x="1" y="21"/>
                    <a:pt x="3" y="24"/>
                  </a:cubicBezTo>
                  <a:cubicBezTo>
                    <a:pt x="6" y="28"/>
                    <a:pt x="10" y="30"/>
                    <a:pt x="15" y="30"/>
                  </a:cubicBezTo>
                  <a:cubicBezTo>
                    <a:pt x="15" y="30"/>
                    <a:pt x="15" y="30"/>
                    <a:pt x="15" y="30"/>
                  </a:cubicBezTo>
                  <a:cubicBezTo>
                    <a:pt x="18" y="30"/>
                    <a:pt x="21" y="29"/>
                    <a:pt x="24" y="27"/>
                  </a:cubicBezTo>
                  <a:cubicBezTo>
                    <a:pt x="28" y="24"/>
                    <a:pt x="30" y="19"/>
                    <a:pt x="30" y="15"/>
                  </a:cubicBezTo>
                  <a:cubicBezTo>
                    <a:pt x="30" y="11"/>
                    <a:pt x="29" y="8"/>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7" name="Freeform 248">
              <a:extLst>
                <a:ext uri="{FF2B5EF4-FFF2-40B4-BE49-F238E27FC236}">
                  <a16:creationId xmlns:a16="http://schemas.microsoft.com/office/drawing/2014/main" id="{3C001A54-433D-41CF-B531-124B12E1B2C6}"/>
                </a:ext>
              </a:extLst>
            </p:cNvPr>
            <p:cNvSpPr>
              <a:spLocks noEditPoints="1"/>
            </p:cNvSpPr>
            <p:nvPr userDrawn="1"/>
          </p:nvSpPr>
          <p:spPr bwMode="auto">
            <a:xfrm>
              <a:off x="3428060" y="855949"/>
              <a:ext cx="38132"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8 w 26"/>
                <a:gd name="T15" fmla="*/ 18 h 25"/>
                <a:gd name="T16" fmla="*/ 13 w 26"/>
                <a:gd name="T17" fmla="*/ 19 h 25"/>
                <a:gd name="T18" fmla="*/ 8 w 26"/>
                <a:gd name="T19" fmla="*/ 16 h 25"/>
                <a:gd name="T20" fmla="*/ 8 w 26"/>
                <a:gd name="T21" fmla="*/ 16 h 25"/>
                <a:gd name="T22" fmla="*/ 6 w 26"/>
                <a:gd name="T23" fmla="*/ 12 h 25"/>
                <a:gd name="T24" fmla="*/ 9 w 26"/>
                <a:gd name="T25" fmla="*/ 7 h 25"/>
                <a:gd name="T26" fmla="*/ 9 w 26"/>
                <a:gd name="T27" fmla="*/ 7 h 25"/>
                <a:gd name="T28" fmla="*/ 13 w 26"/>
                <a:gd name="T29" fmla="*/ 6 h 25"/>
                <a:gd name="T30" fmla="*/ 19 w 26"/>
                <a:gd name="T31" fmla="*/ 8 h 25"/>
                <a:gd name="T32" fmla="*/ 13 w 26"/>
                <a:gd name="T33" fmla="*/ 0 h 25"/>
                <a:gd name="T34" fmla="*/ 13 w 26"/>
                <a:gd name="T35" fmla="*/ 0 h 25"/>
                <a:gd name="T36" fmla="*/ 6 w 26"/>
                <a:gd name="T37" fmla="*/ 2 h 25"/>
                <a:gd name="T38" fmla="*/ 6 w 26"/>
                <a:gd name="T39" fmla="*/ 2 h 25"/>
                <a:gd name="T40" fmla="*/ 0 w 26"/>
                <a:gd name="T41" fmla="*/ 12 h 25"/>
                <a:gd name="T42" fmla="*/ 3 w 26"/>
                <a:gd name="T43" fmla="*/ 20 h 25"/>
                <a:gd name="T44" fmla="*/ 3 w 26"/>
                <a:gd name="T45" fmla="*/ 20 h 25"/>
                <a:gd name="T46" fmla="*/ 13 w 26"/>
                <a:gd name="T47" fmla="*/ 25 h 25"/>
                <a:gd name="T48" fmla="*/ 13 w 26"/>
                <a:gd name="T49" fmla="*/ 25 h 25"/>
                <a:gd name="T50" fmla="*/ 13 w 26"/>
                <a:gd name="T51" fmla="*/ 25 h 25"/>
                <a:gd name="T52" fmla="*/ 21 w 26"/>
                <a:gd name="T53" fmla="*/ 23 h 25"/>
                <a:gd name="T54" fmla="*/ 21 w 26"/>
                <a:gd name="T55" fmla="*/ 23 h 25"/>
                <a:gd name="T56" fmla="*/ 26 w 26"/>
                <a:gd name="T57" fmla="*/ 12 h 25"/>
                <a:gd name="T58" fmla="*/ 24 w 26"/>
                <a:gd name="T59" fmla="*/ 5 h 25"/>
                <a:gd name="T60" fmla="*/ 24 w 26"/>
                <a:gd name="T61" fmla="*/ 5 h 25"/>
                <a:gd name="T62" fmla="*/ 13 w 26"/>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8" name="Freeform 249">
              <a:extLst>
                <a:ext uri="{FF2B5EF4-FFF2-40B4-BE49-F238E27FC236}">
                  <a16:creationId xmlns:a16="http://schemas.microsoft.com/office/drawing/2014/main" id="{760694F3-5CA0-45C1-8BEE-1EE9E8B7EE87}"/>
                </a:ext>
              </a:extLst>
            </p:cNvPr>
            <p:cNvSpPr>
              <a:spLocks/>
            </p:cNvSpPr>
            <p:nvPr userDrawn="1"/>
          </p:nvSpPr>
          <p:spPr bwMode="auto">
            <a:xfrm>
              <a:off x="4224805" y="245847"/>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9" name="Freeform 250">
              <a:extLst>
                <a:ext uri="{FF2B5EF4-FFF2-40B4-BE49-F238E27FC236}">
                  <a16:creationId xmlns:a16="http://schemas.microsoft.com/office/drawing/2014/main" id="{497C056A-2D9E-4209-A819-0380F52BDFF6}"/>
                </a:ext>
              </a:extLst>
            </p:cNvPr>
            <p:cNvSpPr>
              <a:spLocks noEditPoints="1"/>
            </p:cNvSpPr>
            <p:nvPr userDrawn="1"/>
          </p:nvSpPr>
          <p:spPr bwMode="auto">
            <a:xfrm>
              <a:off x="4206742" y="247854"/>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0" name="Freeform 251">
              <a:extLst>
                <a:ext uri="{FF2B5EF4-FFF2-40B4-BE49-F238E27FC236}">
                  <a16:creationId xmlns:a16="http://schemas.microsoft.com/office/drawing/2014/main" id="{F1255550-62F0-4673-9541-33CD9C2B97DE}"/>
                </a:ext>
              </a:extLst>
            </p:cNvPr>
            <p:cNvSpPr>
              <a:spLocks noEditPoints="1"/>
            </p:cNvSpPr>
            <p:nvPr userDrawn="1"/>
          </p:nvSpPr>
          <p:spPr bwMode="auto">
            <a:xfrm>
              <a:off x="4182659" y="233806"/>
              <a:ext cx="28097" cy="26090"/>
            </a:xfrm>
            <a:custGeom>
              <a:avLst/>
              <a:gdLst>
                <a:gd name="T0" fmla="*/ 13 w 19"/>
                <a:gd name="T1" fmla="*/ 1 h 18"/>
                <a:gd name="T2" fmla="*/ 13 w 19"/>
                <a:gd name="T3" fmla="*/ 1 h 18"/>
                <a:gd name="T4" fmla="*/ 13 w 19"/>
                <a:gd name="T5" fmla="*/ 1 h 18"/>
                <a:gd name="T6" fmla="*/ 13 w 19"/>
                <a:gd name="T7" fmla="*/ 1 h 18"/>
                <a:gd name="T8" fmla="*/ 13 w 19"/>
                <a:gd name="T9" fmla="*/ 1 h 18"/>
                <a:gd name="T10" fmla="*/ 9 w 19"/>
                <a:gd name="T11" fmla="*/ 0 h 18"/>
                <a:gd name="T12" fmla="*/ 4 w 19"/>
                <a:gd name="T13" fmla="*/ 2 h 18"/>
                <a:gd name="T14" fmla="*/ 1 w 19"/>
                <a:gd name="T15" fmla="*/ 6 h 18"/>
                <a:gd name="T16" fmla="*/ 0 w 19"/>
                <a:gd name="T17" fmla="*/ 9 h 18"/>
                <a:gd name="T18" fmla="*/ 7 w 19"/>
                <a:gd name="T19" fmla="*/ 17 h 18"/>
                <a:gd name="T20" fmla="*/ 10 w 19"/>
                <a:gd name="T21" fmla="*/ 18 h 18"/>
                <a:gd name="T22" fmla="*/ 15 w 19"/>
                <a:gd name="T23" fmla="*/ 16 h 18"/>
                <a:gd name="T24" fmla="*/ 18 w 19"/>
                <a:gd name="T25" fmla="*/ 12 h 18"/>
                <a:gd name="T26" fmla="*/ 18 w 19"/>
                <a:gd name="T27" fmla="*/ 12 h 18"/>
                <a:gd name="T28" fmla="*/ 19 w 19"/>
                <a:gd name="T29" fmla="*/ 9 h 18"/>
                <a:gd name="T30" fmla="*/ 13 w 19"/>
                <a:gd name="T31" fmla="*/ 1 h 18"/>
                <a:gd name="T32" fmla="*/ 12 w 19"/>
                <a:gd name="T33" fmla="*/ 4 h 18"/>
                <a:gd name="T34" fmla="*/ 11 w 19"/>
                <a:gd name="T35" fmla="*/ 6 h 18"/>
                <a:gd name="T36" fmla="*/ 13 w 19"/>
                <a:gd name="T37" fmla="*/ 9 h 18"/>
                <a:gd name="T38" fmla="*/ 13 w 19"/>
                <a:gd name="T39" fmla="*/ 10 h 18"/>
                <a:gd name="T40" fmla="*/ 13 w 19"/>
                <a:gd name="T41" fmla="*/ 10 h 18"/>
                <a:gd name="T42" fmla="*/ 12 w 19"/>
                <a:gd name="T43" fmla="*/ 11 h 18"/>
                <a:gd name="T44" fmla="*/ 10 w 19"/>
                <a:gd name="T45" fmla="*/ 12 h 18"/>
                <a:gd name="T46" fmla="*/ 10 w 19"/>
                <a:gd name="T47" fmla="*/ 12 h 18"/>
                <a:gd name="T48" fmla="*/ 9 w 19"/>
                <a:gd name="T49" fmla="*/ 12 h 18"/>
                <a:gd name="T50" fmla="*/ 6 w 19"/>
                <a:gd name="T51" fmla="*/ 9 h 18"/>
                <a:gd name="T52" fmla="*/ 6 w 19"/>
                <a:gd name="T53" fmla="*/ 8 h 18"/>
                <a:gd name="T54" fmla="*/ 7 w 19"/>
                <a:gd name="T55" fmla="*/ 7 h 18"/>
                <a:gd name="T56" fmla="*/ 9 w 19"/>
                <a:gd name="T57" fmla="*/ 6 h 18"/>
                <a:gd name="T58" fmla="*/ 9 w 19"/>
                <a:gd name="T59" fmla="*/ 6 h 18"/>
                <a:gd name="T60" fmla="*/ 11 w 19"/>
                <a:gd name="T61" fmla="*/ 6 h 18"/>
                <a:gd name="T62" fmla="*/ 11 w 19"/>
                <a:gd name="T63" fmla="*/ 6 h 18"/>
                <a:gd name="T64" fmla="*/ 12 w 19"/>
                <a:gd name="T65" fmla="*/ 4 h 18"/>
                <a:gd name="T66" fmla="*/ 13 w 19"/>
                <a:gd name="T67" fmla="*/ 1 h 18"/>
                <a:gd name="T68" fmla="*/ 13 w 19"/>
                <a:gd name="T69" fmla="*/ 1 h 18"/>
                <a:gd name="T70" fmla="*/ 13 w 19"/>
                <a:gd name="T71" fmla="*/ 1 h 18"/>
                <a:gd name="T72" fmla="*/ 9 w 19"/>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8">
                  <a:moveTo>
                    <a:pt x="13" y="1"/>
                  </a:moveTo>
                  <a:cubicBezTo>
                    <a:pt x="13" y="1"/>
                    <a:pt x="13" y="1"/>
                    <a:pt x="13" y="1"/>
                  </a:cubicBezTo>
                  <a:cubicBezTo>
                    <a:pt x="13" y="1"/>
                    <a:pt x="13" y="1"/>
                    <a:pt x="13" y="1"/>
                  </a:cubicBezTo>
                  <a:cubicBezTo>
                    <a:pt x="13" y="1"/>
                    <a:pt x="13" y="1"/>
                    <a:pt x="13" y="1"/>
                  </a:cubicBezTo>
                  <a:cubicBezTo>
                    <a:pt x="13" y="1"/>
                    <a:pt x="13" y="1"/>
                    <a:pt x="13" y="1"/>
                  </a:cubicBezTo>
                  <a:moveTo>
                    <a:pt x="9" y="0"/>
                  </a:moveTo>
                  <a:cubicBezTo>
                    <a:pt x="7" y="0"/>
                    <a:pt x="6" y="1"/>
                    <a:pt x="4" y="2"/>
                  </a:cubicBezTo>
                  <a:cubicBezTo>
                    <a:pt x="3" y="3"/>
                    <a:pt x="1" y="4"/>
                    <a:pt x="1" y="6"/>
                  </a:cubicBezTo>
                  <a:cubicBezTo>
                    <a:pt x="0" y="7"/>
                    <a:pt x="0" y="8"/>
                    <a:pt x="0" y="9"/>
                  </a:cubicBezTo>
                  <a:cubicBezTo>
                    <a:pt x="0" y="12"/>
                    <a:pt x="3" y="16"/>
                    <a:pt x="7"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7" y="11"/>
                    <a:pt x="6" y="10"/>
                    <a:pt x="6" y="9"/>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1" y="6"/>
                    <a:pt x="11" y="6"/>
                    <a:pt x="11" y="6"/>
                  </a:cubicBezTo>
                  <a:cubicBezTo>
                    <a:pt x="12" y="4"/>
                    <a:pt x="12" y="4"/>
                    <a:pt x="12" y="4"/>
                  </a:cubicBezTo>
                  <a:cubicBezTo>
                    <a:pt x="13" y="1"/>
                    <a:pt x="13" y="1"/>
                    <a:pt x="13" y="1"/>
                  </a:cubicBezTo>
                  <a:cubicBezTo>
                    <a:pt x="13" y="1"/>
                    <a:pt x="13" y="1"/>
                    <a:pt x="13" y="1"/>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1" name="Freeform 252">
              <a:extLst>
                <a:ext uri="{FF2B5EF4-FFF2-40B4-BE49-F238E27FC236}">
                  <a16:creationId xmlns:a16="http://schemas.microsoft.com/office/drawing/2014/main" id="{EBF66A75-31F1-4143-B395-2C34DEA15870}"/>
                </a:ext>
              </a:extLst>
            </p:cNvPr>
            <p:cNvSpPr>
              <a:spLocks noEditPoints="1"/>
            </p:cNvSpPr>
            <p:nvPr userDrawn="1"/>
          </p:nvSpPr>
          <p:spPr bwMode="auto">
            <a:xfrm>
              <a:off x="4178645" y="209723"/>
              <a:ext cx="24083" cy="22077"/>
            </a:xfrm>
            <a:custGeom>
              <a:avLst/>
              <a:gdLst>
                <a:gd name="T0" fmla="*/ 9 w 16"/>
                <a:gd name="T1" fmla="*/ 6 h 15"/>
                <a:gd name="T2" fmla="*/ 9 w 16"/>
                <a:gd name="T3" fmla="*/ 6 h 15"/>
                <a:gd name="T4" fmla="*/ 10 w 16"/>
                <a:gd name="T5" fmla="*/ 3 h 15"/>
                <a:gd name="T6" fmla="*/ 11 w 16"/>
                <a:gd name="T7" fmla="*/ 0 h 15"/>
                <a:gd name="T8" fmla="*/ 10 w 16"/>
                <a:gd name="T9" fmla="*/ 3 h 15"/>
                <a:gd name="T10" fmla="*/ 9 w 16"/>
                <a:gd name="T11" fmla="*/ 6 h 15"/>
                <a:gd name="T12" fmla="*/ 10 w 16"/>
                <a:gd name="T13" fmla="*/ 8 h 15"/>
                <a:gd name="T14" fmla="*/ 10 w 16"/>
                <a:gd name="T15" fmla="*/ 8 h 15"/>
                <a:gd name="T16" fmla="*/ 10 w 16"/>
                <a:gd name="T17" fmla="*/ 9 h 15"/>
                <a:gd name="T18" fmla="*/ 9 w 16"/>
                <a:gd name="T19" fmla="*/ 9 h 15"/>
                <a:gd name="T20" fmla="*/ 8 w 16"/>
                <a:gd name="T21" fmla="*/ 9 h 15"/>
                <a:gd name="T22" fmla="*/ 8 w 16"/>
                <a:gd name="T23" fmla="*/ 9 h 15"/>
                <a:gd name="T24" fmla="*/ 6 w 16"/>
                <a:gd name="T25" fmla="*/ 7 h 15"/>
                <a:gd name="T26" fmla="*/ 6 w 16"/>
                <a:gd name="T27" fmla="*/ 7 h 15"/>
                <a:gd name="T28" fmla="*/ 7 w 16"/>
                <a:gd name="T29" fmla="*/ 6 h 15"/>
                <a:gd name="T30" fmla="*/ 8 w 16"/>
                <a:gd name="T31" fmla="*/ 6 h 15"/>
                <a:gd name="T32" fmla="*/ 8 w 16"/>
                <a:gd name="T33" fmla="*/ 6 h 15"/>
                <a:gd name="T34" fmla="*/ 9 w 16"/>
                <a:gd name="T35" fmla="*/ 6 h 15"/>
                <a:gd name="T36" fmla="*/ 8 w 16"/>
                <a:gd name="T37" fmla="*/ 0 h 15"/>
                <a:gd name="T38" fmla="*/ 4 w 16"/>
                <a:gd name="T39" fmla="*/ 1 h 15"/>
                <a:gd name="T40" fmla="*/ 1 w 16"/>
                <a:gd name="T41" fmla="*/ 5 h 15"/>
                <a:gd name="T42" fmla="*/ 0 w 16"/>
                <a:gd name="T43" fmla="*/ 7 h 15"/>
                <a:gd name="T44" fmla="*/ 6 w 16"/>
                <a:gd name="T45" fmla="*/ 15 h 15"/>
                <a:gd name="T46" fmla="*/ 6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9" y="6"/>
                    <a:pt x="9" y="6"/>
                    <a:pt x="9" y="6"/>
                  </a:cubicBezTo>
                  <a:cubicBezTo>
                    <a:pt x="10" y="3"/>
                    <a:pt x="10" y="3"/>
                    <a:pt x="10" y="3"/>
                  </a:cubicBezTo>
                  <a:cubicBezTo>
                    <a:pt x="11" y="0"/>
                    <a:pt x="11" y="0"/>
                    <a:pt x="11" y="0"/>
                  </a:cubicBez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2" name="Freeform 253">
              <a:extLst>
                <a:ext uri="{FF2B5EF4-FFF2-40B4-BE49-F238E27FC236}">
                  <a16:creationId xmlns:a16="http://schemas.microsoft.com/office/drawing/2014/main" id="{FB94DE1E-4933-43F8-B8F3-D570C8B89D50}"/>
                </a:ext>
              </a:extLst>
            </p:cNvPr>
            <p:cNvSpPr>
              <a:spLocks noEditPoints="1"/>
            </p:cNvSpPr>
            <p:nvPr userDrawn="1"/>
          </p:nvSpPr>
          <p:spPr bwMode="auto">
            <a:xfrm>
              <a:off x="4128473" y="-11038"/>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1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3" name="Freeform 254">
              <a:extLst>
                <a:ext uri="{FF2B5EF4-FFF2-40B4-BE49-F238E27FC236}">
                  <a16:creationId xmlns:a16="http://schemas.microsoft.com/office/drawing/2014/main" id="{1C6D7F36-E0EC-41A1-945E-C02581EC54A7}"/>
                </a:ext>
              </a:extLst>
            </p:cNvPr>
            <p:cNvSpPr>
              <a:spLocks noEditPoints="1"/>
            </p:cNvSpPr>
            <p:nvPr userDrawn="1"/>
          </p:nvSpPr>
          <p:spPr bwMode="auto">
            <a:xfrm>
              <a:off x="4122451" y="115397"/>
              <a:ext cx="34118" cy="34118"/>
            </a:xfrm>
            <a:custGeom>
              <a:avLst/>
              <a:gdLst>
                <a:gd name="T0" fmla="*/ 6 w 22"/>
                <a:gd name="T1" fmla="*/ 9 h 22"/>
                <a:gd name="T2" fmla="*/ 11 w 22"/>
                <a:gd name="T3" fmla="*/ 6 h 22"/>
                <a:gd name="T4" fmla="*/ 13 w 22"/>
                <a:gd name="T5" fmla="*/ 7 h 22"/>
                <a:gd name="T6" fmla="*/ 13 w 22"/>
                <a:gd name="T7" fmla="*/ 7 h 22"/>
                <a:gd name="T8" fmla="*/ 13 w 22"/>
                <a:gd name="T9" fmla="*/ 7 h 22"/>
                <a:gd name="T10" fmla="*/ 16 w 22"/>
                <a:gd name="T11" fmla="*/ 11 h 22"/>
                <a:gd name="T12" fmla="*/ 16 w 22"/>
                <a:gd name="T13" fmla="*/ 13 h 22"/>
                <a:gd name="T14" fmla="*/ 11 w 22"/>
                <a:gd name="T15" fmla="*/ 16 h 22"/>
                <a:gd name="T16" fmla="*/ 9 w 22"/>
                <a:gd name="T17" fmla="*/ 15 h 22"/>
                <a:gd name="T18" fmla="*/ 6 w 22"/>
                <a:gd name="T19" fmla="*/ 11 h 22"/>
                <a:gd name="T20" fmla="*/ 6 w 22"/>
                <a:gd name="T21" fmla="*/ 9 h 22"/>
                <a:gd name="T22" fmla="*/ 6 w 22"/>
                <a:gd name="T23" fmla="*/ 9 h 22"/>
                <a:gd name="T24" fmla="*/ 11 w 22"/>
                <a:gd name="T25" fmla="*/ 0 h 22"/>
                <a:gd name="T26" fmla="*/ 11 w 22"/>
                <a:gd name="T27" fmla="*/ 0 h 22"/>
                <a:gd name="T28" fmla="*/ 1 w 22"/>
                <a:gd name="T29" fmla="*/ 6 h 22"/>
                <a:gd name="T30" fmla="*/ 4 w 22"/>
                <a:gd name="T31" fmla="*/ 7 h 22"/>
                <a:gd name="T32" fmla="*/ 1 w 22"/>
                <a:gd name="T33" fmla="*/ 6 h 22"/>
                <a:gd name="T34" fmla="*/ 0 w 22"/>
                <a:gd name="T35" fmla="*/ 1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4" name="Freeform 255">
              <a:extLst>
                <a:ext uri="{FF2B5EF4-FFF2-40B4-BE49-F238E27FC236}">
                  <a16:creationId xmlns:a16="http://schemas.microsoft.com/office/drawing/2014/main" id="{EA9295E7-8DBE-4B5D-8C66-711EB85CF259}"/>
                </a:ext>
              </a:extLst>
            </p:cNvPr>
            <p:cNvSpPr>
              <a:spLocks noEditPoints="1"/>
            </p:cNvSpPr>
            <p:nvPr userDrawn="1"/>
          </p:nvSpPr>
          <p:spPr bwMode="auto">
            <a:xfrm>
              <a:off x="4106396" y="141488"/>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8 w 17"/>
                <a:gd name="T19" fmla="*/ 0 h 17"/>
                <a:gd name="T20" fmla="*/ 0 w 17"/>
                <a:gd name="T21" fmla="*/ 5 h 17"/>
                <a:gd name="T22" fmla="*/ 0 w 17"/>
                <a:gd name="T23" fmla="*/ 5 h 17"/>
                <a:gd name="T24" fmla="*/ 0 w 17"/>
                <a:gd name="T25" fmla="*/ 9 h 17"/>
                <a:gd name="T26" fmla="*/ 4 w 17"/>
                <a:gd name="T27" fmla="*/ 16 h 17"/>
                <a:gd name="T28" fmla="*/ 8 w 17"/>
                <a:gd name="T29" fmla="*/ 17 h 17"/>
                <a:gd name="T30" fmla="*/ 16 w 17"/>
                <a:gd name="T31" fmla="*/ 12 h 17"/>
                <a:gd name="T32" fmla="*/ 17 w 17"/>
                <a:gd name="T33" fmla="*/ 9 h 17"/>
                <a:gd name="T34" fmla="*/ 12 w 17"/>
                <a:gd name="T35" fmla="*/ 1 h 17"/>
                <a:gd name="T36" fmla="*/ 8 w 17"/>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9"/>
                    <a:pt x="6" y="9"/>
                  </a:cubicBezTo>
                  <a:cubicBezTo>
                    <a:pt x="6" y="8"/>
                    <a:pt x="6" y="8"/>
                    <a:pt x="6" y="7"/>
                  </a:cubicBezTo>
                  <a:moveTo>
                    <a:pt x="8" y="0"/>
                  </a:moveTo>
                  <a:cubicBezTo>
                    <a:pt x="5" y="0"/>
                    <a:pt x="2" y="2"/>
                    <a:pt x="0" y="5"/>
                  </a:cubicBezTo>
                  <a:cubicBezTo>
                    <a:pt x="0" y="5"/>
                    <a:pt x="0" y="5"/>
                    <a:pt x="0" y="5"/>
                  </a:cubicBezTo>
                  <a:cubicBezTo>
                    <a:pt x="0" y="6"/>
                    <a:pt x="0" y="7"/>
                    <a:pt x="0" y="9"/>
                  </a:cubicBezTo>
                  <a:cubicBezTo>
                    <a:pt x="0" y="12"/>
                    <a:pt x="1" y="15"/>
                    <a:pt x="4" y="16"/>
                  </a:cubicBezTo>
                  <a:cubicBezTo>
                    <a:pt x="6" y="17"/>
                    <a:pt x="7" y="17"/>
                    <a:pt x="8" y="17"/>
                  </a:cubicBezTo>
                  <a:cubicBezTo>
                    <a:pt x="11" y="17"/>
                    <a:pt x="14" y="15"/>
                    <a:pt x="16" y="12"/>
                  </a:cubicBezTo>
                  <a:cubicBezTo>
                    <a:pt x="17" y="11"/>
                    <a:pt x="17" y="10"/>
                    <a:pt x="17" y="9"/>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5" name="Freeform 256">
              <a:extLst>
                <a:ext uri="{FF2B5EF4-FFF2-40B4-BE49-F238E27FC236}">
                  <a16:creationId xmlns:a16="http://schemas.microsoft.com/office/drawing/2014/main" id="{FB838D1B-A02E-4362-9BEA-1DAB30B807B6}"/>
                </a:ext>
              </a:extLst>
            </p:cNvPr>
            <p:cNvSpPr>
              <a:spLocks noEditPoints="1"/>
            </p:cNvSpPr>
            <p:nvPr userDrawn="1"/>
          </p:nvSpPr>
          <p:spPr bwMode="auto">
            <a:xfrm>
              <a:off x="4080307" y="143494"/>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11 h 15"/>
                <a:gd name="T38" fmla="*/ 15 w 15"/>
                <a:gd name="T39" fmla="*/ 7 h 15"/>
                <a:gd name="T40" fmla="*/ 11 w 15"/>
                <a:gd name="T41" fmla="*/ 0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6" name="Freeform 257">
              <a:extLst>
                <a:ext uri="{FF2B5EF4-FFF2-40B4-BE49-F238E27FC236}">
                  <a16:creationId xmlns:a16="http://schemas.microsoft.com/office/drawing/2014/main" id="{6729A293-DC5A-465C-A195-B5499EA9E227}"/>
                </a:ext>
              </a:extLst>
            </p:cNvPr>
            <p:cNvSpPr>
              <a:spLocks noEditPoints="1"/>
            </p:cNvSpPr>
            <p:nvPr userDrawn="1"/>
          </p:nvSpPr>
          <p:spPr bwMode="auto">
            <a:xfrm>
              <a:off x="4616152" y="1357677"/>
              <a:ext cx="152525"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50" y="98"/>
                    <a:pt x="50" y="98"/>
                    <a:pt x="50" y="98"/>
                  </a:cubicBezTo>
                  <a:cubicBezTo>
                    <a:pt x="69" y="98"/>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7" name="Freeform 258">
              <a:extLst>
                <a:ext uri="{FF2B5EF4-FFF2-40B4-BE49-F238E27FC236}">
                  <a16:creationId xmlns:a16="http://schemas.microsoft.com/office/drawing/2014/main" id="{453D2355-6A49-4784-9CEC-E5BF2409AE74}"/>
                </a:ext>
              </a:extLst>
            </p:cNvPr>
            <p:cNvSpPr>
              <a:spLocks noEditPoints="1"/>
            </p:cNvSpPr>
            <p:nvPr userDrawn="1"/>
          </p:nvSpPr>
          <p:spPr bwMode="auto">
            <a:xfrm>
              <a:off x="4612138"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4 w 22"/>
                <a:gd name="T29" fmla="*/ 7 h 22"/>
                <a:gd name="T30" fmla="*/ 1 w 22"/>
                <a:gd name="T31" fmla="*/ 6 h 22"/>
                <a:gd name="T32" fmla="*/ 0 w 22"/>
                <a:gd name="T33" fmla="*/ 11 h 22"/>
                <a:gd name="T34" fmla="*/ 6 w 22"/>
                <a:gd name="T35" fmla="*/ 21 h 22"/>
                <a:gd name="T36" fmla="*/ 6 w 22"/>
                <a:gd name="T37" fmla="*/ 21 h 22"/>
                <a:gd name="T38" fmla="*/ 11 w 22"/>
                <a:gd name="T39" fmla="*/ 22 h 22"/>
                <a:gd name="T40" fmla="*/ 21 w 22"/>
                <a:gd name="T41" fmla="*/ 16 h 22"/>
                <a:gd name="T42" fmla="*/ 22 w 22"/>
                <a:gd name="T43" fmla="*/ 1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8" name="Freeform 259">
              <a:extLst>
                <a:ext uri="{FF2B5EF4-FFF2-40B4-BE49-F238E27FC236}">
                  <a16:creationId xmlns:a16="http://schemas.microsoft.com/office/drawing/2014/main" id="{7F598C61-15CC-441F-BB6B-EB8633BF08A4}"/>
                </a:ext>
              </a:extLst>
            </p:cNvPr>
            <p:cNvSpPr>
              <a:spLocks noEditPoints="1"/>
            </p:cNvSpPr>
            <p:nvPr userDrawn="1"/>
          </p:nvSpPr>
          <p:spPr bwMode="auto">
            <a:xfrm>
              <a:off x="4596083" y="1508195"/>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6 w 17"/>
                <a:gd name="T19" fmla="*/ 7 h 17"/>
                <a:gd name="T20" fmla="*/ 8 w 17"/>
                <a:gd name="T21" fmla="*/ 0 h 17"/>
                <a:gd name="T22" fmla="*/ 0 w 17"/>
                <a:gd name="T23" fmla="*/ 5 h 17"/>
                <a:gd name="T24" fmla="*/ 3 w 17"/>
                <a:gd name="T25" fmla="*/ 6 h 17"/>
                <a:gd name="T26" fmla="*/ 0 w 17"/>
                <a:gd name="T27" fmla="*/ 5 h 17"/>
                <a:gd name="T28" fmla="*/ 0 w 17"/>
                <a:gd name="T29" fmla="*/ 9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9 h 17"/>
                <a:gd name="T42" fmla="*/ 12 w 17"/>
                <a:gd name="T43" fmla="*/ 1 h 17"/>
                <a:gd name="T44" fmla="*/ 8 w 17"/>
                <a:gd name="T45" fmla="*/ 0 h 17"/>
                <a:gd name="T46" fmla="*/ 8 w 17"/>
                <a:gd name="T47" fmla="*/ 0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9" name="Freeform 260">
              <a:extLst>
                <a:ext uri="{FF2B5EF4-FFF2-40B4-BE49-F238E27FC236}">
                  <a16:creationId xmlns:a16="http://schemas.microsoft.com/office/drawing/2014/main" id="{6D3CF27A-39AA-42DA-B9FF-816A23B3A591}"/>
                </a:ext>
              </a:extLst>
            </p:cNvPr>
            <p:cNvSpPr>
              <a:spLocks noEditPoints="1"/>
            </p:cNvSpPr>
            <p:nvPr userDrawn="1"/>
          </p:nvSpPr>
          <p:spPr bwMode="auto">
            <a:xfrm>
              <a:off x="4569994" y="1512209"/>
              <a:ext cx="24083" cy="22077"/>
            </a:xfrm>
            <a:custGeom>
              <a:avLst/>
              <a:gdLst>
                <a:gd name="T0" fmla="*/ 8 w 16"/>
                <a:gd name="T1" fmla="*/ 9 h 15"/>
                <a:gd name="T2" fmla="*/ 7 w 16"/>
                <a:gd name="T3" fmla="*/ 9 h 15"/>
                <a:gd name="T4" fmla="*/ 7 w 16"/>
                <a:gd name="T5" fmla="*/ 9 h 15"/>
                <a:gd name="T6" fmla="*/ 6 w 16"/>
                <a:gd name="T7" fmla="*/ 7 h 15"/>
                <a:gd name="T8" fmla="*/ 6 w 16"/>
                <a:gd name="T9" fmla="*/ 7 h 15"/>
                <a:gd name="T10" fmla="*/ 4 w 16"/>
                <a:gd name="T11" fmla="*/ 5 h 15"/>
                <a:gd name="T12" fmla="*/ 6 w 16"/>
                <a:gd name="T13" fmla="*/ 7 h 15"/>
                <a:gd name="T14" fmla="*/ 8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5 w 16"/>
                <a:gd name="T35" fmla="*/ 14 h 15"/>
                <a:gd name="T36" fmla="*/ 8 w 16"/>
                <a:gd name="T37" fmla="*/ 15 h 15"/>
                <a:gd name="T38" fmla="*/ 8 w 16"/>
                <a:gd name="T39" fmla="*/ 15 h 15"/>
                <a:gd name="T40" fmla="*/ 15 w 16"/>
                <a:gd name="T41" fmla="*/ 11 h 15"/>
                <a:gd name="T42" fmla="*/ 16 w 16"/>
                <a:gd name="T43" fmla="*/ 7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5" y="14"/>
                    <a:pt x="5" y="14"/>
                    <a:pt x="5" y="14"/>
                  </a:cubicBezTo>
                  <a:cubicBezTo>
                    <a:pt x="6" y="15"/>
                    <a:pt x="7" y="15"/>
                    <a:pt x="8" y="15"/>
                  </a:cubicBezTo>
                  <a:cubicBezTo>
                    <a:pt x="8" y="15"/>
                    <a:pt x="8" y="15"/>
                    <a:pt x="8" y="15"/>
                  </a:cubicBezTo>
                  <a:cubicBezTo>
                    <a:pt x="11" y="15"/>
                    <a:pt x="13" y="13"/>
                    <a:pt x="15" y="11"/>
                  </a:cubicBezTo>
                  <a:cubicBezTo>
                    <a:pt x="15" y="10"/>
                    <a:pt x="16" y="8"/>
                    <a:pt x="16" y="7"/>
                  </a:cubicBezTo>
                  <a:cubicBezTo>
                    <a:pt x="16"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0" name="Freeform 261">
              <a:extLst>
                <a:ext uri="{FF2B5EF4-FFF2-40B4-BE49-F238E27FC236}">
                  <a16:creationId xmlns:a16="http://schemas.microsoft.com/office/drawing/2014/main" id="{E17FA27E-3646-4AB2-854B-077264CE52BC}"/>
                </a:ext>
              </a:extLst>
            </p:cNvPr>
            <p:cNvSpPr>
              <a:spLocks noEditPoints="1"/>
            </p:cNvSpPr>
            <p:nvPr userDrawn="1"/>
          </p:nvSpPr>
          <p:spPr bwMode="auto">
            <a:xfrm>
              <a:off x="4032141" y="1526258"/>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1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1" name="Freeform 262">
              <a:extLst>
                <a:ext uri="{FF2B5EF4-FFF2-40B4-BE49-F238E27FC236}">
                  <a16:creationId xmlns:a16="http://schemas.microsoft.com/office/drawing/2014/main" id="{A8BB3DA1-61C8-4415-A4E2-4F9EFC9D3B72}"/>
                </a:ext>
              </a:extLst>
            </p:cNvPr>
            <p:cNvSpPr>
              <a:spLocks noEditPoints="1"/>
            </p:cNvSpPr>
            <p:nvPr userDrawn="1"/>
          </p:nvSpPr>
          <p:spPr bwMode="auto">
            <a:xfrm>
              <a:off x="4028127" y="1652693"/>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9 w 22"/>
                <a:gd name="T17" fmla="*/ 16 h 22"/>
                <a:gd name="T18" fmla="*/ 6 w 22"/>
                <a:gd name="T19" fmla="*/ 11 h 22"/>
                <a:gd name="T20" fmla="*/ 7 w 22"/>
                <a:gd name="T21" fmla="*/ 9 h 22"/>
                <a:gd name="T22" fmla="*/ 4 w 22"/>
                <a:gd name="T23" fmla="*/ 8 h 22"/>
                <a:gd name="T24" fmla="*/ 7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9" y="16"/>
                    <a:pt x="9"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6" y="21"/>
                    <a:pt x="6" y="21"/>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2" name="Freeform 263">
              <a:extLst>
                <a:ext uri="{FF2B5EF4-FFF2-40B4-BE49-F238E27FC236}">
                  <a16:creationId xmlns:a16="http://schemas.microsoft.com/office/drawing/2014/main" id="{90E8EF05-740E-442F-AB77-56520C2EAF72}"/>
                </a:ext>
              </a:extLst>
            </p:cNvPr>
            <p:cNvSpPr>
              <a:spLocks noEditPoints="1"/>
            </p:cNvSpPr>
            <p:nvPr userDrawn="1"/>
          </p:nvSpPr>
          <p:spPr bwMode="auto">
            <a:xfrm>
              <a:off x="4012072" y="1676776"/>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9 w 17"/>
                <a:gd name="T39" fmla="*/ 17 h 17"/>
                <a:gd name="T40" fmla="*/ 9 w 17"/>
                <a:gd name="T41" fmla="*/ 17 h 17"/>
                <a:gd name="T42" fmla="*/ 16 w 17"/>
                <a:gd name="T43" fmla="*/ 13 h 17"/>
                <a:gd name="T44" fmla="*/ 16 w 17"/>
                <a:gd name="T45" fmla="*/ 13 h 17"/>
                <a:gd name="T46" fmla="*/ 17 w 17"/>
                <a:gd name="T47" fmla="*/ 9 h 17"/>
                <a:gd name="T48" fmla="*/ 12 w 17"/>
                <a:gd name="T49" fmla="*/ 1 h 17"/>
                <a:gd name="T50" fmla="*/ 12 w 17"/>
                <a:gd name="T51" fmla="*/ 1 h 17"/>
                <a:gd name="T52" fmla="*/ 9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6" y="13"/>
                    <a:pt x="16" y="13"/>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3" name="Freeform 264">
              <a:extLst>
                <a:ext uri="{FF2B5EF4-FFF2-40B4-BE49-F238E27FC236}">
                  <a16:creationId xmlns:a16="http://schemas.microsoft.com/office/drawing/2014/main" id="{80B8895C-08FB-465C-9419-3AE8B1BD0D90}"/>
                </a:ext>
              </a:extLst>
            </p:cNvPr>
            <p:cNvSpPr>
              <a:spLocks noEditPoints="1"/>
            </p:cNvSpPr>
            <p:nvPr userDrawn="1"/>
          </p:nvSpPr>
          <p:spPr bwMode="auto">
            <a:xfrm>
              <a:off x="3987989" y="1680789"/>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7 w 15"/>
                <a:gd name="T13" fmla="*/ 9 h 15"/>
                <a:gd name="T14" fmla="*/ 6 w 15"/>
                <a:gd name="T15" fmla="*/ 9 h 15"/>
                <a:gd name="T16" fmla="*/ 6 w 15"/>
                <a:gd name="T17" fmla="*/ 9 h 15"/>
                <a:gd name="T18" fmla="*/ 6 w 15"/>
                <a:gd name="T19" fmla="*/ 7 h 15"/>
                <a:gd name="T20" fmla="*/ 6 w 15"/>
                <a:gd name="T21" fmla="*/ 7 h 15"/>
                <a:gd name="T22" fmla="*/ 6 w 15"/>
                <a:gd name="T23" fmla="*/ 7 h 15"/>
                <a:gd name="T24" fmla="*/ 7 w 15"/>
                <a:gd name="T25" fmla="*/ 0 h 15"/>
                <a:gd name="T26" fmla="*/ 0 w 15"/>
                <a:gd name="T27" fmla="*/ 4 h 15"/>
                <a:gd name="T28" fmla="*/ 0 w 15"/>
                <a:gd name="T29" fmla="*/ 4 h 15"/>
                <a:gd name="T30" fmla="*/ 0 w 15"/>
                <a:gd name="T31" fmla="*/ 4 h 15"/>
                <a:gd name="T32" fmla="*/ 0 w 15"/>
                <a:gd name="T33" fmla="*/ 4 h 15"/>
                <a:gd name="T34" fmla="*/ 0 w 15"/>
                <a:gd name="T35" fmla="*/ 4 h 15"/>
                <a:gd name="T36" fmla="*/ 0 w 15"/>
                <a:gd name="T37" fmla="*/ 7 h 15"/>
                <a:gd name="T38" fmla="*/ 4 w 15"/>
                <a:gd name="T39" fmla="*/ 14 h 15"/>
                <a:gd name="T40" fmla="*/ 4 w 15"/>
                <a:gd name="T41" fmla="*/ 14 h 15"/>
                <a:gd name="T42" fmla="*/ 7 w 15"/>
                <a:gd name="T43" fmla="*/ 15 h 15"/>
                <a:gd name="T44" fmla="*/ 7 w 15"/>
                <a:gd name="T45" fmla="*/ 15 h 15"/>
                <a:gd name="T46" fmla="*/ 7 w 15"/>
                <a:gd name="T47" fmla="*/ 15 h 15"/>
                <a:gd name="T48" fmla="*/ 14 w 15"/>
                <a:gd name="T49" fmla="*/ 11 h 15"/>
                <a:gd name="T50" fmla="*/ 15 w 15"/>
                <a:gd name="T51" fmla="*/ 7 h 15"/>
                <a:gd name="T52" fmla="*/ 11 w 15"/>
                <a:gd name="T53" fmla="*/ 1 h 15"/>
                <a:gd name="T54" fmla="*/ 11 w 15"/>
                <a:gd name="T55" fmla="*/ 1 h 15"/>
                <a:gd name="T56" fmla="*/ 7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5" y="10"/>
                    <a:pt x="15" y="9"/>
                    <a:pt x="15" y="7"/>
                  </a:cubicBezTo>
                  <a:cubicBezTo>
                    <a:pt x="15" y="5"/>
                    <a:pt x="13" y="2"/>
                    <a:pt x="11" y="1"/>
                  </a:cubicBezTo>
                  <a:cubicBezTo>
                    <a:pt x="11" y="1"/>
                    <a:pt x="11" y="1"/>
                    <a:pt x="11"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4" name="Freeform 265">
              <a:extLst>
                <a:ext uri="{FF2B5EF4-FFF2-40B4-BE49-F238E27FC236}">
                  <a16:creationId xmlns:a16="http://schemas.microsoft.com/office/drawing/2014/main" id="{24C5BEC7-093A-48FA-9771-ED5C1924F124}"/>
                </a:ext>
              </a:extLst>
            </p:cNvPr>
            <p:cNvSpPr>
              <a:spLocks noEditPoints="1"/>
            </p:cNvSpPr>
            <p:nvPr userDrawn="1"/>
          </p:nvSpPr>
          <p:spPr bwMode="auto">
            <a:xfrm>
              <a:off x="5075736"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5" name="Freeform 266">
              <a:extLst>
                <a:ext uri="{FF2B5EF4-FFF2-40B4-BE49-F238E27FC236}">
                  <a16:creationId xmlns:a16="http://schemas.microsoft.com/office/drawing/2014/main" id="{49F0E042-7F11-4C07-BC09-13B67261D355}"/>
                </a:ext>
              </a:extLst>
            </p:cNvPr>
            <p:cNvSpPr>
              <a:spLocks noEditPoints="1"/>
            </p:cNvSpPr>
            <p:nvPr userDrawn="1"/>
          </p:nvSpPr>
          <p:spPr bwMode="auto">
            <a:xfrm>
              <a:off x="5059680" y="1213179"/>
              <a:ext cx="32111" cy="32111"/>
            </a:xfrm>
            <a:custGeom>
              <a:avLst/>
              <a:gdLst>
                <a:gd name="T0" fmla="*/ 8 w 21"/>
                <a:gd name="T1" fmla="*/ 15 h 22"/>
                <a:gd name="T2" fmla="*/ 6 w 21"/>
                <a:gd name="T3" fmla="*/ 11 h 22"/>
                <a:gd name="T4" fmla="*/ 7 w 21"/>
                <a:gd name="T5" fmla="*/ 8 h 22"/>
                <a:gd name="T6" fmla="*/ 4 w 21"/>
                <a:gd name="T7" fmla="*/ 6 h 22"/>
                <a:gd name="T8" fmla="*/ 7 w 21"/>
                <a:gd name="T9" fmla="*/ 8 h 22"/>
                <a:gd name="T10" fmla="*/ 10 w 21"/>
                <a:gd name="T11" fmla="*/ 6 h 22"/>
                <a:gd name="T12" fmla="*/ 13 w 21"/>
                <a:gd name="T13" fmla="*/ 7 h 22"/>
                <a:gd name="T14" fmla="*/ 15 w 21"/>
                <a:gd name="T15" fmla="*/ 11 h 22"/>
                <a:gd name="T16" fmla="*/ 14 w 21"/>
                <a:gd name="T17" fmla="*/ 14 h 22"/>
                <a:gd name="T18" fmla="*/ 10 w 21"/>
                <a:gd name="T19" fmla="*/ 16 h 22"/>
                <a:gd name="T20" fmla="*/ 8 w 21"/>
                <a:gd name="T21" fmla="*/ 15 h 22"/>
                <a:gd name="T22" fmla="*/ 8 w 21"/>
                <a:gd name="T23" fmla="*/ 15 h 22"/>
                <a:gd name="T24" fmla="*/ 10 w 21"/>
                <a:gd name="T25" fmla="*/ 0 h 22"/>
                <a:gd name="T26" fmla="*/ 10 w 21"/>
                <a:gd name="T27" fmla="*/ 0 h 22"/>
                <a:gd name="T28" fmla="*/ 10 w 21"/>
                <a:gd name="T29" fmla="*/ 0 h 22"/>
                <a:gd name="T30" fmla="*/ 2 w 21"/>
                <a:gd name="T31" fmla="*/ 5 h 22"/>
                <a:gd name="T32" fmla="*/ 2 w 21"/>
                <a:gd name="T33" fmla="*/ 5 h 22"/>
                <a:gd name="T34" fmla="*/ 0 w 21"/>
                <a:gd name="T35" fmla="*/ 11 h 22"/>
                <a:gd name="T36" fmla="*/ 4 w 21"/>
                <a:gd name="T37" fmla="*/ 19 h 22"/>
                <a:gd name="T38" fmla="*/ 4 w 21"/>
                <a:gd name="T39" fmla="*/ 19 h 22"/>
                <a:gd name="T40" fmla="*/ 10 w 21"/>
                <a:gd name="T41" fmla="*/ 22 h 22"/>
                <a:gd name="T42" fmla="*/ 10 w 21"/>
                <a:gd name="T43" fmla="*/ 22 h 22"/>
                <a:gd name="T44" fmla="*/ 10 w 21"/>
                <a:gd name="T45" fmla="*/ 22 h 22"/>
                <a:gd name="T46" fmla="*/ 19 w 21"/>
                <a:gd name="T47" fmla="*/ 17 h 22"/>
                <a:gd name="T48" fmla="*/ 21 w 21"/>
                <a:gd name="T49" fmla="*/ 11 h 22"/>
                <a:gd name="T50" fmla="*/ 17 w 21"/>
                <a:gd name="T51" fmla="*/ 3 h 22"/>
                <a:gd name="T52" fmla="*/ 10 w 21"/>
                <a:gd name="T5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2">
                  <a:moveTo>
                    <a:pt x="8" y="15"/>
                  </a:move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5" y="8"/>
                    <a:pt x="15" y="10"/>
                    <a:pt x="15" y="11"/>
                  </a:cubicBezTo>
                  <a:cubicBezTo>
                    <a:pt x="15" y="12"/>
                    <a:pt x="15" y="13"/>
                    <a:pt x="14" y="14"/>
                  </a:cubicBezTo>
                  <a:cubicBezTo>
                    <a:pt x="13" y="15"/>
                    <a:pt x="12" y="16"/>
                    <a:pt x="10" y="16"/>
                  </a:cubicBezTo>
                  <a:cubicBezTo>
                    <a:pt x="9" y="16"/>
                    <a:pt x="8" y="15"/>
                    <a:pt x="8" y="15"/>
                  </a:cubicBezTo>
                  <a:cubicBezTo>
                    <a:pt x="8" y="15"/>
                    <a:pt x="8" y="15"/>
                    <a:pt x="8" y="15"/>
                  </a:cubicBezTo>
                  <a:moveTo>
                    <a:pt x="10" y="0"/>
                  </a:moveTo>
                  <a:cubicBezTo>
                    <a:pt x="10" y="0"/>
                    <a:pt x="10" y="0"/>
                    <a:pt x="10" y="0"/>
                  </a:cubicBezTo>
                  <a:cubicBezTo>
                    <a:pt x="10" y="0"/>
                    <a:pt x="10" y="0"/>
                    <a:pt x="10" y="0"/>
                  </a:cubicBezTo>
                  <a:cubicBezTo>
                    <a:pt x="7" y="0"/>
                    <a:pt x="4" y="2"/>
                    <a:pt x="2" y="5"/>
                  </a:cubicBezTo>
                  <a:cubicBezTo>
                    <a:pt x="2" y="5"/>
                    <a:pt x="2" y="5"/>
                    <a:pt x="2" y="5"/>
                  </a:cubicBezTo>
                  <a:cubicBezTo>
                    <a:pt x="1" y="7"/>
                    <a:pt x="0" y="9"/>
                    <a:pt x="0" y="11"/>
                  </a:cubicBezTo>
                  <a:cubicBezTo>
                    <a:pt x="0" y="14"/>
                    <a:pt x="1" y="17"/>
                    <a:pt x="4" y="19"/>
                  </a:cubicBezTo>
                  <a:cubicBezTo>
                    <a:pt x="4" y="19"/>
                    <a:pt x="4" y="19"/>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6" name="Freeform 267">
              <a:extLst>
                <a:ext uri="{FF2B5EF4-FFF2-40B4-BE49-F238E27FC236}">
                  <a16:creationId xmlns:a16="http://schemas.microsoft.com/office/drawing/2014/main" id="{F0149804-5931-4F72-B8B8-C7DFB376A1DF}"/>
                </a:ext>
              </a:extLst>
            </p:cNvPr>
            <p:cNvSpPr>
              <a:spLocks noEditPoints="1"/>
            </p:cNvSpPr>
            <p:nvPr userDrawn="1"/>
          </p:nvSpPr>
          <p:spPr bwMode="auto">
            <a:xfrm>
              <a:off x="5041618" y="1233248"/>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10 w 16"/>
                <a:gd name="T13" fmla="*/ 6 h 17"/>
                <a:gd name="T14" fmla="*/ 10 w 16"/>
                <a:gd name="T15" fmla="*/ 8 h 17"/>
                <a:gd name="T16" fmla="*/ 10 w 16"/>
                <a:gd name="T17" fmla="*/ 10 h 17"/>
                <a:gd name="T18" fmla="*/ 8 w 16"/>
                <a:gd name="T19" fmla="*/ 11 h 17"/>
                <a:gd name="T20" fmla="*/ 7 w 16"/>
                <a:gd name="T21" fmla="*/ 10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8 w 16"/>
                <a:gd name="T43" fmla="*/ 17 h 17"/>
                <a:gd name="T44" fmla="*/ 15 w 16"/>
                <a:gd name="T45" fmla="*/ 13 h 17"/>
                <a:gd name="T46" fmla="*/ 16 w 16"/>
                <a:gd name="T47" fmla="*/ 8 h 17"/>
                <a:gd name="T48" fmla="*/ 13 w 16"/>
                <a:gd name="T49" fmla="*/ 2 h 17"/>
                <a:gd name="T50" fmla="*/ 8 w 16"/>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10" y="6"/>
                  </a:cubicBezTo>
                  <a:cubicBezTo>
                    <a:pt x="10" y="7"/>
                    <a:pt x="10" y="8"/>
                    <a:pt x="10" y="8"/>
                  </a:cubicBezTo>
                  <a:cubicBezTo>
                    <a:pt x="10" y="9"/>
                    <a:pt x="10" y="9"/>
                    <a:pt x="10" y="10"/>
                  </a:cubicBezTo>
                  <a:cubicBezTo>
                    <a:pt x="9" y="10"/>
                    <a:pt x="9" y="11"/>
                    <a:pt x="8" y="11"/>
                  </a:cubicBezTo>
                  <a:cubicBezTo>
                    <a:pt x="8" y="11"/>
                    <a:pt x="7" y="10"/>
                    <a:pt x="7" y="10"/>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8" y="17"/>
                    <a:pt x="8" y="17"/>
                    <a:pt x="8" y="17"/>
                  </a:cubicBezTo>
                  <a:cubicBezTo>
                    <a:pt x="11" y="17"/>
                    <a:pt x="13" y="15"/>
                    <a:pt x="15" y="13"/>
                  </a:cubicBezTo>
                  <a:cubicBezTo>
                    <a:pt x="16" y="12"/>
                    <a:pt x="16" y="10"/>
                    <a:pt x="16" y="8"/>
                  </a:cubicBezTo>
                  <a:cubicBezTo>
                    <a:pt x="16" y="6"/>
                    <a:pt x="15" y="3"/>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7" name="Freeform 268">
              <a:extLst>
                <a:ext uri="{FF2B5EF4-FFF2-40B4-BE49-F238E27FC236}">
                  <a16:creationId xmlns:a16="http://schemas.microsoft.com/office/drawing/2014/main" id="{64715108-5A3C-4886-A923-629DC4F4D95E}"/>
                </a:ext>
              </a:extLst>
            </p:cNvPr>
            <p:cNvSpPr>
              <a:spLocks noEditPoints="1"/>
            </p:cNvSpPr>
            <p:nvPr userDrawn="1"/>
          </p:nvSpPr>
          <p:spPr bwMode="auto">
            <a:xfrm>
              <a:off x="5017535"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8" name="Freeform 269">
              <a:extLst>
                <a:ext uri="{FF2B5EF4-FFF2-40B4-BE49-F238E27FC236}">
                  <a16:creationId xmlns:a16="http://schemas.microsoft.com/office/drawing/2014/main" id="{DF2CEE80-5391-4772-B0D9-2DA3584E9C58}"/>
                </a:ext>
              </a:extLst>
            </p:cNvPr>
            <p:cNvSpPr>
              <a:spLocks noEditPoints="1"/>
            </p:cNvSpPr>
            <p:nvPr userDrawn="1"/>
          </p:nvSpPr>
          <p:spPr bwMode="auto">
            <a:xfrm>
              <a:off x="391373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3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3 w 240"/>
                <a:gd name="T95" fmla="*/ 202 h 203"/>
                <a:gd name="T96" fmla="*/ 214 w 240"/>
                <a:gd name="T97" fmla="*/ 191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7 h 203"/>
                <a:gd name="T112" fmla="*/ 195 w 240"/>
                <a:gd name="T113" fmla="*/ 5 h 203"/>
                <a:gd name="T114" fmla="*/ 173 w 240"/>
                <a:gd name="T115" fmla="*/ 2 h 203"/>
                <a:gd name="T116" fmla="*/ 122 w 240"/>
                <a:gd name="T117" fmla="*/ 5 h 203"/>
                <a:gd name="T118" fmla="*/ 120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7"/>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9" name="Freeform 270">
              <a:extLst>
                <a:ext uri="{FF2B5EF4-FFF2-40B4-BE49-F238E27FC236}">
                  <a16:creationId xmlns:a16="http://schemas.microsoft.com/office/drawing/2014/main" id="{4CAA2DF1-A158-4AD9-81EF-6A083AABDB63}"/>
                </a:ext>
              </a:extLst>
            </p:cNvPr>
            <p:cNvSpPr>
              <a:spLocks/>
            </p:cNvSpPr>
            <p:nvPr userDrawn="1"/>
          </p:nvSpPr>
          <p:spPr bwMode="auto">
            <a:xfrm>
              <a:off x="3941829" y="-119411"/>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0" name="Freeform 271">
              <a:extLst>
                <a:ext uri="{FF2B5EF4-FFF2-40B4-BE49-F238E27FC236}">
                  <a16:creationId xmlns:a16="http://schemas.microsoft.com/office/drawing/2014/main" id="{C647B50D-1FD4-4F76-B03F-8B3B405865DF}"/>
                </a:ext>
              </a:extLst>
            </p:cNvPr>
            <p:cNvSpPr>
              <a:spLocks/>
            </p:cNvSpPr>
            <p:nvPr userDrawn="1"/>
          </p:nvSpPr>
          <p:spPr bwMode="auto">
            <a:xfrm>
              <a:off x="4234839" y="-3010"/>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1" name="Freeform 272">
              <a:extLst>
                <a:ext uri="{FF2B5EF4-FFF2-40B4-BE49-F238E27FC236}">
                  <a16:creationId xmlns:a16="http://schemas.microsoft.com/office/drawing/2014/main" id="{1EAB755A-5471-4169-B086-877C61C9A728}"/>
                </a:ext>
              </a:extLst>
            </p:cNvPr>
            <p:cNvSpPr>
              <a:spLocks noEditPoints="1"/>
            </p:cNvSpPr>
            <p:nvPr userDrawn="1"/>
          </p:nvSpPr>
          <p:spPr bwMode="auto">
            <a:xfrm>
              <a:off x="3550482" y="1512209"/>
              <a:ext cx="361244" cy="315086"/>
            </a:xfrm>
            <a:custGeom>
              <a:avLst/>
              <a:gdLst>
                <a:gd name="T0" fmla="*/ 211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1 w 240"/>
                <a:gd name="T15" fmla="*/ 16 h 209"/>
                <a:gd name="T16" fmla="*/ 198 w 240"/>
                <a:gd name="T17" fmla="*/ 48 h 209"/>
                <a:gd name="T18" fmla="*/ 208 w 240"/>
                <a:gd name="T19" fmla="*/ 59 h 209"/>
                <a:gd name="T20" fmla="*/ 218 w 240"/>
                <a:gd name="T21" fmla="*/ 59 h 209"/>
                <a:gd name="T22" fmla="*/ 228 w 240"/>
                <a:gd name="T23" fmla="*/ 62 h 209"/>
                <a:gd name="T24" fmla="*/ 220 w 240"/>
                <a:gd name="T25" fmla="*/ 97 h 209"/>
                <a:gd name="T26" fmla="*/ 197 w 240"/>
                <a:gd name="T27" fmla="*/ 119 h 209"/>
                <a:gd name="T28" fmla="*/ 182 w 240"/>
                <a:gd name="T29" fmla="*/ 124 h 209"/>
                <a:gd name="T30" fmla="*/ 176 w 240"/>
                <a:gd name="T31" fmla="*/ 147 h 209"/>
                <a:gd name="T32" fmla="*/ 158 w 240"/>
                <a:gd name="T33" fmla="*/ 154 h 209"/>
                <a:gd name="T34" fmla="*/ 140 w 240"/>
                <a:gd name="T35" fmla="*/ 147 h 209"/>
                <a:gd name="T36" fmla="*/ 128 w 240"/>
                <a:gd name="T37" fmla="*/ 147 h 209"/>
                <a:gd name="T38" fmla="*/ 120 w 240"/>
                <a:gd name="T39" fmla="*/ 158 h 209"/>
                <a:gd name="T40" fmla="*/ 77 w 240"/>
                <a:gd name="T41" fmla="*/ 170 h 209"/>
                <a:gd name="T42" fmla="*/ 56 w 240"/>
                <a:gd name="T43" fmla="*/ 157 h 209"/>
                <a:gd name="T44" fmla="*/ 55 w 240"/>
                <a:gd name="T45" fmla="*/ 130 h 209"/>
                <a:gd name="T46" fmla="*/ 16 w 240"/>
                <a:gd name="T47" fmla="*/ 119 h 209"/>
                <a:gd name="T48" fmla="*/ 18 w 240"/>
                <a:gd name="T49" fmla="*/ 85 h 209"/>
                <a:gd name="T50" fmla="*/ 27 w 240"/>
                <a:gd name="T51" fmla="*/ 77 h 209"/>
                <a:gd name="T52" fmla="*/ 22 w 240"/>
                <a:gd name="T53" fmla="*/ 54 h 209"/>
                <a:gd name="T54" fmla="*/ 40 w 240"/>
                <a:gd name="T55" fmla="*/ 10 h 209"/>
                <a:gd name="T56" fmla="*/ 67 w 240"/>
                <a:gd name="T57" fmla="*/ 21 h 209"/>
                <a:gd name="T58" fmla="*/ 81 w 240"/>
                <a:gd name="T59" fmla="*/ 9 h 209"/>
                <a:gd name="T60" fmla="*/ 105 w 240"/>
                <a:gd name="T61" fmla="*/ 6 h 209"/>
                <a:gd name="T62" fmla="*/ 76 w 240"/>
                <a:gd name="T63" fmla="*/ 3 h 209"/>
                <a:gd name="T64" fmla="*/ 74 w 240"/>
                <a:gd name="T65" fmla="*/ 11 h 209"/>
                <a:gd name="T66" fmla="*/ 67 w 240"/>
                <a:gd name="T67" fmla="*/ 15 h 209"/>
                <a:gd name="T68" fmla="*/ 40 w 240"/>
                <a:gd name="T69" fmla="*/ 4 h 209"/>
                <a:gd name="T70" fmla="*/ 16 w 240"/>
                <a:gd name="T71" fmla="*/ 54 h 209"/>
                <a:gd name="T72" fmla="*/ 21 w 240"/>
                <a:gd name="T73" fmla="*/ 77 h 209"/>
                <a:gd name="T74" fmla="*/ 6 w 240"/>
                <a:gd name="T75" fmla="*/ 84 h 209"/>
                <a:gd name="T76" fmla="*/ 13 w 240"/>
                <a:gd name="T77" fmla="*/ 124 h 209"/>
                <a:gd name="T78" fmla="*/ 16 w 240"/>
                <a:gd name="T79" fmla="*/ 126 h 209"/>
                <a:gd name="T80" fmla="*/ 45 w 240"/>
                <a:gd name="T81" fmla="*/ 128 h 209"/>
                <a:gd name="T82" fmla="*/ 51 w 240"/>
                <a:gd name="T83" fmla="*/ 151 h 209"/>
                <a:gd name="T84" fmla="*/ 63 w 240"/>
                <a:gd name="T85" fmla="*/ 174 h 209"/>
                <a:gd name="T86" fmla="*/ 128 w 240"/>
                <a:gd name="T87" fmla="*/ 160 h 209"/>
                <a:gd name="T88" fmla="*/ 141 w 240"/>
                <a:gd name="T89" fmla="*/ 154 h 209"/>
                <a:gd name="T90" fmla="*/ 152 w 240"/>
                <a:gd name="T91" fmla="*/ 160 h 209"/>
                <a:gd name="T92" fmla="*/ 181 w 240"/>
                <a:gd name="T93" fmla="*/ 150 h 209"/>
                <a:gd name="T94" fmla="*/ 214 w 240"/>
                <a:gd name="T95" fmla="*/ 190 h 209"/>
                <a:gd name="T96" fmla="*/ 204 w 240"/>
                <a:gd name="T97" fmla="*/ 123 h 209"/>
                <a:gd name="T98" fmla="*/ 221 w 240"/>
                <a:gd name="T99" fmla="*/ 103 h 209"/>
                <a:gd name="T100" fmla="*/ 240 w 240"/>
                <a:gd name="T101" fmla="*/ 80 h 209"/>
                <a:gd name="T102" fmla="*/ 227 w 240"/>
                <a:gd name="T103" fmla="*/ 55 h 209"/>
                <a:gd name="T104" fmla="*/ 215 w 240"/>
                <a:gd name="T105" fmla="*/ 53 h 209"/>
                <a:gd name="T106" fmla="*/ 204 w 240"/>
                <a:gd name="T107" fmla="*/ 51 h 209"/>
                <a:gd name="T108" fmla="*/ 209 w 240"/>
                <a:gd name="T109" fmla="*/ 24 h 209"/>
                <a:gd name="T110" fmla="*/ 196 w 240"/>
                <a:gd name="T111" fmla="*/ 5 h 209"/>
                <a:gd name="T112" fmla="*/ 193 w 240"/>
                <a:gd name="T113" fmla="*/ 3 h 209"/>
                <a:gd name="T114" fmla="*/ 124 w 240"/>
                <a:gd name="T115" fmla="*/ 3 h 209"/>
                <a:gd name="T116" fmla="*/ 121 w 240"/>
                <a:gd name="T117" fmla="*/ 4 h 209"/>
                <a:gd name="T118" fmla="*/ 119 w 240"/>
                <a:gd name="T119" fmla="*/ 6 h 209"/>
                <a:gd name="T120" fmla="*/ 116 w 240"/>
                <a:gd name="T121"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5" y="59"/>
                  </a:cubicBezTo>
                  <a:cubicBezTo>
                    <a:pt x="216" y="59"/>
                    <a:pt x="216"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5"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2" name="Freeform 273">
              <a:extLst>
                <a:ext uri="{FF2B5EF4-FFF2-40B4-BE49-F238E27FC236}">
                  <a16:creationId xmlns:a16="http://schemas.microsoft.com/office/drawing/2014/main" id="{9B854B76-1383-4A79-AAF2-BDC2290BAF69}"/>
                </a:ext>
              </a:extLst>
            </p:cNvPr>
            <p:cNvSpPr>
              <a:spLocks noEditPoints="1"/>
            </p:cNvSpPr>
            <p:nvPr userDrawn="1"/>
          </p:nvSpPr>
          <p:spPr bwMode="auto">
            <a:xfrm>
              <a:off x="4704456" y="-406400"/>
              <a:ext cx="361244" cy="315086"/>
            </a:xfrm>
            <a:custGeom>
              <a:avLst/>
              <a:gdLst>
                <a:gd name="T0" fmla="*/ 216 w 240"/>
                <a:gd name="T1" fmla="*/ 210 h 210"/>
                <a:gd name="T2" fmla="*/ 213 w 240"/>
                <a:gd name="T3" fmla="*/ 190 h 210"/>
                <a:gd name="T4" fmla="*/ 213 w 240"/>
                <a:gd name="T5" fmla="*/ 190 h 210"/>
                <a:gd name="T6" fmla="*/ 111 w 240"/>
                <a:gd name="T7" fmla="*/ 7 h 210"/>
                <a:gd name="T8" fmla="*/ 115 w 240"/>
                <a:gd name="T9" fmla="*/ 11 h 210"/>
                <a:gd name="T10" fmla="*/ 122 w 240"/>
                <a:gd name="T11" fmla="*/ 12 h 210"/>
                <a:gd name="T12" fmla="*/ 173 w 240"/>
                <a:gd name="T13" fmla="*/ 8 h 210"/>
                <a:gd name="T14" fmla="*/ 190 w 240"/>
                <a:gd name="T15" fmla="*/ 9 h 210"/>
                <a:gd name="T16" fmla="*/ 195 w 240"/>
                <a:gd name="T17" fmla="*/ 12 h 210"/>
                <a:gd name="T18" fmla="*/ 200 w 240"/>
                <a:gd name="T19" fmla="*/ 37 h 210"/>
                <a:gd name="T20" fmla="*/ 203 w 240"/>
                <a:gd name="T21" fmla="*/ 58 h 210"/>
                <a:gd name="T22" fmla="*/ 217 w 240"/>
                <a:gd name="T23" fmla="*/ 60 h 210"/>
                <a:gd name="T24" fmla="*/ 225 w 240"/>
                <a:gd name="T25" fmla="*/ 61 h 210"/>
                <a:gd name="T26" fmla="*/ 231 w 240"/>
                <a:gd name="T27" fmla="*/ 91 h 210"/>
                <a:gd name="T28" fmla="*/ 197 w 240"/>
                <a:gd name="T29" fmla="*/ 120 h 210"/>
                <a:gd name="T30" fmla="*/ 182 w 240"/>
                <a:gd name="T31" fmla="*/ 125 h 210"/>
                <a:gd name="T32" fmla="*/ 176 w 240"/>
                <a:gd name="T33" fmla="*/ 147 h 210"/>
                <a:gd name="T34" fmla="*/ 158 w 240"/>
                <a:gd name="T35" fmla="*/ 155 h 210"/>
                <a:gd name="T36" fmla="*/ 140 w 240"/>
                <a:gd name="T37" fmla="*/ 147 h 210"/>
                <a:gd name="T38" fmla="*/ 128 w 240"/>
                <a:gd name="T39" fmla="*/ 148 h 210"/>
                <a:gd name="T40" fmla="*/ 120 w 240"/>
                <a:gd name="T41" fmla="*/ 159 h 210"/>
                <a:gd name="T42" fmla="*/ 78 w 240"/>
                <a:gd name="T43" fmla="*/ 171 h 210"/>
                <a:gd name="T44" fmla="*/ 57 w 240"/>
                <a:gd name="T45" fmla="*/ 158 h 210"/>
                <a:gd name="T46" fmla="*/ 55 w 240"/>
                <a:gd name="T47" fmla="*/ 131 h 210"/>
                <a:gd name="T48" fmla="*/ 17 w 240"/>
                <a:gd name="T49" fmla="*/ 120 h 210"/>
                <a:gd name="T50" fmla="*/ 19 w 240"/>
                <a:gd name="T51" fmla="*/ 86 h 210"/>
                <a:gd name="T52" fmla="*/ 27 w 240"/>
                <a:gd name="T53" fmla="*/ 78 h 210"/>
                <a:gd name="T54" fmla="*/ 22 w 240"/>
                <a:gd name="T55" fmla="*/ 55 h 210"/>
                <a:gd name="T56" fmla="*/ 41 w 240"/>
                <a:gd name="T57" fmla="*/ 11 h 210"/>
                <a:gd name="T58" fmla="*/ 67 w 240"/>
                <a:gd name="T59" fmla="*/ 22 h 210"/>
                <a:gd name="T60" fmla="*/ 81 w 240"/>
                <a:gd name="T61" fmla="*/ 9 h 210"/>
                <a:gd name="T62" fmla="*/ 105 w 240"/>
                <a:gd name="T63" fmla="*/ 6 h 210"/>
                <a:gd name="T64" fmla="*/ 195 w 240"/>
                <a:gd name="T65" fmla="*/ 5 h 210"/>
                <a:gd name="T66" fmla="*/ 78 w 240"/>
                <a:gd name="T67" fmla="*/ 4 h 210"/>
                <a:gd name="T68" fmla="*/ 76 w 240"/>
                <a:gd name="T69" fmla="*/ 6 h 210"/>
                <a:gd name="T70" fmla="*/ 67 w 240"/>
                <a:gd name="T71" fmla="*/ 16 h 210"/>
                <a:gd name="T72" fmla="*/ 41 w 240"/>
                <a:gd name="T73" fmla="*/ 5 h 210"/>
                <a:gd name="T74" fmla="*/ 19 w 240"/>
                <a:gd name="T75" fmla="*/ 30 h 210"/>
                <a:gd name="T76" fmla="*/ 21 w 240"/>
                <a:gd name="T77" fmla="*/ 76 h 210"/>
                <a:gd name="T78" fmla="*/ 17 w 240"/>
                <a:gd name="T79" fmla="*/ 80 h 210"/>
                <a:gd name="T80" fmla="*/ 0 w 240"/>
                <a:gd name="T81" fmla="*/ 97 h 210"/>
                <a:gd name="T82" fmla="*/ 16 w 240"/>
                <a:gd name="T83" fmla="*/ 126 h 210"/>
                <a:gd name="T84" fmla="*/ 28 w 240"/>
                <a:gd name="T85" fmla="*/ 125 h 210"/>
                <a:gd name="T86" fmla="*/ 52 w 240"/>
                <a:gd name="T87" fmla="*/ 143 h 210"/>
                <a:gd name="T88" fmla="*/ 53 w 240"/>
                <a:gd name="T89" fmla="*/ 167 h 210"/>
                <a:gd name="T90" fmla="*/ 114 w 240"/>
                <a:gd name="T91" fmla="*/ 169 h 210"/>
                <a:gd name="T92" fmla="*/ 134 w 240"/>
                <a:gd name="T93" fmla="*/ 151 h 210"/>
                <a:gd name="T94" fmla="*/ 151 w 240"/>
                <a:gd name="T95" fmla="*/ 160 h 210"/>
                <a:gd name="T96" fmla="*/ 174 w 240"/>
                <a:gd name="T97" fmla="*/ 157 h 210"/>
                <a:gd name="T98" fmla="*/ 209 w 240"/>
                <a:gd name="T99" fmla="*/ 194 h 210"/>
                <a:gd name="T100" fmla="*/ 204 w 240"/>
                <a:gd name="T101" fmla="*/ 124 h 210"/>
                <a:gd name="T102" fmla="*/ 203 w 240"/>
                <a:gd name="T103" fmla="*/ 120 h 210"/>
                <a:gd name="T104" fmla="*/ 236 w 240"/>
                <a:gd name="T105" fmla="*/ 95 h 210"/>
                <a:gd name="T106" fmla="*/ 232 w 240"/>
                <a:gd name="T107" fmla="*/ 59 h 210"/>
                <a:gd name="T108" fmla="*/ 215 w 240"/>
                <a:gd name="T109" fmla="*/ 54 h 210"/>
                <a:gd name="T110" fmla="*/ 204 w 240"/>
                <a:gd name="T111" fmla="*/ 51 h 210"/>
                <a:gd name="T112" fmla="*/ 209 w 240"/>
                <a:gd name="T113" fmla="*/ 24 h 210"/>
                <a:gd name="T114" fmla="*/ 196 w 240"/>
                <a:gd name="T115" fmla="*/ 6 h 210"/>
                <a:gd name="T116" fmla="*/ 193 w 240"/>
                <a:gd name="T117" fmla="*/ 3 h 210"/>
                <a:gd name="T118" fmla="*/ 124 w 240"/>
                <a:gd name="T119" fmla="*/ 4 h 210"/>
                <a:gd name="T120" fmla="*/ 122 w 240"/>
                <a:gd name="T121" fmla="*/ 5 h 210"/>
                <a:gd name="T122" fmla="*/ 119 w 240"/>
                <a:gd name="T123" fmla="*/ 7 h 210"/>
                <a:gd name="T124" fmla="*/ 116 w 240"/>
                <a:gd name="T12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10">
                  <a:moveTo>
                    <a:pt x="215" y="200"/>
                  </a:moveTo>
                  <a:cubicBezTo>
                    <a:pt x="214" y="200"/>
                    <a:pt x="213" y="200"/>
                    <a:pt x="212" y="200"/>
                  </a:cubicBezTo>
                  <a:cubicBezTo>
                    <a:pt x="216" y="210"/>
                    <a:pt x="216" y="210"/>
                    <a:pt x="216" y="210"/>
                  </a:cubicBezTo>
                  <a:cubicBezTo>
                    <a:pt x="215" y="200"/>
                    <a:pt x="215" y="200"/>
                    <a:pt x="215" y="200"/>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2" y="12"/>
                    <a:pt x="122" y="12"/>
                  </a:cubicBezTo>
                  <a:cubicBezTo>
                    <a:pt x="124" y="11"/>
                    <a:pt x="125" y="10"/>
                    <a:pt x="125" y="10"/>
                  </a:cubicBezTo>
                  <a:cubicBezTo>
                    <a:pt x="126" y="10"/>
                    <a:pt x="128" y="9"/>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1"/>
                    <a:pt x="198" y="45"/>
                    <a:pt x="198" y="48"/>
                  </a:cubicBezTo>
                  <a:cubicBezTo>
                    <a:pt x="198" y="51"/>
                    <a:pt x="198" y="53"/>
                    <a:pt x="199" y="55"/>
                  </a:cubicBezTo>
                  <a:cubicBezTo>
                    <a:pt x="200" y="56"/>
                    <a:pt x="201" y="57"/>
                    <a:pt x="203" y="58"/>
                  </a:cubicBezTo>
                  <a:cubicBezTo>
                    <a:pt x="204" y="59"/>
                    <a:pt x="206" y="59"/>
                    <a:pt x="209" y="59"/>
                  </a:cubicBezTo>
                  <a:cubicBezTo>
                    <a:pt x="211" y="60"/>
                    <a:pt x="213" y="60"/>
                    <a:pt x="215" y="60"/>
                  </a:cubicBezTo>
                  <a:cubicBezTo>
                    <a:pt x="216" y="60"/>
                    <a:pt x="217" y="60"/>
                    <a:pt x="217" y="60"/>
                  </a:cubicBezTo>
                  <a:cubicBezTo>
                    <a:pt x="217" y="60"/>
                    <a:pt x="218"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49"/>
                    <a:pt x="140" y="147"/>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7" y="120"/>
                  </a:cubicBezTo>
                  <a:cubicBezTo>
                    <a:pt x="8" y="109"/>
                    <a:pt x="6" y="102"/>
                    <a:pt x="6" y="97"/>
                  </a:cubicBezTo>
                  <a:cubicBezTo>
                    <a:pt x="6" y="95"/>
                    <a:pt x="7" y="93"/>
                    <a:pt x="8" y="91"/>
                  </a:cubicBezTo>
                  <a:cubicBezTo>
                    <a:pt x="11" y="89"/>
                    <a:pt x="15" y="87"/>
                    <a:pt x="19" y="86"/>
                  </a:cubicBezTo>
                  <a:cubicBezTo>
                    <a:pt x="20"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95" y="5"/>
                  </a:moveTo>
                  <a:cubicBezTo>
                    <a:pt x="195" y="5"/>
                    <a:pt x="195" y="5"/>
                    <a:pt x="195" y="5"/>
                  </a:cubicBezTo>
                  <a:cubicBezTo>
                    <a:pt x="195" y="5"/>
                    <a:pt x="195" y="5"/>
                    <a:pt x="195" y="5"/>
                  </a:cubicBezTo>
                  <a:cubicBezTo>
                    <a:pt x="195" y="5"/>
                    <a:pt x="195" y="5"/>
                    <a:pt x="195" y="5"/>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3" y="14"/>
                    <a:pt x="71" y="14"/>
                  </a:cubicBezTo>
                  <a:cubicBezTo>
                    <a:pt x="70" y="15"/>
                    <a:pt x="69" y="16"/>
                    <a:pt x="67" y="16"/>
                  </a:cubicBezTo>
                  <a:cubicBezTo>
                    <a:pt x="67" y="16"/>
                    <a:pt x="67" y="16"/>
                    <a:pt x="67" y="16"/>
                  </a:cubicBezTo>
                  <a:cubicBezTo>
                    <a:pt x="64" y="16"/>
                    <a:pt x="59" y="14"/>
                    <a:pt x="51" y="9"/>
                  </a:cubicBezTo>
                  <a:cubicBezTo>
                    <a:pt x="48" y="6"/>
                    <a:pt x="44" y="5"/>
                    <a:pt x="41" y="5"/>
                  </a:cubicBezTo>
                  <a:cubicBezTo>
                    <a:pt x="40" y="5"/>
                    <a:pt x="40" y="5"/>
                    <a:pt x="40" y="5"/>
                  </a:cubicBezTo>
                  <a:cubicBezTo>
                    <a:pt x="36" y="5"/>
                    <a:pt x="32" y="7"/>
                    <a:pt x="29" y="11"/>
                  </a:cubicBezTo>
                  <a:cubicBezTo>
                    <a:pt x="25" y="15"/>
                    <a:pt x="21" y="23"/>
                    <a:pt x="19" y="30"/>
                  </a:cubicBezTo>
                  <a:cubicBezTo>
                    <a:pt x="17" y="38"/>
                    <a:pt x="16" y="47"/>
                    <a:pt x="16" y="55"/>
                  </a:cubicBezTo>
                  <a:cubicBezTo>
                    <a:pt x="16" y="59"/>
                    <a:pt x="17" y="63"/>
                    <a:pt x="17" y="67"/>
                  </a:cubicBezTo>
                  <a:cubicBezTo>
                    <a:pt x="18" y="70"/>
                    <a:pt x="19" y="74"/>
                    <a:pt x="21"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1" y="92"/>
                    <a:pt x="0" y="95"/>
                    <a:pt x="0" y="97"/>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3"/>
                  </a:cubicBezTo>
                  <a:cubicBezTo>
                    <a:pt x="209" y="194"/>
                    <a:pt x="209" y="194"/>
                    <a:pt x="209" y="194"/>
                  </a:cubicBezTo>
                  <a:cubicBezTo>
                    <a:pt x="211"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3" name="Freeform 274">
              <a:extLst>
                <a:ext uri="{FF2B5EF4-FFF2-40B4-BE49-F238E27FC236}">
                  <a16:creationId xmlns:a16="http://schemas.microsoft.com/office/drawing/2014/main" id="{3E90984D-AB15-4AE9-8FD2-D409F98DE741}"/>
                </a:ext>
              </a:extLst>
            </p:cNvPr>
            <p:cNvSpPr>
              <a:spLocks noEditPoints="1"/>
            </p:cNvSpPr>
            <p:nvPr userDrawn="1"/>
          </p:nvSpPr>
          <p:spPr bwMode="auto">
            <a:xfrm>
              <a:off x="4299060"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4" name="Freeform 275">
              <a:extLst>
                <a:ext uri="{FF2B5EF4-FFF2-40B4-BE49-F238E27FC236}">
                  <a16:creationId xmlns:a16="http://schemas.microsoft.com/office/drawing/2014/main" id="{35536D28-DE5D-40E7-8B8D-4EA37E0A0EF6}"/>
                </a:ext>
              </a:extLst>
            </p:cNvPr>
            <p:cNvSpPr>
              <a:spLocks noEditPoints="1"/>
            </p:cNvSpPr>
            <p:nvPr userDrawn="1"/>
          </p:nvSpPr>
          <p:spPr bwMode="auto">
            <a:xfrm>
              <a:off x="5539332" y="-302041"/>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5" name="Freeform 276">
              <a:extLst>
                <a:ext uri="{FF2B5EF4-FFF2-40B4-BE49-F238E27FC236}">
                  <a16:creationId xmlns:a16="http://schemas.microsoft.com/office/drawing/2014/main" id="{50BB0DC7-813E-451A-A648-D184A2A92775}"/>
                </a:ext>
              </a:extLst>
            </p:cNvPr>
            <p:cNvSpPr>
              <a:spLocks noEditPoints="1"/>
            </p:cNvSpPr>
            <p:nvPr userDrawn="1"/>
          </p:nvSpPr>
          <p:spPr bwMode="auto">
            <a:xfrm>
              <a:off x="5583484" y="48868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6" name="Freeform 277">
              <a:extLst>
                <a:ext uri="{FF2B5EF4-FFF2-40B4-BE49-F238E27FC236}">
                  <a16:creationId xmlns:a16="http://schemas.microsoft.com/office/drawing/2014/main" id="{FFDECAB6-47B7-4458-94C2-FD1516A32967}"/>
                </a:ext>
              </a:extLst>
            </p:cNvPr>
            <p:cNvSpPr>
              <a:spLocks noEditPoints="1"/>
            </p:cNvSpPr>
            <p:nvPr userDrawn="1"/>
          </p:nvSpPr>
          <p:spPr bwMode="auto">
            <a:xfrm>
              <a:off x="5583484"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7" name="Freeform 278">
              <a:extLst>
                <a:ext uri="{FF2B5EF4-FFF2-40B4-BE49-F238E27FC236}">
                  <a16:creationId xmlns:a16="http://schemas.microsoft.com/office/drawing/2014/main" id="{A1EE628E-1ED6-4729-8F6E-EFEABF343DF3}"/>
                </a:ext>
              </a:extLst>
            </p:cNvPr>
            <p:cNvSpPr>
              <a:spLocks noEditPoints="1"/>
            </p:cNvSpPr>
            <p:nvPr userDrawn="1"/>
          </p:nvSpPr>
          <p:spPr bwMode="auto">
            <a:xfrm>
              <a:off x="4517814"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8" name="Freeform 279">
              <a:extLst>
                <a:ext uri="{FF2B5EF4-FFF2-40B4-BE49-F238E27FC236}">
                  <a16:creationId xmlns:a16="http://schemas.microsoft.com/office/drawing/2014/main" id="{870C02B7-6AF3-4C6E-9E1F-279EC0C3FDC7}"/>
                </a:ext>
              </a:extLst>
            </p:cNvPr>
            <p:cNvSpPr>
              <a:spLocks noEditPoints="1"/>
            </p:cNvSpPr>
            <p:nvPr userDrawn="1"/>
          </p:nvSpPr>
          <p:spPr bwMode="auto">
            <a:xfrm>
              <a:off x="3269514" y="189654"/>
              <a:ext cx="222768" cy="136470"/>
            </a:xfrm>
            <a:custGeom>
              <a:avLst/>
              <a:gdLst>
                <a:gd name="T0" fmla="*/ 39 w 148"/>
                <a:gd name="T1" fmla="*/ 24 h 91"/>
                <a:gd name="T2" fmla="*/ 39 w 148"/>
                <a:gd name="T3" fmla="*/ 24 h 91"/>
                <a:gd name="T4" fmla="*/ 39 w 148"/>
                <a:gd name="T5" fmla="*/ 24 h 91"/>
                <a:gd name="T6" fmla="*/ 39 w 148"/>
                <a:gd name="T7" fmla="*/ 24 h 91"/>
                <a:gd name="T8" fmla="*/ 39 w 148"/>
                <a:gd name="T9" fmla="*/ 24 h 91"/>
                <a:gd name="T10" fmla="*/ 39 w 148"/>
                <a:gd name="T11" fmla="*/ 24 h 91"/>
                <a:gd name="T12" fmla="*/ 39 w 148"/>
                <a:gd name="T13" fmla="*/ 24 h 91"/>
                <a:gd name="T14" fmla="*/ 39 w 148"/>
                <a:gd name="T15" fmla="*/ 24 h 91"/>
                <a:gd name="T16" fmla="*/ 59 w 148"/>
                <a:gd name="T17" fmla="*/ 6 h 91"/>
                <a:gd name="T18" fmla="*/ 125 w 148"/>
                <a:gd name="T19" fmla="*/ 6 h 91"/>
                <a:gd name="T20" fmla="*/ 134 w 148"/>
                <a:gd name="T21" fmla="*/ 11 h 91"/>
                <a:gd name="T22" fmla="*/ 140 w 148"/>
                <a:gd name="T23" fmla="*/ 17 h 91"/>
                <a:gd name="T24" fmla="*/ 142 w 148"/>
                <a:gd name="T25" fmla="*/ 25 h 91"/>
                <a:gd name="T26" fmla="*/ 142 w 148"/>
                <a:gd name="T27" fmla="*/ 73 h 91"/>
                <a:gd name="T28" fmla="*/ 138 w 148"/>
                <a:gd name="T29" fmla="*/ 79 h 91"/>
                <a:gd name="T30" fmla="*/ 133 w 148"/>
                <a:gd name="T31" fmla="*/ 83 h 91"/>
                <a:gd name="T32" fmla="*/ 127 w 148"/>
                <a:gd name="T33" fmla="*/ 85 h 91"/>
                <a:gd name="T34" fmla="*/ 50 w 148"/>
                <a:gd name="T35" fmla="*/ 85 h 91"/>
                <a:gd name="T36" fmla="*/ 43 w 148"/>
                <a:gd name="T37" fmla="*/ 83 h 91"/>
                <a:gd name="T38" fmla="*/ 39 w 148"/>
                <a:gd name="T39" fmla="*/ 79 h 91"/>
                <a:gd name="T40" fmla="*/ 38 w 148"/>
                <a:gd name="T41" fmla="*/ 70 h 91"/>
                <a:gd name="T42" fmla="*/ 38 w 148"/>
                <a:gd name="T43" fmla="*/ 67 h 91"/>
                <a:gd name="T44" fmla="*/ 38 w 148"/>
                <a:gd name="T45" fmla="*/ 65 h 91"/>
                <a:gd name="T46" fmla="*/ 21 w 148"/>
                <a:gd name="T47" fmla="*/ 44 h 91"/>
                <a:gd name="T48" fmla="*/ 38 w 148"/>
                <a:gd name="T49" fmla="*/ 52 h 91"/>
                <a:gd name="T50" fmla="*/ 39 w 148"/>
                <a:gd name="T51" fmla="*/ 24 h 91"/>
                <a:gd name="T52" fmla="*/ 43 w 148"/>
                <a:gd name="T53" fmla="*/ 16 h 91"/>
                <a:gd name="T54" fmla="*/ 59 w 148"/>
                <a:gd name="T55" fmla="*/ 6 h 91"/>
                <a:gd name="T56" fmla="*/ 126 w 148"/>
                <a:gd name="T57" fmla="*/ 0 h 91"/>
                <a:gd name="T58" fmla="*/ 59 w 148"/>
                <a:gd name="T59" fmla="*/ 0 h 91"/>
                <a:gd name="T60" fmla="*/ 59 w 148"/>
                <a:gd name="T61" fmla="*/ 0 h 91"/>
                <a:gd name="T62" fmla="*/ 37 w 148"/>
                <a:gd name="T63" fmla="*/ 13 h 91"/>
                <a:gd name="T64" fmla="*/ 33 w 148"/>
                <a:gd name="T65" fmla="*/ 23 h 91"/>
                <a:gd name="T66" fmla="*/ 33 w 148"/>
                <a:gd name="T67" fmla="*/ 23 h 91"/>
                <a:gd name="T68" fmla="*/ 33 w 148"/>
                <a:gd name="T69" fmla="*/ 43 h 91"/>
                <a:gd name="T70" fmla="*/ 0 w 148"/>
                <a:gd name="T71" fmla="*/ 27 h 91"/>
                <a:gd name="T72" fmla="*/ 32 w 148"/>
                <a:gd name="T73" fmla="*/ 67 h 91"/>
                <a:gd name="T74" fmla="*/ 32 w 148"/>
                <a:gd name="T75" fmla="*/ 70 h 91"/>
                <a:gd name="T76" fmla="*/ 34 w 148"/>
                <a:gd name="T77" fmla="*/ 82 h 91"/>
                <a:gd name="T78" fmla="*/ 44 w 148"/>
                <a:gd name="T79" fmla="*/ 90 h 91"/>
                <a:gd name="T80" fmla="*/ 49 w 148"/>
                <a:gd name="T81" fmla="*/ 91 h 91"/>
                <a:gd name="T82" fmla="*/ 50 w 148"/>
                <a:gd name="T83" fmla="*/ 91 h 91"/>
                <a:gd name="T84" fmla="*/ 127 w 148"/>
                <a:gd name="T85" fmla="*/ 91 h 91"/>
                <a:gd name="T86" fmla="*/ 127 w 148"/>
                <a:gd name="T87" fmla="*/ 91 h 91"/>
                <a:gd name="T88" fmla="*/ 136 w 148"/>
                <a:gd name="T89" fmla="*/ 88 h 91"/>
                <a:gd name="T90" fmla="*/ 145 w 148"/>
                <a:gd name="T91" fmla="*/ 79 h 91"/>
                <a:gd name="T92" fmla="*/ 148 w 148"/>
                <a:gd name="T93" fmla="*/ 74 h 91"/>
                <a:gd name="T94" fmla="*/ 148 w 148"/>
                <a:gd name="T95" fmla="*/ 74 h 91"/>
                <a:gd name="T96" fmla="*/ 148 w 148"/>
                <a:gd name="T97" fmla="*/ 24 h 91"/>
                <a:gd name="T98" fmla="*/ 148 w 148"/>
                <a:gd name="T99" fmla="*/ 24 h 91"/>
                <a:gd name="T100" fmla="*/ 144 w 148"/>
                <a:gd name="T101" fmla="*/ 13 h 91"/>
                <a:gd name="T102" fmla="*/ 133 w 148"/>
                <a:gd name="T103" fmla="*/ 3 h 91"/>
                <a:gd name="T104" fmla="*/ 127 w 148"/>
                <a:gd name="T105" fmla="*/ 0 h 91"/>
                <a:gd name="T106" fmla="*/ 126 w 148"/>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91">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9" name="Freeform 280">
              <a:extLst>
                <a:ext uri="{FF2B5EF4-FFF2-40B4-BE49-F238E27FC236}">
                  <a16:creationId xmlns:a16="http://schemas.microsoft.com/office/drawing/2014/main" id="{CECA8982-6F14-4B01-9945-14FFE7497AA2}"/>
                </a:ext>
              </a:extLst>
            </p:cNvPr>
            <p:cNvSpPr>
              <a:spLocks noEditPoints="1"/>
            </p:cNvSpPr>
            <p:nvPr userDrawn="1"/>
          </p:nvSpPr>
          <p:spPr bwMode="auto">
            <a:xfrm>
              <a:off x="4913175" y="900101"/>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8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0" name="Freeform 281">
              <a:extLst>
                <a:ext uri="{FF2B5EF4-FFF2-40B4-BE49-F238E27FC236}">
                  <a16:creationId xmlns:a16="http://schemas.microsoft.com/office/drawing/2014/main" id="{7FF833A4-5D01-415C-B529-9321CFAFA420}"/>
                </a:ext>
              </a:extLst>
            </p:cNvPr>
            <p:cNvSpPr>
              <a:spLocks noEditPoints="1"/>
            </p:cNvSpPr>
            <p:nvPr userDrawn="1"/>
          </p:nvSpPr>
          <p:spPr bwMode="auto">
            <a:xfrm>
              <a:off x="3694980" y="456573"/>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1" name="Freeform 282">
              <a:extLst>
                <a:ext uri="{FF2B5EF4-FFF2-40B4-BE49-F238E27FC236}">
                  <a16:creationId xmlns:a16="http://schemas.microsoft.com/office/drawing/2014/main" id="{53D1B30A-FA17-4AAB-B283-96EB60FF2966}"/>
                </a:ext>
              </a:extLst>
            </p:cNvPr>
            <p:cNvSpPr>
              <a:spLocks/>
            </p:cNvSpPr>
            <p:nvPr userDrawn="1"/>
          </p:nvSpPr>
          <p:spPr bwMode="auto">
            <a:xfrm>
              <a:off x="4690408" y="-125432"/>
              <a:ext cx="640206" cy="192664"/>
            </a:xfrm>
            <a:custGeom>
              <a:avLst/>
              <a:gdLst>
                <a:gd name="T0" fmla="*/ 223 w 426"/>
                <a:gd name="T1" fmla="*/ 7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92 w 426"/>
                <a:gd name="T43" fmla="*/ 25 h 128"/>
                <a:gd name="T44" fmla="*/ 218 w 426"/>
                <a:gd name="T45" fmla="*/ 7 h 128"/>
                <a:gd name="T46" fmla="*/ 83 w 426"/>
                <a:gd name="T47" fmla="*/ 20 h 128"/>
                <a:gd name="T48" fmla="*/ 39 w 426"/>
                <a:gd name="T49" fmla="*/ 42 h 128"/>
                <a:gd name="T50" fmla="*/ 31 w 426"/>
                <a:gd name="T51" fmla="*/ 74 h 128"/>
                <a:gd name="T52" fmla="*/ 31 w 426"/>
                <a:gd name="T53" fmla="*/ 74 h 128"/>
                <a:gd name="T54" fmla="*/ 49 w 426"/>
                <a:gd name="T55" fmla="*/ 105 h 128"/>
                <a:gd name="T56" fmla="*/ 0 w 426"/>
                <a:gd name="T57" fmla="*/ 128 h 128"/>
                <a:gd name="T58" fmla="*/ 39 w 426"/>
                <a:gd name="T59" fmla="*/ 124 h 128"/>
                <a:gd name="T60" fmla="*/ 91 w 426"/>
                <a:gd name="T61" fmla="*/ 119 h 128"/>
                <a:gd name="T62" fmla="*/ 101 w 426"/>
                <a:gd name="T63" fmla="*/ 118 h 128"/>
                <a:gd name="T64" fmla="*/ 102 w 426"/>
                <a:gd name="T65" fmla="*/ 118 h 128"/>
                <a:gd name="T66" fmla="*/ 368 w 426"/>
                <a:gd name="T67" fmla="*/ 113 h 128"/>
                <a:gd name="T68" fmla="*/ 397 w 426"/>
                <a:gd name="T69" fmla="*/ 103 h 128"/>
                <a:gd name="T70" fmla="*/ 426 w 426"/>
                <a:gd name="T71" fmla="*/ 46 h 128"/>
                <a:gd name="T72" fmla="*/ 418 w 426"/>
                <a:gd name="T73" fmla="*/ 22 h 128"/>
                <a:gd name="T74" fmla="*/ 374 w 426"/>
                <a:gd name="T75" fmla="*/ 1 h 128"/>
                <a:gd name="T76" fmla="*/ 372 w 426"/>
                <a:gd name="T77" fmla="*/ 1 h 128"/>
                <a:gd name="T78" fmla="*/ 346 w 426"/>
                <a:gd name="T7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8">
                  <a:moveTo>
                    <a:pt x="346" y="0"/>
                  </a:moveTo>
                  <a:cubicBezTo>
                    <a:pt x="315"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7" y="25"/>
                    <a:pt x="92" y="25"/>
                  </a:cubicBezTo>
                  <a:cubicBezTo>
                    <a:pt x="111" y="23"/>
                    <a:pt x="165" y="17"/>
                    <a:pt x="221" y="13"/>
                  </a:cubicBezTo>
                  <a:cubicBezTo>
                    <a:pt x="218" y="7"/>
                    <a:pt x="218" y="7"/>
                    <a:pt x="218" y="7"/>
                  </a:cubicBezTo>
                  <a:cubicBezTo>
                    <a:pt x="206" y="8"/>
                    <a:pt x="195"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2" name="Freeform 283">
              <a:extLst>
                <a:ext uri="{FF2B5EF4-FFF2-40B4-BE49-F238E27FC236}">
                  <a16:creationId xmlns:a16="http://schemas.microsoft.com/office/drawing/2014/main" id="{E646D614-02D1-4236-9D88-F4C4C88678F2}"/>
                </a:ext>
              </a:extLst>
            </p:cNvPr>
            <p:cNvSpPr>
              <a:spLocks/>
            </p:cNvSpPr>
            <p:nvPr userDrawn="1"/>
          </p:nvSpPr>
          <p:spPr bwMode="auto">
            <a:xfrm>
              <a:off x="5017535" y="-115397"/>
              <a:ext cx="10035" cy="10035"/>
            </a:xfrm>
            <a:custGeom>
              <a:avLst/>
              <a:gdLst>
                <a:gd name="T0" fmla="*/ 5 w 6"/>
                <a:gd name="T1" fmla="*/ 0 h 6"/>
                <a:gd name="T2" fmla="*/ 0 w 6"/>
                <a:gd name="T3" fmla="*/ 0 h 6"/>
                <a:gd name="T4" fmla="*/ 3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2" y="0"/>
                    <a:pt x="0" y="0"/>
                  </a:cubicBezTo>
                  <a:cubicBezTo>
                    <a:pt x="3" y="6"/>
                    <a:pt x="3" y="6"/>
                    <a:pt x="3"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3" name="Freeform 284">
              <a:extLst>
                <a:ext uri="{FF2B5EF4-FFF2-40B4-BE49-F238E27FC236}">
                  <a16:creationId xmlns:a16="http://schemas.microsoft.com/office/drawing/2014/main" id="{C47946E9-89BE-4871-ADE1-96B547EF1240}"/>
                </a:ext>
              </a:extLst>
            </p:cNvPr>
            <p:cNvSpPr>
              <a:spLocks/>
            </p:cNvSpPr>
            <p:nvPr userDrawn="1"/>
          </p:nvSpPr>
          <p:spPr bwMode="auto">
            <a:xfrm>
              <a:off x="328155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4" name="Freeform 285">
              <a:extLst>
                <a:ext uri="{FF2B5EF4-FFF2-40B4-BE49-F238E27FC236}">
                  <a16:creationId xmlns:a16="http://schemas.microsoft.com/office/drawing/2014/main" id="{07DBB568-F158-488B-991D-91E89E5903F3}"/>
                </a:ext>
              </a:extLst>
            </p:cNvPr>
            <p:cNvSpPr>
              <a:spLocks noEditPoints="1"/>
            </p:cNvSpPr>
            <p:nvPr userDrawn="1"/>
          </p:nvSpPr>
          <p:spPr bwMode="auto">
            <a:xfrm>
              <a:off x="3847505" y="-27093"/>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5" name="Freeform 286">
              <a:extLst>
                <a:ext uri="{FF2B5EF4-FFF2-40B4-BE49-F238E27FC236}">
                  <a16:creationId xmlns:a16="http://schemas.microsoft.com/office/drawing/2014/main" id="{4D1ADDB2-A538-4276-9F8E-7BF14C491AE6}"/>
                </a:ext>
              </a:extLst>
            </p:cNvPr>
            <p:cNvSpPr>
              <a:spLocks noEditPoints="1"/>
            </p:cNvSpPr>
            <p:nvPr userDrawn="1"/>
          </p:nvSpPr>
          <p:spPr bwMode="auto">
            <a:xfrm>
              <a:off x="383546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1 w 426"/>
                <a:gd name="T75" fmla="*/ 7 h 128"/>
                <a:gd name="T76" fmla="*/ 373 w 426"/>
                <a:gd name="T77" fmla="*/ 7 h 128"/>
                <a:gd name="T78" fmla="*/ 410 w 426"/>
                <a:gd name="T79" fmla="*/ 15 h 128"/>
                <a:gd name="T80" fmla="*/ 410 w 426"/>
                <a:gd name="T81" fmla="*/ 14 h 128"/>
                <a:gd name="T82" fmla="*/ 374 w 426"/>
                <a:gd name="T83" fmla="*/ 1 h 128"/>
                <a:gd name="T84" fmla="*/ 372 w 426"/>
                <a:gd name="T8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5"/>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6" name="Freeform 287">
              <a:extLst>
                <a:ext uri="{FF2B5EF4-FFF2-40B4-BE49-F238E27FC236}">
                  <a16:creationId xmlns:a16="http://schemas.microsoft.com/office/drawing/2014/main" id="{0FA24139-4F4C-4F82-B0EA-EA6B0DD44A97}"/>
                </a:ext>
              </a:extLst>
            </p:cNvPr>
            <p:cNvSpPr>
              <a:spLocks noEditPoints="1"/>
            </p:cNvSpPr>
            <p:nvPr userDrawn="1"/>
          </p:nvSpPr>
          <p:spPr bwMode="auto">
            <a:xfrm>
              <a:off x="5408883"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6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9 w 80"/>
                <a:gd name="T59" fmla="*/ 242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7" name="Freeform 288">
              <a:extLst>
                <a:ext uri="{FF2B5EF4-FFF2-40B4-BE49-F238E27FC236}">
                  <a16:creationId xmlns:a16="http://schemas.microsoft.com/office/drawing/2014/main" id="{569BC161-49BE-43F5-A421-CE5DAE444C9F}"/>
                </a:ext>
              </a:extLst>
            </p:cNvPr>
            <p:cNvSpPr>
              <a:spLocks noEditPoints="1"/>
            </p:cNvSpPr>
            <p:nvPr userDrawn="1"/>
          </p:nvSpPr>
          <p:spPr bwMode="auto">
            <a:xfrm>
              <a:off x="5469091" y="-31107"/>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3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3"/>
                    <a:pt x="78" y="243"/>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3"/>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8" name="Freeform 289">
              <a:extLst>
                <a:ext uri="{FF2B5EF4-FFF2-40B4-BE49-F238E27FC236}">
                  <a16:creationId xmlns:a16="http://schemas.microsoft.com/office/drawing/2014/main" id="{D5C42C60-0D21-46EB-BAEC-C9589A942F07}"/>
                </a:ext>
              </a:extLst>
            </p:cNvPr>
            <p:cNvSpPr>
              <a:spLocks noEditPoints="1"/>
            </p:cNvSpPr>
            <p:nvPr userDrawn="1"/>
          </p:nvSpPr>
          <p:spPr bwMode="auto">
            <a:xfrm>
              <a:off x="4736567" y="1303490"/>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368 w 425"/>
                <a:gd name="T21" fmla="*/ 106 h 127"/>
                <a:gd name="T22" fmla="*/ 101 w 425"/>
                <a:gd name="T23" fmla="*/ 112 h 127"/>
                <a:gd name="T24" fmla="*/ 57 w 425"/>
                <a:gd name="T25" fmla="*/ 116 h 127"/>
                <a:gd name="T26" fmla="*/ 72 w 425"/>
                <a:gd name="T27" fmla="*/ 105 h 127"/>
                <a:gd name="T28" fmla="*/ 39 w 425"/>
                <a:gd name="T29" fmla="*/ 83 h 127"/>
                <a:gd name="T30" fmla="*/ 36 w 425"/>
                <a:gd name="T31" fmla="*/ 74 h 127"/>
                <a:gd name="T32" fmla="*/ 36 w 425"/>
                <a:gd name="T33" fmla="*/ 73 h 127"/>
                <a:gd name="T34" fmla="*/ 43 w 425"/>
                <a:gd name="T35" fmla="*/ 45 h 127"/>
                <a:gd name="T36" fmla="*/ 79 w 425"/>
                <a:gd name="T37" fmla="*/ 26 h 127"/>
                <a:gd name="T38" fmla="*/ 83 w 425"/>
                <a:gd name="T39" fmla="*/ 25 h 127"/>
                <a:gd name="T40" fmla="*/ 83 w 425"/>
                <a:gd name="T41" fmla="*/ 25 h 127"/>
                <a:gd name="T42" fmla="*/ 345 w 425"/>
                <a:gd name="T43" fmla="*/ 0 h 127"/>
                <a:gd name="T44" fmla="*/ 83 w 425"/>
                <a:gd name="T45" fmla="*/ 19 h 127"/>
                <a:gd name="T46" fmla="*/ 39 w 425"/>
                <a:gd name="T47" fmla="*/ 42 h 127"/>
                <a:gd name="T48" fmla="*/ 30 w 425"/>
                <a:gd name="T49" fmla="*/ 74 h 127"/>
                <a:gd name="T50" fmla="*/ 30 w 425"/>
                <a:gd name="T51" fmla="*/ 74 h 127"/>
                <a:gd name="T52" fmla="*/ 49 w 425"/>
                <a:gd name="T53" fmla="*/ 105 h 127"/>
                <a:gd name="T54" fmla="*/ 0 w 425"/>
                <a:gd name="T55" fmla="*/ 127 h 127"/>
                <a:gd name="T56" fmla="*/ 39 w 425"/>
                <a:gd name="T57" fmla="*/ 123 h 127"/>
                <a:gd name="T58" fmla="*/ 91 w 425"/>
                <a:gd name="T59" fmla="*/ 119 h 127"/>
                <a:gd name="T60" fmla="*/ 101 w 425"/>
                <a:gd name="T61" fmla="*/ 118 h 127"/>
                <a:gd name="T62" fmla="*/ 101 w 425"/>
                <a:gd name="T63" fmla="*/ 118 h 127"/>
                <a:gd name="T64" fmla="*/ 368 w 425"/>
                <a:gd name="T65" fmla="*/ 112 h 127"/>
                <a:gd name="T66" fmla="*/ 396 w 425"/>
                <a:gd name="T67" fmla="*/ 102 h 127"/>
                <a:gd name="T68" fmla="*/ 405 w 425"/>
                <a:gd name="T69" fmla="*/ 91 h 127"/>
                <a:gd name="T70" fmla="*/ 416 w 425"/>
                <a:gd name="T71" fmla="*/ 82 h 127"/>
                <a:gd name="T72" fmla="*/ 425 w 425"/>
                <a:gd name="T73" fmla="*/ 44 h 127"/>
                <a:gd name="T74" fmla="*/ 373 w 425"/>
                <a:gd name="T75" fmla="*/ 1 h 127"/>
                <a:gd name="T76" fmla="*/ 372 w 425"/>
                <a:gd name="T77" fmla="*/ 1 h 127"/>
                <a:gd name="T78" fmla="*/ 345 w 425"/>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9" name="Freeform 290">
              <a:extLst>
                <a:ext uri="{FF2B5EF4-FFF2-40B4-BE49-F238E27FC236}">
                  <a16:creationId xmlns:a16="http://schemas.microsoft.com/office/drawing/2014/main" id="{50BB9BC1-7E83-437F-BF7B-2845FF86C951}"/>
                </a:ext>
              </a:extLst>
            </p:cNvPr>
            <p:cNvSpPr>
              <a:spLocks/>
            </p:cNvSpPr>
            <p:nvPr userDrawn="1"/>
          </p:nvSpPr>
          <p:spPr bwMode="auto">
            <a:xfrm>
              <a:off x="534666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0" name="Freeform 291">
              <a:extLst>
                <a:ext uri="{FF2B5EF4-FFF2-40B4-BE49-F238E27FC236}">
                  <a16:creationId xmlns:a16="http://schemas.microsoft.com/office/drawing/2014/main" id="{68263742-3351-4570-ABAD-3D991456881B}"/>
                </a:ext>
              </a:extLst>
            </p:cNvPr>
            <p:cNvSpPr>
              <a:spLocks noEditPoints="1"/>
            </p:cNvSpPr>
            <p:nvPr userDrawn="1"/>
          </p:nvSpPr>
          <p:spPr bwMode="auto">
            <a:xfrm>
              <a:off x="5282447" y="3512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7 w 99"/>
                <a:gd name="T17" fmla="*/ 31 h 313"/>
                <a:gd name="T18" fmla="*/ 80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2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6 w 99"/>
                <a:gd name="T71" fmla="*/ 278 h 313"/>
                <a:gd name="T72" fmla="*/ 92 w 99"/>
                <a:gd name="T73" fmla="*/ 240 h 313"/>
                <a:gd name="T74" fmla="*/ 91 w 99"/>
                <a:gd name="T75" fmla="*/ 233 h 313"/>
                <a:gd name="T76" fmla="*/ 86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1" name="Freeform 292">
              <a:extLst>
                <a:ext uri="{FF2B5EF4-FFF2-40B4-BE49-F238E27FC236}">
                  <a16:creationId xmlns:a16="http://schemas.microsoft.com/office/drawing/2014/main" id="{BB0DE52B-7EEA-4530-966E-E305E3CFE0BB}"/>
                </a:ext>
              </a:extLst>
            </p:cNvPr>
            <p:cNvSpPr>
              <a:spLocks noEditPoints="1"/>
            </p:cNvSpPr>
            <p:nvPr userDrawn="1"/>
          </p:nvSpPr>
          <p:spPr bwMode="auto">
            <a:xfrm>
              <a:off x="3064809"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7 w 116"/>
                <a:gd name="T11" fmla="*/ 46 h 365"/>
                <a:gd name="T12" fmla="*/ 40 w 116"/>
                <a:gd name="T13" fmla="*/ 6 h 365"/>
                <a:gd name="T14" fmla="*/ 41 w 116"/>
                <a:gd name="T15" fmla="*/ 6 h 365"/>
                <a:gd name="T16" fmla="*/ 41 w 116"/>
                <a:gd name="T17" fmla="*/ 6 h 365"/>
                <a:gd name="T18" fmla="*/ 71 w 116"/>
                <a:gd name="T19" fmla="*/ 13 h 365"/>
                <a:gd name="T20" fmla="*/ 94 w 116"/>
                <a:gd name="T21" fmla="*/ 45 h 365"/>
                <a:gd name="T22" fmla="*/ 94 w 116"/>
                <a:gd name="T23" fmla="*/ 49 h 365"/>
                <a:gd name="T24" fmla="*/ 101 w 116"/>
                <a:gd name="T25" fmla="*/ 275 h 365"/>
                <a:gd name="T26" fmla="*/ 102 w 116"/>
                <a:gd name="T27" fmla="*/ 289 h 365"/>
                <a:gd name="T28" fmla="*/ 95 w 116"/>
                <a:gd name="T29" fmla="*/ 283 h 365"/>
                <a:gd name="T30" fmla="*/ 90 w 116"/>
                <a:gd name="T31" fmla="*/ 317 h 365"/>
                <a:gd name="T32" fmla="*/ 70 w 116"/>
                <a:gd name="T33" fmla="*/ 330 h 365"/>
                <a:gd name="T34" fmla="*/ 67 w 116"/>
                <a:gd name="T35" fmla="*/ 330 h 365"/>
                <a:gd name="T36" fmla="*/ 65 w 116"/>
                <a:gd name="T37" fmla="*/ 331 h 365"/>
                <a:gd name="T38" fmla="*/ 27 w 116"/>
                <a:gd name="T39" fmla="*/ 304 h 365"/>
                <a:gd name="T40" fmla="*/ 25 w 116"/>
                <a:gd name="T41" fmla="*/ 292 h 365"/>
                <a:gd name="T42" fmla="*/ 25 w 116"/>
                <a:gd name="T43" fmla="*/ 291 h 365"/>
                <a:gd name="T44" fmla="*/ 25 w 116"/>
                <a:gd name="T45" fmla="*/ 291 h 365"/>
                <a:gd name="T46" fmla="*/ 14 w 116"/>
                <a:gd name="T47" fmla="*/ 185 h 365"/>
                <a:gd name="T48" fmla="*/ 7 w 116"/>
                <a:gd name="T49" fmla="*/ 47 h 365"/>
                <a:gd name="T50" fmla="*/ 7 w 116"/>
                <a:gd name="T51" fmla="*/ 46 h 365"/>
                <a:gd name="T52" fmla="*/ 20 w 116"/>
                <a:gd name="T53" fmla="*/ 7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7" y="46"/>
                  </a:move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7" y="46"/>
                    <a:pt x="7" y="46"/>
                    <a:pt x="7" y="46"/>
                  </a:cubicBezTo>
                  <a:moveTo>
                    <a:pt x="40" y="0"/>
                  </a:moveTo>
                  <a:cubicBezTo>
                    <a:pt x="36" y="0"/>
                    <a:pt x="28" y="1"/>
                    <a:pt x="20" y="7"/>
                  </a:cubicBezTo>
                  <a:cubicBezTo>
                    <a:pt x="12" y="13"/>
                    <a:pt x="4" y="24"/>
                    <a:pt x="1" y="45"/>
                  </a:cubicBezTo>
                  <a:cubicBezTo>
                    <a:pt x="1" y="45"/>
                    <a:pt x="1" y="45"/>
                    <a:pt x="1" y="45"/>
                  </a:cubicBezTo>
                  <a:cubicBezTo>
                    <a:pt x="1" y="45"/>
                    <a:pt x="1" y="45"/>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2" name="Freeform 293">
              <a:extLst>
                <a:ext uri="{FF2B5EF4-FFF2-40B4-BE49-F238E27FC236}">
                  <a16:creationId xmlns:a16="http://schemas.microsoft.com/office/drawing/2014/main" id="{5E93D65F-259D-4366-BAB8-AF724060BD88}"/>
                </a:ext>
              </a:extLst>
            </p:cNvPr>
            <p:cNvSpPr>
              <a:spLocks/>
            </p:cNvSpPr>
            <p:nvPr userDrawn="1"/>
          </p:nvSpPr>
          <p:spPr bwMode="auto">
            <a:xfrm>
              <a:off x="3233390"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3" name="Freeform 294">
              <a:extLst>
                <a:ext uri="{FF2B5EF4-FFF2-40B4-BE49-F238E27FC236}">
                  <a16:creationId xmlns:a16="http://schemas.microsoft.com/office/drawing/2014/main" id="{3ACCDFB2-6C3C-47C9-B51C-065F2D65A335}"/>
                </a:ext>
              </a:extLst>
            </p:cNvPr>
            <p:cNvSpPr>
              <a:spLocks noEditPoints="1"/>
            </p:cNvSpPr>
            <p:nvPr userDrawn="1"/>
          </p:nvSpPr>
          <p:spPr bwMode="auto">
            <a:xfrm>
              <a:off x="4760650"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6 w 126"/>
                <a:gd name="T87" fmla="*/ 76 h 98"/>
                <a:gd name="T88" fmla="*/ 90 w 126"/>
                <a:gd name="T89" fmla="*/ 98 h 98"/>
                <a:gd name="T90" fmla="*/ 69 w 126"/>
                <a:gd name="T91" fmla="*/ 76 h 98"/>
                <a:gd name="T92" fmla="*/ 97 w 126"/>
                <a:gd name="T93" fmla="*/ 75 h 98"/>
                <a:gd name="T94" fmla="*/ 97 w 126"/>
                <a:gd name="T95" fmla="*/ 75 h 98"/>
                <a:gd name="T96" fmla="*/ 112 w 126"/>
                <a:gd name="T97" fmla="*/ 71 h 98"/>
                <a:gd name="T98" fmla="*/ 122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4" name="Freeform 295">
              <a:extLst>
                <a:ext uri="{FF2B5EF4-FFF2-40B4-BE49-F238E27FC236}">
                  <a16:creationId xmlns:a16="http://schemas.microsoft.com/office/drawing/2014/main" id="{AEC12323-E928-4948-A0F3-91399EDB9913}"/>
                </a:ext>
              </a:extLst>
            </p:cNvPr>
            <p:cNvSpPr>
              <a:spLocks noEditPoints="1"/>
            </p:cNvSpPr>
            <p:nvPr userDrawn="1"/>
          </p:nvSpPr>
          <p:spPr bwMode="auto">
            <a:xfrm>
              <a:off x="3036712" y="-275950"/>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5" name="Freeform 296">
              <a:extLst>
                <a:ext uri="{FF2B5EF4-FFF2-40B4-BE49-F238E27FC236}">
                  <a16:creationId xmlns:a16="http://schemas.microsoft.com/office/drawing/2014/main" id="{8B2A53C9-3782-4E11-A792-62FCCE067F95}"/>
                </a:ext>
              </a:extLst>
            </p:cNvPr>
            <p:cNvSpPr>
              <a:spLocks noEditPoints="1"/>
            </p:cNvSpPr>
            <p:nvPr userDrawn="1"/>
          </p:nvSpPr>
          <p:spPr bwMode="auto">
            <a:xfrm>
              <a:off x="5105839" y="892073"/>
              <a:ext cx="238823" cy="180622"/>
            </a:xfrm>
            <a:custGeom>
              <a:avLst/>
              <a:gdLst>
                <a:gd name="T0" fmla="*/ 5 w 159"/>
                <a:gd name="T1" fmla="*/ 45 h 121"/>
                <a:gd name="T2" fmla="*/ 5 w 159"/>
                <a:gd name="T3" fmla="*/ 45 h 121"/>
                <a:gd name="T4" fmla="*/ 45 w 159"/>
                <a:gd name="T5" fmla="*/ 32 h 121"/>
                <a:gd name="T6" fmla="*/ 85 w 159"/>
                <a:gd name="T7" fmla="*/ 16 h 121"/>
                <a:gd name="T8" fmla="*/ 70 w 159"/>
                <a:gd name="T9" fmla="*/ 31 h 121"/>
                <a:gd name="T10" fmla="*/ 122 w 159"/>
                <a:gd name="T11" fmla="*/ 33 h 121"/>
                <a:gd name="T12" fmla="*/ 122 w 159"/>
                <a:gd name="T13" fmla="*/ 33 h 121"/>
                <a:gd name="T14" fmla="*/ 139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6 w 159"/>
                <a:gd name="T27" fmla="*/ 105 h 121"/>
                <a:gd name="T28" fmla="*/ 115 w 159"/>
                <a:gd name="T29" fmla="*/ 115 h 121"/>
                <a:gd name="T30" fmla="*/ 22 w 159"/>
                <a:gd name="T31" fmla="*/ 115 h 121"/>
                <a:gd name="T32" fmla="*/ 13 w 159"/>
                <a:gd name="T33" fmla="*/ 110 h 121"/>
                <a:gd name="T34" fmla="*/ 8 w 159"/>
                <a:gd name="T35" fmla="*/ 104 h 121"/>
                <a:gd name="T36" fmla="*/ 6 w 159"/>
                <a:gd name="T37" fmla="*/ 95 h 121"/>
                <a:gd name="T38" fmla="*/ 6 w 159"/>
                <a:gd name="T39" fmla="*/ 94 h 121"/>
                <a:gd name="T40" fmla="*/ 6 w 159"/>
                <a:gd name="T41" fmla="*/ 93 h 121"/>
                <a:gd name="T42" fmla="*/ 6 w 159"/>
                <a:gd name="T43" fmla="*/ 45 h 121"/>
                <a:gd name="T44" fmla="*/ 11 w 159"/>
                <a:gd name="T45" fmla="*/ 38 h 121"/>
                <a:gd name="T46" fmla="*/ 35 w 159"/>
                <a:gd name="T47" fmla="*/ 31 h 121"/>
                <a:gd name="T48" fmla="*/ 44 w 159"/>
                <a:gd name="T49" fmla="*/ 32 h 121"/>
                <a:gd name="T50" fmla="*/ 45 w 159"/>
                <a:gd name="T51" fmla="*/ 32 h 121"/>
                <a:gd name="T52" fmla="*/ 110 w 159"/>
                <a:gd name="T53" fmla="*/ 0 h 121"/>
                <a:gd name="T54" fmla="*/ 44 w 159"/>
                <a:gd name="T55" fmla="*/ 26 h 121"/>
                <a:gd name="T56" fmla="*/ 35 w 159"/>
                <a:gd name="T57" fmla="*/ 25 h 121"/>
                <a:gd name="T58" fmla="*/ 35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3 w 159"/>
                <a:gd name="T71" fmla="*/ 107 h 121"/>
                <a:gd name="T72" fmla="*/ 14 w 159"/>
                <a:gd name="T73" fmla="*/ 118 h 121"/>
                <a:gd name="T74" fmla="*/ 21 w 159"/>
                <a:gd name="T75" fmla="*/ 121 h 121"/>
                <a:gd name="T76" fmla="*/ 21 w 159"/>
                <a:gd name="T77" fmla="*/ 121 h 121"/>
                <a:gd name="T78" fmla="*/ 21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4 w 159"/>
                <a:gd name="T103" fmla="*/ 25 h 121"/>
                <a:gd name="T104" fmla="*/ 110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6"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6" name="Freeform 297">
              <a:extLst>
                <a:ext uri="{FF2B5EF4-FFF2-40B4-BE49-F238E27FC236}">
                  <a16:creationId xmlns:a16="http://schemas.microsoft.com/office/drawing/2014/main" id="{AB8F3D81-1EFA-4267-B629-01F5B9FCEA31}"/>
                </a:ext>
              </a:extLst>
            </p:cNvPr>
            <p:cNvSpPr>
              <a:spLocks noEditPoints="1"/>
            </p:cNvSpPr>
            <p:nvPr userDrawn="1"/>
          </p:nvSpPr>
          <p:spPr bwMode="auto">
            <a:xfrm>
              <a:off x="4746602" y="233806"/>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7" name="Freeform 298">
              <a:extLst>
                <a:ext uri="{FF2B5EF4-FFF2-40B4-BE49-F238E27FC236}">
                  <a16:creationId xmlns:a16="http://schemas.microsoft.com/office/drawing/2014/main" id="{09FC5A8C-E7DD-4260-BAB9-9496F15A058E}"/>
                </a:ext>
              </a:extLst>
            </p:cNvPr>
            <p:cNvSpPr>
              <a:spLocks noEditPoints="1"/>
            </p:cNvSpPr>
            <p:nvPr userDrawn="1"/>
          </p:nvSpPr>
          <p:spPr bwMode="auto">
            <a:xfrm>
              <a:off x="5553381" y="1405843"/>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8" name="Freeform 299">
              <a:extLst>
                <a:ext uri="{FF2B5EF4-FFF2-40B4-BE49-F238E27FC236}">
                  <a16:creationId xmlns:a16="http://schemas.microsoft.com/office/drawing/2014/main" id="{8DBD6AE8-57DB-4FE1-8222-66648EEB5EA6}"/>
                </a:ext>
              </a:extLst>
            </p:cNvPr>
            <p:cNvSpPr>
              <a:spLocks/>
            </p:cNvSpPr>
            <p:nvPr userDrawn="1"/>
          </p:nvSpPr>
          <p:spPr bwMode="auto">
            <a:xfrm>
              <a:off x="5760092" y="1570410"/>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9" name="Freeform 300">
              <a:extLst>
                <a:ext uri="{FF2B5EF4-FFF2-40B4-BE49-F238E27FC236}">
                  <a16:creationId xmlns:a16="http://schemas.microsoft.com/office/drawing/2014/main" id="{09FD470D-5E54-4C82-94F9-7C7FE9C59AED}"/>
                </a:ext>
              </a:extLst>
            </p:cNvPr>
            <p:cNvSpPr>
              <a:spLocks noEditPoints="1"/>
            </p:cNvSpPr>
            <p:nvPr userDrawn="1"/>
          </p:nvSpPr>
          <p:spPr bwMode="auto">
            <a:xfrm>
              <a:off x="4730547" y="1010480"/>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0" name="Freeform 301">
              <a:extLst>
                <a:ext uri="{FF2B5EF4-FFF2-40B4-BE49-F238E27FC236}">
                  <a16:creationId xmlns:a16="http://schemas.microsoft.com/office/drawing/2014/main" id="{CB06BC73-95F9-447C-B146-6181D365F100}"/>
                </a:ext>
              </a:extLst>
            </p:cNvPr>
            <p:cNvSpPr>
              <a:spLocks noEditPoints="1"/>
            </p:cNvSpPr>
            <p:nvPr userDrawn="1"/>
          </p:nvSpPr>
          <p:spPr bwMode="auto">
            <a:xfrm>
              <a:off x="5083763"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19"/>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1" name="Freeform 302">
              <a:extLst>
                <a:ext uri="{FF2B5EF4-FFF2-40B4-BE49-F238E27FC236}">
                  <a16:creationId xmlns:a16="http://schemas.microsoft.com/office/drawing/2014/main" id="{D86BDAA8-DE07-4A7E-A635-242CD211F657}"/>
                </a:ext>
              </a:extLst>
            </p:cNvPr>
            <p:cNvSpPr>
              <a:spLocks noEditPoints="1"/>
            </p:cNvSpPr>
            <p:nvPr userDrawn="1"/>
          </p:nvSpPr>
          <p:spPr bwMode="auto">
            <a:xfrm>
              <a:off x="3572557"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2" name="Freeform 303">
              <a:extLst>
                <a:ext uri="{FF2B5EF4-FFF2-40B4-BE49-F238E27FC236}">
                  <a16:creationId xmlns:a16="http://schemas.microsoft.com/office/drawing/2014/main" id="{ECBEFFC5-EA5A-4477-8455-7EC9D9807C3A}"/>
                </a:ext>
              </a:extLst>
            </p:cNvPr>
            <p:cNvSpPr>
              <a:spLocks/>
            </p:cNvSpPr>
            <p:nvPr userDrawn="1"/>
          </p:nvSpPr>
          <p:spPr bwMode="auto">
            <a:xfrm>
              <a:off x="3703007"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3" name="Freeform 304">
              <a:extLst>
                <a:ext uri="{FF2B5EF4-FFF2-40B4-BE49-F238E27FC236}">
                  <a16:creationId xmlns:a16="http://schemas.microsoft.com/office/drawing/2014/main" id="{9A36D2FF-4FB2-4FAC-B667-C1A173345F54}"/>
                </a:ext>
              </a:extLst>
            </p:cNvPr>
            <p:cNvSpPr>
              <a:spLocks/>
            </p:cNvSpPr>
            <p:nvPr userDrawn="1"/>
          </p:nvSpPr>
          <p:spPr bwMode="auto">
            <a:xfrm>
              <a:off x="4433524" y="308061"/>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2 h 177"/>
                <a:gd name="T12" fmla="*/ 17 w 209"/>
                <a:gd name="T13" fmla="*/ 177 h 177"/>
                <a:gd name="T14" fmla="*/ 40 w 209"/>
                <a:gd name="T15" fmla="*/ 144 h 177"/>
                <a:gd name="T16" fmla="*/ 85 w 209"/>
                <a:gd name="T17" fmla="*/ 165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2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4" name="Freeform 305">
              <a:extLst>
                <a:ext uri="{FF2B5EF4-FFF2-40B4-BE49-F238E27FC236}">
                  <a16:creationId xmlns:a16="http://schemas.microsoft.com/office/drawing/2014/main" id="{DC5D1567-6661-4974-AFFA-ACDC3F914E56}"/>
                </a:ext>
              </a:extLst>
            </p:cNvPr>
            <p:cNvSpPr>
              <a:spLocks/>
            </p:cNvSpPr>
            <p:nvPr userDrawn="1"/>
          </p:nvSpPr>
          <p:spPr bwMode="auto">
            <a:xfrm>
              <a:off x="4608124" y="556918"/>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5" name="Freeform 306">
              <a:extLst>
                <a:ext uri="{FF2B5EF4-FFF2-40B4-BE49-F238E27FC236}">
                  <a16:creationId xmlns:a16="http://schemas.microsoft.com/office/drawing/2014/main" id="{AC84431C-5938-47FD-849E-92B0F3F7969B}"/>
                </a:ext>
              </a:extLst>
            </p:cNvPr>
            <p:cNvSpPr>
              <a:spLocks/>
            </p:cNvSpPr>
            <p:nvPr userDrawn="1"/>
          </p:nvSpPr>
          <p:spPr bwMode="auto">
            <a:xfrm>
              <a:off x="4447571"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6" name="Freeform 307">
              <a:extLst>
                <a:ext uri="{FF2B5EF4-FFF2-40B4-BE49-F238E27FC236}">
                  <a16:creationId xmlns:a16="http://schemas.microsoft.com/office/drawing/2014/main" id="{B8C5F1A3-7D88-4C74-9F02-8366AA0B0AD4}"/>
                </a:ext>
              </a:extLst>
            </p:cNvPr>
            <p:cNvSpPr>
              <a:spLocks/>
            </p:cNvSpPr>
            <p:nvPr userDrawn="1"/>
          </p:nvSpPr>
          <p:spPr bwMode="auto">
            <a:xfrm>
              <a:off x="4451585"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7" name="Freeform 308">
              <a:extLst>
                <a:ext uri="{FF2B5EF4-FFF2-40B4-BE49-F238E27FC236}">
                  <a16:creationId xmlns:a16="http://schemas.microsoft.com/office/drawing/2014/main" id="{EB095A45-6EB6-4C72-8DF5-6C5769C04057}"/>
                </a:ext>
              </a:extLst>
            </p:cNvPr>
            <p:cNvSpPr>
              <a:spLocks noEditPoints="1"/>
            </p:cNvSpPr>
            <p:nvPr userDrawn="1"/>
          </p:nvSpPr>
          <p:spPr bwMode="auto">
            <a:xfrm>
              <a:off x="5585492" y="109377"/>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8" name="Freeform 309">
              <a:extLst>
                <a:ext uri="{FF2B5EF4-FFF2-40B4-BE49-F238E27FC236}">
                  <a16:creationId xmlns:a16="http://schemas.microsoft.com/office/drawing/2014/main" id="{16F5B950-88CA-4005-B3D8-1F2624172D58}"/>
                </a:ext>
              </a:extLst>
            </p:cNvPr>
            <p:cNvSpPr>
              <a:spLocks noEditPoints="1"/>
            </p:cNvSpPr>
            <p:nvPr userDrawn="1"/>
          </p:nvSpPr>
          <p:spPr bwMode="auto">
            <a:xfrm>
              <a:off x="5830335" y="109377"/>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9" name="Freeform 310">
              <a:extLst>
                <a:ext uri="{FF2B5EF4-FFF2-40B4-BE49-F238E27FC236}">
                  <a16:creationId xmlns:a16="http://schemas.microsoft.com/office/drawing/2014/main" id="{34C6C62D-D264-4036-B631-C6039817CC3E}"/>
                </a:ext>
              </a:extLst>
            </p:cNvPr>
            <p:cNvSpPr>
              <a:spLocks/>
            </p:cNvSpPr>
            <p:nvPr userDrawn="1"/>
          </p:nvSpPr>
          <p:spPr bwMode="auto">
            <a:xfrm>
              <a:off x="5585492" y="300033"/>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0" name="Freeform 311">
              <a:extLst>
                <a:ext uri="{FF2B5EF4-FFF2-40B4-BE49-F238E27FC236}">
                  <a16:creationId xmlns:a16="http://schemas.microsoft.com/office/drawing/2014/main" id="{D4D554E4-299E-474E-A3D7-D4C9566D3BB7}"/>
                </a:ext>
              </a:extLst>
            </p:cNvPr>
            <p:cNvSpPr>
              <a:spLocks noEditPoints="1"/>
            </p:cNvSpPr>
            <p:nvPr userDrawn="1"/>
          </p:nvSpPr>
          <p:spPr bwMode="auto">
            <a:xfrm>
              <a:off x="3420032" y="1171034"/>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1" name="Freeform 312">
              <a:extLst>
                <a:ext uri="{FF2B5EF4-FFF2-40B4-BE49-F238E27FC236}">
                  <a16:creationId xmlns:a16="http://schemas.microsoft.com/office/drawing/2014/main" id="{22AFFEFA-7536-4168-8B92-57D972F5AB57}"/>
                </a:ext>
              </a:extLst>
            </p:cNvPr>
            <p:cNvSpPr>
              <a:spLocks noEditPoints="1"/>
            </p:cNvSpPr>
            <p:nvPr userDrawn="1"/>
          </p:nvSpPr>
          <p:spPr bwMode="auto">
            <a:xfrm>
              <a:off x="4993452" y="338165"/>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2" name="Freeform 313">
              <a:extLst>
                <a:ext uri="{FF2B5EF4-FFF2-40B4-BE49-F238E27FC236}">
                  <a16:creationId xmlns:a16="http://schemas.microsoft.com/office/drawing/2014/main" id="{7F9FA419-FB1B-4477-8A8D-9E47271EC995}"/>
                </a:ext>
              </a:extLst>
            </p:cNvPr>
            <p:cNvSpPr>
              <a:spLocks noEditPoints="1"/>
            </p:cNvSpPr>
            <p:nvPr userDrawn="1"/>
          </p:nvSpPr>
          <p:spPr bwMode="auto">
            <a:xfrm>
              <a:off x="3755187" y="1395808"/>
              <a:ext cx="156539" cy="106367"/>
            </a:xfrm>
            <a:custGeom>
              <a:avLst/>
              <a:gdLst>
                <a:gd name="T0" fmla="*/ 47 w 104"/>
                <a:gd name="T1" fmla="*/ 0 h 70"/>
                <a:gd name="T2" fmla="*/ 47 w 104"/>
                <a:gd name="T3" fmla="*/ 0 h 70"/>
                <a:gd name="T4" fmla="*/ 47 w 104"/>
                <a:gd name="T5" fmla="*/ 0 h 70"/>
                <a:gd name="T6" fmla="*/ 47 w 104"/>
                <a:gd name="T7" fmla="*/ 0 h 70"/>
                <a:gd name="T8" fmla="*/ 9 w 104"/>
                <a:gd name="T9" fmla="*/ 31 h 70"/>
                <a:gd name="T10" fmla="*/ 11 w 104"/>
                <a:gd name="T11" fmla="*/ 28 h 70"/>
                <a:gd name="T12" fmla="*/ 9 w 104"/>
                <a:gd name="T13" fmla="*/ 31 h 70"/>
                <a:gd name="T14" fmla="*/ 30 w 104"/>
                <a:gd name="T15" fmla="*/ 19 h 70"/>
                <a:gd name="T16" fmla="*/ 30 w 104"/>
                <a:gd name="T17" fmla="*/ 19 h 70"/>
                <a:gd name="T18" fmla="*/ 47 w 104"/>
                <a:gd name="T19" fmla="*/ 6 h 70"/>
                <a:gd name="T20" fmla="*/ 84 w 104"/>
                <a:gd name="T21" fmla="*/ 6 h 70"/>
                <a:gd name="T22" fmla="*/ 90 w 104"/>
                <a:gd name="T23" fmla="*/ 8 h 70"/>
                <a:gd name="T24" fmla="*/ 98 w 104"/>
                <a:gd name="T25" fmla="*/ 20 h 70"/>
                <a:gd name="T26" fmla="*/ 98 w 104"/>
                <a:gd name="T27" fmla="*/ 54 h 70"/>
                <a:gd name="T28" fmla="*/ 98 w 104"/>
                <a:gd name="T29" fmla="*/ 54 h 70"/>
                <a:gd name="T30" fmla="*/ 98 w 104"/>
                <a:gd name="T31" fmla="*/ 55 h 70"/>
                <a:gd name="T32" fmla="*/ 96 w 104"/>
                <a:gd name="T33" fmla="*/ 59 h 70"/>
                <a:gd name="T34" fmla="*/ 82 w 104"/>
                <a:gd name="T35" fmla="*/ 64 h 70"/>
                <a:gd name="T36" fmla="*/ 41 w 104"/>
                <a:gd name="T37" fmla="*/ 64 h 70"/>
                <a:gd name="T38" fmla="*/ 36 w 104"/>
                <a:gd name="T39" fmla="*/ 62 h 70"/>
                <a:gd name="T40" fmla="*/ 32 w 104"/>
                <a:gd name="T41" fmla="*/ 58 h 70"/>
                <a:gd name="T42" fmla="*/ 31 w 104"/>
                <a:gd name="T43" fmla="*/ 50 h 70"/>
                <a:gd name="T44" fmla="*/ 31 w 104"/>
                <a:gd name="T45" fmla="*/ 49 h 70"/>
                <a:gd name="T46" fmla="*/ 21 w 104"/>
                <a:gd name="T47" fmla="*/ 37 h 70"/>
                <a:gd name="T48" fmla="*/ 31 w 104"/>
                <a:gd name="T49" fmla="*/ 42 h 70"/>
                <a:gd name="T50" fmla="*/ 31 w 104"/>
                <a:gd name="T51" fmla="*/ 19 h 70"/>
                <a:gd name="T52" fmla="*/ 34 w 104"/>
                <a:gd name="T53" fmla="*/ 12 h 70"/>
                <a:gd name="T54" fmla="*/ 38 w 104"/>
                <a:gd name="T55" fmla="*/ 8 h 70"/>
                <a:gd name="T56" fmla="*/ 47 w 104"/>
                <a:gd name="T57" fmla="*/ 6 h 70"/>
                <a:gd name="T58" fmla="*/ 47 w 104"/>
                <a:gd name="T59" fmla="*/ 6 h 70"/>
                <a:gd name="T60" fmla="*/ 84 w 104"/>
                <a:gd name="T61" fmla="*/ 0 h 70"/>
                <a:gd name="T62" fmla="*/ 47 w 104"/>
                <a:gd name="T63" fmla="*/ 0 h 70"/>
                <a:gd name="T64" fmla="*/ 35 w 104"/>
                <a:gd name="T65" fmla="*/ 3 h 70"/>
                <a:gd name="T66" fmla="*/ 26 w 104"/>
                <a:gd name="T67" fmla="*/ 13 h 70"/>
                <a:gd name="T68" fmla="*/ 25 w 104"/>
                <a:gd name="T69" fmla="*/ 19 h 70"/>
                <a:gd name="T70" fmla="*/ 25 w 104"/>
                <a:gd name="T71" fmla="*/ 19 h 70"/>
                <a:gd name="T72" fmla="*/ 25 w 104"/>
                <a:gd name="T73" fmla="*/ 32 h 70"/>
                <a:gd name="T74" fmla="*/ 0 w 104"/>
                <a:gd name="T75" fmla="*/ 19 h 70"/>
                <a:gd name="T76" fmla="*/ 8 w 104"/>
                <a:gd name="T77" fmla="*/ 30 h 70"/>
                <a:gd name="T78" fmla="*/ 11 w 104"/>
                <a:gd name="T79" fmla="*/ 28 h 70"/>
                <a:gd name="T80" fmla="*/ 8 w 104"/>
                <a:gd name="T81" fmla="*/ 30 h 70"/>
                <a:gd name="T82" fmla="*/ 25 w 104"/>
                <a:gd name="T83" fmla="*/ 51 h 70"/>
                <a:gd name="T84" fmla="*/ 27 w 104"/>
                <a:gd name="T85" fmla="*/ 61 h 70"/>
                <a:gd name="T86" fmla="*/ 36 w 104"/>
                <a:gd name="T87" fmla="*/ 69 h 70"/>
                <a:gd name="T88" fmla="*/ 41 w 104"/>
                <a:gd name="T89" fmla="*/ 70 h 70"/>
                <a:gd name="T90" fmla="*/ 41 w 104"/>
                <a:gd name="T91" fmla="*/ 70 h 70"/>
                <a:gd name="T92" fmla="*/ 82 w 104"/>
                <a:gd name="T93" fmla="*/ 70 h 70"/>
                <a:gd name="T94" fmla="*/ 82 w 104"/>
                <a:gd name="T95" fmla="*/ 70 h 70"/>
                <a:gd name="T96" fmla="*/ 100 w 104"/>
                <a:gd name="T97" fmla="*/ 64 h 70"/>
                <a:gd name="T98" fmla="*/ 104 w 104"/>
                <a:gd name="T99" fmla="*/ 55 h 70"/>
                <a:gd name="T100" fmla="*/ 104 w 104"/>
                <a:gd name="T101" fmla="*/ 53 h 70"/>
                <a:gd name="T102" fmla="*/ 104 w 104"/>
                <a:gd name="T103" fmla="*/ 20 h 70"/>
                <a:gd name="T104" fmla="*/ 104 w 104"/>
                <a:gd name="T105" fmla="*/ 19 h 70"/>
                <a:gd name="T106" fmla="*/ 93 w 104"/>
                <a:gd name="T107" fmla="*/ 3 h 70"/>
                <a:gd name="T108" fmla="*/ 84 w 104"/>
                <a:gd name="T109" fmla="*/ 0 h 70"/>
                <a:gd name="T110" fmla="*/ 84 w 104"/>
                <a:gd name="T11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70">
                  <a:moveTo>
                    <a:pt x="47" y="0"/>
                  </a:moveTo>
                  <a:cubicBezTo>
                    <a:pt x="47" y="0"/>
                    <a:pt x="47" y="0"/>
                    <a:pt x="47" y="0"/>
                  </a:cubicBezTo>
                  <a:cubicBezTo>
                    <a:pt x="47" y="0"/>
                    <a:pt x="47" y="0"/>
                    <a:pt x="47" y="0"/>
                  </a:cubicBezTo>
                  <a:cubicBezTo>
                    <a:pt x="47" y="0"/>
                    <a:pt x="47" y="0"/>
                    <a:pt x="47" y="0"/>
                  </a:cubicBezTo>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5"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3" name="Freeform 314">
              <a:extLst>
                <a:ext uri="{FF2B5EF4-FFF2-40B4-BE49-F238E27FC236}">
                  <a16:creationId xmlns:a16="http://schemas.microsoft.com/office/drawing/2014/main" id="{C612F04E-8BDB-40C0-9C9B-B062A16751D0}"/>
                </a:ext>
              </a:extLst>
            </p:cNvPr>
            <p:cNvSpPr>
              <a:spLocks noEditPoints="1"/>
            </p:cNvSpPr>
            <p:nvPr userDrawn="1"/>
          </p:nvSpPr>
          <p:spPr bwMode="auto">
            <a:xfrm>
              <a:off x="3199272" y="1526258"/>
              <a:ext cx="214740" cy="148512"/>
            </a:xfrm>
            <a:custGeom>
              <a:avLst/>
              <a:gdLst>
                <a:gd name="T0" fmla="*/ 62 w 143"/>
                <a:gd name="T1" fmla="*/ 0 h 98"/>
                <a:gd name="T2" fmla="*/ 62 w 143"/>
                <a:gd name="T3" fmla="*/ 0 h 98"/>
                <a:gd name="T4" fmla="*/ 62 w 143"/>
                <a:gd name="T5" fmla="*/ 0 h 98"/>
                <a:gd name="T6" fmla="*/ 62 w 143"/>
                <a:gd name="T7" fmla="*/ 0 h 98"/>
                <a:gd name="T8" fmla="*/ 9 w 143"/>
                <a:gd name="T9" fmla="*/ 42 h 98"/>
                <a:gd name="T10" fmla="*/ 10 w 143"/>
                <a:gd name="T11" fmla="*/ 39 h 98"/>
                <a:gd name="T12" fmla="*/ 9 w 143"/>
                <a:gd name="T13" fmla="*/ 42 h 98"/>
                <a:gd name="T14" fmla="*/ 62 w 143"/>
                <a:gd name="T15" fmla="*/ 6 h 98"/>
                <a:gd name="T16" fmla="*/ 115 w 143"/>
                <a:gd name="T17" fmla="*/ 6 h 98"/>
                <a:gd name="T18" fmla="*/ 124 w 143"/>
                <a:gd name="T19" fmla="*/ 10 h 98"/>
                <a:gd name="T20" fmla="*/ 136 w 143"/>
                <a:gd name="T21" fmla="*/ 28 h 98"/>
                <a:gd name="T22" fmla="*/ 136 w 143"/>
                <a:gd name="T23" fmla="*/ 76 h 98"/>
                <a:gd name="T24" fmla="*/ 136 w 143"/>
                <a:gd name="T25" fmla="*/ 76 h 98"/>
                <a:gd name="T26" fmla="*/ 137 w 143"/>
                <a:gd name="T27" fmla="*/ 77 h 98"/>
                <a:gd name="T28" fmla="*/ 133 w 143"/>
                <a:gd name="T29" fmla="*/ 85 h 98"/>
                <a:gd name="T30" fmla="*/ 111 w 143"/>
                <a:gd name="T31" fmla="*/ 92 h 98"/>
                <a:gd name="T32" fmla="*/ 54 w 143"/>
                <a:gd name="T33" fmla="*/ 92 h 98"/>
                <a:gd name="T34" fmla="*/ 45 w 143"/>
                <a:gd name="T35" fmla="*/ 89 h 98"/>
                <a:gd name="T36" fmla="*/ 40 w 143"/>
                <a:gd name="T37" fmla="*/ 82 h 98"/>
                <a:gd name="T38" fmla="*/ 37 w 143"/>
                <a:gd name="T39" fmla="*/ 71 h 98"/>
                <a:gd name="T40" fmla="*/ 37 w 143"/>
                <a:gd name="T41" fmla="*/ 70 h 98"/>
                <a:gd name="T42" fmla="*/ 21 w 143"/>
                <a:gd name="T43" fmla="*/ 48 h 98"/>
                <a:gd name="T44" fmla="*/ 37 w 143"/>
                <a:gd name="T45" fmla="*/ 57 h 98"/>
                <a:gd name="T46" fmla="*/ 37 w 143"/>
                <a:gd name="T47" fmla="*/ 27 h 98"/>
                <a:gd name="T48" fmla="*/ 41 w 143"/>
                <a:gd name="T49" fmla="*/ 17 h 98"/>
                <a:gd name="T50" fmla="*/ 49 w 143"/>
                <a:gd name="T51" fmla="*/ 10 h 98"/>
                <a:gd name="T52" fmla="*/ 62 w 143"/>
                <a:gd name="T53" fmla="*/ 6 h 98"/>
                <a:gd name="T54" fmla="*/ 62 w 143"/>
                <a:gd name="T55" fmla="*/ 6 h 98"/>
                <a:gd name="T56" fmla="*/ 115 w 143"/>
                <a:gd name="T57" fmla="*/ 0 h 98"/>
                <a:gd name="T58" fmla="*/ 62 w 143"/>
                <a:gd name="T59" fmla="*/ 0 h 98"/>
                <a:gd name="T60" fmla="*/ 46 w 143"/>
                <a:gd name="T61" fmla="*/ 5 h 98"/>
                <a:gd name="T62" fmla="*/ 34 w 143"/>
                <a:gd name="T63" fmla="*/ 18 h 98"/>
                <a:gd name="T64" fmla="*/ 31 w 143"/>
                <a:gd name="T65" fmla="*/ 26 h 98"/>
                <a:gd name="T66" fmla="*/ 31 w 143"/>
                <a:gd name="T67" fmla="*/ 26 h 98"/>
                <a:gd name="T68" fmla="*/ 31 w 143"/>
                <a:gd name="T69" fmla="*/ 47 h 98"/>
                <a:gd name="T70" fmla="*/ 0 w 143"/>
                <a:gd name="T71" fmla="*/ 30 h 98"/>
                <a:gd name="T72" fmla="*/ 8 w 143"/>
                <a:gd name="T73" fmla="*/ 41 h 98"/>
                <a:gd name="T74" fmla="*/ 10 w 143"/>
                <a:gd name="T75" fmla="*/ 39 h 98"/>
                <a:gd name="T76" fmla="*/ 8 w 143"/>
                <a:gd name="T77" fmla="*/ 41 h 98"/>
                <a:gd name="T78" fmla="*/ 31 w 143"/>
                <a:gd name="T79" fmla="*/ 72 h 98"/>
                <a:gd name="T80" fmla="*/ 35 w 143"/>
                <a:gd name="T81" fmla="*/ 85 h 98"/>
                <a:gd name="T82" fmla="*/ 46 w 143"/>
                <a:gd name="T83" fmla="*/ 96 h 98"/>
                <a:gd name="T84" fmla="*/ 53 w 143"/>
                <a:gd name="T85" fmla="*/ 98 h 98"/>
                <a:gd name="T86" fmla="*/ 53 w 143"/>
                <a:gd name="T87" fmla="*/ 98 h 98"/>
                <a:gd name="T88" fmla="*/ 112 w 143"/>
                <a:gd name="T89" fmla="*/ 98 h 98"/>
                <a:gd name="T90" fmla="*/ 112 w 143"/>
                <a:gd name="T91" fmla="*/ 98 h 98"/>
                <a:gd name="T92" fmla="*/ 137 w 143"/>
                <a:gd name="T93" fmla="*/ 89 h 98"/>
                <a:gd name="T94" fmla="*/ 143 w 143"/>
                <a:gd name="T95" fmla="*/ 77 h 98"/>
                <a:gd name="T96" fmla="*/ 142 w 143"/>
                <a:gd name="T97" fmla="*/ 75 h 98"/>
                <a:gd name="T98" fmla="*/ 142 w 143"/>
                <a:gd name="T99" fmla="*/ 27 h 98"/>
                <a:gd name="T100" fmla="*/ 142 w 143"/>
                <a:gd name="T101" fmla="*/ 27 h 98"/>
                <a:gd name="T102" fmla="*/ 127 w 143"/>
                <a:gd name="T103" fmla="*/ 4 h 98"/>
                <a:gd name="T104" fmla="*/ 115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4" name="Freeform 315">
              <a:extLst>
                <a:ext uri="{FF2B5EF4-FFF2-40B4-BE49-F238E27FC236}">
                  <a16:creationId xmlns:a16="http://schemas.microsoft.com/office/drawing/2014/main" id="{58D00646-A0D1-419C-8C5D-F2449A1EF5BD}"/>
                </a:ext>
              </a:extLst>
            </p:cNvPr>
            <p:cNvSpPr>
              <a:spLocks noEditPoints="1"/>
            </p:cNvSpPr>
            <p:nvPr userDrawn="1"/>
          </p:nvSpPr>
          <p:spPr bwMode="auto">
            <a:xfrm>
              <a:off x="4086327" y="1016502"/>
              <a:ext cx="168581" cy="114395"/>
            </a:xfrm>
            <a:custGeom>
              <a:avLst/>
              <a:gdLst>
                <a:gd name="T0" fmla="*/ 9 w 112"/>
                <a:gd name="T1" fmla="*/ 33 h 76"/>
                <a:gd name="T2" fmla="*/ 11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50 w 112"/>
                <a:gd name="T17" fmla="*/ 6 h 76"/>
                <a:gd name="T18" fmla="*/ 50 w 112"/>
                <a:gd name="T19" fmla="*/ 6 h 76"/>
                <a:gd name="T20" fmla="*/ 90 w 112"/>
                <a:gd name="T21" fmla="*/ 6 h 76"/>
                <a:gd name="T22" fmla="*/ 97 w 112"/>
                <a:gd name="T23" fmla="*/ 9 h 76"/>
                <a:gd name="T24" fmla="*/ 106 w 112"/>
                <a:gd name="T25" fmla="*/ 22 h 76"/>
                <a:gd name="T26" fmla="*/ 106 w 112"/>
                <a:gd name="T27" fmla="*/ 58 h 76"/>
                <a:gd name="T28" fmla="*/ 106 w 112"/>
                <a:gd name="T29" fmla="*/ 58 h 76"/>
                <a:gd name="T30" fmla="*/ 106 w 112"/>
                <a:gd name="T31" fmla="*/ 58 h 76"/>
                <a:gd name="T32" fmla="*/ 106 w 112"/>
                <a:gd name="T33" fmla="*/ 58 h 76"/>
                <a:gd name="T34" fmla="*/ 106 w 112"/>
                <a:gd name="T35" fmla="*/ 59 h 76"/>
                <a:gd name="T36" fmla="*/ 104 w 112"/>
                <a:gd name="T37" fmla="*/ 65 h 76"/>
                <a:gd name="T38" fmla="*/ 88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5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9" y="33"/>
                  </a:moveTo>
                  <a:cubicBezTo>
                    <a:pt x="11" y="30"/>
                    <a:pt x="11" y="30"/>
                    <a:pt x="11"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5" name="Freeform 316">
              <a:extLst>
                <a:ext uri="{FF2B5EF4-FFF2-40B4-BE49-F238E27FC236}">
                  <a16:creationId xmlns:a16="http://schemas.microsoft.com/office/drawing/2014/main" id="{B2D8B35D-19AC-4A1F-AE94-75679305746E}"/>
                </a:ext>
              </a:extLst>
            </p:cNvPr>
            <p:cNvSpPr>
              <a:spLocks noEditPoints="1"/>
            </p:cNvSpPr>
            <p:nvPr userDrawn="1"/>
          </p:nvSpPr>
          <p:spPr bwMode="auto">
            <a:xfrm>
              <a:off x="4072279"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6" name="Freeform 317">
              <a:extLst>
                <a:ext uri="{FF2B5EF4-FFF2-40B4-BE49-F238E27FC236}">
                  <a16:creationId xmlns:a16="http://schemas.microsoft.com/office/drawing/2014/main" id="{3A49FB50-F039-4E36-9770-769110D0FB68}"/>
                </a:ext>
              </a:extLst>
            </p:cNvPr>
            <p:cNvSpPr>
              <a:spLocks noEditPoints="1"/>
            </p:cNvSpPr>
            <p:nvPr userDrawn="1"/>
          </p:nvSpPr>
          <p:spPr bwMode="auto">
            <a:xfrm>
              <a:off x="3448129" y="279964"/>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7" name="Freeform 318">
              <a:extLst>
                <a:ext uri="{FF2B5EF4-FFF2-40B4-BE49-F238E27FC236}">
                  <a16:creationId xmlns:a16="http://schemas.microsoft.com/office/drawing/2014/main" id="{0A9761A1-686C-43C8-9CA3-944E7FDA6177}"/>
                </a:ext>
              </a:extLst>
            </p:cNvPr>
            <p:cNvSpPr>
              <a:spLocks/>
            </p:cNvSpPr>
            <p:nvPr userDrawn="1"/>
          </p:nvSpPr>
          <p:spPr bwMode="auto">
            <a:xfrm>
              <a:off x="3688958"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8" name="Freeform 319">
              <a:extLst>
                <a:ext uri="{FF2B5EF4-FFF2-40B4-BE49-F238E27FC236}">
                  <a16:creationId xmlns:a16="http://schemas.microsoft.com/office/drawing/2014/main" id="{219684BE-21AA-418B-A0A8-BB35986C79C8}"/>
                </a:ext>
              </a:extLst>
            </p:cNvPr>
            <p:cNvSpPr>
              <a:spLocks noEditPoints="1"/>
            </p:cNvSpPr>
            <p:nvPr userDrawn="1"/>
          </p:nvSpPr>
          <p:spPr bwMode="auto">
            <a:xfrm>
              <a:off x="4224805"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9" name="Freeform 320">
              <a:extLst>
                <a:ext uri="{FF2B5EF4-FFF2-40B4-BE49-F238E27FC236}">
                  <a16:creationId xmlns:a16="http://schemas.microsoft.com/office/drawing/2014/main" id="{DF526665-93A2-4893-81B1-88013D6EF354}"/>
                </a:ext>
              </a:extLst>
            </p:cNvPr>
            <p:cNvSpPr>
              <a:spLocks noEditPoints="1"/>
            </p:cNvSpPr>
            <p:nvPr userDrawn="1"/>
          </p:nvSpPr>
          <p:spPr bwMode="auto">
            <a:xfrm>
              <a:off x="3319686"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0" name="Freeform 321">
              <a:extLst>
                <a:ext uri="{FF2B5EF4-FFF2-40B4-BE49-F238E27FC236}">
                  <a16:creationId xmlns:a16="http://schemas.microsoft.com/office/drawing/2014/main" id="{71EE6BF1-3631-4FAC-AB7A-EFBE82ED84CF}"/>
                </a:ext>
              </a:extLst>
            </p:cNvPr>
            <p:cNvSpPr>
              <a:spLocks/>
            </p:cNvSpPr>
            <p:nvPr userDrawn="1"/>
          </p:nvSpPr>
          <p:spPr bwMode="auto">
            <a:xfrm>
              <a:off x="3490275" y="633181"/>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1" name="Freeform 322">
              <a:extLst>
                <a:ext uri="{FF2B5EF4-FFF2-40B4-BE49-F238E27FC236}">
                  <a16:creationId xmlns:a16="http://schemas.microsoft.com/office/drawing/2014/main" id="{0FE38983-9C9F-4FE2-A53D-636DA23D6735}"/>
                </a:ext>
              </a:extLst>
            </p:cNvPr>
            <p:cNvSpPr>
              <a:spLocks noEditPoints="1"/>
            </p:cNvSpPr>
            <p:nvPr userDrawn="1"/>
          </p:nvSpPr>
          <p:spPr bwMode="auto">
            <a:xfrm>
              <a:off x="4730547"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6 w 219"/>
                <a:gd name="T9" fmla="*/ 41 h 131"/>
                <a:gd name="T10" fmla="*/ 17 w 219"/>
                <a:gd name="T11" fmla="*/ 38 h 131"/>
                <a:gd name="T12" fmla="*/ 16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8 w 219"/>
                <a:gd name="T43" fmla="*/ 125 h 131"/>
                <a:gd name="T44" fmla="*/ 99 w 219"/>
                <a:gd name="T45" fmla="*/ 125 h 131"/>
                <a:gd name="T46" fmla="*/ 88 w 219"/>
                <a:gd name="T47" fmla="*/ 120 h 131"/>
                <a:gd name="T48" fmla="*/ 80 w 219"/>
                <a:gd name="T49" fmla="*/ 111 h 131"/>
                <a:gd name="T50" fmla="*/ 76 w 219"/>
                <a:gd name="T51" fmla="*/ 95 h 131"/>
                <a:gd name="T52" fmla="*/ 76 w 219"/>
                <a:gd name="T53" fmla="*/ 94 h 131"/>
                <a:gd name="T54" fmla="*/ 34 w 219"/>
                <a:gd name="T55" fmla="*/ 51 h 131"/>
                <a:gd name="T56" fmla="*/ 76 w 219"/>
                <a:gd name="T57" fmla="*/ 74 h 131"/>
                <a:gd name="T58" fmla="*/ 76 w 219"/>
                <a:gd name="T59" fmla="*/ 35 h 131"/>
                <a:gd name="T60" fmla="*/ 183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5 w 219"/>
                <a:gd name="T79" fmla="*/ 40 h 131"/>
                <a:gd name="T80" fmla="*/ 17 w 219"/>
                <a:gd name="T81" fmla="*/ 38 h 131"/>
                <a:gd name="T82" fmla="*/ 15 w 219"/>
                <a:gd name="T83" fmla="*/ 40 h 131"/>
                <a:gd name="T84" fmla="*/ 70 w 219"/>
                <a:gd name="T85" fmla="*/ 97 h 131"/>
                <a:gd name="T86" fmla="*/ 75 w 219"/>
                <a:gd name="T87" fmla="*/ 114 h 131"/>
                <a:gd name="T88" fmla="*/ 90 w 219"/>
                <a:gd name="T89" fmla="*/ 128 h 131"/>
                <a:gd name="T90" fmla="*/ 99 w 219"/>
                <a:gd name="T91" fmla="*/ 131 h 131"/>
                <a:gd name="T92" fmla="*/ 99 w 219"/>
                <a:gd name="T93" fmla="*/ 131 h 131"/>
                <a:gd name="T94" fmla="*/ 178 w 219"/>
                <a:gd name="T95" fmla="*/ 131 h 131"/>
                <a:gd name="T96" fmla="*/ 178 w 219"/>
                <a:gd name="T97" fmla="*/ 131 h 131"/>
                <a:gd name="T98" fmla="*/ 212 w 219"/>
                <a:gd name="T99" fmla="*/ 119 h 131"/>
                <a:gd name="T100" fmla="*/ 219 w 219"/>
                <a:gd name="T101" fmla="*/ 104 h 131"/>
                <a:gd name="T102" fmla="*/ 219 w 219"/>
                <a:gd name="T103" fmla="*/ 101 h 131"/>
                <a:gd name="T104" fmla="*/ 219 w 219"/>
                <a:gd name="T105" fmla="*/ 36 h 131"/>
                <a:gd name="T106" fmla="*/ 219 w 219"/>
                <a:gd name="T107" fmla="*/ 36 h 131"/>
                <a:gd name="T108" fmla="*/ 198 w 219"/>
                <a:gd name="T109" fmla="*/ 5 h 131"/>
                <a:gd name="T110" fmla="*/ 183 w 219"/>
                <a:gd name="T111" fmla="*/ 0 h 131"/>
                <a:gd name="T112" fmla="*/ 183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6" y="41"/>
                  </a:moveTo>
                  <a:cubicBezTo>
                    <a:pt x="17" y="38"/>
                    <a:pt x="17" y="38"/>
                    <a:pt x="17" y="38"/>
                  </a:cubicBezTo>
                  <a:cubicBezTo>
                    <a:pt x="16" y="41"/>
                    <a:pt x="16" y="41"/>
                    <a:pt x="16"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2" name="Freeform 323">
              <a:extLst>
                <a:ext uri="{FF2B5EF4-FFF2-40B4-BE49-F238E27FC236}">
                  <a16:creationId xmlns:a16="http://schemas.microsoft.com/office/drawing/2014/main" id="{F7B8352F-2F6D-46F6-BD28-4C2CA05C9FC4}"/>
                </a:ext>
              </a:extLst>
            </p:cNvPr>
            <p:cNvSpPr>
              <a:spLocks noEditPoints="1"/>
            </p:cNvSpPr>
            <p:nvPr userDrawn="1"/>
          </p:nvSpPr>
          <p:spPr bwMode="auto">
            <a:xfrm>
              <a:off x="5079750" y="542870"/>
              <a:ext cx="210726" cy="204705"/>
            </a:xfrm>
            <a:custGeom>
              <a:avLst/>
              <a:gdLst>
                <a:gd name="T0" fmla="*/ 6 w 140"/>
                <a:gd name="T1" fmla="*/ 27 h 137"/>
                <a:gd name="T2" fmla="*/ 10 w 140"/>
                <a:gd name="T3" fmla="*/ 17 h 137"/>
                <a:gd name="T4" fmla="*/ 16 w 140"/>
                <a:gd name="T5" fmla="*/ 11 h 137"/>
                <a:gd name="T6" fmla="*/ 25 w 140"/>
                <a:gd name="T7" fmla="*/ 8 h 137"/>
                <a:gd name="T8" fmla="*/ 25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1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2 w 140"/>
                <a:gd name="T37" fmla="*/ 105 h 137"/>
                <a:gd name="T38" fmla="*/ 38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5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8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3" name="Freeform 324">
              <a:extLst>
                <a:ext uri="{FF2B5EF4-FFF2-40B4-BE49-F238E27FC236}">
                  <a16:creationId xmlns:a16="http://schemas.microsoft.com/office/drawing/2014/main" id="{85E2119F-8EA1-4976-BEE6-BC870AC305B4}"/>
                </a:ext>
              </a:extLst>
            </p:cNvPr>
            <p:cNvSpPr>
              <a:spLocks noEditPoints="1"/>
            </p:cNvSpPr>
            <p:nvPr userDrawn="1"/>
          </p:nvSpPr>
          <p:spPr bwMode="auto">
            <a:xfrm>
              <a:off x="4034147" y="364255"/>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4" name="Freeform 325">
              <a:extLst>
                <a:ext uri="{FF2B5EF4-FFF2-40B4-BE49-F238E27FC236}">
                  <a16:creationId xmlns:a16="http://schemas.microsoft.com/office/drawing/2014/main" id="{5289205C-575C-4A66-9AF7-74EC7D92A18A}"/>
                </a:ext>
              </a:extLst>
            </p:cNvPr>
            <p:cNvSpPr>
              <a:spLocks/>
            </p:cNvSpPr>
            <p:nvPr userDrawn="1"/>
          </p:nvSpPr>
          <p:spPr bwMode="auto">
            <a:xfrm>
              <a:off x="4152556" y="558926"/>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5" name="Freeform 326">
              <a:extLst>
                <a:ext uri="{FF2B5EF4-FFF2-40B4-BE49-F238E27FC236}">
                  <a16:creationId xmlns:a16="http://schemas.microsoft.com/office/drawing/2014/main" id="{0C6851C5-DF94-4E89-9C35-17653F58BED5}"/>
                </a:ext>
              </a:extLst>
            </p:cNvPr>
            <p:cNvSpPr>
              <a:spLocks noEditPoints="1"/>
            </p:cNvSpPr>
            <p:nvPr userDrawn="1"/>
          </p:nvSpPr>
          <p:spPr bwMode="auto">
            <a:xfrm>
              <a:off x="3875602" y="143494"/>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4"/>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6" name="Freeform 327">
              <a:extLst>
                <a:ext uri="{FF2B5EF4-FFF2-40B4-BE49-F238E27FC236}">
                  <a16:creationId xmlns:a16="http://schemas.microsoft.com/office/drawing/2014/main" id="{DE09CA22-CBCC-41D9-8C77-7CD6EF3BDA8E}"/>
                </a:ext>
              </a:extLst>
            </p:cNvPr>
            <p:cNvSpPr>
              <a:spLocks noEditPoints="1"/>
            </p:cNvSpPr>
            <p:nvPr userDrawn="1"/>
          </p:nvSpPr>
          <p:spPr bwMode="auto">
            <a:xfrm>
              <a:off x="5300510" y="500725"/>
              <a:ext cx="114395" cy="174602"/>
            </a:xfrm>
            <a:custGeom>
              <a:avLst/>
              <a:gdLst>
                <a:gd name="T0" fmla="*/ 16 w 76"/>
                <a:gd name="T1" fmla="*/ 10 h 116"/>
                <a:gd name="T2" fmla="*/ 59 w 76"/>
                <a:gd name="T3" fmla="*/ 6 h 116"/>
                <a:gd name="T4" fmla="*/ 61 w 76"/>
                <a:gd name="T5" fmla="*/ 7 h 116"/>
                <a:gd name="T6" fmla="*/ 66 w 76"/>
                <a:gd name="T7" fmla="*/ 11 h 116"/>
                <a:gd name="T8" fmla="*/ 69 w 76"/>
                <a:gd name="T9" fmla="*/ 28 h 116"/>
                <a:gd name="T10" fmla="*/ 69 w 76"/>
                <a:gd name="T11" fmla="*/ 77 h 116"/>
                <a:gd name="T12" fmla="*/ 69 w 76"/>
                <a:gd name="T13" fmla="*/ 77 h 116"/>
                <a:gd name="T14" fmla="*/ 69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1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4 w 76"/>
                <a:gd name="T73" fmla="*/ 88 h 116"/>
                <a:gd name="T74" fmla="*/ 15 w 76"/>
                <a:gd name="T75" fmla="*/ 89 h 116"/>
                <a:gd name="T76" fmla="*/ 37 w 76"/>
                <a:gd name="T77" fmla="*/ 90 h 116"/>
                <a:gd name="T78" fmla="*/ 25 w 76"/>
                <a:gd name="T79" fmla="*/ 116 h 116"/>
                <a:gd name="T80" fmla="*/ 55 w 76"/>
                <a:gd name="T81" fmla="*/ 90 h 116"/>
                <a:gd name="T82" fmla="*/ 72 w 76"/>
                <a:gd name="T83" fmla="*/ 85 h 116"/>
                <a:gd name="T84" fmla="*/ 75 w 76"/>
                <a:gd name="T85" fmla="*/ 81 h 116"/>
                <a:gd name="T86" fmla="*/ 76 w 76"/>
                <a:gd name="T87" fmla="*/ 77 h 116"/>
                <a:gd name="T88" fmla="*/ 75 w 76"/>
                <a:gd name="T89" fmla="*/ 76 h 116"/>
                <a:gd name="T90" fmla="*/ 75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7" name="Freeform 328">
              <a:extLst>
                <a:ext uri="{FF2B5EF4-FFF2-40B4-BE49-F238E27FC236}">
                  <a16:creationId xmlns:a16="http://schemas.microsoft.com/office/drawing/2014/main" id="{E970BF6D-5815-499C-8A38-95AFDE73FC6F}"/>
                </a:ext>
              </a:extLst>
            </p:cNvPr>
            <p:cNvSpPr>
              <a:spLocks noEditPoints="1"/>
            </p:cNvSpPr>
            <p:nvPr userDrawn="1"/>
          </p:nvSpPr>
          <p:spPr bwMode="auto">
            <a:xfrm>
              <a:off x="5589505"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8 w 76"/>
                <a:gd name="T71" fmla="*/ 8 h 115"/>
                <a:gd name="T72" fmla="*/ 1 w 76"/>
                <a:gd name="T73" fmla="*/ 22 h 115"/>
                <a:gd name="T74" fmla="*/ 0 w 76"/>
                <a:gd name="T75" fmla="*/ 39 h 115"/>
                <a:gd name="T76" fmla="*/ 1 w 76"/>
                <a:gd name="T77" fmla="*/ 61 h 115"/>
                <a:gd name="T78" fmla="*/ 9 w 76"/>
                <a:gd name="T79" fmla="*/ 81 h 115"/>
                <a:gd name="T80" fmla="*/ 15 w 76"/>
                <a:gd name="T81" fmla="*/ 88 h 115"/>
                <a:gd name="T82" fmla="*/ 16 w 76"/>
                <a:gd name="T83" fmla="*/ 88 h 115"/>
                <a:gd name="T84" fmla="*/ 38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8" name="Freeform 329">
              <a:extLst>
                <a:ext uri="{FF2B5EF4-FFF2-40B4-BE49-F238E27FC236}">
                  <a16:creationId xmlns:a16="http://schemas.microsoft.com/office/drawing/2014/main" id="{16ED0574-E244-4C47-9207-F714C2A68268}"/>
                </a:ext>
              </a:extLst>
            </p:cNvPr>
            <p:cNvSpPr>
              <a:spLocks noEditPoints="1"/>
            </p:cNvSpPr>
            <p:nvPr userDrawn="1"/>
          </p:nvSpPr>
          <p:spPr bwMode="auto">
            <a:xfrm>
              <a:off x="3899685" y="408407"/>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9" name="Freeform 330">
              <a:extLst>
                <a:ext uri="{FF2B5EF4-FFF2-40B4-BE49-F238E27FC236}">
                  <a16:creationId xmlns:a16="http://schemas.microsoft.com/office/drawing/2014/main" id="{323CC173-3939-47B4-BD02-F298859B217E}"/>
                </a:ext>
              </a:extLst>
            </p:cNvPr>
            <p:cNvSpPr>
              <a:spLocks noEditPoints="1"/>
            </p:cNvSpPr>
            <p:nvPr userDrawn="1"/>
          </p:nvSpPr>
          <p:spPr bwMode="auto">
            <a:xfrm>
              <a:off x="3209307" y="-71245"/>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0" name="Freeform 331">
              <a:extLst>
                <a:ext uri="{FF2B5EF4-FFF2-40B4-BE49-F238E27FC236}">
                  <a16:creationId xmlns:a16="http://schemas.microsoft.com/office/drawing/2014/main" id="{2C86722C-162D-40BF-B733-35179F49F69A}"/>
                </a:ext>
              </a:extLst>
            </p:cNvPr>
            <p:cNvSpPr>
              <a:spLocks noEditPoints="1"/>
            </p:cNvSpPr>
            <p:nvPr userDrawn="1"/>
          </p:nvSpPr>
          <p:spPr bwMode="auto">
            <a:xfrm>
              <a:off x="4357261" y="74155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1" name="Freeform 332">
              <a:extLst>
                <a:ext uri="{FF2B5EF4-FFF2-40B4-BE49-F238E27FC236}">
                  <a16:creationId xmlns:a16="http://schemas.microsoft.com/office/drawing/2014/main" id="{CD80AEF4-FC4C-492D-BF7F-FDF735FEC3B9}"/>
                </a:ext>
              </a:extLst>
            </p:cNvPr>
            <p:cNvSpPr>
              <a:spLocks noEditPoints="1"/>
            </p:cNvSpPr>
            <p:nvPr userDrawn="1"/>
          </p:nvSpPr>
          <p:spPr bwMode="auto">
            <a:xfrm>
              <a:off x="3929788" y="76563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59 w 76"/>
                <a:gd name="T61" fmla="*/ 0 h 116"/>
                <a:gd name="T62" fmla="*/ 16 w 76"/>
                <a:gd name="T63" fmla="*/ 4 h 116"/>
                <a:gd name="T64" fmla="*/ 8 w 76"/>
                <a:gd name="T65" fmla="*/ 8 h 116"/>
                <a:gd name="T66" fmla="*/ 2 w 76"/>
                <a:gd name="T67" fmla="*/ 22 h 116"/>
                <a:gd name="T68" fmla="*/ 0 w 76"/>
                <a:gd name="T69" fmla="*/ 40 h 116"/>
                <a:gd name="T70" fmla="*/ 2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2" name="Freeform 333">
              <a:extLst>
                <a:ext uri="{FF2B5EF4-FFF2-40B4-BE49-F238E27FC236}">
                  <a16:creationId xmlns:a16="http://schemas.microsoft.com/office/drawing/2014/main" id="{99710D13-744C-4EA8-BCD9-90BA059777C2}"/>
                </a:ext>
              </a:extLst>
            </p:cNvPr>
            <p:cNvSpPr>
              <a:spLocks noEditPoints="1"/>
            </p:cNvSpPr>
            <p:nvPr userDrawn="1"/>
          </p:nvSpPr>
          <p:spPr bwMode="auto">
            <a:xfrm>
              <a:off x="3436087" y="960308"/>
              <a:ext cx="114395" cy="174602"/>
            </a:xfrm>
            <a:custGeom>
              <a:avLst/>
              <a:gdLst>
                <a:gd name="T0" fmla="*/ 17 w 76"/>
                <a:gd name="T1" fmla="*/ 4 h 116"/>
                <a:gd name="T2" fmla="*/ 16 w 76"/>
                <a:gd name="T3" fmla="*/ 4 h 116"/>
                <a:gd name="T4" fmla="*/ 17 w 76"/>
                <a:gd name="T5" fmla="*/ 4 h 116"/>
                <a:gd name="T6" fmla="*/ 17 w 76"/>
                <a:gd name="T7" fmla="*/ 4 h 116"/>
                <a:gd name="T8" fmla="*/ 17 w 76"/>
                <a:gd name="T9" fmla="*/ 4 h 116"/>
                <a:gd name="T10" fmla="*/ 17 w 76"/>
                <a:gd name="T11" fmla="*/ 4 h 116"/>
                <a:gd name="T12" fmla="*/ 17 w 76"/>
                <a:gd name="T13" fmla="*/ 4 h 116"/>
                <a:gd name="T14" fmla="*/ 19 w 76"/>
                <a:gd name="T15" fmla="*/ 83 h 116"/>
                <a:gd name="T16" fmla="*/ 19 w 76"/>
                <a:gd name="T17" fmla="*/ 83 h 116"/>
                <a:gd name="T18" fmla="*/ 19 w 76"/>
                <a:gd name="T19" fmla="*/ 83 h 116"/>
                <a:gd name="T20" fmla="*/ 19 w 76"/>
                <a:gd name="T21" fmla="*/ 83 h 116"/>
                <a:gd name="T22" fmla="*/ 17 w 76"/>
                <a:gd name="T23" fmla="*/ 10 h 116"/>
                <a:gd name="T24" fmla="*/ 60 w 76"/>
                <a:gd name="T25" fmla="*/ 6 h 116"/>
                <a:gd name="T26" fmla="*/ 62 w 76"/>
                <a:gd name="T27" fmla="*/ 7 h 116"/>
                <a:gd name="T28" fmla="*/ 67 w 76"/>
                <a:gd name="T29" fmla="*/ 11 h 116"/>
                <a:gd name="T30" fmla="*/ 70 w 76"/>
                <a:gd name="T31" fmla="*/ 28 h 116"/>
                <a:gd name="T32" fmla="*/ 70 w 76"/>
                <a:gd name="T33" fmla="*/ 76 h 116"/>
                <a:gd name="T34" fmla="*/ 70 w 76"/>
                <a:gd name="T35" fmla="*/ 77 h 116"/>
                <a:gd name="T36" fmla="*/ 70 w 76"/>
                <a:gd name="T37" fmla="*/ 77 h 116"/>
                <a:gd name="T38" fmla="*/ 70 w 76"/>
                <a:gd name="T39" fmla="*/ 77 h 116"/>
                <a:gd name="T40" fmla="*/ 70 w 76"/>
                <a:gd name="T41" fmla="*/ 79 h 116"/>
                <a:gd name="T42" fmla="*/ 67 w 76"/>
                <a:gd name="T43" fmla="*/ 82 h 116"/>
                <a:gd name="T44" fmla="*/ 55 w 76"/>
                <a:gd name="T45" fmla="*/ 84 h 116"/>
                <a:gd name="T46" fmla="*/ 55 w 76"/>
                <a:gd name="T47" fmla="*/ 84 h 116"/>
                <a:gd name="T48" fmla="*/ 54 w 76"/>
                <a:gd name="T49" fmla="*/ 84 h 116"/>
                <a:gd name="T50" fmla="*/ 43 w 76"/>
                <a:gd name="T51" fmla="*/ 94 h 116"/>
                <a:gd name="T52" fmla="*/ 47 w 76"/>
                <a:gd name="T53" fmla="*/ 84 h 116"/>
                <a:gd name="T54" fmla="*/ 18 w 76"/>
                <a:gd name="T55" fmla="*/ 83 h 116"/>
                <a:gd name="T56" fmla="*/ 14 w 76"/>
                <a:gd name="T57" fmla="*/ 78 h 116"/>
                <a:gd name="T58" fmla="*/ 8 w 76"/>
                <a:gd name="T59" fmla="*/ 60 h 116"/>
                <a:gd name="T60" fmla="*/ 8 w 76"/>
                <a:gd name="T61" fmla="*/ 60 h 116"/>
                <a:gd name="T62" fmla="*/ 8 w 76"/>
                <a:gd name="T63" fmla="*/ 60 h 116"/>
                <a:gd name="T64" fmla="*/ 8 w 76"/>
                <a:gd name="T65" fmla="*/ 58 h 116"/>
                <a:gd name="T66" fmla="*/ 6 w 76"/>
                <a:gd name="T67" fmla="*/ 39 h 116"/>
                <a:gd name="T68" fmla="*/ 9 w 76"/>
                <a:gd name="T69" fmla="*/ 19 h 116"/>
                <a:gd name="T70" fmla="*/ 12 w 76"/>
                <a:gd name="T71" fmla="*/ 12 h 116"/>
                <a:gd name="T72" fmla="*/ 17 w 76"/>
                <a:gd name="T73" fmla="*/ 10 h 116"/>
                <a:gd name="T74" fmla="*/ 17 w 76"/>
                <a:gd name="T75" fmla="*/ 10 h 116"/>
                <a:gd name="T76" fmla="*/ 60 w 76"/>
                <a:gd name="T77" fmla="*/ 0 h 116"/>
                <a:gd name="T78" fmla="*/ 60 w 76"/>
                <a:gd name="T79" fmla="*/ 0 h 116"/>
                <a:gd name="T80" fmla="*/ 60 w 76"/>
                <a:gd name="T81" fmla="*/ 0 h 116"/>
                <a:gd name="T82" fmla="*/ 17 w 76"/>
                <a:gd name="T83" fmla="*/ 4 h 116"/>
                <a:gd name="T84" fmla="*/ 17 w 76"/>
                <a:gd name="T85" fmla="*/ 4 h 116"/>
                <a:gd name="T86" fmla="*/ 17 w 76"/>
                <a:gd name="T87" fmla="*/ 4 h 116"/>
                <a:gd name="T88" fmla="*/ 8 w 76"/>
                <a:gd name="T89" fmla="*/ 8 h 116"/>
                <a:gd name="T90" fmla="*/ 2 w 76"/>
                <a:gd name="T91" fmla="*/ 22 h 116"/>
                <a:gd name="T92" fmla="*/ 0 w 76"/>
                <a:gd name="T93" fmla="*/ 39 h 116"/>
                <a:gd name="T94" fmla="*/ 2 w 76"/>
                <a:gd name="T95" fmla="*/ 61 h 116"/>
                <a:gd name="T96" fmla="*/ 9 w 76"/>
                <a:gd name="T97" fmla="*/ 81 h 116"/>
                <a:gd name="T98" fmla="*/ 15 w 76"/>
                <a:gd name="T99" fmla="*/ 88 h 116"/>
                <a:gd name="T100" fmla="*/ 16 w 76"/>
                <a:gd name="T101" fmla="*/ 89 h 116"/>
                <a:gd name="T102" fmla="*/ 38 w 76"/>
                <a:gd name="T103" fmla="*/ 90 h 116"/>
                <a:gd name="T104" fmla="*/ 26 w 76"/>
                <a:gd name="T105" fmla="*/ 116 h 116"/>
                <a:gd name="T106" fmla="*/ 56 w 76"/>
                <a:gd name="T107" fmla="*/ 90 h 116"/>
                <a:gd name="T108" fmla="*/ 73 w 76"/>
                <a:gd name="T109" fmla="*/ 85 h 116"/>
                <a:gd name="T110" fmla="*/ 76 w 76"/>
                <a:gd name="T111" fmla="*/ 81 h 116"/>
                <a:gd name="T112" fmla="*/ 76 w 76"/>
                <a:gd name="T113" fmla="*/ 77 h 116"/>
                <a:gd name="T114" fmla="*/ 76 w 76"/>
                <a:gd name="T115" fmla="*/ 76 h 116"/>
                <a:gd name="T116" fmla="*/ 76 w 76"/>
                <a:gd name="T117" fmla="*/ 28 h 116"/>
                <a:gd name="T118" fmla="*/ 69 w 76"/>
                <a:gd name="T119" fmla="*/ 4 h 116"/>
                <a:gd name="T120" fmla="*/ 64 w 76"/>
                <a:gd name="T121" fmla="*/ 1 h 116"/>
                <a:gd name="T122" fmla="*/ 60 w 76"/>
                <a:gd name="T1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116">
                  <a:moveTo>
                    <a:pt x="17" y="4"/>
                  </a:moveTo>
                  <a:cubicBezTo>
                    <a:pt x="16" y="4"/>
                    <a:pt x="16" y="4"/>
                    <a:pt x="16" y="4"/>
                  </a:cubicBezTo>
                  <a:cubicBezTo>
                    <a:pt x="17" y="4"/>
                    <a:pt x="17" y="4"/>
                    <a:pt x="17" y="4"/>
                  </a:cubicBezTo>
                  <a:cubicBezTo>
                    <a:pt x="17" y="4"/>
                    <a:pt x="17" y="4"/>
                    <a:pt x="17" y="4"/>
                  </a:cubicBezTo>
                  <a:moveTo>
                    <a:pt x="17" y="4"/>
                  </a:moveTo>
                  <a:cubicBezTo>
                    <a:pt x="17" y="4"/>
                    <a:pt x="17" y="4"/>
                    <a:pt x="17" y="4"/>
                  </a:cubicBezTo>
                  <a:cubicBezTo>
                    <a:pt x="17" y="4"/>
                    <a:pt x="17" y="4"/>
                    <a:pt x="17" y="4"/>
                  </a:cubicBezTo>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7" y="4"/>
                    <a:pt x="17" y="4"/>
                    <a:pt x="17" y="4"/>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3" name="Freeform 334">
              <a:extLst>
                <a:ext uri="{FF2B5EF4-FFF2-40B4-BE49-F238E27FC236}">
                  <a16:creationId xmlns:a16="http://schemas.microsoft.com/office/drawing/2014/main" id="{83BC034A-9246-432D-8B54-9E4C8FC0B7F0}"/>
                </a:ext>
              </a:extLst>
            </p:cNvPr>
            <p:cNvSpPr>
              <a:spLocks noEditPoints="1"/>
            </p:cNvSpPr>
            <p:nvPr userDrawn="1"/>
          </p:nvSpPr>
          <p:spPr bwMode="auto">
            <a:xfrm>
              <a:off x="3877608" y="121919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4" name="Freeform 335">
              <a:extLst>
                <a:ext uri="{FF2B5EF4-FFF2-40B4-BE49-F238E27FC236}">
                  <a16:creationId xmlns:a16="http://schemas.microsoft.com/office/drawing/2014/main" id="{6CF072F0-BA52-4632-B5B5-CB56DDA3F41C}"/>
                </a:ext>
              </a:extLst>
            </p:cNvPr>
            <p:cNvSpPr>
              <a:spLocks noEditPoints="1"/>
            </p:cNvSpPr>
            <p:nvPr userDrawn="1"/>
          </p:nvSpPr>
          <p:spPr bwMode="auto">
            <a:xfrm>
              <a:off x="3064809" y="1161000"/>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7 w 167"/>
                <a:gd name="T69" fmla="*/ 16 h 247"/>
                <a:gd name="T70" fmla="*/ 4 w 167"/>
                <a:gd name="T71" fmla="*/ 47 h 247"/>
                <a:gd name="T72" fmla="*/ 0 w 167"/>
                <a:gd name="T73" fmla="*/ 86 h 247"/>
                <a:gd name="T74" fmla="*/ 4 w 167"/>
                <a:gd name="T75" fmla="*/ 135 h 247"/>
                <a:gd name="T76" fmla="*/ 19 w 167"/>
                <a:gd name="T77" fmla="*/ 180 h 247"/>
                <a:gd name="T78" fmla="*/ 33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6 w 167"/>
                <a:gd name="T91" fmla="*/ 179 h 247"/>
                <a:gd name="T92" fmla="*/ 167 w 167"/>
                <a:gd name="T93" fmla="*/ 172 h 247"/>
                <a:gd name="T94" fmla="*/ 167 w 167"/>
                <a:gd name="T95" fmla="*/ 170 h 247"/>
                <a:gd name="T96" fmla="*/ 167 w 167"/>
                <a:gd name="T97" fmla="*/ 60 h 247"/>
                <a:gd name="T98" fmla="*/ 152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5" name="Freeform 336">
              <a:extLst>
                <a:ext uri="{FF2B5EF4-FFF2-40B4-BE49-F238E27FC236}">
                  <a16:creationId xmlns:a16="http://schemas.microsoft.com/office/drawing/2014/main" id="{642F5AAC-635A-4F16-AEEE-C85E75EB0D4A}"/>
                </a:ext>
              </a:extLst>
            </p:cNvPr>
            <p:cNvSpPr>
              <a:spLocks noEditPoints="1"/>
            </p:cNvSpPr>
            <p:nvPr userDrawn="1"/>
          </p:nvSpPr>
          <p:spPr bwMode="auto">
            <a:xfrm>
              <a:off x="3929788" y="1353663"/>
              <a:ext cx="367266" cy="148512"/>
            </a:xfrm>
            <a:custGeom>
              <a:avLst/>
              <a:gdLst>
                <a:gd name="T0" fmla="*/ 67 w 244"/>
                <a:gd name="T1" fmla="*/ 51 h 98"/>
                <a:gd name="T2" fmla="*/ 67 w 244"/>
                <a:gd name="T3" fmla="*/ 51 h 98"/>
                <a:gd name="T4" fmla="*/ 67 w 244"/>
                <a:gd name="T5" fmla="*/ 51 h 98"/>
                <a:gd name="T6" fmla="*/ 67 w 244"/>
                <a:gd name="T7" fmla="*/ 51 h 98"/>
                <a:gd name="T8" fmla="*/ 234 w 244"/>
                <a:gd name="T9" fmla="*/ 70 h 98"/>
                <a:gd name="T10" fmla="*/ 234 w 244"/>
                <a:gd name="T11" fmla="*/ 70 h 98"/>
                <a:gd name="T12" fmla="*/ 234 w 244"/>
                <a:gd name="T13" fmla="*/ 70 h 98"/>
                <a:gd name="T14" fmla="*/ 234 w 244"/>
                <a:gd name="T15" fmla="*/ 70 h 98"/>
                <a:gd name="T16" fmla="*/ 73 w 244"/>
                <a:gd name="T17" fmla="*/ 23 h 98"/>
                <a:gd name="T18" fmla="*/ 156 w 244"/>
                <a:gd name="T19" fmla="*/ 6 h 98"/>
                <a:gd name="T20" fmla="*/ 221 w 244"/>
                <a:gd name="T21" fmla="*/ 13 h 98"/>
                <a:gd name="T22" fmla="*/ 230 w 244"/>
                <a:gd name="T23" fmla="*/ 19 h 98"/>
                <a:gd name="T24" fmla="*/ 238 w 244"/>
                <a:gd name="T25" fmla="*/ 44 h 98"/>
                <a:gd name="T26" fmla="*/ 234 w 244"/>
                <a:gd name="T27" fmla="*/ 71 h 98"/>
                <a:gd name="T28" fmla="*/ 233 w 244"/>
                <a:gd name="T29" fmla="*/ 71 h 98"/>
                <a:gd name="T30" fmla="*/ 157 w 244"/>
                <a:gd name="T31" fmla="*/ 92 h 98"/>
                <a:gd name="T32" fmla="*/ 151 w 244"/>
                <a:gd name="T33" fmla="*/ 92 h 98"/>
                <a:gd name="T34" fmla="*/ 151 w 244"/>
                <a:gd name="T35" fmla="*/ 92 h 98"/>
                <a:gd name="T36" fmla="*/ 151 w 244"/>
                <a:gd name="T37" fmla="*/ 92 h 98"/>
                <a:gd name="T38" fmla="*/ 150 w 244"/>
                <a:gd name="T39" fmla="*/ 92 h 98"/>
                <a:gd name="T40" fmla="*/ 136 w 244"/>
                <a:gd name="T41" fmla="*/ 92 h 98"/>
                <a:gd name="T42" fmla="*/ 136 w 244"/>
                <a:gd name="T43" fmla="*/ 92 h 98"/>
                <a:gd name="T44" fmla="*/ 38 w 244"/>
                <a:gd name="T45" fmla="*/ 79 h 98"/>
                <a:gd name="T46" fmla="*/ 67 w 244"/>
                <a:gd name="T47" fmla="*/ 78 h 98"/>
                <a:gd name="T48" fmla="*/ 68 w 244"/>
                <a:gd name="T49" fmla="*/ 78 h 98"/>
                <a:gd name="T50" fmla="*/ 73 w 244"/>
                <a:gd name="T51" fmla="*/ 76 h 98"/>
                <a:gd name="T52" fmla="*/ 76 w 244"/>
                <a:gd name="T53" fmla="*/ 72 h 98"/>
                <a:gd name="T54" fmla="*/ 78 w 244"/>
                <a:gd name="T55" fmla="*/ 65 h 98"/>
                <a:gd name="T56" fmla="*/ 73 w 244"/>
                <a:gd name="T57" fmla="*/ 48 h 98"/>
                <a:gd name="T58" fmla="*/ 73 w 244"/>
                <a:gd name="T59" fmla="*/ 48 h 98"/>
                <a:gd name="T60" fmla="*/ 73 w 244"/>
                <a:gd name="T61" fmla="*/ 48 h 98"/>
                <a:gd name="T62" fmla="*/ 69 w 244"/>
                <a:gd name="T63" fmla="*/ 34 h 98"/>
                <a:gd name="T64" fmla="*/ 73 w 244"/>
                <a:gd name="T65" fmla="*/ 23 h 98"/>
                <a:gd name="T66" fmla="*/ 156 w 244"/>
                <a:gd name="T67" fmla="*/ 0 h 98"/>
                <a:gd name="T68" fmla="*/ 69 w 244"/>
                <a:gd name="T69" fmla="*/ 18 h 98"/>
                <a:gd name="T70" fmla="*/ 69 w 244"/>
                <a:gd name="T71" fmla="*/ 18 h 98"/>
                <a:gd name="T72" fmla="*/ 68 w 244"/>
                <a:gd name="T73" fmla="*/ 19 h 98"/>
                <a:gd name="T74" fmla="*/ 63 w 244"/>
                <a:gd name="T75" fmla="*/ 34 h 98"/>
                <a:gd name="T76" fmla="*/ 67 w 244"/>
                <a:gd name="T77" fmla="*/ 51 h 98"/>
                <a:gd name="T78" fmla="*/ 72 w 244"/>
                <a:gd name="T79" fmla="*/ 65 h 98"/>
                <a:gd name="T80" fmla="*/ 71 w 244"/>
                <a:gd name="T81" fmla="*/ 69 h 98"/>
                <a:gd name="T82" fmla="*/ 68 w 244"/>
                <a:gd name="T83" fmla="*/ 72 h 98"/>
                <a:gd name="T84" fmla="*/ 67 w 244"/>
                <a:gd name="T85" fmla="*/ 72 h 98"/>
                <a:gd name="T86" fmla="*/ 67 w 244"/>
                <a:gd name="T87" fmla="*/ 72 h 98"/>
                <a:gd name="T88" fmla="*/ 0 w 244"/>
                <a:gd name="T89" fmla="*/ 74 h 98"/>
                <a:gd name="T90" fmla="*/ 17 w 244"/>
                <a:gd name="T91" fmla="*/ 79 h 98"/>
                <a:gd name="T92" fmla="*/ 136 w 244"/>
                <a:gd name="T93" fmla="*/ 98 h 98"/>
                <a:gd name="T94" fmla="*/ 151 w 244"/>
                <a:gd name="T95" fmla="*/ 98 h 98"/>
                <a:gd name="T96" fmla="*/ 157 w 244"/>
                <a:gd name="T97" fmla="*/ 98 h 98"/>
                <a:gd name="T98" fmla="*/ 222 w 244"/>
                <a:gd name="T99" fmla="*/ 86 h 98"/>
                <a:gd name="T100" fmla="*/ 239 w 244"/>
                <a:gd name="T101" fmla="*/ 74 h 98"/>
                <a:gd name="T102" fmla="*/ 239 w 244"/>
                <a:gd name="T103" fmla="*/ 73 h 98"/>
                <a:gd name="T104" fmla="*/ 239 w 244"/>
                <a:gd name="T105" fmla="*/ 73 h 98"/>
                <a:gd name="T106" fmla="*/ 244 w 244"/>
                <a:gd name="T107" fmla="*/ 44 h 98"/>
                <a:gd name="T108" fmla="*/ 234 w 244"/>
                <a:gd name="T109" fmla="*/ 14 h 98"/>
                <a:gd name="T110" fmla="*/ 223 w 244"/>
                <a:gd name="T111" fmla="*/ 7 h 98"/>
                <a:gd name="T112" fmla="*/ 222 w 244"/>
                <a:gd name="T113" fmla="*/ 7 h 98"/>
                <a:gd name="T114" fmla="*/ 222 w 244"/>
                <a:gd name="T115" fmla="*/ 7 h 98"/>
                <a:gd name="T116" fmla="*/ 156 w 244"/>
                <a:gd name="T1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98">
                  <a:moveTo>
                    <a:pt x="67" y="51"/>
                  </a:moveTo>
                  <a:cubicBezTo>
                    <a:pt x="67" y="51"/>
                    <a:pt x="67" y="51"/>
                    <a:pt x="67" y="51"/>
                  </a:cubicBezTo>
                  <a:cubicBezTo>
                    <a:pt x="67" y="51"/>
                    <a:pt x="67" y="51"/>
                    <a:pt x="67" y="51"/>
                  </a:cubicBezTo>
                  <a:cubicBezTo>
                    <a:pt x="67" y="51"/>
                    <a:pt x="67" y="51"/>
                    <a:pt x="67" y="51"/>
                  </a:cubicBezTo>
                  <a:moveTo>
                    <a:pt x="234" y="70"/>
                  </a:moveTo>
                  <a:cubicBezTo>
                    <a:pt x="234" y="70"/>
                    <a:pt x="234" y="70"/>
                    <a:pt x="234" y="70"/>
                  </a:cubicBezTo>
                  <a:cubicBezTo>
                    <a:pt x="234" y="70"/>
                    <a:pt x="234" y="70"/>
                    <a:pt x="234" y="70"/>
                  </a:cubicBezTo>
                  <a:cubicBezTo>
                    <a:pt x="234" y="70"/>
                    <a:pt x="234" y="70"/>
                    <a:pt x="234" y="70"/>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6" name="Freeform 337">
              <a:extLst>
                <a:ext uri="{FF2B5EF4-FFF2-40B4-BE49-F238E27FC236}">
                  <a16:creationId xmlns:a16="http://schemas.microsoft.com/office/drawing/2014/main" id="{55C720FA-CC3D-4373-B36D-3726614FDB55}"/>
                </a:ext>
              </a:extLst>
            </p:cNvPr>
            <p:cNvSpPr>
              <a:spLocks noEditPoints="1"/>
            </p:cNvSpPr>
            <p:nvPr userDrawn="1"/>
          </p:nvSpPr>
          <p:spPr bwMode="auto">
            <a:xfrm>
              <a:off x="4939266" y="731520"/>
              <a:ext cx="297023" cy="118408"/>
            </a:xfrm>
            <a:custGeom>
              <a:avLst/>
              <a:gdLst>
                <a:gd name="T0" fmla="*/ 142 w 198"/>
                <a:gd name="T1" fmla="*/ 41 h 79"/>
                <a:gd name="T2" fmla="*/ 142 w 198"/>
                <a:gd name="T3" fmla="*/ 41 h 79"/>
                <a:gd name="T4" fmla="*/ 19 w 198"/>
                <a:gd name="T5" fmla="*/ 10 h 79"/>
                <a:gd name="T6" fmla="*/ 71 w 198"/>
                <a:gd name="T7" fmla="*/ 6 h 79"/>
                <a:gd name="T8" fmla="*/ 133 w 198"/>
                <a:gd name="T9" fmla="*/ 17 h 79"/>
                <a:gd name="T10" fmla="*/ 136 w 198"/>
                <a:gd name="T11" fmla="*/ 19 h 79"/>
                <a:gd name="T12" fmla="*/ 138 w 198"/>
                <a:gd name="T13" fmla="*/ 35 h 79"/>
                <a:gd name="T14" fmla="*/ 136 w 198"/>
                <a:gd name="T15" fmla="*/ 38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1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1 w 198"/>
                <a:gd name="T67" fmla="*/ 14 h 79"/>
                <a:gd name="T68" fmla="*/ 138 w 198"/>
                <a:gd name="T69" fmla="*/ 17 h 79"/>
                <a:gd name="T70" fmla="*/ 138 w 198"/>
                <a:gd name="T71" fmla="*/ 17 h 79"/>
                <a:gd name="T72" fmla="*/ 71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7" name="Freeform 338">
              <a:extLst>
                <a:ext uri="{FF2B5EF4-FFF2-40B4-BE49-F238E27FC236}">
                  <a16:creationId xmlns:a16="http://schemas.microsoft.com/office/drawing/2014/main" id="{492B5744-20A0-4DB1-9AE6-11EA417A312F}"/>
                </a:ext>
              </a:extLst>
            </p:cNvPr>
            <p:cNvSpPr>
              <a:spLocks noEditPoints="1"/>
            </p:cNvSpPr>
            <p:nvPr userDrawn="1"/>
          </p:nvSpPr>
          <p:spPr bwMode="auto">
            <a:xfrm>
              <a:off x="3369860" y="-2217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6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3"/>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8" name="Freeform 339">
              <a:extLst>
                <a:ext uri="{FF2B5EF4-FFF2-40B4-BE49-F238E27FC236}">
                  <a16:creationId xmlns:a16="http://schemas.microsoft.com/office/drawing/2014/main" id="{E717CD67-CAAE-415E-B4A3-992BADBAE7AE}"/>
                </a:ext>
              </a:extLst>
            </p:cNvPr>
            <p:cNvSpPr>
              <a:spLocks noEditPoints="1"/>
            </p:cNvSpPr>
            <p:nvPr userDrawn="1"/>
          </p:nvSpPr>
          <p:spPr bwMode="auto">
            <a:xfrm>
              <a:off x="3036712" y="958301"/>
              <a:ext cx="415432" cy="170588"/>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6 w 276"/>
                <a:gd name="T13" fmla="*/ 54 h 112"/>
                <a:gd name="T14" fmla="*/ 191 w 276"/>
                <a:gd name="T15" fmla="*/ 82 h 112"/>
                <a:gd name="T16" fmla="*/ 201 w 276"/>
                <a:gd name="T17" fmla="*/ 88 h 112"/>
                <a:gd name="T18" fmla="*/ 239 w 276"/>
                <a:gd name="T19" fmla="*/ 89 h 112"/>
                <a:gd name="T20" fmla="*/ 110 w 276"/>
                <a:gd name="T21" fmla="*/ 105 h 112"/>
                <a:gd name="T22" fmla="*/ 106 w 276"/>
                <a:gd name="T23" fmla="*/ 105 h 112"/>
                <a:gd name="T24" fmla="*/ 105 w 276"/>
                <a:gd name="T25" fmla="*/ 105 h 112"/>
                <a:gd name="T26" fmla="*/ 27 w 276"/>
                <a:gd name="T27" fmla="*/ 92 h 112"/>
                <a:gd name="T28" fmla="*/ 11 w 276"/>
                <a:gd name="T29" fmla="*/ 81 h 112"/>
                <a:gd name="T30" fmla="*/ 6 w 276"/>
                <a:gd name="T31" fmla="*/ 50 h 112"/>
                <a:gd name="T32" fmla="*/ 23 w 276"/>
                <a:gd name="T33" fmla="*/ 15 h 112"/>
                <a:gd name="T34" fmla="*/ 25 w 276"/>
                <a:gd name="T35" fmla="*/ 14 h 112"/>
                <a:gd name="T36" fmla="*/ 100 w 276"/>
                <a:gd name="T37" fmla="*/ 0 h 112"/>
                <a:gd name="T38" fmla="*/ 24 w 276"/>
                <a:gd name="T39" fmla="*/ 8 h 112"/>
                <a:gd name="T40" fmla="*/ 24 w 276"/>
                <a:gd name="T41" fmla="*/ 8 h 112"/>
                <a:gd name="T42" fmla="*/ 22 w 276"/>
                <a:gd name="T43" fmla="*/ 9 h 112"/>
                <a:gd name="T44" fmla="*/ 12 w 276"/>
                <a:gd name="T45" fmla="*/ 16 h 112"/>
                <a:gd name="T46" fmla="*/ 5 w 276"/>
                <a:gd name="T47" fmla="*/ 82 h 112"/>
                <a:gd name="T48" fmla="*/ 5 w 276"/>
                <a:gd name="T49" fmla="*/ 83 h 112"/>
                <a:gd name="T50" fmla="*/ 99 w 276"/>
                <a:gd name="T51" fmla="*/ 111 h 112"/>
                <a:gd name="T52" fmla="*/ 105 w 276"/>
                <a:gd name="T53" fmla="*/ 111 h 112"/>
                <a:gd name="T54" fmla="*/ 259 w 276"/>
                <a:gd name="T55" fmla="*/ 90 h 112"/>
                <a:gd name="T56" fmla="*/ 202 w 276"/>
                <a:gd name="T57" fmla="*/ 82 h 112"/>
                <a:gd name="T58" fmla="*/ 198 w 276"/>
                <a:gd name="T59" fmla="*/ 80 h 112"/>
                <a:gd name="T60" fmla="*/ 201 w 276"/>
                <a:gd name="T61" fmla="*/ 57 h 112"/>
                <a:gd name="T62" fmla="*/ 206 w 276"/>
                <a:gd name="T63" fmla="*/ 38 h 112"/>
                <a:gd name="T64" fmla="*/ 200 w 276"/>
                <a:gd name="T65" fmla="*/ 21 h 112"/>
                <a:gd name="T66" fmla="*/ 198 w 276"/>
                <a:gd name="T67" fmla="*/ 23 h 112"/>
                <a:gd name="T68" fmla="*/ 198 w 276"/>
                <a:gd name="T69" fmla="*/ 23 h 112"/>
                <a:gd name="T70" fmla="*/ 100 w 276"/>
                <a:gd name="T7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7"/>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9" name="Freeform 340">
              <a:extLst>
                <a:ext uri="{FF2B5EF4-FFF2-40B4-BE49-F238E27FC236}">
                  <a16:creationId xmlns:a16="http://schemas.microsoft.com/office/drawing/2014/main" id="{BFB40A0B-4514-4A46-9108-A7BCB9FA0FB5}"/>
                </a:ext>
              </a:extLst>
            </p:cNvPr>
            <p:cNvSpPr>
              <a:spLocks/>
            </p:cNvSpPr>
            <p:nvPr userDrawn="1"/>
          </p:nvSpPr>
          <p:spPr bwMode="auto">
            <a:xfrm>
              <a:off x="3068823" y="972350"/>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0" name="Freeform 341">
              <a:extLst>
                <a:ext uri="{FF2B5EF4-FFF2-40B4-BE49-F238E27FC236}">
                  <a16:creationId xmlns:a16="http://schemas.microsoft.com/office/drawing/2014/main" id="{D1613159-091C-4BEF-B7BC-C327527A6F1A}"/>
                </a:ext>
              </a:extLst>
            </p:cNvPr>
            <p:cNvSpPr>
              <a:spLocks noEditPoints="1"/>
            </p:cNvSpPr>
            <p:nvPr userDrawn="1"/>
          </p:nvSpPr>
          <p:spPr bwMode="auto">
            <a:xfrm>
              <a:off x="3833456" y="976364"/>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2 w 245"/>
                <a:gd name="T107" fmla="*/ 84 h 161"/>
                <a:gd name="T108" fmla="*/ 158 w 245"/>
                <a:gd name="T109" fmla="*/ 73 h 161"/>
                <a:gd name="T110" fmla="*/ 158 w 245"/>
                <a:gd name="T111" fmla="*/ 69 h 161"/>
                <a:gd name="T112" fmla="*/ 157 w 245"/>
                <a:gd name="T113" fmla="*/ 68 h 161"/>
                <a:gd name="T114" fmla="*/ 157 w 245"/>
                <a:gd name="T115" fmla="*/ 68 h 161"/>
                <a:gd name="T116" fmla="*/ 136 w 245"/>
                <a:gd name="T117" fmla="*/ 16 h 161"/>
                <a:gd name="T118" fmla="*/ 136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1" name="Freeform 342">
              <a:extLst>
                <a:ext uri="{FF2B5EF4-FFF2-40B4-BE49-F238E27FC236}">
                  <a16:creationId xmlns:a16="http://schemas.microsoft.com/office/drawing/2014/main" id="{A39B6752-8FEA-4F66-8A9A-FDD65897B2CD}"/>
                </a:ext>
              </a:extLst>
            </p:cNvPr>
            <p:cNvSpPr>
              <a:spLocks/>
            </p:cNvSpPr>
            <p:nvPr userDrawn="1"/>
          </p:nvSpPr>
          <p:spPr bwMode="auto">
            <a:xfrm>
              <a:off x="3857539" y="1018508"/>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2" name="Freeform 343">
              <a:extLst>
                <a:ext uri="{FF2B5EF4-FFF2-40B4-BE49-F238E27FC236}">
                  <a16:creationId xmlns:a16="http://schemas.microsoft.com/office/drawing/2014/main" id="{ADEC803F-69D3-4323-B44C-CCD8AC68A80F}"/>
                </a:ext>
              </a:extLst>
            </p:cNvPr>
            <p:cNvSpPr>
              <a:spLocks noEditPoints="1"/>
            </p:cNvSpPr>
            <p:nvPr userDrawn="1"/>
          </p:nvSpPr>
          <p:spPr bwMode="auto">
            <a:xfrm>
              <a:off x="4206742" y="1460029"/>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7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7"/>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3" name="Freeform 344">
              <a:extLst>
                <a:ext uri="{FF2B5EF4-FFF2-40B4-BE49-F238E27FC236}">
                  <a16:creationId xmlns:a16="http://schemas.microsoft.com/office/drawing/2014/main" id="{387095DC-DC01-4E6E-9186-932249963216}"/>
                </a:ext>
              </a:extLst>
            </p:cNvPr>
            <p:cNvSpPr>
              <a:spLocks noEditPoints="1"/>
            </p:cNvSpPr>
            <p:nvPr userDrawn="1"/>
          </p:nvSpPr>
          <p:spPr bwMode="auto">
            <a:xfrm>
              <a:off x="4549925" y="861969"/>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4" name="Freeform 345">
              <a:extLst>
                <a:ext uri="{FF2B5EF4-FFF2-40B4-BE49-F238E27FC236}">
                  <a16:creationId xmlns:a16="http://schemas.microsoft.com/office/drawing/2014/main" id="{C2FA2E88-B0DE-44FE-86B0-0938AB5461AC}"/>
                </a:ext>
              </a:extLst>
            </p:cNvPr>
            <p:cNvSpPr>
              <a:spLocks noEditPoints="1"/>
            </p:cNvSpPr>
            <p:nvPr userDrawn="1"/>
          </p:nvSpPr>
          <p:spPr bwMode="auto">
            <a:xfrm>
              <a:off x="5521270" y="1233248"/>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27 w 170"/>
                <a:gd name="T31" fmla="*/ 82 h 132"/>
                <a:gd name="T32" fmla="*/ 8 w 170"/>
                <a:gd name="T33" fmla="*/ 45 h 132"/>
                <a:gd name="T34" fmla="*/ 8 w 170"/>
                <a:gd name="T35" fmla="*/ 45 h 132"/>
                <a:gd name="T36" fmla="*/ 8 w 170"/>
                <a:gd name="T37" fmla="*/ 44 h 132"/>
                <a:gd name="T38" fmla="*/ 8 w 170"/>
                <a:gd name="T39" fmla="*/ 44 h 132"/>
                <a:gd name="T40" fmla="*/ 6 w 170"/>
                <a:gd name="T41" fmla="*/ 33 h 132"/>
                <a:gd name="T42" fmla="*/ 10 w 170"/>
                <a:gd name="T43" fmla="*/ 18 h 132"/>
                <a:gd name="T44" fmla="*/ 27 w 170"/>
                <a:gd name="T45" fmla="*/ 7 h 132"/>
                <a:gd name="T46" fmla="*/ 109 w 170"/>
                <a:gd name="T47" fmla="*/ 0 h 132"/>
                <a:gd name="T48" fmla="*/ 27 w 170"/>
                <a:gd name="T49" fmla="*/ 1 h 132"/>
                <a:gd name="T50" fmla="*/ 27 w 170"/>
                <a:gd name="T51" fmla="*/ 1 h 132"/>
                <a:gd name="T52" fmla="*/ 26 w 170"/>
                <a:gd name="T53" fmla="*/ 2 h 132"/>
                <a:gd name="T54" fmla="*/ 5 w 170"/>
                <a:gd name="T55" fmla="*/ 15 h 132"/>
                <a:gd name="T56" fmla="*/ 0 w 170"/>
                <a:gd name="T57" fmla="*/ 33 h 132"/>
                <a:gd name="T58" fmla="*/ 2 w 170"/>
                <a:gd name="T59" fmla="*/ 46 h 132"/>
                <a:gd name="T60" fmla="*/ 24 w 170"/>
                <a:gd name="T61" fmla="*/ 87 h 132"/>
                <a:gd name="T62" fmla="*/ 37 w 170"/>
                <a:gd name="T63" fmla="*/ 93 h 132"/>
                <a:gd name="T64" fmla="*/ 43 w 170"/>
                <a:gd name="T65" fmla="*/ 132 h 132"/>
                <a:gd name="T66" fmla="*/ 44 w 170"/>
                <a:gd name="T67" fmla="*/ 132 h 132"/>
                <a:gd name="T68" fmla="*/ 56 w 170"/>
                <a:gd name="T69" fmla="*/ 94 h 132"/>
                <a:gd name="T70" fmla="*/ 125 w 170"/>
                <a:gd name="T71" fmla="*/ 94 h 132"/>
                <a:gd name="T72" fmla="*/ 126 w 170"/>
                <a:gd name="T73" fmla="*/ 94 h 132"/>
                <a:gd name="T74" fmla="*/ 160 w 170"/>
                <a:gd name="T75" fmla="*/ 68 h 132"/>
                <a:gd name="T76" fmla="*/ 170 w 170"/>
                <a:gd name="T77" fmla="*/ 42 h 132"/>
                <a:gd name="T78" fmla="*/ 162 w 170"/>
                <a:gd name="T79" fmla="*/ 17 h 132"/>
                <a:gd name="T80" fmla="*/ 162 w 170"/>
                <a:gd name="T81" fmla="*/ 17 h 132"/>
                <a:gd name="T82" fmla="*/ 160 w 170"/>
                <a:gd name="T83" fmla="*/ 15 h 132"/>
                <a:gd name="T84" fmla="*/ 160 w 170"/>
                <a:gd name="T85" fmla="*/ 14 h 132"/>
                <a:gd name="T86" fmla="*/ 160 w 170"/>
                <a:gd name="T87" fmla="*/ 14 h 132"/>
                <a:gd name="T88" fmla="*/ 152 w 170"/>
                <a:gd name="T89" fmla="*/ 6 h 132"/>
                <a:gd name="T90" fmla="*/ 144 w 170"/>
                <a:gd name="T91" fmla="*/ 2 h 132"/>
                <a:gd name="T92" fmla="*/ 139 w 170"/>
                <a:gd name="T93" fmla="*/ 1 h 132"/>
                <a:gd name="T94" fmla="*/ 109 w 170"/>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5" name="Freeform 346">
              <a:extLst>
                <a:ext uri="{FF2B5EF4-FFF2-40B4-BE49-F238E27FC236}">
                  <a16:creationId xmlns:a16="http://schemas.microsoft.com/office/drawing/2014/main" id="{8695287D-6D8D-45AE-AFFD-ACCE79C14866}"/>
                </a:ext>
              </a:extLst>
            </p:cNvPr>
            <p:cNvSpPr>
              <a:spLocks/>
            </p:cNvSpPr>
            <p:nvPr userDrawn="1"/>
          </p:nvSpPr>
          <p:spPr bwMode="auto">
            <a:xfrm>
              <a:off x="5585492"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6" name="Freeform 347">
              <a:extLst>
                <a:ext uri="{FF2B5EF4-FFF2-40B4-BE49-F238E27FC236}">
                  <a16:creationId xmlns:a16="http://schemas.microsoft.com/office/drawing/2014/main" id="{C050BD60-7C93-4F91-8F44-9B829AFC650C}"/>
                </a:ext>
              </a:extLst>
            </p:cNvPr>
            <p:cNvSpPr>
              <a:spLocks noEditPoints="1"/>
            </p:cNvSpPr>
            <p:nvPr userDrawn="1"/>
          </p:nvSpPr>
          <p:spPr bwMode="auto">
            <a:xfrm>
              <a:off x="4272971" y="5018"/>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0 w 188"/>
                <a:gd name="T89" fmla="*/ 56 h 162"/>
                <a:gd name="T90" fmla="*/ 157 w 188"/>
                <a:gd name="T91" fmla="*/ 21 h 162"/>
                <a:gd name="T92" fmla="*/ 99 w 188"/>
                <a:gd name="T93" fmla="*/ 13 h 162"/>
                <a:gd name="T94" fmla="*/ 77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5"/>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8"/>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7" name="Freeform 348">
              <a:extLst>
                <a:ext uri="{FF2B5EF4-FFF2-40B4-BE49-F238E27FC236}">
                  <a16:creationId xmlns:a16="http://schemas.microsoft.com/office/drawing/2014/main" id="{A26B33CB-EFB6-4DF1-B5C3-F254853456A6}"/>
                </a:ext>
              </a:extLst>
            </p:cNvPr>
            <p:cNvSpPr>
              <a:spLocks noEditPoints="1"/>
            </p:cNvSpPr>
            <p:nvPr userDrawn="1"/>
          </p:nvSpPr>
          <p:spPr bwMode="auto">
            <a:xfrm>
              <a:off x="4983418" y="47162"/>
              <a:ext cx="282975" cy="242837"/>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5 h 162"/>
                <a:gd name="T84" fmla="*/ 44 w 188"/>
                <a:gd name="T85" fmla="*/ 137 h 162"/>
                <a:gd name="T86" fmla="*/ 65 w 188"/>
                <a:gd name="T87" fmla="*/ 146 h 162"/>
                <a:gd name="T88" fmla="*/ 78 w 188"/>
                <a:gd name="T89" fmla="*/ 140 h 162"/>
                <a:gd name="T90" fmla="*/ 78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8 w 188"/>
                <a:gd name="T105" fmla="*/ 115 h 162"/>
                <a:gd name="T106" fmla="*/ 186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6"/>
                    <a:pt x="169" y="56"/>
                    <a:pt x="169" y="56"/>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8" name="Freeform 349">
              <a:extLst>
                <a:ext uri="{FF2B5EF4-FFF2-40B4-BE49-F238E27FC236}">
                  <a16:creationId xmlns:a16="http://schemas.microsoft.com/office/drawing/2014/main" id="{ED708C1D-F203-4EB8-A4CF-0D45B3E6428A}"/>
                </a:ext>
              </a:extLst>
            </p:cNvPr>
            <p:cNvSpPr>
              <a:spLocks noEditPoints="1"/>
            </p:cNvSpPr>
            <p:nvPr userDrawn="1"/>
          </p:nvSpPr>
          <p:spPr bwMode="auto">
            <a:xfrm>
              <a:off x="4413455" y="1144944"/>
              <a:ext cx="282975" cy="242837"/>
            </a:xfrm>
            <a:custGeom>
              <a:avLst/>
              <a:gdLst>
                <a:gd name="T0" fmla="*/ 167 w 188"/>
                <a:gd name="T1" fmla="*/ 112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0 h 162"/>
                <a:gd name="T20" fmla="*/ 159 w 188"/>
                <a:gd name="T21" fmla="*/ 110 h 162"/>
                <a:gd name="T22" fmla="*/ 142 w 188"/>
                <a:gd name="T23" fmla="*/ 122 h 162"/>
                <a:gd name="T24" fmla="*/ 113 w 188"/>
                <a:gd name="T25" fmla="*/ 148 h 162"/>
                <a:gd name="T26" fmla="*/ 99 w 188"/>
                <a:gd name="T27" fmla="*/ 145 h 162"/>
                <a:gd name="T28" fmla="*/ 81 w 188"/>
                <a:gd name="T29" fmla="*/ 131 h 162"/>
                <a:gd name="T30" fmla="*/ 77 w 188"/>
                <a:gd name="T31" fmla="*/ 132 h 162"/>
                <a:gd name="T32" fmla="*/ 65 w 188"/>
                <a:gd name="T33" fmla="*/ 139 h 162"/>
                <a:gd name="T34" fmla="*/ 49 w 188"/>
                <a:gd name="T35" fmla="*/ 133 h 162"/>
                <a:gd name="T36" fmla="*/ 48 w 188"/>
                <a:gd name="T37" fmla="*/ 115 h 162"/>
                <a:gd name="T38" fmla="*/ 16 w 188"/>
                <a:gd name="T39" fmla="*/ 144 h 162"/>
                <a:gd name="T40" fmla="*/ 28 w 188"/>
                <a:gd name="T41" fmla="*/ 97 h 162"/>
                <a:gd name="T42" fmla="*/ 8 w 188"/>
                <a:gd name="T43" fmla="*/ 84 h 162"/>
                <a:gd name="T44" fmla="*/ 10 w 188"/>
                <a:gd name="T45" fmla="*/ 64 h 162"/>
                <a:gd name="T46" fmla="*/ 18 w 188"/>
                <a:gd name="T47" fmla="*/ 64 h 162"/>
                <a:gd name="T48" fmla="*/ 32 w 188"/>
                <a:gd name="T49" fmla="*/ 40 h 162"/>
                <a:gd name="T50" fmla="*/ 53 w 188"/>
                <a:gd name="T51" fmla="*/ 12 h 162"/>
                <a:gd name="T52" fmla="*/ 85 w 188"/>
                <a:gd name="T53" fmla="*/ 17 h 162"/>
                <a:gd name="T54" fmla="*/ 94 w 188"/>
                <a:gd name="T55" fmla="*/ 24 h 162"/>
                <a:gd name="T56" fmla="*/ 98 w 188"/>
                <a:gd name="T57" fmla="*/ 28 h 162"/>
                <a:gd name="T58" fmla="*/ 105 w 188"/>
                <a:gd name="T59" fmla="*/ 1 h 162"/>
                <a:gd name="T60" fmla="*/ 89 w 188"/>
                <a:gd name="T61" fmla="*/ 12 h 162"/>
                <a:gd name="T62" fmla="*/ 50 w 188"/>
                <a:gd name="T63" fmla="*/ 7 h 162"/>
                <a:gd name="T64" fmla="*/ 27 w 188"/>
                <a:gd name="T65" fmla="*/ 44 h 162"/>
                <a:gd name="T66" fmla="*/ 18 w 188"/>
                <a:gd name="T67" fmla="*/ 58 h 162"/>
                <a:gd name="T68" fmla="*/ 13 w 188"/>
                <a:gd name="T69" fmla="*/ 57 h 162"/>
                <a:gd name="T70" fmla="*/ 0 w 188"/>
                <a:gd name="T71" fmla="*/ 75 h 162"/>
                <a:gd name="T72" fmla="*/ 15 w 188"/>
                <a:gd name="T73" fmla="*/ 98 h 162"/>
                <a:gd name="T74" fmla="*/ 23 w 188"/>
                <a:gd name="T75" fmla="*/ 123 h 162"/>
                <a:gd name="T76" fmla="*/ 1 w 188"/>
                <a:gd name="T77" fmla="*/ 157 h 162"/>
                <a:gd name="T78" fmla="*/ 0 w 188"/>
                <a:gd name="T79" fmla="*/ 159 h 162"/>
                <a:gd name="T80" fmla="*/ 3 w 188"/>
                <a:gd name="T81" fmla="*/ 162 h 162"/>
                <a:gd name="T82" fmla="*/ 15 w 188"/>
                <a:gd name="T83" fmla="*/ 155 h 162"/>
                <a:gd name="T84" fmla="*/ 44 w 188"/>
                <a:gd name="T85" fmla="*/ 124 h 162"/>
                <a:gd name="T86" fmla="*/ 44 w 188"/>
                <a:gd name="T87" fmla="*/ 137 h 162"/>
                <a:gd name="T88" fmla="*/ 65 w 188"/>
                <a:gd name="T89" fmla="*/ 145 h 162"/>
                <a:gd name="T90" fmla="*/ 78 w 188"/>
                <a:gd name="T91" fmla="*/ 139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2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9" name="Freeform 350">
              <a:extLst>
                <a:ext uri="{FF2B5EF4-FFF2-40B4-BE49-F238E27FC236}">
                  <a16:creationId xmlns:a16="http://schemas.microsoft.com/office/drawing/2014/main" id="{E69083D5-97EC-4067-A4E8-280E2E04BF3B}"/>
                </a:ext>
              </a:extLst>
            </p:cNvPr>
            <p:cNvSpPr>
              <a:spLocks noEditPoints="1"/>
            </p:cNvSpPr>
            <p:nvPr userDrawn="1"/>
          </p:nvSpPr>
          <p:spPr bwMode="auto">
            <a:xfrm>
              <a:off x="5760092" y="946259"/>
              <a:ext cx="365258" cy="313078"/>
            </a:xfrm>
            <a:custGeom>
              <a:avLst/>
              <a:gdLst>
                <a:gd name="T0" fmla="*/ 100 w 243"/>
                <a:gd name="T1" fmla="*/ 180 h 208"/>
                <a:gd name="T2" fmla="*/ 143 w 243"/>
                <a:gd name="T3" fmla="*/ 6 h 208"/>
                <a:gd name="T4" fmla="*/ 158 w 243"/>
                <a:gd name="T5" fmla="*/ 18 h 208"/>
                <a:gd name="T6" fmla="*/ 166 w 243"/>
                <a:gd name="T7" fmla="*/ 35 h 208"/>
                <a:gd name="T8" fmla="*/ 217 w 243"/>
                <a:gd name="T9" fmla="*/ 44 h 208"/>
                <a:gd name="T10" fmla="*/ 220 w 243"/>
                <a:gd name="T11" fmla="*/ 72 h 208"/>
                <a:gd name="T12" fmla="*/ 235 w 243"/>
                <a:gd name="T13" fmla="*/ 113 h 208"/>
                <a:gd name="T14" fmla="*/ 219 w 243"/>
                <a:gd name="T15" fmla="*/ 145 h 208"/>
                <a:gd name="T16" fmla="*/ 194 w 243"/>
                <a:gd name="T17" fmla="*/ 146 h 208"/>
                <a:gd name="T18" fmla="*/ 147 w 243"/>
                <a:gd name="T19" fmla="*/ 192 h 208"/>
                <a:gd name="T20" fmla="*/ 127 w 243"/>
                <a:gd name="T21" fmla="*/ 188 h 208"/>
                <a:gd name="T22" fmla="*/ 105 w 243"/>
                <a:gd name="T23" fmla="*/ 170 h 208"/>
                <a:gd name="T24" fmla="*/ 84 w 243"/>
                <a:gd name="T25" fmla="*/ 181 h 208"/>
                <a:gd name="T26" fmla="*/ 62 w 243"/>
                <a:gd name="T27" fmla="*/ 172 h 208"/>
                <a:gd name="T28" fmla="*/ 56 w 243"/>
                <a:gd name="T29" fmla="*/ 144 h 208"/>
                <a:gd name="T30" fmla="*/ 43 w 243"/>
                <a:gd name="T31" fmla="*/ 142 h 208"/>
                <a:gd name="T32" fmla="*/ 9 w 243"/>
                <a:gd name="T33" fmla="*/ 109 h 208"/>
                <a:gd name="T34" fmla="*/ 17 w 243"/>
                <a:gd name="T35" fmla="*/ 80 h 208"/>
                <a:gd name="T36" fmla="*/ 45 w 243"/>
                <a:gd name="T37" fmla="*/ 65 h 208"/>
                <a:gd name="T38" fmla="*/ 68 w 243"/>
                <a:gd name="T39" fmla="*/ 14 h 208"/>
                <a:gd name="T40" fmla="*/ 120 w 243"/>
                <a:gd name="T41" fmla="*/ 27 h 208"/>
                <a:gd name="T42" fmla="*/ 123 w 243"/>
                <a:gd name="T43" fmla="*/ 30 h 208"/>
                <a:gd name="T44" fmla="*/ 137 w 243"/>
                <a:gd name="T45" fmla="*/ 1 h 208"/>
                <a:gd name="T46" fmla="*/ 83 w 243"/>
                <a:gd name="T47" fmla="*/ 5 h 208"/>
                <a:gd name="T48" fmla="*/ 36 w 243"/>
                <a:gd name="T49" fmla="*/ 56 h 208"/>
                <a:gd name="T50" fmla="*/ 19 w 243"/>
                <a:gd name="T51" fmla="*/ 75 h 208"/>
                <a:gd name="T52" fmla="*/ 2 w 243"/>
                <a:gd name="T53" fmla="*/ 85 h 208"/>
                <a:gd name="T54" fmla="*/ 19 w 243"/>
                <a:gd name="T55" fmla="*/ 126 h 208"/>
                <a:gd name="T56" fmla="*/ 30 w 243"/>
                <a:gd name="T57" fmla="*/ 160 h 208"/>
                <a:gd name="T58" fmla="*/ 1 w 243"/>
                <a:gd name="T59" fmla="*/ 204 h 208"/>
                <a:gd name="T60" fmla="*/ 4 w 243"/>
                <a:gd name="T61" fmla="*/ 208 h 208"/>
                <a:gd name="T62" fmla="*/ 19 w 243"/>
                <a:gd name="T63" fmla="*/ 199 h 208"/>
                <a:gd name="T64" fmla="*/ 56 w 243"/>
                <a:gd name="T65" fmla="*/ 175 h 208"/>
                <a:gd name="T66" fmla="*/ 84 w 243"/>
                <a:gd name="T67" fmla="*/ 187 h 208"/>
                <a:gd name="T68" fmla="*/ 100 w 243"/>
                <a:gd name="T69" fmla="*/ 180 h 208"/>
                <a:gd name="T70" fmla="*/ 122 w 243"/>
                <a:gd name="T71" fmla="*/ 192 h 208"/>
                <a:gd name="T72" fmla="*/ 147 w 243"/>
                <a:gd name="T73" fmla="*/ 198 h 208"/>
                <a:gd name="T74" fmla="*/ 190 w 243"/>
                <a:gd name="T75" fmla="*/ 178 h 208"/>
                <a:gd name="T76" fmla="*/ 206 w 243"/>
                <a:gd name="T77" fmla="*/ 149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4" y="202"/>
                  </a:moveTo>
                  <a:cubicBezTo>
                    <a:pt x="4" y="202"/>
                    <a:pt x="4" y="202"/>
                    <a:pt x="4" y="202"/>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7" y="192"/>
                    <a:pt x="14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0" name="Freeform 351">
              <a:extLst>
                <a:ext uri="{FF2B5EF4-FFF2-40B4-BE49-F238E27FC236}">
                  <a16:creationId xmlns:a16="http://schemas.microsoft.com/office/drawing/2014/main" id="{5FE953AE-2FD2-4AD0-B019-316C61FB526B}"/>
                </a:ext>
              </a:extLst>
            </p:cNvPr>
            <p:cNvSpPr>
              <a:spLocks/>
            </p:cNvSpPr>
            <p:nvPr userDrawn="1"/>
          </p:nvSpPr>
          <p:spPr bwMode="auto">
            <a:xfrm>
              <a:off x="5762100" y="1255324"/>
              <a:ext cx="2008"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1" name="Freeform 352">
              <a:extLst>
                <a:ext uri="{FF2B5EF4-FFF2-40B4-BE49-F238E27FC236}">
                  <a16:creationId xmlns:a16="http://schemas.microsoft.com/office/drawing/2014/main" id="{02D61A34-9F98-49B0-A847-8E87A4A66CE2}"/>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close/>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2" name="Freeform 353">
              <a:extLst>
                <a:ext uri="{FF2B5EF4-FFF2-40B4-BE49-F238E27FC236}">
                  <a16:creationId xmlns:a16="http://schemas.microsoft.com/office/drawing/2014/main" id="{A358DD41-6875-4E9D-93A0-A8D2906709CB}"/>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3" name="Freeform 354">
              <a:extLst>
                <a:ext uri="{FF2B5EF4-FFF2-40B4-BE49-F238E27FC236}">
                  <a16:creationId xmlns:a16="http://schemas.microsoft.com/office/drawing/2014/main" id="{379701C8-BAA4-4413-9AC9-EB485B7602FA}"/>
                </a:ext>
              </a:extLst>
            </p:cNvPr>
            <p:cNvSpPr>
              <a:spLocks noEditPoints="1"/>
            </p:cNvSpPr>
            <p:nvPr userDrawn="1"/>
          </p:nvSpPr>
          <p:spPr bwMode="auto">
            <a:xfrm>
              <a:off x="6181544"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4" name="Freeform 355">
              <a:extLst>
                <a:ext uri="{FF2B5EF4-FFF2-40B4-BE49-F238E27FC236}">
                  <a16:creationId xmlns:a16="http://schemas.microsoft.com/office/drawing/2014/main" id="{2223DA48-CB84-40E2-9EC7-38E838000ED6}"/>
                </a:ext>
              </a:extLst>
            </p:cNvPr>
            <p:cNvSpPr>
              <a:spLocks noEditPoints="1"/>
            </p:cNvSpPr>
            <p:nvPr userDrawn="1"/>
          </p:nvSpPr>
          <p:spPr bwMode="auto">
            <a:xfrm>
              <a:off x="5956770" y="-199687"/>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5" name="Freeform 356">
              <a:extLst>
                <a:ext uri="{FF2B5EF4-FFF2-40B4-BE49-F238E27FC236}">
                  <a16:creationId xmlns:a16="http://schemas.microsoft.com/office/drawing/2014/main" id="{368A8E75-F0E8-4863-84CC-3708FA8D673F}"/>
                </a:ext>
              </a:extLst>
            </p:cNvPr>
            <p:cNvSpPr>
              <a:spLocks noEditPoints="1"/>
            </p:cNvSpPr>
            <p:nvPr userDrawn="1"/>
          </p:nvSpPr>
          <p:spPr bwMode="auto">
            <a:xfrm>
              <a:off x="5952756" y="-103356"/>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8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5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6" name="Freeform 357">
              <a:extLst>
                <a:ext uri="{FF2B5EF4-FFF2-40B4-BE49-F238E27FC236}">
                  <a16:creationId xmlns:a16="http://schemas.microsoft.com/office/drawing/2014/main" id="{A9354AD2-F9D3-48BE-87B8-AD42F7B59329}"/>
                </a:ext>
              </a:extLst>
            </p:cNvPr>
            <p:cNvSpPr>
              <a:spLocks noEditPoints="1"/>
            </p:cNvSpPr>
            <p:nvPr userDrawn="1"/>
          </p:nvSpPr>
          <p:spPr bwMode="auto">
            <a:xfrm>
              <a:off x="5938708" y="-83286"/>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8 w 15"/>
                <a:gd name="T17" fmla="*/ 9 h 15"/>
                <a:gd name="T18" fmla="*/ 7 w 15"/>
                <a:gd name="T19" fmla="*/ 9 h 15"/>
                <a:gd name="T20" fmla="*/ 7 w 15"/>
                <a:gd name="T21" fmla="*/ 0 h 15"/>
                <a:gd name="T22" fmla="*/ 7 w 15"/>
                <a:gd name="T23" fmla="*/ 0 h 15"/>
                <a:gd name="T24" fmla="*/ 4 w 15"/>
                <a:gd name="T25" fmla="*/ 1 h 15"/>
                <a:gd name="T26" fmla="*/ 0 w 15"/>
                <a:gd name="T27" fmla="*/ 8 h 15"/>
                <a:gd name="T28" fmla="*/ 1 w 15"/>
                <a:gd name="T29" fmla="*/ 11 h 15"/>
                <a:gd name="T30" fmla="*/ 6 w 15"/>
                <a:gd name="T31" fmla="*/ 15 h 15"/>
                <a:gd name="T32" fmla="*/ 8 w 15"/>
                <a:gd name="T33" fmla="*/ 14 h 15"/>
                <a:gd name="T34" fmla="*/ 8 w 15"/>
                <a:gd name="T35" fmla="*/ 14 h 15"/>
                <a:gd name="T36" fmla="*/ 10 w 15"/>
                <a:gd name="T37" fmla="*/ 14 h 15"/>
                <a:gd name="T38" fmla="*/ 11 w 15"/>
                <a:gd name="T39" fmla="*/ 14 h 15"/>
                <a:gd name="T40" fmla="*/ 11 w 15"/>
                <a:gd name="T41" fmla="*/ 14 h 15"/>
                <a:gd name="T42" fmla="*/ 15 w 15"/>
                <a:gd name="T43" fmla="*/ 8 h 15"/>
                <a:gd name="T44" fmla="*/ 14 w 15"/>
                <a:gd name="T45" fmla="*/ 5 h 15"/>
                <a:gd name="T46" fmla="*/ 14 w 15"/>
                <a:gd name="T47" fmla="*/ 4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8" y="9"/>
                    <a:pt x="8" y="9"/>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3" y="2"/>
                    <a:pt x="11"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7" name="Freeform 358">
              <a:extLst>
                <a:ext uri="{FF2B5EF4-FFF2-40B4-BE49-F238E27FC236}">
                  <a16:creationId xmlns:a16="http://schemas.microsoft.com/office/drawing/2014/main" id="{5C416C03-68BF-4442-8070-A86685BFEAF6}"/>
                </a:ext>
              </a:extLst>
            </p:cNvPr>
            <p:cNvSpPr>
              <a:spLocks noEditPoints="1"/>
            </p:cNvSpPr>
            <p:nvPr userDrawn="1"/>
          </p:nvSpPr>
          <p:spPr bwMode="auto">
            <a:xfrm>
              <a:off x="5942722" y="-61211"/>
              <a:ext cx="20069" cy="18063"/>
            </a:xfrm>
            <a:custGeom>
              <a:avLst/>
              <a:gdLst>
                <a:gd name="T0" fmla="*/ 6 w 13"/>
                <a:gd name="T1" fmla="*/ 7 h 13"/>
                <a:gd name="T2" fmla="*/ 6 w 13"/>
                <a:gd name="T3" fmla="*/ 7 h 13"/>
                <a:gd name="T4" fmla="*/ 6 w 13"/>
                <a:gd name="T5" fmla="*/ 7 h 13"/>
                <a:gd name="T6" fmla="*/ 6 w 13"/>
                <a:gd name="T7" fmla="*/ 7 h 13"/>
                <a:gd name="T8" fmla="*/ 6 w 13"/>
                <a:gd name="T9" fmla="*/ 7 h 13"/>
                <a:gd name="T10" fmla="*/ 6 w 13"/>
                <a:gd name="T11" fmla="*/ 7 h 13"/>
                <a:gd name="T12" fmla="*/ 6 w 13"/>
                <a:gd name="T13" fmla="*/ 6 h 13"/>
                <a:gd name="T14" fmla="*/ 6 w 13"/>
                <a:gd name="T15" fmla="*/ 6 h 13"/>
                <a:gd name="T16" fmla="*/ 7 w 13"/>
                <a:gd name="T17" fmla="*/ 6 h 13"/>
                <a:gd name="T18" fmla="*/ 7 w 13"/>
                <a:gd name="T19" fmla="*/ 7 h 13"/>
                <a:gd name="T20" fmla="*/ 6 w 13"/>
                <a:gd name="T21" fmla="*/ 7 h 13"/>
                <a:gd name="T22" fmla="*/ 8 w 13"/>
                <a:gd name="T23" fmla="*/ 10 h 13"/>
                <a:gd name="T24" fmla="*/ 6 w 13"/>
                <a:gd name="T25" fmla="*/ 7 h 13"/>
                <a:gd name="T26" fmla="*/ 6 w 13"/>
                <a:gd name="T27" fmla="*/ 7 h 13"/>
                <a:gd name="T28" fmla="*/ 6 w 13"/>
                <a:gd name="T29" fmla="*/ 7 h 13"/>
                <a:gd name="T30" fmla="*/ 6 w 13"/>
                <a:gd name="T31" fmla="*/ 0 h 13"/>
                <a:gd name="T32" fmla="*/ 6 w 13"/>
                <a:gd name="T33" fmla="*/ 0 h 13"/>
                <a:gd name="T34" fmla="*/ 4 w 13"/>
                <a:gd name="T35" fmla="*/ 1 h 13"/>
                <a:gd name="T36" fmla="*/ 3 w 13"/>
                <a:gd name="T37" fmla="*/ 1 h 13"/>
                <a:gd name="T38" fmla="*/ 0 w 13"/>
                <a:gd name="T39" fmla="*/ 7 h 13"/>
                <a:gd name="T40" fmla="*/ 1 w 13"/>
                <a:gd name="T41" fmla="*/ 10 h 13"/>
                <a:gd name="T42" fmla="*/ 1 w 13"/>
                <a:gd name="T43" fmla="*/ 10 h 13"/>
                <a:gd name="T44" fmla="*/ 6 w 13"/>
                <a:gd name="T45" fmla="*/ 13 h 13"/>
                <a:gd name="T46" fmla="*/ 6 w 13"/>
                <a:gd name="T47" fmla="*/ 13 h 13"/>
                <a:gd name="T48" fmla="*/ 10 w 13"/>
                <a:gd name="T49" fmla="*/ 12 h 13"/>
                <a:gd name="T50" fmla="*/ 10 w 13"/>
                <a:gd name="T51" fmla="*/ 12 h 13"/>
                <a:gd name="T52" fmla="*/ 13 w 13"/>
                <a:gd name="T53" fmla="*/ 7 h 13"/>
                <a:gd name="T54" fmla="*/ 12 w 13"/>
                <a:gd name="T55" fmla="*/ 3 h 13"/>
                <a:gd name="T56" fmla="*/ 12 w 13"/>
                <a:gd name="T57" fmla="*/ 3 h 13"/>
                <a:gd name="T58" fmla="*/ 8 w 13"/>
                <a:gd name="T59" fmla="*/ 0 h 13"/>
                <a:gd name="T60" fmla="*/ 6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6" y="7"/>
                  </a:moveTo>
                  <a:cubicBezTo>
                    <a:pt x="6" y="7"/>
                    <a:pt x="6" y="7"/>
                    <a:pt x="6" y="7"/>
                  </a:cubicBezTo>
                  <a:cubicBezTo>
                    <a:pt x="6" y="7"/>
                    <a:pt x="6" y="7"/>
                    <a:pt x="6" y="7"/>
                  </a:cubicBezTo>
                  <a:cubicBezTo>
                    <a:pt x="6" y="7"/>
                    <a:pt x="6" y="7"/>
                    <a:pt x="6" y="7"/>
                  </a:cubicBezTo>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8" y="10"/>
                    <a:pt x="8" y="10"/>
                    <a:pt x="8" y="10"/>
                  </a:cubicBezTo>
                  <a:cubicBezTo>
                    <a:pt x="6" y="7"/>
                    <a:pt x="6" y="7"/>
                    <a:pt x="6" y="7"/>
                  </a:cubicBezTo>
                  <a:cubicBezTo>
                    <a:pt x="6" y="7"/>
                    <a:pt x="6" y="7"/>
                    <a:pt x="6" y="7"/>
                  </a:cubicBezTo>
                  <a:cubicBezTo>
                    <a:pt x="6" y="7"/>
                    <a:pt x="6" y="7"/>
                    <a:pt x="6" y="7"/>
                  </a:cubicBezTo>
                  <a:moveTo>
                    <a:pt x="6" y="0"/>
                  </a:moveTo>
                  <a:cubicBezTo>
                    <a:pt x="6" y="0"/>
                    <a:pt x="6" y="0"/>
                    <a:pt x="6" y="0"/>
                  </a:cubicBezTo>
                  <a:cubicBezTo>
                    <a:pt x="5" y="0"/>
                    <a:pt x="4"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8" name="Freeform 359">
              <a:extLst>
                <a:ext uri="{FF2B5EF4-FFF2-40B4-BE49-F238E27FC236}">
                  <a16:creationId xmlns:a16="http://schemas.microsoft.com/office/drawing/2014/main" id="{76DDEB92-CD25-401B-B939-BC8F19EFF4CF}"/>
                </a:ext>
              </a:extLst>
            </p:cNvPr>
            <p:cNvSpPr>
              <a:spLocks noEditPoints="1"/>
            </p:cNvSpPr>
            <p:nvPr userDrawn="1"/>
          </p:nvSpPr>
          <p:spPr bwMode="auto">
            <a:xfrm>
              <a:off x="6145420" y="1086743"/>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9" name="Freeform 360">
              <a:extLst>
                <a:ext uri="{FF2B5EF4-FFF2-40B4-BE49-F238E27FC236}">
                  <a16:creationId xmlns:a16="http://schemas.microsoft.com/office/drawing/2014/main" id="{ADEDD003-4EDC-472E-8341-27A6D5058C00}"/>
                </a:ext>
              </a:extLst>
            </p:cNvPr>
            <p:cNvSpPr>
              <a:spLocks noEditPoints="1"/>
            </p:cNvSpPr>
            <p:nvPr userDrawn="1"/>
          </p:nvSpPr>
          <p:spPr bwMode="auto">
            <a:xfrm>
              <a:off x="6141406"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0" name="Freeform 361">
              <a:extLst>
                <a:ext uri="{FF2B5EF4-FFF2-40B4-BE49-F238E27FC236}">
                  <a16:creationId xmlns:a16="http://schemas.microsoft.com/office/drawing/2014/main" id="{23C373E5-1ABB-411E-B633-1BF4A3C1C797}"/>
                </a:ext>
              </a:extLst>
            </p:cNvPr>
            <p:cNvSpPr>
              <a:spLocks noEditPoints="1"/>
            </p:cNvSpPr>
            <p:nvPr userDrawn="1"/>
          </p:nvSpPr>
          <p:spPr bwMode="auto">
            <a:xfrm>
              <a:off x="6125351" y="1237262"/>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8 w 17"/>
                <a:gd name="T35" fmla="*/ 18 h 18"/>
                <a:gd name="T36" fmla="*/ 16 w 17"/>
                <a:gd name="T37" fmla="*/ 13 h 18"/>
                <a:gd name="T38" fmla="*/ 17 w 17"/>
                <a:gd name="T39" fmla="*/ 9 h 18"/>
                <a:gd name="T40" fmla="*/ 12 w 17"/>
                <a:gd name="T41" fmla="*/ 1 h 18"/>
                <a:gd name="T42" fmla="*/ 8 w 1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1" name="Freeform 362">
              <a:extLst>
                <a:ext uri="{FF2B5EF4-FFF2-40B4-BE49-F238E27FC236}">
                  <a16:creationId xmlns:a16="http://schemas.microsoft.com/office/drawing/2014/main" id="{5A2827FD-8D0A-47C7-82B5-98EC7B1F46A5}"/>
                </a:ext>
              </a:extLst>
            </p:cNvPr>
            <p:cNvSpPr>
              <a:spLocks noEditPoints="1"/>
            </p:cNvSpPr>
            <p:nvPr userDrawn="1"/>
          </p:nvSpPr>
          <p:spPr bwMode="auto">
            <a:xfrm>
              <a:off x="6099261" y="1241276"/>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15 w 15"/>
                <a:gd name="T35" fmla="*/ 11 h 15"/>
                <a:gd name="T36" fmla="*/ 15 w 15"/>
                <a:gd name="T37" fmla="*/ 8 h 15"/>
                <a:gd name="T38" fmla="*/ 11 w 15"/>
                <a:gd name="T39" fmla="*/ 1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2" name="Freeform 363">
              <a:extLst>
                <a:ext uri="{FF2B5EF4-FFF2-40B4-BE49-F238E27FC236}">
                  <a16:creationId xmlns:a16="http://schemas.microsoft.com/office/drawing/2014/main" id="{8C6F3ABB-1459-4E34-972E-496A23633197}"/>
                </a:ext>
              </a:extLst>
            </p:cNvPr>
            <p:cNvSpPr>
              <a:spLocks noEditPoints="1"/>
            </p:cNvSpPr>
            <p:nvPr userDrawn="1"/>
          </p:nvSpPr>
          <p:spPr bwMode="auto">
            <a:xfrm>
              <a:off x="6059123" y="518787"/>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3 h 276"/>
                <a:gd name="T16" fmla="*/ 61 w 80"/>
                <a:gd name="T17" fmla="*/ 266 h 276"/>
                <a:gd name="T18" fmla="*/ 49 w 80"/>
                <a:gd name="T19" fmla="*/ 270 h 276"/>
                <a:gd name="T20" fmla="*/ 48 w 80"/>
                <a:gd name="T21" fmla="*/ 270 h 276"/>
                <a:gd name="T22" fmla="*/ 48 w 80"/>
                <a:gd name="T23" fmla="*/ 270 h 276"/>
                <a:gd name="T24" fmla="*/ 13 w 80"/>
                <a:gd name="T25" fmla="*/ 248 h 276"/>
                <a:gd name="T26" fmla="*/ 11 w 80"/>
                <a:gd name="T27" fmla="*/ 239 h 276"/>
                <a:gd name="T28" fmla="*/ 11 w 80"/>
                <a:gd name="T29" fmla="*/ 238 h 276"/>
                <a:gd name="T30" fmla="*/ 11 w 80"/>
                <a:gd name="T31" fmla="*/ 73 h 276"/>
                <a:gd name="T32" fmla="*/ 11 w 80"/>
                <a:gd name="T33" fmla="*/ 62 h 276"/>
                <a:gd name="T34" fmla="*/ 16 w 80"/>
                <a:gd name="T35" fmla="*/ 73 h 276"/>
                <a:gd name="T36" fmla="*/ 20 w 80"/>
                <a:gd name="T37" fmla="*/ 44 h 276"/>
                <a:gd name="T38" fmla="*/ 35 w 80"/>
                <a:gd name="T39" fmla="*/ 35 h 276"/>
                <a:gd name="T40" fmla="*/ 36 w 80"/>
                <a:gd name="T41" fmla="*/ 35 h 276"/>
                <a:gd name="T42" fmla="*/ 0 w 80"/>
                <a:gd name="T43" fmla="*/ 0 h 276"/>
                <a:gd name="T44" fmla="*/ 4 w 80"/>
                <a:gd name="T45" fmla="*/ 48 h 276"/>
                <a:gd name="T46" fmla="*/ 5 w 80"/>
                <a:gd name="T47" fmla="*/ 73 h 276"/>
                <a:gd name="T48" fmla="*/ 5 w 80"/>
                <a:gd name="T49" fmla="*/ 73 h 276"/>
                <a:gd name="T50" fmla="*/ 5 w 80"/>
                <a:gd name="T51" fmla="*/ 238 h 276"/>
                <a:gd name="T52" fmla="*/ 11 w 80"/>
                <a:gd name="T53" fmla="*/ 257 h 276"/>
                <a:gd name="T54" fmla="*/ 48 w 80"/>
                <a:gd name="T55" fmla="*/ 276 h 276"/>
                <a:gd name="T56" fmla="*/ 65 w 80"/>
                <a:gd name="T57" fmla="*/ 271 h 276"/>
                <a:gd name="T58" fmla="*/ 79 w 80"/>
                <a:gd name="T59" fmla="*/ 242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3" name="Freeform 364">
              <a:extLst>
                <a:ext uri="{FF2B5EF4-FFF2-40B4-BE49-F238E27FC236}">
                  <a16:creationId xmlns:a16="http://schemas.microsoft.com/office/drawing/2014/main" id="{619A1595-95F9-4EC6-A39B-EA2FC442931C}"/>
                </a:ext>
              </a:extLst>
            </p:cNvPr>
            <p:cNvSpPr>
              <a:spLocks noEditPoints="1"/>
            </p:cNvSpPr>
            <p:nvPr userDrawn="1"/>
          </p:nvSpPr>
          <p:spPr bwMode="auto">
            <a:xfrm>
              <a:off x="6107289" y="1385774"/>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16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2 w 120"/>
                <a:gd name="T65" fmla="*/ 54 h 166"/>
                <a:gd name="T66" fmla="*/ 0 w 120"/>
                <a:gd name="T67" fmla="*/ 62 h 166"/>
                <a:gd name="T68" fmla="*/ 0 w 120"/>
                <a:gd name="T69" fmla="*/ 62 h 166"/>
                <a:gd name="T70" fmla="*/ 1 w 120"/>
                <a:gd name="T71" fmla="*/ 131 h 166"/>
                <a:gd name="T72" fmla="*/ 1 w 120"/>
                <a:gd name="T73" fmla="*/ 131 h 166"/>
                <a:gd name="T74" fmla="*/ 12 w 120"/>
                <a:gd name="T75" fmla="*/ 160 h 166"/>
                <a:gd name="T76" fmla="*/ 26 w 120"/>
                <a:gd name="T77" fmla="*/ 166 h 166"/>
                <a:gd name="T78" fmla="*/ 26 w 120"/>
                <a:gd name="T79" fmla="*/ 166 h 166"/>
                <a:gd name="T80" fmla="*/ 29 w 120"/>
                <a:gd name="T81" fmla="*/ 166 h 166"/>
                <a:gd name="T82" fmla="*/ 88 w 120"/>
                <a:gd name="T83" fmla="*/ 165 h 166"/>
                <a:gd name="T84" fmla="*/ 88 w 120"/>
                <a:gd name="T85" fmla="*/ 165 h 166"/>
                <a:gd name="T86" fmla="*/ 115 w 120"/>
                <a:gd name="T87" fmla="*/ 147 h 166"/>
                <a:gd name="T88" fmla="*/ 120 w 120"/>
                <a:gd name="T89" fmla="*/ 133 h 166"/>
                <a:gd name="T90" fmla="*/ 120 w 120"/>
                <a:gd name="T91" fmla="*/ 133 h 166"/>
                <a:gd name="T92" fmla="*/ 119 w 120"/>
                <a:gd name="T93" fmla="*/ 70 h 166"/>
                <a:gd name="T94" fmla="*/ 119 w 120"/>
                <a:gd name="T95" fmla="*/ 70 h 166"/>
                <a:gd name="T96" fmla="*/ 113 w 120"/>
                <a:gd name="T97" fmla="*/ 51 h 166"/>
                <a:gd name="T98" fmla="*/ 97 w 120"/>
                <a:gd name="T99" fmla="*/ 38 h 166"/>
                <a:gd name="T100" fmla="*/ 87 w 120"/>
                <a:gd name="T101" fmla="*/ 35 h 166"/>
                <a:gd name="T102" fmla="*/ 87 w 120"/>
                <a:gd name="T103" fmla="*/ 35 h 166"/>
                <a:gd name="T104" fmla="*/ 61 w 120"/>
                <a:gd name="T105" fmla="*/ 36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4" name="Freeform 365">
              <a:extLst>
                <a:ext uri="{FF2B5EF4-FFF2-40B4-BE49-F238E27FC236}">
                  <a16:creationId xmlns:a16="http://schemas.microsoft.com/office/drawing/2014/main" id="{28001F73-90C9-4C6A-9E7E-877F10F3C21C}"/>
                </a:ext>
              </a:extLst>
            </p:cNvPr>
            <p:cNvSpPr>
              <a:spLocks noEditPoints="1"/>
            </p:cNvSpPr>
            <p:nvPr userDrawn="1"/>
          </p:nvSpPr>
          <p:spPr bwMode="auto">
            <a:xfrm>
              <a:off x="5890542" y="-406400"/>
              <a:ext cx="329134"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2 w 219"/>
                <a:gd name="T25" fmla="*/ 102 h 131"/>
                <a:gd name="T26" fmla="*/ 213 w 219"/>
                <a:gd name="T27" fmla="*/ 104 h 131"/>
                <a:gd name="T28" fmla="*/ 207 w 219"/>
                <a:gd name="T29" fmla="*/ 115 h 131"/>
                <a:gd name="T30" fmla="*/ 177 w 219"/>
                <a:gd name="T31" fmla="*/ 125 h 131"/>
                <a:gd name="T32" fmla="*/ 99 w 219"/>
                <a:gd name="T33" fmla="*/ 125 h 131"/>
                <a:gd name="T34" fmla="*/ 87 w 219"/>
                <a:gd name="T35" fmla="*/ 120 h 131"/>
                <a:gd name="T36" fmla="*/ 79 w 219"/>
                <a:gd name="T37" fmla="*/ 111 h 131"/>
                <a:gd name="T38" fmla="*/ 76 w 219"/>
                <a:gd name="T39" fmla="*/ 95 h 131"/>
                <a:gd name="T40" fmla="*/ 76 w 219"/>
                <a:gd name="T41" fmla="*/ 94 h 131"/>
                <a:gd name="T42" fmla="*/ 33 w 219"/>
                <a:gd name="T43" fmla="*/ 51 h 131"/>
                <a:gd name="T44" fmla="*/ 76 w 219"/>
                <a:gd name="T45" fmla="*/ 74 h 131"/>
                <a:gd name="T46" fmla="*/ 76 w 219"/>
                <a:gd name="T47" fmla="*/ 35 h 131"/>
                <a:gd name="T48" fmla="*/ 182 w 219"/>
                <a:gd name="T49" fmla="*/ 0 h 131"/>
                <a:gd name="T50" fmla="*/ 110 w 219"/>
                <a:gd name="T51" fmla="*/ 0 h 131"/>
                <a:gd name="T52" fmla="*/ 110 w 219"/>
                <a:gd name="T53" fmla="*/ 0 h 131"/>
                <a:gd name="T54" fmla="*/ 88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4 w 219"/>
                <a:gd name="T67" fmla="*/ 40 h 131"/>
                <a:gd name="T68" fmla="*/ 17 w 219"/>
                <a:gd name="T69" fmla="*/ 38 h 131"/>
                <a:gd name="T70" fmla="*/ 14 w 219"/>
                <a:gd name="T71" fmla="*/ 40 h 131"/>
                <a:gd name="T72" fmla="*/ 70 w 219"/>
                <a:gd name="T73" fmla="*/ 97 h 131"/>
                <a:gd name="T74" fmla="*/ 74 w 219"/>
                <a:gd name="T75" fmla="*/ 114 h 131"/>
                <a:gd name="T76" fmla="*/ 89 w 219"/>
                <a:gd name="T77" fmla="*/ 128 h 131"/>
                <a:gd name="T78" fmla="*/ 98 w 219"/>
                <a:gd name="T79" fmla="*/ 131 h 131"/>
                <a:gd name="T80" fmla="*/ 98 w 219"/>
                <a:gd name="T81" fmla="*/ 131 h 131"/>
                <a:gd name="T82" fmla="*/ 178 w 219"/>
                <a:gd name="T83" fmla="*/ 131 h 131"/>
                <a:gd name="T84" fmla="*/ 178 w 219"/>
                <a:gd name="T85" fmla="*/ 131 h 131"/>
                <a:gd name="T86" fmla="*/ 212 w 219"/>
                <a:gd name="T87" fmla="*/ 119 h 131"/>
                <a:gd name="T88" fmla="*/ 219 w 219"/>
                <a:gd name="T89" fmla="*/ 104 h 131"/>
                <a:gd name="T90" fmla="*/ 218 w 219"/>
                <a:gd name="T91" fmla="*/ 101 h 131"/>
                <a:gd name="T92" fmla="*/ 218 w 219"/>
                <a:gd name="T93" fmla="*/ 36 h 131"/>
                <a:gd name="T94" fmla="*/ 218 w 219"/>
                <a:gd name="T95" fmla="*/ 36 h 131"/>
                <a:gd name="T96" fmla="*/ 198 w 219"/>
                <a:gd name="T97" fmla="*/ 5 h 131"/>
                <a:gd name="T98" fmla="*/ 182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6"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2" y="102"/>
                    <a:pt x="212" y="102"/>
                    <a:pt x="212" y="102"/>
                  </a:cubicBezTo>
                  <a:cubicBezTo>
                    <a:pt x="212" y="102"/>
                    <a:pt x="213" y="103"/>
                    <a:pt x="213" y="104"/>
                  </a:cubicBezTo>
                  <a:cubicBezTo>
                    <a:pt x="213" y="106"/>
                    <a:pt x="212" y="111"/>
                    <a:pt x="207"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8" y="6"/>
                  </a:cubicBezTo>
                  <a:cubicBezTo>
                    <a:pt x="80" y="11"/>
                    <a:pt x="75"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5" y="130"/>
                    <a:pt x="206" y="125"/>
                    <a:pt x="212" y="119"/>
                  </a:cubicBezTo>
                  <a:cubicBezTo>
                    <a:pt x="218" y="114"/>
                    <a:pt x="219" y="107"/>
                    <a:pt x="219" y="104"/>
                  </a:cubicBezTo>
                  <a:cubicBezTo>
                    <a:pt x="219" y="102"/>
                    <a:pt x="218" y="101"/>
                    <a:pt x="218" y="101"/>
                  </a:cubicBezTo>
                  <a:cubicBezTo>
                    <a:pt x="218" y="36"/>
                    <a:pt x="218" y="36"/>
                    <a:pt x="218" y="36"/>
                  </a:cubicBezTo>
                  <a:cubicBezTo>
                    <a:pt x="218" y="36"/>
                    <a:pt x="218" y="36"/>
                    <a:pt x="218" y="36"/>
                  </a:cubicBezTo>
                  <a:cubicBezTo>
                    <a:pt x="215" y="19"/>
                    <a:pt x="206" y="10"/>
                    <a:pt x="198" y="5"/>
                  </a:cubicBezTo>
                  <a:cubicBezTo>
                    <a:pt x="190" y="1"/>
                    <a:pt x="182"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5" name="Freeform 366">
              <a:extLst>
                <a:ext uri="{FF2B5EF4-FFF2-40B4-BE49-F238E27FC236}">
                  <a16:creationId xmlns:a16="http://schemas.microsoft.com/office/drawing/2014/main" id="{B086810C-7BD9-4A7B-8ADD-C4059F3F0349}"/>
                </a:ext>
              </a:extLst>
            </p:cNvPr>
            <p:cNvSpPr>
              <a:spLocks noEditPoints="1"/>
            </p:cNvSpPr>
            <p:nvPr userDrawn="1"/>
          </p:nvSpPr>
          <p:spPr bwMode="auto">
            <a:xfrm>
              <a:off x="6095248"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6" name="Freeform 367">
              <a:extLst>
                <a:ext uri="{FF2B5EF4-FFF2-40B4-BE49-F238E27FC236}">
                  <a16:creationId xmlns:a16="http://schemas.microsoft.com/office/drawing/2014/main" id="{1B6E0CAC-3737-4880-9EC9-FC1AA73181AA}"/>
                </a:ext>
              </a:extLst>
            </p:cNvPr>
            <p:cNvSpPr>
              <a:spLocks noEditPoints="1"/>
            </p:cNvSpPr>
            <p:nvPr userDrawn="1"/>
          </p:nvSpPr>
          <p:spPr bwMode="auto">
            <a:xfrm>
              <a:off x="6008950" y="65225"/>
              <a:ext cx="248857" cy="96332"/>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7" name="Freeform 368">
              <a:extLst>
                <a:ext uri="{FF2B5EF4-FFF2-40B4-BE49-F238E27FC236}">
                  <a16:creationId xmlns:a16="http://schemas.microsoft.com/office/drawing/2014/main" id="{5584CCB6-F1D1-4104-AA4C-20CD0648432F}"/>
                </a:ext>
              </a:extLst>
            </p:cNvPr>
            <p:cNvSpPr>
              <a:spLocks noEditPoints="1"/>
            </p:cNvSpPr>
            <p:nvPr userDrawn="1"/>
          </p:nvSpPr>
          <p:spPr bwMode="auto">
            <a:xfrm>
              <a:off x="5902584" y="1269373"/>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8" name="Freeform 369">
              <a:extLst>
                <a:ext uri="{FF2B5EF4-FFF2-40B4-BE49-F238E27FC236}">
                  <a16:creationId xmlns:a16="http://schemas.microsoft.com/office/drawing/2014/main" id="{DEAB5DFD-CCC1-45EC-A1C0-AAE19DCDF365}"/>
                </a:ext>
              </a:extLst>
            </p:cNvPr>
            <p:cNvSpPr>
              <a:spLocks noEditPoints="1"/>
            </p:cNvSpPr>
            <p:nvPr userDrawn="1"/>
          </p:nvSpPr>
          <p:spPr bwMode="auto">
            <a:xfrm>
              <a:off x="6010957" y="292006"/>
              <a:ext cx="282975" cy="244843"/>
            </a:xfrm>
            <a:custGeom>
              <a:avLst/>
              <a:gdLst>
                <a:gd name="T0" fmla="*/ 77 w 188"/>
                <a:gd name="T1" fmla="*/ 139 h 162"/>
                <a:gd name="T2" fmla="*/ 106 w 188"/>
                <a:gd name="T3" fmla="*/ 9 h 162"/>
                <a:gd name="T4" fmla="*/ 114 w 188"/>
                <a:gd name="T5" fmla="*/ 7 h 162"/>
                <a:gd name="T6" fmla="*/ 122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9" name="Freeform 370">
              <a:extLst>
                <a:ext uri="{FF2B5EF4-FFF2-40B4-BE49-F238E27FC236}">
                  <a16:creationId xmlns:a16="http://schemas.microsoft.com/office/drawing/2014/main" id="{E363F250-A925-49C9-91C6-5FF036C3FA33}"/>
                </a:ext>
              </a:extLst>
            </p:cNvPr>
            <p:cNvSpPr>
              <a:spLocks noEditPoints="1"/>
            </p:cNvSpPr>
            <p:nvPr userDrawn="1"/>
          </p:nvSpPr>
          <p:spPr bwMode="auto">
            <a:xfrm>
              <a:off x="7046524" y="-13747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6"/>
                    <a:pt x="86" y="26"/>
                    <a:pt x="86" y="26"/>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0" name="Freeform 371">
              <a:extLst>
                <a:ext uri="{FF2B5EF4-FFF2-40B4-BE49-F238E27FC236}">
                  <a16:creationId xmlns:a16="http://schemas.microsoft.com/office/drawing/2014/main" id="{EFED85BD-EE10-4DAA-AA4E-4E10D1F42493}"/>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close/>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1" name="Freeform 372">
              <a:extLst>
                <a:ext uri="{FF2B5EF4-FFF2-40B4-BE49-F238E27FC236}">
                  <a16:creationId xmlns:a16="http://schemas.microsoft.com/office/drawing/2014/main" id="{C9B30D91-F9E9-4D5B-976C-2783E64CBE1E}"/>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2" name="Freeform 373">
              <a:extLst>
                <a:ext uri="{FF2B5EF4-FFF2-40B4-BE49-F238E27FC236}">
                  <a16:creationId xmlns:a16="http://schemas.microsoft.com/office/drawing/2014/main" id="{7A674515-2ECB-49C8-8E7E-DB31C5E08832}"/>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3" name="Freeform 374">
              <a:extLst>
                <a:ext uri="{FF2B5EF4-FFF2-40B4-BE49-F238E27FC236}">
                  <a16:creationId xmlns:a16="http://schemas.microsoft.com/office/drawing/2014/main" id="{F184423A-75A2-4574-8897-C16360B219DF}"/>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4" name="Freeform 375">
              <a:extLst>
                <a:ext uri="{FF2B5EF4-FFF2-40B4-BE49-F238E27FC236}">
                  <a16:creationId xmlns:a16="http://schemas.microsoft.com/office/drawing/2014/main" id="{AAB851C5-2021-4CD4-9BC0-E39EBE3D7C00}"/>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5" name="Freeform 376">
              <a:extLst>
                <a:ext uri="{FF2B5EF4-FFF2-40B4-BE49-F238E27FC236}">
                  <a16:creationId xmlns:a16="http://schemas.microsoft.com/office/drawing/2014/main" id="{56800DB3-0C32-4E96-89D9-F57BCC3A5323}"/>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6" name="Freeform 377">
              <a:extLst>
                <a:ext uri="{FF2B5EF4-FFF2-40B4-BE49-F238E27FC236}">
                  <a16:creationId xmlns:a16="http://schemas.microsoft.com/office/drawing/2014/main" id="{731D63BB-4614-442C-8023-0B4D1054906E}"/>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7" name="Freeform 378">
              <a:extLst>
                <a:ext uri="{FF2B5EF4-FFF2-40B4-BE49-F238E27FC236}">
                  <a16:creationId xmlns:a16="http://schemas.microsoft.com/office/drawing/2014/main" id="{0F3B4E8D-C03E-4413-AEE1-A550ED2BD805}"/>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8" name="Freeform 379">
              <a:extLst>
                <a:ext uri="{FF2B5EF4-FFF2-40B4-BE49-F238E27FC236}">
                  <a16:creationId xmlns:a16="http://schemas.microsoft.com/office/drawing/2014/main" id="{67643E1D-DF35-4C98-9193-49EE9955BC97}"/>
                </a:ext>
              </a:extLst>
            </p:cNvPr>
            <p:cNvSpPr>
              <a:spLocks noEditPoints="1"/>
            </p:cNvSpPr>
            <p:nvPr userDrawn="1"/>
          </p:nvSpPr>
          <p:spPr bwMode="auto">
            <a:xfrm>
              <a:off x="8967139"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9" name="Freeform 380">
              <a:extLst>
                <a:ext uri="{FF2B5EF4-FFF2-40B4-BE49-F238E27FC236}">
                  <a16:creationId xmlns:a16="http://schemas.microsoft.com/office/drawing/2014/main" id="{2AE04C83-C677-4602-B3CC-9F4F1659E5D7}"/>
                </a:ext>
              </a:extLst>
            </p:cNvPr>
            <p:cNvSpPr>
              <a:spLocks noEditPoints="1"/>
            </p:cNvSpPr>
            <p:nvPr userDrawn="1"/>
          </p:nvSpPr>
          <p:spPr bwMode="auto">
            <a:xfrm>
              <a:off x="7682715" y="546884"/>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0" name="Freeform 381">
              <a:extLst>
                <a:ext uri="{FF2B5EF4-FFF2-40B4-BE49-F238E27FC236}">
                  <a16:creationId xmlns:a16="http://schemas.microsoft.com/office/drawing/2014/main" id="{FD98F04C-4A1D-4078-8395-DB5A6E963D5C}"/>
                </a:ext>
              </a:extLst>
            </p:cNvPr>
            <p:cNvSpPr>
              <a:spLocks noEditPoints="1"/>
            </p:cNvSpPr>
            <p:nvPr userDrawn="1"/>
          </p:nvSpPr>
          <p:spPr bwMode="auto">
            <a:xfrm>
              <a:off x="8633992" y="574981"/>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1" name="Freeform 382">
              <a:extLst>
                <a:ext uri="{FF2B5EF4-FFF2-40B4-BE49-F238E27FC236}">
                  <a16:creationId xmlns:a16="http://schemas.microsoft.com/office/drawing/2014/main" id="{43163863-83BC-4225-AE59-3DE77FE6E7E0}"/>
                </a:ext>
              </a:extLst>
            </p:cNvPr>
            <p:cNvSpPr>
              <a:spLocks noEditPoints="1"/>
            </p:cNvSpPr>
            <p:nvPr userDrawn="1"/>
          </p:nvSpPr>
          <p:spPr bwMode="auto">
            <a:xfrm>
              <a:off x="8987208" y="-732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2" name="Freeform 383">
              <a:extLst>
                <a:ext uri="{FF2B5EF4-FFF2-40B4-BE49-F238E27FC236}">
                  <a16:creationId xmlns:a16="http://schemas.microsoft.com/office/drawing/2014/main" id="{4A40FA81-B31B-4AC9-911E-3619FD595B54}"/>
                </a:ext>
              </a:extLst>
            </p:cNvPr>
            <p:cNvSpPr>
              <a:spLocks noEditPoints="1"/>
            </p:cNvSpPr>
            <p:nvPr userDrawn="1"/>
          </p:nvSpPr>
          <p:spPr bwMode="auto">
            <a:xfrm>
              <a:off x="8545688" y="1421898"/>
              <a:ext cx="126436" cy="122422"/>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3" name="Freeform 384">
              <a:extLst>
                <a:ext uri="{FF2B5EF4-FFF2-40B4-BE49-F238E27FC236}">
                  <a16:creationId xmlns:a16="http://schemas.microsoft.com/office/drawing/2014/main" id="{6D416478-475B-4D59-82F5-8C24D4A5A8E5}"/>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4" name="Freeform 385">
              <a:extLst>
                <a:ext uri="{FF2B5EF4-FFF2-40B4-BE49-F238E27FC236}">
                  <a16:creationId xmlns:a16="http://schemas.microsoft.com/office/drawing/2014/main" id="{EBEADF90-5E89-4D98-840E-956C2FFF5904}"/>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5" name="Freeform 386">
              <a:extLst>
                <a:ext uri="{FF2B5EF4-FFF2-40B4-BE49-F238E27FC236}">
                  <a16:creationId xmlns:a16="http://schemas.microsoft.com/office/drawing/2014/main" id="{40EFA631-82B9-4B02-91B6-2F1DC0CBB25D}"/>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6" name="Freeform 387">
              <a:extLst>
                <a:ext uri="{FF2B5EF4-FFF2-40B4-BE49-F238E27FC236}">
                  <a16:creationId xmlns:a16="http://schemas.microsoft.com/office/drawing/2014/main" id="{54A3F0A1-0781-43A6-9020-7CA73B27FA86}"/>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7" name="Freeform 388">
              <a:extLst>
                <a:ext uri="{FF2B5EF4-FFF2-40B4-BE49-F238E27FC236}">
                  <a16:creationId xmlns:a16="http://schemas.microsoft.com/office/drawing/2014/main" id="{BBAD623E-77AE-48B2-A7EC-109E8AC61286}"/>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8" name="Freeform 389">
              <a:extLst>
                <a:ext uri="{FF2B5EF4-FFF2-40B4-BE49-F238E27FC236}">
                  <a16:creationId xmlns:a16="http://schemas.microsoft.com/office/drawing/2014/main" id="{F2C36A0F-2822-4233-858D-1EAA974E2634}"/>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9" name="Freeform 390">
              <a:extLst>
                <a:ext uri="{FF2B5EF4-FFF2-40B4-BE49-F238E27FC236}">
                  <a16:creationId xmlns:a16="http://schemas.microsoft.com/office/drawing/2014/main" id="{98153874-56C1-42BD-9095-BF74F7AE34EB}"/>
                </a:ext>
              </a:extLst>
            </p:cNvPr>
            <p:cNvSpPr>
              <a:spLocks noEditPoints="1"/>
            </p:cNvSpPr>
            <p:nvPr userDrawn="1"/>
          </p:nvSpPr>
          <p:spPr bwMode="auto">
            <a:xfrm>
              <a:off x="6695314" y="532835"/>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0" name="Freeform 391">
              <a:extLst>
                <a:ext uri="{FF2B5EF4-FFF2-40B4-BE49-F238E27FC236}">
                  <a16:creationId xmlns:a16="http://schemas.microsoft.com/office/drawing/2014/main" id="{F57C2882-AE98-4C39-8F78-C65297D9429D}"/>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1" name="Freeform 392">
              <a:extLst>
                <a:ext uri="{FF2B5EF4-FFF2-40B4-BE49-F238E27FC236}">
                  <a16:creationId xmlns:a16="http://schemas.microsoft.com/office/drawing/2014/main" id="{2219B65B-4A9B-4C1B-8AA7-DCF4B89F89E1}"/>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2" name="Freeform 393">
              <a:extLst>
                <a:ext uri="{FF2B5EF4-FFF2-40B4-BE49-F238E27FC236}">
                  <a16:creationId xmlns:a16="http://schemas.microsoft.com/office/drawing/2014/main" id="{5A3F10B2-BF8E-4841-88F1-EF4D183D79B4}"/>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3" name="Freeform 394">
              <a:extLst>
                <a:ext uri="{FF2B5EF4-FFF2-40B4-BE49-F238E27FC236}">
                  <a16:creationId xmlns:a16="http://schemas.microsoft.com/office/drawing/2014/main" id="{31459943-2D7A-45D8-9478-C7451CD3932E}"/>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4" name="Freeform 395">
              <a:extLst>
                <a:ext uri="{FF2B5EF4-FFF2-40B4-BE49-F238E27FC236}">
                  <a16:creationId xmlns:a16="http://schemas.microsoft.com/office/drawing/2014/main" id="{3E72C97E-F647-41A4-9A5A-A535FA3698B5}"/>
                </a:ext>
              </a:extLst>
            </p:cNvPr>
            <p:cNvSpPr>
              <a:spLocks noEditPoints="1"/>
            </p:cNvSpPr>
            <p:nvPr userDrawn="1"/>
          </p:nvSpPr>
          <p:spPr bwMode="auto">
            <a:xfrm>
              <a:off x="6910054"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5" name="Freeform 396">
              <a:extLst>
                <a:ext uri="{FF2B5EF4-FFF2-40B4-BE49-F238E27FC236}">
                  <a16:creationId xmlns:a16="http://schemas.microsoft.com/office/drawing/2014/main" id="{F79F71C4-84BF-48EC-9939-FBA2F28867CE}"/>
                </a:ext>
              </a:extLst>
            </p:cNvPr>
            <p:cNvSpPr>
              <a:spLocks noEditPoints="1"/>
            </p:cNvSpPr>
            <p:nvPr userDrawn="1"/>
          </p:nvSpPr>
          <p:spPr bwMode="auto">
            <a:xfrm>
              <a:off x="6974275" y="312075"/>
              <a:ext cx="30104" cy="28097"/>
            </a:xfrm>
            <a:custGeom>
              <a:avLst/>
              <a:gdLst>
                <a:gd name="T0" fmla="*/ 19 w 19"/>
                <a:gd name="T1" fmla="*/ 9 h 18"/>
                <a:gd name="T2" fmla="*/ 19 w 19"/>
                <a:gd name="T3" fmla="*/ 9 h 18"/>
                <a:gd name="T4" fmla="*/ 19 w 19"/>
                <a:gd name="T5" fmla="*/ 9 h 18"/>
                <a:gd name="T6" fmla="*/ 10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 name="T40" fmla="*/ 10 w 19"/>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8">
                  <a:moveTo>
                    <a:pt x="19" y="9"/>
                  </a:moveTo>
                  <a:cubicBezTo>
                    <a:pt x="19" y="9"/>
                    <a:pt x="19" y="9"/>
                    <a:pt x="19" y="9"/>
                  </a:cubicBezTo>
                  <a:cubicBezTo>
                    <a:pt x="19" y="9"/>
                    <a:pt x="19" y="9"/>
                    <a:pt x="19" y="9"/>
                  </a:cubicBezTo>
                  <a:moveTo>
                    <a:pt x="10" y="0"/>
                  </a:moveTo>
                  <a:cubicBezTo>
                    <a:pt x="7" y="0"/>
                    <a:pt x="5"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6" name="Freeform 397">
              <a:extLst>
                <a:ext uri="{FF2B5EF4-FFF2-40B4-BE49-F238E27FC236}">
                  <a16:creationId xmlns:a16="http://schemas.microsoft.com/office/drawing/2014/main" id="{1446DE22-6AC3-431D-9473-02F9B624E920}"/>
                </a:ext>
              </a:extLst>
            </p:cNvPr>
            <p:cNvSpPr>
              <a:spLocks noEditPoints="1"/>
            </p:cNvSpPr>
            <p:nvPr userDrawn="1"/>
          </p:nvSpPr>
          <p:spPr bwMode="auto">
            <a:xfrm>
              <a:off x="6986317" y="336158"/>
              <a:ext cx="20069"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3" y="1"/>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7" name="Freeform 398">
              <a:extLst>
                <a:ext uri="{FF2B5EF4-FFF2-40B4-BE49-F238E27FC236}">
                  <a16:creationId xmlns:a16="http://schemas.microsoft.com/office/drawing/2014/main" id="{AF6D3541-9DB1-4340-8000-CFF4EB0069C5}"/>
                </a:ext>
              </a:extLst>
            </p:cNvPr>
            <p:cNvSpPr>
              <a:spLocks noEditPoints="1"/>
            </p:cNvSpPr>
            <p:nvPr userDrawn="1"/>
          </p:nvSpPr>
          <p:spPr bwMode="auto">
            <a:xfrm>
              <a:off x="7004378" y="348199"/>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0"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8" name="Freeform 399">
              <a:extLst>
                <a:ext uri="{FF2B5EF4-FFF2-40B4-BE49-F238E27FC236}">
                  <a16:creationId xmlns:a16="http://schemas.microsoft.com/office/drawing/2014/main" id="{E1133A02-08A5-45A6-8DF5-ABAD62499258}"/>
                </a:ext>
              </a:extLst>
            </p:cNvPr>
            <p:cNvSpPr>
              <a:spLocks noEditPoints="1"/>
            </p:cNvSpPr>
            <p:nvPr userDrawn="1"/>
          </p:nvSpPr>
          <p:spPr bwMode="auto">
            <a:xfrm>
              <a:off x="8609909" y="1154978"/>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9" name="Freeform 400">
              <a:extLst>
                <a:ext uri="{FF2B5EF4-FFF2-40B4-BE49-F238E27FC236}">
                  <a16:creationId xmlns:a16="http://schemas.microsoft.com/office/drawing/2014/main" id="{44512072-F04D-4A38-8F25-E8723D789C98}"/>
                </a:ext>
              </a:extLst>
            </p:cNvPr>
            <p:cNvSpPr>
              <a:spLocks noEditPoints="1"/>
            </p:cNvSpPr>
            <p:nvPr userDrawn="1"/>
          </p:nvSpPr>
          <p:spPr bwMode="auto">
            <a:xfrm>
              <a:off x="8605895" y="1251310"/>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7 w 19"/>
                <a:gd name="T47" fmla="*/ 4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8" y="5"/>
                    <a:pt x="17" y="4"/>
                    <a:pt x="17" y="4"/>
                  </a:cubicBezTo>
                  <a:cubicBezTo>
                    <a:pt x="16" y="2"/>
                    <a:pt x="14"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0" name="Freeform 401">
              <a:extLst>
                <a:ext uri="{FF2B5EF4-FFF2-40B4-BE49-F238E27FC236}">
                  <a16:creationId xmlns:a16="http://schemas.microsoft.com/office/drawing/2014/main" id="{5A6C8A72-AC19-4DE3-9C3B-EA9BA98B74A1}"/>
                </a:ext>
              </a:extLst>
            </p:cNvPr>
            <p:cNvSpPr>
              <a:spLocks noEditPoints="1"/>
            </p:cNvSpPr>
            <p:nvPr userDrawn="1"/>
          </p:nvSpPr>
          <p:spPr bwMode="auto">
            <a:xfrm>
              <a:off x="8593854" y="1271379"/>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3 w 14"/>
                <a:gd name="T47" fmla="*/ 3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7"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1" name="Freeform 402">
              <a:extLst>
                <a:ext uri="{FF2B5EF4-FFF2-40B4-BE49-F238E27FC236}">
                  <a16:creationId xmlns:a16="http://schemas.microsoft.com/office/drawing/2014/main" id="{5DBA39E7-622A-44D4-9D6D-0584F3FDFD44}"/>
                </a:ext>
              </a:extLst>
            </p:cNvPr>
            <p:cNvSpPr>
              <a:spLocks noEditPoints="1"/>
            </p:cNvSpPr>
            <p:nvPr userDrawn="1"/>
          </p:nvSpPr>
          <p:spPr bwMode="auto">
            <a:xfrm>
              <a:off x="8595861" y="1291448"/>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2" name="Freeform 403">
              <a:extLst>
                <a:ext uri="{FF2B5EF4-FFF2-40B4-BE49-F238E27FC236}">
                  <a16:creationId xmlns:a16="http://schemas.microsoft.com/office/drawing/2014/main" id="{2C52DED8-A77E-4818-AE5C-CB27E4DAC86B}"/>
                </a:ext>
              </a:extLst>
            </p:cNvPr>
            <p:cNvSpPr>
              <a:spLocks noEditPoints="1"/>
            </p:cNvSpPr>
            <p:nvPr userDrawn="1"/>
          </p:nvSpPr>
          <p:spPr bwMode="auto">
            <a:xfrm>
              <a:off x="8804580"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3" name="Freeform 404">
              <a:extLst>
                <a:ext uri="{FF2B5EF4-FFF2-40B4-BE49-F238E27FC236}">
                  <a16:creationId xmlns:a16="http://schemas.microsoft.com/office/drawing/2014/main" id="{37A0C5EE-9F0A-4847-A1DC-405AEF0D97BF}"/>
                </a:ext>
              </a:extLst>
            </p:cNvPr>
            <p:cNvSpPr>
              <a:spLocks noEditPoints="1"/>
            </p:cNvSpPr>
            <p:nvPr userDrawn="1"/>
          </p:nvSpPr>
          <p:spPr bwMode="auto">
            <a:xfrm>
              <a:off x="8800566" y="1036571"/>
              <a:ext cx="42146" cy="42146"/>
            </a:xfrm>
            <a:custGeom>
              <a:avLst/>
              <a:gdLst>
                <a:gd name="T0" fmla="*/ 14 w 28"/>
                <a:gd name="T1" fmla="*/ 21 h 27"/>
                <a:gd name="T2" fmla="*/ 7 w 28"/>
                <a:gd name="T3" fmla="*/ 18 h 27"/>
                <a:gd name="T4" fmla="*/ 6 w 28"/>
                <a:gd name="T5" fmla="*/ 14 h 27"/>
                <a:gd name="T6" fmla="*/ 9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9"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4" name="Freeform 405">
              <a:extLst>
                <a:ext uri="{FF2B5EF4-FFF2-40B4-BE49-F238E27FC236}">
                  <a16:creationId xmlns:a16="http://schemas.microsoft.com/office/drawing/2014/main" id="{74D0D429-9542-49FB-9F6C-E0E1B89C67F1}"/>
                </a:ext>
              </a:extLst>
            </p:cNvPr>
            <p:cNvSpPr>
              <a:spLocks noEditPoints="1"/>
            </p:cNvSpPr>
            <p:nvPr userDrawn="1"/>
          </p:nvSpPr>
          <p:spPr bwMode="auto">
            <a:xfrm>
              <a:off x="8778490"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5" name="Freeform 407">
              <a:extLst>
                <a:ext uri="{FF2B5EF4-FFF2-40B4-BE49-F238E27FC236}">
                  <a16:creationId xmlns:a16="http://schemas.microsoft.com/office/drawing/2014/main" id="{68782584-C095-4712-8DFC-E56EB2B2F332}"/>
                </a:ext>
              </a:extLst>
            </p:cNvPr>
            <p:cNvSpPr>
              <a:spLocks noEditPoints="1"/>
            </p:cNvSpPr>
            <p:nvPr userDrawn="1"/>
          </p:nvSpPr>
          <p:spPr bwMode="auto">
            <a:xfrm>
              <a:off x="8780496" y="1108820"/>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3 w 19"/>
                <a:gd name="T17" fmla="*/ 15 h 19"/>
                <a:gd name="T18" fmla="*/ 11 w 19"/>
                <a:gd name="T19" fmla="*/ 12 h 19"/>
                <a:gd name="T20" fmla="*/ 9 w 19"/>
                <a:gd name="T21" fmla="*/ 13 h 19"/>
                <a:gd name="T22" fmla="*/ 9 w 19"/>
                <a:gd name="T23" fmla="*/ 0 h 19"/>
                <a:gd name="T24" fmla="*/ 9 w 19"/>
                <a:gd name="T25" fmla="*/ 0 h 19"/>
                <a:gd name="T26" fmla="*/ 5 w 19"/>
                <a:gd name="T27" fmla="*/ 2 h 19"/>
                <a:gd name="T28" fmla="*/ 0 w 19"/>
                <a:gd name="T29" fmla="*/ 10 h 19"/>
                <a:gd name="T30" fmla="*/ 2 w 19"/>
                <a:gd name="T31" fmla="*/ 14 h 19"/>
                <a:gd name="T32" fmla="*/ 9 w 19"/>
                <a:gd name="T33" fmla="*/ 19 h 19"/>
                <a:gd name="T34" fmla="*/ 9 w 19"/>
                <a:gd name="T35" fmla="*/ 19 h 19"/>
                <a:gd name="T36" fmla="*/ 14 w 19"/>
                <a:gd name="T37" fmla="*/ 17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3" y="15"/>
                    <a:pt x="13" y="15"/>
                    <a:pt x="13" y="15"/>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6" name="Freeform 408">
              <a:extLst>
                <a:ext uri="{FF2B5EF4-FFF2-40B4-BE49-F238E27FC236}">
                  <a16:creationId xmlns:a16="http://schemas.microsoft.com/office/drawing/2014/main" id="{E532B5C1-1732-4C68-96A4-8DEA4B68FA52}"/>
                </a:ext>
              </a:extLst>
            </p:cNvPr>
            <p:cNvSpPr>
              <a:spLocks noEditPoints="1"/>
            </p:cNvSpPr>
            <p:nvPr userDrawn="1"/>
          </p:nvSpPr>
          <p:spPr bwMode="auto">
            <a:xfrm>
              <a:off x="8407210" y="-283978"/>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9 h 77"/>
                <a:gd name="T30" fmla="*/ 11 w 79"/>
                <a:gd name="T31" fmla="*/ 64 h 77"/>
                <a:gd name="T32" fmla="*/ 15 w 79"/>
                <a:gd name="T33" fmla="*/ 68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5" y="68"/>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7" name="Freeform 409">
              <a:extLst>
                <a:ext uri="{FF2B5EF4-FFF2-40B4-BE49-F238E27FC236}">
                  <a16:creationId xmlns:a16="http://schemas.microsoft.com/office/drawing/2014/main" id="{B09C4BFC-807C-42E2-A302-30DCE5488F42}"/>
                </a:ext>
              </a:extLst>
            </p:cNvPr>
            <p:cNvSpPr>
              <a:spLocks noEditPoints="1"/>
            </p:cNvSpPr>
            <p:nvPr userDrawn="1"/>
          </p:nvSpPr>
          <p:spPr bwMode="auto">
            <a:xfrm>
              <a:off x="8405204" y="-187646"/>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2 w 19"/>
                <a:gd name="T13" fmla="*/ 7 h 18"/>
                <a:gd name="T14" fmla="*/ 13 w 19"/>
                <a:gd name="T15" fmla="*/ 9 h 18"/>
                <a:gd name="T16" fmla="*/ 11 w 19"/>
                <a:gd name="T17" fmla="*/ 12 h 18"/>
                <a:gd name="T18" fmla="*/ 13 w 19"/>
                <a:gd name="T19" fmla="*/ 14 h 18"/>
                <a:gd name="T20" fmla="*/ 11 w 19"/>
                <a:gd name="T21" fmla="*/ 12 h 18"/>
                <a:gd name="T22" fmla="*/ 9 w 19"/>
                <a:gd name="T23" fmla="*/ 12 h 18"/>
                <a:gd name="T24" fmla="*/ 9 w 19"/>
                <a:gd name="T25" fmla="*/ 0 h 18"/>
                <a:gd name="T26" fmla="*/ 9 w 19"/>
                <a:gd name="T27" fmla="*/ 0 h 18"/>
                <a:gd name="T28" fmla="*/ 5 w 19"/>
                <a:gd name="T29" fmla="*/ 1 h 18"/>
                <a:gd name="T30" fmla="*/ 0 w 19"/>
                <a:gd name="T31" fmla="*/ 9 h 18"/>
                <a:gd name="T32" fmla="*/ 1 w 19"/>
                <a:gd name="T33" fmla="*/ 13 h 18"/>
                <a:gd name="T34" fmla="*/ 5 w 19"/>
                <a:gd name="T35" fmla="*/ 16 h 18"/>
                <a:gd name="T36" fmla="*/ 6 w 19"/>
                <a:gd name="T37" fmla="*/ 17 h 18"/>
                <a:gd name="T38" fmla="*/ 9 w 19"/>
                <a:gd name="T39" fmla="*/ 18 h 18"/>
                <a:gd name="T40" fmla="*/ 9 w 19"/>
                <a:gd name="T41" fmla="*/ 18 h 18"/>
                <a:gd name="T42" fmla="*/ 14 w 19"/>
                <a:gd name="T43" fmla="*/ 17 h 18"/>
                <a:gd name="T44" fmla="*/ 14 w 19"/>
                <a:gd name="T45" fmla="*/ 17 h 18"/>
                <a:gd name="T46" fmla="*/ 19 w 19"/>
                <a:gd name="T47" fmla="*/ 9 h 18"/>
                <a:gd name="T48" fmla="*/ 18 w 19"/>
                <a:gd name="T49" fmla="*/ 5 h 18"/>
                <a:gd name="T50" fmla="*/ 17 w 19"/>
                <a:gd name="T51" fmla="*/ 4 h 18"/>
                <a:gd name="T52" fmla="*/ 17 w 19"/>
                <a:gd name="T53" fmla="*/ 4 h 18"/>
                <a:gd name="T54" fmla="*/ 13 w 19"/>
                <a:gd name="T55" fmla="*/ 0 h 18"/>
                <a:gd name="T56" fmla="*/ 9 w 19"/>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2" y="7"/>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8" y="5"/>
                    <a:pt x="17" y="4"/>
                    <a:pt x="17" y="4"/>
                  </a:cubicBezTo>
                  <a:cubicBezTo>
                    <a:pt x="17" y="4"/>
                    <a:pt x="17" y="4"/>
                    <a:pt x="17" y="4"/>
                  </a:cubicBezTo>
                  <a:cubicBezTo>
                    <a:pt x="16" y="2"/>
                    <a:pt x="15"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8" name="Freeform 410">
              <a:extLst>
                <a:ext uri="{FF2B5EF4-FFF2-40B4-BE49-F238E27FC236}">
                  <a16:creationId xmlns:a16="http://schemas.microsoft.com/office/drawing/2014/main" id="{311C220B-2EC9-4E3E-97A3-11346057FB21}"/>
                </a:ext>
              </a:extLst>
            </p:cNvPr>
            <p:cNvSpPr>
              <a:spLocks noEditPoints="1"/>
            </p:cNvSpPr>
            <p:nvPr userDrawn="1"/>
          </p:nvSpPr>
          <p:spPr bwMode="auto">
            <a:xfrm>
              <a:off x="8393162" y="-169584"/>
              <a:ext cx="20069" cy="22077"/>
            </a:xfrm>
            <a:custGeom>
              <a:avLst/>
              <a:gdLst>
                <a:gd name="T0" fmla="*/ 7 w 14"/>
                <a:gd name="T1" fmla="*/ 8 h 14"/>
                <a:gd name="T2" fmla="*/ 6 w 14"/>
                <a:gd name="T3" fmla="*/ 8 h 14"/>
                <a:gd name="T4" fmla="*/ 6 w 14"/>
                <a:gd name="T5" fmla="*/ 8 h 14"/>
                <a:gd name="T6" fmla="*/ 6 w 14"/>
                <a:gd name="T7" fmla="*/ 7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8 h 14"/>
                <a:gd name="T22" fmla="*/ 7 w 14"/>
                <a:gd name="T23" fmla="*/ 0 h 14"/>
                <a:gd name="T24" fmla="*/ 7 w 14"/>
                <a:gd name="T25" fmla="*/ 0 h 14"/>
                <a:gd name="T26" fmla="*/ 3 w 14"/>
                <a:gd name="T27" fmla="*/ 1 h 14"/>
                <a:gd name="T28" fmla="*/ 0 w 14"/>
                <a:gd name="T29" fmla="*/ 7 h 14"/>
                <a:gd name="T30" fmla="*/ 1 w 14"/>
                <a:gd name="T31" fmla="*/ 11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1" y="11"/>
                    <a:pt x="1" y="11"/>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9" name="Freeform 411">
              <a:extLst>
                <a:ext uri="{FF2B5EF4-FFF2-40B4-BE49-F238E27FC236}">
                  <a16:creationId xmlns:a16="http://schemas.microsoft.com/office/drawing/2014/main" id="{70626003-B3E8-40B0-91C0-017392E43CED}"/>
                </a:ext>
              </a:extLst>
            </p:cNvPr>
            <p:cNvSpPr>
              <a:spLocks noEditPoints="1"/>
            </p:cNvSpPr>
            <p:nvPr userDrawn="1"/>
          </p:nvSpPr>
          <p:spPr bwMode="auto">
            <a:xfrm>
              <a:off x="8395169" y="-147508"/>
              <a:ext cx="18063" cy="20069"/>
            </a:xfrm>
            <a:custGeom>
              <a:avLst/>
              <a:gdLst>
                <a:gd name="T0" fmla="*/ 6 w 13"/>
                <a:gd name="T1" fmla="*/ 6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6 w 13"/>
                <a:gd name="T19" fmla="*/ 6 h 13"/>
                <a:gd name="T20" fmla="*/ 7 w 13"/>
                <a:gd name="T21" fmla="*/ 0 h 13"/>
                <a:gd name="T22" fmla="*/ 7 w 13"/>
                <a:gd name="T23" fmla="*/ 0 h 13"/>
                <a:gd name="T24" fmla="*/ 4 w 13"/>
                <a:gd name="T25" fmla="*/ 0 h 13"/>
                <a:gd name="T26" fmla="*/ 3 w 13"/>
                <a:gd name="T27" fmla="*/ 1 h 13"/>
                <a:gd name="T28" fmla="*/ 3 w 13"/>
                <a:gd name="T29" fmla="*/ 1 h 13"/>
                <a:gd name="T30" fmla="*/ 0 w 13"/>
                <a:gd name="T31" fmla="*/ 6 h 13"/>
                <a:gd name="T32" fmla="*/ 1 w 13"/>
                <a:gd name="T33" fmla="*/ 10 h 13"/>
                <a:gd name="T34" fmla="*/ 1 w 13"/>
                <a:gd name="T35" fmla="*/ 10 h 13"/>
                <a:gd name="T36" fmla="*/ 1 w 13"/>
                <a:gd name="T37" fmla="*/ 10 h 13"/>
                <a:gd name="T38" fmla="*/ 7 w 13"/>
                <a:gd name="T39" fmla="*/ 13 h 13"/>
                <a:gd name="T40" fmla="*/ 7 w 13"/>
                <a:gd name="T41" fmla="*/ 13 h 13"/>
                <a:gd name="T42" fmla="*/ 10 w 13"/>
                <a:gd name="T43" fmla="*/ 12 h 13"/>
                <a:gd name="T44" fmla="*/ 9 w 13"/>
                <a:gd name="T45" fmla="*/ 9 h 13"/>
                <a:gd name="T46" fmla="*/ 10 w 13"/>
                <a:gd name="T47" fmla="*/ 12 h 13"/>
                <a:gd name="T48" fmla="*/ 13 w 13"/>
                <a:gd name="T49" fmla="*/ 6 h 13"/>
                <a:gd name="T50" fmla="*/ 12 w 13"/>
                <a:gd name="T51" fmla="*/ 3 h 13"/>
                <a:gd name="T52" fmla="*/ 12 w 13"/>
                <a:gd name="T53" fmla="*/ 3 h 13"/>
                <a:gd name="T54" fmla="*/ 9 w 13"/>
                <a:gd name="T55" fmla="*/ 0 h 13"/>
                <a:gd name="T56" fmla="*/ 7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6"/>
                    <a:pt x="6" y="6"/>
                    <a:pt x="6" y="6"/>
                  </a:cubicBezTo>
                  <a:moveTo>
                    <a:pt x="7" y="0"/>
                  </a:moveTo>
                  <a:cubicBezTo>
                    <a:pt x="7" y="0"/>
                    <a:pt x="7" y="0"/>
                    <a:pt x="7" y="0"/>
                  </a:cubicBezTo>
                  <a:cubicBezTo>
                    <a:pt x="6" y="0"/>
                    <a:pt x="5" y="0"/>
                    <a:pt x="4" y="0"/>
                  </a:cubicBezTo>
                  <a:cubicBezTo>
                    <a:pt x="4" y="0"/>
                    <a:pt x="4" y="1"/>
                    <a:pt x="3" y="1"/>
                  </a:cubicBezTo>
                  <a:cubicBezTo>
                    <a:pt x="3" y="1"/>
                    <a:pt x="3" y="1"/>
                    <a:pt x="3" y="1"/>
                  </a:cubicBezTo>
                  <a:cubicBezTo>
                    <a:pt x="1" y="2"/>
                    <a:pt x="0" y="4"/>
                    <a:pt x="0" y="6"/>
                  </a:cubicBezTo>
                  <a:cubicBezTo>
                    <a:pt x="0" y="7"/>
                    <a:pt x="1" y="9"/>
                    <a:pt x="1" y="10"/>
                  </a:cubicBezTo>
                  <a:cubicBezTo>
                    <a:pt x="1" y="10"/>
                    <a:pt x="1" y="10"/>
                    <a:pt x="1" y="10"/>
                  </a:cubicBezTo>
                  <a:cubicBezTo>
                    <a:pt x="1" y="10"/>
                    <a:pt x="1" y="10"/>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0" name="Freeform 412">
              <a:extLst>
                <a:ext uri="{FF2B5EF4-FFF2-40B4-BE49-F238E27FC236}">
                  <a16:creationId xmlns:a16="http://schemas.microsoft.com/office/drawing/2014/main" id="{D117F072-78D2-4A85-864B-21D75C9A3E12}"/>
                </a:ext>
              </a:extLst>
            </p:cNvPr>
            <p:cNvSpPr>
              <a:spLocks noEditPoints="1"/>
            </p:cNvSpPr>
            <p:nvPr userDrawn="1"/>
          </p:nvSpPr>
          <p:spPr bwMode="auto">
            <a:xfrm>
              <a:off x="7785067"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1" name="Freeform 413">
              <a:extLst>
                <a:ext uri="{FF2B5EF4-FFF2-40B4-BE49-F238E27FC236}">
                  <a16:creationId xmlns:a16="http://schemas.microsoft.com/office/drawing/2014/main" id="{AB0D2B9B-A325-4C96-B6AE-0FD29CD97DBE}"/>
                </a:ext>
              </a:extLst>
            </p:cNvPr>
            <p:cNvSpPr>
              <a:spLocks noEditPoints="1"/>
            </p:cNvSpPr>
            <p:nvPr userDrawn="1"/>
          </p:nvSpPr>
          <p:spPr bwMode="auto">
            <a:xfrm>
              <a:off x="7877385"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8 w 24"/>
                <a:gd name="T23" fmla="*/ 8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9" y="18"/>
                    <a:pt x="6" y="15"/>
                    <a:pt x="6" y="12"/>
                  </a:cubicBezTo>
                  <a:cubicBezTo>
                    <a:pt x="6" y="10"/>
                    <a:pt x="7" y="9"/>
                    <a:pt x="8" y="8"/>
                  </a:cubicBezTo>
                  <a:cubicBezTo>
                    <a:pt x="9" y="7"/>
                    <a:pt x="11"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2" name="Freeform 414">
              <a:extLst>
                <a:ext uri="{FF2B5EF4-FFF2-40B4-BE49-F238E27FC236}">
                  <a16:creationId xmlns:a16="http://schemas.microsoft.com/office/drawing/2014/main" id="{70DCCFE5-C4D1-4F53-BFEE-D9BAA1F76AA8}"/>
                </a:ext>
              </a:extLst>
            </p:cNvPr>
            <p:cNvSpPr>
              <a:spLocks/>
            </p:cNvSpPr>
            <p:nvPr userDrawn="1"/>
          </p:nvSpPr>
          <p:spPr bwMode="auto">
            <a:xfrm>
              <a:off x="7891434"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3" name="Freeform 415">
              <a:extLst>
                <a:ext uri="{FF2B5EF4-FFF2-40B4-BE49-F238E27FC236}">
                  <a16:creationId xmlns:a16="http://schemas.microsoft.com/office/drawing/2014/main" id="{A31EAC0B-71C5-4A1D-AB05-B6AC0D442F7B}"/>
                </a:ext>
              </a:extLst>
            </p:cNvPr>
            <p:cNvSpPr>
              <a:spLocks noEditPoints="1"/>
            </p:cNvSpPr>
            <p:nvPr userDrawn="1"/>
          </p:nvSpPr>
          <p:spPr bwMode="auto">
            <a:xfrm>
              <a:off x="7919531" y="30003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4" name="Freeform 416">
              <a:extLst>
                <a:ext uri="{FF2B5EF4-FFF2-40B4-BE49-F238E27FC236}">
                  <a16:creationId xmlns:a16="http://schemas.microsoft.com/office/drawing/2014/main" id="{C80D91CB-67A3-44CA-8F9D-8343135AC4FF}"/>
                </a:ext>
              </a:extLst>
            </p:cNvPr>
            <p:cNvSpPr>
              <a:spLocks noEditPoints="1"/>
            </p:cNvSpPr>
            <p:nvPr userDrawn="1"/>
          </p:nvSpPr>
          <p:spPr bwMode="auto">
            <a:xfrm>
              <a:off x="8003821" y="1514216"/>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5" name="Freeform 417">
              <a:extLst>
                <a:ext uri="{FF2B5EF4-FFF2-40B4-BE49-F238E27FC236}">
                  <a16:creationId xmlns:a16="http://schemas.microsoft.com/office/drawing/2014/main" id="{F36F39FE-DBC0-4618-B494-E08942AFEB91}"/>
                </a:ext>
              </a:extLst>
            </p:cNvPr>
            <p:cNvSpPr>
              <a:spLocks noEditPoints="1"/>
            </p:cNvSpPr>
            <p:nvPr userDrawn="1"/>
          </p:nvSpPr>
          <p:spPr bwMode="auto">
            <a:xfrm>
              <a:off x="8106173" y="1694838"/>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8 w 26"/>
                <a:gd name="T25" fmla="*/ 8 h 26"/>
                <a:gd name="T26" fmla="*/ 13 w 26"/>
                <a:gd name="T27" fmla="*/ 6 h 26"/>
                <a:gd name="T28" fmla="*/ 20 w 26"/>
                <a:gd name="T29" fmla="*/ 13 h 26"/>
                <a:gd name="T30" fmla="*/ 23 w 26"/>
                <a:gd name="T31" fmla="*/ 13 h 26"/>
                <a:gd name="T32" fmla="*/ 26 w 26"/>
                <a:gd name="T33" fmla="*/ 13 h 26"/>
                <a:gd name="T34" fmla="*/ 26 w 26"/>
                <a:gd name="T35" fmla="*/ 13 h 26"/>
                <a:gd name="T36" fmla="*/ 13 w 26"/>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11"/>
                    <a:pt x="7" y="10"/>
                    <a:pt x="8" y="8"/>
                  </a:cubicBezTo>
                  <a:cubicBezTo>
                    <a:pt x="10" y="7"/>
                    <a:pt x="11"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6" name="Freeform 418">
              <a:extLst>
                <a:ext uri="{FF2B5EF4-FFF2-40B4-BE49-F238E27FC236}">
                  <a16:creationId xmlns:a16="http://schemas.microsoft.com/office/drawing/2014/main" id="{96963C20-8457-4F81-834C-EB824C85CA4A}"/>
                </a:ext>
              </a:extLst>
            </p:cNvPr>
            <p:cNvSpPr>
              <a:spLocks/>
            </p:cNvSpPr>
            <p:nvPr userDrawn="1"/>
          </p:nvSpPr>
          <p:spPr bwMode="auto">
            <a:xfrm>
              <a:off x="8122228" y="1736983"/>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7" name="Freeform 419">
              <a:extLst>
                <a:ext uri="{FF2B5EF4-FFF2-40B4-BE49-F238E27FC236}">
                  <a16:creationId xmlns:a16="http://schemas.microsoft.com/office/drawing/2014/main" id="{97993557-06D6-4655-9956-930DEEB057C5}"/>
                </a:ext>
              </a:extLst>
            </p:cNvPr>
            <p:cNvSpPr>
              <a:spLocks noEditPoints="1"/>
            </p:cNvSpPr>
            <p:nvPr userDrawn="1"/>
          </p:nvSpPr>
          <p:spPr bwMode="auto">
            <a:xfrm>
              <a:off x="8154339" y="1753038"/>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8" name="Freeform 420">
              <a:extLst>
                <a:ext uri="{FF2B5EF4-FFF2-40B4-BE49-F238E27FC236}">
                  <a16:creationId xmlns:a16="http://schemas.microsoft.com/office/drawing/2014/main" id="{75DF536B-A486-43BF-A0AD-A554E56B2403}"/>
                </a:ext>
              </a:extLst>
            </p:cNvPr>
            <p:cNvSpPr>
              <a:spLocks noEditPoints="1"/>
            </p:cNvSpPr>
            <p:nvPr userDrawn="1"/>
          </p:nvSpPr>
          <p:spPr bwMode="auto">
            <a:xfrm>
              <a:off x="7961675" y="709444"/>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9" name="Freeform 421">
              <a:extLst>
                <a:ext uri="{FF2B5EF4-FFF2-40B4-BE49-F238E27FC236}">
                  <a16:creationId xmlns:a16="http://schemas.microsoft.com/office/drawing/2014/main" id="{1223943B-EAD0-4DD4-99A2-A7175A9C686F}"/>
                </a:ext>
              </a:extLst>
            </p:cNvPr>
            <p:cNvSpPr>
              <a:spLocks/>
            </p:cNvSpPr>
            <p:nvPr userDrawn="1"/>
          </p:nvSpPr>
          <p:spPr bwMode="auto">
            <a:xfrm>
              <a:off x="8058007"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8 w 24"/>
                <a:gd name="T19" fmla="*/ 8 h 24"/>
                <a:gd name="T20" fmla="*/ 12 w 24"/>
                <a:gd name="T21" fmla="*/ 6 h 24"/>
                <a:gd name="T22" fmla="*/ 18 w 24"/>
                <a:gd name="T23" fmla="*/ 12 h 24"/>
                <a:gd name="T24" fmla="*/ 21 w 24"/>
                <a:gd name="T25" fmla="*/ 12 h 24"/>
                <a:gd name="T26" fmla="*/ 24 w 24"/>
                <a:gd name="T27" fmla="*/ 12 h 24"/>
                <a:gd name="T28" fmla="*/ 24 w 24"/>
                <a:gd name="T29" fmla="*/ 12 h 24"/>
                <a:gd name="T30" fmla="*/ 12 w 2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11"/>
                    <a:pt x="7" y="9"/>
                    <a:pt x="8" y="8"/>
                  </a:cubicBezTo>
                  <a:cubicBezTo>
                    <a:pt x="9" y="7"/>
                    <a:pt x="10"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0" name="Freeform 422">
              <a:extLst>
                <a:ext uri="{FF2B5EF4-FFF2-40B4-BE49-F238E27FC236}">
                  <a16:creationId xmlns:a16="http://schemas.microsoft.com/office/drawing/2014/main" id="{C7AB8C27-A8A3-4ACA-9BF9-88446355946A}"/>
                </a:ext>
              </a:extLst>
            </p:cNvPr>
            <p:cNvSpPr>
              <a:spLocks/>
            </p:cNvSpPr>
            <p:nvPr userDrawn="1"/>
          </p:nvSpPr>
          <p:spPr bwMode="auto">
            <a:xfrm>
              <a:off x="8070049" y="906121"/>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1" name="Freeform 423">
              <a:extLst>
                <a:ext uri="{FF2B5EF4-FFF2-40B4-BE49-F238E27FC236}">
                  <a16:creationId xmlns:a16="http://schemas.microsoft.com/office/drawing/2014/main" id="{288DF657-0C96-472D-B11E-9B55C1B8E260}"/>
                </a:ext>
              </a:extLst>
            </p:cNvPr>
            <p:cNvSpPr>
              <a:spLocks noEditPoints="1"/>
            </p:cNvSpPr>
            <p:nvPr userDrawn="1"/>
          </p:nvSpPr>
          <p:spPr bwMode="auto">
            <a:xfrm>
              <a:off x="8098145"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2" name="Freeform 424">
              <a:extLst>
                <a:ext uri="{FF2B5EF4-FFF2-40B4-BE49-F238E27FC236}">
                  <a16:creationId xmlns:a16="http://schemas.microsoft.com/office/drawing/2014/main" id="{D7465A0B-D33D-43C3-AFFF-E8A231A91D47}"/>
                </a:ext>
              </a:extLst>
            </p:cNvPr>
            <p:cNvSpPr>
              <a:spLocks noEditPoints="1"/>
            </p:cNvSpPr>
            <p:nvPr userDrawn="1"/>
          </p:nvSpPr>
          <p:spPr bwMode="auto">
            <a:xfrm>
              <a:off x="7560293"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3" name="Freeform 425">
              <a:extLst>
                <a:ext uri="{FF2B5EF4-FFF2-40B4-BE49-F238E27FC236}">
                  <a16:creationId xmlns:a16="http://schemas.microsoft.com/office/drawing/2014/main" id="{A4F4E699-171B-4800-9583-C603859F6D37}"/>
                </a:ext>
              </a:extLst>
            </p:cNvPr>
            <p:cNvSpPr>
              <a:spLocks noEditPoints="1"/>
            </p:cNvSpPr>
            <p:nvPr userDrawn="1"/>
          </p:nvSpPr>
          <p:spPr bwMode="auto">
            <a:xfrm>
              <a:off x="7726867" y="1066674"/>
              <a:ext cx="38132"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8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0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4" name="Freeform 426">
              <a:extLst>
                <a:ext uri="{FF2B5EF4-FFF2-40B4-BE49-F238E27FC236}">
                  <a16:creationId xmlns:a16="http://schemas.microsoft.com/office/drawing/2014/main" id="{0E039876-D3C6-4BE1-AD43-F83D4A261832}"/>
                </a:ext>
              </a:extLst>
            </p:cNvPr>
            <p:cNvSpPr>
              <a:spLocks noEditPoints="1"/>
            </p:cNvSpPr>
            <p:nvPr userDrawn="1"/>
          </p:nvSpPr>
          <p:spPr bwMode="auto">
            <a:xfrm>
              <a:off x="7760984" y="1090757"/>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3" y="8"/>
                  </a:moveTo>
                  <a:cubicBezTo>
                    <a:pt x="15" y="6"/>
                    <a:pt x="15" y="6"/>
                    <a:pt x="15" y="6"/>
                  </a:cubicBezTo>
                  <a:cubicBezTo>
                    <a:pt x="13" y="8"/>
                    <a:pt x="13" y="8"/>
                    <a:pt x="13" y="8"/>
                  </a:cubicBezTo>
                  <a:cubicBezTo>
                    <a:pt x="14" y="8"/>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5" name="Freeform 427">
              <a:extLst>
                <a:ext uri="{FF2B5EF4-FFF2-40B4-BE49-F238E27FC236}">
                  <a16:creationId xmlns:a16="http://schemas.microsoft.com/office/drawing/2014/main" id="{E291B41B-DA1B-4367-BB8F-46634A83EE40}"/>
                </a:ext>
              </a:extLst>
            </p:cNvPr>
            <p:cNvSpPr>
              <a:spLocks noEditPoints="1"/>
            </p:cNvSpPr>
            <p:nvPr userDrawn="1"/>
          </p:nvSpPr>
          <p:spPr bwMode="auto">
            <a:xfrm>
              <a:off x="7793095" y="1088751"/>
              <a:ext cx="28097" cy="26090"/>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6 w 18"/>
                <a:gd name="T19" fmla="*/ 9 h 18"/>
                <a:gd name="T20" fmla="*/ 7 w 18"/>
                <a:gd name="T21" fmla="*/ 7 h 18"/>
                <a:gd name="T22" fmla="*/ 9 w 18"/>
                <a:gd name="T23" fmla="*/ 6 h 18"/>
                <a:gd name="T24" fmla="*/ 11 w 18"/>
                <a:gd name="T25" fmla="*/ 8 h 18"/>
                <a:gd name="T26" fmla="*/ 9 w 18"/>
                <a:gd name="T27" fmla="*/ 0 h 18"/>
                <a:gd name="T28" fmla="*/ 9 w 18"/>
                <a:gd name="T29" fmla="*/ 0 h 18"/>
                <a:gd name="T30" fmla="*/ 4 w 18"/>
                <a:gd name="T31" fmla="*/ 2 h 18"/>
                <a:gd name="T32" fmla="*/ 0 w 18"/>
                <a:gd name="T33" fmla="*/ 9 h 18"/>
                <a:gd name="T34" fmla="*/ 2 w 18"/>
                <a:gd name="T35" fmla="*/ 14 h 18"/>
                <a:gd name="T36" fmla="*/ 9 w 18"/>
                <a:gd name="T37" fmla="*/ 18 h 18"/>
                <a:gd name="T38" fmla="*/ 9 w 18"/>
                <a:gd name="T39" fmla="*/ 18 h 18"/>
                <a:gd name="T40" fmla="*/ 9 w 18"/>
                <a:gd name="T41" fmla="*/ 18 h 18"/>
                <a:gd name="T42" fmla="*/ 14 w 18"/>
                <a:gd name="T43" fmla="*/ 16 h 18"/>
                <a:gd name="T44" fmla="*/ 18 w 18"/>
                <a:gd name="T45" fmla="*/ 9 h 18"/>
                <a:gd name="T46" fmla="*/ 16 w 18"/>
                <a:gd name="T47" fmla="*/ 4 h 18"/>
                <a:gd name="T48" fmla="*/ 16 w 18"/>
                <a:gd name="T49" fmla="*/ 4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7" y="0"/>
                    <a:pt x="5" y="1"/>
                    <a:pt x="4" y="2"/>
                  </a:cubicBezTo>
                  <a:cubicBezTo>
                    <a:pt x="1"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6" name="Freeform 428">
              <a:extLst>
                <a:ext uri="{FF2B5EF4-FFF2-40B4-BE49-F238E27FC236}">
                  <a16:creationId xmlns:a16="http://schemas.microsoft.com/office/drawing/2014/main" id="{ECE83516-EFE7-42E0-9C2A-8D6F577661DB}"/>
                </a:ext>
              </a:extLst>
            </p:cNvPr>
            <p:cNvSpPr>
              <a:spLocks/>
            </p:cNvSpPr>
            <p:nvPr userDrawn="1"/>
          </p:nvSpPr>
          <p:spPr bwMode="auto">
            <a:xfrm>
              <a:off x="6233724"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7" name="Freeform 429">
              <a:extLst>
                <a:ext uri="{FF2B5EF4-FFF2-40B4-BE49-F238E27FC236}">
                  <a16:creationId xmlns:a16="http://schemas.microsoft.com/office/drawing/2014/main" id="{A5C2A760-AF98-4E14-A1EE-17C78B0E4B5D}"/>
                </a:ext>
              </a:extLst>
            </p:cNvPr>
            <p:cNvSpPr>
              <a:spLocks noEditPoints="1"/>
            </p:cNvSpPr>
            <p:nvPr userDrawn="1"/>
          </p:nvSpPr>
          <p:spPr bwMode="auto">
            <a:xfrm>
              <a:off x="6285904" y="835880"/>
              <a:ext cx="26091" cy="2006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8" name="Freeform 430">
              <a:extLst>
                <a:ext uri="{FF2B5EF4-FFF2-40B4-BE49-F238E27FC236}">
                  <a16:creationId xmlns:a16="http://schemas.microsoft.com/office/drawing/2014/main" id="{4967021E-7E17-49DC-939C-DDA374E960AF}"/>
                </a:ext>
              </a:extLst>
            </p:cNvPr>
            <p:cNvSpPr>
              <a:spLocks noEditPoints="1"/>
            </p:cNvSpPr>
            <p:nvPr userDrawn="1"/>
          </p:nvSpPr>
          <p:spPr bwMode="auto">
            <a:xfrm>
              <a:off x="6524726" y="811797"/>
              <a:ext cx="62215" cy="62215"/>
            </a:xfrm>
            <a:custGeom>
              <a:avLst/>
              <a:gdLst>
                <a:gd name="T0" fmla="*/ 35 w 41"/>
                <a:gd name="T1" fmla="*/ 10 h 41"/>
                <a:gd name="T2" fmla="*/ 35 w 41"/>
                <a:gd name="T3" fmla="*/ 10 h 41"/>
                <a:gd name="T4" fmla="*/ 37 w 41"/>
                <a:gd name="T5" fmla="*/ 9 h 41"/>
                <a:gd name="T6" fmla="*/ 35 w 41"/>
                <a:gd name="T7" fmla="*/ 10 h 41"/>
                <a:gd name="T8" fmla="*/ 20 w 41"/>
                <a:gd name="T9" fmla="*/ 35 h 41"/>
                <a:gd name="T10" fmla="*/ 9 w 41"/>
                <a:gd name="T11" fmla="*/ 29 h 41"/>
                <a:gd name="T12" fmla="*/ 6 w 41"/>
                <a:gd name="T13" fmla="*/ 21 h 41"/>
                <a:gd name="T14" fmla="*/ 12 w 41"/>
                <a:gd name="T15" fmla="*/ 9 h 41"/>
                <a:gd name="T16" fmla="*/ 20 w 41"/>
                <a:gd name="T17" fmla="*/ 6 h 41"/>
                <a:gd name="T18" fmla="*/ 32 w 41"/>
                <a:gd name="T19" fmla="*/ 12 h 41"/>
                <a:gd name="T20" fmla="*/ 32 w 41"/>
                <a:gd name="T21" fmla="*/ 12 h 41"/>
                <a:gd name="T22" fmla="*/ 35 w 41"/>
                <a:gd name="T23" fmla="*/ 21 h 41"/>
                <a:gd name="T24" fmla="*/ 29 w 41"/>
                <a:gd name="T25" fmla="*/ 32 h 41"/>
                <a:gd name="T26" fmla="*/ 20 w 41"/>
                <a:gd name="T27" fmla="*/ 35 h 41"/>
                <a:gd name="T28" fmla="*/ 20 w 41"/>
                <a:gd name="T29" fmla="*/ 0 h 41"/>
                <a:gd name="T30" fmla="*/ 20 w 41"/>
                <a:gd name="T31" fmla="*/ 0 h 41"/>
                <a:gd name="T32" fmla="*/ 8 w 41"/>
                <a:gd name="T33" fmla="*/ 4 h 41"/>
                <a:gd name="T34" fmla="*/ 0 w 41"/>
                <a:gd name="T35" fmla="*/ 21 h 41"/>
                <a:gd name="T36" fmla="*/ 4 w 41"/>
                <a:gd name="T37" fmla="*/ 33 h 41"/>
                <a:gd name="T38" fmla="*/ 20 w 41"/>
                <a:gd name="T39" fmla="*/ 41 h 41"/>
                <a:gd name="T40" fmla="*/ 20 w 41"/>
                <a:gd name="T41" fmla="*/ 41 h 41"/>
                <a:gd name="T42" fmla="*/ 33 w 41"/>
                <a:gd name="T43" fmla="*/ 37 h 41"/>
                <a:gd name="T44" fmla="*/ 41 w 41"/>
                <a:gd name="T45" fmla="*/ 21 h 41"/>
                <a:gd name="T46" fmla="*/ 37 w 41"/>
                <a:gd name="T47" fmla="*/ 9 h 41"/>
                <a:gd name="T48" fmla="*/ 37 w 41"/>
                <a:gd name="T49" fmla="*/ 9 h 41"/>
                <a:gd name="T50" fmla="*/ 20 w 4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1">
                  <a:moveTo>
                    <a:pt x="35" y="10"/>
                  </a:moveTo>
                  <a:cubicBezTo>
                    <a:pt x="35" y="10"/>
                    <a:pt x="35" y="10"/>
                    <a:pt x="35" y="10"/>
                  </a:cubicBezTo>
                  <a:cubicBezTo>
                    <a:pt x="37" y="9"/>
                    <a:pt x="37" y="9"/>
                    <a:pt x="37" y="9"/>
                  </a:cubicBezTo>
                  <a:cubicBezTo>
                    <a:pt x="35" y="10"/>
                    <a:pt x="35" y="10"/>
                    <a:pt x="35" y="10"/>
                  </a:cubicBezTo>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4"/>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9" name="Freeform 431">
              <a:extLst>
                <a:ext uri="{FF2B5EF4-FFF2-40B4-BE49-F238E27FC236}">
                  <a16:creationId xmlns:a16="http://schemas.microsoft.com/office/drawing/2014/main" id="{0C0C1F4B-BF0B-43DE-9085-C31058E23553}"/>
                </a:ext>
              </a:extLst>
            </p:cNvPr>
            <p:cNvSpPr>
              <a:spLocks noEditPoints="1"/>
            </p:cNvSpPr>
            <p:nvPr userDrawn="1"/>
          </p:nvSpPr>
          <p:spPr bwMode="auto">
            <a:xfrm>
              <a:off x="6584933" y="859963"/>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1"/>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0" name="Freeform 432">
              <a:extLst>
                <a:ext uri="{FF2B5EF4-FFF2-40B4-BE49-F238E27FC236}">
                  <a16:creationId xmlns:a16="http://schemas.microsoft.com/office/drawing/2014/main" id="{1D8759B3-849B-4280-A399-A772AB0FC946}"/>
                </a:ext>
              </a:extLst>
            </p:cNvPr>
            <p:cNvSpPr>
              <a:spLocks/>
            </p:cNvSpPr>
            <p:nvPr userDrawn="1"/>
          </p:nvSpPr>
          <p:spPr bwMode="auto">
            <a:xfrm>
              <a:off x="6645140" y="855949"/>
              <a:ext cx="40138" cy="36124"/>
            </a:xfrm>
            <a:custGeom>
              <a:avLst/>
              <a:gdLst>
                <a:gd name="T0" fmla="*/ 13 w 26"/>
                <a:gd name="T1" fmla="*/ 0 h 25"/>
                <a:gd name="T2" fmla="*/ 13 w 26"/>
                <a:gd name="T3" fmla="*/ 0 h 25"/>
                <a:gd name="T4" fmla="*/ 5 w 26"/>
                <a:gd name="T5" fmla="*/ 2 h 25"/>
                <a:gd name="T6" fmla="*/ 0 w 26"/>
                <a:gd name="T7" fmla="*/ 12 h 25"/>
                <a:gd name="T8" fmla="*/ 3 w 26"/>
                <a:gd name="T9" fmla="*/ 20 h 25"/>
                <a:gd name="T10" fmla="*/ 13 w 26"/>
                <a:gd name="T11" fmla="*/ 25 h 25"/>
                <a:gd name="T12" fmla="*/ 13 w 26"/>
                <a:gd name="T13" fmla="*/ 25 h 25"/>
                <a:gd name="T14" fmla="*/ 13 w 26"/>
                <a:gd name="T15" fmla="*/ 25 h 25"/>
                <a:gd name="T16" fmla="*/ 21 w 26"/>
                <a:gd name="T17" fmla="*/ 23 h 25"/>
                <a:gd name="T18" fmla="*/ 26 w 26"/>
                <a:gd name="T19" fmla="*/ 12 h 25"/>
                <a:gd name="T20" fmla="*/ 24 w 26"/>
                <a:gd name="T21" fmla="*/ 5 h 25"/>
                <a:gd name="T22" fmla="*/ 21 w 26"/>
                <a:gd name="T23" fmla="*/ 6 h 25"/>
                <a:gd name="T24" fmla="*/ 19 w 26"/>
                <a:gd name="T25" fmla="*/ 8 h 25"/>
                <a:gd name="T26" fmla="*/ 20 w 26"/>
                <a:gd name="T27" fmla="*/ 12 h 25"/>
                <a:gd name="T28" fmla="*/ 18 w 26"/>
                <a:gd name="T29" fmla="*/ 18 h 25"/>
                <a:gd name="T30" fmla="*/ 13 w 26"/>
                <a:gd name="T31" fmla="*/ 19 h 25"/>
                <a:gd name="T32" fmla="*/ 8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1" name="Freeform 433">
              <a:extLst>
                <a:ext uri="{FF2B5EF4-FFF2-40B4-BE49-F238E27FC236}">
                  <a16:creationId xmlns:a16="http://schemas.microsoft.com/office/drawing/2014/main" id="{90738E9A-A5C3-4978-B025-71FDED438EFC}"/>
                </a:ext>
              </a:extLst>
            </p:cNvPr>
            <p:cNvSpPr>
              <a:spLocks/>
            </p:cNvSpPr>
            <p:nvPr userDrawn="1"/>
          </p:nvSpPr>
          <p:spPr bwMode="auto">
            <a:xfrm>
              <a:off x="7443892" y="245847"/>
              <a:ext cx="166574" cy="156539"/>
            </a:xfrm>
            <a:custGeom>
              <a:avLst/>
              <a:gdLst>
                <a:gd name="T0" fmla="*/ 53 w 111"/>
                <a:gd name="T1" fmla="*/ 0 h 103"/>
                <a:gd name="T2" fmla="*/ 22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8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2" name="Freeform 434">
              <a:extLst>
                <a:ext uri="{FF2B5EF4-FFF2-40B4-BE49-F238E27FC236}">
                  <a16:creationId xmlns:a16="http://schemas.microsoft.com/office/drawing/2014/main" id="{F0B6B67E-53E7-44FA-A337-7B23021D28FD}"/>
                </a:ext>
              </a:extLst>
            </p:cNvPr>
            <p:cNvSpPr>
              <a:spLocks noEditPoints="1"/>
            </p:cNvSpPr>
            <p:nvPr userDrawn="1"/>
          </p:nvSpPr>
          <p:spPr bwMode="auto">
            <a:xfrm>
              <a:off x="7423823" y="247854"/>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3" name="Freeform 435">
              <a:extLst>
                <a:ext uri="{FF2B5EF4-FFF2-40B4-BE49-F238E27FC236}">
                  <a16:creationId xmlns:a16="http://schemas.microsoft.com/office/drawing/2014/main" id="{3DE5650B-515F-4C9D-9EF9-369D98EE46FD}"/>
                </a:ext>
              </a:extLst>
            </p:cNvPr>
            <p:cNvSpPr>
              <a:spLocks noEditPoints="1"/>
            </p:cNvSpPr>
            <p:nvPr userDrawn="1"/>
          </p:nvSpPr>
          <p:spPr bwMode="auto">
            <a:xfrm>
              <a:off x="7399740" y="233806"/>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3 w 19"/>
                <a:gd name="T11" fmla="*/ 10 h 18"/>
                <a:gd name="T12" fmla="*/ 13 w 19"/>
                <a:gd name="T13" fmla="*/ 10 h 18"/>
                <a:gd name="T14" fmla="*/ 12 w 19"/>
                <a:gd name="T15" fmla="*/ 11 h 18"/>
                <a:gd name="T16" fmla="*/ 10 w 19"/>
                <a:gd name="T17" fmla="*/ 12 h 18"/>
                <a:gd name="T18" fmla="*/ 10 w 19"/>
                <a:gd name="T19" fmla="*/ 12 h 18"/>
                <a:gd name="T20" fmla="*/ 8 w 19"/>
                <a:gd name="T21" fmla="*/ 12 h 18"/>
                <a:gd name="T22" fmla="*/ 6 w 19"/>
                <a:gd name="T23" fmla="*/ 9 h 18"/>
                <a:gd name="T24" fmla="*/ 6 w 19"/>
                <a:gd name="T25" fmla="*/ 8 h 18"/>
                <a:gd name="T26" fmla="*/ 6 w 19"/>
                <a:gd name="T27" fmla="*/ 8 h 18"/>
                <a:gd name="T28" fmla="*/ 7 w 19"/>
                <a:gd name="T29" fmla="*/ 7 h 18"/>
                <a:gd name="T30" fmla="*/ 9 w 19"/>
                <a:gd name="T31" fmla="*/ 6 h 18"/>
                <a:gd name="T32" fmla="*/ 9 w 19"/>
                <a:gd name="T33" fmla="*/ 6 h 18"/>
                <a:gd name="T34" fmla="*/ 10 w 19"/>
                <a:gd name="T35" fmla="*/ 6 h 18"/>
                <a:gd name="T36" fmla="*/ 9 w 19"/>
                <a:gd name="T37" fmla="*/ 0 h 18"/>
                <a:gd name="T38" fmla="*/ 4 w 19"/>
                <a:gd name="T39" fmla="*/ 2 h 18"/>
                <a:gd name="T40" fmla="*/ 1 w 19"/>
                <a:gd name="T41" fmla="*/ 6 h 18"/>
                <a:gd name="T42" fmla="*/ 1 w 19"/>
                <a:gd name="T43" fmla="*/ 6 h 18"/>
                <a:gd name="T44" fmla="*/ 0 w 19"/>
                <a:gd name="T45" fmla="*/ 9 h 18"/>
                <a:gd name="T46" fmla="*/ 6 w 19"/>
                <a:gd name="T47" fmla="*/ 17 h 18"/>
                <a:gd name="T48" fmla="*/ 10 w 19"/>
                <a:gd name="T49" fmla="*/ 18 h 18"/>
                <a:gd name="T50" fmla="*/ 15 w 19"/>
                <a:gd name="T51" fmla="*/ 16 h 18"/>
                <a:gd name="T52" fmla="*/ 18 w 19"/>
                <a:gd name="T53" fmla="*/ 12 h 18"/>
                <a:gd name="T54" fmla="*/ 18 w 19"/>
                <a:gd name="T55" fmla="*/ 12 h 18"/>
                <a:gd name="T56" fmla="*/ 19 w 19"/>
                <a:gd name="T57" fmla="*/ 9 h 18"/>
                <a:gd name="T58" fmla="*/ 13 w 19"/>
                <a:gd name="T59" fmla="*/ 1 h 18"/>
                <a:gd name="T60" fmla="*/ 13 w 19"/>
                <a:gd name="T61" fmla="*/ 1 h 18"/>
                <a:gd name="T62" fmla="*/ 9 w 19"/>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3" y="10"/>
                    <a:pt x="13" y="10"/>
                    <a:pt x="13" y="10"/>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4" name="Freeform 436">
              <a:extLst>
                <a:ext uri="{FF2B5EF4-FFF2-40B4-BE49-F238E27FC236}">
                  <a16:creationId xmlns:a16="http://schemas.microsoft.com/office/drawing/2014/main" id="{3174C0DA-688B-41ED-BE8B-2A0DD9A1BA2B}"/>
                </a:ext>
              </a:extLst>
            </p:cNvPr>
            <p:cNvSpPr>
              <a:spLocks noEditPoints="1"/>
            </p:cNvSpPr>
            <p:nvPr userDrawn="1"/>
          </p:nvSpPr>
          <p:spPr bwMode="auto">
            <a:xfrm>
              <a:off x="7395726" y="209723"/>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6 w 16"/>
                <a:gd name="T17" fmla="*/ 7 h 15"/>
                <a:gd name="T18" fmla="*/ 6 w 16"/>
                <a:gd name="T19" fmla="*/ 7 h 15"/>
                <a:gd name="T20" fmla="*/ 7 w 16"/>
                <a:gd name="T21" fmla="*/ 6 h 15"/>
                <a:gd name="T22" fmla="*/ 8 w 16"/>
                <a:gd name="T23" fmla="*/ 6 h 15"/>
                <a:gd name="T24" fmla="*/ 8 w 16"/>
                <a:gd name="T25" fmla="*/ 6 h 15"/>
                <a:gd name="T26" fmla="*/ 9 w 16"/>
                <a:gd name="T27" fmla="*/ 6 h 15"/>
                <a:gd name="T28" fmla="*/ 8 w 16"/>
                <a:gd name="T29" fmla="*/ 0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13 w 16"/>
                <a:gd name="T43" fmla="*/ 14 h 15"/>
                <a:gd name="T44" fmla="*/ 16 w 16"/>
                <a:gd name="T45" fmla="*/ 10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10" y="15"/>
                    <a:pt x="12" y="15"/>
                    <a:pt x="13" y="14"/>
                  </a:cubicBezTo>
                  <a:cubicBezTo>
                    <a:pt x="14" y="13"/>
                    <a:pt x="15" y="12"/>
                    <a:pt x="16" y="10"/>
                  </a:cubicBezTo>
                  <a:cubicBezTo>
                    <a:pt x="16" y="10"/>
                    <a:pt x="16" y="10"/>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5" name="Freeform 437">
              <a:extLst>
                <a:ext uri="{FF2B5EF4-FFF2-40B4-BE49-F238E27FC236}">
                  <a16:creationId xmlns:a16="http://schemas.microsoft.com/office/drawing/2014/main" id="{D4C1B9B8-7E1F-48F7-BB52-85C204A25DEC}"/>
                </a:ext>
              </a:extLst>
            </p:cNvPr>
            <p:cNvSpPr>
              <a:spLocks noEditPoints="1"/>
            </p:cNvSpPr>
            <p:nvPr userDrawn="1"/>
          </p:nvSpPr>
          <p:spPr bwMode="auto">
            <a:xfrm>
              <a:off x="7345554" y="-11038"/>
              <a:ext cx="152525"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0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6" name="Freeform 438">
              <a:extLst>
                <a:ext uri="{FF2B5EF4-FFF2-40B4-BE49-F238E27FC236}">
                  <a16:creationId xmlns:a16="http://schemas.microsoft.com/office/drawing/2014/main" id="{63B371B2-0484-4F31-9B6D-B7AFDDAF6996}"/>
                </a:ext>
              </a:extLst>
            </p:cNvPr>
            <p:cNvSpPr>
              <a:spLocks noEditPoints="1"/>
            </p:cNvSpPr>
            <p:nvPr userDrawn="1"/>
          </p:nvSpPr>
          <p:spPr bwMode="auto">
            <a:xfrm>
              <a:off x="7341540" y="115397"/>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7" name="Freeform 439">
              <a:extLst>
                <a:ext uri="{FF2B5EF4-FFF2-40B4-BE49-F238E27FC236}">
                  <a16:creationId xmlns:a16="http://schemas.microsoft.com/office/drawing/2014/main" id="{7B47B385-74FD-4221-BB94-BD6477F3C257}"/>
                </a:ext>
              </a:extLst>
            </p:cNvPr>
            <p:cNvSpPr>
              <a:spLocks noEditPoints="1"/>
            </p:cNvSpPr>
            <p:nvPr userDrawn="1"/>
          </p:nvSpPr>
          <p:spPr bwMode="auto">
            <a:xfrm>
              <a:off x="7323477" y="141488"/>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7 w 18"/>
                <a:gd name="T19" fmla="*/ 7 h 17"/>
                <a:gd name="T20" fmla="*/ 9 w 18"/>
                <a:gd name="T21" fmla="*/ 0 h 17"/>
                <a:gd name="T22" fmla="*/ 1 w 18"/>
                <a:gd name="T23" fmla="*/ 5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cubicBezTo>
                    <a:pt x="7" y="7"/>
                    <a:pt x="7" y="7"/>
                    <a:pt x="7" y="7"/>
                  </a:cubicBezTo>
                  <a:moveTo>
                    <a:pt x="9" y="0"/>
                  </a:moveTo>
                  <a:cubicBezTo>
                    <a:pt x="6" y="0"/>
                    <a:pt x="3" y="2"/>
                    <a:pt x="1" y="5"/>
                  </a:cubicBezTo>
                  <a:cubicBezTo>
                    <a:pt x="1" y="5"/>
                    <a:pt x="1" y="5"/>
                    <a:pt x="1" y="5"/>
                  </a:cubicBezTo>
                  <a:cubicBezTo>
                    <a:pt x="1" y="5"/>
                    <a:pt x="1" y="5"/>
                    <a:pt x="1" y="5"/>
                  </a:cubicBezTo>
                  <a:cubicBezTo>
                    <a:pt x="1" y="6"/>
                    <a:pt x="0" y="7"/>
                    <a:pt x="0" y="9"/>
                  </a:cubicBezTo>
                  <a:cubicBezTo>
                    <a:pt x="0" y="12"/>
                    <a:pt x="2" y="15"/>
                    <a:pt x="5" y="16"/>
                  </a:cubicBezTo>
                  <a:cubicBezTo>
                    <a:pt x="7" y="17"/>
                    <a:pt x="8" y="17"/>
                    <a:pt x="9" y="17"/>
                  </a:cubicBezTo>
                  <a:cubicBezTo>
                    <a:pt x="12" y="17"/>
                    <a:pt x="15" y="15"/>
                    <a:pt x="17" y="12"/>
                  </a:cubicBezTo>
                  <a:cubicBezTo>
                    <a:pt x="18" y="11"/>
                    <a:pt x="18" y="10"/>
                    <a:pt x="18" y="9"/>
                  </a:cubicBezTo>
                  <a:cubicBezTo>
                    <a:pt x="18" y="5"/>
                    <a:pt x="16" y="2"/>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8" name="Freeform 440">
              <a:extLst>
                <a:ext uri="{FF2B5EF4-FFF2-40B4-BE49-F238E27FC236}">
                  <a16:creationId xmlns:a16="http://schemas.microsoft.com/office/drawing/2014/main" id="{047A0167-91E4-4175-8DCE-1044C68E7A65}"/>
                </a:ext>
              </a:extLst>
            </p:cNvPr>
            <p:cNvSpPr>
              <a:spLocks noEditPoints="1"/>
            </p:cNvSpPr>
            <p:nvPr userDrawn="1"/>
          </p:nvSpPr>
          <p:spPr bwMode="auto">
            <a:xfrm>
              <a:off x="7299394" y="143494"/>
              <a:ext cx="22077" cy="24083"/>
            </a:xfrm>
            <a:custGeom>
              <a:avLst/>
              <a:gdLst>
                <a:gd name="T0" fmla="*/ 9 w 15"/>
                <a:gd name="T1" fmla="*/ 8 h 15"/>
                <a:gd name="T2" fmla="*/ 9 w 15"/>
                <a:gd name="T3" fmla="*/ 8 h 15"/>
                <a:gd name="T4" fmla="*/ 9 w 15"/>
                <a:gd name="T5" fmla="*/ 8 h 15"/>
                <a:gd name="T6" fmla="*/ 9 w 15"/>
                <a:gd name="T7" fmla="*/ 8 h 15"/>
                <a:gd name="T8" fmla="*/ 6 w 15"/>
                <a:gd name="T9" fmla="*/ 7 h 15"/>
                <a:gd name="T10" fmla="*/ 8 w 15"/>
                <a:gd name="T11" fmla="*/ 6 h 15"/>
                <a:gd name="T12" fmla="*/ 9 w 15"/>
                <a:gd name="T13" fmla="*/ 6 h 15"/>
                <a:gd name="T14" fmla="*/ 9 w 15"/>
                <a:gd name="T15" fmla="*/ 7 h 15"/>
                <a:gd name="T16" fmla="*/ 9 w 15"/>
                <a:gd name="T17" fmla="*/ 8 h 15"/>
                <a:gd name="T18" fmla="*/ 8 w 15"/>
                <a:gd name="T19" fmla="*/ 9 h 15"/>
                <a:gd name="T20" fmla="*/ 7 w 15"/>
                <a:gd name="T21" fmla="*/ 9 h 15"/>
                <a:gd name="T22" fmla="*/ 6 w 15"/>
                <a:gd name="T23" fmla="*/ 7 h 15"/>
                <a:gd name="T24" fmla="*/ 6 w 15"/>
                <a:gd name="T25" fmla="*/ 7 h 15"/>
                <a:gd name="T26" fmla="*/ 8 w 15"/>
                <a:gd name="T27" fmla="*/ 0 h 15"/>
                <a:gd name="T28" fmla="*/ 1 w 15"/>
                <a:gd name="T29" fmla="*/ 4 h 15"/>
                <a:gd name="T30" fmla="*/ 4 w 15"/>
                <a:gd name="T31" fmla="*/ 5 h 15"/>
                <a:gd name="T32" fmla="*/ 1 w 15"/>
                <a:gd name="T33" fmla="*/ 4 h 15"/>
                <a:gd name="T34" fmla="*/ 0 w 15"/>
                <a:gd name="T35" fmla="*/ 7 h 15"/>
                <a:gd name="T36" fmla="*/ 4 w 15"/>
                <a:gd name="T37" fmla="*/ 14 h 15"/>
                <a:gd name="T38" fmla="*/ 8 w 15"/>
                <a:gd name="T39" fmla="*/ 15 h 15"/>
                <a:gd name="T40" fmla="*/ 8 w 15"/>
                <a:gd name="T41" fmla="*/ 15 h 15"/>
                <a:gd name="T42" fmla="*/ 15 w 15"/>
                <a:gd name="T43" fmla="*/ 11 h 15"/>
                <a:gd name="T44" fmla="*/ 15 w 15"/>
                <a:gd name="T45" fmla="*/ 11 h 15"/>
                <a:gd name="T46" fmla="*/ 15 w 15"/>
                <a:gd name="T47" fmla="*/ 7 h 15"/>
                <a:gd name="T48" fmla="*/ 11 w 15"/>
                <a:gd name="T49" fmla="*/ 0 h 15"/>
                <a:gd name="T50" fmla="*/ 8 w 15"/>
                <a:gd name="T51" fmla="*/ 0 h 15"/>
                <a:gd name="T52" fmla="*/ 8 w 15"/>
                <a:gd name="T53" fmla="*/ 0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9" y="8"/>
                  </a:moveTo>
                  <a:cubicBezTo>
                    <a:pt x="9" y="8"/>
                    <a:pt x="9" y="8"/>
                    <a:pt x="9" y="8"/>
                  </a:cubicBezTo>
                  <a:cubicBezTo>
                    <a:pt x="9" y="8"/>
                    <a:pt x="9" y="8"/>
                    <a:pt x="9" y="8"/>
                  </a:cubicBezTo>
                  <a:cubicBezTo>
                    <a:pt x="9" y="8"/>
                    <a:pt x="9" y="8"/>
                    <a:pt x="9" y="8"/>
                  </a:cubicBezTo>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9" name="Freeform 441">
              <a:extLst>
                <a:ext uri="{FF2B5EF4-FFF2-40B4-BE49-F238E27FC236}">
                  <a16:creationId xmlns:a16="http://schemas.microsoft.com/office/drawing/2014/main" id="{23592663-0794-49E0-AE94-68D4B0E0889D}"/>
                </a:ext>
              </a:extLst>
            </p:cNvPr>
            <p:cNvSpPr>
              <a:spLocks noEditPoints="1"/>
            </p:cNvSpPr>
            <p:nvPr userDrawn="1"/>
          </p:nvSpPr>
          <p:spPr bwMode="auto">
            <a:xfrm>
              <a:off x="7835240" y="1357677"/>
              <a:ext cx="150519"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50" y="98"/>
                    <a:pt x="50" y="98"/>
                    <a:pt x="50" y="98"/>
                  </a:cubicBezTo>
                  <a:cubicBezTo>
                    <a:pt x="69" y="98"/>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0" name="Freeform 442">
              <a:extLst>
                <a:ext uri="{FF2B5EF4-FFF2-40B4-BE49-F238E27FC236}">
                  <a16:creationId xmlns:a16="http://schemas.microsoft.com/office/drawing/2014/main" id="{A26AF4E6-74B1-42FF-BA0A-8600A9E0EAE7}"/>
                </a:ext>
              </a:extLst>
            </p:cNvPr>
            <p:cNvSpPr>
              <a:spLocks noEditPoints="1"/>
            </p:cNvSpPr>
            <p:nvPr userDrawn="1"/>
          </p:nvSpPr>
          <p:spPr bwMode="auto">
            <a:xfrm>
              <a:off x="7829219"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4 w 22"/>
                <a:gd name="T27" fmla="*/ 7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1" name="Freeform 443">
              <a:extLst>
                <a:ext uri="{FF2B5EF4-FFF2-40B4-BE49-F238E27FC236}">
                  <a16:creationId xmlns:a16="http://schemas.microsoft.com/office/drawing/2014/main" id="{3535EC98-83C0-48C0-9E8A-480A27C00F20}"/>
                </a:ext>
              </a:extLst>
            </p:cNvPr>
            <p:cNvSpPr>
              <a:spLocks noEditPoints="1"/>
            </p:cNvSpPr>
            <p:nvPr userDrawn="1"/>
          </p:nvSpPr>
          <p:spPr bwMode="auto">
            <a:xfrm>
              <a:off x="7811158" y="1508195"/>
              <a:ext cx="28097"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2" name="Freeform 444">
              <a:extLst>
                <a:ext uri="{FF2B5EF4-FFF2-40B4-BE49-F238E27FC236}">
                  <a16:creationId xmlns:a16="http://schemas.microsoft.com/office/drawing/2014/main" id="{0A338F69-E666-4E91-B144-189B6109359E}"/>
                </a:ext>
              </a:extLst>
            </p:cNvPr>
            <p:cNvSpPr>
              <a:spLocks noEditPoints="1"/>
            </p:cNvSpPr>
            <p:nvPr userDrawn="1"/>
          </p:nvSpPr>
          <p:spPr bwMode="auto">
            <a:xfrm>
              <a:off x="7787075" y="1512209"/>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8"/>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3" name="Freeform 445">
              <a:extLst>
                <a:ext uri="{FF2B5EF4-FFF2-40B4-BE49-F238E27FC236}">
                  <a16:creationId xmlns:a16="http://schemas.microsoft.com/office/drawing/2014/main" id="{120711DC-B5B4-4017-A663-7D1A2311AB45}"/>
                </a:ext>
              </a:extLst>
            </p:cNvPr>
            <p:cNvSpPr>
              <a:spLocks noEditPoints="1"/>
            </p:cNvSpPr>
            <p:nvPr userDrawn="1"/>
          </p:nvSpPr>
          <p:spPr bwMode="auto">
            <a:xfrm>
              <a:off x="7251228" y="1526258"/>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4" name="Freeform 446">
              <a:extLst>
                <a:ext uri="{FF2B5EF4-FFF2-40B4-BE49-F238E27FC236}">
                  <a16:creationId xmlns:a16="http://schemas.microsoft.com/office/drawing/2014/main" id="{2565928E-6C19-4368-8E49-182C97090740}"/>
                </a:ext>
              </a:extLst>
            </p:cNvPr>
            <p:cNvSpPr>
              <a:spLocks noEditPoints="1"/>
            </p:cNvSpPr>
            <p:nvPr userDrawn="1"/>
          </p:nvSpPr>
          <p:spPr bwMode="auto">
            <a:xfrm>
              <a:off x="7245208" y="1652693"/>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5" name="Freeform 447">
              <a:extLst>
                <a:ext uri="{FF2B5EF4-FFF2-40B4-BE49-F238E27FC236}">
                  <a16:creationId xmlns:a16="http://schemas.microsoft.com/office/drawing/2014/main" id="{F8BA532D-843D-4B6E-9762-50BA83B2347A}"/>
                </a:ext>
              </a:extLst>
            </p:cNvPr>
            <p:cNvSpPr>
              <a:spLocks noEditPoints="1"/>
            </p:cNvSpPr>
            <p:nvPr userDrawn="1"/>
          </p:nvSpPr>
          <p:spPr bwMode="auto">
            <a:xfrm>
              <a:off x="7229153" y="1676776"/>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6" name="Freeform 448">
              <a:extLst>
                <a:ext uri="{FF2B5EF4-FFF2-40B4-BE49-F238E27FC236}">
                  <a16:creationId xmlns:a16="http://schemas.microsoft.com/office/drawing/2014/main" id="{B9A919F5-E2F1-4C54-AA11-6E07E24EEFC1}"/>
                </a:ext>
              </a:extLst>
            </p:cNvPr>
            <p:cNvSpPr>
              <a:spLocks noEditPoints="1"/>
            </p:cNvSpPr>
            <p:nvPr userDrawn="1"/>
          </p:nvSpPr>
          <p:spPr bwMode="auto">
            <a:xfrm>
              <a:off x="7203062" y="1680789"/>
              <a:ext cx="24083" cy="22077"/>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7 h 15"/>
                <a:gd name="T42" fmla="*/ 11 w 16"/>
                <a:gd name="T43" fmla="*/ 1 h 15"/>
                <a:gd name="T44" fmla="*/ 8 w 16"/>
                <a:gd name="T45" fmla="*/ 0 h 15"/>
                <a:gd name="T46" fmla="*/ 8 w 16"/>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7" name="Freeform 449">
              <a:extLst>
                <a:ext uri="{FF2B5EF4-FFF2-40B4-BE49-F238E27FC236}">
                  <a16:creationId xmlns:a16="http://schemas.microsoft.com/office/drawing/2014/main" id="{2A8DC54C-6A69-4FEB-B003-5C1DCA7443E8}"/>
                </a:ext>
              </a:extLst>
            </p:cNvPr>
            <p:cNvSpPr>
              <a:spLocks noEditPoints="1"/>
            </p:cNvSpPr>
            <p:nvPr userDrawn="1"/>
          </p:nvSpPr>
          <p:spPr bwMode="auto">
            <a:xfrm>
              <a:off x="8292817"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8" name="Freeform 450">
              <a:extLst>
                <a:ext uri="{FF2B5EF4-FFF2-40B4-BE49-F238E27FC236}">
                  <a16:creationId xmlns:a16="http://schemas.microsoft.com/office/drawing/2014/main" id="{00456F84-0DF0-4F3A-BC8C-B313D289A719}"/>
                </a:ext>
              </a:extLst>
            </p:cNvPr>
            <p:cNvSpPr>
              <a:spLocks noEditPoints="1"/>
            </p:cNvSpPr>
            <p:nvPr userDrawn="1"/>
          </p:nvSpPr>
          <p:spPr bwMode="auto">
            <a:xfrm>
              <a:off x="8278768" y="1213179"/>
              <a:ext cx="32111" cy="32111"/>
            </a:xfrm>
            <a:custGeom>
              <a:avLst/>
              <a:gdLst>
                <a:gd name="T0" fmla="*/ 10 w 21"/>
                <a:gd name="T1" fmla="*/ 16 h 22"/>
                <a:gd name="T2" fmla="*/ 8 w 21"/>
                <a:gd name="T3" fmla="*/ 15 h 22"/>
                <a:gd name="T4" fmla="*/ 6 w 21"/>
                <a:gd name="T5" fmla="*/ 11 h 22"/>
                <a:gd name="T6" fmla="*/ 7 w 21"/>
                <a:gd name="T7" fmla="*/ 8 h 22"/>
                <a:gd name="T8" fmla="*/ 4 w 21"/>
                <a:gd name="T9" fmla="*/ 6 h 22"/>
                <a:gd name="T10" fmla="*/ 7 w 21"/>
                <a:gd name="T11" fmla="*/ 8 h 22"/>
                <a:gd name="T12" fmla="*/ 10 w 21"/>
                <a:gd name="T13" fmla="*/ 6 h 22"/>
                <a:gd name="T14" fmla="*/ 13 w 21"/>
                <a:gd name="T15" fmla="*/ 7 h 22"/>
                <a:gd name="T16" fmla="*/ 15 w 21"/>
                <a:gd name="T17" fmla="*/ 11 h 22"/>
                <a:gd name="T18" fmla="*/ 14 w 21"/>
                <a:gd name="T19" fmla="*/ 14 h 22"/>
                <a:gd name="T20" fmla="*/ 10 w 21"/>
                <a:gd name="T21" fmla="*/ 16 h 22"/>
                <a:gd name="T22" fmla="*/ 10 w 21"/>
                <a:gd name="T23" fmla="*/ 0 h 22"/>
                <a:gd name="T24" fmla="*/ 10 w 21"/>
                <a:gd name="T25" fmla="*/ 0 h 22"/>
                <a:gd name="T26" fmla="*/ 10 w 21"/>
                <a:gd name="T27" fmla="*/ 0 h 22"/>
                <a:gd name="T28" fmla="*/ 2 w 21"/>
                <a:gd name="T29" fmla="*/ 5 h 22"/>
                <a:gd name="T30" fmla="*/ 2 w 21"/>
                <a:gd name="T31" fmla="*/ 5 h 22"/>
                <a:gd name="T32" fmla="*/ 0 w 21"/>
                <a:gd name="T33" fmla="*/ 11 h 22"/>
                <a:gd name="T34" fmla="*/ 4 w 21"/>
                <a:gd name="T35" fmla="*/ 19 h 22"/>
                <a:gd name="T36" fmla="*/ 10 w 21"/>
                <a:gd name="T37" fmla="*/ 22 h 22"/>
                <a:gd name="T38" fmla="*/ 10 w 21"/>
                <a:gd name="T39" fmla="*/ 22 h 22"/>
                <a:gd name="T40" fmla="*/ 10 w 21"/>
                <a:gd name="T41" fmla="*/ 22 h 22"/>
                <a:gd name="T42" fmla="*/ 19 w 21"/>
                <a:gd name="T43" fmla="*/ 17 h 22"/>
                <a:gd name="T44" fmla="*/ 21 w 21"/>
                <a:gd name="T45" fmla="*/ 11 h 22"/>
                <a:gd name="T46" fmla="*/ 17 w 21"/>
                <a:gd name="T47" fmla="*/ 3 h 22"/>
                <a:gd name="T48" fmla="*/ 10 w 21"/>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2">
                  <a:moveTo>
                    <a:pt x="10" y="16"/>
                  </a:moveTo>
                  <a:cubicBezTo>
                    <a:pt x="9" y="16"/>
                    <a:pt x="8" y="15"/>
                    <a:pt x="8" y="15"/>
                  </a:cubicBez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4" y="8"/>
                    <a:pt x="15" y="10"/>
                    <a:pt x="15" y="11"/>
                  </a:cubicBezTo>
                  <a:cubicBezTo>
                    <a:pt x="15" y="12"/>
                    <a:pt x="15" y="13"/>
                    <a:pt x="14" y="14"/>
                  </a:cubicBezTo>
                  <a:cubicBezTo>
                    <a:pt x="13" y="15"/>
                    <a:pt x="12" y="16"/>
                    <a:pt x="10" y="16"/>
                  </a:cubicBezTo>
                  <a:moveTo>
                    <a:pt x="10" y="0"/>
                  </a:moveTo>
                  <a:cubicBezTo>
                    <a:pt x="10" y="0"/>
                    <a:pt x="10" y="0"/>
                    <a:pt x="10" y="0"/>
                  </a:cubicBezTo>
                  <a:cubicBezTo>
                    <a:pt x="10" y="0"/>
                    <a:pt x="10" y="0"/>
                    <a:pt x="10" y="0"/>
                  </a:cubicBezTo>
                  <a:cubicBezTo>
                    <a:pt x="7" y="0"/>
                    <a:pt x="4" y="2"/>
                    <a:pt x="2" y="5"/>
                  </a:cubicBezTo>
                  <a:cubicBezTo>
                    <a:pt x="2" y="5"/>
                    <a:pt x="2" y="5"/>
                    <a:pt x="2" y="5"/>
                  </a:cubicBezTo>
                  <a:cubicBezTo>
                    <a:pt x="0" y="7"/>
                    <a:pt x="0" y="9"/>
                    <a:pt x="0" y="11"/>
                  </a:cubicBezTo>
                  <a:cubicBezTo>
                    <a:pt x="0" y="14"/>
                    <a:pt x="1" y="17"/>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9" name="Freeform 451">
              <a:extLst>
                <a:ext uri="{FF2B5EF4-FFF2-40B4-BE49-F238E27FC236}">
                  <a16:creationId xmlns:a16="http://schemas.microsoft.com/office/drawing/2014/main" id="{F2905B35-C507-4FAF-A209-245C9051CF92}"/>
                </a:ext>
              </a:extLst>
            </p:cNvPr>
            <p:cNvSpPr>
              <a:spLocks noEditPoints="1"/>
            </p:cNvSpPr>
            <p:nvPr userDrawn="1"/>
          </p:nvSpPr>
          <p:spPr bwMode="auto">
            <a:xfrm>
              <a:off x="8258698" y="1233248"/>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8 h 17"/>
                <a:gd name="T18" fmla="*/ 10 w 16"/>
                <a:gd name="T19" fmla="*/ 10 h 17"/>
                <a:gd name="T20" fmla="*/ 8 w 16"/>
                <a:gd name="T21" fmla="*/ 11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8 w 16"/>
                <a:gd name="T37" fmla="*/ 17 h 17"/>
                <a:gd name="T38" fmla="*/ 8 w 16"/>
                <a:gd name="T39" fmla="*/ 17 h 17"/>
                <a:gd name="T40" fmla="*/ 8 w 16"/>
                <a:gd name="T41" fmla="*/ 17 h 17"/>
                <a:gd name="T42" fmla="*/ 15 w 16"/>
                <a:gd name="T43" fmla="*/ 13 h 17"/>
                <a:gd name="T44" fmla="*/ 16 w 16"/>
                <a:gd name="T45" fmla="*/ 8 h 17"/>
                <a:gd name="T46" fmla="*/ 13 w 16"/>
                <a:gd name="T47" fmla="*/ 2 h 17"/>
                <a:gd name="T48" fmla="*/ 8 w 16"/>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0" name="Freeform 452">
              <a:extLst>
                <a:ext uri="{FF2B5EF4-FFF2-40B4-BE49-F238E27FC236}">
                  <a16:creationId xmlns:a16="http://schemas.microsoft.com/office/drawing/2014/main" id="{8E9601B3-FF56-4F23-8AD1-62B495A7B6FF}"/>
                </a:ext>
              </a:extLst>
            </p:cNvPr>
            <p:cNvSpPr>
              <a:spLocks noEditPoints="1"/>
            </p:cNvSpPr>
            <p:nvPr userDrawn="1"/>
          </p:nvSpPr>
          <p:spPr bwMode="auto">
            <a:xfrm>
              <a:off x="8234616"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1" name="Freeform 453">
              <a:extLst>
                <a:ext uri="{FF2B5EF4-FFF2-40B4-BE49-F238E27FC236}">
                  <a16:creationId xmlns:a16="http://schemas.microsoft.com/office/drawing/2014/main" id="{557C4203-F6A0-4E9F-AA7C-E50010973ACE}"/>
                </a:ext>
              </a:extLst>
            </p:cNvPr>
            <p:cNvSpPr>
              <a:spLocks noEditPoints="1"/>
            </p:cNvSpPr>
            <p:nvPr userDrawn="1"/>
          </p:nvSpPr>
          <p:spPr bwMode="auto">
            <a:xfrm>
              <a:off x="713081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7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2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2 w 240"/>
                <a:gd name="T95" fmla="*/ 202 h 203"/>
                <a:gd name="T96" fmla="*/ 214 w 240"/>
                <a:gd name="T97" fmla="*/ 191 h 203"/>
                <a:gd name="T98" fmla="*/ 204 w 240"/>
                <a:gd name="T99" fmla="*/ 124 h 203"/>
                <a:gd name="T100" fmla="*/ 204 w 240"/>
                <a:gd name="T101" fmla="*/ 124 h 203"/>
                <a:gd name="T102" fmla="*/ 222 w 240"/>
                <a:gd name="T103" fmla="*/ 104 h 203"/>
                <a:gd name="T104" fmla="*/ 236 w 240"/>
                <a:gd name="T105" fmla="*/ 65 h 203"/>
                <a:gd name="T106" fmla="*/ 218 w 240"/>
                <a:gd name="T107" fmla="*/ 54 h 203"/>
                <a:gd name="T108" fmla="*/ 206 w 240"/>
                <a:gd name="T109" fmla="*/ 53 h 203"/>
                <a:gd name="T110" fmla="*/ 206 w 240"/>
                <a:gd name="T111" fmla="*/ 39 h 203"/>
                <a:gd name="T112" fmla="*/ 199 w 240"/>
                <a:gd name="T113" fmla="*/ 7 h 203"/>
                <a:gd name="T114" fmla="*/ 195 w 240"/>
                <a:gd name="T115" fmla="*/ 5 h 203"/>
                <a:gd name="T116" fmla="*/ 173 w 240"/>
                <a:gd name="T117" fmla="*/ 2 h 203"/>
                <a:gd name="T118" fmla="*/ 122 w 240"/>
                <a:gd name="T119" fmla="*/ 5 h 203"/>
                <a:gd name="T120" fmla="*/ 119 w 240"/>
                <a:gd name="T121" fmla="*/ 7 h 203"/>
                <a:gd name="T122" fmla="*/ 116 w 240"/>
                <a:gd name="T123"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7"/>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7"/>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2" name="Freeform 454">
              <a:extLst>
                <a:ext uri="{FF2B5EF4-FFF2-40B4-BE49-F238E27FC236}">
                  <a16:creationId xmlns:a16="http://schemas.microsoft.com/office/drawing/2014/main" id="{7EA69EBA-B30C-457A-8C02-D03BB11529AD}"/>
                </a:ext>
              </a:extLst>
            </p:cNvPr>
            <p:cNvSpPr>
              <a:spLocks/>
            </p:cNvSpPr>
            <p:nvPr userDrawn="1"/>
          </p:nvSpPr>
          <p:spPr bwMode="auto">
            <a:xfrm>
              <a:off x="7158910" y="-119411"/>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3" name="Freeform 455">
              <a:extLst>
                <a:ext uri="{FF2B5EF4-FFF2-40B4-BE49-F238E27FC236}">
                  <a16:creationId xmlns:a16="http://schemas.microsoft.com/office/drawing/2014/main" id="{B8F22150-5C47-4C17-8865-5BF4ED1BA06A}"/>
                </a:ext>
              </a:extLst>
            </p:cNvPr>
            <p:cNvSpPr>
              <a:spLocks/>
            </p:cNvSpPr>
            <p:nvPr userDrawn="1"/>
          </p:nvSpPr>
          <p:spPr bwMode="auto">
            <a:xfrm>
              <a:off x="7449913" y="-3010"/>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4" name="Freeform 456">
              <a:extLst>
                <a:ext uri="{FF2B5EF4-FFF2-40B4-BE49-F238E27FC236}">
                  <a16:creationId xmlns:a16="http://schemas.microsoft.com/office/drawing/2014/main" id="{77570324-1DF0-44F7-9092-4F54E1FAFA34}"/>
                </a:ext>
              </a:extLst>
            </p:cNvPr>
            <p:cNvSpPr>
              <a:spLocks noEditPoints="1"/>
            </p:cNvSpPr>
            <p:nvPr userDrawn="1"/>
          </p:nvSpPr>
          <p:spPr bwMode="auto">
            <a:xfrm>
              <a:off x="6767563" y="1512209"/>
              <a:ext cx="361244" cy="315086"/>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2 w 240"/>
                <a:gd name="T81" fmla="*/ 143 h 209"/>
                <a:gd name="T82" fmla="*/ 53 w 240"/>
                <a:gd name="T83" fmla="*/ 166 h 209"/>
                <a:gd name="T84" fmla="*/ 114 w 240"/>
                <a:gd name="T85" fmla="*/ 168 h 209"/>
                <a:gd name="T86" fmla="*/ 134 w 240"/>
                <a:gd name="T87" fmla="*/ 151 h 209"/>
                <a:gd name="T88" fmla="*/ 151 w 240"/>
                <a:gd name="T89" fmla="*/ 160 h 209"/>
                <a:gd name="T90" fmla="*/ 174 w 240"/>
                <a:gd name="T91" fmla="*/ 157 h 209"/>
                <a:gd name="T92" fmla="*/ 216 w 240"/>
                <a:gd name="T93" fmla="*/ 209 h 209"/>
                <a:gd name="T94" fmla="*/ 204 w 240"/>
                <a:gd name="T95" fmla="*/ 123 h 209"/>
                <a:gd name="T96" fmla="*/ 221 w 240"/>
                <a:gd name="T97" fmla="*/ 103 h 209"/>
                <a:gd name="T98" fmla="*/ 236 w 240"/>
                <a:gd name="T99" fmla="*/ 64 h 209"/>
                <a:gd name="T100" fmla="*/ 217 w 240"/>
                <a:gd name="T101" fmla="*/ 53 h 209"/>
                <a:gd name="T102" fmla="*/ 206 w 240"/>
                <a:gd name="T103" fmla="*/ 52 h 209"/>
                <a:gd name="T104" fmla="*/ 206 w 240"/>
                <a:gd name="T105" fmla="*/ 38 h 209"/>
                <a:gd name="T106" fmla="*/ 199 w 240"/>
                <a:gd name="T107" fmla="*/ 7 h 209"/>
                <a:gd name="T108" fmla="*/ 194 w 240"/>
                <a:gd name="T109" fmla="*/ 4 h 209"/>
                <a:gd name="T110" fmla="*/ 173 w 240"/>
                <a:gd name="T111" fmla="*/ 1 h 209"/>
                <a:gd name="T112" fmla="*/ 121 w 240"/>
                <a:gd name="T113" fmla="*/ 4 h 209"/>
                <a:gd name="T114" fmla="*/ 119 w 240"/>
                <a:gd name="T115" fmla="*/ 6 h 209"/>
                <a:gd name="T116" fmla="*/ 116 w 240"/>
                <a:gd name="T11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5" name="Freeform 457">
              <a:extLst>
                <a:ext uri="{FF2B5EF4-FFF2-40B4-BE49-F238E27FC236}">
                  <a16:creationId xmlns:a16="http://schemas.microsoft.com/office/drawing/2014/main" id="{2AE54EFF-01E3-438E-894A-CAC661FFF6D4}"/>
                </a:ext>
              </a:extLst>
            </p:cNvPr>
            <p:cNvSpPr>
              <a:spLocks noEditPoints="1"/>
            </p:cNvSpPr>
            <p:nvPr userDrawn="1"/>
          </p:nvSpPr>
          <p:spPr bwMode="auto">
            <a:xfrm>
              <a:off x="7921537" y="-406400"/>
              <a:ext cx="361244" cy="315086"/>
            </a:xfrm>
            <a:custGeom>
              <a:avLst/>
              <a:gdLst>
                <a:gd name="T0" fmla="*/ 215 w 240"/>
                <a:gd name="T1" fmla="*/ 200 h 210"/>
                <a:gd name="T2" fmla="*/ 113 w 240"/>
                <a:gd name="T3" fmla="*/ 8 h 210"/>
                <a:gd name="T4" fmla="*/ 211 w 240"/>
                <a:gd name="T5" fmla="*/ 191 h 210"/>
                <a:gd name="T6" fmla="*/ 190 w 240"/>
                <a:gd name="T7" fmla="*/ 8 h 210"/>
                <a:gd name="T8" fmla="*/ 105 w 240"/>
                <a:gd name="T9" fmla="*/ 6 h 210"/>
                <a:gd name="T10" fmla="*/ 113 w 240"/>
                <a:gd name="T11" fmla="*/ 8 h 210"/>
                <a:gd name="T12" fmla="*/ 115 w 240"/>
                <a:gd name="T13" fmla="*/ 11 h 210"/>
                <a:gd name="T14" fmla="*/ 125 w 240"/>
                <a:gd name="T15" fmla="*/ 10 h 210"/>
                <a:gd name="T16" fmla="*/ 186 w 240"/>
                <a:gd name="T17" fmla="*/ 8 h 210"/>
                <a:gd name="T18" fmla="*/ 195 w 240"/>
                <a:gd name="T19" fmla="*/ 12 h 210"/>
                <a:gd name="T20" fmla="*/ 198 w 240"/>
                <a:gd name="T21" fmla="*/ 48 h 210"/>
                <a:gd name="T22" fmla="*/ 215 w 240"/>
                <a:gd name="T23" fmla="*/ 60 h 210"/>
                <a:gd name="T24" fmla="*/ 225 w 240"/>
                <a:gd name="T25" fmla="*/ 61 h 210"/>
                <a:gd name="T26" fmla="*/ 220 w 240"/>
                <a:gd name="T27" fmla="*/ 98 h 210"/>
                <a:gd name="T28" fmla="*/ 205 w 240"/>
                <a:gd name="T29" fmla="*/ 173 h 210"/>
                <a:gd name="T30" fmla="*/ 176 w 240"/>
                <a:gd name="T31" fmla="*/ 147 h 210"/>
                <a:gd name="T32" fmla="*/ 154 w 240"/>
                <a:gd name="T33" fmla="*/ 155 h 210"/>
                <a:gd name="T34" fmla="*/ 125 w 240"/>
                <a:gd name="T35" fmla="*/ 141 h 210"/>
                <a:gd name="T36" fmla="*/ 120 w 240"/>
                <a:gd name="T37" fmla="*/ 159 h 210"/>
                <a:gd name="T38" fmla="*/ 62 w 240"/>
                <a:gd name="T39" fmla="*/ 168 h 210"/>
                <a:gd name="T40" fmla="*/ 58 w 240"/>
                <a:gd name="T41" fmla="*/ 143 h 210"/>
                <a:gd name="T42" fmla="*/ 16 w 240"/>
                <a:gd name="T43" fmla="*/ 120 h 210"/>
                <a:gd name="T44" fmla="*/ 24 w 240"/>
                <a:gd name="T45" fmla="*/ 83 h 210"/>
                <a:gd name="T46" fmla="*/ 23 w 240"/>
                <a:gd name="T47" fmla="*/ 66 h 210"/>
                <a:gd name="T48" fmla="*/ 40 w 240"/>
                <a:gd name="T49" fmla="*/ 11 h 210"/>
                <a:gd name="T50" fmla="*/ 75 w 240"/>
                <a:gd name="T51" fmla="*/ 19 h 210"/>
                <a:gd name="T52" fmla="*/ 105 w 240"/>
                <a:gd name="T53" fmla="*/ 6 h 210"/>
                <a:gd name="T54" fmla="*/ 76 w 240"/>
                <a:gd name="T55" fmla="*/ 4 h 210"/>
                <a:gd name="T56" fmla="*/ 71 w 240"/>
                <a:gd name="T57" fmla="*/ 14 h 210"/>
                <a:gd name="T58" fmla="*/ 40 w 240"/>
                <a:gd name="T59" fmla="*/ 5 h 210"/>
                <a:gd name="T60" fmla="*/ 16 w 240"/>
                <a:gd name="T61" fmla="*/ 55 h 210"/>
                <a:gd name="T62" fmla="*/ 21 w 240"/>
                <a:gd name="T63" fmla="*/ 78 h 210"/>
                <a:gd name="T64" fmla="*/ 0 w 240"/>
                <a:gd name="T65" fmla="*/ 97 h 210"/>
                <a:gd name="T66" fmla="*/ 16 w 240"/>
                <a:gd name="T67" fmla="*/ 126 h 210"/>
                <a:gd name="T68" fmla="*/ 50 w 240"/>
                <a:gd name="T69" fmla="*/ 134 h 210"/>
                <a:gd name="T70" fmla="*/ 53 w 240"/>
                <a:gd name="T71" fmla="*/ 167 h 210"/>
                <a:gd name="T72" fmla="*/ 128 w 240"/>
                <a:gd name="T73" fmla="*/ 161 h 210"/>
                <a:gd name="T74" fmla="*/ 151 w 240"/>
                <a:gd name="T75" fmla="*/ 160 h 210"/>
                <a:gd name="T76" fmla="*/ 174 w 240"/>
                <a:gd name="T77" fmla="*/ 157 h 210"/>
                <a:gd name="T78" fmla="*/ 214 w 240"/>
                <a:gd name="T79" fmla="*/ 194 h 210"/>
                <a:gd name="T80" fmla="*/ 204 w 240"/>
                <a:gd name="T81" fmla="*/ 124 h 210"/>
                <a:gd name="T82" fmla="*/ 236 w 240"/>
                <a:gd name="T83" fmla="*/ 95 h 210"/>
                <a:gd name="T84" fmla="*/ 227 w 240"/>
                <a:gd name="T85" fmla="*/ 55 h 210"/>
                <a:gd name="T86" fmla="*/ 206 w 240"/>
                <a:gd name="T87" fmla="*/ 53 h 210"/>
                <a:gd name="T88" fmla="*/ 209 w 240"/>
                <a:gd name="T89" fmla="*/ 24 h 210"/>
                <a:gd name="T90" fmla="*/ 195 w 240"/>
                <a:gd name="T91" fmla="*/ 5 h 210"/>
                <a:gd name="T92" fmla="*/ 173 w 240"/>
                <a:gd name="T93" fmla="*/ 2 h 210"/>
                <a:gd name="T94" fmla="*/ 121 w 240"/>
                <a:gd name="T95" fmla="*/ 5 h 210"/>
                <a:gd name="T96" fmla="*/ 119 w 240"/>
                <a:gd name="T97" fmla="*/ 6 h 210"/>
                <a:gd name="T98" fmla="*/ 105 w 240"/>
                <a:gd name="T9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0" h="210">
                  <a:moveTo>
                    <a:pt x="215" y="200"/>
                  </a:moveTo>
                  <a:cubicBezTo>
                    <a:pt x="214" y="200"/>
                    <a:pt x="213" y="200"/>
                    <a:pt x="211" y="200"/>
                  </a:cubicBezTo>
                  <a:cubicBezTo>
                    <a:pt x="216" y="210"/>
                    <a:pt x="216" y="210"/>
                    <a:pt x="216" y="210"/>
                  </a:cubicBezTo>
                  <a:cubicBezTo>
                    <a:pt x="215" y="200"/>
                    <a:pt x="215" y="200"/>
                    <a:pt x="215" y="200"/>
                  </a:cubicBezTo>
                  <a:moveTo>
                    <a:pt x="113" y="8"/>
                  </a:moveTo>
                  <a:cubicBezTo>
                    <a:pt x="113" y="8"/>
                    <a:pt x="113" y="8"/>
                    <a:pt x="113" y="8"/>
                  </a:cubicBezTo>
                  <a:cubicBezTo>
                    <a:pt x="113" y="8"/>
                    <a:pt x="113" y="8"/>
                    <a:pt x="113" y="8"/>
                  </a:cubicBezTo>
                  <a:cubicBezTo>
                    <a:pt x="113" y="8"/>
                    <a:pt x="113" y="8"/>
                    <a:pt x="113" y="8"/>
                  </a:cubicBezTo>
                  <a:cubicBezTo>
                    <a:pt x="113" y="8"/>
                    <a:pt x="113" y="8"/>
                    <a:pt x="113" y="8"/>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90" y="8"/>
                  </a:moveTo>
                  <a:cubicBezTo>
                    <a:pt x="190" y="8"/>
                    <a:pt x="190" y="8"/>
                    <a:pt x="190" y="8"/>
                  </a:cubicBezTo>
                  <a:cubicBezTo>
                    <a:pt x="190" y="8"/>
                    <a:pt x="190" y="8"/>
                    <a:pt x="190" y="8"/>
                  </a:cubicBezTo>
                  <a:cubicBezTo>
                    <a:pt x="190" y="8"/>
                    <a:pt x="190" y="8"/>
                    <a:pt x="190" y="8"/>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1" y="12"/>
                    <a:pt x="122" y="12"/>
                  </a:cubicBezTo>
                  <a:cubicBezTo>
                    <a:pt x="124" y="11"/>
                    <a:pt x="125" y="10"/>
                    <a:pt x="125" y="10"/>
                  </a:cubicBezTo>
                  <a:cubicBezTo>
                    <a:pt x="126" y="10"/>
                    <a:pt x="127" y="9"/>
                    <a:pt x="129" y="9"/>
                  </a:cubicBezTo>
                  <a:cubicBezTo>
                    <a:pt x="138" y="9"/>
                    <a:pt x="158" y="8"/>
                    <a:pt x="173" y="8"/>
                  </a:cubicBezTo>
                  <a:cubicBezTo>
                    <a:pt x="173" y="8"/>
                    <a:pt x="173" y="8"/>
                    <a:pt x="173" y="8"/>
                  </a:cubicBezTo>
                  <a:cubicBezTo>
                    <a:pt x="178" y="8"/>
                    <a:pt x="183" y="8"/>
                    <a:pt x="186" y="8"/>
                  </a:cubicBezTo>
                  <a:cubicBezTo>
                    <a:pt x="187" y="8"/>
                    <a:pt x="189" y="9"/>
                    <a:pt x="190" y="9"/>
                  </a:cubicBezTo>
                  <a:cubicBezTo>
                    <a:pt x="190" y="9"/>
                    <a:pt x="190" y="9"/>
                    <a:pt x="190" y="9"/>
                  </a:cubicBezTo>
                  <a:cubicBezTo>
                    <a:pt x="190"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8" y="41"/>
                    <a:pt x="198" y="45"/>
                    <a:pt x="198" y="48"/>
                  </a:cubicBezTo>
                  <a:cubicBezTo>
                    <a:pt x="198" y="51"/>
                    <a:pt x="198" y="53"/>
                    <a:pt x="199" y="55"/>
                  </a:cubicBezTo>
                  <a:cubicBezTo>
                    <a:pt x="200" y="56"/>
                    <a:pt x="201" y="57"/>
                    <a:pt x="202" y="58"/>
                  </a:cubicBezTo>
                  <a:cubicBezTo>
                    <a:pt x="204" y="59"/>
                    <a:pt x="206" y="59"/>
                    <a:pt x="208" y="59"/>
                  </a:cubicBezTo>
                  <a:cubicBezTo>
                    <a:pt x="210" y="60"/>
                    <a:pt x="213" y="60"/>
                    <a:pt x="215" y="60"/>
                  </a:cubicBezTo>
                  <a:cubicBezTo>
                    <a:pt x="215" y="60"/>
                    <a:pt x="216" y="60"/>
                    <a:pt x="217" y="60"/>
                  </a:cubicBezTo>
                  <a:cubicBezTo>
                    <a:pt x="217" y="60"/>
                    <a:pt x="217" y="60"/>
                    <a:pt x="217"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5"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8" y="136"/>
                    <a:pt x="178" y="139"/>
                  </a:cubicBezTo>
                  <a:cubicBezTo>
                    <a:pt x="178"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49" y="152"/>
                    <a:pt x="144" y="149"/>
                    <a:pt x="140" y="147"/>
                  </a:cubicBezTo>
                  <a:cubicBezTo>
                    <a:pt x="135" y="145"/>
                    <a:pt x="132" y="144"/>
                    <a:pt x="131"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6" y="160"/>
                    <a:pt x="56" y="158"/>
                  </a:cubicBezTo>
                  <a:cubicBezTo>
                    <a:pt x="56"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7"/>
                  </a:cubicBezTo>
                  <a:cubicBezTo>
                    <a:pt x="6" y="95"/>
                    <a:pt x="7" y="93"/>
                    <a:pt x="8" y="91"/>
                  </a:cubicBezTo>
                  <a:cubicBezTo>
                    <a:pt x="10" y="89"/>
                    <a:pt x="15" y="87"/>
                    <a:pt x="18" y="86"/>
                  </a:cubicBezTo>
                  <a:cubicBezTo>
                    <a:pt x="20" y="85"/>
                    <a:pt x="22" y="84"/>
                    <a:pt x="24" y="83"/>
                  </a:cubicBezTo>
                  <a:cubicBezTo>
                    <a:pt x="25" y="83"/>
                    <a:pt x="25"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0" y="11"/>
                  </a:cubicBezTo>
                  <a:cubicBezTo>
                    <a:pt x="81" y="11"/>
                    <a:pt x="81" y="10"/>
                    <a:pt x="81" y="9"/>
                  </a:cubicBezTo>
                  <a:cubicBezTo>
                    <a:pt x="81" y="9"/>
                    <a:pt x="81"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2" y="14"/>
                    <a:pt x="71" y="14"/>
                  </a:cubicBezTo>
                  <a:cubicBezTo>
                    <a:pt x="70" y="15"/>
                    <a:pt x="69" y="16"/>
                    <a:pt x="67" y="16"/>
                  </a:cubicBezTo>
                  <a:cubicBezTo>
                    <a:pt x="67" y="16"/>
                    <a:pt x="67" y="16"/>
                    <a:pt x="67" y="16"/>
                  </a:cubicBezTo>
                  <a:cubicBezTo>
                    <a:pt x="64" y="16"/>
                    <a:pt x="58" y="14"/>
                    <a:pt x="51" y="9"/>
                  </a:cubicBezTo>
                  <a:cubicBezTo>
                    <a:pt x="47" y="6"/>
                    <a:pt x="44" y="5"/>
                    <a:pt x="40" y="5"/>
                  </a:cubicBezTo>
                  <a:cubicBezTo>
                    <a:pt x="40" y="5"/>
                    <a:pt x="40" y="5"/>
                    <a:pt x="40" y="5"/>
                  </a:cubicBezTo>
                  <a:cubicBezTo>
                    <a:pt x="36" y="5"/>
                    <a:pt x="32" y="7"/>
                    <a:pt x="29" y="11"/>
                  </a:cubicBezTo>
                  <a:cubicBezTo>
                    <a:pt x="24" y="15"/>
                    <a:pt x="21" y="23"/>
                    <a:pt x="19" y="30"/>
                  </a:cubicBezTo>
                  <a:cubicBezTo>
                    <a:pt x="17" y="38"/>
                    <a:pt x="16" y="47"/>
                    <a:pt x="16" y="55"/>
                  </a:cubicBezTo>
                  <a:cubicBezTo>
                    <a:pt x="16" y="59"/>
                    <a:pt x="17" y="63"/>
                    <a:pt x="17" y="67"/>
                  </a:cubicBezTo>
                  <a:cubicBezTo>
                    <a:pt x="18" y="70"/>
                    <a:pt x="19" y="74"/>
                    <a:pt x="20"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7"/>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1" y="136"/>
                    <a:pt x="52" y="139"/>
                    <a:pt x="52" y="143"/>
                  </a:cubicBezTo>
                  <a:cubicBezTo>
                    <a:pt x="52" y="146"/>
                    <a:pt x="52" y="149"/>
                    <a:pt x="51" y="152"/>
                  </a:cubicBezTo>
                  <a:cubicBezTo>
                    <a:pt x="51" y="154"/>
                    <a:pt x="50" y="156"/>
                    <a:pt x="50" y="158"/>
                  </a:cubicBezTo>
                  <a:cubicBezTo>
                    <a:pt x="50" y="161"/>
                    <a:pt x="51" y="164"/>
                    <a:pt x="53" y="167"/>
                  </a:cubicBezTo>
                  <a:cubicBezTo>
                    <a:pt x="55" y="171"/>
                    <a:pt x="59" y="173"/>
                    <a:pt x="63" y="175"/>
                  </a:cubicBezTo>
                  <a:cubicBezTo>
                    <a:pt x="67" y="176"/>
                    <a:pt x="72" y="177"/>
                    <a:pt x="78" y="177"/>
                  </a:cubicBezTo>
                  <a:cubicBezTo>
                    <a:pt x="90" y="177"/>
                    <a:pt x="103" y="174"/>
                    <a:pt x="114" y="169"/>
                  </a:cubicBezTo>
                  <a:cubicBezTo>
                    <a:pt x="119" y="166"/>
                    <a:pt x="124" y="164"/>
                    <a:pt x="128" y="161"/>
                  </a:cubicBezTo>
                  <a:cubicBezTo>
                    <a:pt x="130" y="159"/>
                    <a:pt x="131" y="157"/>
                    <a:pt x="132" y="155"/>
                  </a:cubicBezTo>
                  <a:cubicBezTo>
                    <a:pt x="133" y="154"/>
                    <a:pt x="133"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1" y="151"/>
                  </a:cubicBezTo>
                  <a:cubicBezTo>
                    <a:pt x="183" y="149"/>
                    <a:pt x="184" y="146"/>
                    <a:pt x="184" y="143"/>
                  </a:cubicBezTo>
                  <a:cubicBezTo>
                    <a:pt x="209" y="194"/>
                    <a:pt x="209" y="194"/>
                    <a:pt x="209" y="194"/>
                  </a:cubicBezTo>
                  <a:cubicBezTo>
                    <a:pt x="210"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1"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7" y="55"/>
                  </a:cubicBezTo>
                  <a:cubicBezTo>
                    <a:pt x="224" y="54"/>
                    <a:pt x="221" y="54"/>
                    <a:pt x="217"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1" y="5"/>
                    <a:pt x="121" y="5"/>
                    <a:pt x="121" y="5"/>
                  </a:cubicBezTo>
                  <a:cubicBezTo>
                    <a:pt x="121" y="5"/>
                    <a:pt x="121" y="5"/>
                    <a:pt x="121" y="5"/>
                  </a:cubicBezTo>
                  <a:cubicBezTo>
                    <a:pt x="121"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6" name="Freeform 458">
              <a:extLst>
                <a:ext uri="{FF2B5EF4-FFF2-40B4-BE49-F238E27FC236}">
                  <a16:creationId xmlns:a16="http://schemas.microsoft.com/office/drawing/2014/main" id="{0443877E-D2EE-4075-9F01-E85C9838949D}"/>
                </a:ext>
              </a:extLst>
            </p:cNvPr>
            <p:cNvSpPr>
              <a:spLocks noEditPoints="1"/>
            </p:cNvSpPr>
            <p:nvPr userDrawn="1"/>
          </p:nvSpPr>
          <p:spPr bwMode="auto">
            <a:xfrm>
              <a:off x="7516141"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7" name="Freeform 459">
              <a:extLst>
                <a:ext uri="{FF2B5EF4-FFF2-40B4-BE49-F238E27FC236}">
                  <a16:creationId xmlns:a16="http://schemas.microsoft.com/office/drawing/2014/main" id="{B85AC0A3-3084-47E2-9204-7EEF7E0F9ADD}"/>
                </a:ext>
              </a:extLst>
            </p:cNvPr>
            <p:cNvSpPr>
              <a:spLocks noEditPoints="1"/>
            </p:cNvSpPr>
            <p:nvPr userDrawn="1"/>
          </p:nvSpPr>
          <p:spPr bwMode="auto">
            <a:xfrm>
              <a:off x="8756413" y="-302041"/>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8" name="Freeform 460">
              <a:extLst>
                <a:ext uri="{FF2B5EF4-FFF2-40B4-BE49-F238E27FC236}">
                  <a16:creationId xmlns:a16="http://schemas.microsoft.com/office/drawing/2014/main" id="{9798B0B2-2E1A-416E-8180-0F635CDF5F6A}"/>
                </a:ext>
              </a:extLst>
            </p:cNvPr>
            <p:cNvSpPr>
              <a:spLocks noEditPoints="1"/>
            </p:cNvSpPr>
            <p:nvPr userDrawn="1"/>
          </p:nvSpPr>
          <p:spPr bwMode="auto">
            <a:xfrm>
              <a:off x="8802573" y="488683"/>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6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9" name="Freeform 461">
              <a:extLst>
                <a:ext uri="{FF2B5EF4-FFF2-40B4-BE49-F238E27FC236}">
                  <a16:creationId xmlns:a16="http://schemas.microsoft.com/office/drawing/2014/main" id="{2A985F8E-5F81-454E-AD83-903D4AFC1757}"/>
                </a:ext>
              </a:extLst>
            </p:cNvPr>
            <p:cNvSpPr>
              <a:spLocks noEditPoints="1"/>
            </p:cNvSpPr>
            <p:nvPr userDrawn="1"/>
          </p:nvSpPr>
          <p:spPr bwMode="auto">
            <a:xfrm>
              <a:off x="8802573"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0" name="Freeform 462">
              <a:extLst>
                <a:ext uri="{FF2B5EF4-FFF2-40B4-BE49-F238E27FC236}">
                  <a16:creationId xmlns:a16="http://schemas.microsoft.com/office/drawing/2014/main" id="{0AD09595-5594-4032-851D-A85E590C34EB}"/>
                </a:ext>
              </a:extLst>
            </p:cNvPr>
            <p:cNvSpPr>
              <a:spLocks noEditPoints="1"/>
            </p:cNvSpPr>
            <p:nvPr userDrawn="1"/>
          </p:nvSpPr>
          <p:spPr bwMode="auto">
            <a:xfrm>
              <a:off x="7734895"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1" name="Freeform 463">
              <a:extLst>
                <a:ext uri="{FF2B5EF4-FFF2-40B4-BE49-F238E27FC236}">
                  <a16:creationId xmlns:a16="http://schemas.microsoft.com/office/drawing/2014/main" id="{031F1E06-67C0-4C5A-A82D-D3D6809A9D5B}"/>
                </a:ext>
              </a:extLst>
            </p:cNvPr>
            <p:cNvSpPr>
              <a:spLocks noEditPoints="1"/>
            </p:cNvSpPr>
            <p:nvPr userDrawn="1"/>
          </p:nvSpPr>
          <p:spPr bwMode="auto">
            <a:xfrm>
              <a:off x="6486595" y="189654"/>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2" name="Freeform 464">
              <a:extLst>
                <a:ext uri="{FF2B5EF4-FFF2-40B4-BE49-F238E27FC236}">
                  <a16:creationId xmlns:a16="http://schemas.microsoft.com/office/drawing/2014/main" id="{886D77A1-B055-486F-B8B3-4BAE6D5CFAEF}"/>
                </a:ext>
              </a:extLst>
            </p:cNvPr>
            <p:cNvSpPr>
              <a:spLocks noEditPoints="1"/>
            </p:cNvSpPr>
            <p:nvPr userDrawn="1"/>
          </p:nvSpPr>
          <p:spPr bwMode="auto">
            <a:xfrm>
              <a:off x="8130256" y="900101"/>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8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3" name="Freeform 465">
              <a:extLst>
                <a:ext uri="{FF2B5EF4-FFF2-40B4-BE49-F238E27FC236}">
                  <a16:creationId xmlns:a16="http://schemas.microsoft.com/office/drawing/2014/main" id="{1CE58952-BA6F-4F27-AE79-0C22D6E0FE95}"/>
                </a:ext>
              </a:extLst>
            </p:cNvPr>
            <p:cNvSpPr>
              <a:spLocks noEditPoints="1"/>
            </p:cNvSpPr>
            <p:nvPr userDrawn="1"/>
          </p:nvSpPr>
          <p:spPr bwMode="auto">
            <a:xfrm>
              <a:off x="6912061" y="456573"/>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4" name="Freeform 466">
              <a:extLst>
                <a:ext uri="{FF2B5EF4-FFF2-40B4-BE49-F238E27FC236}">
                  <a16:creationId xmlns:a16="http://schemas.microsoft.com/office/drawing/2014/main" id="{7B96F75C-C36C-4A58-86A4-CF66F741864B}"/>
                </a:ext>
              </a:extLst>
            </p:cNvPr>
            <p:cNvSpPr>
              <a:spLocks/>
            </p:cNvSpPr>
            <p:nvPr userDrawn="1"/>
          </p:nvSpPr>
          <p:spPr bwMode="auto">
            <a:xfrm>
              <a:off x="7907489" y="-125432"/>
              <a:ext cx="642212" cy="192664"/>
            </a:xfrm>
            <a:custGeom>
              <a:avLst/>
              <a:gdLst>
                <a:gd name="T0" fmla="*/ 223 w 426"/>
                <a:gd name="T1" fmla="*/ 7 h 128"/>
                <a:gd name="T2" fmla="*/ 346 w 426"/>
                <a:gd name="T3" fmla="*/ 6 h 128"/>
                <a:gd name="T4" fmla="*/ 371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3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220 w 426"/>
                <a:gd name="T43" fmla="*/ 13 h 128"/>
                <a:gd name="T44" fmla="*/ 184 w 426"/>
                <a:gd name="T45" fmla="*/ 10 h 128"/>
                <a:gd name="T46" fmla="*/ 57 w 426"/>
                <a:gd name="T47" fmla="*/ 27 h 128"/>
                <a:gd name="T48" fmla="*/ 30 w 426"/>
                <a:gd name="T49" fmla="*/ 71 h 128"/>
                <a:gd name="T50" fmla="*/ 31 w 426"/>
                <a:gd name="T51" fmla="*/ 74 h 128"/>
                <a:gd name="T52" fmla="*/ 37 w 426"/>
                <a:gd name="T53" fmla="*/ 92 h 128"/>
                <a:gd name="T54" fmla="*/ 59 w 426"/>
                <a:gd name="T55" fmla="*/ 109 h 128"/>
                <a:gd name="T56" fmla="*/ 29 w 426"/>
                <a:gd name="T57" fmla="*/ 125 h 128"/>
                <a:gd name="T58" fmla="*/ 74 w 426"/>
                <a:gd name="T59" fmla="*/ 120 h 128"/>
                <a:gd name="T60" fmla="*/ 101 w 426"/>
                <a:gd name="T61" fmla="*/ 118 h 128"/>
                <a:gd name="T62" fmla="*/ 102 w 426"/>
                <a:gd name="T63" fmla="*/ 118 h 128"/>
                <a:gd name="T64" fmla="*/ 102 w 426"/>
                <a:gd name="T65" fmla="*/ 119 h 128"/>
                <a:gd name="T66" fmla="*/ 368 w 426"/>
                <a:gd name="T67" fmla="*/ 113 h 128"/>
                <a:gd name="T68" fmla="*/ 416 w 426"/>
                <a:gd name="T69" fmla="*/ 83 h 128"/>
                <a:gd name="T70" fmla="*/ 426 w 426"/>
                <a:gd name="T71" fmla="*/ 45 h 128"/>
                <a:gd name="T72" fmla="*/ 374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346" y="0"/>
                  </a:moveTo>
                  <a:cubicBezTo>
                    <a:pt x="314"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cubicBezTo>
                    <a:pt x="84" y="26"/>
                    <a:pt x="86" y="25"/>
                    <a:pt x="92" y="25"/>
                  </a:cubicBezTo>
                  <a:cubicBezTo>
                    <a:pt x="111" y="23"/>
                    <a:pt x="165" y="17"/>
                    <a:pt x="220" y="13"/>
                  </a:cubicBezTo>
                  <a:cubicBezTo>
                    <a:pt x="218" y="7"/>
                    <a:pt x="218" y="7"/>
                    <a:pt x="218" y="7"/>
                  </a:cubicBezTo>
                  <a:cubicBezTo>
                    <a:pt x="206" y="8"/>
                    <a:pt x="195" y="9"/>
                    <a:pt x="184" y="10"/>
                  </a:cubicBezTo>
                  <a:cubicBezTo>
                    <a:pt x="130" y="15"/>
                    <a:pt x="85" y="19"/>
                    <a:pt x="83" y="20"/>
                  </a:cubicBezTo>
                  <a:cubicBezTo>
                    <a:pt x="82" y="20"/>
                    <a:pt x="69" y="20"/>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5" name="Freeform 467">
              <a:extLst>
                <a:ext uri="{FF2B5EF4-FFF2-40B4-BE49-F238E27FC236}">
                  <a16:creationId xmlns:a16="http://schemas.microsoft.com/office/drawing/2014/main" id="{F026035A-B156-45BE-888C-BE5836B773F6}"/>
                </a:ext>
              </a:extLst>
            </p:cNvPr>
            <p:cNvSpPr>
              <a:spLocks/>
            </p:cNvSpPr>
            <p:nvPr userDrawn="1"/>
          </p:nvSpPr>
          <p:spPr bwMode="auto">
            <a:xfrm>
              <a:off x="8236623" y="-115397"/>
              <a:ext cx="8028" cy="10035"/>
            </a:xfrm>
            <a:custGeom>
              <a:avLst/>
              <a:gdLst>
                <a:gd name="T0" fmla="*/ 5 w 6"/>
                <a:gd name="T1" fmla="*/ 0 h 6"/>
                <a:gd name="T2" fmla="*/ 0 w 6"/>
                <a:gd name="T3" fmla="*/ 0 h 6"/>
                <a:gd name="T4" fmla="*/ 2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1" y="0"/>
                    <a:pt x="0" y="0"/>
                  </a:cubicBezTo>
                  <a:cubicBezTo>
                    <a:pt x="2" y="6"/>
                    <a:pt x="2" y="6"/>
                    <a:pt x="2"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6" name="Freeform 468">
              <a:extLst>
                <a:ext uri="{FF2B5EF4-FFF2-40B4-BE49-F238E27FC236}">
                  <a16:creationId xmlns:a16="http://schemas.microsoft.com/office/drawing/2014/main" id="{79A49783-931E-411C-A59D-5C661EC49C64}"/>
                </a:ext>
              </a:extLst>
            </p:cNvPr>
            <p:cNvSpPr>
              <a:spLocks/>
            </p:cNvSpPr>
            <p:nvPr userDrawn="1"/>
          </p:nvSpPr>
          <p:spPr bwMode="auto">
            <a:xfrm>
              <a:off x="649863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7" name="Freeform 469">
              <a:extLst>
                <a:ext uri="{FF2B5EF4-FFF2-40B4-BE49-F238E27FC236}">
                  <a16:creationId xmlns:a16="http://schemas.microsoft.com/office/drawing/2014/main" id="{C65E6032-C5B3-4558-AA7E-30086765F4EC}"/>
                </a:ext>
              </a:extLst>
            </p:cNvPr>
            <p:cNvSpPr>
              <a:spLocks noEditPoints="1"/>
            </p:cNvSpPr>
            <p:nvPr userDrawn="1"/>
          </p:nvSpPr>
          <p:spPr bwMode="auto">
            <a:xfrm>
              <a:off x="7064586" y="-27093"/>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8" name="Freeform 470">
              <a:extLst>
                <a:ext uri="{FF2B5EF4-FFF2-40B4-BE49-F238E27FC236}">
                  <a16:creationId xmlns:a16="http://schemas.microsoft.com/office/drawing/2014/main" id="{6EAD5D1F-BDE8-4A2D-9928-72361FE8E9D8}"/>
                </a:ext>
              </a:extLst>
            </p:cNvPr>
            <p:cNvSpPr>
              <a:spLocks noEditPoints="1"/>
            </p:cNvSpPr>
            <p:nvPr userDrawn="1"/>
          </p:nvSpPr>
          <p:spPr bwMode="auto">
            <a:xfrm>
              <a:off x="705254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10 w 426"/>
                <a:gd name="T77" fmla="*/ 15 h 128"/>
                <a:gd name="T78" fmla="*/ 410 w 426"/>
                <a:gd name="T79" fmla="*/ 14 h 128"/>
                <a:gd name="T80" fmla="*/ 372 w 426"/>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8">
                  <a:moveTo>
                    <a:pt x="211" y="7"/>
                  </a:moveTo>
                  <a:cubicBezTo>
                    <a:pt x="202" y="8"/>
                    <a:pt x="193" y="9"/>
                    <a:pt x="184" y="10"/>
                  </a:cubicBezTo>
                  <a:cubicBezTo>
                    <a:pt x="130" y="15"/>
                    <a:pt x="85" y="19"/>
                    <a:pt x="83" y="19"/>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9" name="Freeform 471">
              <a:extLst>
                <a:ext uri="{FF2B5EF4-FFF2-40B4-BE49-F238E27FC236}">
                  <a16:creationId xmlns:a16="http://schemas.microsoft.com/office/drawing/2014/main" id="{A5260CF0-0148-4BEC-B3B6-5C5FCF07DC3F}"/>
                </a:ext>
              </a:extLst>
            </p:cNvPr>
            <p:cNvSpPr>
              <a:spLocks noEditPoints="1"/>
            </p:cNvSpPr>
            <p:nvPr userDrawn="1"/>
          </p:nvSpPr>
          <p:spPr bwMode="auto">
            <a:xfrm>
              <a:off x="8627970"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8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0" y="266"/>
                    <a:pt x="76" y="258"/>
                    <a:pt x="78" y="243"/>
                  </a:cubicBezTo>
                  <a:cubicBezTo>
                    <a:pt x="78" y="243"/>
                    <a:pt x="78" y="243"/>
                    <a:pt x="78"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0" name="Freeform 472">
              <a:extLst>
                <a:ext uri="{FF2B5EF4-FFF2-40B4-BE49-F238E27FC236}">
                  <a16:creationId xmlns:a16="http://schemas.microsoft.com/office/drawing/2014/main" id="{B7AF2FAE-592F-45EE-8AAA-F95374993DEB}"/>
                </a:ext>
              </a:extLst>
            </p:cNvPr>
            <p:cNvSpPr>
              <a:spLocks noEditPoints="1"/>
            </p:cNvSpPr>
            <p:nvPr userDrawn="1"/>
          </p:nvSpPr>
          <p:spPr bwMode="auto">
            <a:xfrm>
              <a:off x="8684164" y="-31107"/>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3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3"/>
                    <a:pt x="79" y="243"/>
                    <a:pt x="79" y="243"/>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1" name="Freeform 473">
              <a:extLst>
                <a:ext uri="{FF2B5EF4-FFF2-40B4-BE49-F238E27FC236}">
                  <a16:creationId xmlns:a16="http://schemas.microsoft.com/office/drawing/2014/main" id="{0280446B-D654-46B5-99CD-56DEEAC9F6D6}"/>
                </a:ext>
              </a:extLst>
            </p:cNvPr>
            <p:cNvSpPr>
              <a:spLocks noEditPoints="1"/>
            </p:cNvSpPr>
            <p:nvPr userDrawn="1"/>
          </p:nvSpPr>
          <p:spPr bwMode="auto">
            <a:xfrm>
              <a:off x="7955655" y="1303490"/>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5 h 127"/>
                <a:gd name="T12" fmla="*/ 419 w 425"/>
                <a:gd name="T13" fmla="*/ 46 h 127"/>
                <a:gd name="T14" fmla="*/ 384 w 425"/>
                <a:gd name="T15" fmla="*/ 102 h 127"/>
                <a:gd name="T16" fmla="*/ 369 w 425"/>
                <a:gd name="T17" fmla="*/ 106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1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2 w 425"/>
                <a:gd name="T75"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4"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2" name="Freeform 474">
              <a:extLst>
                <a:ext uri="{FF2B5EF4-FFF2-40B4-BE49-F238E27FC236}">
                  <a16:creationId xmlns:a16="http://schemas.microsoft.com/office/drawing/2014/main" id="{D6359F9D-41D8-4979-A901-AE9F1E3A2939}"/>
                </a:ext>
              </a:extLst>
            </p:cNvPr>
            <p:cNvSpPr>
              <a:spLocks/>
            </p:cNvSpPr>
            <p:nvPr userDrawn="1"/>
          </p:nvSpPr>
          <p:spPr bwMode="auto">
            <a:xfrm>
              <a:off x="8563749" y="1439960"/>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3" name="Freeform 475">
              <a:extLst>
                <a:ext uri="{FF2B5EF4-FFF2-40B4-BE49-F238E27FC236}">
                  <a16:creationId xmlns:a16="http://schemas.microsoft.com/office/drawing/2014/main" id="{3637A3E0-E99F-4319-9E9E-12461D0DFD79}"/>
                </a:ext>
              </a:extLst>
            </p:cNvPr>
            <p:cNvSpPr>
              <a:spLocks noEditPoints="1"/>
            </p:cNvSpPr>
            <p:nvPr userDrawn="1"/>
          </p:nvSpPr>
          <p:spPr bwMode="auto">
            <a:xfrm>
              <a:off x="8501536" y="35121"/>
              <a:ext cx="148512"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6 w 99"/>
                <a:gd name="T17" fmla="*/ 31 h 313"/>
                <a:gd name="T18" fmla="*/ 79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5 w 99"/>
                <a:gd name="T71" fmla="*/ 278 h 313"/>
                <a:gd name="T72" fmla="*/ 92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4" name="Freeform 476">
              <a:extLst>
                <a:ext uri="{FF2B5EF4-FFF2-40B4-BE49-F238E27FC236}">
                  <a16:creationId xmlns:a16="http://schemas.microsoft.com/office/drawing/2014/main" id="{224CE522-E8A6-4076-8ED4-7784F7245704}"/>
                </a:ext>
              </a:extLst>
            </p:cNvPr>
            <p:cNvSpPr>
              <a:spLocks noEditPoints="1"/>
            </p:cNvSpPr>
            <p:nvPr userDrawn="1"/>
          </p:nvSpPr>
          <p:spPr bwMode="auto">
            <a:xfrm>
              <a:off x="6281890"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7 w 116"/>
                <a:gd name="T17" fmla="*/ 46 h 365"/>
                <a:gd name="T18" fmla="*/ 23 w 116"/>
                <a:gd name="T19" fmla="*/ 12 h 365"/>
                <a:gd name="T20" fmla="*/ 40 w 116"/>
                <a:gd name="T21" fmla="*/ 6 h 365"/>
                <a:gd name="T22" fmla="*/ 40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4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1 w 116"/>
                <a:gd name="T57" fmla="*/ 46 h 365"/>
                <a:gd name="T58" fmla="*/ 0 w 116"/>
                <a:gd name="T59" fmla="*/ 66 h 365"/>
                <a:gd name="T60" fmla="*/ 19 w 116"/>
                <a:gd name="T61" fmla="*/ 292 h 365"/>
                <a:gd name="T62" fmla="*/ 39 w 116"/>
                <a:gd name="T63" fmla="*/ 329 h 365"/>
                <a:gd name="T64" fmla="*/ 65 w 116"/>
                <a:gd name="T65" fmla="*/ 337 h 365"/>
                <a:gd name="T66" fmla="*/ 68 w 116"/>
                <a:gd name="T67" fmla="*/ 336 h 365"/>
                <a:gd name="T68" fmla="*/ 84 w 116"/>
                <a:gd name="T69" fmla="*/ 331 h 365"/>
                <a:gd name="T70" fmla="*/ 99 w 116"/>
                <a:gd name="T71" fmla="*/ 313 h 365"/>
                <a:gd name="T72" fmla="*/ 115 w 116"/>
                <a:gd name="T73" fmla="*/ 355 h 365"/>
                <a:gd name="T74" fmla="*/ 112 w 116"/>
                <a:gd name="T75" fmla="*/ 328 h 365"/>
                <a:gd name="T76" fmla="*/ 107 w 116"/>
                <a:gd name="T77" fmla="*/ 284 h 365"/>
                <a:gd name="T78" fmla="*/ 107 w 116"/>
                <a:gd name="T79" fmla="*/ 275 h 365"/>
                <a:gd name="T80" fmla="*/ 107 w 116"/>
                <a:gd name="T81" fmla="*/ 275 h 365"/>
                <a:gd name="T82" fmla="*/ 100 w 116"/>
                <a:gd name="T83" fmla="*/ 49 h 365"/>
                <a:gd name="T84" fmla="*/ 73 w 116"/>
                <a:gd name="T85" fmla="*/ 8 h 365"/>
                <a:gd name="T86" fmla="*/ 40 w 116"/>
                <a:gd name="T87"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6"/>
                    <a:pt x="7" y="46"/>
                  </a:cubicBezTo>
                  <a:cubicBezTo>
                    <a:pt x="7" y="46"/>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5"/>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5" name="Freeform 477">
              <a:extLst>
                <a:ext uri="{FF2B5EF4-FFF2-40B4-BE49-F238E27FC236}">
                  <a16:creationId xmlns:a16="http://schemas.microsoft.com/office/drawing/2014/main" id="{184DEE76-0364-423B-B6ED-71485D95044B}"/>
                </a:ext>
              </a:extLst>
            </p:cNvPr>
            <p:cNvSpPr>
              <a:spLocks/>
            </p:cNvSpPr>
            <p:nvPr userDrawn="1"/>
          </p:nvSpPr>
          <p:spPr bwMode="auto">
            <a:xfrm>
              <a:off x="6450471"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6" name="Freeform 478">
              <a:extLst>
                <a:ext uri="{FF2B5EF4-FFF2-40B4-BE49-F238E27FC236}">
                  <a16:creationId xmlns:a16="http://schemas.microsoft.com/office/drawing/2014/main" id="{E0240001-030F-4259-8158-76C6FEFE088A}"/>
                </a:ext>
              </a:extLst>
            </p:cNvPr>
            <p:cNvSpPr>
              <a:spLocks noEditPoints="1"/>
            </p:cNvSpPr>
            <p:nvPr userDrawn="1"/>
          </p:nvSpPr>
          <p:spPr bwMode="auto">
            <a:xfrm>
              <a:off x="7977731"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5 w 126"/>
                <a:gd name="T87" fmla="*/ 76 h 98"/>
                <a:gd name="T88" fmla="*/ 90 w 126"/>
                <a:gd name="T89" fmla="*/ 98 h 98"/>
                <a:gd name="T90" fmla="*/ 69 w 126"/>
                <a:gd name="T91" fmla="*/ 76 h 98"/>
                <a:gd name="T92" fmla="*/ 97 w 126"/>
                <a:gd name="T93" fmla="*/ 75 h 98"/>
                <a:gd name="T94" fmla="*/ 97 w 126"/>
                <a:gd name="T95" fmla="*/ 75 h 98"/>
                <a:gd name="T96" fmla="*/ 111 w 126"/>
                <a:gd name="T97" fmla="*/ 71 h 98"/>
                <a:gd name="T98" fmla="*/ 121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7" name="Freeform 479">
              <a:extLst>
                <a:ext uri="{FF2B5EF4-FFF2-40B4-BE49-F238E27FC236}">
                  <a16:creationId xmlns:a16="http://schemas.microsoft.com/office/drawing/2014/main" id="{A5F2E563-41F4-417A-AA84-7DE1DC7FD3C0}"/>
                </a:ext>
              </a:extLst>
            </p:cNvPr>
            <p:cNvSpPr>
              <a:spLocks noEditPoints="1"/>
            </p:cNvSpPr>
            <p:nvPr userDrawn="1"/>
          </p:nvSpPr>
          <p:spPr bwMode="auto">
            <a:xfrm>
              <a:off x="6251786" y="-275950"/>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8" name="Freeform 480">
              <a:extLst>
                <a:ext uri="{FF2B5EF4-FFF2-40B4-BE49-F238E27FC236}">
                  <a16:creationId xmlns:a16="http://schemas.microsoft.com/office/drawing/2014/main" id="{5E3C9DB4-EE19-4655-AC3E-4EADFEB5FB7F}"/>
                </a:ext>
              </a:extLst>
            </p:cNvPr>
            <p:cNvSpPr>
              <a:spLocks noEditPoints="1"/>
            </p:cNvSpPr>
            <p:nvPr userDrawn="1"/>
          </p:nvSpPr>
          <p:spPr bwMode="auto">
            <a:xfrm>
              <a:off x="8322920" y="892073"/>
              <a:ext cx="240830" cy="180622"/>
            </a:xfrm>
            <a:custGeom>
              <a:avLst/>
              <a:gdLst>
                <a:gd name="T0" fmla="*/ 6 w 160"/>
                <a:gd name="T1" fmla="*/ 45 h 121"/>
                <a:gd name="T2" fmla="*/ 6 w 160"/>
                <a:gd name="T3" fmla="*/ 45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3 h 121"/>
                <a:gd name="T42" fmla="*/ 6 w 160"/>
                <a:gd name="T43" fmla="*/ 45 h 121"/>
                <a:gd name="T44" fmla="*/ 12 w 160"/>
                <a:gd name="T45" fmla="*/ 38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5"/>
                  </a:moveTo>
                  <a:cubicBezTo>
                    <a:pt x="6" y="45"/>
                    <a:pt x="6" y="45"/>
                    <a:pt x="6" y="45"/>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9" name="Freeform 481">
              <a:extLst>
                <a:ext uri="{FF2B5EF4-FFF2-40B4-BE49-F238E27FC236}">
                  <a16:creationId xmlns:a16="http://schemas.microsoft.com/office/drawing/2014/main" id="{8B07A898-8749-4D6C-957A-65482770E85E}"/>
                </a:ext>
              </a:extLst>
            </p:cNvPr>
            <p:cNvSpPr>
              <a:spLocks noEditPoints="1"/>
            </p:cNvSpPr>
            <p:nvPr userDrawn="1"/>
          </p:nvSpPr>
          <p:spPr bwMode="auto">
            <a:xfrm>
              <a:off x="7963683" y="233806"/>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0" name="Freeform 482">
              <a:extLst>
                <a:ext uri="{FF2B5EF4-FFF2-40B4-BE49-F238E27FC236}">
                  <a16:creationId xmlns:a16="http://schemas.microsoft.com/office/drawing/2014/main" id="{E0AB4538-B9E7-4EC8-A3A5-D4737BE10630}"/>
                </a:ext>
              </a:extLst>
            </p:cNvPr>
            <p:cNvSpPr>
              <a:spLocks noEditPoints="1"/>
            </p:cNvSpPr>
            <p:nvPr userDrawn="1"/>
          </p:nvSpPr>
          <p:spPr bwMode="auto">
            <a:xfrm>
              <a:off x="8772468" y="1405843"/>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1" name="Freeform 483">
              <a:extLst>
                <a:ext uri="{FF2B5EF4-FFF2-40B4-BE49-F238E27FC236}">
                  <a16:creationId xmlns:a16="http://schemas.microsoft.com/office/drawing/2014/main" id="{E9126462-D268-42C0-B4D5-793607EF99B6}"/>
                </a:ext>
              </a:extLst>
            </p:cNvPr>
            <p:cNvSpPr>
              <a:spLocks/>
            </p:cNvSpPr>
            <p:nvPr userDrawn="1"/>
          </p:nvSpPr>
          <p:spPr bwMode="auto">
            <a:xfrm>
              <a:off x="8979181" y="1570410"/>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2" name="Freeform 484">
              <a:extLst>
                <a:ext uri="{FF2B5EF4-FFF2-40B4-BE49-F238E27FC236}">
                  <a16:creationId xmlns:a16="http://schemas.microsoft.com/office/drawing/2014/main" id="{8646BDD6-5C4F-4044-8724-F16200F66169}"/>
                </a:ext>
              </a:extLst>
            </p:cNvPr>
            <p:cNvSpPr>
              <a:spLocks noEditPoints="1"/>
            </p:cNvSpPr>
            <p:nvPr userDrawn="1"/>
          </p:nvSpPr>
          <p:spPr bwMode="auto">
            <a:xfrm>
              <a:off x="7949634" y="1010480"/>
              <a:ext cx="313078" cy="282975"/>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3" name="Freeform 485">
              <a:extLst>
                <a:ext uri="{FF2B5EF4-FFF2-40B4-BE49-F238E27FC236}">
                  <a16:creationId xmlns:a16="http://schemas.microsoft.com/office/drawing/2014/main" id="{6E3957E6-99A3-4585-80F7-92F630AA6363}"/>
                </a:ext>
              </a:extLst>
            </p:cNvPr>
            <p:cNvSpPr>
              <a:spLocks noEditPoints="1"/>
            </p:cNvSpPr>
            <p:nvPr userDrawn="1"/>
          </p:nvSpPr>
          <p:spPr bwMode="auto">
            <a:xfrm>
              <a:off x="8302851"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3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0 w 209"/>
                <a:gd name="T43" fmla="*/ 153 h 188"/>
                <a:gd name="T44" fmla="*/ 13 w 209"/>
                <a:gd name="T45" fmla="*/ 116 h 188"/>
                <a:gd name="T46" fmla="*/ 13 w 209"/>
                <a:gd name="T47" fmla="*/ 116 h 188"/>
                <a:gd name="T48" fmla="*/ 13 w 209"/>
                <a:gd name="T49" fmla="*/ 115 h 188"/>
                <a:gd name="T50" fmla="*/ 9 w 209"/>
                <a:gd name="T51" fmla="*/ 111 h 188"/>
                <a:gd name="T52" fmla="*/ 6 w 209"/>
                <a:gd name="T53" fmla="*/ 97 h 188"/>
                <a:gd name="T54" fmla="*/ 13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2 w 209"/>
                <a:gd name="T71" fmla="*/ 3 h 188"/>
                <a:gd name="T72" fmla="*/ 82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4 w 209"/>
                <a:gd name="T85" fmla="*/ 153 h 188"/>
                <a:gd name="T86" fmla="*/ 14 w 209"/>
                <a:gd name="T87" fmla="*/ 168 h 188"/>
                <a:gd name="T88" fmla="*/ 13 w 209"/>
                <a:gd name="T89" fmla="*/ 172 h 188"/>
                <a:gd name="T90" fmla="*/ 13 w 209"/>
                <a:gd name="T91" fmla="*/ 174 h 188"/>
                <a:gd name="T92" fmla="*/ 13 w 209"/>
                <a:gd name="T93" fmla="*/ 174 h 188"/>
                <a:gd name="T94" fmla="*/ 10 w 209"/>
                <a:gd name="T95" fmla="*/ 188 h 188"/>
                <a:gd name="T96" fmla="*/ 18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6 w 209"/>
                <a:gd name="T111" fmla="*/ 162 h 188"/>
                <a:gd name="T112" fmla="*/ 199 w 209"/>
                <a:gd name="T113" fmla="*/ 119 h 188"/>
                <a:gd name="T114" fmla="*/ 209 w 209"/>
                <a:gd name="T115" fmla="*/ 79 h 188"/>
                <a:gd name="T116" fmla="*/ 203 w 209"/>
                <a:gd name="T117" fmla="*/ 48 h 188"/>
                <a:gd name="T118" fmla="*/ 203 w 209"/>
                <a:gd name="T119" fmla="*/ 48 h 188"/>
                <a:gd name="T120" fmla="*/ 202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19"/>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4" name="Freeform 486">
              <a:extLst>
                <a:ext uri="{FF2B5EF4-FFF2-40B4-BE49-F238E27FC236}">
                  <a16:creationId xmlns:a16="http://schemas.microsoft.com/office/drawing/2014/main" id="{9131B677-0184-4004-8C77-90F929441AA7}"/>
                </a:ext>
              </a:extLst>
            </p:cNvPr>
            <p:cNvSpPr>
              <a:spLocks noEditPoints="1"/>
            </p:cNvSpPr>
            <p:nvPr userDrawn="1"/>
          </p:nvSpPr>
          <p:spPr bwMode="auto">
            <a:xfrm>
              <a:off x="6789638"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5" name="Freeform 487">
              <a:extLst>
                <a:ext uri="{FF2B5EF4-FFF2-40B4-BE49-F238E27FC236}">
                  <a16:creationId xmlns:a16="http://schemas.microsoft.com/office/drawing/2014/main" id="{3D962C6D-7077-480F-99A9-20C0ABBFE52E}"/>
                </a:ext>
              </a:extLst>
            </p:cNvPr>
            <p:cNvSpPr>
              <a:spLocks/>
            </p:cNvSpPr>
            <p:nvPr userDrawn="1"/>
          </p:nvSpPr>
          <p:spPr bwMode="auto">
            <a:xfrm>
              <a:off x="6920088"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6" name="Freeform 488">
              <a:extLst>
                <a:ext uri="{FF2B5EF4-FFF2-40B4-BE49-F238E27FC236}">
                  <a16:creationId xmlns:a16="http://schemas.microsoft.com/office/drawing/2014/main" id="{14DDDAA7-6488-451B-B269-3F6BABDE2E9F}"/>
                </a:ext>
              </a:extLst>
            </p:cNvPr>
            <p:cNvSpPr>
              <a:spLocks/>
            </p:cNvSpPr>
            <p:nvPr userDrawn="1"/>
          </p:nvSpPr>
          <p:spPr bwMode="auto">
            <a:xfrm>
              <a:off x="7648597" y="308061"/>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7" name="Freeform 489">
              <a:extLst>
                <a:ext uri="{FF2B5EF4-FFF2-40B4-BE49-F238E27FC236}">
                  <a16:creationId xmlns:a16="http://schemas.microsoft.com/office/drawing/2014/main" id="{0A20A181-B8BE-4AAE-A7D6-3F114B5453B7}"/>
                </a:ext>
              </a:extLst>
            </p:cNvPr>
            <p:cNvSpPr>
              <a:spLocks/>
            </p:cNvSpPr>
            <p:nvPr userDrawn="1"/>
          </p:nvSpPr>
          <p:spPr bwMode="auto">
            <a:xfrm>
              <a:off x="7825205" y="556918"/>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8" name="Freeform 490">
              <a:extLst>
                <a:ext uri="{FF2B5EF4-FFF2-40B4-BE49-F238E27FC236}">
                  <a16:creationId xmlns:a16="http://schemas.microsoft.com/office/drawing/2014/main" id="{716D0A48-D2E1-478C-82BF-8A3F10E5DDF3}"/>
                </a:ext>
              </a:extLst>
            </p:cNvPr>
            <p:cNvSpPr>
              <a:spLocks/>
            </p:cNvSpPr>
            <p:nvPr userDrawn="1"/>
          </p:nvSpPr>
          <p:spPr bwMode="auto">
            <a:xfrm>
              <a:off x="7666660"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9" name="Freeform 491">
              <a:extLst>
                <a:ext uri="{FF2B5EF4-FFF2-40B4-BE49-F238E27FC236}">
                  <a16:creationId xmlns:a16="http://schemas.microsoft.com/office/drawing/2014/main" id="{CB3D5253-AD47-489A-8143-1FDBF029C796}"/>
                </a:ext>
              </a:extLst>
            </p:cNvPr>
            <p:cNvSpPr>
              <a:spLocks/>
            </p:cNvSpPr>
            <p:nvPr userDrawn="1"/>
          </p:nvSpPr>
          <p:spPr bwMode="auto">
            <a:xfrm>
              <a:off x="7668666"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0" name="Freeform 492">
              <a:extLst>
                <a:ext uri="{FF2B5EF4-FFF2-40B4-BE49-F238E27FC236}">
                  <a16:creationId xmlns:a16="http://schemas.microsoft.com/office/drawing/2014/main" id="{49354FDD-E917-4036-86AB-B3C2E99F08B5}"/>
                </a:ext>
              </a:extLst>
            </p:cNvPr>
            <p:cNvSpPr>
              <a:spLocks noEditPoints="1"/>
            </p:cNvSpPr>
            <p:nvPr userDrawn="1"/>
          </p:nvSpPr>
          <p:spPr bwMode="auto">
            <a:xfrm>
              <a:off x="8804579" y="109377"/>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1 w 305"/>
                <a:gd name="T25" fmla="*/ 162 h 269"/>
                <a:gd name="T26" fmla="*/ 17 w 305"/>
                <a:gd name="T27" fmla="*/ 101 h 269"/>
                <a:gd name="T28" fmla="*/ 18 w 305"/>
                <a:gd name="T29" fmla="*/ 100 h 269"/>
                <a:gd name="T30" fmla="*/ 38 w 305"/>
                <a:gd name="T31" fmla="*/ 62 h 269"/>
                <a:gd name="T32" fmla="*/ 157 w 305"/>
                <a:gd name="T33" fmla="*/ 0 h 269"/>
                <a:gd name="T34" fmla="*/ 121 w 305"/>
                <a:gd name="T35" fmla="*/ 3 h 269"/>
                <a:gd name="T36" fmla="*/ 32 w 305"/>
                <a:gd name="T37" fmla="*/ 60 h 269"/>
                <a:gd name="T38" fmla="*/ 1 w 305"/>
                <a:gd name="T39" fmla="*/ 126 h 269"/>
                <a:gd name="T40" fmla="*/ 6 w 305"/>
                <a:gd name="T41" fmla="*/ 166 h 269"/>
                <a:gd name="T42" fmla="*/ 22 w 305"/>
                <a:gd name="T43" fmla="*/ 224 h 269"/>
                <a:gd name="T44" fmla="*/ 20 w 305"/>
                <a:gd name="T45" fmla="*/ 252 h 269"/>
                <a:gd name="T46" fmla="*/ 19 w 305"/>
                <a:gd name="T47" fmla="*/ 255 h 269"/>
                <a:gd name="T48" fmla="*/ 25 w 305"/>
                <a:gd name="T49" fmla="*/ 257 h 269"/>
                <a:gd name="T50" fmla="*/ 73 w 305"/>
                <a:gd name="T51" fmla="*/ 217 h 269"/>
                <a:gd name="T52" fmla="*/ 162 w 305"/>
                <a:gd name="T53" fmla="*/ 250 h 269"/>
                <a:gd name="T54" fmla="*/ 229 w 305"/>
                <a:gd name="T55" fmla="*/ 236 h 269"/>
                <a:gd name="T56" fmla="*/ 291 w 305"/>
                <a:gd name="T57" fmla="*/ 173 h 269"/>
                <a:gd name="T58" fmla="*/ 296 w 305"/>
                <a:gd name="T59" fmla="*/ 69 h 269"/>
                <a:gd name="T60" fmla="*/ 296 w 305"/>
                <a:gd name="T61" fmla="*/ 69 h 269"/>
                <a:gd name="T62" fmla="*/ 187 w 305"/>
                <a:gd name="T63" fmla="*/ 2 h 269"/>
                <a:gd name="T64" fmla="*/ 186 w 305"/>
                <a:gd name="T65" fmla="*/ 2 h 269"/>
                <a:gd name="T66" fmla="*/ 162 w 305"/>
                <a:gd name="T67" fmla="*/ 0 h 269"/>
                <a:gd name="T68" fmla="*/ 157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1" name="Freeform 493">
              <a:extLst>
                <a:ext uri="{FF2B5EF4-FFF2-40B4-BE49-F238E27FC236}">
                  <a16:creationId xmlns:a16="http://schemas.microsoft.com/office/drawing/2014/main" id="{801E179B-6B81-4F3C-800E-DD37C1F2BA7D}"/>
                </a:ext>
              </a:extLst>
            </p:cNvPr>
            <p:cNvSpPr>
              <a:spLocks noEditPoints="1"/>
            </p:cNvSpPr>
            <p:nvPr userDrawn="1"/>
          </p:nvSpPr>
          <p:spPr bwMode="auto">
            <a:xfrm>
              <a:off x="9047416" y="109377"/>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2" name="Freeform 494">
              <a:extLst>
                <a:ext uri="{FF2B5EF4-FFF2-40B4-BE49-F238E27FC236}">
                  <a16:creationId xmlns:a16="http://schemas.microsoft.com/office/drawing/2014/main" id="{0E391D42-F451-401F-88A3-CD6166698C3A}"/>
                </a:ext>
              </a:extLst>
            </p:cNvPr>
            <p:cNvSpPr>
              <a:spLocks/>
            </p:cNvSpPr>
            <p:nvPr userDrawn="1"/>
          </p:nvSpPr>
          <p:spPr bwMode="auto">
            <a:xfrm>
              <a:off x="8804579"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3" name="Freeform 495">
              <a:extLst>
                <a:ext uri="{FF2B5EF4-FFF2-40B4-BE49-F238E27FC236}">
                  <a16:creationId xmlns:a16="http://schemas.microsoft.com/office/drawing/2014/main" id="{2C07751F-B658-4CA0-9458-17C9AFD83A0C}"/>
                </a:ext>
              </a:extLst>
            </p:cNvPr>
            <p:cNvSpPr>
              <a:spLocks noEditPoints="1"/>
            </p:cNvSpPr>
            <p:nvPr userDrawn="1"/>
          </p:nvSpPr>
          <p:spPr bwMode="auto">
            <a:xfrm>
              <a:off x="6637113" y="1171034"/>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4 w 233"/>
                <a:gd name="T31" fmla="*/ 77 h 208"/>
                <a:gd name="T32" fmla="*/ 93 w 233"/>
                <a:gd name="T33" fmla="*/ 8 h 208"/>
                <a:gd name="T34" fmla="*/ 92 w 233"/>
                <a:gd name="T35" fmla="*/ 2 h 208"/>
                <a:gd name="T36" fmla="*/ 92 w 233"/>
                <a:gd name="T37" fmla="*/ 2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4" name="Freeform 496">
              <a:extLst>
                <a:ext uri="{FF2B5EF4-FFF2-40B4-BE49-F238E27FC236}">
                  <a16:creationId xmlns:a16="http://schemas.microsoft.com/office/drawing/2014/main" id="{0266EA53-E31E-4835-9546-6D127B95911D}"/>
                </a:ext>
              </a:extLst>
            </p:cNvPr>
            <p:cNvSpPr>
              <a:spLocks noEditPoints="1"/>
            </p:cNvSpPr>
            <p:nvPr userDrawn="1"/>
          </p:nvSpPr>
          <p:spPr bwMode="auto">
            <a:xfrm>
              <a:off x="8208526" y="338165"/>
              <a:ext cx="254879" cy="176608"/>
            </a:xfrm>
            <a:custGeom>
              <a:avLst/>
              <a:gdLst>
                <a:gd name="T0" fmla="*/ 63 w 169"/>
                <a:gd name="T1" fmla="*/ 111 h 117"/>
                <a:gd name="T2" fmla="*/ 63 w 169"/>
                <a:gd name="T3" fmla="*/ 111 h 117"/>
                <a:gd name="T4" fmla="*/ 63 w 169"/>
                <a:gd name="T5" fmla="*/ 111 h 117"/>
                <a:gd name="T6" fmla="*/ 63 w 169"/>
                <a:gd name="T7" fmla="*/ 111 h 117"/>
                <a:gd name="T8" fmla="*/ 10 w 169"/>
                <a:gd name="T9" fmla="*/ 49 h 117"/>
                <a:gd name="T10" fmla="*/ 11 w 169"/>
                <a:gd name="T11" fmla="*/ 47 h 117"/>
                <a:gd name="T12" fmla="*/ 10 w 169"/>
                <a:gd name="T13" fmla="*/ 49 h 117"/>
                <a:gd name="T14" fmla="*/ 73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3 w 169"/>
                <a:gd name="T35" fmla="*/ 106 h 117"/>
                <a:gd name="T36" fmla="*/ 46 w 169"/>
                <a:gd name="T37" fmla="*/ 99 h 117"/>
                <a:gd name="T38" fmla="*/ 43 w 169"/>
                <a:gd name="T39" fmla="*/ 85 h 117"/>
                <a:gd name="T40" fmla="*/ 43 w 169"/>
                <a:gd name="T41" fmla="*/ 84 h 117"/>
                <a:gd name="T42" fmla="*/ 21 w 169"/>
                <a:gd name="T43" fmla="*/ 55 h 117"/>
                <a:gd name="T44" fmla="*/ 43 w 169"/>
                <a:gd name="T45" fmla="*/ 67 h 117"/>
                <a:gd name="T46" fmla="*/ 43 w 169"/>
                <a:gd name="T47" fmla="*/ 32 h 117"/>
                <a:gd name="T48" fmla="*/ 48 w 169"/>
                <a:gd name="T49" fmla="*/ 19 h 117"/>
                <a:gd name="T50" fmla="*/ 57 w 169"/>
                <a:gd name="T51" fmla="*/ 10 h 117"/>
                <a:gd name="T52" fmla="*/ 73 w 169"/>
                <a:gd name="T53" fmla="*/ 6 h 117"/>
                <a:gd name="T54" fmla="*/ 73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5" name="Freeform 497">
              <a:extLst>
                <a:ext uri="{FF2B5EF4-FFF2-40B4-BE49-F238E27FC236}">
                  <a16:creationId xmlns:a16="http://schemas.microsoft.com/office/drawing/2014/main" id="{8C322F1F-849D-4BC8-9108-A93FF8A0A2C3}"/>
                </a:ext>
              </a:extLst>
            </p:cNvPr>
            <p:cNvSpPr>
              <a:spLocks noEditPoints="1"/>
            </p:cNvSpPr>
            <p:nvPr userDrawn="1"/>
          </p:nvSpPr>
          <p:spPr bwMode="auto">
            <a:xfrm>
              <a:off x="6972268" y="1395808"/>
              <a:ext cx="156539" cy="106367"/>
            </a:xfrm>
            <a:custGeom>
              <a:avLst/>
              <a:gdLst>
                <a:gd name="T0" fmla="*/ 9 w 104"/>
                <a:gd name="T1" fmla="*/ 31 h 70"/>
                <a:gd name="T2" fmla="*/ 11 w 104"/>
                <a:gd name="T3" fmla="*/ 28 h 70"/>
                <a:gd name="T4" fmla="*/ 9 w 104"/>
                <a:gd name="T5" fmla="*/ 31 h 70"/>
                <a:gd name="T6" fmla="*/ 30 w 104"/>
                <a:gd name="T7" fmla="*/ 19 h 70"/>
                <a:gd name="T8" fmla="*/ 30 w 104"/>
                <a:gd name="T9" fmla="*/ 19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0 h 70"/>
                <a:gd name="T54" fmla="*/ 47 w 104"/>
                <a:gd name="T55" fmla="*/ 0 h 70"/>
                <a:gd name="T56" fmla="*/ 47 w 104"/>
                <a:gd name="T57" fmla="*/ 0 h 70"/>
                <a:gd name="T58" fmla="*/ 35 w 104"/>
                <a:gd name="T59" fmla="*/ 3 h 70"/>
                <a:gd name="T60" fmla="*/ 26 w 104"/>
                <a:gd name="T61" fmla="*/ 13 h 70"/>
                <a:gd name="T62" fmla="*/ 25 w 104"/>
                <a:gd name="T63" fmla="*/ 19 h 70"/>
                <a:gd name="T64" fmla="*/ 25 w 104"/>
                <a:gd name="T65" fmla="*/ 19 h 70"/>
                <a:gd name="T66" fmla="*/ 25 w 104"/>
                <a:gd name="T67" fmla="*/ 32 h 70"/>
                <a:gd name="T68" fmla="*/ 0 w 104"/>
                <a:gd name="T69" fmla="*/ 19 h 70"/>
                <a:gd name="T70" fmla="*/ 8 w 104"/>
                <a:gd name="T71" fmla="*/ 30 h 70"/>
                <a:gd name="T72" fmla="*/ 11 w 104"/>
                <a:gd name="T73" fmla="*/ 28 h 70"/>
                <a:gd name="T74" fmla="*/ 8 w 104"/>
                <a:gd name="T75" fmla="*/ 30 h 70"/>
                <a:gd name="T76" fmla="*/ 25 w 104"/>
                <a:gd name="T77" fmla="*/ 51 h 70"/>
                <a:gd name="T78" fmla="*/ 27 w 104"/>
                <a:gd name="T79" fmla="*/ 61 h 70"/>
                <a:gd name="T80" fmla="*/ 35 w 104"/>
                <a:gd name="T81" fmla="*/ 69 h 70"/>
                <a:gd name="T82" fmla="*/ 41 w 104"/>
                <a:gd name="T83" fmla="*/ 70 h 70"/>
                <a:gd name="T84" fmla="*/ 41 w 104"/>
                <a:gd name="T85" fmla="*/ 70 h 70"/>
                <a:gd name="T86" fmla="*/ 82 w 104"/>
                <a:gd name="T87" fmla="*/ 70 h 70"/>
                <a:gd name="T88" fmla="*/ 82 w 104"/>
                <a:gd name="T89" fmla="*/ 70 h 70"/>
                <a:gd name="T90" fmla="*/ 100 w 104"/>
                <a:gd name="T91" fmla="*/ 64 h 70"/>
                <a:gd name="T92" fmla="*/ 104 w 104"/>
                <a:gd name="T93" fmla="*/ 55 h 70"/>
                <a:gd name="T94" fmla="*/ 104 w 104"/>
                <a:gd name="T95" fmla="*/ 53 h 70"/>
                <a:gd name="T96" fmla="*/ 104 w 104"/>
                <a:gd name="T97" fmla="*/ 20 h 70"/>
                <a:gd name="T98" fmla="*/ 104 w 104"/>
                <a:gd name="T99" fmla="*/ 19 h 70"/>
                <a:gd name="T100" fmla="*/ 93 w 104"/>
                <a:gd name="T101" fmla="*/ 3 h 70"/>
                <a:gd name="T102" fmla="*/ 84 w 104"/>
                <a:gd name="T103" fmla="*/ 0 h 70"/>
                <a:gd name="T104" fmla="*/ 84 w 104"/>
                <a:gd name="T10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70">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6" name="Freeform 498">
              <a:extLst>
                <a:ext uri="{FF2B5EF4-FFF2-40B4-BE49-F238E27FC236}">
                  <a16:creationId xmlns:a16="http://schemas.microsoft.com/office/drawing/2014/main" id="{B944FE80-FD53-47E2-A355-04C06A24920B}"/>
                </a:ext>
              </a:extLst>
            </p:cNvPr>
            <p:cNvSpPr>
              <a:spLocks noEditPoints="1"/>
            </p:cNvSpPr>
            <p:nvPr userDrawn="1"/>
          </p:nvSpPr>
          <p:spPr bwMode="auto">
            <a:xfrm>
              <a:off x="6416352" y="1526258"/>
              <a:ext cx="214740" cy="148512"/>
            </a:xfrm>
            <a:custGeom>
              <a:avLst/>
              <a:gdLst>
                <a:gd name="T0" fmla="*/ 62 w 142"/>
                <a:gd name="T1" fmla="*/ 0 h 98"/>
                <a:gd name="T2" fmla="*/ 62 w 142"/>
                <a:gd name="T3" fmla="*/ 0 h 98"/>
                <a:gd name="T4" fmla="*/ 10 w 142"/>
                <a:gd name="T5" fmla="*/ 39 h 98"/>
                <a:gd name="T6" fmla="*/ 37 w 142"/>
                <a:gd name="T7" fmla="*/ 27 h 98"/>
                <a:gd name="T8" fmla="*/ 37 w 142"/>
                <a:gd name="T9" fmla="*/ 27 h 98"/>
                <a:gd name="T10" fmla="*/ 37 w 142"/>
                <a:gd name="T11" fmla="*/ 27 h 98"/>
                <a:gd name="T12" fmla="*/ 36 w 142"/>
                <a:gd name="T13" fmla="*/ 27 h 98"/>
                <a:gd name="T14" fmla="*/ 62 w 142"/>
                <a:gd name="T15" fmla="*/ 6 h 98"/>
                <a:gd name="T16" fmla="*/ 124 w 142"/>
                <a:gd name="T17" fmla="*/ 10 h 98"/>
                <a:gd name="T18" fmla="*/ 136 w 142"/>
                <a:gd name="T19" fmla="*/ 76 h 98"/>
                <a:gd name="T20" fmla="*/ 136 w 142"/>
                <a:gd name="T21" fmla="*/ 76 h 98"/>
                <a:gd name="T22" fmla="*/ 136 w 142"/>
                <a:gd name="T23" fmla="*/ 76 h 98"/>
                <a:gd name="T24" fmla="*/ 133 w 142"/>
                <a:gd name="T25" fmla="*/ 85 h 98"/>
                <a:gd name="T26" fmla="*/ 53 w 142"/>
                <a:gd name="T27" fmla="*/ 92 h 98"/>
                <a:gd name="T28" fmla="*/ 40 w 142"/>
                <a:gd name="T29" fmla="*/ 82 h 98"/>
                <a:gd name="T30" fmla="*/ 37 w 142"/>
                <a:gd name="T31" fmla="*/ 70 h 98"/>
                <a:gd name="T32" fmla="*/ 37 w 142"/>
                <a:gd name="T33" fmla="*/ 57 h 98"/>
                <a:gd name="T34" fmla="*/ 41 w 142"/>
                <a:gd name="T35" fmla="*/ 17 h 98"/>
                <a:gd name="T36" fmla="*/ 62 w 142"/>
                <a:gd name="T37" fmla="*/ 6 h 98"/>
                <a:gd name="T38" fmla="*/ 115 w 142"/>
                <a:gd name="T39" fmla="*/ 0 h 98"/>
                <a:gd name="T40" fmla="*/ 45 w 142"/>
                <a:gd name="T41" fmla="*/ 5 h 98"/>
                <a:gd name="T42" fmla="*/ 31 w 142"/>
                <a:gd name="T43" fmla="*/ 26 h 98"/>
                <a:gd name="T44" fmla="*/ 31 w 142"/>
                <a:gd name="T45" fmla="*/ 47 h 98"/>
                <a:gd name="T46" fmla="*/ 8 w 142"/>
                <a:gd name="T47" fmla="*/ 41 h 98"/>
                <a:gd name="T48" fmla="*/ 8 w 142"/>
                <a:gd name="T49" fmla="*/ 41 h 98"/>
                <a:gd name="T50" fmla="*/ 35 w 142"/>
                <a:gd name="T51" fmla="*/ 85 h 98"/>
                <a:gd name="T52" fmla="*/ 53 w 142"/>
                <a:gd name="T53" fmla="*/ 98 h 98"/>
                <a:gd name="T54" fmla="*/ 111 w 142"/>
                <a:gd name="T55" fmla="*/ 98 h 98"/>
                <a:gd name="T56" fmla="*/ 137 w 142"/>
                <a:gd name="T57" fmla="*/ 89 h 98"/>
                <a:gd name="T58" fmla="*/ 142 w 142"/>
                <a:gd name="T59" fmla="*/ 75 h 98"/>
                <a:gd name="T60" fmla="*/ 142 w 142"/>
                <a:gd name="T61" fmla="*/ 27 h 98"/>
                <a:gd name="T62" fmla="*/ 115 w 142"/>
                <a:gd name="T6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37" y="27"/>
                  </a:moveTo>
                  <a:cubicBezTo>
                    <a:pt x="37" y="27"/>
                    <a:pt x="37" y="27"/>
                    <a:pt x="37" y="27"/>
                  </a:cubicBezTo>
                  <a:moveTo>
                    <a:pt x="37" y="27"/>
                  </a:moveTo>
                  <a:cubicBezTo>
                    <a:pt x="37" y="27"/>
                    <a:pt x="37" y="27"/>
                    <a:pt x="37" y="27"/>
                  </a:cubicBezTo>
                  <a:cubicBezTo>
                    <a:pt x="37" y="27"/>
                    <a:pt x="37" y="27"/>
                    <a:pt x="37" y="27"/>
                  </a:cubicBezTo>
                  <a:cubicBezTo>
                    <a:pt x="37" y="27"/>
                    <a:pt x="37" y="27"/>
                    <a:pt x="37" y="27"/>
                  </a:cubicBezTo>
                  <a:moveTo>
                    <a:pt x="36" y="27"/>
                  </a:moveTo>
                  <a:cubicBezTo>
                    <a:pt x="36" y="27"/>
                    <a:pt x="36" y="27"/>
                    <a:pt x="36" y="27"/>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7" name="Freeform 499">
              <a:extLst>
                <a:ext uri="{FF2B5EF4-FFF2-40B4-BE49-F238E27FC236}">
                  <a16:creationId xmlns:a16="http://schemas.microsoft.com/office/drawing/2014/main" id="{F461E87C-19FB-4A3E-9440-7787CFFE51A4}"/>
                </a:ext>
              </a:extLst>
            </p:cNvPr>
            <p:cNvSpPr>
              <a:spLocks noEditPoints="1"/>
            </p:cNvSpPr>
            <p:nvPr userDrawn="1"/>
          </p:nvSpPr>
          <p:spPr bwMode="auto">
            <a:xfrm>
              <a:off x="7303408" y="1016502"/>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32 w 112"/>
                <a:gd name="T15" fmla="*/ 21 h 76"/>
                <a:gd name="T16" fmla="*/ 35 w 112"/>
                <a:gd name="T17" fmla="*/ 13 h 76"/>
                <a:gd name="T18" fmla="*/ 40 w 112"/>
                <a:gd name="T19" fmla="*/ 8 h 76"/>
                <a:gd name="T20" fmla="*/ 50 w 112"/>
                <a:gd name="T21" fmla="*/ 6 h 76"/>
                <a:gd name="T22" fmla="*/ 50 w 112"/>
                <a:gd name="T23" fmla="*/ 6 h 76"/>
                <a:gd name="T24" fmla="*/ 90 w 112"/>
                <a:gd name="T25" fmla="*/ 6 h 76"/>
                <a:gd name="T26" fmla="*/ 97 w 112"/>
                <a:gd name="T27" fmla="*/ 9 h 76"/>
                <a:gd name="T28" fmla="*/ 106 w 112"/>
                <a:gd name="T29" fmla="*/ 22 h 76"/>
                <a:gd name="T30" fmla="*/ 106 w 112"/>
                <a:gd name="T31" fmla="*/ 58 h 76"/>
                <a:gd name="T32" fmla="*/ 106 w 112"/>
                <a:gd name="T33" fmla="*/ 58 h 76"/>
                <a:gd name="T34" fmla="*/ 106 w 112"/>
                <a:gd name="T35" fmla="*/ 59 h 76"/>
                <a:gd name="T36" fmla="*/ 103 w 112"/>
                <a:gd name="T37" fmla="*/ 65 h 76"/>
                <a:gd name="T38" fmla="*/ 87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0 h 76"/>
                <a:gd name="T58" fmla="*/ 50 w 112"/>
                <a:gd name="T59" fmla="*/ 0 h 76"/>
                <a:gd name="T60" fmla="*/ 50 w 112"/>
                <a:gd name="T61" fmla="*/ 0 h 76"/>
                <a:gd name="T62" fmla="*/ 37 w 112"/>
                <a:gd name="T63" fmla="*/ 3 h 76"/>
                <a:gd name="T64" fmla="*/ 28 w 112"/>
                <a:gd name="T65" fmla="*/ 14 h 76"/>
                <a:gd name="T66" fmla="*/ 26 w 112"/>
                <a:gd name="T67" fmla="*/ 20 h 76"/>
                <a:gd name="T68" fmla="*/ 26 w 112"/>
                <a:gd name="T69" fmla="*/ 21 h 76"/>
                <a:gd name="T70" fmla="*/ 26 w 112"/>
                <a:gd name="T71" fmla="*/ 35 h 76"/>
                <a:gd name="T72" fmla="*/ 0 w 112"/>
                <a:gd name="T73" fmla="*/ 21 h 76"/>
                <a:gd name="T74" fmla="*/ 8 w 112"/>
                <a:gd name="T75" fmla="*/ 32 h 76"/>
                <a:gd name="T76" fmla="*/ 11 w 112"/>
                <a:gd name="T77" fmla="*/ 30 h 76"/>
                <a:gd name="T78" fmla="*/ 8 w 112"/>
                <a:gd name="T79" fmla="*/ 32 h 76"/>
                <a:gd name="T80" fmla="*/ 26 w 112"/>
                <a:gd name="T81" fmla="*/ 55 h 76"/>
                <a:gd name="T82" fmla="*/ 29 w 112"/>
                <a:gd name="T83" fmla="*/ 66 h 76"/>
                <a:gd name="T84" fmla="*/ 38 w 112"/>
                <a:gd name="T85" fmla="*/ 74 h 76"/>
                <a:gd name="T86" fmla="*/ 43 w 112"/>
                <a:gd name="T87" fmla="*/ 76 h 76"/>
                <a:gd name="T88" fmla="*/ 43 w 112"/>
                <a:gd name="T89" fmla="*/ 76 h 76"/>
                <a:gd name="T90" fmla="*/ 88 w 112"/>
                <a:gd name="T91" fmla="*/ 76 h 76"/>
                <a:gd name="T92" fmla="*/ 88 w 112"/>
                <a:gd name="T93" fmla="*/ 76 h 76"/>
                <a:gd name="T94" fmla="*/ 108 w 112"/>
                <a:gd name="T95" fmla="*/ 69 h 76"/>
                <a:gd name="T96" fmla="*/ 112 w 112"/>
                <a:gd name="T97" fmla="*/ 59 h 76"/>
                <a:gd name="T98" fmla="*/ 112 w 112"/>
                <a:gd name="T99" fmla="*/ 58 h 76"/>
                <a:gd name="T100" fmla="*/ 112 w 112"/>
                <a:gd name="T101" fmla="*/ 21 h 76"/>
                <a:gd name="T102" fmla="*/ 112 w 112"/>
                <a:gd name="T103" fmla="*/ 21 h 76"/>
                <a:gd name="T104" fmla="*/ 100 w 112"/>
                <a:gd name="T105" fmla="*/ 3 h 76"/>
                <a:gd name="T106" fmla="*/ 90 w 112"/>
                <a:gd name="T107" fmla="*/ 0 h 76"/>
                <a:gd name="T108" fmla="*/ 90 w 112"/>
                <a:gd name="T10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8" name="Freeform 500">
              <a:extLst>
                <a:ext uri="{FF2B5EF4-FFF2-40B4-BE49-F238E27FC236}">
                  <a16:creationId xmlns:a16="http://schemas.microsoft.com/office/drawing/2014/main" id="{D24EAE15-6E90-4170-954D-053C43927386}"/>
                </a:ext>
              </a:extLst>
            </p:cNvPr>
            <p:cNvSpPr>
              <a:spLocks noEditPoints="1"/>
            </p:cNvSpPr>
            <p:nvPr userDrawn="1"/>
          </p:nvSpPr>
          <p:spPr bwMode="auto">
            <a:xfrm>
              <a:off x="7289360"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9" name="Freeform 501">
              <a:extLst>
                <a:ext uri="{FF2B5EF4-FFF2-40B4-BE49-F238E27FC236}">
                  <a16:creationId xmlns:a16="http://schemas.microsoft.com/office/drawing/2014/main" id="{E0D6B7BE-C985-4D9C-9FA4-68F8CF9F799D}"/>
                </a:ext>
              </a:extLst>
            </p:cNvPr>
            <p:cNvSpPr>
              <a:spLocks noEditPoints="1"/>
            </p:cNvSpPr>
            <p:nvPr userDrawn="1"/>
          </p:nvSpPr>
          <p:spPr bwMode="auto">
            <a:xfrm>
              <a:off x="6667217" y="279964"/>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0" name="Freeform 502">
              <a:extLst>
                <a:ext uri="{FF2B5EF4-FFF2-40B4-BE49-F238E27FC236}">
                  <a16:creationId xmlns:a16="http://schemas.microsoft.com/office/drawing/2014/main" id="{C5DA21CA-5404-4D93-8542-4FD4AE19D03B}"/>
                </a:ext>
              </a:extLst>
            </p:cNvPr>
            <p:cNvSpPr>
              <a:spLocks/>
            </p:cNvSpPr>
            <p:nvPr userDrawn="1"/>
          </p:nvSpPr>
          <p:spPr bwMode="auto">
            <a:xfrm>
              <a:off x="6908047"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1" name="Freeform 503">
              <a:extLst>
                <a:ext uri="{FF2B5EF4-FFF2-40B4-BE49-F238E27FC236}">
                  <a16:creationId xmlns:a16="http://schemas.microsoft.com/office/drawing/2014/main" id="{C7A80D08-460B-47E0-A8BF-B85EC6F87C66}"/>
                </a:ext>
              </a:extLst>
            </p:cNvPr>
            <p:cNvSpPr>
              <a:spLocks noEditPoints="1"/>
            </p:cNvSpPr>
            <p:nvPr userDrawn="1"/>
          </p:nvSpPr>
          <p:spPr bwMode="auto">
            <a:xfrm>
              <a:off x="7441886"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2" name="Freeform 504">
              <a:extLst>
                <a:ext uri="{FF2B5EF4-FFF2-40B4-BE49-F238E27FC236}">
                  <a16:creationId xmlns:a16="http://schemas.microsoft.com/office/drawing/2014/main" id="{0750790F-66A3-4770-93BF-55E542B2AD05}"/>
                </a:ext>
              </a:extLst>
            </p:cNvPr>
            <p:cNvSpPr>
              <a:spLocks noEditPoints="1"/>
            </p:cNvSpPr>
            <p:nvPr userDrawn="1"/>
          </p:nvSpPr>
          <p:spPr bwMode="auto">
            <a:xfrm>
              <a:off x="6536767"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8 w 119"/>
                <a:gd name="T61" fmla="*/ 8 h 167"/>
                <a:gd name="T62" fmla="*/ 31 w 119"/>
                <a:gd name="T63" fmla="*/ 37 h 167"/>
                <a:gd name="T64" fmla="*/ 14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7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6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3" name="Freeform 505">
              <a:extLst>
                <a:ext uri="{FF2B5EF4-FFF2-40B4-BE49-F238E27FC236}">
                  <a16:creationId xmlns:a16="http://schemas.microsoft.com/office/drawing/2014/main" id="{E27F46C2-FA89-4705-B139-2EA4B2345CB1}"/>
                </a:ext>
              </a:extLst>
            </p:cNvPr>
            <p:cNvSpPr>
              <a:spLocks/>
            </p:cNvSpPr>
            <p:nvPr userDrawn="1"/>
          </p:nvSpPr>
          <p:spPr bwMode="auto">
            <a:xfrm>
              <a:off x="6709362" y="633181"/>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4" name="Freeform 506">
              <a:extLst>
                <a:ext uri="{FF2B5EF4-FFF2-40B4-BE49-F238E27FC236}">
                  <a16:creationId xmlns:a16="http://schemas.microsoft.com/office/drawing/2014/main" id="{B609BEB5-D24B-484A-80E9-E425DE48C6EC}"/>
                </a:ext>
              </a:extLst>
            </p:cNvPr>
            <p:cNvSpPr>
              <a:spLocks noEditPoints="1"/>
            </p:cNvSpPr>
            <p:nvPr userDrawn="1"/>
          </p:nvSpPr>
          <p:spPr bwMode="auto">
            <a:xfrm>
              <a:off x="7947628"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4 h 131"/>
                <a:gd name="T36" fmla="*/ 208 w 219"/>
                <a:gd name="T37" fmla="*/ 115 h 131"/>
                <a:gd name="T38" fmla="*/ 178 w 219"/>
                <a:gd name="T39" fmla="*/ 125 h 131"/>
                <a:gd name="T40" fmla="*/ 99 w 219"/>
                <a:gd name="T41" fmla="*/ 125 h 131"/>
                <a:gd name="T42" fmla="*/ 87 w 219"/>
                <a:gd name="T43" fmla="*/ 120 h 131"/>
                <a:gd name="T44" fmla="*/ 80 w 219"/>
                <a:gd name="T45" fmla="*/ 111 h 131"/>
                <a:gd name="T46" fmla="*/ 76 w 219"/>
                <a:gd name="T47" fmla="*/ 95 h 131"/>
                <a:gd name="T48" fmla="*/ 76 w 219"/>
                <a:gd name="T49" fmla="*/ 94 h 131"/>
                <a:gd name="T50" fmla="*/ 34 w 219"/>
                <a:gd name="T51" fmla="*/ 51 h 131"/>
                <a:gd name="T52" fmla="*/ 76 w 219"/>
                <a:gd name="T53" fmla="*/ 74 h 131"/>
                <a:gd name="T54" fmla="*/ 76 w 219"/>
                <a:gd name="T55" fmla="*/ 35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5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5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5" name="Freeform 507">
              <a:extLst>
                <a:ext uri="{FF2B5EF4-FFF2-40B4-BE49-F238E27FC236}">
                  <a16:creationId xmlns:a16="http://schemas.microsoft.com/office/drawing/2014/main" id="{8B9E31EA-677D-48A8-B9EC-8FA6B3F9403A}"/>
                </a:ext>
              </a:extLst>
            </p:cNvPr>
            <p:cNvSpPr>
              <a:spLocks noEditPoints="1"/>
            </p:cNvSpPr>
            <p:nvPr userDrawn="1"/>
          </p:nvSpPr>
          <p:spPr bwMode="auto">
            <a:xfrm>
              <a:off x="8298837" y="542870"/>
              <a:ext cx="210726" cy="204705"/>
            </a:xfrm>
            <a:custGeom>
              <a:avLst/>
              <a:gdLst>
                <a:gd name="T0" fmla="*/ 6 w 140"/>
                <a:gd name="T1" fmla="*/ 27 h 137"/>
                <a:gd name="T2" fmla="*/ 10 w 140"/>
                <a:gd name="T3" fmla="*/ 17 h 137"/>
                <a:gd name="T4" fmla="*/ 16 w 140"/>
                <a:gd name="T5" fmla="*/ 11 h 137"/>
                <a:gd name="T6" fmla="*/ 25 w 140"/>
                <a:gd name="T7" fmla="*/ 8 h 137"/>
                <a:gd name="T8" fmla="*/ 24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0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1 w 140"/>
                <a:gd name="T37" fmla="*/ 105 h 137"/>
                <a:gd name="T38" fmla="*/ 37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4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7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4" y="5"/>
                    <a:pt x="24" y="5"/>
                    <a:pt x="24" y="5"/>
                  </a:cubicBezTo>
                  <a:cubicBezTo>
                    <a:pt x="25" y="8"/>
                    <a:pt x="25" y="8"/>
                    <a:pt x="25" y="8"/>
                  </a:cubicBez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6" name="Freeform 508">
              <a:extLst>
                <a:ext uri="{FF2B5EF4-FFF2-40B4-BE49-F238E27FC236}">
                  <a16:creationId xmlns:a16="http://schemas.microsoft.com/office/drawing/2014/main" id="{10F27CA9-A0FB-43A4-B7B5-BC267CAA7AB2}"/>
                </a:ext>
              </a:extLst>
            </p:cNvPr>
            <p:cNvSpPr>
              <a:spLocks noEditPoints="1"/>
            </p:cNvSpPr>
            <p:nvPr userDrawn="1"/>
          </p:nvSpPr>
          <p:spPr bwMode="auto">
            <a:xfrm>
              <a:off x="7251228" y="364255"/>
              <a:ext cx="210726" cy="20671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7" name="Freeform 509">
              <a:extLst>
                <a:ext uri="{FF2B5EF4-FFF2-40B4-BE49-F238E27FC236}">
                  <a16:creationId xmlns:a16="http://schemas.microsoft.com/office/drawing/2014/main" id="{E2B5A170-BCDF-44E3-A4AD-B2094A459A65}"/>
                </a:ext>
              </a:extLst>
            </p:cNvPr>
            <p:cNvSpPr>
              <a:spLocks/>
            </p:cNvSpPr>
            <p:nvPr userDrawn="1"/>
          </p:nvSpPr>
          <p:spPr bwMode="auto">
            <a:xfrm>
              <a:off x="7371643" y="558926"/>
              <a:ext cx="20069" cy="8028"/>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8" name="Freeform 510">
              <a:extLst>
                <a:ext uri="{FF2B5EF4-FFF2-40B4-BE49-F238E27FC236}">
                  <a16:creationId xmlns:a16="http://schemas.microsoft.com/office/drawing/2014/main" id="{0B33ED8E-A2C7-4F73-9DED-BEB0FA116001}"/>
                </a:ext>
              </a:extLst>
            </p:cNvPr>
            <p:cNvSpPr>
              <a:spLocks noEditPoints="1"/>
            </p:cNvSpPr>
            <p:nvPr userDrawn="1"/>
          </p:nvSpPr>
          <p:spPr bwMode="auto">
            <a:xfrm>
              <a:off x="7092683" y="143494"/>
              <a:ext cx="234809" cy="230796"/>
            </a:xfrm>
            <a:custGeom>
              <a:avLst/>
              <a:gdLst>
                <a:gd name="T0" fmla="*/ 0 w 156"/>
                <a:gd name="T1" fmla="*/ 31 h 153"/>
                <a:gd name="T2" fmla="*/ 0 w 156"/>
                <a:gd name="T3" fmla="*/ 31 h 153"/>
                <a:gd name="T4" fmla="*/ 3 w 156"/>
                <a:gd name="T5" fmla="*/ 30 h 153"/>
                <a:gd name="T6" fmla="*/ 6 w 156"/>
                <a:gd name="T7" fmla="*/ 30 h 153"/>
                <a:gd name="T8" fmla="*/ 3 w 156"/>
                <a:gd name="T9" fmla="*/ 30 h 153"/>
                <a:gd name="T10" fmla="*/ 0 w 156"/>
                <a:gd name="T11" fmla="*/ 31 h 153"/>
                <a:gd name="T12" fmla="*/ 26 w 156"/>
                <a:gd name="T13" fmla="*/ 9 h 153"/>
                <a:gd name="T14" fmla="*/ 102 w 156"/>
                <a:gd name="T15" fmla="*/ 6 h 153"/>
                <a:gd name="T16" fmla="*/ 110 w 156"/>
                <a:gd name="T17" fmla="*/ 13 h 153"/>
                <a:gd name="T18" fmla="*/ 116 w 156"/>
                <a:gd name="T19" fmla="*/ 29 h 153"/>
                <a:gd name="T20" fmla="*/ 117 w 156"/>
                <a:gd name="T21" fmla="*/ 40 h 153"/>
                <a:gd name="T22" fmla="*/ 117 w 156"/>
                <a:gd name="T23" fmla="*/ 40 h 153"/>
                <a:gd name="T24" fmla="*/ 117 w 156"/>
                <a:gd name="T25" fmla="*/ 41 h 153"/>
                <a:gd name="T26" fmla="*/ 139 w 156"/>
                <a:gd name="T27" fmla="*/ 77 h 153"/>
                <a:gd name="T28" fmla="*/ 117 w 156"/>
                <a:gd name="T29" fmla="*/ 65 h 153"/>
                <a:gd name="T30" fmla="*/ 119 w 156"/>
                <a:gd name="T31" fmla="*/ 111 h 153"/>
                <a:gd name="T32" fmla="*/ 108 w 156"/>
                <a:gd name="T33" fmla="*/ 137 h 153"/>
                <a:gd name="T34" fmla="*/ 101 w 156"/>
                <a:gd name="T35" fmla="*/ 141 h 153"/>
                <a:gd name="T36" fmla="*/ 99 w 156"/>
                <a:gd name="T37" fmla="*/ 142 h 153"/>
                <a:gd name="T38" fmla="*/ 98 w 156"/>
                <a:gd name="T39" fmla="*/ 142 h 153"/>
                <a:gd name="T40" fmla="*/ 98 w 156"/>
                <a:gd name="T41" fmla="*/ 142 h 153"/>
                <a:gd name="T42" fmla="*/ 37 w 156"/>
                <a:gd name="T43" fmla="*/ 147 h 153"/>
                <a:gd name="T44" fmla="*/ 23 w 156"/>
                <a:gd name="T45" fmla="*/ 139 h 153"/>
                <a:gd name="T46" fmla="*/ 13 w 156"/>
                <a:gd name="T47" fmla="*/ 121 h 153"/>
                <a:gd name="T48" fmla="*/ 11 w 156"/>
                <a:gd name="T49" fmla="*/ 114 h 153"/>
                <a:gd name="T50" fmla="*/ 10 w 156"/>
                <a:gd name="T51" fmla="*/ 112 h 153"/>
                <a:gd name="T52" fmla="*/ 10 w 156"/>
                <a:gd name="T53" fmla="*/ 111 h 153"/>
                <a:gd name="T54" fmla="*/ 10 w 156"/>
                <a:gd name="T55" fmla="*/ 111 h 153"/>
                <a:gd name="T56" fmla="*/ 6 w 156"/>
                <a:gd name="T57" fmla="*/ 30 h 153"/>
                <a:gd name="T58" fmla="*/ 6 w 156"/>
                <a:gd name="T59" fmla="*/ 30 h 153"/>
                <a:gd name="T60" fmla="*/ 6 w 156"/>
                <a:gd name="T61" fmla="*/ 29 h 153"/>
                <a:gd name="T62" fmla="*/ 9 w 156"/>
                <a:gd name="T63" fmla="*/ 20 h 153"/>
                <a:gd name="T64" fmla="*/ 20 w 156"/>
                <a:gd name="T65" fmla="*/ 11 h 153"/>
                <a:gd name="T66" fmla="*/ 24 w 156"/>
                <a:gd name="T67" fmla="*/ 9 h 153"/>
                <a:gd name="T68" fmla="*/ 26 w 156"/>
                <a:gd name="T69" fmla="*/ 9 h 153"/>
                <a:gd name="T70" fmla="*/ 26 w 156"/>
                <a:gd name="T71" fmla="*/ 9 h 153"/>
                <a:gd name="T72" fmla="*/ 103 w 156"/>
                <a:gd name="T73" fmla="*/ 0 h 153"/>
                <a:gd name="T74" fmla="*/ 25 w 156"/>
                <a:gd name="T75" fmla="*/ 3 h 153"/>
                <a:gd name="T76" fmla="*/ 24 w 156"/>
                <a:gd name="T77" fmla="*/ 3 h 153"/>
                <a:gd name="T78" fmla="*/ 12 w 156"/>
                <a:gd name="T79" fmla="*/ 8 h 153"/>
                <a:gd name="T80" fmla="*/ 4 w 156"/>
                <a:gd name="T81" fmla="*/ 17 h 153"/>
                <a:gd name="T82" fmla="*/ 0 w 156"/>
                <a:gd name="T83" fmla="*/ 29 h 153"/>
                <a:gd name="T84" fmla="*/ 0 w 156"/>
                <a:gd name="T85" fmla="*/ 31 h 153"/>
                <a:gd name="T86" fmla="*/ 0 w 156"/>
                <a:gd name="T87" fmla="*/ 31 h 153"/>
                <a:gd name="T88" fmla="*/ 4 w 156"/>
                <a:gd name="T89" fmla="*/ 112 h 153"/>
                <a:gd name="T90" fmla="*/ 4 w 156"/>
                <a:gd name="T91" fmla="*/ 112 h 153"/>
                <a:gd name="T92" fmla="*/ 10 w 156"/>
                <a:gd name="T93" fmla="*/ 130 h 153"/>
                <a:gd name="T94" fmla="*/ 19 w 156"/>
                <a:gd name="T95" fmla="*/ 144 h 153"/>
                <a:gd name="T96" fmla="*/ 36 w 156"/>
                <a:gd name="T97" fmla="*/ 153 h 153"/>
                <a:gd name="T98" fmla="*/ 36 w 156"/>
                <a:gd name="T99" fmla="*/ 153 h 153"/>
                <a:gd name="T100" fmla="*/ 99 w 156"/>
                <a:gd name="T101" fmla="*/ 148 h 153"/>
                <a:gd name="T102" fmla="*/ 99 w 156"/>
                <a:gd name="T103" fmla="*/ 148 h 153"/>
                <a:gd name="T104" fmla="*/ 112 w 156"/>
                <a:gd name="T105" fmla="*/ 142 h 153"/>
                <a:gd name="T106" fmla="*/ 125 w 156"/>
                <a:gd name="T107" fmla="*/ 111 h 153"/>
                <a:gd name="T108" fmla="*/ 125 w 156"/>
                <a:gd name="T109" fmla="*/ 111 h 153"/>
                <a:gd name="T110" fmla="*/ 123 w 156"/>
                <a:gd name="T111" fmla="*/ 75 h 153"/>
                <a:gd name="T112" fmla="*/ 156 w 156"/>
                <a:gd name="T113" fmla="*/ 94 h 153"/>
                <a:gd name="T114" fmla="*/ 123 w 156"/>
                <a:gd name="T115" fmla="*/ 40 h 153"/>
                <a:gd name="T116" fmla="*/ 120 w 156"/>
                <a:gd name="T117" fmla="*/ 22 h 153"/>
                <a:gd name="T118" fmla="*/ 115 w 156"/>
                <a:gd name="T119" fmla="*/ 9 h 153"/>
                <a:gd name="T120" fmla="*/ 103 w 156"/>
                <a:gd name="T121" fmla="*/ 0 h 153"/>
                <a:gd name="T122" fmla="*/ 103 w 156"/>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9" name="Freeform 511">
              <a:extLst>
                <a:ext uri="{FF2B5EF4-FFF2-40B4-BE49-F238E27FC236}">
                  <a16:creationId xmlns:a16="http://schemas.microsoft.com/office/drawing/2014/main" id="{F91D8EE4-C6E0-45DF-B407-CC42BAD4C2DF}"/>
                </a:ext>
              </a:extLst>
            </p:cNvPr>
            <p:cNvSpPr>
              <a:spLocks noEditPoints="1"/>
            </p:cNvSpPr>
            <p:nvPr userDrawn="1"/>
          </p:nvSpPr>
          <p:spPr bwMode="auto">
            <a:xfrm>
              <a:off x="8517591" y="500725"/>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0" name="Freeform 512">
              <a:extLst>
                <a:ext uri="{FF2B5EF4-FFF2-40B4-BE49-F238E27FC236}">
                  <a16:creationId xmlns:a16="http://schemas.microsoft.com/office/drawing/2014/main" id="{3DC19E28-0F81-448B-AFB9-C45A12BE41A4}"/>
                </a:ext>
              </a:extLst>
            </p:cNvPr>
            <p:cNvSpPr>
              <a:spLocks noEditPoints="1"/>
            </p:cNvSpPr>
            <p:nvPr userDrawn="1"/>
          </p:nvSpPr>
          <p:spPr bwMode="auto">
            <a:xfrm>
              <a:off x="8808593"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5 w 76"/>
                <a:gd name="T81" fmla="*/ 88 h 115"/>
                <a:gd name="T82" fmla="*/ 15 w 76"/>
                <a:gd name="T83" fmla="*/ 88 h 115"/>
                <a:gd name="T84" fmla="*/ 37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1" name="Freeform 513">
              <a:extLst>
                <a:ext uri="{FF2B5EF4-FFF2-40B4-BE49-F238E27FC236}">
                  <a16:creationId xmlns:a16="http://schemas.microsoft.com/office/drawing/2014/main" id="{11A62D56-A4AE-44CF-9688-0FE53358FC1A}"/>
                </a:ext>
              </a:extLst>
            </p:cNvPr>
            <p:cNvSpPr>
              <a:spLocks noEditPoints="1"/>
            </p:cNvSpPr>
            <p:nvPr userDrawn="1"/>
          </p:nvSpPr>
          <p:spPr bwMode="auto">
            <a:xfrm>
              <a:off x="7116766" y="408407"/>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17 w 76"/>
                <a:gd name="T71" fmla="*/ 6 h 115"/>
                <a:gd name="T72" fmla="*/ 16 w 76"/>
                <a:gd name="T73" fmla="*/ 3 h 115"/>
                <a:gd name="T74" fmla="*/ 8 w 76"/>
                <a:gd name="T75" fmla="*/ 7 h 115"/>
                <a:gd name="T76" fmla="*/ 1 w 76"/>
                <a:gd name="T77" fmla="*/ 22 h 115"/>
                <a:gd name="T78" fmla="*/ 0 w 76"/>
                <a:gd name="T79" fmla="*/ 39 h 115"/>
                <a:gd name="T80" fmla="*/ 1 w 76"/>
                <a:gd name="T81" fmla="*/ 60 h 115"/>
                <a:gd name="T82" fmla="*/ 9 w 76"/>
                <a:gd name="T83" fmla="*/ 81 h 115"/>
                <a:gd name="T84" fmla="*/ 15 w 76"/>
                <a:gd name="T85" fmla="*/ 88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2" name="Freeform 514">
              <a:extLst>
                <a:ext uri="{FF2B5EF4-FFF2-40B4-BE49-F238E27FC236}">
                  <a16:creationId xmlns:a16="http://schemas.microsoft.com/office/drawing/2014/main" id="{1E0C352C-0338-49D8-876C-66BB28ECF56C}"/>
                </a:ext>
              </a:extLst>
            </p:cNvPr>
            <p:cNvSpPr>
              <a:spLocks noEditPoints="1"/>
            </p:cNvSpPr>
            <p:nvPr userDrawn="1"/>
          </p:nvSpPr>
          <p:spPr bwMode="auto">
            <a:xfrm>
              <a:off x="642638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6 w 76"/>
                <a:gd name="T69" fmla="*/ 3 h 115"/>
                <a:gd name="T70" fmla="*/ 8 w 76"/>
                <a:gd name="T71" fmla="*/ 7 h 115"/>
                <a:gd name="T72" fmla="*/ 2 w 76"/>
                <a:gd name="T73" fmla="*/ 22 h 115"/>
                <a:gd name="T74" fmla="*/ 0 w 76"/>
                <a:gd name="T75" fmla="*/ 39 h 115"/>
                <a:gd name="T76" fmla="*/ 2 w 76"/>
                <a:gd name="T77" fmla="*/ 60 h 115"/>
                <a:gd name="T78" fmla="*/ 9 w 76"/>
                <a:gd name="T79" fmla="*/ 81 h 115"/>
                <a:gd name="T80" fmla="*/ 15 w 76"/>
                <a:gd name="T81" fmla="*/ 87 h 115"/>
                <a:gd name="T82" fmla="*/ 16 w 76"/>
                <a:gd name="T83" fmla="*/ 88 h 115"/>
                <a:gd name="T84" fmla="*/ 38 w 76"/>
                <a:gd name="T85" fmla="*/ 89 h 115"/>
                <a:gd name="T86" fmla="*/ 26 w 76"/>
                <a:gd name="T87" fmla="*/ 115 h 115"/>
                <a:gd name="T88" fmla="*/ 56 w 76"/>
                <a:gd name="T89" fmla="*/ 89 h 115"/>
                <a:gd name="T90" fmla="*/ 72 w 76"/>
                <a:gd name="T91" fmla="*/ 85 h 115"/>
                <a:gd name="T92" fmla="*/ 76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3" name="Freeform 515">
              <a:extLst>
                <a:ext uri="{FF2B5EF4-FFF2-40B4-BE49-F238E27FC236}">
                  <a16:creationId xmlns:a16="http://schemas.microsoft.com/office/drawing/2014/main" id="{561A81F2-3F11-40F0-AD5C-DA8547D2BB0C}"/>
                </a:ext>
              </a:extLst>
            </p:cNvPr>
            <p:cNvSpPr>
              <a:spLocks noEditPoints="1"/>
            </p:cNvSpPr>
            <p:nvPr userDrawn="1"/>
          </p:nvSpPr>
          <p:spPr bwMode="auto">
            <a:xfrm>
              <a:off x="7574342" y="741554"/>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4" name="Freeform 516">
              <a:extLst>
                <a:ext uri="{FF2B5EF4-FFF2-40B4-BE49-F238E27FC236}">
                  <a16:creationId xmlns:a16="http://schemas.microsoft.com/office/drawing/2014/main" id="{71D3D963-5AD9-4410-AE62-401F48201A5E}"/>
                </a:ext>
              </a:extLst>
            </p:cNvPr>
            <p:cNvSpPr>
              <a:spLocks noEditPoints="1"/>
            </p:cNvSpPr>
            <p:nvPr userDrawn="1"/>
          </p:nvSpPr>
          <p:spPr bwMode="auto">
            <a:xfrm>
              <a:off x="7148876" y="765637"/>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9 w 76"/>
                <a:gd name="T71" fmla="*/ 82 h 116"/>
                <a:gd name="T72" fmla="*/ 15 w 76"/>
                <a:gd name="T73" fmla="*/ 88 h 116"/>
                <a:gd name="T74" fmla="*/ 16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5" name="Freeform 517">
              <a:extLst>
                <a:ext uri="{FF2B5EF4-FFF2-40B4-BE49-F238E27FC236}">
                  <a16:creationId xmlns:a16="http://schemas.microsoft.com/office/drawing/2014/main" id="{759EE6B9-E8CB-4A35-8DA2-F4724367DE97}"/>
                </a:ext>
              </a:extLst>
            </p:cNvPr>
            <p:cNvSpPr>
              <a:spLocks noEditPoints="1"/>
            </p:cNvSpPr>
            <p:nvPr userDrawn="1"/>
          </p:nvSpPr>
          <p:spPr bwMode="auto">
            <a:xfrm>
              <a:off x="6655176" y="96030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6" name="Freeform 518">
              <a:extLst>
                <a:ext uri="{FF2B5EF4-FFF2-40B4-BE49-F238E27FC236}">
                  <a16:creationId xmlns:a16="http://schemas.microsoft.com/office/drawing/2014/main" id="{7EDDF527-71AE-437A-8295-F8ACF5D1983C}"/>
                </a:ext>
              </a:extLst>
            </p:cNvPr>
            <p:cNvSpPr>
              <a:spLocks noEditPoints="1"/>
            </p:cNvSpPr>
            <p:nvPr userDrawn="1"/>
          </p:nvSpPr>
          <p:spPr bwMode="auto">
            <a:xfrm>
              <a:off x="7094689" y="1219199"/>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8 w 76"/>
                <a:gd name="T69" fmla="*/ 8 h 116"/>
                <a:gd name="T70" fmla="*/ 1 w 76"/>
                <a:gd name="T71" fmla="*/ 22 h 116"/>
                <a:gd name="T72" fmla="*/ 0 w 76"/>
                <a:gd name="T73" fmla="*/ 40 h 116"/>
                <a:gd name="T74" fmla="*/ 1 w 76"/>
                <a:gd name="T75" fmla="*/ 61 h 116"/>
                <a:gd name="T76" fmla="*/ 9 w 76"/>
                <a:gd name="T77" fmla="*/ 82 h 116"/>
                <a:gd name="T78" fmla="*/ 15 w 76"/>
                <a:gd name="T79" fmla="*/ 88 h 116"/>
                <a:gd name="T80" fmla="*/ 16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7" name="Freeform 519">
              <a:extLst>
                <a:ext uri="{FF2B5EF4-FFF2-40B4-BE49-F238E27FC236}">
                  <a16:creationId xmlns:a16="http://schemas.microsoft.com/office/drawing/2014/main" id="{B1238323-C752-4C3C-B457-AA02FBA1BD62}"/>
                </a:ext>
              </a:extLst>
            </p:cNvPr>
            <p:cNvSpPr>
              <a:spLocks noEditPoints="1"/>
            </p:cNvSpPr>
            <p:nvPr userDrawn="1"/>
          </p:nvSpPr>
          <p:spPr bwMode="auto">
            <a:xfrm>
              <a:off x="6281890" y="1161000"/>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8" name="Freeform 520">
              <a:extLst>
                <a:ext uri="{FF2B5EF4-FFF2-40B4-BE49-F238E27FC236}">
                  <a16:creationId xmlns:a16="http://schemas.microsoft.com/office/drawing/2014/main" id="{CDC1FC27-7C9C-4DF3-8C5F-2DA1805BDAF4}"/>
                </a:ext>
              </a:extLst>
            </p:cNvPr>
            <p:cNvSpPr>
              <a:spLocks noEditPoints="1"/>
            </p:cNvSpPr>
            <p:nvPr userDrawn="1"/>
          </p:nvSpPr>
          <p:spPr bwMode="auto">
            <a:xfrm>
              <a:off x="7146869" y="1353663"/>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9" name="Freeform 521">
              <a:extLst>
                <a:ext uri="{FF2B5EF4-FFF2-40B4-BE49-F238E27FC236}">
                  <a16:creationId xmlns:a16="http://schemas.microsoft.com/office/drawing/2014/main" id="{37B401E9-A4B4-4D8C-BD93-974800384BFD}"/>
                </a:ext>
              </a:extLst>
            </p:cNvPr>
            <p:cNvSpPr>
              <a:spLocks noEditPoints="1"/>
            </p:cNvSpPr>
            <p:nvPr userDrawn="1"/>
          </p:nvSpPr>
          <p:spPr bwMode="auto">
            <a:xfrm>
              <a:off x="8156347" y="731520"/>
              <a:ext cx="299031" cy="118408"/>
            </a:xfrm>
            <a:custGeom>
              <a:avLst/>
              <a:gdLst>
                <a:gd name="T0" fmla="*/ 142 w 198"/>
                <a:gd name="T1" fmla="*/ 41 h 79"/>
                <a:gd name="T2" fmla="*/ 142 w 198"/>
                <a:gd name="T3" fmla="*/ 41 h 79"/>
                <a:gd name="T4" fmla="*/ 19 w 198"/>
                <a:gd name="T5" fmla="*/ 11 h 79"/>
                <a:gd name="T6" fmla="*/ 121 w 198"/>
                <a:gd name="T7" fmla="*/ 13 h 79"/>
                <a:gd name="T8" fmla="*/ 136 w 198"/>
                <a:gd name="T9" fmla="*/ 19 h 79"/>
                <a:gd name="T10" fmla="*/ 139 w 198"/>
                <a:gd name="T11" fmla="*/ 27 h 79"/>
                <a:gd name="T12" fmla="*/ 137 w 198"/>
                <a:gd name="T13" fmla="*/ 37 h 79"/>
                <a:gd name="T14" fmla="*/ 136 w 198"/>
                <a:gd name="T15" fmla="*/ 38 h 79"/>
                <a:gd name="T16" fmla="*/ 136 w 198"/>
                <a:gd name="T17" fmla="*/ 38 h 79"/>
                <a:gd name="T18" fmla="*/ 132 w 198"/>
                <a:gd name="T19" fmla="*/ 52 h 79"/>
                <a:gd name="T20" fmla="*/ 138 w 198"/>
                <a:gd name="T21" fmla="*/ 62 h 79"/>
                <a:gd name="T22" fmla="*/ 141 w 198"/>
                <a:gd name="T23" fmla="*/ 63 h 79"/>
                <a:gd name="T24" fmla="*/ 86 w 198"/>
                <a:gd name="T25" fmla="*/ 73 h 79"/>
                <a:gd name="T26" fmla="*/ 75 w 198"/>
                <a:gd name="T27" fmla="*/ 73 h 79"/>
                <a:gd name="T28" fmla="*/ 74 w 198"/>
                <a:gd name="T29" fmla="*/ 73 h 79"/>
                <a:gd name="T30" fmla="*/ 70 w 198"/>
                <a:gd name="T31" fmla="*/ 73 h 79"/>
                <a:gd name="T32" fmla="*/ 11 w 198"/>
                <a:gd name="T33" fmla="*/ 58 h 79"/>
                <a:gd name="T34" fmla="*/ 9 w 198"/>
                <a:gd name="T35" fmla="*/ 56 h 79"/>
                <a:gd name="T36" fmla="*/ 13 w 198"/>
                <a:gd name="T37" fmla="*/ 15 h 79"/>
                <a:gd name="T38" fmla="*/ 19 w 198"/>
                <a:gd name="T39" fmla="*/ 11 h 79"/>
                <a:gd name="T40" fmla="*/ 70 w 198"/>
                <a:gd name="T41" fmla="*/ 0 h 79"/>
                <a:gd name="T42" fmla="*/ 18 w 198"/>
                <a:gd name="T43" fmla="*/ 5 h 79"/>
                <a:gd name="T44" fmla="*/ 17 w 198"/>
                <a:gd name="T45" fmla="*/ 5 h 79"/>
                <a:gd name="T46" fmla="*/ 0 w 198"/>
                <a:gd name="T47" fmla="*/ 35 h 79"/>
                <a:gd name="T48" fmla="*/ 4 w 198"/>
                <a:gd name="T49" fmla="*/ 59 h 79"/>
                <a:gd name="T50" fmla="*/ 18 w 198"/>
                <a:gd name="T51" fmla="*/ 69 h 79"/>
                <a:gd name="T52" fmla="*/ 70 w 198"/>
                <a:gd name="T53" fmla="*/ 79 h 79"/>
                <a:gd name="T54" fmla="*/ 86 w 198"/>
                <a:gd name="T55" fmla="*/ 79 h 79"/>
                <a:gd name="T56" fmla="*/ 198 w 198"/>
                <a:gd name="T57" fmla="*/ 59 h 79"/>
                <a:gd name="T58" fmla="*/ 140 w 198"/>
                <a:gd name="T59" fmla="*/ 56 h 79"/>
                <a:gd name="T60" fmla="*/ 138 w 198"/>
                <a:gd name="T61" fmla="*/ 52 h 79"/>
                <a:gd name="T62" fmla="*/ 145 w 198"/>
                <a:gd name="T63" fmla="*/ 27 h 79"/>
                <a:gd name="T64" fmla="*/ 140 w 198"/>
                <a:gd name="T65" fmla="*/ 14 h 79"/>
                <a:gd name="T66" fmla="*/ 138 w 198"/>
                <a:gd name="T67" fmla="*/ 17 h 79"/>
                <a:gd name="T68" fmla="*/ 138 w 198"/>
                <a:gd name="T69" fmla="*/ 17 h 79"/>
                <a:gd name="T70" fmla="*/ 70 w 198"/>
                <a:gd name="T7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79">
                  <a:moveTo>
                    <a:pt x="142" y="41"/>
                  </a:moveTo>
                  <a:cubicBezTo>
                    <a:pt x="142" y="41"/>
                    <a:pt x="142" y="41"/>
                    <a:pt x="142" y="41"/>
                  </a:cubicBezTo>
                  <a:cubicBezTo>
                    <a:pt x="142" y="41"/>
                    <a:pt x="142" y="41"/>
                    <a:pt x="142" y="41"/>
                  </a:cubicBezTo>
                  <a:cubicBezTo>
                    <a:pt x="142" y="41"/>
                    <a:pt x="142" y="41"/>
                    <a:pt x="142" y="41"/>
                  </a:cubicBezTo>
                  <a:cubicBezTo>
                    <a:pt x="142" y="41"/>
                    <a:pt x="142" y="41"/>
                    <a:pt x="142" y="41"/>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0" name="Freeform 522">
              <a:extLst>
                <a:ext uri="{FF2B5EF4-FFF2-40B4-BE49-F238E27FC236}">
                  <a16:creationId xmlns:a16="http://schemas.microsoft.com/office/drawing/2014/main" id="{2240CFEB-8008-4225-AC74-3E0B19548F4B}"/>
                </a:ext>
              </a:extLst>
            </p:cNvPr>
            <p:cNvSpPr>
              <a:spLocks noEditPoints="1"/>
            </p:cNvSpPr>
            <p:nvPr userDrawn="1"/>
          </p:nvSpPr>
          <p:spPr bwMode="auto">
            <a:xfrm>
              <a:off x="6586941" y="-221764"/>
              <a:ext cx="387335" cy="156539"/>
            </a:xfrm>
            <a:custGeom>
              <a:avLst/>
              <a:gdLst>
                <a:gd name="T0" fmla="*/ 187 w 258"/>
                <a:gd name="T1" fmla="*/ 54 h 104"/>
                <a:gd name="T2" fmla="*/ 187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76 w 258"/>
                <a:gd name="T17" fmla="*/ 69 h 104"/>
                <a:gd name="T18" fmla="*/ 184 w 258"/>
                <a:gd name="T19" fmla="*/ 81 h 104"/>
                <a:gd name="T20" fmla="*/ 187 w 258"/>
                <a:gd name="T21" fmla="*/ 83 h 104"/>
                <a:gd name="T22" fmla="*/ 115 w 258"/>
                <a:gd name="T23" fmla="*/ 98 h 104"/>
                <a:gd name="T24" fmla="*/ 100 w 258"/>
                <a:gd name="T25" fmla="*/ 98 h 104"/>
                <a:gd name="T26" fmla="*/ 99 w 258"/>
                <a:gd name="T27" fmla="*/ 97 h 104"/>
                <a:gd name="T28" fmla="*/ 93 w 258"/>
                <a:gd name="T29" fmla="*/ 98 h 104"/>
                <a:gd name="T30" fmla="*/ 14 w 258"/>
                <a:gd name="T31" fmla="*/ 78 h 104"/>
                <a:gd name="T32" fmla="*/ 11 w 258"/>
                <a:gd name="T33" fmla="*/ 75 h 104"/>
                <a:gd name="T34" fmla="*/ 16 w 258"/>
                <a:gd name="T35" fmla="*/ 19 h 104"/>
                <a:gd name="T36" fmla="*/ 24 w 258"/>
                <a:gd name="T37" fmla="*/ 14 h 104"/>
                <a:gd name="T38" fmla="*/ 25 w 258"/>
                <a:gd name="T39" fmla="*/ 13 h 104"/>
                <a:gd name="T40" fmla="*/ 94 w 258"/>
                <a:gd name="T41" fmla="*/ 0 h 104"/>
                <a:gd name="T42" fmla="*/ 23 w 258"/>
                <a:gd name="T43" fmla="*/ 8 h 104"/>
                <a:gd name="T44" fmla="*/ 11 w 258"/>
                <a:gd name="T45" fmla="*/ 15 h 104"/>
                <a:gd name="T46" fmla="*/ 5 w 258"/>
                <a:gd name="T47" fmla="*/ 77 h 104"/>
                <a:gd name="T48" fmla="*/ 6 w 258"/>
                <a:gd name="T49" fmla="*/ 78 h 104"/>
                <a:gd name="T50" fmla="*/ 93 w 258"/>
                <a:gd name="T51" fmla="*/ 104 h 104"/>
                <a:gd name="T52" fmla="*/ 98 w 258"/>
                <a:gd name="T53" fmla="*/ 103 h 104"/>
                <a:gd name="T54" fmla="*/ 240 w 258"/>
                <a:gd name="T55" fmla="*/ 84 h 104"/>
                <a:gd name="T56" fmla="*/ 188 w 258"/>
                <a:gd name="T57" fmla="*/ 77 h 104"/>
                <a:gd name="T58" fmla="*/ 185 w 258"/>
                <a:gd name="T59" fmla="*/ 75 h 104"/>
                <a:gd name="T60" fmla="*/ 187 w 258"/>
                <a:gd name="T61" fmla="*/ 54 h 104"/>
                <a:gd name="T62" fmla="*/ 186 w 258"/>
                <a:gd name="T63" fmla="*/ 20 h 104"/>
                <a:gd name="T64" fmla="*/ 186 w 258"/>
                <a:gd name="T65" fmla="*/ 19 h 104"/>
                <a:gd name="T66" fmla="*/ 182 w 258"/>
                <a:gd name="T67" fmla="*/ 23 h 104"/>
                <a:gd name="T68" fmla="*/ 186 w 258"/>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3"/>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1" name="Freeform 523">
              <a:extLst>
                <a:ext uri="{FF2B5EF4-FFF2-40B4-BE49-F238E27FC236}">
                  <a16:creationId xmlns:a16="http://schemas.microsoft.com/office/drawing/2014/main" id="{53597B56-94F5-4FDB-8578-CD974472A140}"/>
                </a:ext>
              </a:extLst>
            </p:cNvPr>
            <p:cNvSpPr>
              <a:spLocks noEditPoints="1"/>
            </p:cNvSpPr>
            <p:nvPr userDrawn="1"/>
          </p:nvSpPr>
          <p:spPr bwMode="auto">
            <a:xfrm>
              <a:off x="6251786" y="958301"/>
              <a:ext cx="417438" cy="170588"/>
            </a:xfrm>
            <a:custGeom>
              <a:avLst/>
              <a:gdLst>
                <a:gd name="T0" fmla="*/ 101 w 277"/>
                <a:gd name="T1" fmla="*/ 6 h 112"/>
                <a:gd name="T2" fmla="*/ 191 w 277"/>
                <a:gd name="T3" fmla="*/ 22 h 112"/>
                <a:gd name="T4" fmla="*/ 197 w 277"/>
                <a:gd name="T5" fmla="*/ 25 h 112"/>
                <a:gd name="T6" fmla="*/ 199 w 277"/>
                <a:gd name="T7" fmla="*/ 50 h 112"/>
                <a:gd name="T8" fmla="*/ 197 w 277"/>
                <a:gd name="T9" fmla="*/ 54 h 112"/>
                <a:gd name="T10" fmla="*/ 197 w 277"/>
                <a:gd name="T11" fmla="*/ 54 h 112"/>
                <a:gd name="T12" fmla="*/ 191 w 277"/>
                <a:gd name="T13" fmla="*/ 74 h 112"/>
                <a:gd name="T14" fmla="*/ 198 w 277"/>
                <a:gd name="T15" fmla="*/ 87 h 112"/>
                <a:gd name="T16" fmla="*/ 202 w 277"/>
                <a:gd name="T17" fmla="*/ 88 h 112"/>
                <a:gd name="T18" fmla="*/ 124 w 277"/>
                <a:gd name="T19" fmla="*/ 106 h 112"/>
                <a:gd name="T20" fmla="*/ 108 w 277"/>
                <a:gd name="T21" fmla="*/ 105 h 112"/>
                <a:gd name="T22" fmla="*/ 107 w 277"/>
                <a:gd name="T23" fmla="*/ 105 h 112"/>
                <a:gd name="T24" fmla="*/ 100 w 277"/>
                <a:gd name="T25" fmla="*/ 105 h 112"/>
                <a:gd name="T26" fmla="*/ 15 w 277"/>
                <a:gd name="T27" fmla="*/ 83 h 112"/>
                <a:gd name="T28" fmla="*/ 12 w 277"/>
                <a:gd name="T29" fmla="*/ 80 h 112"/>
                <a:gd name="T30" fmla="*/ 17 w 277"/>
                <a:gd name="T31" fmla="*/ 20 h 112"/>
                <a:gd name="T32" fmla="*/ 26 w 277"/>
                <a:gd name="T33" fmla="*/ 14 h 112"/>
                <a:gd name="T34" fmla="*/ 26 w 277"/>
                <a:gd name="T35" fmla="*/ 14 h 112"/>
                <a:gd name="T36" fmla="*/ 101 w 277"/>
                <a:gd name="T37" fmla="*/ 0 h 112"/>
                <a:gd name="T38" fmla="*/ 25 w 277"/>
                <a:gd name="T39" fmla="*/ 8 h 112"/>
                <a:gd name="T40" fmla="*/ 23 w 277"/>
                <a:gd name="T41" fmla="*/ 9 h 112"/>
                <a:gd name="T42" fmla="*/ 22 w 277"/>
                <a:gd name="T43" fmla="*/ 9 h 112"/>
                <a:gd name="T44" fmla="*/ 0 w 277"/>
                <a:gd name="T45" fmla="*/ 50 h 112"/>
                <a:gd name="T46" fmla="*/ 6 w 277"/>
                <a:gd name="T47" fmla="*/ 83 h 112"/>
                <a:gd name="T48" fmla="*/ 25 w 277"/>
                <a:gd name="T49" fmla="*/ 97 h 112"/>
                <a:gd name="T50" fmla="*/ 100 w 277"/>
                <a:gd name="T51" fmla="*/ 111 h 112"/>
                <a:gd name="T52" fmla="*/ 124 w 277"/>
                <a:gd name="T53" fmla="*/ 112 h 112"/>
                <a:gd name="T54" fmla="*/ 277 w 277"/>
                <a:gd name="T55" fmla="*/ 84 h 112"/>
                <a:gd name="T56" fmla="*/ 202 w 277"/>
                <a:gd name="T57" fmla="*/ 82 h 112"/>
                <a:gd name="T58" fmla="*/ 197 w 277"/>
                <a:gd name="T59" fmla="*/ 74 h 112"/>
                <a:gd name="T60" fmla="*/ 202 w 277"/>
                <a:gd name="T61" fmla="*/ 57 h 112"/>
                <a:gd name="T62" fmla="*/ 201 w 277"/>
                <a:gd name="T63" fmla="*/ 21 h 112"/>
                <a:gd name="T64" fmla="*/ 200 w 277"/>
                <a:gd name="T65" fmla="*/ 20 h 112"/>
                <a:gd name="T66" fmla="*/ 196 w 277"/>
                <a:gd name="T67" fmla="*/ 25 h 112"/>
                <a:gd name="T68" fmla="*/ 200 w 277"/>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12">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7"/>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2" name="Freeform 524">
              <a:extLst>
                <a:ext uri="{FF2B5EF4-FFF2-40B4-BE49-F238E27FC236}">
                  <a16:creationId xmlns:a16="http://schemas.microsoft.com/office/drawing/2014/main" id="{0A443A42-8A81-479F-BC76-064874553637}"/>
                </a:ext>
              </a:extLst>
            </p:cNvPr>
            <p:cNvSpPr>
              <a:spLocks/>
            </p:cNvSpPr>
            <p:nvPr userDrawn="1"/>
          </p:nvSpPr>
          <p:spPr bwMode="auto">
            <a:xfrm>
              <a:off x="6285904" y="972350"/>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3" name="Freeform 525">
              <a:extLst>
                <a:ext uri="{FF2B5EF4-FFF2-40B4-BE49-F238E27FC236}">
                  <a16:creationId xmlns:a16="http://schemas.microsoft.com/office/drawing/2014/main" id="{3886693D-8DA0-4916-8F4D-A4AA3B8B1A29}"/>
                </a:ext>
              </a:extLst>
            </p:cNvPr>
            <p:cNvSpPr>
              <a:spLocks noEditPoints="1"/>
            </p:cNvSpPr>
            <p:nvPr userDrawn="1"/>
          </p:nvSpPr>
          <p:spPr bwMode="auto">
            <a:xfrm>
              <a:off x="7052544" y="976364"/>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4" name="Freeform 526">
              <a:extLst>
                <a:ext uri="{FF2B5EF4-FFF2-40B4-BE49-F238E27FC236}">
                  <a16:creationId xmlns:a16="http://schemas.microsoft.com/office/drawing/2014/main" id="{0D3F9DB0-69C6-4216-B3F1-DA5BFA26AB43}"/>
                </a:ext>
              </a:extLst>
            </p:cNvPr>
            <p:cNvSpPr>
              <a:spLocks/>
            </p:cNvSpPr>
            <p:nvPr userDrawn="1"/>
          </p:nvSpPr>
          <p:spPr bwMode="auto">
            <a:xfrm>
              <a:off x="7076627" y="1018508"/>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5" name="Freeform 527">
              <a:extLst>
                <a:ext uri="{FF2B5EF4-FFF2-40B4-BE49-F238E27FC236}">
                  <a16:creationId xmlns:a16="http://schemas.microsoft.com/office/drawing/2014/main" id="{FD1B804A-0F61-4C56-8DCD-E6CC8D8282FE}"/>
                </a:ext>
              </a:extLst>
            </p:cNvPr>
            <p:cNvSpPr>
              <a:spLocks noEditPoints="1"/>
            </p:cNvSpPr>
            <p:nvPr userDrawn="1"/>
          </p:nvSpPr>
          <p:spPr bwMode="auto">
            <a:xfrm>
              <a:off x="7423823" y="1460029"/>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7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6" name="Freeform 528">
              <a:extLst>
                <a:ext uri="{FF2B5EF4-FFF2-40B4-BE49-F238E27FC236}">
                  <a16:creationId xmlns:a16="http://schemas.microsoft.com/office/drawing/2014/main" id="{E268A7EB-2339-4A51-A4D1-94C2E445E33E}"/>
                </a:ext>
              </a:extLst>
            </p:cNvPr>
            <p:cNvSpPr>
              <a:spLocks noEditPoints="1"/>
            </p:cNvSpPr>
            <p:nvPr userDrawn="1"/>
          </p:nvSpPr>
          <p:spPr bwMode="auto">
            <a:xfrm>
              <a:off x="7769012" y="861969"/>
              <a:ext cx="254879"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7" name="Freeform 529">
              <a:extLst>
                <a:ext uri="{FF2B5EF4-FFF2-40B4-BE49-F238E27FC236}">
                  <a16:creationId xmlns:a16="http://schemas.microsoft.com/office/drawing/2014/main" id="{C48BB543-128A-4C67-8450-BA52DEE9963C}"/>
                </a:ext>
              </a:extLst>
            </p:cNvPr>
            <p:cNvSpPr>
              <a:spLocks noEditPoints="1"/>
            </p:cNvSpPr>
            <p:nvPr userDrawn="1"/>
          </p:nvSpPr>
          <p:spPr bwMode="auto">
            <a:xfrm>
              <a:off x="8738351" y="1233248"/>
              <a:ext cx="256885" cy="198685"/>
            </a:xfrm>
            <a:custGeom>
              <a:avLst/>
              <a:gdLst>
                <a:gd name="T0" fmla="*/ 40 w 170"/>
                <a:gd name="T1" fmla="*/ 87 h 132"/>
                <a:gd name="T2" fmla="*/ 40 w 170"/>
                <a:gd name="T3" fmla="*/ 87 h 132"/>
                <a:gd name="T4" fmla="*/ 27 w 170"/>
                <a:gd name="T5" fmla="*/ 7 h 132"/>
                <a:gd name="T6" fmla="*/ 35 w 170"/>
                <a:gd name="T7" fmla="*/ 7 h 132"/>
                <a:gd name="T8" fmla="*/ 108 w 170"/>
                <a:gd name="T9" fmla="*/ 6 h 132"/>
                <a:gd name="T10" fmla="*/ 131 w 170"/>
                <a:gd name="T11" fmla="*/ 7 h 132"/>
                <a:gd name="T12" fmla="*/ 139 w 170"/>
                <a:gd name="T13" fmla="*/ 7 h 132"/>
                <a:gd name="T14" fmla="*/ 143 w 170"/>
                <a:gd name="T15" fmla="*/ 7 h 132"/>
                <a:gd name="T16" fmla="*/ 148 w 170"/>
                <a:gd name="T17" fmla="*/ 10 h 132"/>
                <a:gd name="T18" fmla="*/ 158 w 170"/>
                <a:gd name="T19" fmla="*/ 23 h 132"/>
                <a:gd name="T20" fmla="*/ 164 w 170"/>
                <a:gd name="T21" fmla="*/ 42 h 132"/>
                <a:gd name="T22" fmla="*/ 155 w 170"/>
                <a:gd name="T23" fmla="*/ 65 h 132"/>
                <a:gd name="T24" fmla="*/ 124 w 170"/>
                <a:gd name="T25" fmla="*/ 88 h 132"/>
                <a:gd name="T26" fmla="*/ 51 w 170"/>
                <a:gd name="T27" fmla="*/ 88 h 132"/>
                <a:gd name="T28" fmla="*/ 45 w 170"/>
                <a:gd name="T29" fmla="*/ 107 h 132"/>
                <a:gd name="T30" fmla="*/ 43 w 170"/>
                <a:gd name="T31" fmla="*/ 88 h 132"/>
                <a:gd name="T32" fmla="*/ 40 w 170"/>
                <a:gd name="T33" fmla="*/ 87 h 132"/>
                <a:gd name="T34" fmla="*/ 27 w 170"/>
                <a:gd name="T35" fmla="*/ 82 h 132"/>
                <a:gd name="T36" fmla="*/ 8 w 170"/>
                <a:gd name="T37" fmla="*/ 45 h 132"/>
                <a:gd name="T38" fmla="*/ 8 w 170"/>
                <a:gd name="T39" fmla="*/ 45 h 132"/>
                <a:gd name="T40" fmla="*/ 8 w 170"/>
                <a:gd name="T41" fmla="*/ 44 h 132"/>
                <a:gd name="T42" fmla="*/ 8 w 170"/>
                <a:gd name="T43" fmla="*/ 44 h 132"/>
                <a:gd name="T44" fmla="*/ 6 w 170"/>
                <a:gd name="T45" fmla="*/ 33 h 132"/>
                <a:gd name="T46" fmla="*/ 10 w 170"/>
                <a:gd name="T47" fmla="*/ 18 h 132"/>
                <a:gd name="T48" fmla="*/ 27 w 170"/>
                <a:gd name="T49" fmla="*/ 7 h 132"/>
                <a:gd name="T50" fmla="*/ 108 w 170"/>
                <a:gd name="T51" fmla="*/ 0 h 132"/>
                <a:gd name="T52" fmla="*/ 27 w 170"/>
                <a:gd name="T53" fmla="*/ 1 h 132"/>
                <a:gd name="T54" fmla="*/ 27 w 170"/>
                <a:gd name="T55" fmla="*/ 1 h 132"/>
                <a:gd name="T56" fmla="*/ 26 w 170"/>
                <a:gd name="T57" fmla="*/ 2 h 132"/>
                <a:gd name="T58" fmla="*/ 5 w 170"/>
                <a:gd name="T59" fmla="*/ 15 h 132"/>
                <a:gd name="T60" fmla="*/ 0 w 170"/>
                <a:gd name="T61" fmla="*/ 33 h 132"/>
                <a:gd name="T62" fmla="*/ 2 w 170"/>
                <a:gd name="T63" fmla="*/ 46 h 132"/>
                <a:gd name="T64" fmla="*/ 24 w 170"/>
                <a:gd name="T65" fmla="*/ 87 h 132"/>
                <a:gd name="T66" fmla="*/ 37 w 170"/>
                <a:gd name="T67" fmla="*/ 93 h 132"/>
                <a:gd name="T68" fmla="*/ 43 w 170"/>
                <a:gd name="T69" fmla="*/ 132 h 132"/>
                <a:gd name="T70" fmla="*/ 44 w 170"/>
                <a:gd name="T71" fmla="*/ 132 h 132"/>
                <a:gd name="T72" fmla="*/ 56 w 170"/>
                <a:gd name="T73" fmla="*/ 94 h 132"/>
                <a:gd name="T74" fmla="*/ 125 w 170"/>
                <a:gd name="T75" fmla="*/ 94 h 132"/>
                <a:gd name="T76" fmla="*/ 126 w 170"/>
                <a:gd name="T77" fmla="*/ 94 h 132"/>
                <a:gd name="T78" fmla="*/ 160 w 170"/>
                <a:gd name="T79" fmla="*/ 68 h 132"/>
                <a:gd name="T80" fmla="*/ 170 w 170"/>
                <a:gd name="T81" fmla="*/ 42 h 132"/>
                <a:gd name="T82" fmla="*/ 162 w 170"/>
                <a:gd name="T83" fmla="*/ 17 h 132"/>
                <a:gd name="T84" fmla="*/ 162 w 170"/>
                <a:gd name="T85" fmla="*/ 17 h 132"/>
                <a:gd name="T86" fmla="*/ 160 w 170"/>
                <a:gd name="T87" fmla="*/ 15 h 132"/>
                <a:gd name="T88" fmla="*/ 160 w 170"/>
                <a:gd name="T89" fmla="*/ 14 h 132"/>
                <a:gd name="T90" fmla="*/ 160 w 170"/>
                <a:gd name="T91" fmla="*/ 14 h 132"/>
                <a:gd name="T92" fmla="*/ 152 w 170"/>
                <a:gd name="T93" fmla="*/ 6 h 132"/>
                <a:gd name="T94" fmla="*/ 144 w 170"/>
                <a:gd name="T95" fmla="*/ 2 h 132"/>
                <a:gd name="T96" fmla="*/ 139 w 170"/>
                <a:gd name="T97" fmla="*/ 1 h 132"/>
                <a:gd name="T98" fmla="*/ 108 w 170"/>
                <a:gd name="T9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32">
                  <a:moveTo>
                    <a:pt x="40" y="87"/>
                  </a:moveTo>
                  <a:cubicBezTo>
                    <a:pt x="40" y="87"/>
                    <a:pt x="40" y="87"/>
                    <a:pt x="40" y="87"/>
                  </a:cubicBezTo>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8" name="Freeform 530">
              <a:extLst>
                <a:ext uri="{FF2B5EF4-FFF2-40B4-BE49-F238E27FC236}">
                  <a16:creationId xmlns:a16="http://schemas.microsoft.com/office/drawing/2014/main" id="{E0B45653-FA97-4C7D-B8E0-CE249EDECE6A}"/>
                </a:ext>
              </a:extLst>
            </p:cNvPr>
            <p:cNvSpPr>
              <a:spLocks/>
            </p:cNvSpPr>
            <p:nvPr userDrawn="1"/>
          </p:nvSpPr>
          <p:spPr bwMode="auto">
            <a:xfrm>
              <a:off x="8804579" y="1431932"/>
              <a:ext cx="0"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9" name="Freeform 531">
              <a:extLst>
                <a:ext uri="{FF2B5EF4-FFF2-40B4-BE49-F238E27FC236}">
                  <a16:creationId xmlns:a16="http://schemas.microsoft.com/office/drawing/2014/main" id="{F480B300-1621-4CB1-A813-D467657B4DAB}"/>
                </a:ext>
              </a:extLst>
            </p:cNvPr>
            <p:cNvSpPr>
              <a:spLocks noEditPoints="1"/>
            </p:cNvSpPr>
            <p:nvPr userDrawn="1"/>
          </p:nvSpPr>
          <p:spPr bwMode="auto">
            <a:xfrm>
              <a:off x="7492058" y="5018"/>
              <a:ext cx="280968" cy="242837"/>
            </a:xfrm>
            <a:custGeom>
              <a:avLst/>
              <a:gdLst>
                <a:gd name="T0" fmla="*/ 91 w 187"/>
                <a:gd name="T1" fmla="*/ 23 h 162"/>
                <a:gd name="T2" fmla="*/ 94 w 187"/>
                <a:gd name="T3" fmla="*/ 22 h 162"/>
                <a:gd name="T4" fmla="*/ 73 w 187"/>
                <a:gd name="T5" fmla="*/ 8 h 162"/>
                <a:gd name="T6" fmla="*/ 84 w 187"/>
                <a:gd name="T7" fmla="*/ 12 h 162"/>
                <a:gd name="T8" fmla="*/ 93 w 187"/>
                <a:gd name="T9" fmla="*/ 25 h 162"/>
                <a:gd name="T10" fmla="*/ 135 w 187"/>
                <a:gd name="T11" fmla="*/ 13 h 162"/>
                <a:gd name="T12" fmla="*/ 151 w 187"/>
                <a:gd name="T13" fmla="*/ 51 h 162"/>
                <a:gd name="T14" fmla="*/ 174 w 187"/>
                <a:gd name="T15" fmla="*/ 64 h 162"/>
                <a:gd name="T16" fmla="*/ 178 w 187"/>
                <a:gd name="T17" fmla="*/ 87 h 162"/>
                <a:gd name="T18" fmla="*/ 153 w 187"/>
                <a:gd name="T19" fmla="*/ 110 h 162"/>
                <a:gd name="T20" fmla="*/ 142 w 187"/>
                <a:gd name="T21" fmla="*/ 112 h 162"/>
                <a:gd name="T22" fmla="*/ 134 w 187"/>
                <a:gd name="T23" fmla="*/ 137 h 162"/>
                <a:gd name="T24" fmla="*/ 113 w 187"/>
                <a:gd name="T25" fmla="*/ 134 h 162"/>
                <a:gd name="T26" fmla="*/ 98 w 187"/>
                <a:gd name="T27" fmla="*/ 135 h 162"/>
                <a:gd name="T28" fmla="*/ 46 w 187"/>
                <a:gd name="T29" fmla="*/ 137 h 162"/>
                <a:gd name="T30" fmla="*/ 28 w 187"/>
                <a:gd name="T31" fmla="*/ 111 h 162"/>
                <a:gd name="T32" fmla="*/ 8 w 187"/>
                <a:gd name="T33" fmla="*/ 105 h 162"/>
                <a:gd name="T34" fmla="*/ 20 w 187"/>
                <a:gd name="T35" fmla="*/ 81 h 162"/>
                <a:gd name="T36" fmla="*/ 21 w 187"/>
                <a:gd name="T37" fmla="*/ 36 h 162"/>
                <a:gd name="T38" fmla="*/ 62 w 187"/>
                <a:gd name="T39" fmla="*/ 28 h 162"/>
                <a:gd name="T40" fmla="*/ 77 w 187"/>
                <a:gd name="T41" fmla="*/ 0 h 162"/>
                <a:gd name="T42" fmla="*/ 60 w 187"/>
                <a:gd name="T43" fmla="*/ 13 h 162"/>
                <a:gd name="T44" fmla="*/ 60 w 187"/>
                <a:gd name="T45" fmla="*/ 21 h 162"/>
                <a:gd name="T46" fmla="*/ 53 w 187"/>
                <a:gd name="T47" fmla="*/ 24 h 162"/>
                <a:gd name="T48" fmla="*/ 36 w 187"/>
                <a:gd name="T49" fmla="*/ 20 h 162"/>
                <a:gd name="T50" fmla="*/ 11 w 187"/>
                <a:gd name="T51" fmla="*/ 48 h 162"/>
                <a:gd name="T52" fmla="*/ 18 w 187"/>
                <a:gd name="T53" fmla="*/ 71 h 162"/>
                <a:gd name="T54" fmla="*/ 4 w 187"/>
                <a:gd name="T55" fmla="*/ 83 h 162"/>
                <a:gd name="T56" fmla="*/ 2 w 187"/>
                <a:gd name="T57" fmla="*/ 85 h 162"/>
                <a:gd name="T58" fmla="*/ 19 w 187"/>
                <a:gd name="T59" fmla="*/ 118 h 162"/>
                <a:gd name="T60" fmla="*/ 35 w 187"/>
                <a:gd name="T61" fmla="*/ 118 h 162"/>
                <a:gd name="T62" fmla="*/ 40 w 187"/>
                <a:gd name="T63" fmla="*/ 138 h 162"/>
                <a:gd name="T64" fmla="*/ 41 w 187"/>
                <a:gd name="T65" fmla="*/ 141 h 162"/>
                <a:gd name="T66" fmla="*/ 93 w 187"/>
                <a:gd name="T67" fmla="*/ 150 h 162"/>
                <a:gd name="T68" fmla="*/ 107 w 187"/>
                <a:gd name="T69" fmla="*/ 137 h 162"/>
                <a:gd name="T70" fmla="*/ 110 w 187"/>
                <a:gd name="T71" fmla="*/ 140 h 162"/>
                <a:gd name="T72" fmla="*/ 123 w 187"/>
                <a:gd name="T73" fmla="*/ 146 h 162"/>
                <a:gd name="T74" fmla="*/ 144 w 187"/>
                <a:gd name="T75" fmla="*/ 134 h 162"/>
                <a:gd name="T76" fmla="*/ 172 w 187"/>
                <a:gd name="T77" fmla="*/ 155 h 162"/>
                <a:gd name="T78" fmla="*/ 184 w 187"/>
                <a:gd name="T79" fmla="*/ 162 h 162"/>
                <a:gd name="T80" fmla="*/ 187 w 187"/>
                <a:gd name="T81" fmla="*/ 158 h 162"/>
                <a:gd name="T82" fmla="*/ 159 w 187"/>
                <a:gd name="T83" fmla="*/ 110 h 162"/>
                <a:gd name="T84" fmla="*/ 185 w 187"/>
                <a:gd name="T85" fmla="*/ 87 h 162"/>
                <a:gd name="T86" fmla="*/ 174 w 187"/>
                <a:gd name="T87" fmla="*/ 58 h 162"/>
                <a:gd name="T88" fmla="*/ 160 w 187"/>
                <a:gd name="T89" fmla="*/ 56 h 162"/>
                <a:gd name="T90" fmla="*/ 157 w 187"/>
                <a:gd name="T91" fmla="*/ 21 h 162"/>
                <a:gd name="T92" fmla="*/ 99 w 187"/>
                <a:gd name="T93" fmla="*/ 13 h 162"/>
                <a:gd name="T94" fmla="*/ 77 w 187"/>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0" name="Freeform 532">
              <a:extLst>
                <a:ext uri="{FF2B5EF4-FFF2-40B4-BE49-F238E27FC236}">
                  <a16:creationId xmlns:a16="http://schemas.microsoft.com/office/drawing/2014/main" id="{DF323B0A-5182-4AF4-8AAC-B6A3A9AC79E0}"/>
                </a:ext>
              </a:extLst>
            </p:cNvPr>
            <p:cNvSpPr>
              <a:spLocks noEditPoints="1"/>
            </p:cNvSpPr>
            <p:nvPr userDrawn="1"/>
          </p:nvSpPr>
          <p:spPr bwMode="auto">
            <a:xfrm>
              <a:off x="8202505" y="47162"/>
              <a:ext cx="282975" cy="242837"/>
            </a:xfrm>
            <a:custGeom>
              <a:avLst/>
              <a:gdLst>
                <a:gd name="T0" fmla="*/ 77 w 188"/>
                <a:gd name="T1" fmla="*/ 139 h 162"/>
                <a:gd name="T2" fmla="*/ 105 w 188"/>
                <a:gd name="T3" fmla="*/ 9 h 162"/>
                <a:gd name="T4" fmla="*/ 110 w 188"/>
                <a:gd name="T5" fmla="*/ 6 h 162"/>
                <a:gd name="T6" fmla="*/ 121 w 188"/>
                <a:gd name="T7" fmla="*/ 15 h 162"/>
                <a:gd name="T8" fmla="*/ 127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2"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1" name="Freeform 533">
              <a:extLst>
                <a:ext uri="{FF2B5EF4-FFF2-40B4-BE49-F238E27FC236}">
                  <a16:creationId xmlns:a16="http://schemas.microsoft.com/office/drawing/2014/main" id="{029A45D3-B742-4F11-B764-B6EEE84995F2}"/>
                </a:ext>
              </a:extLst>
            </p:cNvPr>
            <p:cNvSpPr>
              <a:spLocks noEditPoints="1"/>
            </p:cNvSpPr>
            <p:nvPr userDrawn="1"/>
          </p:nvSpPr>
          <p:spPr bwMode="auto">
            <a:xfrm>
              <a:off x="7630535" y="1144944"/>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7 h 162"/>
                <a:gd name="T10" fmla="*/ 169 w 188"/>
                <a:gd name="T11" fmla="*/ 54 h 162"/>
                <a:gd name="T12" fmla="*/ 167 w 188"/>
                <a:gd name="T13" fmla="*/ 80 h 162"/>
                <a:gd name="T14" fmla="*/ 179 w 188"/>
                <a:gd name="T15" fmla="*/ 105 h 162"/>
                <a:gd name="T16" fmla="*/ 159 w 188"/>
                <a:gd name="T17" fmla="*/ 110 h 162"/>
                <a:gd name="T18" fmla="*/ 141 w 188"/>
                <a:gd name="T19" fmla="*/ 132 h 162"/>
                <a:gd name="T20" fmla="*/ 102 w 188"/>
                <a:gd name="T21" fmla="*/ 146 h 162"/>
                <a:gd name="T22" fmla="*/ 81 w 188"/>
                <a:gd name="T23" fmla="*/ 131 h 162"/>
                <a:gd name="T24" fmla="*/ 73 w 188"/>
                <a:gd name="T25" fmla="*/ 135 h 162"/>
                <a:gd name="T26" fmla="*/ 53 w 188"/>
                <a:gd name="T27" fmla="*/ 136 h 162"/>
                <a:gd name="T28" fmla="*/ 48 w 188"/>
                <a:gd name="T29" fmla="*/ 115 h 162"/>
                <a:gd name="T30" fmla="*/ 27 w 188"/>
                <a:gd name="T31" fmla="*/ 126 h 162"/>
                <a:gd name="T32" fmla="*/ 12 w 188"/>
                <a:gd name="T33" fmla="*/ 91 h 162"/>
                <a:gd name="T34" fmla="*/ 10 w 188"/>
                <a:gd name="T35" fmla="*/ 64 h 162"/>
                <a:gd name="T36" fmla="*/ 31 w 188"/>
                <a:gd name="T37" fmla="*/ 60 h 162"/>
                <a:gd name="T38" fmla="*/ 35 w 188"/>
                <a:gd name="T39" fmla="*/ 24 h 162"/>
                <a:gd name="T40" fmla="*/ 85 w 188"/>
                <a:gd name="T41" fmla="*/ 17 h 162"/>
                <a:gd name="T42" fmla="*/ 94 w 188"/>
                <a:gd name="T43" fmla="*/ 24 h 162"/>
                <a:gd name="T44" fmla="*/ 110 w 188"/>
                <a:gd name="T45" fmla="*/ 0 h 162"/>
                <a:gd name="T46" fmla="*/ 88 w 188"/>
                <a:gd name="T47" fmla="*/ 12 h 162"/>
                <a:gd name="T48" fmla="*/ 30 w 188"/>
                <a:gd name="T49" fmla="*/ 20 h 162"/>
                <a:gd name="T50" fmla="*/ 28 w 188"/>
                <a:gd name="T51" fmla="*/ 55 h 162"/>
                <a:gd name="T52" fmla="*/ 13 w 188"/>
                <a:gd name="T53" fmla="*/ 57 h 162"/>
                <a:gd name="T54" fmla="*/ 3 w 188"/>
                <a:gd name="T55" fmla="*/ 90 h 162"/>
                <a:gd name="T56" fmla="*/ 28 w 188"/>
                <a:gd name="T57" fmla="*/ 110 h 162"/>
                <a:gd name="T58" fmla="*/ 1 w 188"/>
                <a:gd name="T59" fmla="*/ 157 h 162"/>
                <a:gd name="T60" fmla="*/ 0 w 188"/>
                <a:gd name="T61" fmla="*/ 160 h 162"/>
                <a:gd name="T62" fmla="*/ 8 w 188"/>
                <a:gd name="T63" fmla="*/ 160 h 162"/>
                <a:gd name="T64" fmla="*/ 44 w 188"/>
                <a:gd name="T65" fmla="*/ 124 h 162"/>
                <a:gd name="T66" fmla="*/ 50 w 188"/>
                <a:gd name="T67" fmla="*/ 141 h 162"/>
                <a:gd name="T68" fmla="*/ 77 w 188"/>
                <a:gd name="T69" fmla="*/ 140 h 162"/>
                <a:gd name="T70" fmla="*/ 79 w 188"/>
                <a:gd name="T71" fmla="*/ 138 h 162"/>
                <a:gd name="T72" fmla="*/ 94 w 188"/>
                <a:gd name="T73" fmla="*/ 150 h 162"/>
                <a:gd name="T74" fmla="*/ 146 w 188"/>
                <a:gd name="T75" fmla="*/ 140 h 162"/>
                <a:gd name="T76" fmla="*/ 147 w 188"/>
                <a:gd name="T77" fmla="*/ 132 h 162"/>
                <a:gd name="T78" fmla="*/ 167 w 188"/>
                <a:gd name="T79" fmla="*/ 117 h 162"/>
                <a:gd name="T80" fmla="*/ 184 w 188"/>
                <a:gd name="T81" fmla="*/ 108 h 162"/>
                <a:gd name="T82" fmla="*/ 183 w 188"/>
                <a:gd name="T83" fmla="*/ 83 h 162"/>
                <a:gd name="T84" fmla="*/ 170 w 188"/>
                <a:gd name="T85" fmla="*/ 71 h 162"/>
                <a:gd name="T86" fmla="*/ 176 w 188"/>
                <a:gd name="T87" fmla="*/ 47 h 162"/>
                <a:gd name="T88" fmla="*/ 151 w 188"/>
                <a:gd name="T89" fmla="*/ 20 h 162"/>
                <a:gd name="T90" fmla="*/ 134 w 188"/>
                <a:gd name="T91" fmla="*/ 23 h 162"/>
                <a:gd name="T92" fmla="*/ 128 w 188"/>
                <a:gd name="T93" fmla="*/ 15 h 162"/>
                <a:gd name="T94" fmla="*/ 117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2" name="Freeform 534">
              <a:extLst>
                <a:ext uri="{FF2B5EF4-FFF2-40B4-BE49-F238E27FC236}">
                  <a16:creationId xmlns:a16="http://schemas.microsoft.com/office/drawing/2014/main" id="{1D598550-2F98-4ADE-A5B7-9A41724691F5}"/>
                </a:ext>
              </a:extLst>
            </p:cNvPr>
            <p:cNvSpPr>
              <a:spLocks noEditPoints="1"/>
            </p:cNvSpPr>
            <p:nvPr userDrawn="1"/>
          </p:nvSpPr>
          <p:spPr bwMode="auto">
            <a:xfrm>
              <a:off x="8979181" y="946259"/>
              <a:ext cx="365258" cy="313078"/>
            </a:xfrm>
            <a:custGeom>
              <a:avLst/>
              <a:gdLst>
                <a:gd name="T0" fmla="*/ 3 w 243"/>
                <a:gd name="T1" fmla="*/ 202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32 w 243"/>
                <a:gd name="T21" fmla="*/ 190 h 208"/>
                <a:gd name="T22" fmla="*/ 105 w 243"/>
                <a:gd name="T23" fmla="*/ 170 h 208"/>
                <a:gd name="T24" fmla="*/ 96 w 243"/>
                <a:gd name="T25" fmla="*/ 175 h 208"/>
                <a:gd name="T26" fmla="*/ 68 w 243"/>
                <a:gd name="T27" fmla="*/ 176 h 208"/>
                <a:gd name="T28" fmla="*/ 61 w 243"/>
                <a:gd name="T29" fmla="*/ 149 h 208"/>
                <a:gd name="T30" fmla="*/ 14 w 243"/>
                <a:gd name="T31" fmla="*/ 196 h 208"/>
                <a:gd name="T32" fmla="*/ 19 w 243"/>
                <a:gd name="T33" fmla="*/ 120 h 208"/>
                <a:gd name="T34" fmla="*/ 9 w 243"/>
                <a:gd name="T35" fmla="*/ 85 h 208"/>
                <a:gd name="T36" fmla="*/ 24 w 243"/>
                <a:gd name="T37" fmla="*/ 81 h 208"/>
                <a:gd name="T38" fmla="*/ 37 w 243"/>
                <a:gd name="T39" fmla="*/ 45 h 208"/>
                <a:gd name="T40" fmla="*/ 83 w 243"/>
                <a:gd name="T41" fmla="*/ 11 h 208"/>
                <a:gd name="T42" fmla="*/ 123 w 243"/>
                <a:gd name="T43" fmla="*/ 30 h 208"/>
                <a:gd name="T44" fmla="*/ 128 w 243"/>
                <a:gd name="T45" fmla="*/ 28 h 208"/>
                <a:gd name="T46" fmla="*/ 123 w 243"/>
                <a:gd name="T47" fmla="*/ 22 h 208"/>
                <a:gd name="T48" fmla="*/ 40 w 243"/>
                <a:gd name="T49" fmla="*/ 26 h 208"/>
                <a:gd name="T50" fmla="*/ 36 w 243"/>
                <a:gd name="T51" fmla="*/ 71 h 208"/>
                <a:gd name="T52" fmla="*/ 17 w 243"/>
                <a:gd name="T53" fmla="*/ 74 h 208"/>
                <a:gd name="T54" fmla="*/ 5 w 243"/>
                <a:gd name="T55" fmla="*/ 115 h 208"/>
                <a:gd name="T56" fmla="*/ 37 w 243"/>
                <a:gd name="T57" fmla="*/ 142 h 208"/>
                <a:gd name="T58" fmla="*/ 2 w 243"/>
                <a:gd name="T59" fmla="*/ 203 h 208"/>
                <a:gd name="T60" fmla="*/ 1 w 243"/>
                <a:gd name="T61" fmla="*/ 205 h 208"/>
                <a:gd name="T62" fmla="*/ 9 w 243"/>
                <a:gd name="T63" fmla="*/ 206 h 208"/>
                <a:gd name="T64" fmla="*/ 57 w 243"/>
                <a:gd name="T65" fmla="*/ 160 h 208"/>
                <a:gd name="T66" fmla="*/ 65 w 243"/>
                <a:gd name="T67" fmla="*/ 181 h 208"/>
                <a:gd name="T68" fmla="*/ 99 w 243"/>
                <a:gd name="T69" fmla="*/ 180 h 208"/>
                <a:gd name="T70" fmla="*/ 105 w 243"/>
                <a:gd name="T71" fmla="*/ 176 h 208"/>
                <a:gd name="T72" fmla="*/ 124 w 243"/>
                <a:gd name="T73" fmla="*/ 194 h 208"/>
                <a:gd name="T74" fmla="*/ 190 w 243"/>
                <a:gd name="T75" fmla="*/ 180 h 208"/>
                <a:gd name="T76" fmla="*/ 192 w 243"/>
                <a:gd name="T77" fmla="*/ 157 h 208"/>
                <a:gd name="T78" fmla="*/ 217 w 243"/>
                <a:gd name="T79" fmla="*/ 151 h 208"/>
                <a:gd name="T80" fmla="*/ 239 w 243"/>
                <a:gd name="T81" fmla="*/ 139 h 208"/>
                <a:gd name="T82" fmla="*/ 238 w 243"/>
                <a:gd name="T83" fmla="*/ 108 h 208"/>
                <a:gd name="T84" fmla="*/ 219 w 243"/>
                <a:gd name="T85" fmla="*/ 91 h 208"/>
                <a:gd name="T86" fmla="*/ 228 w 243"/>
                <a:gd name="T87" fmla="*/ 61 h 208"/>
                <a:gd name="T88" fmla="*/ 196 w 243"/>
                <a:gd name="T89" fmla="*/ 26 h 208"/>
                <a:gd name="T90" fmla="*/ 174 w 243"/>
                <a:gd name="T91" fmla="*/ 30 h 208"/>
                <a:gd name="T92" fmla="*/ 165 w 243"/>
                <a:gd name="T93" fmla="*/ 18 h 208"/>
                <a:gd name="T94" fmla="*/ 151 w 243"/>
                <a:gd name="T9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3" y="202"/>
                  </a:moveTo>
                  <a:cubicBezTo>
                    <a:pt x="3" y="202"/>
                    <a:pt x="3" y="202"/>
                    <a:pt x="3" y="202"/>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6" y="192"/>
                    <a:pt x="146"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3" name="Freeform 535">
              <a:extLst>
                <a:ext uri="{FF2B5EF4-FFF2-40B4-BE49-F238E27FC236}">
                  <a16:creationId xmlns:a16="http://schemas.microsoft.com/office/drawing/2014/main" id="{368CFC7D-CE1E-4784-9018-DB3812DFE454}"/>
                </a:ext>
              </a:extLst>
            </p:cNvPr>
            <p:cNvSpPr>
              <a:spLocks/>
            </p:cNvSpPr>
            <p:nvPr userDrawn="1"/>
          </p:nvSpPr>
          <p:spPr bwMode="auto">
            <a:xfrm>
              <a:off x="8979181" y="1255324"/>
              <a:ext cx="4014"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4" name="Freeform 536">
              <a:extLst>
                <a:ext uri="{FF2B5EF4-FFF2-40B4-BE49-F238E27FC236}">
                  <a16:creationId xmlns:a16="http://schemas.microsoft.com/office/drawing/2014/main" id="{684137B9-1880-4345-A04E-7E1A058C665F}"/>
                </a:ext>
              </a:extLst>
            </p:cNvPr>
            <p:cNvSpPr>
              <a:spLocks noEditPoints="1"/>
            </p:cNvSpPr>
            <p:nvPr userDrawn="1"/>
          </p:nvSpPr>
          <p:spPr bwMode="auto">
            <a:xfrm>
              <a:off x="610354" y="198985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6"/>
                    <a:pt x="4" y="26"/>
                    <a:pt x="4" y="26"/>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5" name="Freeform 537">
              <a:extLst>
                <a:ext uri="{FF2B5EF4-FFF2-40B4-BE49-F238E27FC236}">
                  <a16:creationId xmlns:a16="http://schemas.microsoft.com/office/drawing/2014/main" id="{71435F9A-FCA5-4C50-8231-D3CF07393055}"/>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close/>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6" name="Freeform 538">
              <a:extLst>
                <a:ext uri="{FF2B5EF4-FFF2-40B4-BE49-F238E27FC236}">
                  <a16:creationId xmlns:a16="http://schemas.microsoft.com/office/drawing/2014/main" id="{9C6DF593-F3C4-42F1-80FA-4F610BED1076}"/>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7" name="Freeform 539">
              <a:extLst>
                <a:ext uri="{FF2B5EF4-FFF2-40B4-BE49-F238E27FC236}">
                  <a16:creationId xmlns:a16="http://schemas.microsoft.com/office/drawing/2014/main" id="{D61FDC2A-6162-42EA-93A7-DFDD3AA7BD29}"/>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close/>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close/>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8" name="Freeform 540">
              <a:extLst>
                <a:ext uri="{FF2B5EF4-FFF2-40B4-BE49-F238E27FC236}">
                  <a16:creationId xmlns:a16="http://schemas.microsoft.com/office/drawing/2014/main" id="{1ADBDAE5-7834-4653-A964-368382F848A2}"/>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9" name="Freeform 541">
              <a:extLst>
                <a:ext uri="{FF2B5EF4-FFF2-40B4-BE49-F238E27FC236}">
                  <a16:creationId xmlns:a16="http://schemas.microsoft.com/office/drawing/2014/main" id="{B40ADDF8-F8E4-4292-9ED8-A958CEFEED7C}"/>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close/>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close/>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0" name="Freeform 542">
              <a:extLst>
                <a:ext uri="{FF2B5EF4-FFF2-40B4-BE49-F238E27FC236}">
                  <a16:creationId xmlns:a16="http://schemas.microsoft.com/office/drawing/2014/main" id="{4C0BD6C1-DFD4-4E9E-B782-D275B35060FB}"/>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1" name="Freeform 543">
              <a:extLst>
                <a:ext uri="{FF2B5EF4-FFF2-40B4-BE49-F238E27FC236}">
                  <a16:creationId xmlns:a16="http://schemas.microsoft.com/office/drawing/2014/main" id="{00114A20-1AC6-42D3-888A-3201757A32F2}"/>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2" name="Freeform 544">
              <a:extLst>
                <a:ext uri="{FF2B5EF4-FFF2-40B4-BE49-F238E27FC236}">
                  <a16:creationId xmlns:a16="http://schemas.microsoft.com/office/drawing/2014/main" id="{68797CB3-ED66-4EB4-975D-A9674D55D694}"/>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3" name="Freeform 545">
              <a:extLst>
                <a:ext uri="{FF2B5EF4-FFF2-40B4-BE49-F238E27FC236}">
                  <a16:creationId xmlns:a16="http://schemas.microsoft.com/office/drawing/2014/main" id="{F13A89DD-ECF9-42CD-8931-2A39442D52F8}"/>
                </a:ext>
              </a:extLst>
            </p:cNvPr>
            <p:cNvSpPr>
              <a:spLocks noEditPoints="1"/>
            </p:cNvSpPr>
            <p:nvPr userDrawn="1"/>
          </p:nvSpPr>
          <p:spPr bwMode="auto">
            <a:xfrm>
              <a:off x="2530969" y="3597392"/>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4" name="Freeform 546">
              <a:extLst>
                <a:ext uri="{FF2B5EF4-FFF2-40B4-BE49-F238E27FC236}">
                  <a16:creationId xmlns:a16="http://schemas.microsoft.com/office/drawing/2014/main" id="{5AB93749-9B12-46A9-9AE1-203008ADDF1E}"/>
                </a:ext>
              </a:extLst>
            </p:cNvPr>
            <p:cNvSpPr>
              <a:spLocks noEditPoints="1"/>
            </p:cNvSpPr>
            <p:nvPr userDrawn="1"/>
          </p:nvSpPr>
          <p:spPr bwMode="auto">
            <a:xfrm>
              <a:off x="1248552" y="2674212"/>
              <a:ext cx="295017" cy="28899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5" name="Freeform 547">
              <a:extLst>
                <a:ext uri="{FF2B5EF4-FFF2-40B4-BE49-F238E27FC236}">
                  <a16:creationId xmlns:a16="http://schemas.microsoft.com/office/drawing/2014/main" id="{BE37EEE0-B55A-41B1-A34B-48B9D2B460EF}"/>
                </a:ext>
              </a:extLst>
            </p:cNvPr>
            <p:cNvSpPr>
              <a:spLocks noEditPoints="1"/>
            </p:cNvSpPr>
            <p:nvPr userDrawn="1"/>
          </p:nvSpPr>
          <p:spPr bwMode="auto">
            <a:xfrm>
              <a:off x="2199829" y="2702309"/>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6" name="Freeform 548">
              <a:extLst>
                <a:ext uri="{FF2B5EF4-FFF2-40B4-BE49-F238E27FC236}">
                  <a16:creationId xmlns:a16="http://schemas.microsoft.com/office/drawing/2014/main" id="{A334AB72-44EE-4F89-B8AB-D3B1045D826F}"/>
                </a:ext>
              </a:extLst>
            </p:cNvPr>
            <p:cNvSpPr>
              <a:spLocks noEditPoints="1"/>
            </p:cNvSpPr>
            <p:nvPr userDrawn="1"/>
          </p:nvSpPr>
          <p:spPr bwMode="auto">
            <a:xfrm>
              <a:off x="2553046" y="2054075"/>
              <a:ext cx="194671" cy="184636"/>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7" name="Freeform 549">
              <a:extLst>
                <a:ext uri="{FF2B5EF4-FFF2-40B4-BE49-F238E27FC236}">
                  <a16:creationId xmlns:a16="http://schemas.microsoft.com/office/drawing/2014/main" id="{696D4590-AEFF-451C-AF88-EE920C4E0B9E}"/>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close/>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close/>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8" name="Freeform 550">
              <a:extLst>
                <a:ext uri="{FF2B5EF4-FFF2-40B4-BE49-F238E27FC236}">
                  <a16:creationId xmlns:a16="http://schemas.microsoft.com/office/drawing/2014/main" id="{C4902572-2837-455F-97C3-B394C61511E7}"/>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9" name="Freeform 551">
              <a:extLst>
                <a:ext uri="{FF2B5EF4-FFF2-40B4-BE49-F238E27FC236}">
                  <a16:creationId xmlns:a16="http://schemas.microsoft.com/office/drawing/2014/main" id="{A3D7197A-862B-43E0-A1C8-E5967763AA0D}"/>
                </a:ext>
              </a:extLst>
            </p:cNvPr>
            <p:cNvSpPr>
              <a:spLocks noEditPoints="1"/>
            </p:cNvSpPr>
            <p:nvPr userDrawn="1"/>
          </p:nvSpPr>
          <p:spPr bwMode="auto">
            <a:xfrm>
              <a:off x="2111525" y="3549226"/>
              <a:ext cx="124429" cy="120415"/>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0" name="Freeform 552">
              <a:extLst>
                <a:ext uri="{FF2B5EF4-FFF2-40B4-BE49-F238E27FC236}">
                  <a16:creationId xmlns:a16="http://schemas.microsoft.com/office/drawing/2014/main" id="{9ECC4184-D85A-4801-8DC2-B69B152EC2AC}"/>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close/>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1" name="Freeform 553">
              <a:extLst>
                <a:ext uri="{FF2B5EF4-FFF2-40B4-BE49-F238E27FC236}">
                  <a16:creationId xmlns:a16="http://schemas.microsoft.com/office/drawing/2014/main" id="{F228350C-ECB1-49BA-99D5-D514A265B99D}"/>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2" name="Freeform 554">
              <a:extLst>
                <a:ext uri="{FF2B5EF4-FFF2-40B4-BE49-F238E27FC236}">
                  <a16:creationId xmlns:a16="http://schemas.microsoft.com/office/drawing/2014/main" id="{144C58EE-79FD-4866-9C02-E4E79FBE39B3}"/>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3" name="Freeform 555">
              <a:extLst>
                <a:ext uri="{FF2B5EF4-FFF2-40B4-BE49-F238E27FC236}">
                  <a16:creationId xmlns:a16="http://schemas.microsoft.com/office/drawing/2014/main" id="{FBDF0A81-585B-4B72-86CA-99A99A529885}"/>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4" name="Freeform 556">
              <a:extLst>
                <a:ext uri="{FF2B5EF4-FFF2-40B4-BE49-F238E27FC236}">
                  <a16:creationId xmlns:a16="http://schemas.microsoft.com/office/drawing/2014/main" id="{3D96F5B0-800E-4ADF-BA28-E64ABFB115BE}"/>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close/>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5" name="Freeform 557">
              <a:extLst>
                <a:ext uri="{FF2B5EF4-FFF2-40B4-BE49-F238E27FC236}">
                  <a16:creationId xmlns:a16="http://schemas.microsoft.com/office/drawing/2014/main" id="{C4B1F5D8-0D6A-4BB2-AC35-82F080BCE3E6}"/>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6" name="Freeform 558">
              <a:extLst>
                <a:ext uri="{FF2B5EF4-FFF2-40B4-BE49-F238E27FC236}">
                  <a16:creationId xmlns:a16="http://schemas.microsoft.com/office/drawing/2014/main" id="{54A81AA1-88DF-4561-9473-51C0DF239A4E}"/>
                </a:ext>
              </a:extLst>
            </p:cNvPr>
            <p:cNvSpPr>
              <a:spLocks noEditPoints="1"/>
            </p:cNvSpPr>
            <p:nvPr userDrawn="1"/>
          </p:nvSpPr>
          <p:spPr bwMode="auto">
            <a:xfrm>
              <a:off x="261151" y="2660163"/>
              <a:ext cx="329134" cy="321106"/>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7" name="Freeform 559">
              <a:extLst>
                <a:ext uri="{FF2B5EF4-FFF2-40B4-BE49-F238E27FC236}">
                  <a16:creationId xmlns:a16="http://schemas.microsoft.com/office/drawing/2014/main" id="{4CD7729C-2B7A-4E50-A086-3630FE3D68DD}"/>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8" name="Freeform 560">
              <a:extLst>
                <a:ext uri="{FF2B5EF4-FFF2-40B4-BE49-F238E27FC236}">
                  <a16:creationId xmlns:a16="http://schemas.microsoft.com/office/drawing/2014/main" id="{6596F9FC-06A2-4B5F-B544-CAB17B9797E2}"/>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9" name="Freeform 561">
              <a:extLst>
                <a:ext uri="{FF2B5EF4-FFF2-40B4-BE49-F238E27FC236}">
                  <a16:creationId xmlns:a16="http://schemas.microsoft.com/office/drawing/2014/main" id="{365B8D88-9BD9-403F-897F-86D174961BEA}"/>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close/>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0" name="Freeform 562">
              <a:extLst>
                <a:ext uri="{FF2B5EF4-FFF2-40B4-BE49-F238E27FC236}">
                  <a16:creationId xmlns:a16="http://schemas.microsoft.com/office/drawing/2014/main" id="{302A52E5-3A6E-4F5E-A4DD-FE93B4AF94A2}"/>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1" name="Freeform 563">
              <a:extLst>
                <a:ext uri="{FF2B5EF4-FFF2-40B4-BE49-F238E27FC236}">
                  <a16:creationId xmlns:a16="http://schemas.microsoft.com/office/drawing/2014/main" id="{B32DB1FD-BA19-4905-BA03-7458F904F20E}"/>
                </a:ext>
              </a:extLst>
            </p:cNvPr>
            <p:cNvSpPr>
              <a:spLocks noEditPoints="1"/>
            </p:cNvSpPr>
            <p:nvPr userDrawn="1"/>
          </p:nvSpPr>
          <p:spPr bwMode="auto">
            <a:xfrm>
              <a:off x="475890" y="2327015"/>
              <a:ext cx="118408" cy="116401"/>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2" name="Freeform 564">
              <a:extLst>
                <a:ext uri="{FF2B5EF4-FFF2-40B4-BE49-F238E27FC236}">
                  <a16:creationId xmlns:a16="http://schemas.microsoft.com/office/drawing/2014/main" id="{33903203-CCA6-4C13-A9EF-142688F90AE0}"/>
                </a:ext>
              </a:extLst>
            </p:cNvPr>
            <p:cNvSpPr>
              <a:spLocks noEditPoints="1"/>
            </p:cNvSpPr>
            <p:nvPr userDrawn="1"/>
          </p:nvSpPr>
          <p:spPr bwMode="auto">
            <a:xfrm>
              <a:off x="542119" y="2439402"/>
              <a:ext cx="26091" cy="28097"/>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3" name="Freeform 565">
              <a:extLst>
                <a:ext uri="{FF2B5EF4-FFF2-40B4-BE49-F238E27FC236}">
                  <a16:creationId xmlns:a16="http://schemas.microsoft.com/office/drawing/2014/main" id="{DAC318C6-E0A9-4596-B7D6-9829A2B71BCB}"/>
                </a:ext>
              </a:extLst>
            </p:cNvPr>
            <p:cNvSpPr>
              <a:spLocks/>
            </p:cNvSpPr>
            <p:nvPr userDrawn="1"/>
          </p:nvSpPr>
          <p:spPr bwMode="auto">
            <a:xfrm>
              <a:off x="548139" y="2439402"/>
              <a:ext cx="8028" cy="4014"/>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4" name="Freeform 566">
              <a:extLst>
                <a:ext uri="{FF2B5EF4-FFF2-40B4-BE49-F238E27FC236}">
                  <a16:creationId xmlns:a16="http://schemas.microsoft.com/office/drawing/2014/main" id="{72EDD7F0-4FFC-47F7-BE06-D4C2C2C6DE9C}"/>
                </a:ext>
              </a:extLst>
            </p:cNvPr>
            <p:cNvSpPr>
              <a:spLocks/>
            </p:cNvSpPr>
            <p:nvPr userDrawn="1"/>
          </p:nvSpPr>
          <p:spPr bwMode="auto">
            <a:xfrm>
              <a:off x="550146" y="2463485"/>
              <a:ext cx="22077" cy="22077"/>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5" name="Freeform 567">
              <a:extLst>
                <a:ext uri="{FF2B5EF4-FFF2-40B4-BE49-F238E27FC236}">
                  <a16:creationId xmlns:a16="http://schemas.microsoft.com/office/drawing/2014/main" id="{B0E4C9B7-744F-4AF5-BCCF-7488BF31DA63}"/>
                </a:ext>
              </a:extLst>
            </p:cNvPr>
            <p:cNvSpPr>
              <a:spLocks/>
            </p:cNvSpPr>
            <p:nvPr userDrawn="1"/>
          </p:nvSpPr>
          <p:spPr bwMode="auto">
            <a:xfrm>
              <a:off x="554160" y="2463485"/>
              <a:ext cx="10035" cy="4014"/>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6" name="Freeform 568">
              <a:extLst>
                <a:ext uri="{FF2B5EF4-FFF2-40B4-BE49-F238E27FC236}">
                  <a16:creationId xmlns:a16="http://schemas.microsoft.com/office/drawing/2014/main" id="{120282C6-A687-4F4E-A15D-2BEFE87B282E}"/>
                </a:ext>
              </a:extLst>
            </p:cNvPr>
            <p:cNvSpPr>
              <a:spLocks noEditPoints="1"/>
            </p:cNvSpPr>
            <p:nvPr userDrawn="1"/>
          </p:nvSpPr>
          <p:spPr bwMode="auto">
            <a:xfrm>
              <a:off x="570216" y="2473521"/>
              <a:ext cx="20069" cy="2006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3"/>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7" name="Freeform 569">
              <a:extLst>
                <a:ext uri="{FF2B5EF4-FFF2-40B4-BE49-F238E27FC236}">
                  <a16:creationId xmlns:a16="http://schemas.microsoft.com/office/drawing/2014/main" id="{89013328-C597-4BDB-BFB3-313A9C906999}"/>
                </a:ext>
              </a:extLst>
            </p:cNvPr>
            <p:cNvSpPr>
              <a:spLocks/>
            </p:cNvSpPr>
            <p:nvPr userDrawn="1"/>
          </p:nvSpPr>
          <p:spPr bwMode="auto">
            <a:xfrm>
              <a:off x="570216" y="2477534"/>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8" name="Freeform 570">
              <a:extLst>
                <a:ext uri="{FF2B5EF4-FFF2-40B4-BE49-F238E27FC236}">
                  <a16:creationId xmlns:a16="http://schemas.microsoft.com/office/drawing/2014/main" id="{4AA2CDCC-F396-4856-A4A2-E6CD861B7F09}"/>
                </a:ext>
              </a:extLst>
            </p:cNvPr>
            <p:cNvSpPr>
              <a:spLocks noEditPoints="1"/>
            </p:cNvSpPr>
            <p:nvPr userDrawn="1"/>
          </p:nvSpPr>
          <p:spPr bwMode="auto">
            <a:xfrm>
              <a:off x="2175746" y="3282306"/>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8 w 79"/>
                <a:gd name="T17" fmla="*/ 69 h 77"/>
                <a:gd name="T18" fmla="*/ 57 w 79"/>
                <a:gd name="T19" fmla="*/ 66 h 77"/>
                <a:gd name="T20" fmla="*/ 39 w 79"/>
                <a:gd name="T21" fmla="*/ 71 h 77"/>
                <a:gd name="T22" fmla="*/ 39 w 79"/>
                <a:gd name="T23" fmla="*/ 0 h 77"/>
                <a:gd name="T24" fmla="*/ 39 w 79"/>
                <a:gd name="T25" fmla="*/ 0 h 77"/>
                <a:gd name="T26" fmla="*/ 19 w 79"/>
                <a:gd name="T27" fmla="*/ 5 h 77"/>
                <a:gd name="T28" fmla="*/ 0 w 79"/>
                <a:gd name="T29" fmla="*/ 38 h 77"/>
                <a:gd name="T30" fmla="*/ 6 w 79"/>
                <a:gd name="T31" fmla="*/ 58 h 77"/>
                <a:gd name="T32" fmla="*/ 10 w 79"/>
                <a:gd name="T33" fmla="*/ 64 h 77"/>
                <a:gd name="T34" fmla="*/ 15 w 79"/>
                <a:gd name="T35" fmla="*/ 68 h 77"/>
                <a:gd name="T36" fmla="*/ 15 w 79"/>
                <a:gd name="T37" fmla="*/ 69 h 77"/>
                <a:gd name="T38" fmla="*/ 39 w 79"/>
                <a:gd name="T39" fmla="*/ 77 h 77"/>
                <a:gd name="T40" fmla="*/ 39 w 79"/>
                <a:gd name="T41" fmla="*/ 77 h 77"/>
                <a:gd name="T42" fmla="*/ 60 w 79"/>
                <a:gd name="T43" fmla="*/ 71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8" y="69"/>
                    <a:pt x="58" y="69"/>
                    <a:pt x="58" y="69"/>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9" name="Freeform 571">
              <a:extLst>
                <a:ext uri="{FF2B5EF4-FFF2-40B4-BE49-F238E27FC236}">
                  <a16:creationId xmlns:a16="http://schemas.microsoft.com/office/drawing/2014/main" id="{08CF68B2-307F-42B2-83E2-F4E97576C60C}"/>
                </a:ext>
              </a:extLst>
            </p:cNvPr>
            <p:cNvSpPr>
              <a:spLocks noEditPoints="1"/>
            </p:cNvSpPr>
            <p:nvPr userDrawn="1"/>
          </p:nvSpPr>
          <p:spPr bwMode="auto">
            <a:xfrm>
              <a:off x="2171732" y="3378638"/>
              <a:ext cx="28097" cy="26090"/>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0" name="Freeform 572">
              <a:extLst>
                <a:ext uri="{FF2B5EF4-FFF2-40B4-BE49-F238E27FC236}">
                  <a16:creationId xmlns:a16="http://schemas.microsoft.com/office/drawing/2014/main" id="{4C9B5C87-E610-4EDF-B31F-8DC4A52812D5}"/>
                </a:ext>
              </a:extLst>
            </p:cNvPr>
            <p:cNvSpPr>
              <a:spLocks/>
            </p:cNvSpPr>
            <p:nvPr userDrawn="1"/>
          </p:nvSpPr>
          <p:spPr bwMode="auto">
            <a:xfrm>
              <a:off x="2189794" y="3378638"/>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1" name="Freeform 573">
              <a:extLst>
                <a:ext uri="{FF2B5EF4-FFF2-40B4-BE49-F238E27FC236}">
                  <a16:creationId xmlns:a16="http://schemas.microsoft.com/office/drawing/2014/main" id="{FB84ED63-94D0-4A34-8CB9-37E7718A3931}"/>
                </a:ext>
              </a:extLst>
            </p:cNvPr>
            <p:cNvSpPr>
              <a:spLocks noEditPoints="1"/>
            </p:cNvSpPr>
            <p:nvPr userDrawn="1"/>
          </p:nvSpPr>
          <p:spPr bwMode="auto">
            <a:xfrm>
              <a:off x="2159691" y="3398707"/>
              <a:ext cx="22077" cy="20069"/>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8 w 15"/>
                <a:gd name="T27" fmla="*/ 0 h 14"/>
                <a:gd name="T28" fmla="*/ 8 w 15"/>
                <a:gd name="T29" fmla="*/ 0 h 14"/>
                <a:gd name="T30" fmla="*/ 4 w 15"/>
                <a:gd name="T31" fmla="*/ 1 h 14"/>
                <a:gd name="T32" fmla="*/ 0 w 15"/>
                <a:gd name="T33" fmla="*/ 7 h 14"/>
                <a:gd name="T34" fmla="*/ 1 w 15"/>
                <a:gd name="T35" fmla="*/ 11 h 14"/>
                <a:gd name="T36" fmla="*/ 6 w 15"/>
                <a:gd name="T37" fmla="*/ 14 h 14"/>
                <a:gd name="T38" fmla="*/ 8 w 15"/>
                <a:gd name="T39" fmla="*/ 14 h 14"/>
                <a:gd name="T40" fmla="*/ 8 w 15"/>
                <a:gd name="T41" fmla="*/ 14 h 14"/>
                <a:gd name="T42" fmla="*/ 10 w 15"/>
                <a:gd name="T43" fmla="*/ 14 h 14"/>
                <a:gd name="T44" fmla="*/ 12 w 15"/>
                <a:gd name="T45" fmla="*/ 13 h 14"/>
                <a:gd name="T46" fmla="*/ 12 w 15"/>
                <a:gd name="T47" fmla="*/ 13 h 14"/>
                <a:gd name="T48" fmla="*/ 15 w 15"/>
                <a:gd name="T49" fmla="*/ 7 h 14"/>
                <a:gd name="T50" fmla="*/ 14 w 15"/>
                <a:gd name="T51" fmla="*/ 4 h 14"/>
                <a:gd name="T52" fmla="*/ 10 w 15"/>
                <a:gd name="T53" fmla="*/ 1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2" name="Freeform 574">
              <a:extLst>
                <a:ext uri="{FF2B5EF4-FFF2-40B4-BE49-F238E27FC236}">
                  <a16:creationId xmlns:a16="http://schemas.microsoft.com/office/drawing/2014/main" id="{F7750123-7AAD-4323-AE2E-DC72BF6B254A}"/>
                </a:ext>
              </a:extLst>
            </p:cNvPr>
            <p:cNvSpPr>
              <a:spLocks/>
            </p:cNvSpPr>
            <p:nvPr userDrawn="1"/>
          </p:nvSpPr>
          <p:spPr bwMode="auto">
            <a:xfrm>
              <a:off x="2173738" y="3398707"/>
              <a:ext cx="6021" cy="6021"/>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3" name="Freeform 575">
              <a:extLst>
                <a:ext uri="{FF2B5EF4-FFF2-40B4-BE49-F238E27FC236}">
                  <a16:creationId xmlns:a16="http://schemas.microsoft.com/office/drawing/2014/main" id="{17534A38-EFF0-4B93-B345-05097B550B59}"/>
                </a:ext>
              </a:extLst>
            </p:cNvPr>
            <p:cNvSpPr>
              <a:spLocks noEditPoints="1"/>
            </p:cNvSpPr>
            <p:nvPr userDrawn="1"/>
          </p:nvSpPr>
          <p:spPr bwMode="auto">
            <a:xfrm>
              <a:off x="2161697" y="3418776"/>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8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6 w 13"/>
                <a:gd name="T33" fmla="*/ 13 h 13"/>
                <a:gd name="T34" fmla="*/ 6 w 13"/>
                <a:gd name="T35" fmla="*/ 13 h 13"/>
                <a:gd name="T36" fmla="*/ 6 w 13"/>
                <a:gd name="T37" fmla="*/ 13 h 13"/>
                <a:gd name="T38" fmla="*/ 10 w 13"/>
                <a:gd name="T39" fmla="*/ 12 h 13"/>
                <a:gd name="T40" fmla="*/ 10 w 13"/>
                <a:gd name="T41" fmla="*/ 12 h 13"/>
                <a:gd name="T42" fmla="*/ 13 w 13"/>
                <a:gd name="T43" fmla="*/ 6 h 13"/>
                <a:gd name="T44" fmla="*/ 12 w 13"/>
                <a:gd name="T45" fmla="*/ 3 h 13"/>
                <a:gd name="T46" fmla="*/ 8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8" y="0"/>
                  </a:moveTo>
                  <a:cubicBezTo>
                    <a:pt x="7" y="0"/>
                    <a:pt x="7" y="0"/>
                    <a:pt x="6" y="0"/>
                  </a:cubicBezTo>
                  <a:cubicBezTo>
                    <a:pt x="6" y="0"/>
                    <a:pt x="6" y="0"/>
                    <a:pt x="6" y="0"/>
                  </a:cubicBezTo>
                  <a:cubicBezTo>
                    <a:pt x="5" y="0"/>
                    <a:pt x="4"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4" name="Freeform 576">
              <a:extLst>
                <a:ext uri="{FF2B5EF4-FFF2-40B4-BE49-F238E27FC236}">
                  <a16:creationId xmlns:a16="http://schemas.microsoft.com/office/drawing/2014/main" id="{19AAB5C3-0EE5-4836-B3A4-2AB77D02D6C1}"/>
                </a:ext>
              </a:extLst>
            </p:cNvPr>
            <p:cNvSpPr>
              <a:spLocks/>
            </p:cNvSpPr>
            <p:nvPr userDrawn="1"/>
          </p:nvSpPr>
          <p:spPr bwMode="auto">
            <a:xfrm>
              <a:off x="2167718" y="3418776"/>
              <a:ext cx="6021"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5" name="Freeform 577">
              <a:extLst>
                <a:ext uri="{FF2B5EF4-FFF2-40B4-BE49-F238E27FC236}">
                  <a16:creationId xmlns:a16="http://schemas.microsoft.com/office/drawing/2014/main" id="{AA8E29F0-6356-4AC4-80D1-1D574D8BC6DE}"/>
                </a:ext>
              </a:extLst>
            </p:cNvPr>
            <p:cNvSpPr>
              <a:spLocks noEditPoints="1"/>
            </p:cNvSpPr>
            <p:nvPr userDrawn="1"/>
          </p:nvSpPr>
          <p:spPr bwMode="auto">
            <a:xfrm>
              <a:off x="2370416"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6" name="Freeform 578">
              <a:extLst>
                <a:ext uri="{FF2B5EF4-FFF2-40B4-BE49-F238E27FC236}">
                  <a16:creationId xmlns:a16="http://schemas.microsoft.com/office/drawing/2014/main" id="{E256B630-54A6-4CE4-B006-64308495E2D8}"/>
                </a:ext>
              </a:extLst>
            </p:cNvPr>
            <p:cNvSpPr>
              <a:spLocks noEditPoints="1"/>
            </p:cNvSpPr>
            <p:nvPr userDrawn="1"/>
          </p:nvSpPr>
          <p:spPr bwMode="auto">
            <a:xfrm>
              <a:off x="2364396" y="3163899"/>
              <a:ext cx="42146" cy="40138"/>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7" name="Freeform 579">
              <a:extLst>
                <a:ext uri="{FF2B5EF4-FFF2-40B4-BE49-F238E27FC236}">
                  <a16:creationId xmlns:a16="http://schemas.microsoft.com/office/drawing/2014/main" id="{37BFCDDA-4C8C-45BC-821C-69F26B712862}"/>
                </a:ext>
              </a:extLst>
            </p:cNvPr>
            <p:cNvSpPr>
              <a:spLocks noEditPoints="1"/>
            </p:cNvSpPr>
            <p:nvPr userDrawn="1"/>
          </p:nvSpPr>
          <p:spPr bwMode="auto">
            <a:xfrm>
              <a:off x="2342319" y="3198016"/>
              <a:ext cx="34118" cy="32111"/>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1 w 22"/>
                <a:gd name="T37" fmla="*/ 21 h 21"/>
                <a:gd name="T38" fmla="*/ 17 w 22"/>
                <a:gd name="T39" fmla="*/ 20 h 21"/>
                <a:gd name="T40" fmla="*/ 17 w 22"/>
                <a:gd name="T41" fmla="*/ 20 h 21"/>
                <a:gd name="T42" fmla="*/ 22 w 22"/>
                <a:gd name="T43" fmla="*/ 11 h 21"/>
                <a:gd name="T44" fmla="*/ 20 w 22"/>
                <a:gd name="T45" fmla="*/ 5 h 21"/>
                <a:gd name="T46" fmla="*/ 11 w 22"/>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8" name="Freeform 580">
              <a:extLst>
                <a:ext uri="{FF2B5EF4-FFF2-40B4-BE49-F238E27FC236}">
                  <a16:creationId xmlns:a16="http://schemas.microsoft.com/office/drawing/2014/main" id="{28845B4B-9FEC-4D39-95C3-67FDBB001586}"/>
                </a:ext>
              </a:extLst>
            </p:cNvPr>
            <p:cNvSpPr>
              <a:spLocks noEditPoints="1"/>
            </p:cNvSpPr>
            <p:nvPr userDrawn="1"/>
          </p:nvSpPr>
          <p:spPr bwMode="auto">
            <a:xfrm>
              <a:off x="2346333" y="3234140"/>
              <a:ext cx="28097" cy="3010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14 w 18"/>
                <a:gd name="T35" fmla="*/ 17 h 19"/>
                <a:gd name="T36" fmla="*/ 12 w 18"/>
                <a:gd name="T37" fmla="*/ 15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2" y="15"/>
                    <a:pt x="12" y="15"/>
                    <a:pt x="12" y="15"/>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9" name="Freeform 581">
              <a:extLst>
                <a:ext uri="{FF2B5EF4-FFF2-40B4-BE49-F238E27FC236}">
                  <a16:creationId xmlns:a16="http://schemas.microsoft.com/office/drawing/2014/main" id="{54D019EC-E585-40F2-811D-1ADC17CEC2EA}"/>
                </a:ext>
              </a:extLst>
            </p:cNvPr>
            <p:cNvSpPr>
              <a:spLocks noEditPoints="1"/>
            </p:cNvSpPr>
            <p:nvPr userDrawn="1"/>
          </p:nvSpPr>
          <p:spPr bwMode="auto">
            <a:xfrm>
              <a:off x="1979068" y="1797190"/>
              <a:ext cx="120415" cy="11840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7 w 79"/>
                <a:gd name="T17" fmla="*/ 67 h 78"/>
                <a:gd name="T18" fmla="*/ 39 w 79"/>
                <a:gd name="T19" fmla="*/ 72 h 78"/>
                <a:gd name="T20" fmla="*/ 39 w 79"/>
                <a:gd name="T21" fmla="*/ 0 h 78"/>
                <a:gd name="T22" fmla="*/ 39 w 79"/>
                <a:gd name="T23" fmla="*/ 0 h 78"/>
                <a:gd name="T24" fmla="*/ 19 w 79"/>
                <a:gd name="T25" fmla="*/ 6 h 78"/>
                <a:gd name="T26" fmla="*/ 0 w 79"/>
                <a:gd name="T27" fmla="*/ 39 h 78"/>
                <a:gd name="T28" fmla="*/ 6 w 79"/>
                <a:gd name="T29" fmla="*/ 59 h 78"/>
                <a:gd name="T30" fmla="*/ 10 w 79"/>
                <a:gd name="T31" fmla="*/ 65 h 78"/>
                <a:gd name="T32" fmla="*/ 15 w 79"/>
                <a:gd name="T33" fmla="*/ 69 h 78"/>
                <a:gd name="T34" fmla="*/ 15 w 79"/>
                <a:gd name="T35" fmla="*/ 70 h 78"/>
                <a:gd name="T36" fmla="*/ 39 w 79"/>
                <a:gd name="T37" fmla="*/ 78 h 78"/>
                <a:gd name="T38" fmla="*/ 39 w 79"/>
                <a:gd name="T39" fmla="*/ 78 h 78"/>
                <a:gd name="T40" fmla="*/ 60 w 79"/>
                <a:gd name="T41" fmla="*/ 72 h 78"/>
                <a:gd name="T42" fmla="*/ 60 w 79"/>
                <a:gd name="T43" fmla="*/ 72 h 78"/>
                <a:gd name="T44" fmla="*/ 79 w 79"/>
                <a:gd name="T45" fmla="*/ 39 h 78"/>
                <a:gd name="T46" fmla="*/ 73 w 79"/>
                <a:gd name="T47" fmla="*/ 19 h 78"/>
                <a:gd name="T48" fmla="*/ 39 w 7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0" name="Freeform 582">
              <a:extLst>
                <a:ext uri="{FF2B5EF4-FFF2-40B4-BE49-F238E27FC236}">
                  <a16:creationId xmlns:a16="http://schemas.microsoft.com/office/drawing/2014/main" id="{E7F939F5-3B0B-4417-AAA7-2CA87834C100}"/>
                </a:ext>
              </a:extLst>
            </p:cNvPr>
            <p:cNvSpPr>
              <a:spLocks noEditPoints="1"/>
            </p:cNvSpPr>
            <p:nvPr userDrawn="1"/>
          </p:nvSpPr>
          <p:spPr bwMode="auto">
            <a:xfrm>
              <a:off x="1977061" y="1895530"/>
              <a:ext cx="26091"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5 w 18"/>
                <a:gd name="T31" fmla="*/ 17 h 19"/>
                <a:gd name="T32" fmla="*/ 5 w 18"/>
                <a:gd name="T33" fmla="*/ 18 h 19"/>
                <a:gd name="T34" fmla="*/ 9 w 18"/>
                <a:gd name="T35" fmla="*/ 19 h 19"/>
                <a:gd name="T36" fmla="*/ 9 w 18"/>
                <a:gd name="T37" fmla="*/ 19 h 19"/>
                <a:gd name="T38" fmla="*/ 9 w 18"/>
                <a:gd name="T39" fmla="*/ 19 h 19"/>
                <a:gd name="T40" fmla="*/ 14 w 18"/>
                <a:gd name="T41" fmla="*/ 17 h 19"/>
                <a:gd name="T42" fmla="*/ 14 w 18"/>
                <a:gd name="T43" fmla="*/ 17 h 19"/>
                <a:gd name="T44" fmla="*/ 18 w 18"/>
                <a:gd name="T45" fmla="*/ 10 h 19"/>
                <a:gd name="T46" fmla="*/ 17 w 18"/>
                <a:gd name="T47" fmla="*/ 6 h 19"/>
                <a:gd name="T48" fmla="*/ 12 w 18"/>
                <a:gd name="T49" fmla="*/ 1 h 19"/>
                <a:gd name="T50" fmla="*/ 9 w 18"/>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8" y="0"/>
                    <a:pt x="6" y="1"/>
                    <a:pt x="4" y="2"/>
                  </a:cubicBezTo>
                  <a:cubicBezTo>
                    <a:pt x="2" y="4"/>
                    <a:pt x="0" y="7"/>
                    <a:pt x="0" y="10"/>
                  </a:cubicBezTo>
                  <a:cubicBezTo>
                    <a:pt x="0" y="11"/>
                    <a:pt x="0" y="13"/>
                    <a:pt x="1" y="14"/>
                  </a:cubicBezTo>
                  <a:cubicBezTo>
                    <a:pt x="3" y="14"/>
                    <a:pt x="4" y="16"/>
                    <a:pt x="5" y="17"/>
                  </a:cubicBezTo>
                  <a:cubicBezTo>
                    <a:pt x="5" y="17"/>
                    <a:pt x="5" y="18"/>
                    <a:pt x="5" y="18"/>
                  </a:cubicBezTo>
                  <a:cubicBezTo>
                    <a:pt x="7" y="18"/>
                    <a:pt x="8"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7"/>
                    <a:pt x="17" y="6"/>
                  </a:cubicBezTo>
                  <a:cubicBezTo>
                    <a:pt x="16" y="4"/>
                    <a:pt x="14" y="3"/>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1" name="Freeform 583">
              <a:extLst>
                <a:ext uri="{FF2B5EF4-FFF2-40B4-BE49-F238E27FC236}">
                  <a16:creationId xmlns:a16="http://schemas.microsoft.com/office/drawing/2014/main" id="{5CA6FBCA-49B2-4510-B95D-1F8B69140EBA}"/>
                </a:ext>
              </a:extLst>
            </p:cNvPr>
            <p:cNvSpPr>
              <a:spLocks/>
            </p:cNvSpPr>
            <p:nvPr userDrawn="1"/>
          </p:nvSpPr>
          <p:spPr bwMode="auto">
            <a:xfrm>
              <a:off x="1995124" y="1895530"/>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2" name="Freeform 584">
              <a:extLst>
                <a:ext uri="{FF2B5EF4-FFF2-40B4-BE49-F238E27FC236}">
                  <a16:creationId xmlns:a16="http://schemas.microsoft.com/office/drawing/2014/main" id="{2E9DF3F3-C652-42A5-995F-29DA3197B802}"/>
                </a:ext>
              </a:extLst>
            </p:cNvPr>
            <p:cNvSpPr>
              <a:spLocks noEditPoints="1"/>
            </p:cNvSpPr>
            <p:nvPr userDrawn="1"/>
          </p:nvSpPr>
          <p:spPr bwMode="auto">
            <a:xfrm>
              <a:off x="1963013" y="1915599"/>
              <a:ext cx="22077" cy="22077"/>
            </a:xfrm>
            <a:custGeom>
              <a:avLst/>
              <a:gdLst>
                <a:gd name="T0" fmla="*/ 8 w 15"/>
                <a:gd name="T1" fmla="*/ 8 h 14"/>
                <a:gd name="T2" fmla="*/ 7 w 15"/>
                <a:gd name="T3" fmla="*/ 7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6 w 15"/>
                <a:gd name="T33" fmla="*/ 14 h 14"/>
                <a:gd name="T34" fmla="*/ 8 w 15"/>
                <a:gd name="T35" fmla="*/ 13 h 14"/>
                <a:gd name="T36" fmla="*/ 8 w 15"/>
                <a:gd name="T37" fmla="*/ 13 h 14"/>
                <a:gd name="T38" fmla="*/ 10 w 15"/>
                <a:gd name="T39" fmla="*/ 14 h 14"/>
                <a:gd name="T40" fmla="*/ 12 w 15"/>
                <a:gd name="T41" fmla="*/ 13 h 14"/>
                <a:gd name="T42" fmla="*/ 10 w 15"/>
                <a:gd name="T43" fmla="*/ 10 h 14"/>
                <a:gd name="T44" fmla="*/ 12 w 15"/>
                <a:gd name="T45" fmla="*/ 13 h 14"/>
                <a:gd name="T46" fmla="*/ 15 w 15"/>
                <a:gd name="T47" fmla="*/ 7 h 14"/>
                <a:gd name="T48" fmla="*/ 14 w 15"/>
                <a:gd name="T49" fmla="*/ 4 h 14"/>
                <a:gd name="T50" fmla="*/ 10 w 15"/>
                <a:gd name="T51" fmla="*/ 0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7" y="8"/>
                    <a:pt x="7" y="8"/>
                    <a:pt x="7" y="7"/>
                  </a:cubicBezTo>
                  <a:cubicBezTo>
                    <a:pt x="6" y="7"/>
                    <a:pt x="6" y="7"/>
                    <a:pt x="6" y="7"/>
                  </a:cubicBezTo>
                  <a:cubicBezTo>
                    <a:pt x="6" y="6"/>
                    <a:pt x="7" y="6"/>
                    <a:pt x="7" y="6"/>
                  </a:cubicBezTo>
                  <a:cubicBezTo>
                    <a:pt x="7"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9"/>
                    <a:pt x="1" y="11"/>
                  </a:cubicBezTo>
                  <a:cubicBezTo>
                    <a:pt x="3" y="12"/>
                    <a:pt x="4" y="13"/>
                    <a:pt x="6" y="14"/>
                  </a:cubicBezTo>
                  <a:cubicBezTo>
                    <a:pt x="7" y="14"/>
                    <a:pt x="8" y="13"/>
                    <a:pt x="8" y="13"/>
                  </a:cubicBezTo>
                  <a:cubicBezTo>
                    <a:pt x="8" y="13"/>
                    <a:pt x="8" y="13"/>
                    <a:pt x="8" y="13"/>
                  </a:cubicBezTo>
                  <a:cubicBezTo>
                    <a:pt x="9" y="13"/>
                    <a:pt x="10" y="13"/>
                    <a:pt x="10" y="14"/>
                  </a:cubicBezTo>
                  <a:cubicBezTo>
                    <a:pt x="11" y="14"/>
                    <a:pt x="11" y="13"/>
                    <a:pt x="12" y="13"/>
                  </a:cubicBezTo>
                  <a:cubicBezTo>
                    <a:pt x="10" y="10"/>
                    <a:pt x="10" y="10"/>
                    <a:pt x="10" y="10"/>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3" name="Freeform 585">
              <a:extLst>
                <a:ext uri="{FF2B5EF4-FFF2-40B4-BE49-F238E27FC236}">
                  <a16:creationId xmlns:a16="http://schemas.microsoft.com/office/drawing/2014/main" id="{7689C417-EFEC-45CF-BAC4-274D4E1E4B68}"/>
                </a:ext>
              </a:extLst>
            </p:cNvPr>
            <p:cNvSpPr>
              <a:spLocks/>
            </p:cNvSpPr>
            <p:nvPr userDrawn="1"/>
          </p:nvSpPr>
          <p:spPr bwMode="auto">
            <a:xfrm>
              <a:off x="1979068" y="1915599"/>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4" name="Freeform 586">
              <a:extLst>
                <a:ext uri="{FF2B5EF4-FFF2-40B4-BE49-F238E27FC236}">
                  <a16:creationId xmlns:a16="http://schemas.microsoft.com/office/drawing/2014/main" id="{312D375A-6AE6-4F31-A3FB-BABD1570B4DD}"/>
                </a:ext>
              </a:extLst>
            </p:cNvPr>
            <p:cNvSpPr>
              <a:spLocks/>
            </p:cNvSpPr>
            <p:nvPr userDrawn="1"/>
          </p:nvSpPr>
          <p:spPr bwMode="auto">
            <a:xfrm>
              <a:off x="1969033" y="19176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5" name="Freeform 587">
              <a:extLst>
                <a:ext uri="{FF2B5EF4-FFF2-40B4-BE49-F238E27FC236}">
                  <a16:creationId xmlns:a16="http://schemas.microsoft.com/office/drawing/2014/main" id="{3684C5B3-6DB5-4B68-81E5-ABBAB17F97AD}"/>
                </a:ext>
              </a:extLst>
            </p:cNvPr>
            <p:cNvSpPr>
              <a:spLocks noEditPoints="1"/>
            </p:cNvSpPr>
            <p:nvPr userDrawn="1"/>
          </p:nvSpPr>
          <p:spPr bwMode="auto">
            <a:xfrm>
              <a:off x="1967027" y="1937674"/>
              <a:ext cx="18063" cy="18063"/>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5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5"/>
                    <a:pt x="6" y="5"/>
                    <a:pt x="6" y="5"/>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6" name="Freeform 588">
              <a:extLst>
                <a:ext uri="{FF2B5EF4-FFF2-40B4-BE49-F238E27FC236}">
                  <a16:creationId xmlns:a16="http://schemas.microsoft.com/office/drawing/2014/main" id="{6D2F341F-17F8-4256-9116-69E2A82DA38E}"/>
                </a:ext>
              </a:extLst>
            </p:cNvPr>
            <p:cNvSpPr>
              <a:spLocks/>
            </p:cNvSpPr>
            <p:nvPr userDrawn="1"/>
          </p:nvSpPr>
          <p:spPr bwMode="auto">
            <a:xfrm>
              <a:off x="1973047" y="1935668"/>
              <a:ext cx="6021" cy="2008"/>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7" name="Freeform 589">
              <a:extLst>
                <a:ext uri="{FF2B5EF4-FFF2-40B4-BE49-F238E27FC236}">
                  <a16:creationId xmlns:a16="http://schemas.microsoft.com/office/drawing/2014/main" id="{C5E47E72-9F1D-44A0-8932-09BF02A3CC2F}"/>
                </a:ext>
              </a:extLst>
            </p:cNvPr>
            <p:cNvSpPr>
              <a:spLocks noEditPoints="1"/>
            </p:cNvSpPr>
            <p:nvPr userDrawn="1"/>
          </p:nvSpPr>
          <p:spPr bwMode="auto">
            <a:xfrm>
              <a:off x="1350904" y="2214628"/>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8" name="Freeform 590">
              <a:extLst>
                <a:ext uri="{FF2B5EF4-FFF2-40B4-BE49-F238E27FC236}">
                  <a16:creationId xmlns:a16="http://schemas.microsoft.com/office/drawing/2014/main" id="{AD1EC9AA-6899-4501-93F6-616BB039DB77}"/>
                </a:ext>
              </a:extLst>
            </p:cNvPr>
            <p:cNvSpPr>
              <a:spLocks noEditPoints="1"/>
            </p:cNvSpPr>
            <p:nvPr userDrawn="1"/>
          </p:nvSpPr>
          <p:spPr bwMode="auto">
            <a:xfrm>
              <a:off x="1445230"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9" name="Freeform 591">
              <a:extLst>
                <a:ext uri="{FF2B5EF4-FFF2-40B4-BE49-F238E27FC236}">
                  <a16:creationId xmlns:a16="http://schemas.microsoft.com/office/drawing/2014/main" id="{EEB47E95-4346-4725-9A0A-B148C3352798}"/>
                </a:ext>
              </a:extLst>
            </p:cNvPr>
            <p:cNvSpPr>
              <a:spLocks/>
            </p:cNvSpPr>
            <p:nvPr userDrawn="1"/>
          </p:nvSpPr>
          <p:spPr bwMode="auto">
            <a:xfrm>
              <a:off x="1457271" y="2411306"/>
              <a:ext cx="28097" cy="26090"/>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0" name="Freeform 592">
              <a:extLst>
                <a:ext uri="{FF2B5EF4-FFF2-40B4-BE49-F238E27FC236}">
                  <a16:creationId xmlns:a16="http://schemas.microsoft.com/office/drawing/2014/main" id="{96D7420E-CD6B-4CF6-94E1-4DBC7E73E1A4}"/>
                </a:ext>
              </a:extLst>
            </p:cNvPr>
            <p:cNvSpPr>
              <a:spLocks noEditPoints="1"/>
            </p:cNvSpPr>
            <p:nvPr userDrawn="1"/>
          </p:nvSpPr>
          <p:spPr bwMode="auto">
            <a:xfrm>
              <a:off x="1485368" y="2425355"/>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1" name="Freeform 593">
              <a:extLst>
                <a:ext uri="{FF2B5EF4-FFF2-40B4-BE49-F238E27FC236}">
                  <a16:creationId xmlns:a16="http://schemas.microsoft.com/office/drawing/2014/main" id="{2BF2CFCE-BD9E-4565-8FFC-22D1084DFB40}"/>
                </a:ext>
              </a:extLst>
            </p:cNvPr>
            <p:cNvSpPr>
              <a:spLocks noEditPoints="1"/>
            </p:cNvSpPr>
            <p:nvPr userDrawn="1"/>
          </p:nvSpPr>
          <p:spPr bwMode="auto">
            <a:xfrm>
              <a:off x="1567651" y="3641544"/>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2" name="Freeform 594">
              <a:extLst>
                <a:ext uri="{FF2B5EF4-FFF2-40B4-BE49-F238E27FC236}">
                  <a16:creationId xmlns:a16="http://schemas.microsoft.com/office/drawing/2014/main" id="{419B609E-8D2D-4B99-9830-D4F17863E9B7}"/>
                </a:ext>
              </a:extLst>
            </p:cNvPr>
            <p:cNvSpPr>
              <a:spLocks noEditPoints="1"/>
            </p:cNvSpPr>
            <p:nvPr userDrawn="1"/>
          </p:nvSpPr>
          <p:spPr bwMode="auto">
            <a:xfrm>
              <a:off x="1676024" y="3826180"/>
              <a:ext cx="38132"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3" name="Freeform 595">
              <a:extLst>
                <a:ext uri="{FF2B5EF4-FFF2-40B4-BE49-F238E27FC236}">
                  <a16:creationId xmlns:a16="http://schemas.microsoft.com/office/drawing/2014/main" id="{97FA7702-37FE-405E-8C97-318F65843BFB}"/>
                </a:ext>
              </a:extLst>
            </p:cNvPr>
            <p:cNvSpPr>
              <a:spLocks/>
            </p:cNvSpPr>
            <p:nvPr userDrawn="1"/>
          </p:nvSpPr>
          <p:spPr bwMode="auto">
            <a:xfrm>
              <a:off x="1690073" y="3868324"/>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4" name="Freeform 596">
              <a:extLst>
                <a:ext uri="{FF2B5EF4-FFF2-40B4-BE49-F238E27FC236}">
                  <a16:creationId xmlns:a16="http://schemas.microsoft.com/office/drawing/2014/main" id="{D8C8BB26-3D08-4040-8D45-8C1289EC3FBE}"/>
                </a:ext>
              </a:extLst>
            </p:cNvPr>
            <p:cNvSpPr>
              <a:spLocks noEditPoints="1"/>
            </p:cNvSpPr>
            <p:nvPr userDrawn="1"/>
          </p:nvSpPr>
          <p:spPr bwMode="auto">
            <a:xfrm>
              <a:off x="1722184" y="3886387"/>
              <a:ext cx="26091" cy="2408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5" name="Freeform 597">
              <a:extLst>
                <a:ext uri="{FF2B5EF4-FFF2-40B4-BE49-F238E27FC236}">
                  <a16:creationId xmlns:a16="http://schemas.microsoft.com/office/drawing/2014/main" id="{00F4C34D-E8EF-457E-9DCF-F2D1EEBF2D89}"/>
                </a:ext>
              </a:extLst>
            </p:cNvPr>
            <p:cNvSpPr>
              <a:spLocks noEditPoints="1"/>
            </p:cNvSpPr>
            <p:nvPr userDrawn="1"/>
          </p:nvSpPr>
          <p:spPr bwMode="auto">
            <a:xfrm>
              <a:off x="1527512" y="2836771"/>
              <a:ext cx="168581" cy="162561"/>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6" name="Freeform 598">
              <a:extLst>
                <a:ext uri="{FF2B5EF4-FFF2-40B4-BE49-F238E27FC236}">
                  <a16:creationId xmlns:a16="http://schemas.microsoft.com/office/drawing/2014/main" id="{D4FB0A49-F719-4DC3-AE23-1E6BB8B23165}"/>
                </a:ext>
              </a:extLst>
            </p:cNvPr>
            <p:cNvSpPr>
              <a:spLocks/>
            </p:cNvSpPr>
            <p:nvPr userDrawn="1"/>
          </p:nvSpPr>
          <p:spPr bwMode="auto">
            <a:xfrm>
              <a:off x="1623844" y="2997324"/>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7" name="Freeform 599">
              <a:extLst>
                <a:ext uri="{FF2B5EF4-FFF2-40B4-BE49-F238E27FC236}">
                  <a16:creationId xmlns:a16="http://schemas.microsoft.com/office/drawing/2014/main" id="{677A419A-915E-4E9C-A53A-A420B8B4F6D2}"/>
                </a:ext>
              </a:extLst>
            </p:cNvPr>
            <p:cNvSpPr>
              <a:spLocks/>
            </p:cNvSpPr>
            <p:nvPr userDrawn="1"/>
          </p:nvSpPr>
          <p:spPr bwMode="auto">
            <a:xfrm>
              <a:off x="1635886" y="3033449"/>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8" name="Freeform 600">
              <a:extLst>
                <a:ext uri="{FF2B5EF4-FFF2-40B4-BE49-F238E27FC236}">
                  <a16:creationId xmlns:a16="http://schemas.microsoft.com/office/drawing/2014/main" id="{936ED9CA-7AC1-4DA2-BA52-699506ADDC33}"/>
                </a:ext>
              </a:extLst>
            </p:cNvPr>
            <p:cNvSpPr>
              <a:spLocks noEditPoints="1"/>
            </p:cNvSpPr>
            <p:nvPr userDrawn="1"/>
          </p:nvSpPr>
          <p:spPr bwMode="auto">
            <a:xfrm>
              <a:off x="1661976" y="3047498"/>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9" name="Freeform 601">
              <a:extLst>
                <a:ext uri="{FF2B5EF4-FFF2-40B4-BE49-F238E27FC236}">
                  <a16:creationId xmlns:a16="http://schemas.microsoft.com/office/drawing/2014/main" id="{64FD96BA-5035-4F4D-AF01-1FB6E4B497C1}"/>
                </a:ext>
              </a:extLst>
            </p:cNvPr>
            <p:cNvSpPr>
              <a:spLocks noEditPoints="1"/>
            </p:cNvSpPr>
            <p:nvPr userDrawn="1"/>
          </p:nvSpPr>
          <p:spPr bwMode="auto">
            <a:xfrm>
              <a:off x="1126130" y="3053518"/>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0" name="Freeform 602">
              <a:extLst>
                <a:ext uri="{FF2B5EF4-FFF2-40B4-BE49-F238E27FC236}">
                  <a16:creationId xmlns:a16="http://schemas.microsoft.com/office/drawing/2014/main" id="{31B7D567-9386-4F17-9BEA-55DE9EB2F7EA}"/>
                </a:ext>
              </a:extLst>
            </p:cNvPr>
            <p:cNvSpPr>
              <a:spLocks noEditPoints="1"/>
            </p:cNvSpPr>
            <p:nvPr userDrawn="1"/>
          </p:nvSpPr>
          <p:spPr bwMode="auto">
            <a:xfrm>
              <a:off x="1290697" y="3191995"/>
              <a:ext cx="40138" cy="38132"/>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6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4 w 26"/>
                <a:gd name="T43" fmla="*/ 5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1" name="Freeform 603">
              <a:extLst>
                <a:ext uri="{FF2B5EF4-FFF2-40B4-BE49-F238E27FC236}">
                  <a16:creationId xmlns:a16="http://schemas.microsoft.com/office/drawing/2014/main" id="{EFD8003C-CF7C-42F2-8357-F1763A88DEEA}"/>
                </a:ext>
              </a:extLst>
            </p:cNvPr>
            <p:cNvSpPr>
              <a:spLocks noEditPoints="1"/>
            </p:cNvSpPr>
            <p:nvPr userDrawn="1"/>
          </p:nvSpPr>
          <p:spPr bwMode="auto">
            <a:xfrm>
              <a:off x="1324815" y="3218085"/>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2" name="Freeform 604">
              <a:extLst>
                <a:ext uri="{FF2B5EF4-FFF2-40B4-BE49-F238E27FC236}">
                  <a16:creationId xmlns:a16="http://schemas.microsoft.com/office/drawing/2014/main" id="{9763D249-1F81-4D01-8766-A562C481DF38}"/>
                </a:ext>
              </a:extLst>
            </p:cNvPr>
            <p:cNvSpPr>
              <a:spLocks noEditPoints="1"/>
            </p:cNvSpPr>
            <p:nvPr userDrawn="1"/>
          </p:nvSpPr>
          <p:spPr bwMode="auto">
            <a:xfrm>
              <a:off x="1360939" y="3216078"/>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10 w 17"/>
                <a:gd name="T19" fmla="*/ 11 h 18"/>
                <a:gd name="T20" fmla="*/ 9 w 17"/>
                <a:gd name="T21" fmla="*/ 12 h 18"/>
                <a:gd name="T22" fmla="*/ 9 w 17"/>
                <a:gd name="T23" fmla="*/ 0 h 18"/>
                <a:gd name="T24" fmla="*/ 9 w 17"/>
                <a:gd name="T25" fmla="*/ 0 h 18"/>
                <a:gd name="T26" fmla="*/ 9 w 17"/>
                <a:gd name="T27" fmla="*/ 0 h 18"/>
                <a:gd name="T28" fmla="*/ 3 w 17"/>
                <a:gd name="T29" fmla="*/ 2 h 18"/>
                <a:gd name="T30" fmla="*/ 0 w 17"/>
                <a:gd name="T31" fmla="*/ 9 h 18"/>
                <a:gd name="T32" fmla="*/ 2 w 17"/>
                <a:gd name="T33" fmla="*/ 14 h 18"/>
                <a:gd name="T34" fmla="*/ 9 w 17"/>
                <a:gd name="T35" fmla="*/ 18 h 18"/>
                <a:gd name="T36" fmla="*/ 9 w 17"/>
                <a:gd name="T37" fmla="*/ 18 h 18"/>
                <a:gd name="T38" fmla="*/ 14 w 17"/>
                <a:gd name="T39" fmla="*/ 16 h 18"/>
                <a:gd name="T40" fmla="*/ 14 w 17"/>
                <a:gd name="T41" fmla="*/ 16 h 18"/>
                <a:gd name="T42" fmla="*/ 17 w 17"/>
                <a:gd name="T43" fmla="*/ 9 h 18"/>
                <a:gd name="T44" fmla="*/ 16 w 17"/>
                <a:gd name="T45" fmla="*/ 4 h 18"/>
                <a:gd name="T46" fmla="*/ 13 w 17"/>
                <a:gd name="T47" fmla="*/ 6 h 18"/>
                <a:gd name="T48" fmla="*/ 16 w 17"/>
                <a:gd name="T49" fmla="*/ 4 h 18"/>
                <a:gd name="T50" fmla="*/ 9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1"/>
                    <a:pt x="10" y="11"/>
                    <a:pt x="10" y="11"/>
                  </a:cubicBezTo>
                  <a:cubicBezTo>
                    <a:pt x="10" y="12"/>
                    <a:pt x="9" y="12"/>
                    <a:pt x="9" y="12"/>
                  </a:cubicBezTo>
                  <a:moveTo>
                    <a:pt x="9" y="0"/>
                  </a:moveTo>
                  <a:cubicBezTo>
                    <a:pt x="9" y="0"/>
                    <a:pt x="9" y="0"/>
                    <a:pt x="9" y="0"/>
                  </a:cubicBez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10" y="18"/>
                    <a:pt x="12" y="17"/>
                    <a:pt x="14" y="16"/>
                  </a:cubicBezTo>
                  <a:cubicBezTo>
                    <a:pt x="14" y="16"/>
                    <a:pt x="14" y="16"/>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3" name="Freeform 605">
              <a:extLst>
                <a:ext uri="{FF2B5EF4-FFF2-40B4-BE49-F238E27FC236}">
                  <a16:creationId xmlns:a16="http://schemas.microsoft.com/office/drawing/2014/main" id="{0771C669-BE56-4462-9CBC-4FC2AD62EA8C}"/>
                </a:ext>
              </a:extLst>
            </p:cNvPr>
            <p:cNvSpPr>
              <a:spLocks noEditPoints="1"/>
            </p:cNvSpPr>
            <p:nvPr userDrawn="1"/>
          </p:nvSpPr>
          <p:spPr bwMode="auto">
            <a:xfrm>
              <a:off x="-200439" y="2692273"/>
              <a:ext cx="319100" cy="313078"/>
            </a:xfrm>
            <a:custGeom>
              <a:avLst/>
              <a:gdLst>
                <a:gd name="T0" fmla="*/ 147 w 212"/>
                <a:gd name="T1" fmla="*/ 8 h 208"/>
                <a:gd name="T2" fmla="*/ 148 w 212"/>
                <a:gd name="T3" fmla="*/ 15 h 208"/>
                <a:gd name="T4" fmla="*/ 186 w 212"/>
                <a:gd name="T5" fmla="*/ 45 h 208"/>
                <a:gd name="T6" fmla="*/ 188 w 212"/>
                <a:gd name="T7" fmla="*/ 43 h 208"/>
                <a:gd name="T8" fmla="*/ 191 w 212"/>
                <a:gd name="T9" fmla="*/ 41 h 208"/>
                <a:gd name="T10" fmla="*/ 147 w 212"/>
                <a:gd name="T11" fmla="*/ 8 h 208"/>
                <a:gd name="T12" fmla="*/ 106 w 212"/>
                <a:gd name="T13" fmla="*/ 0 h 208"/>
                <a:gd name="T14" fmla="*/ 106 w 212"/>
                <a:gd name="T15" fmla="*/ 0 h 208"/>
                <a:gd name="T16" fmla="*/ 42 w 212"/>
                <a:gd name="T17" fmla="*/ 20 h 208"/>
                <a:gd name="T18" fmla="*/ 0 w 212"/>
                <a:gd name="T19" fmla="*/ 104 h 208"/>
                <a:gd name="T20" fmla="*/ 21 w 212"/>
                <a:gd name="T21" fmla="*/ 166 h 208"/>
                <a:gd name="T22" fmla="*/ 106 w 212"/>
                <a:gd name="T23" fmla="*/ 208 h 208"/>
                <a:gd name="T24" fmla="*/ 106 w 212"/>
                <a:gd name="T25" fmla="*/ 208 h 208"/>
                <a:gd name="T26" fmla="*/ 169 w 212"/>
                <a:gd name="T27" fmla="*/ 187 h 208"/>
                <a:gd name="T28" fmla="*/ 212 w 212"/>
                <a:gd name="T29" fmla="*/ 104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47" y="8"/>
                  </a:moveTo>
                  <a:cubicBezTo>
                    <a:pt x="148" y="15"/>
                    <a:pt x="148" y="15"/>
                    <a:pt x="148" y="15"/>
                  </a:cubicBezTo>
                  <a:cubicBezTo>
                    <a:pt x="163" y="21"/>
                    <a:pt x="176" y="32"/>
                    <a:pt x="186" y="45"/>
                  </a:cubicBezTo>
                  <a:cubicBezTo>
                    <a:pt x="188" y="43"/>
                    <a:pt x="188" y="43"/>
                    <a:pt x="188" y="43"/>
                  </a:cubicBezTo>
                  <a:cubicBezTo>
                    <a:pt x="191" y="41"/>
                    <a:pt x="191" y="41"/>
                    <a:pt x="191" y="41"/>
                  </a:cubicBezTo>
                  <a:cubicBezTo>
                    <a:pt x="179" y="26"/>
                    <a:pt x="164" y="15"/>
                    <a:pt x="147" y="8"/>
                  </a:cubicBezTo>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4" name="Freeform 606">
              <a:extLst>
                <a:ext uri="{FF2B5EF4-FFF2-40B4-BE49-F238E27FC236}">
                  <a16:creationId xmlns:a16="http://schemas.microsoft.com/office/drawing/2014/main" id="{74669776-6EB6-4A09-A2CA-5F1781ACEA36}"/>
                </a:ext>
              </a:extLst>
            </p:cNvPr>
            <p:cNvSpPr>
              <a:spLocks noEditPoints="1"/>
            </p:cNvSpPr>
            <p:nvPr userDrawn="1"/>
          </p:nvSpPr>
          <p:spPr bwMode="auto">
            <a:xfrm>
              <a:off x="90563" y="2939124"/>
              <a:ext cx="62215" cy="60207"/>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0" name="Group 808">
              <a:extLst>
                <a:ext uri="{FF2B5EF4-FFF2-40B4-BE49-F238E27FC236}">
                  <a16:creationId xmlns:a16="http://schemas.microsoft.com/office/drawing/2014/main" id="{70C05799-F866-4A2C-82F0-FF39DCDDBA8A}"/>
                </a:ext>
              </a:extLst>
            </p:cNvPr>
            <p:cNvGrpSpPr>
              <a:grpSpLocks/>
            </p:cNvGrpSpPr>
            <p:nvPr userDrawn="1"/>
          </p:nvGrpSpPr>
          <p:grpSpPr bwMode="auto">
            <a:xfrm>
              <a:off x="-180370" y="1616568"/>
              <a:ext cx="6263576" cy="2338054"/>
              <a:chOff x="-4935" y="1009"/>
              <a:chExt cx="3121" cy="1165"/>
            </a:xfrm>
            <a:grpFill/>
          </p:grpSpPr>
          <p:sp>
            <p:nvSpPr>
              <p:cNvPr id="945" name="Freeform 608">
                <a:extLst>
                  <a:ext uri="{FF2B5EF4-FFF2-40B4-BE49-F238E27FC236}">
                    <a16:creationId xmlns:a16="http://schemas.microsoft.com/office/drawing/2014/main" id="{9FF482A4-7467-42AE-9C8D-71E10673BD01}"/>
                  </a:ext>
                </a:extLst>
              </p:cNvPr>
              <p:cNvSpPr>
                <a:spLocks noEditPoints="1"/>
              </p:cNvSpPr>
              <p:nvPr userDrawn="1"/>
            </p:nvSpPr>
            <p:spPr bwMode="auto">
              <a:xfrm>
                <a:off x="-4770" y="1692"/>
                <a:ext cx="24" cy="2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3 w 31"/>
                  <a:gd name="T15" fmla="*/ 9 h 30"/>
                  <a:gd name="T16" fmla="*/ 25 w 31"/>
                  <a:gd name="T17" fmla="*/ 15 h 30"/>
                  <a:gd name="T18" fmla="*/ 21 w 31"/>
                  <a:gd name="T19" fmla="*/ 22 h 30"/>
                  <a:gd name="T20" fmla="*/ 16 w 31"/>
                  <a:gd name="T21" fmla="*/ 24 h 30"/>
                  <a:gd name="T22" fmla="*/ 15 w 31"/>
                  <a:gd name="T23" fmla="*/ 0 h 30"/>
                  <a:gd name="T24" fmla="*/ 15 w 31"/>
                  <a:gd name="T25" fmla="*/ 0 h 30"/>
                  <a:gd name="T26" fmla="*/ 6 w 31"/>
                  <a:gd name="T27" fmla="*/ 3 h 30"/>
                  <a:gd name="T28" fmla="*/ 0 w 31"/>
                  <a:gd name="T29" fmla="*/ 15 h 30"/>
                  <a:gd name="T30" fmla="*/ 3 w 31"/>
                  <a:gd name="T31" fmla="*/ 24 h 30"/>
                  <a:gd name="T32" fmla="*/ 15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6" name="Freeform 609">
                <a:extLst>
                  <a:ext uri="{FF2B5EF4-FFF2-40B4-BE49-F238E27FC236}">
                    <a16:creationId xmlns:a16="http://schemas.microsoft.com/office/drawing/2014/main" id="{451133A9-1486-4DE1-8220-49C51903FC4D}"/>
                  </a:ext>
                </a:extLst>
              </p:cNvPr>
              <p:cNvSpPr>
                <a:spLocks/>
              </p:cNvSpPr>
              <p:nvPr userDrawn="1"/>
            </p:nvSpPr>
            <p:spPr bwMode="auto">
              <a:xfrm>
                <a:off x="-4740" y="1689"/>
                <a:ext cx="20" cy="19"/>
              </a:xfrm>
              <a:custGeom>
                <a:avLst/>
                <a:gdLst>
                  <a:gd name="T0" fmla="*/ 13 w 26"/>
                  <a:gd name="T1" fmla="*/ 0 h 25"/>
                  <a:gd name="T2" fmla="*/ 13 w 26"/>
                  <a:gd name="T3" fmla="*/ 0 h 25"/>
                  <a:gd name="T4" fmla="*/ 13 w 26"/>
                  <a:gd name="T5" fmla="*/ 0 h 25"/>
                  <a:gd name="T6" fmla="*/ 5 w 26"/>
                  <a:gd name="T7" fmla="*/ 2 h 25"/>
                  <a:gd name="T8" fmla="*/ 0 w 26"/>
                  <a:gd name="T9" fmla="*/ 12 h 25"/>
                  <a:gd name="T10" fmla="*/ 2 w 26"/>
                  <a:gd name="T11" fmla="*/ 20 h 25"/>
                  <a:gd name="T12" fmla="*/ 13 w 26"/>
                  <a:gd name="T13" fmla="*/ 25 h 25"/>
                  <a:gd name="T14" fmla="*/ 13 w 26"/>
                  <a:gd name="T15" fmla="*/ 25 h 25"/>
                  <a:gd name="T16" fmla="*/ 21 w 26"/>
                  <a:gd name="T17" fmla="*/ 23 h 25"/>
                  <a:gd name="T18" fmla="*/ 26 w 26"/>
                  <a:gd name="T19" fmla="*/ 12 h 25"/>
                  <a:gd name="T20" fmla="*/ 23 w 26"/>
                  <a:gd name="T21" fmla="*/ 5 h 25"/>
                  <a:gd name="T22" fmla="*/ 21 w 26"/>
                  <a:gd name="T23" fmla="*/ 6 h 25"/>
                  <a:gd name="T24" fmla="*/ 19 w 26"/>
                  <a:gd name="T25" fmla="*/ 8 h 25"/>
                  <a:gd name="T26" fmla="*/ 20 w 26"/>
                  <a:gd name="T27" fmla="*/ 12 h 25"/>
                  <a:gd name="T28" fmla="*/ 17 w 26"/>
                  <a:gd name="T29" fmla="*/ 18 h 25"/>
                  <a:gd name="T30" fmla="*/ 13 w 26"/>
                  <a:gd name="T31" fmla="*/ 19 h 25"/>
                  <a:gd name="T32" fmla="*/ 7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7" name="Freeform 610">
                <a:extLst>
                  <a:ext uri="{FF2B5EF4-FFF2-40B4-BE49-F238E27FC236}">
                    <a16:creationId xmlns:a16="http://schemas.microsoft.com/office/drawing/2014/main" id="{F8B9A89B-4344-47F7-934B-AAFFE3DA7A74}"/>
                  </a:ext>
                </a:extLst>
              </p:cNvPr>
              <p:cNvSpPr>
                <a:spLocks/>
              </p:cNvSpPr>
              <p:nvPr userDrawn="1"/>
            </p:nvSpPr>
            <p:spPr bwMode="auto">
              <a:xfrm>
                <a:off x="-4342" y="1386"/>
                <a:ext cx="82" cy="77"/>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8" name="Freeform 611">
                <a:extLst>
                  <a:ext uri="{FF2B5EF4-FFF2-40B4-BE49-F238E27FC236}">
                    <a16:creationId xmlns:a16="http://schemas.microsoft.com/office/drawing/2014/main" id="{1BA3DABF-001B-4D59-8B74-F40462BA6C82}"/>
                  </a:ext>
                </a:extLst>
              </p:cNvPr>
              <p:cNvSpPr>
                <a:spLocks noEditPoints="1"/>
              </p:cNvSpPr>
              <p:nvPr userDrawn="1"/>
            </p:nvSpPr>
            <p:spPr bwMode="auto">
              <a:xfrm>
                <a:off x="-4352" y="1387"/>
                <a:ext cx="17" cy="17"/>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9" name="Freeform 612">
                <a:extLst>
                  <a:ext uri="{FF2B5EF4-FFF2-40B4-BE49-F238E27FC236}">
                    <a16:creationId xmlns:a16="http://schemas.microsoft.com/office/drawing/2014/main" id="{0DFC4327-4705-402D-A766-2A8BB7F31415}"/>
                  </a:ext>
                </a:extLst>
              </p:cNvPr>
              <p:cNvSpPr>
                <a:spLocks/>
              </p:cNvSpPr>
              <p:nvPr userDrawn="1"/>
            </p:nvSpPr>
            <p:spPr bwMode="auto">
              <a:xfrm>
                <a:off x="-4364" y="1379"/>
                <a:ext cx="14" cy="14"/>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0" name="Freeform 613">
                <a:extLst>
                  <a:ext uri="{FF2B5EF4-FFF2-40B4-BE49-F238E27FC236}">
                    <a16:creationId xmlns:a16="http://schemas.microsoft.com/office/drawing/2014/main" id="{0C176C37-9CD5-45C8-801C-524B58996C42}"/>
                  </a:ext>
                </a:extLst>
              </p:cNvPr>
              <p:cNvSpPr>
                <a:spLocks noEditPoints="1"/>
              </p:cNvSpPr>
              <p:nvPr userDrawn="1"/>
            </p:nvSpPr>
            <p:spPr bwMode="auto">
              <a:xfrm>
                <a:off x="-4365" y="1367"/>
                <a:ext cx="12" cy="12"/>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8 w 16"/>
                  <a:gd name="T33" fmla="*/ 0 h 15"/>
                  <a:gd name="T34" fmla="*/ 3 w 16"/>
                  <a:gd name="T35" fmla="*/ 1 h 15"/>
                  <a:gd name="T36" fmla="*/ 0 w 16"/>
                  <a:gd name="T37" fmla="*/ 5 h 15"/>
                  <a:gd name="T38" fmla="*/ 0 w 16"/>
                  <a:gd name="T39" fmla="*/ 7 h 15"/>
                  <a:gd name="T40" fmla="*/ 5 w 16"/>
                  <a:gd name="T41" fmla="*/ 15 h 15"/>
                  <a:gd name="T42" fmla="*/ 8 w 16"/>
                  <a:gd name="T43" fmla="*/ 15 h 15"/>
                  <a:gd name="T44" fmla="*/ 8 w 16"/>
                  <a:gd name="T45" fmla="*/ 15 h 15"/>
                  <a:gd name="T46" fmla="*/ 13 w 16"/>
                  <a:gd name="T47" fmla="*/ 14 h 15"/>
                  <a:gd name="T48" fmla="*/ 15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8" y="0"/>
                      <a:pt x="8" y="0"/>
                      <a:pt x="8" y="0"/>
                    </a:cubicBez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1" name="Freeform 614">
                <a:extLst>
                  <a:ext uri="{FF2B5EF4-FFF2-40B4-BE49-F238E27FC236}">
                    <a16:creationId xmlns:a16="http://schemas.microsoft.com/office/drawing/2014/main" id="{47C20239-9BC9-4853-89EE-A177E5C59F1C}"/>
                  </a:ext>
                </a:extLst>
              </p:cNvPr>
              <p:cNvSpPr>
                <a:spLocks/>
              </p:cNvSpPr>
              <p:nvPr userDrawn="1"/>
            </p:nvSpPr>
            <p:spPr bwMode="auto">
              <a:xfrm>
                <a:off x="-4744" y="1074"/>
                <a:ext cx="59" cy="55"/>
              </a:xfrm>
              <a:custGeom>
                <a:avLst/>
                <a:gdLst>
                  <a:gd name="T0" fmla="*/ 38 w 79"/>
                  <a:gd name="T1" fmla="*/ 0 h 73"/>
                  <a:gd name="T2" fmla="*/ 16 w 79"/>
                  <a:gd name="T3" fmla="*/ 6 h 73"/>
                  <a:gd name="T4" fmla="*/ 10 w 79"/>
                  <a:gd name="T5" fmla="*/ 12 h 73"/>
                  <a:gd name="T6" fmla="*/ 9 w 79"/>
                  <a:gd name="T7" fmla="*/ 13 h 73"/>
                  <a:gd name="T8" fmla="*/ 6 w 79"/>
                  <a:gd name="T9" fmla="*/ 17 h 73"/>
                  <a:gd name="T10" fmla="*/ 6 w 79"/>
                  <a:gd name="T11" fmla="*/ 17 h 73"/>
                  <a:gd name="T12" fmla="*/ 3 w 79"/>
                  <a:gd name="T13" fmla="*/ 23 h 73"/>
                  <a:gd name="T14" fmla="*/ 0 w 79"/>
                  <a:gd name="T15" fmla="*/ 35 h 73"/>
                  <a:gd name="T16" fmla="*/ 27 w 79"/>
                  <a:gd name="T17" fmla="*/ 70 h 73"/>
                  <a:gd name="T18" fmla="*/ 41 w 79"/>
                  <a:gd name="T19" fmla="*/ 73 h 73"/>
                  <a:gd name="T20" fmla="*/ 63 w 79"/>
                  <a:gd name="T21" fmla="*/ 67 h 73"/>
                  <a:gd name="T22" fmla="*/ 76 w 79"/>
                  <a:gd name="T23" fmla="*/ 50 h 73"/>
                  <a:gd name="T24" fmla="*/ 79 w 79"/>
                  <a:gd name="T25" fmla="*/ 38 h 73"/>
                  <a:gd name="T26" fmla="*/ 52 w 79"/>
                  <a:gd name="T27" fmla="*/ 3 h 73"/>
                  <a:gd name="T28" fmla="*/ 51 w 79"/>
                  <a:gd name="T29" fmla="*/ 5 h 73"/>
                  <a:gd name="T30" fmla="*/ 50 w 79"/>
                  <a:gd name="T31" fmla="*/ 8 h 73"/>
                  <a:gd name="T32" fmla="*/ 73 w 79"/>
                  <a:gd name="T33" fmla="*/ 38 h 73"/>
                  <a:gd name="T34" fmla="*/ 71 w 79"/>
                  <a:gd name="T35" fmla="*/ 48 h 73"/>
                  <a:gd name="T36" fmla="*/ 59 w 79"/>
                  <a:gd name="T37" fmla="*/ 62 h 73"/>
                  <a:gd name="T38" fmla="*/ 41 w 79"/>
                  <a:gd name="T39" fmla="*/ 67 h 73"/>
                  <a:gd name="T40" fmla="*/ 29 w 79"/>
                  <a:gd name="T41" fmla="*/ 65 h 73"/>
                  <a:gd name="T42" fmla="*/ 6 w 79"/>
                  <a:gd name="T43" fmla="*/ 35 h 73"/>
                  <a:gd name="T44" fmla="*/ 8 w 79"/>
                  <a:gd name="T45" fmla="*/ 25 h 73"/>
                  <a:gd name="T46" fmla="*/ 20 w 79"/>
                  <a:gd name="T47" fmla="*/ 11 h 73"/>
                  <a:gd name="T48" fmla="*/ 38 w 79"/>
                  <a:gd name="T49" fmla="*/ 6 h 73"/>
                  <a:gd name="T50" fmla="*/ 50 w 79"/>
                  <a:gd name="T51" fmla="*/ 8 h 73"/>
                  <a:gd name="T52" fmla="*/ 51 w 79"/>
                  <a:gd name="T53" fmla="*/ 5 h 73"/>
                  <a:gd name="T54" fmla="*/ 52 w 79"/>
                  <a:gd name="T55" fmla="*/ 3 h 73"/>
                  <a:gd name="T56" fmla="*/ 38 w 79"/>
                  <a:gd name="T5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3">
                    <a:moveTo>
                      <a:pt x="38" y="0"/>
                    </a:move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3"/>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4"/>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2" name="Freeform 615">
                <a:extLst>
                  <a:ext uri="{FF2B5EF4-FFF2-40B4-BE49-F238E27FC236}">
                    <a16:creationId xmlns:a16="http://schemas.microsoft.com/office/drawing/2014/main" id="{A982BD3F-33DC-4F67-8701-AC6D9BB33BC0}"/>
                  </a:ext>
                </a:extLst>
              </p:cNvPr>
              <p:cNvSpPr>
                <a:spLocks/>
              </p:cNvSpPr>
              <p:nvPr userDrawn="1"/>
            </p:nvSpPr>
            <p:spPr bwMode="auto">
              <a:xfrm>
                <a:off x="-4751" y="1075"/>
                <a:ext cx="14" cy="12"/>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5 w 19"/>
                  <a:gd name="T19" fmla="*/ 16 h 17"/>
                  <a:gd name="T20" fmla="*/ 19 w 19"/>
                  <a:gd name="T21" fmla="*/ 11 h 17"/>
                  <a:gd name="T22" fmla="*/ 19 w 19"/>
                  <a:gd name="T23" fmla="*/ 9 h 17"/>
                  <a:gd name="T24" fmla="*/ 13 w 19"/>
                  <a:gd name="T25" fmla="*/ 0 h 17"/>
                  <a:gd name="T26" fmla="*/ 12 w 19"/>
                  <a:gd name="T27" fmla="*/ 3 h 17"/>
                  <a:gd name="T28" fmla="*/ 11 w 19"/>
                  <a:gd name="T29" fmla="*/ 6 h 17"/>
                  <a:gd name="T30" fmla="*/ 13 w 19"/>
                  <a:gd name="T31" fmla="*/ 9 h 17"/>
                  <a:gd name="T32" fmla="*/ 13 w 19"/>
                  <a:gd name="T33" fmla="*/ 10 h 17"/>
                  <a:gd name="T34" fmla="*/ 12 w 19"/>
                  <a:gd name="T35" fmla="*/ 11 h 17"/>
                  <a:gd name="T36" fmla="*/ 10 w 19"/>
                  <a:gd name="T37" fmla="*/ 11 h 17"/>
                  <a:gd name="T38" fmla="*/ 10 w 19"/>
                  <a:gd name="T39" fmla="*/ 11 h 17"/>
                  <a:gd name="T40" fmla="*/ 9 w 19"/>
                  <a:gd name="T41" fmla="*/ 11 h 17"/>
                  <a:gd name="T42" fmla="*/ 6 w 19"/>
                  <a:gd name="T43" fmla="*/ 8 h 17"/>
                  <a:gd name="T44" fmla="*/ 7 w 19"/>
                  <a:gd name="T45" fmla="*/ 7 h 17"/>
                  <a:gd name="T46" fmla="*/ 8 w 19"/>
                  <a:gd name="T47" fmla="*/ 6 h 17"/>
                  <a:gd name="T48" fmla="*/ 9 w 19"/>
                  <a:gd name="T49" fmla="*/ 6 h 17"/>
                  <a:gd name="T50" fmla="*/ 9 w 19"/>
                  <a:gd name="T51" fmla="*/ 6 h 17"/>
                  <a:gd name="T52" fmla="*/ 11 w 19"/>
                  <a:gd name="T53" fmla="*/ 6 h 17"/>
                  <a:gd name="T54" fmla="*/ 12 w 19"/>
                  <a:gd name="T55" fmla="*/ 3 h 17"/>
                  <a:gd name="T56" fmla="*/ 13 w 19"/>
                  <a:gd name="T57" fmla="*/ 0 h 17"/>
                  <a:gd name="T58" fmla="*/ 9 w 19"/>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2" y="17"/>
                      <a:pt x="13" y="17"/>
                      <a:pt x="15" y="16"/>
                    </a:cubicBezTo>
                    <a:cubicBezTo>
                      <a:pt x="16" y="14"/>
                      <a:pt x="17" y="12"/>
                      <a:pt x="19" y="11"/>
                    </a:cubicBezTo>
                    <a:cubicBezTo>
                      <a:pt x="19" y="10"/>
                      <a:pt x="19" y="9"/>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0"/>
                      <a:pt x="6" y="9"/>
                      <a:pt x="6" y="8"/>
                    </a:cubicBezTo>
                    <a:cubicBezTo>
                      <a:pt x="7" y="7"/>
                      <a:pt x="7" y="7"/>
                      <a:pt x="7" y="7"/>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3" name="Freeform 616">
                <a:extLst>
                  <a:ext uri="{FF2B5EF4-FFF2-40B4-BE49-F238E27FC236}">
                    <a16:creationId xmlns:a16="http://schemas.microsoft.com/office/drawing/2014/main" id="{459F8097-1B7C-4925-92E0-9CE03F38CA97}"/>
                  </a:ext>
                </a:extLst>
              </p:cNvPr>
              <p:cNvSpPr>
                <a:spLocks/>
              </p:cNvSpPr>
              <p:nvPr userDrawn="1"/>
            </p:nvSpPr>
            <p:spPr bwMode="auto">
              <a:xfrm>
                <a:off x="-4740" y="1083"/>
                <a:ext cx="3" cy="4"/>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4" name="Freeform 617">
                <a:extLst>
                  <a:ext uri="{FF2B5EF4-FFF2-40B4-BE49-F238E27FC236}">
                    <a16:creationId xmlns:a16="http://schemas.microsoft.com/office/drawing/2014/main" id="{72C32431-2E61-49BC-9214-8E6647920AA4}"/>
                  </a:ext>
                </a:extLst>
              </p:cNvPr>
              <p:cNvSpPr>
                <a:spLocks/>
              </p:cNvSpPr>
              <p:nvPr userDrawn="1"/>
            </p:nvSpPr>
            <p:spPr bwMode="auto">
              <a:xfrm>
                <a:off x="-4758" y="1069"/>
                <a:ext cx="10" cy="11"/>
              </a:xfrm>
              <a:custGeom>
                <a:avLst/>
                <a:gdLst>
                  <a:gd name="T0" fmla="*/ 8 w 14"/>
                  <a:gd name="T1" fmla="*/ 0 h 14"/>
                  <a:gd name="T2" fmla="*/ 5 w 14"/>
                  <a:gd name="T3" fmla="*/ 1 h 14"/>
                  <a:gd name="T4" fmla="*/ 5 w 14"/>
                  <a:gd name="T5" fmla="*/ 1 h 14"/>
                  <a:gd name="T6" fmla="*/ 3 w 14"/>
                  <a:gd name="T7" fmla="*/ 1 h 14"/>
                  <a:gd name="T8" fmla="*/ 3 w 14"/>
                  <a:gd name="T9" fmla="*/ 1 h 14"/>
                  <a:gd name="T10" fmla="*/ 0 w 14"/>
                  <a:gd name="T11" fmla="*/ 4 h 14"/>
                  <a:gd name="T12" fmla="*/ 0 w 14"/>
                  <a:gd name="T13" fmla="*/ 7 h 14"/>
                  <a:gd name="T14" fmla="*/ 5 w 14"/>
                  <a:gd name="T15" fmla="*/ 13 h 14"/>
                  <a:gd name="T16" fmla="*/ 5 w 14"/>
                  <a:gd name="T17" fmla="*/ 13 h 14"/>
                  <a:gd name="T18" fmla="*/ 7 w 14"/>
                  <a:gd name="T19" fmla="*/ 14 h 14"/>
                  <a:gd name="T20" fmla="*/ 11 w 14"/>
                  <a:gd name="T21" fmla="*/ 13 h 14"/>
                  <a:gd name="T22" fmla="*/ 11 w 14"/>
                  <a:gd name="T23" fmla="*/ 12 h 14"/>
                  <a:gd name="T24" fmla="*/ 14 w 14"/>
                  <a:gd name="T25" fmla="*/ 8 h 14"/>
                  <a:gd name="T26" fmla="*/ 14 w 14"/>
                  <a:gd name="T27" fmla="*/ 7 h 14"/>
                  <a:gd name="T28" fmla="*/ 9 w 14"/>
                  <a:gd name="T29" fmla="*/ 0 h 14"/>
                  <a:gd name="T30" fmla="*/ 8 w 14"/>
                  <a:gd name="T31" fmla="*/ 3 h 14"/>
                  <a:gd name="T32" fmla="*/ 7 w 14"/>
                  <a:gd name="T33" fmla="*/ 6 h 14"/>
                  <a:gd name="T34" fmla="*/ 8 w 14"/>
                  <a:gd name="T35" fmla="*/ 7 h 14"/>
                  <a:gd name="T36" fmla="*/ 8 w 14"/>
                  <a:gd name="T37" fmla="*/ 7 h 14"/>
                  <a:gd name="T38" fmla="*/ 8 w 14"/>
                  <a:gd name="T39" fmla="*/ 8 h 14"/>
                  <a:gd name="T40" fmla="*/ 7 w 14"/>
                  <a:gd name="T41" fmla="*/ 8 h 14"/>
                  <a:gd name="T42" fmla="*/ 7 w 14"/>
                  <a:gd name="T43" fmla="*/ 8 h 14"/>
                  <a:gd name="T44" fmla="*/ 7 w 14"/>
                  <a:gd name="T45" fmla="*/ 8 h 14"/>
                  <a:gd name="T46" fmla="*/ 6 w 14"/>
                  <a:gd name="T47" fmla="*/ 7 h 14"/>
                  <a:gd name="T48" fmla="*/ 6 w 14"/>
                  <a:gd name="T49" fmla="*/ 6 h 14"/>
                  <a:gd name="T50" fmla="*/ 6 w 14"/>
                  <a:gd name="T51" fmla="*/ 6 h 14"/>
                  <a:gd name="T52" fmla="*/ 7 w 14"/>
                  <a:gd name="T53" fmla="*/ 6 h 14"/>
                  <a:gd name="T54" fmla="*/ 7 w 14"/>
                  <a:gd name="T55" fmla="*/ 6 h 14"/>
                  <a:gd name="T56" fmla="*/ 8 w 14"/>
                  <a:gd name="T57" fmla="*/ 3 h 14"/>
                  <a:gd name="T58" fmla="*/ 9 w 14"/>
                  <a:gd name="T59" fmla="*/ 0 h 14"/>
                  <a:gd name="T60" fmla="*/ 8 w 14"/>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4">
                    <a:moveTo>
                      <a:pt x="8" y="0"/>
                    </a:moveTo>
                    <a:cubicBezTo>
                      <a:pt x="7" y="1"/>
                      <a:pt x="6" y="1"/>
                      <a:pt x="5" y="1"/>
                    </a:cubicBezTo>
                    <a:cubicBezTo>
                      <a:pt x="5" y="1"/>
                      <a:pt x="5"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3"/>
                      <a:pt x="5" y="13"/>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5" name="Freeform 618">
                <a:extLst>
                  <a:ext uri="{FF2B5EF4-FFF2-40B4-BE49-F238E27FC236}">
                    <a16:creationId xmlns:a16="http://schemas.microsoft.com/office/drawing/2014/main" id="{8256174E-4CE1-4936-BDAC-80265ACE208B}"/>
                  </a:ext>
                </a:extLst>
              </p:cNvPr>
              <p:cNvSpPr>
                <a:spLocks/>
              </p:cNvSpPr>
              <p:nvPr userDrawn="1"/>
            </p:nvSpPr>
            <p:spPr bwMode="auto">
              <a:xfrm>
                <a:off x="-4750" y="1075"/>
                <a:ext cx="2" cy="4"/>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6" name="Freeform 619">
                <a:extLst>
                  <a:ext uri="{FF2B5EF4-FFF2-40B4-BE49-F238E27FC236}">
                    <a16:creationId xmlns:a16="http://schemas.microsoft.com/office/drawing/2014/main" id="{67093A3E-F5BF-49E7-990B-B7283F9E76E7}"/>
                  </a:ext>
                </a:extLst>
              </p:cNvPr>
              <p:cNvSpPr>
                <a:spLocks noEditPoints="1"/>
              </p:cNvSpPr>
              <p:nvPr userDrawn="1"/>
            </p:nvSpPr>
            <p:spPr bwMode="auto">
              <a:xfrm>
                <a:off x="-4760" y="1060"/>
                <a:ext cx="10" cy="10"/>
              </a:xfrm>
              <a:custGeom>
                <a:avLst/>
                <a:gdLst>
                  <a:gd name="T0" fmla="*/ 6 w 13"/>
                  <a:gd name="T1" fmla="*/ 6 h 13"/>
                  <a:gd name="T2" fmla="*/ 6 w 13"/>
                  <a:gd name="T3" fmla="*/ 6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6 h 13"/>
                  <a:gd name="T20" fmla="*/ 7 w 13"/>
                  <a:gd name="T21" fmla="*/ 0 h 13"/>
                  <a:gd name="T22" fmla="*/ 3 w 13"/>
                  <a:gd name="T23" fmla="*/ 1 h 13"/>
                  <a:gd name="T24" fmla="*/ 1 w 13"/>
                  <a:gd name="T25" fmla="*/ 4 h 13"/>
                  <a:gd name="T26" fmla="*/ 0 w 13"/>
                  <a:gd name="T27" fmla="*/ 6 h 13"/>
                  <a:gd name="T28" fmla="*/ 5 w 13"/>
                  <a:gd name="T29" fmla="*/ 12 h 13"/>
                  <a:gd name="T30" fmla="*/ 5 w 13"/>
                  <a:gd name="T31" fmla="*/ 13 h 13"/>
                  <a:gd name="T32" fmla="*/ 9 w 13"/>
                  <a:gd name="T33" fmla="*/ 12 h 13"/>
                  <a:gd name="T34" fmla="*/ 10 w 13"/>
                  <a:gd name="T35" fmla="*/ 12 h 13"/>
                  <a:gd name="T36" fmla="*/ 10 w 13"/>
                  <a:gd name="T37" fmla="*/ 12 h 13"/>
                  <a:gd name="T38" fmla="*/ 13 w 13"/>
                  <a:gd name="T39" fmla="*/ 9 h 13"/>
                  <a:gd name="T40" fmla="*/ 13 w 13"/>
                  <a:gd name="T41" fmla="*/ 7 h 13"/>
                  <a:gd name="T42" fmla="*/ 9 w 13"/>
                  <a:gd name="T43" fmla="*/ 1 h 13"/>
                  <a:gd name="T44" fmla="*/ 8 w 13"/>
                  <a:gd name="T45" fmla="*/ 4 h 13"/>
                  <a:gd name="T46" fmla="*/ 9 w 13"/>
                  <a:gd name="T47" fmla="*/ 1 h 13"/>
                  <a:gd name="T48" fmla="*/ 7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6"/>
                    </a:move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6"/>
                      <a:pt x="6" y="6"/>
                      <a:pt x="6" y="6"/>
                    </a:cubicBezTo>
                    <a:moveTo>
                      <a:pt x="7" y="0"/>
                    </a:moveTo>
                    <a:cubicBezTo>
                      <a:pt x="5" y="0"/>
                      <a:pt x="4" y="1"/>
                      <a:pt x="3" y="1"/>
                    </a:cubicBezTo>
                    <a:cubicBezTo>
                      <a:pt x="2" y="2"/>
                      <a:pt x="1" y="3"/>
                      <a:pt x="1" y="4"/>
                    </a:cubicBezTo>
                    <a:cubicBezTo>
                      <a:pt x="0" y="5"/>
                      <a:pt x="0" y="6"/>
                      <a:pt x="0" y="6"/>
                    </a:cubicBezTo>
                    <a:cubicBezTo>
                      <a:pt x="0" y="9"/>
                      <a:pt x="2" y="12"/>
                      <a:pt x="5" y="12"/>
                    </a:cubicBezTo>
                    <a:cubicBezTo>
                      <a:pt x="5" y="13"/>
                      <a:pt x="5" y="13"/>
                      <a:pt x="5" y="13"/>
                    </a:cubicBezTo>
                    <a:cubicBezTo>
                      <a:pt x="6" y="12"/>
                      <a:pt x="8" y="12"/>
                      <a:pt x="9" y="12"/>
                    </a:cubicBezTo>
                    <a:cubicBezTo>
                      <a:pt x="9" y="12"/>
                      <a:pt x="10" y="12"/>
                      <a:pt x="10" y="12"/>
                    </a:cubicBezTo>
                    <a:cubicBezTo>
                      <a:pt x="10" y="12"/>
                      <a:pt x="10" y="12"/>
                      <a:pt x="10" y="12"/>
                    </a:cubicBezTo>
                    <a:cubicBezTo>
                      <a:pt x="11" y="11"/>
                      <a:pt x="12" y="10"/>
                      <a:pt x="13" y="9"/>
                    </a:cubicBezTo>
                    <a:cubicBezTo>
                      <a:pt x="13" y="8"/>
                      <a:pt x="13" y="7"/>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7" name="Freeform 620">
                <a:extLst>
                  <a:ext uri="{FF2B5EF4-FFF2-40B4-BE49-F238E27FC236}">
                    <a16:creationId xmlns:a16="http://schemas.microsoft.com/office/drawing/2014/main" id="{1A343533-970E-4AF0-A5B0-4D6934345D8F}"/>
                  </a:ext>
                </a:extLst>
              </p:cNvPr>
              <p:cNvSpPr>
                <a:spLocks/>
              </p:cNvSpPr>
              <p:nvPr userDrawn="1"/>
            </p:nvSpPr>
            <p:spPr bwMode="auto">
              <a:xfrm>
                <a:off x="-4756" y="1069"/>
                <a:ext cx="4" cy="1"/>
              </a:xfrm>
              <a:custGeom>
                <a:avLst/>
                <a:gdLst>
                  <a:gd name="T0" fmla="*/ 4 w 5"/>
                  <a:gd name="T1" fmla="*/ 0 h 1"/>
                  <a:gd name="T2" fmla="*/ 0 w 5"/>
                  <a:gd name="T3" fmla="*/ 1 h 1"/>
                  <a:gd name="T4" fmla="*/ 2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3" y="0"/>
                      <a:pt x="1" y="0"/>
                      <a:pt x="0" y="1"/>
                    </a:cubicBezTo>
                    <a:cubicBezTo>
                      <a:pt x="1" y="1"/>
                      <a:pt x="1" y="1"/>
                      <a:pt x="2" y="1"/>
                    </a:cubicBezTo>
                    <a:cubicBezTo>
                      <a:pt x="2" y="1"/>
                      <a:pt x="2"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8" name="Freeform 621">
                <a:extLst>
                  <a:ext uri="{FF2B5EF4-FFF2-40B4-BE49-F238E27FC236}">
                    <a16:creationId xmlns:a16="http://schemas.microsoft.com/office/drawing/2014/main" id="{29895068-B994-4CC4-9302-4573B47A6354}"/>
                  </a:ext>
                </a:extLst>
              </p:cNvPr>
              <p:cNvSpPr>
                <a:spLocks noEditPoints="1"/>
              </p:cNvSpPr>
              <p:nvPr userDrawn="1"/>
            </p:nvSpPr>
            <p:spPr bwMode="auto">
              <a:xfrm>
                <a:off x="-4392" y="1258"/>
                <a:ext cx="76" cy="74"/>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51 w 101"/>
                  <a:gd name="T23" fmla="*/ 0 h 99"/>
                  <a:gd name="T24" fmla="*/ 6 w 101"/>
                  <a:gd name="T25" fmla="*/ 28 h 99"/>
                  <a:gd name="T26" fmla="*/ 6 w 101"/>
                  <a:gd name="T27" fmla="*/ 28 h 99"/>
                  <a:gd name="T28" fmla="*/ 0 w 101"/>
                  <a:gd name="T29" fmla="*/ 50 h 99"/>
                  <a:gd name="T30" fmla="*/ 28 w 101"/>
                  <a:gd name="T31" fmla="*/ 94 h 99"/>
                  <a:gd name="T32" fmla="*/ 51 w 101"/>
                  <a:gd name="T33" fmla="*/ 99 h 99"/>
                  <a:gd name="T34" fmla="*/ 51 w 101"/>
                  <a:gd name="T35" fmla="*/ 99 h 99"/>
                  <a:gd name="T36" fmla="*/ 96 w 101"/>
                  <a:gd name="T37" fmla="*/ 72 h 99"/>
                  <a:gd name="T38" fmla="*/ 101 w 101"/>
                  <a:gd name="T39" fmla="*/ 50 h 99"/>
                  <a:gd name="T40" fmla="*/ 74 w 101"/>
                  <a:gd name="T41" fmla="*/ 6 h 99"/>
                  <a:gd name="T42" fmla="*/ 75 w 101"/>
                  <a:gd name="T43" fmla="*/ 13 h 99"/>
                  <a:gd name="T44" fmla="*/ 71 w 101"/>
                  <a:gd name="T45" fmla="*/ 5 h 99"/>
                  <a:gd name="T46" fmla="*/ 51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1" y="31"/>
                    </a:moveTo>
                    <a:cubicBezTo>
                      <a:pt x="19" y="15"/>
                      <a:pt x="34" y="7"/>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51" y="0"/>
                      <a:pt x="51" y="0"/>
                      <a:pt x="51" y="0"/>
                    </a:cubicBez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51" y="99"/>
                      <a:pt x="51"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9" name="Freeform 622">
                <a:extLst>
                  <a:ext uri="{FF2B5EF4-FFF2-40B4-BE49-F238E27FC236}">
                    <a16:creationId xmlns:a16="http://schemas.microsoft.com/office/drawing/2014/main" id="{9D7BA792-72F7-45C3-8707-A5678F966CAE}"/>
                  </a:ext>
                </a:extLst>
              </p:cNvPr>
              <p:cNvSpPr>
                <a:spLocks noEditPoints="1"/>
              </p:cNvSpPr>
              <p:nvPr userDrawn="1"/>
            </p:nvSpPr>
            <p:spPr bwMode="auto">
              <a:xfrm>
                <a:off x="-4394" y="1321"/>
                <a:ext cx="17" cy="16"/>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0" name="Freeform 623">
                <a:extLst>
                  <a:ext uri="{FF2B5EF4-FFF2-40B4-BE49-F238E27FC236}">
                    <a16:creationId xmlns:a16="http://schemas.microsoft.com/office/drawing/2014/main" id="{DACB6448-7240-4151-8E3C-5D0293B68E3A}"/>
                  </a:ext>
                </a:extLst>
              </p:cNvPr>
              <p:cNvSpPr>
                <a:spLocks noEditPoints="1"/>
              </p:cNvSpPr>
              <p:nvPr userDrawn="1"/>
            </p:nvSpPr>
            <p:spPr bwMode="auto">
              <a:xfrm>
                <a:off x="-4402" y="1334"/>
                <a:ext cx="13" cy="12"/>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1" name="Freeform 624">
                <a:extLst>
                  <a:ext uri="{FF2B5EF4-FFF2-40B4-BE49-F238E27FC236}">
                    <a16:creationId xmlns:a16="http://schemas.microsoft.com/office/drawing/2014/main" id="{34DB6E9A-FF38-4A07-A119-17BDC05158AF}"/>
                  </a:ext>
                </a:extLst>
              </p:cNvPr>
              <p:cNvSpPr>
                <a:spLocks noEditPoints="1"/>
              </p:cNvSpPr>
              <p:nvPr userDrawn="1"/>
            </p:nvSpPr>
            <p:spPr bwMode="auto">
              <a:xfrm>
                <a:off x="-4414" y="1335"/>
                <a:ext cx="11" cy="11"/>
              </a:xfrm>
              <a:custGeom>
                <a:avLst/>
                <a:gdLst>
                  <a:gd name="T0" fmla="*/ 7 w 15"/>
                  <a:gd name="T1" fmla="*/ 9 h 15"/>
                  <a:gd name="T2" fmla="*/ 6 w 15"/>
                  <a:gd name="T3" fmla="*/ 7 h 15"/>
                  <a:gd name="T4" fmla="*/ 6 w 15"/>
                  <a:gd name="T5" fmla="*/ 7 h 15"/>
                  <a:gd name="T6" fmla="*/ 3 w 15"/>
                  <a:gd name="T7" fmla="*/ 5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4 w 15"/>
                  <a:gd name="T33" fmla="*/ 14 h 15"/>
                  <a:gd name="T34" fmla="*/ 7 w 15"/>
                  <a:gd name="T35" fmla="*/ 15 h 15"/>
                  <a:gd name="T36" fmla="*/ 7 w 15"/>
                  <a:gd name="T37" fmla="*/ 15 h 15"/>
                  <a:gd name="T38" fmla="*/ 14 w 15"/>
                  <a:gd name="T39" fmla="*/ 11 h 15"/>
                  <a:gd name="T40" fmla="*/ 15 w 15"/>
                  <a:gd name="T41" fmla="*/ 7 h 15"/>
                  <a:gd name="T42" fmla="*/ 11 w 15"/>
                  <a:gd name="T43" fmla="*/ 0 h 15"/>
                  <a:gd name="T44" fmla="*/ 7 w 15"/>
                  <a:gd name="T45" fmla="*/ 0 h 15"/>
                  <a:gd name="T46" fmla="*/ 7 w 15"/>
                  <a:gd name="T47" fmla="*/ 0 h 15"/>
                  <a:gd name="T48" fmla="*/ 7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7" y="9"/>
                    </a:move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2" name="Freeform 625">
                <a:extLst>
                  <a:ext uri="{FF2B5EF4-FFF2-40B4-BE49-F238E27FC236}">
                    <a16:creationId xmlns:a16="http://schemas.microsoft.com/office/drawing/2014/main" id="{3EED0DE0-F7FD-4A8A-A413-88AC2B4D00E8}"/>
                  </a:ext>
                </a:extLst>
              </p:cNvPr>
              <p:cNvSpPr>
                <a:spLocks noEditPoints="1"/>
              </p:cNvSpPr>
              <p:nvPr userDrawn="1"/>
            </p:nvSpPr>
            <p:spPr bwMode="auto">
              <a:xfrm>
                <a:off x="-4148" y="1940"/>
                <a:ext cx="76" cy="74"/>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2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8 h 99"/>
                  <a:gd name="T34" fmla="*/ 96 w 101"/>
                  <a:gd name="T35" fmla="*/ 71 h 99"/>
                  <a:gd name="T36" fmla="*/ 101 w 101"/>
                  <a:gd name="T37" fmla="*/ 49 h 99"/>
                  <a:gd name="T38" fmla="*/ 73 w 101"/>
                  <a:gd name="T39" fmla="*/ 5 h 99"/>
                  <a:gd name="T40" fmla="*/ 51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9"/>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3" name="Freeform 626">
                <a:extLst>
                  <a:ext uri="{FF2B5EF4-FFF2-40B4-BE49-F238E27FC236}">
                    <a16:creationId xmlns:a16="http://schemas.microsoft.com/office/drawing/2014/main" id="{22FEAF18-7EA7-4122-94C8-144F6ED210F9}"/>
                  </a:ext>
                </a:extLst>
              </p:cNvPr>
              <p:cNvSpPr>
                <a:spLocks noEditPoints="1"/>
              </p:cNvSpPr>
              <p:nvPr userDrawn="1"/>
            </p:nvSpPr>
            <p:spPr bwMode="auto">
              <a:xfrm>
                <a:off x="-4150" y="2002"/>
                <a:ext cx="17" cy="17"/>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4" name="Freeform 627">
                <a:extLst>
                  <a:ext uri="{FF2B5EF4-FFF2-40B4-BE49-F238E27FC236}">
                    <a16:creationId xmlns:a16="http://schemas.microsoft.com/office/drawing/2014/main" id="{8CAA756F-C913-4D2E-B3CB-479D39B1FD3A}"/>
                  </a:ext>
                </a:extLst>
              </p:cNvPr>
              <p:cNvSpPr>
                <a:spLocks noEditPoints="1"/>
              </p:cNvSpPr>
              <p:nvPr userDrawn="1"/>
            </p:nvSpPr>
            <p:spPr bwMode="auto">
              <a:xfrm>
                <a:off x="-4158" y="2015"/>
                <a:ext cx="13" cy="13"/>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5" name="Freeform 628">
                <a:extLst>
                  <a:ext uri="{FF2B5EF4-FFF2-40B4-BE49-F238E27FC236}">
                    <a16:creationId xmlns:a16="http://schemas.microsoft.com/office/drawing/2014/main" id="{44089D8F-27D1-454E-93B7-97C9F11E64A8}"/>
                  </a:ext>
                </a:extLst>
              </p:cNvPr>
              <p:cNvSpPr>
                <a:spLocks noEditPoints="1"/>
              </p:cNvSpPr>
              <p:nvPr userDrawn="1"/>
            </p:nvSpPr>
            <p:spPr bwMode="auto">
              <a:xfrm>
                <a:off x="-4170" y="2017"/>
                <a:ext cx="11" cy="11"/>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6" name="Freeform 629">
                <a:extLst>
                  <a:ext uri="{FF2B5EF4-FFF2-40B4-BE49-F238E27FC236}">
                    <a16:creationId xmlns:a16="http://schemas.microsoft.com/office/drawing/2014/main" id="{2774A769-7484-4195-84F8-9ECFF2DFF3F6}"/>
                  </a:ext>
                </a:extLst>
              </p:cNvPr>
              <p:cNvSpPr>
                <a:spLocks noEditPoints="1"/>
              </p:cNvSpPr>
              <p:nvPr userDrawn="1"/>
            </p:nvSpPr>
            <p:spPr bwMode="auto">
              <a:xfrm>
                <a:off x="-4438" y="2024"/>
                <a:ext cx="76" cy="74"/>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7" name="Freeform 630">
                <a:extLst>
                  <a:ext uri="{FF2B5EF4-FFF2-40B4-BE49-F238E27FC236}">
                    <a16:creationId xmlns:a16="http://schemas.microsoft.com/office/drawing/2014/main" id="{BC8D1B87-7301-434D-B58C-69820A26C1D5}"/>
                  </a:ext>
                </a:extLst>
              </p:cNvPr>
              <p:cNvSpPr>
                <a:spLocks noEditPoints="1"/>
              </p:cNvSpPr>
              <p:nvPr userDrawn="1"/>
            </p:nvSpPr>
            <p:spPr bwMode="auto">
              <a:xfrm>
                <a:off x="-4440" y="2086"/>
                <a:ext cx="16" cy="17"/>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4" y="8"/>
                      <a:pt x="4" y="8"/>
                      <a:pt x="4" y="8"/>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8" name="Freeform 631">
                <a:extLst>
                  <a:ext uri="{FF2B5EF4-FFF2-40B4-BE49-F238E27FC236}">
                    <a16:creationId xmlns:a16="http://schemas.microsoft.com/office/drawing/2014/main" id="{D54BC091-8D40-412C-892B-4A719BEE9050}"/>
                  </a:ext>
                </a:extLst>
              </p:cNvPr>
              <p:cNvSpPr>
                <a:spLocks noEditPoints="1"/>
              </p:cNvSpPr>
              <p:nvPr userDrawn="1"/>
            </p:nvSpPr>
            <p:spPr bwMode="auto">
              <a:xfrm>
                <a:off x="-4449" y="2099"/>
                <a:ext cx="13" cy="13"/>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17 w 18"/>
                  <a:gd name="T35" fmla="*/ 13 h 17"/>
                  <a:gd name="T36" fmla="*/ 18 w 18"/>
                  <a:gd name="T37" fmla="*/ 9 h 17"/>
                  <a:gd name="T38" fmla="*/ 13 w 18"/>
                  <a:gd name="T39" fmla="*/ 1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9" name="Freeform 632">
                <a:extLst>
                  <a:ext uri="{FF2B5EF4-FFF2-40B4-BE49-F238E27FC236}">
                    <a16:creationId xmlns:a16="http://schemas.microsoft.com/office/drawing/2014/main" id="{3397B799-6D73-44A5-9F82-2CEBAB896A6A}"/>
                  </a:ext>
                </a:extLst>
              </p:cNvPr>
              <p:cNvSpPr>
                <a:spLocks noEditPoints="1"/>
              </p:cNvSpPr>
              <p:nvPr userDrawn="1"/>
            </p:nvSpPr>
            <p:spPr bwMode="auto">
              <a:xfrm>
                <a:off x="-4461" y="2101"/>
                <a:ext cx="11" cy="11"/>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0" name="Freeform 633">
                <a:extLst>
                  <a:ext uri="{FF2B5EF4-FFF2-40B4-BE49-F238E27FC236}">
                    <a16:creationId xmlns:a16="http://schemas.microsoft.com/office/drawing/2014/main" id="{7DE6261D-537A-4BD3-B867-C43F484E0C07}"/>
                  </a:ext>
                </a:extLst>
              </p:cNvPr>
              <p:cNvSpPr>
                <a:spLocks noEditPoints="1"/>
              </p:cNvSpPr>
              <p:nvPr userDrawn="1"/>
            </p:nvSpPr>
            <p:spPr bwMode="auto">
              <a:xfrm>
                <a:off x="-3919" y="1814"/>
                <a:ext cx="72" cy="7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1" name="Freeform 634">
                <a:extLst>
                  <a:ext uri="{FF2B5EF4-FFF2-40B4-BE49-F238E27FC236}">
                    <a16:creationId xmlns:a16="http://schemas.microsoft.com/office/drawing/2014/main" id="{33440052-8D86-40D5-9755-0F889093B76B}"/>
                  </a:ext>
                </a:extLst>
              </p:cNvPr>
              <p:cNvSpPr>
                <a:spLocks noEditPoints="1"/>
              </p:cNvSpPr>
              <p:nvPr userDrawn="1"/>
            </p:nvSpPr>
            <p:spPr bwMode="auto">
              <a:xfrm>
                <a:off x="-3927" y="1868"/>
                <a:ext cx="17" cy="16"/>
              </a:xfrm>
              <a:custGeom>
                <a:avLst/>
                <a:gdLst>
                  <a:gd name="T0" fmla="*/ 11 w 22"/>
                  <a:gd name="T1" fmla="*/ 15 h 21"/>
                  <a:gd name="T2" fmla="*/ 8 w 22"/>
                  <a:gd name="T3" fmla="*/ 14 h 21"/>
                  <a:gd name="T4" fmla="*/ 6 w 22"/>
                  <a:gd name="T5" fmla="*/ 10 h 21"/>
                  <a:gd name="T6" fmla="*/ 7 w 22"/>
                  <a:gd name="T7" fmla="*/ 7 h 21"/>
                  <a:gd name="T8" fmla="*/ 5 w 22"/>
                  <a:gd name="T9" fmla="*/ 5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5"/>
                      <a:pt x="5" y="5"/>
                      <a:pt x="5" y="5"/>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2" name="Freeform 635">
                <a:extLst>
                  <a:ext uri="{FF2B5EF4-FFF2-40B4-BE49-F238E27FC236}">
                    <a16:creationId xmlns:a16="http://schemas.microsoft.com/office/drawing/2014/main" id="{489E8934-61AA-4E97-BABF-86A9C1F7A329}"/>
                  </a:ext>
                </a:extLst>
              </p:cNvPr>
              <p:cNvSpPr>
                <a:spLocks noEditPoints="1"/>
              </p:cNvSpPr>
              <p:nvPr userDrawn="1"/>
            </p:nvSpPr>
            <p:spPr bwMode="auto">
              <a:xfrm>
                <a:off x="-3937" y="1878"/>
                <a:ext cx="13" cy="13"/>
              </a:xfrm>
              <a:custGeom>
                <a:avLst/>
                <a:gdLst>
                  <a:gd name="T0" fmla="*/ 7 w 17"/>
                  <a:gd name="T1" fmla="*/ 7 h 17"/>
                  <a:gd name="T2" fmla="*/ 9 w 17"/>
                  <a:gd name="T3" fmla="*/ 6 h 17"/>
                  <a:gd name="T4" fmla="*/ 10 w 17"/>
                  <a:gd name="T5" fmla="*/ 6 h 17"/>
                  <a:gd name="T6" fmla="*/ 10 w 17"/>
                  <a:gd name="T7" fmla="*/ 6 h 17"/>
                  <a:gd name="T8" fmla="*/ 11 w 17"/>
                  <a:gd name="T9" fmla="*/ 8 h 17"/>
                  <a:gd name="T10" fmla="*/ 11 w 17"/>
                  <a:gd name="T11" fmla="*/ 10 h 17"/>
                  <a:gd name="T12" fmla="*/ 9 w 17"/>
                  <a:gd name="T13" fmla="*/ 11 h 17"/>
                  <a:gd name="T14" fmla="*/ 7 w 17"/>
                  <a:gd name="T15" fmla="*/ 10 h 17"/>
                  <a:gd name="T16" fmla="*/ 6 w 17"/>
                  <a:gd name="T17" fmla="*/ 8 h 17"/>
                  <a:gd name="T18" fmla="*/ 7 w 17"/>
                  <a:gd name="T19" fmla="*/ 7 h 17"/>
                  <a:gd name="T20" fmla="*/ 7 w 17"/>
                  <a:gd name="T21" fmla="*/ 7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15 w 17"/>
                  <a:gd name="T41" fmla="*/ 13 h 17"/>
                  <a:gd name="T42" fmla="*/ 17 w 17"/>
                  <a:gd name="T43" fmla="*/ 8 h 17"/>
                  <a:gd name="T44" fmla="*/ 14 w 17"/>
                  <a:gd name="T45" fmla="*/ 2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7" y="7"/>
                    </a:moveTo>
                    <a:cubicBezTo>
                      <a:pt x="7" y="6"/>
                      <a:pt x="8" y="6"/>
                      <a:pt x="9" y="6"/>
                    </a:cubicBezTo>
                    <a:cubicBezTo>
                      <a:pt x="9" y="6"/>
                      <a:pt x="10" y="6"/>
                      <a:pt x="10" y="6"/>
                    </a:cubicBezTo>
                    <a:cubicBezTo>
                      <a:pt x="10" y="6"/>
                      <a:pt x="10" y="6"/>
                      <a:pt x="10" y="6"/>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3" name="Freeform 636">
                <a:extLst>
                  <a:ext uri="{FF2B5EF4-FFF2-40B4-BE49-F238E27FC236}">
                    <a16:creationId xmlns:a16="http://schemas.microsoft.com/office/drawing/2014/main" id="{4D228908-D3C9-4CE7-B83D-5F2CACAE82FB}"/>
                  </a:ext>
                </a:extLst>
              </p:cNvPr>
              <p:cNvSpPr>
                <a:spLocks noEditPoints="1"/>
              </p:cNvSpPr>
              <p:nvPr userDrawn="1"/>
            </p:nvSpPr>
            <p:spPr bwMode="auto">
              <a:xfrm>
                <a:off x="-3948" y="1877"/>
                <a:ext cx="11" cy="11"/>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13 w 15"/>
                  <a:gd name="T37" fmla="*/ 11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4" name="Freeform 637">
                <a:extLst>
                  <a:ext uri="{FF2B5EF4-FFF2-40B4-BE49-F238E27FC236}">
                    <a16:creationId xmlns:a16="http://schemas.microsoft.com/office/drawing/2014/main" id="{35F35BCF-CC94-4413-B74F-FB1859DD38EE}"/>
                  </a:ext>
                </a:extLst>
              </p:cNvPr>
              <p:cNvSpPr>
                <a:spLocks noEditPoints="1"/>
              </p:cNvSpPr>
              <p:nvPr userDrawn="1"/>
            </p:nvSpPr>
            <p:spPr bwMode="auto">
              <a:xfrm>
                <a:off x="-4498" y="1110"/>
                <a:ext cx="181" cy="152"/>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8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1 w 241"/>
                  <a:gd name="T83" fmla="*/ 134 h 203"/>
                  <a:gd name="T84" fmla="*/ 51 w 241"/>
                  <a:gd name="T85" fmla="*/ 158 h 203"/>
                  <a:gd name="T86" fmla="*/ 78 w 241"/>
                  <a:gd name="T87" fmla="*/ 177 h 203"/>
                  <a:gd name="T88" fmla="*/ 133 w 241"/>
                  <a:gd name="T89" fmla="*/ 155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8"/>
                    </a:cubicBezTo>
                    <a:cubicBezTo>
                      <a:pt x="175" y="151"/>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5" name="Freeform 638">
                <a:extLst>
                  <a:ext uri="{FF2B5EF4-FFF2-40B4-BE49-F238E27FC236}">
                    <a16:creationId xmlns:a16="http://schemas.microsoft.com/office/drawing/2014/main" id="{68E70613-C926-4F13-A2C3-6EC8E9BB260A}"/>
                  </a:ext>
                </a:extLst>
              </p:cNvPr>
              <p:cNvSpPr>
                <a:spLocks/>
              </p:cNvSpPr>
              <p:nvPr userDrawn="1"/>
            </p:nvSpPr>
            <p:spPr bwMode="auto">
              <a:xfrm>
                <a:off x="-4484" y="120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6" name="Freeform 639">
                <a:extLst>
                  <a:ext uri="{FF2B5EF4-FFF2-40B4-BE49-F238E27FC236}">
                    <a16:creationId xmlns:a16="http://schemas.microsoft.com/office/drawing/2014/main" id="{BB79E294-57B9-4D35-8E77-6790606A3D1F}"/>
                  </a:ext>
                </a:extLst>
              </p:cNvPr>
              <p:cNvSpPr>
                <a:spLocks/>
              </p:cNvSpPr>
              <p:nvPr userDrawn="1"/>
            </p:nvSpPr>
            <p:spPr bwMode="auto">
              <a:xfrm>
                <a:off x="-4338" y="1262"/>
                <a:ext cx="3" cy="6"/>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7" name="Freeform 640">
                <a:extLst>
                  <a:ext uri="{FF2B5EF4-FFF2-40B4-BE49-F238E27FC236}">
                    <a16:creationId xmlns:a16="http://schemas.microsoft.com/office/drawing/2014/main" id="{7408CB7F-6D76-417B-A133-35E93BFC5DE8}"/>
                  </a:ext>
                </a:extLst>
              </p:cNvPr>
              <p:cNvSpPr>
                <a:spLocks noEditPoints="1"/>
              </p:cNvSpPr>
              <p:nvPr userDrawn="1"/>
            </p:nvSpPr>
            <p:spPr bwMode="auto">
              <a:xfrm>
                <a:off x="-4680" y="2017"/>
                <a:ext cx="180" cy="157"/>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9 w 240"/>
                  <a:gd name="T69" fmla="*/ 10 h 209"/>
                  <a:gd name="T70" fmla="*/ 18 w 240"/>
                  <a:gd name="T71" fmla="*/ 66 h 209"/>
                  <a:gd name="T72" fmla="*/ 21 w 240"/>
                  <a:gd name="T73" fmla="*/ 77 h 209"/>
                  <a:gd name="T74" fmla="*/ 2 w 240"/>
                  <a:gd name="T75" fmla="*/ 89 h 209"/>
                  <a:gd name="T76" fmla="*/ 14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7 w 240"/>
                  <a:gd name="T97" fmla="*/ 111 h 209"/>
                  <a:gd name="T98" fmla="*/ 240 w 240"/>
                  <a:gd name="T99" fmla="*/ 80 h 209"/>
                  <a:gd name="T100" fmla="*/ 228 w 240"/>
                  <a:gd name="T101" fmla="*/ 55 h 209"/>
                  <a:gd name="T102" fmla="*/ 215 w 240"/>
                  <a:gd name="T103" fmla="*/ 53 h 209"/>
                  <a:gd name="T104" fmla="*/ 204 w 240"/>
                  <a:gd name="T105" fmla="*/ 48 h 209"/>
                  <a:gd name="T106" fmla="*/ 207 w 240"/>
                  <a:gd name="T107" fmla="*/ 14 h 209"/>
                  <a:gd name="T108" fmla="*/ 195 w 240"/>
                  <a:gd name="T109" fmla="*/ 4 h 209"/>
                  <a:gd name="T110" fmla="*/ 190 w 240"/>
                  <a:gd name="T111" fmla="*/ 2 h 209"/>
                  <a:gd name="T112" fmla="*/ 123 w 240"/>
                  <a:gd name="T113" fmla="*/ 3 h 209"/>
                  <a:gd name="T114" fmla="*/ 121 w 240"/>
                  <a:gd name="T115" fmla="*/ 5 h 209"/>
                  <a:gd name="T116" fmla="*/ 119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8" name="Freeform 641">
                <a:extLst>
                  <a:ext uri="{FF2B5EF4-FFF2-40B4-BE49-F238E27FC236}">
                    <a16:creationId xmlns:a16="http://schemas.microsoft.com/office/drawing/2014/main" id="{EE25F41A-B689-4602-9940-5B0B5F2CD6AD}"/>
                  </a:ext>
                </a:extLst>
              </p:cNvPr>
              <p:cNvSpPr>
                <a:spLocks noEditPoints="1"/>
              </p:cNvSpPr>
              <p:nvPr userDrawn="1"/>
            </p:nvSpPr>
            <p:spPr bwMode="auto">
              <a:xfrm>
                <a:off x="-4306" y="1131"/>
                <a:ext cx="179" cy="124"/>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9" name="Freeform 642">
                <a:extLst>
                  <a:ext uri="{FF2B5EF4-FFF2-40B4-BE49-F238E27FC236}">
                    <a16:creationId xmlns:a16="http://schemas.microsoft.com/office/drawing/2014/main" id="{FD65989F-7779-4515-96FE-45740C77C90E}"/>
                  </a:ext>
                </a:extLst>
              </p:cNvPr>
              <p:cNvSpPr>
                <a:spLocks noEditPoints="1"/>
              </p:cNvSpPr>
              <p:nvPr userDrawn="1"/>
            </p:nvSpPr>
            <p:spPr bwMode="auto">
              <a:xfrm>
                <a:off x="-3688" y="1113"/>
                <a:ext cx="180" cy="124"/>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6 w 239"/>
                  <a:gd name="T59" fmla="*/ 132 h 165"/>
                  <a:gd name="T60" fmla="*/ 104 w 239"/>
                  <a:gd name="T61" fmla="*/ 147 h 165"/>
                  <a:gd name="T62" fmla="*/ 113 w 239"/>
                  <a:gd name="T63" fmla="*/ 129 h 165"/>
                  <a:gd name="T64" fmla="*/ 30 w 239"/>
                  <a:gd name="T65" fmla="*/ 128 h 165"/>
                  <a:gd name="T66" fmla="*/ 30 w 239"/>
                  <a:gd name="T67" fmla="*/ 0 h 165"/>
                  <a:gd name="T68" fmla="*/ 29 w 239"/>
                  <a:gd name="T69" fmla="*/ 0 h 165"/>
                  <a:gd name="T70" fmla="*/ 14 w 239"/>
                  <a:gd name="T71" fmla="*/ 9 h 165"/>
                  <a:gd name="T72" fmla="*/ 0 w 239"/>
                  <a:gd name="T73" fmla="*/ 66 h 165"/>
                  <a:gd name="T74" fmla="*/ 0 w 239"/>
                  <a:gd name="T75" fmla="*/ 68 h 165"/>
                  <a:gd name="T76" fmla="*/ 0 w 239"/>
                  <a:gd name="T77" fmla="*/ 73 h 165"/>
                  <a:gd name="T78" fmla="*/ 4 w 239"/>
                  <a:gd name="T79" fmla="*/ 100 h 165"/>
                  <a:gd name="T80" fmla="*/ 27 w 239"/>
                  <a:gd name="T81" fmla="*/ 133 h 165"/>
                  <a:gd name="T82" fmla="*/ 28 w 239"/>
                  <a:gd name="T83" fmla="*/ 134 h 165"/>
                  <a:gd name="T84" fmla="*/ 103 w 239"/>
                  <a:gd name="T85" fmla="*/ 135 h 165"/>
                  <a:gd name="T86" fmla="*/ 86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8 w 239"/>
                  <a:gd name="T101" fmla="*/ 75 h 165"/>
                  <a:gd name="T102" fmla="*/ 239 w 239"/>
                  <a:gd name="T103" fmla="*/ 64 h 165"/>
                  <a:gd name="T104" fmla="*/ 234 w 239"/>
                  <a:gd name="T105" fmla="*/ 29 h 165"/>
                  <a:gd name="T106" fmla="*/ 225 w 239"/>
                  <a:gd name="T107" fmla="*/ 13 h 165"/>
                  <a:gd name="T108" fmla="*/ 209 w 239"/>
                  <a:gd name="T109" fmla="*/ 3 h 165"/>
                  <a:gd name="T110" fmla="*/ 209 w 239"/>
                  <a:gd name="T111" fmla="*/ 3 h 165"/>
                  <a:gd name="T112" fmla="*/ 208 w 239"/>
                  <a:gd name="T113" fmla="*/ 3 h 165"/>
                  <a:gd name="T114" fmla="*/ 208 w 239"/>
                  <a:gd name="T115" fmla="*/ 6 h 165"/>
                  <a:gd name="T116" fmla="*/ 208 w 239"/>
                  <a:gd name="T117" fmla="*/ 9 h 165"/>
                  <a:gd name="T118" fmla="*/ 208 w 239"/>
                  <a:gd name="T119" fmla="*/ 6 h 165"/>
                  <a:gd name="T120" fmla="*/ 208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0" name="Freeform 643">
                <a:extLst>
                  <a:ext uri="{FF2B5EF4-FFF2-40B4-BE49-F238E27FC236}">
                    <a16:creationId xmlns:a16="http://schemas.microsoft.com/office/drawing/2014/main" id="{1C888065-3880-435C-AB61-A23BCBA40CFD}"/>
                  </a:ext>
                </a:extLst>
              </p:cNvPr>
              <p:cNvSpPr>
                <a:spLocks noEditPoints="1"/>
              </p:cNvSpPr>
              <p:nvPr userDrawn="1"/>
            </p:nvSpPr>
            <p:spPr bwMode="auto">
              <a:xfrm>
                <a:off x="-3665" y="1506"/>
                <a:ext cx="223" cy="201"/>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1" name="Freeform 644">
                <a:extLst>
                  <a:ext uri="{FF2B5EF4-FFF2-40B4-BE49-F238E27FC236}">
                    <a16:creationId xmlns:a16="http://schemas.microsoft.com/office/drawing/2014/main" id="{D47664D9-3448-4BA3-9064-7CE1366A9D46}"/>
                  </a:ext>
                </a:extLst>
              </p:cNvPr>
              <p:cNvSpPr>
                <a:spLocks noEditPoints="1"/>
              </p:cNvSpPr>
              <p:nvPr userDrawn="1"/>
            </p:nvSpPr>
            <p:spPr bwMode="auto">
              <a:xfrm>
                <a:off x="-3665" y="1580"/>
                <a:ext cx="9" cy="36"/>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2" name="Freeform 645">
                <a:extLst>
                  <a:ext uri="{FF2B5EF4-FFF2-40B4-BE49-F238E27FC236}">
                    <a16:creationId xmlns:a16="http://schemas.microsoft.com/office/drawing/2014/main" id="{B6B14251-DCE9-4535-BC71-BEABCBF6864F}"/>
                  </a:ext>
                </a:extLst>
              </p:cNvPr>
              <p:cNvSpPr>
                <a:spLocks noEditPoints="1"/>
              </p:cNvSpPr>
              <p:nvPr userDrawn="1"/>
            </p:nvSpPr>
            <p:spPr bwMode="auto">
              <a:xfrm>
                <a:off x="-4197" y="1241"/>
                <a:ext cx="90" cy="55"/>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3" name="Freeform 646">
                <a:extLst>
                  <a:ext uri="{FF2B5EF4-FFF2-40B4-BE49-F238E27FC236}">
                    <a16:creationId xmlns:a16="http://schemas.microsoft.com/office/drawing/2014/main" id="{22278146-03BC-411A-B3EE-D688C3BEFD3A}"/>
                  </a:ext>
                </a:extLst>
              </p:cNvPr>
              <p:cNvSpPr>
                <a:spLocks noEditPoints="1"/>
              </p:cNvSpPr>
              <p:nvPr userDrawn="1"/>
            </p:nvSpPr>
            <p:spPr bwMode="auto">
              <a:xfrm>
                <a:off x="-4819" y="1358"/>
                <a:ext cx="112" cy="68"/>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4" name="Freeform 647">
                <a:extLst>
                  <a:ext uri="{FF2B5EF4-FFF2-40B4-BE49-F238E27FC236}">
                    <a16:creationId xmlns:a16="http://schemas.microsoft.com/office/drawing/2014/main" id="{95FEB3FC-446F-4BB1-B070-6BBA31C0C83C}"/>
                  </a:ext>
                </a:extLst>
              </p:cNvPr>
              <p:cNvSpPr>
                <a:spLocks noEditPoints="1"/>
              </p:cNvSpPr>
              <p:nvPr userDrawn="1"/>
            </p:nvSpPr>
            <p:spPr bwMode="auto">
              <a:xfrm>
                <a:off x="-4000" y="1712"/>
                <a:ext cx="89" cy="55"/>
              </a:xfrm>
              <a:custGeom>
                <a:avLst/>
                <a:gdLst>
                  <a:gd name="T0" fmla="*/ 33 w 119"/>
                  <a:gd name="T1" fmla="*/ 19 h 73"/>
                  <a:gd name="T2" fmla="*/ 33 w 119"/>
                  <a:gd name="T3" fmla="*/ 19 h 73"/>
                  <a:gd name="T4" fmla="*/ 49 w 119"/>
                  <a:gd name="T5" fmla="*/ 6 h 73"/>
                  <a:gd name="T6" fmla="*/ 101 w 119"/>
                  <a:gd name="T7" fmla="*/ 6 h 73"/>
                  <a:gd name="T8" fmla="*/ 107 w 119"/>
                  <a:gd name="T9" fmla="*/ 9 h 73"/>
                  <a:gd name="T10" fmla="*/ 111 w 119"/>
                  <a:gd name="T11" fmla="*/ 14 h 73"/>
                  <a:gd name="T12" fmla="*/ 113 w 119"/>
                  <a:gd name="T13" fmla="*/ 20 h 73"/>
                  <a:gd name="T14" fmla="*/ 113 w 119"/>
                  <a:gd name="T15" fmla="*/ 57 h 73"/>
                  <a:gd name="T16" fmla="*/ 110 w 119"/>
                  <a:gd name="T17" fmla="*/ 62 h 73"/>
                  <a:gd name="T18" fmla="*/ 106 w 119"/>
                  <a:gd name="T19" fmla="*/ 65 h 73"/>
                  <a:gd name="T20" fmla="*/ 102 w 119"/>
                  <a:gd name="T21" fmla="*/ 67 h 73"/>
                  <a:gd name="T22" fmla="*/ 42 w 119"/>
                  <a:gd name="T23" fmla="*/ 67 h 73"/>
                  <a:gd name="T24" fmla="*/ 37 w 119"/>
                  <a:gd name="T25" fmla="*/ 65 h 73"/>
                  <a:gd name="T26" fmla="*/ 34 w 119"/>
                  <a:gd name="T27" fmla="*/ 62 h 73"/>
                  <a:gd name="T28" fmla="*/ 33 w 119"/>
                  <a:gd name="T29" fmla="*/ 55 h 73"/>
                  <a:gd name="T30" fmla="*/ 33 w 119"/>
                  <a:gd name="T31" fmla="*/ 53 h 73"/>
                  <a:gd name="T32" fmla="*/ 33 w 119"/>
                  <a:gd name="T33" fmla="*/ 51 h 73"/>
                  <a:gd name="T34" fmla="*/ 21 w 119"/>
                  <a:gd name="T35" fmla="*/ 37 h 73"/>
                  <a:gd name="T36" fmla="*/ 33 w 119"/>
                  <a:gd name="T37" fmla="*/ 43 h 73"/>
                  <a:gd name="T38" fmla="*/ 34 w 119"/>
                  <a:gd name="T39" fmla="*/ 19 h 73"/>
                  <a:gd name="T40" fmla="*/ 37 w 119"/>
                  <a:gd name="T41" fmla="*/ 13 h 73"/>
                  <a:gd name="T42" fmla="*/ 49 w 119"/>
                  <a:gd name="T43" fmla="*/ 6 h 73"/>
                  <a:gd name="T44" fmla="*/ 102 w 119"/>
                  <a:gd name="T45" fmla="*/ 0 h 73"/>
                  <a:gd name="T46" fmla="*/ 49 w 119"/>
                  <a:gd name="T47" fmla="*/ 0 h 73"/>
                  <a:gd name="T48" fmla="*/ 48 w 119"/>
                  <a:gd name="T49" fmla="*/ 0 h 73"/>
                  <a:gd name="T50" fmla="*/ 31 w 119"/>
                  <a:gd name="T51" fmla="*/ 10 h 73"/>
                  <a:gd name="T52" fmla="*/ 28 w 119"/>
                  <a:gd name="T53" fmla="*/ 18 h 73"/>
                  <a:gd name="T54" fmla="*/ 28 w 119"/>
                  <a:gd name="T55" fmla="*/ 19 h 73"/>
                  <a:gd name="T56" fmla="*/ 28 w 119"/>
                  <a:gd name="T57" fmla="*/ 33 h 73"/>
                  <a:gd name="T58" fmla="*/ 0 w 119"/>
                  <a:gd name="T59" fmla="*/ 20 h 73"/>
                  <a:gd name="T60" fmla="*/ 27 w 119"/>
                  <a:gd name="T61" fmla="*/ 53 h 73"/>
                  <a:gd name="T62" fmla="*/ 27 w 119"/>
                  <a:gd name="T63" fmla="*/ 55 h 73"/>
                  <a:gd name="T64" fmla="*/ 29 w 119"/>
                  <a:gd name="T65" fmla="*/ 65 h 73"/>
                  <a:gd name="T66" fmla="*/ 37 w 119"/>
                  <a:gd name="T67" fmla="*/ 72 h 73"/>
                  <a:gd name="T68" fmla="*/ 41 w 119"/>
                  <a:gd name="T69" fmla="*/ 73 h 73"/>
                  <a:gd name="T70" fmla="*/ 42 w 119"/>
                  <a:gd name="T71" fmla="*/ 73 h 73"/>
                  <a:gd name="T72" fmla="*/ 102 w 119"/>
                  <a:gd name="T73" fmla="*/ 73 h 73"/>
                  <a:gd name="T74" fmla="*/ 102 w 119"/>
                  <a:gd name="T75" fmla="*/ 73 h 73"/>
                  <a:gd name="T76" fmla="*/ 110 w 119"/>
                  <a:gd name="T77" fmla="*/ 70 h 73"/>
                  <a:gd name="T78" fmla="*/ 117 w 119"/>
                  <a:gd name="T79" fmla="*/ 63 h 73"/>
                  <a:gd name="T80" fmla="*/ 119 w 119"/>
                  <a:gd name="T81" fmla="*/ 59 h 73"/>
                  <a:gd name="T82" fmla="*/ 119 w 119"/>
                  <a:gd name="T83" fmla="*/ 58 h 73"/>
                  <a:gd name="T84" fmla="*/ 119 w 119"/>
                  <a:gd name="T85" fmla="*/ 20 h 73"/>
                  <a:gd name="T86" fmla="*/ 119 w 119"/>
                  <a:gd name="T87" fmla="*/ 20 h 73"/>
                  <a:gd name="T88" fmla="*/ 116 w 119"/>
                  <a:gd name="T89" fmla="*/ 10 h 73"/>
                  <a:gd name="T90" fmla="*/ 107 w 119"/>
                  <a:gd name="T91" fmla="*/ 2 h 73"/>
                  <a:gd name="T92" fmla="*/ 102 w 119"/>
                  <a:gd name="T93" fmla="*/ 0 h 73"/>
                  <a:gd name="T94" fmla="*/ 102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5" name="Freeform 648">
                <a:extLst>
                  <a:ext uri="{FF2B5EF4-FFF2-40B4-BE49-F238E27FC236}">
                    <a16:creationId xmlns:a16="http://schemas.microsoft.com/office/drawing/2014/main" id="{2A72D17F-634E-414C-A41F-C817BC2A6C9E}"/>
                  </a:ext>
                </a:extLst>
              </p:cNvPr>
              <p:cNvSpPr>
                <a:spLocks noEditPoints="1"/>
              </p:cNvSpPr>
              <p:nvPr userDrawn="1"/>
            </p:nvSpPr>
            <p:spPr bwMode="auto">
              <a:xfrm>
                <a:off x="-4607" y="1491"/>
                <a:ext cx="87" cy="54"/>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6" name="Freeform 649">
                <a:extLst>
                  <a:ext uri="{FF2B5EF4-FFF2-40B4-BE49-F238E27FC236}">
                    <a16:creationId xmlns:a16="http://schemas.microsoft.com/office/drawing/2014/main" id="{A21156A4-C824-4998-BDD7-39BA52CF4DCA}"/>
                  </a:ext>
                </a:extLst>
              </p:cNvPr>
              <p:cNvSpPr>
                <a:spLocks noEditPoints="1"/>
              </p:cNvSpPr>
              <p:nvPr userDrawn="1"/>
            </p:nvSpPr>
            <p:spPr bwMode="auto">
              <a:xfrm>
                <a:off x="-4030" y="1108"/>
                <a:ext cx="133" cy="83"/>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1 w 177"/>
                  <a:gd name="T17" fmla="*/ 104 h 110"/>
                  <a:gd name="T18" fmla="*/ 58 w 177"/>
                  <a:gd name="T19" fmla="*/ 104 h 110"/>
                  <a:gd name="T20" fmla="*/ 58 w 177"/>
                  <a:gd name="T21" fmla="*/ 104 h 110"/>
                  <a:gd name="T22" fmla="*/ 58 w 177"/>
                  <a:gd name="T23" fmla="*/ 104 h 110"/>
                  <a:gd name="T24" fmla="*/ 58 w 177"/>
                  <a:gd name="T25" fmla="*/ 104 h 110"/>
                  <a:gd name="T26" fmla="*/ 50 w 177"/>
                  <a:gd name="T27" fmla="*/ 101 h 110"/>
                  <a:gd name="T28" fmla="*/ 45 w 177"/>
                  <a:gd name="T29" fmla="*/ 95 h 110"/>
                  <a:gd name="T30" fmla="*/ 43 w 177"/>
                  <a:gd name="T31" fmla="*/ 84 h 110"/>
                  <a:gd name="T32" fmla="*/ 43 w 177"/>
                  <a:gd name="T33" fmla="*/ 80 h 110"/>
                  <a:gd name="T34" fmla="*/ 43 w 177"/>
                  <a:gd name="T35" fmla="*/ 79 h 110"/>
                  <a:gd name="T36" fmla="*/ 21 w 177"/>
                  <a:gd name="T37" fmla="*/ 51 h 110"/>
                  <a:gd name="T38" fmla="*/ 44 w 177"/>
                  <a:gd name="T39" fmla="*/ 62 h 110"/>
                  <a:gd name="T40" fmla="*/ 45 w 177"/>
                  <a:gd name="T41" fmla="*/ 28 h 110"/>
                  <a:gd name="T42" fmla="*/ 49 w 177"/>
                  <a:gd name="T43" fmla="*/ 18 h 110"/>
                  <a:gd name="T44" fmla="*/ 70 w 177"/>
                  <a:gd name="T45" fmla="*/ 6 h 110"/>
                  <a:gd name="T46" fmla="*/ 151 w 177"/>
                  <a:gd name="T47" fmla="*/ 0 h 110"/>
                  <a:gd name="T48" fmla="*/ 70 w 177"/>
                  <a:gd name="T49" fmla="*/ 0 h 110"/>
                  <a:gd name="T50" fmla="*/ 69 w 177"/>
                  <a:gd name="T51" fmla="*/ 0 h 110"/>
                  <a:gd name="T52" fmla="*/ 44 w 177"/>
                  <a:gd name="T53" fmla="*/ 15 h 110"/>
                  <a:gd name="T54" fmla="*/ 39 w 177"/>
                  <a:gd name="T55" fmla="*/ 27 h 110"/>
                  <a:gd name="T56" fmla="*/ 39 w 177"/>
                  <a:gd name="T57" fmla="*/ 28 h 110"/>
                  <a:gd name="T58" fmla="*/ 38 w 177"/>
                  <a:gd name="T59" fmla="*/ 52 h 110"/>
                  <a:gd name="T60" fmla="*/ 0 w 177"/>
                  <a:gd name="T61" fmla="*/ 34 h 110"/>
                  <a:gd name="T62" fmla="*/ 37 w 177"/>
                  <a:gd name="T63" fmla="*/ 81 h 110"/>
                  <a:gd name="T64" fmla="*/ 37 w 177"/>
                  <a:gd name="T65" fmla="*/ 84 h 110"/>
                  <a:gd name="T66" fmla="*/ 40 w 177"/>
                  <a:gd name="T67" fmla="*/ 98 h 110"/>
                  <a:gd name="T68" fmla="*/ 51 w 177"/>
                  <a:gd name="T69" fmla="*/ 108 h 110"/>
                  <a:gd name="T70" fmla="*/ 58 w 177"/>
                  <a:gd name="T71" fmla="*/ 110 h 110"/>
                  <a:gd name="T72" fmla="*/ 58 w 177"/>
                  <a:gd name="T73" fmla="*/ 110 h 110"/>
                  <a:gd name="T74" fmla="*/ 152 w 177"/>
                  <a:gd name="T75" fmla="*/ 110 h 110"/>
                  <a:gd name="T76" fmla="*/ 152 w 177"/>
                  <a:gd name="T77" fmla="*/ 110 h 110"/>
                  <a:gd name="T78" fmla="*/ 163 w 177"/>
                  <a:gd name="T79" fmla="*/ 106 h 110"/>
                  <a:gd name="T80" fmla="*/ 173 w 177"/>
                  <a:gd name="T81" fmla="*/ 95 h 110"/>
                  <a:gd name="T82" fmla="*/ 176 w 177"/>
                  <a:gd name="T83" fmla="*/ 89 h 110"/>
                  <a:gd name="T84" fmla="*/ 177 w 177"/>
                  <a:gd name="T85" fmla="*/ 88 h 110"/>
                  <a:gd name="T86" fmla="*/ 177 w 177"/>
                  <a:gd name="T87" fmla="*/ 29 h 110"/>
                  <a:gd name="T88" fmla="*/ 177 w 177"/>
                  <a:gd name="T89" fmla="*/ 29 h 110"/>
                  <a:gd name="T90" fmla="*/ 173 w 177"/>
                  <a:gd name="T91" fmla="*/ 16 h 110"/>
                  <a:gd name="T92" fmla="*/ 159 w 177"/>
                  <a:gd name="T93" fmla="*/ 4 h 110"/>
                  <a:gd name="T94" fmla="*/ 152 w 177"/>
                  <a:gd name="T95" fmla="*/ 0 h 110"/>
                  <a:gd name="T96" fmla="*/ 151 w 177"/>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0">
                    <a:moveTo>
                      <a:pt x="70" y="6"/>
                    </a:moveTo>
                    <a:cubicBezTo>
                      <a:pt x="150" y="6"/>
                      <a:pt x="150" y="6"/>
                      <a:pt x="150" y="6"/>
                    </a:cubicBezTo>
                    <a:cubicBezTo>
                      <a:pt x="152" y="6"/>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2"/>
                      <a:pt x="155" y="103"/>
                      <a:pt x="151" y="104"/>
                    </a:cubicBezTo>
                    <a:cubicBezTo>
                      <a:pt x="58" y="104"/>
                      <a:pt x="58" y="104"/>
                      <a:pt x="58" y="104"/>
                    </a:cubicBezTo>
                    <a:cubicBezTo>
                      <a:pt x="58" y="104"/>
                      <a:pt x="58" y="104"/>
                      <a:pt x="58" y="104"/>
                    </a:cubicBezTo>
                    <a:cubicBezTo>
                      <a:pt x="58" y="104"/>
                      <a:pt x="58" y="104"/>
                      <a:pt x="58"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8"/>
                      <a:pt x="177" y="88"/>
                      <a:pt x="177" y="88"/>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7" name="Freeform 650">
                <a:extLst>
                  <a:ext uri="{FF2B5EF4-FFF2-40B4-BE49-F238E27FC236}">
                    <a16:creationId xmlns:a16="http://schemas.microsoft.com/office/drawing/2014/main" id="{B0D9777C-1032-4899-B70E-C2FF93D67BB6}"/>
                  </a:ext>
                </a:extLst>
              </p:cNvPr>
              <p:cNvSpPr>
                <a:spLocks noEditPoints="1"/>
              </p:cNvSpPr>
              <p:nvPr userDrawn="1"/>
            </p:nvSpPr>
            <p:spPr bwMode="auto">
              <a:xfrm>
                <a:off x="-4110" y="1201"/>
                <a:ext cx="318" cy="96"/>
              </a:xfrm>
              <a:custGeom>
                <a:avLst/>
                <a:gdLst>
                  <a:gd name="T0" fmla="*/ 91 w 425"/>
                  <a:gd name="T1" fmla="*/ 25 h 128"/>
                  <a:gd name="T2" fmla="*/ 345 w 425"/>
                  <a:gd name="T3" fmla="*/ 6 h 128"/>
                  <a:gd name="T4" fmla="*/ 371 w 425"/>
                  <a:gd name="T5" fmla="*/ 7 h 128"/>
                  <a:gd name="T6" fmla="*/ 373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345 w 425"/>
                  <a:gd name="T43" fmla="*/ 0 h 128"/>
                  <a:gd name="T44" fmla="*/ 83 w 425"/>
                  <a:gd name="T45" fmla="*/ 20 h 128"/>
                  <a:gd name="T46" fmla="*/ 38 w 425"/>
                  <a:gd name="T47" fmla="*/ 42 h 128"/>
                  <a:gd name="T48" fmla="*/ 30 w 425"/>
                  <a:gd name="T49" fmla="*/ 74 h 128"/>
                  <a:gd name="T50" fmla="*/ 30 w 425"/>
                  <a:gd name="T51" fmla="*/ 74 h 128"/>
                  <a:gd name="T52" fmla="*/ 49 w 425"/>
                  <a:gd name="T53" fmla="*/ 105 h 128"/>
                  <a:gd name="T54" fmla="*/ 0 w 425"/>
                  <a:gd name="T55" fmla="*/ 128 h 128"/>
                  <a:gd name="T56" fmla="*/ 39 w 425"/>
                  <a:gd name="T57" fmla="*/ 124 h 128"/>
                  <a:gd name="T58" fmla="*/ 91 w 425"/>
                  <a:gd name="T59" fmla="*/ 119 h 128"/>
                  <a:gd name="T60" fmla="*/ 101 w 425"/>
                  <a:gd name="T61" fmla="*/ 118 h 128"/>
                  <a:gd name="T62" fmla="*/ 101 w 425"/>
                  <a:gd name="T63" fmla="*/ 118 h 128"/>
                  <a:gd name="T64" fmla="*/ 368 w 425"/>
                  <a:gd name="T65" fmla="*/ 113 h 128"/>
                  <a:gd name="T66" fmla="*/ 396 w 425"/>
                  <a:gd name="T67" fmla="*/ 103 h 128"/>
                  <a:gd name="T68" fmla="*/ 425 w 425"/>
                  <a:gd name="T69" fmla="*/ 46 h 128"/>
                  <a:gd name="T70" fmla="*/ 417 w 425"/>
                  <a:gd name="T71" fmla="*/ 22 h 128"/>
                  <a:gd name="T72" fmla="*/ 373 w 425"/>
                  <a:gd name="T73" fmla="*/ 1 h 128"/>
                  <a:gd name="T74" fmla="*/ 372 w 425"/>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3" y="7"/>
                      <a:pt x="373" y="7"/>
                      <a:pt x="373"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4" y="19"/>
                      <a:pt x="83" y="20"/>
                    </a:cubicBezTo>
                    <a:cubicBezTo>
                      <a:pt x="81" y="20"/>
                      <a:pt x="69" y="21"/>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8" name="Freeform 651">
                <a:extLst>
                  <a:ext uri="{FF2B5EF4-FFF2-40B4-BE49-F238E27FC236}">
                    <a16:creationId xmlns:a16="http://schemas.microsoft.com/office/drawing/2014/main" id="{A355BE71-E4DE-44B8-A4F4-A1A91B8E25E5}"/>
                  </a:ext>
                </a:extLst>
              </p:cNvPr>
              <p:cNvSpPr>
                <a:spLocks/>
              </p:cNvSpPr>
              <p:nvPr userDrawn="1"/>
            </p:nvSpPr>
            <p:spPr bwMode="auto">
              <a:xfrm>
                <a:off x="-4812" y="1249"/>
                <a:ext cx="318" cy="95"/>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9" name="Freeform 652">
                <a:extLst>
                  <a:ext uri="{FF2B5EF4-FFF2-40B4-BE49-F238E27FC236}">
                    <a16:creationId xmlns:a16="http://schemas.microsoft.com/office/drawing/2014/main" id="{D2717D79-E5D7-4527-B42D-98B8C76BED87}"/>
                  </a:ext>
                </a:extLst>
              </p:cNvPr>
              <p:cNvSpPr>
                <a:spLocks noEditPoints="1"/>
              </p:cNvSpPr>
              <p:nvPr userDrawn="1"/>
            </p:nvSpPr>
            <p:spPr bwMode="auto">
              <a:xfrm>
                <a:off x="-4531" y="1250"/>
                <a:ext cx="25" cy="10"/>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0" name="Freeform 653">
                <a:extLst>
                  <a:ext uri="{FF2B5EF4-FFF2-40B4-BE49-F238E27FC236}">
                    <a16:creationId xmlns:a16="http://schemas.microsoft.com/office/drawing/2014/main" id="{4061217A-DCA8-4926-9A4E-83C130141DDA}"/>
                  </a:ext>
                </a:extLst>
              </p:cNvPr>
              <p:cNvSpPr>
                <a:spLocks noEditPoints="1"/>
              </p:cNvSpPr>
              <p:nvPr userDrawn="1"/>
            </p:nvSpPr>
            <p:spPr bwMode="auto">
              <a:xfrm>
                <a:off x="-4536" y="1536"/>
                <a:ext cx="318" cy="96"/>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1 w 425"/>
                  <a:gd name="T45" fmla="*/ 112 h 128"/>
                  <a:gd name="T46" fmla="*/ 57 w 425"/>
                  <a:gd name="T47" fmla="*/ 116 h 128"/>
                  <a:gd name="T48" fmla="*/ 72 w 425"/>
                  <a:gd name="T49" fmla="*/ 105 h 128"/>
                  <a:gd name="T50" fmla="*/ 39 w 425"/>
                  <a:gd name="T51" fmla="*/ 83 h 128"/>
                  <a:gd name="T52" fmla="*/ 36 w 425"/>
                  <a:gd name="T53" fmla="*/ 74 h 128"/>
                  <a:gd name="T54" fmla="*/ 36 w 425"/>
                  <a:gd name="T55" fmla="*/ 74 h 128"/>
                  <a:gd name="T56" fmla="*/ 43 w 425"/>
                  <a:gd name="T57" fmla="*/ 45 h 128"/>
                  <a:gd name="T58" fmla="*/ 79 w 425"/>
                  <a:gd name="T59" fmla="*/ 26 h 128"/>
                  <a:gd name="T60" fmla="*/ 83 w 425"/>
                  <a:gd name="T61" fmla="*/ 25 h 128"/>
                  <a:gd name="T62" fmla="*/ 83 w 425"/>
                  <a:gd name="T63" fmla="*/ 25 h 128"/>
                  <a:gd name="T64" fmla="*/ 91 w 425"/>
                  <a:gd name="T65" fmla="*/ 25 h 128"/>
                  <a:gd name="T66" fmla="*/ 210 w 425"/>
                  <a:gd name="T67" fmla="*/ 7 h 128"/>
                  <a:gd name="T68" fmla="*/ 220 w 425"/>
                  <a:gd name="T69" fmla="*/ 7 h 128"/>
                  <a:gd name="T70" fmla="*/ 345 w 425"/>
                  <a:gd name="T71" fmla="*/ 6 h 128"/>
                  <a:gd name="T72" fmla="*/ 371 w 425"/>
                  <a:gd name="T73" fmla="*/ 7 h 128"/>
                  <a:gd name="T74" fmla="*/ 373 w 425"/>
                  <a:gd name="T75" fmla="*/ 7 h 128"/>
                  <a:gd name="T76" fmla="*/ 409 w 425"/>
                  <a:gd name="T77" fmla="*/ 15 h 128"/>
                  <a:gd name="T78" fmla="*/ 409 w 425"/>
                  <a:gd name="T79" fmla="*/ 14 h 128"/>
                  <a:gd name="T80" fmla="*/ 373 w 425"/>
                  <a:gd name="T81" fmla="*/ 1 h 128"/>
                  <a:gd name="T82" fmla="*/ 345 w 425"/>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5" h="128">
                    <a:moveTo>
                      <a:pt x="210" y="7"/>
                    </a:moveTo>
                    <a:cubicBezTo>
                      <a:pt x="201" y="8"/>
                      <a:pt x="192" y="9"/>
                      <a:pt x="184" y="10"/>
                    </a:cubicBezTo>
                    <a:cubicBezTo>
                      <a:pt x="130" y="14"/>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1" name="Freeform 654">
                <a:extLst>
                  <a:ext uri="{FF2B5EF4-FFF2-40B4-BE49-F238E27FC236}">
                    <a16:creationId xmlns:a16="http://schemas.microsoft.com/office/drawing/2014/main" id="{2ECAE6D6-4974-410E-9472-089F2F5CC28A}"/>
                  </a:ext>
                </a:extLst>
              </p:cNvPr>
              <p:cNvSpPr>
                <a:spLocks noEditPoints="1"/>
              </p:cNvSpPr>
              <p:nvPr userDrawn="1"/>
            </p:nvSpPr>
            <p:spPr bwMode="auto">
              <a:xfrm>
                <a:off x="-3752" y="1620"/>
                <a:ext cx="60" cy="207"/>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2" name="Freeform 655">
                <a:extLst>
                  <a:ext uri="{FF2B5EF4-FFF2-40B4-BE49-F238E27FC236}">
                    <a16:creationId xmlns:a16="http://schemas.microsoft.com/office/drawing/2014/main" id="{931965A4-F821-456B-A0E0-350C016C9501}"/>
                  </a:ext>
                </a:extLst>
              </p:cNvPr>
              <p:cNvSpPr>
                <a:spLocks noEditPoints="1"/>
              </p:cNvSpPr>
              <p:nvPr userDrawn="1"/>
            </p:nvSpPr>
            <p:spPr bwMode="auto">
              <a:xfrm>
                <a:off x="-3724" y="1247"/>
                <a:ext cx="60" cy="207"/>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5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3" name="Freeform 656">
                <a:extLst>
                  <a:ext uri="{FF2B5EF4-FFF2-40B4-BE49-F238E27FC236}">
                    <a16:creationId xmlns:a16="http://schemas.microsoft.com/office/drawing/2014/main" id="{27C22257-9878-4497-8B72-746DA9765302}"/>
                  </a:ext>
                </a:extLst>
              </p:cNvPr>
              <p:cNvSpPr>
                <a:spLocks noEditPoints="1"/>
              </p:cNvSpPr>
              <p:nvPr userDrawn="1"/>
            </p:nvSpPr>
            <p:spPr bwMode="auto">
              <a:xfrm>
                <a:off x="-4088" y="1912"/>
                <a:ext cx="319" cy="96"/>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4" name="Freeform 657">
                <a:extLst>
                  <a:ext uri="{FF2B5EF4-FFF2-40B4-BE49-F238E27FC236}">
                    <a16:creationId xmlns:a16="http://schemas.microsoft.com/office/drawing/2014/main" id="{AE2754FE-CE44-4A9D-8ED5-24210BC6273E}"/>
                  </a:ext>
                </a:extLst>
              </p:cNvPr>
              <p:cNvSpPr>
                <a:spLocks/>
              </p:cNvSpPr>
              <p:nvPr userDrawn="1"/>
            </p:nvSpPr>
            <p:spPr bwMode="auto">
              <a:xfrm>
                <a:off x="-3784" y="1981"/>
                <a:ext cx="2"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5" name="Freeform 658">
                <a:extLst>
                  <a:ext uri="{FF2B5EF4-FFF2-40B4-BE49-F238E27FC236}">
                    <a16:creationId xmlns:a16="http://schemas.microsoft.com/office/drawing/2014/main" id="{4AB917FE-EC63-4684-9ADC-F317FFB68BF2}"/>
                  </a:ext>
                </a:extLst>
              </p:cNvPr>
              <p:cNvSpPr>
                <a:spLocks noEditPoints="1"/>
              </p:cNvSpPr>
              <p:nvPr userDrawn="1"/>
            </p:nvSpPr>
            <p:spPr bwMode="auto">
              <a:xfrm>
                <a:off x="-3815" y="1280"/>
                <a:ext cx="74" cy="23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5 w 99"/>
                  <a:gd name="T13" fmla="*/ 6 h 313"/>
                  <a:gd name="T14" fmla="*/ 59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2 w 99"/>
                  <a:gd name="T43" fmla="*/ 157 h 313"/>
                  <a:gd name="T44" fmla="*/ 7 w 99"/>
                  <a:gd name="T45" fmla="*/ 40 h 313"/>
                  <a:gd name="T46" fmla="*/ 7 w 99"/>
                  <a:gd name="T47" fmla="*/ 39 h 313"/>
                  <a:gd name="T48" fmla="*/ 17 w 99"/>
                  <a:gd name="T49" fmla="*/ 6 h 313"/>
                  <a:gd name="T50" fmla="*/ 1 w 99"/>
                  <a:gd name="T51" fmla="*/ 39 h 313"/>
                  <a:gd name="T52" fmla="*/ 1 w 99"/>
                  <a:gd name="T53" fmla="*/ 40 h 313"/>
                  <a:gd name="T54" fmla="*/ 8 w 99"/>
                  <a:gd name="T55" fmla="*/ 173 h 313"/>
                  <a:gd name="T56" fmla="*/ 21 w 99"/>
                  <a:gd name="T57" fmla="*/ 266 h 313"/>
                  <a:gd name="T58" fmla="*/ 55 w 99"/>
                  <a:gd name="T59" fmla="*/ 285 h 313"/>
                  <a:gd name="T60" fmla="*/ 57 w 99"/>
                  <a:gd name="T61" fmla="*/ 285 h 313"/>
                  <a:gd name="T62" fmla="*/ 57 w 99"/>
                  <a:gd name="T63" fmla="*/ 285 h 313"/>
                  <a:gd name="T64" fmla="*/ 81 w 99"/>
                  <a:gd name="T65" fmla="*/ 271 h 313"/>
                  <a:gd name="T66" fmla="*/ 99 w 99"/>
                  <a:gd name="T67" fmla="*/ 313 h 313"/>
                  <a:gd name="T68" fmla="*/ 95 w 99"/>
                  <a:gd name="T69" fmla="*/ 278 h 313"/>
                  <a:gd name="T70" fmla="*/ 91 w 99"/>
                  <a:gd name="T71" fmla="*/ 240 h 313"/>
                  <a:gd name="T72" fmla="*/ 91 w 99"/>
                  <a:gd name="T73" fmla="*/ 233 h 313"/>
                  <a:gd name="T74" fmla="*/ 85 w 99"/>
                  <a:gd name="T75" fmla="*/ 42 h 313"/>
                  <a:gd name="T76" fmla="*/ 78 w 99"/>
                  <a:gd name="T77" fmla="*/ 21 h 313"/>
                  <a:gd name="T78" fmla="*/ 35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2"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6" name="Freeform 659">
                <a:extLst>
                  <a:ext uri="{FF2B5EF4-FFF2-40B4-BE49-F238E27FC236}">
                    <a16:creationId xmlns:a16="http://schemas.microsoft.com/office/drawing/2014/main" id="{F0D559D8-C3C9-4A35-8CA1-13C2DFA3888F}"/>
                  </a:ext>
                </a:extLst>
              </p:cNvPr>
              <p:cNvSpPr>
                <a:spLocks noEditPoints="1"/>
              </p:cNvSpPr>
              <p:nvPr userDrawn="1"/>
            </p:nvSpPr>
            <p:spPr bwMode="auto">
              <a:xfrm>
                <a:off x="-4920" y="1285"/>
                <a:ext cx="87" cy="27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40 w 116"/>
                  <a:gd name="T19" fmla="*/ 6 h 365"/>
                  <a:gd name="T20" fmla="*/ 40 w 116"/>
                  <a:gd name="T21" fmla="*/ 6 h 365"/>
                  <a:gd name="T22" fmla="*/ 40 w 116"/>
                  <a:gd name="T23" fmla="*/ 6 h 365"/>
                  <a:gd name="T24" fmla="*/ 90 w 116"/>
                  <a:gd name="T25" fmla="*/ 36 h 365"/>
                  <a:gd name="T26" fmla="*/ 94 w 116"/>
                  <a:gd name="T27" fmla="*/ 48 h 365"/>
                  <a:gd name="T28" fmla="*/ 94 w 116"/>
                  <a:gd name="T29" fmla="*/ 49 h 365"/>
                  <a:gd name="T30" fmla="*/ 100 w 116"/>
                  <a:gd name="T31" fmla="*/ 276 h 365"/>
                  <a:gd name="T32" fmla="*/ 104 w 116"/>
                  <a:gd name="T33" fmla="*/ 310 h 365"/>
                  <a:gd name="T34" fmla="*/ 94 w 116"/>
                  <a:gd name="T35" fmla="*/ 301 h 365"/>
                  <a:gd name="T36" fmla="*/ 75 w 116"/>
                  <a:gd name="T37" fmla="*/ 328 h 365"/>
                  <a:gd name="T38" fmla="*/ 67 w 116"/>
                  <a:gd name="T39" fmla="*/ 330 h 365"/>
                  <a:gd name="T40" fmla="*/ 67 w 116"/>
                  <a:gd name="T41" fmla="*/ 331 h 365"/>
                  <a:gd name="T42" fmla="*/ 42 w 116"/>
                  <a:gd name="T43" fmla="*/ 324 h 365"/>
                  <a:gd name="T44" fmla="*/ 25 w 116"/>
                  <a:gd name="T45" fmla="*/ 295 h 365"/>
                  <a:gd name="T46" fmla="*/ 24 w 116"/>
                  <a:gd name="T47" fmla="*/ 292 h 365"/>
                  <a:gd name="T48" fmla="*/ 24 w 116"/>
                  <a:gd name="T49" fmla="*/ 291 h 365"/>
                  <a:gd name="T50" fmla="*/ 39 w 116"/>
                  <a:gd name="T51" fmla="*/ 0 h 365"/>
                  <a:gd name="T52" fmla="*/ 1 w 116"/>
                  <a:gd name="T53" fmla="*/ 45 h 365"/>
                  <a:gd name="T54" fmla="*/ 0 w 116"/>
                  <a:gd name="T55" fmla="*/ 66 h 365"/>
                  <a:gd name="T56" fmla="*/ 18 w 116"/>
                  <a:gd name="T57" fmla="*/ 292 h 365"/>
                  <a:gd name="T58" fmla="*/ 39 w 116"/>
                  <a:gd name="T59" fmla="*/ 329 h 365"/>
                  <a:gd name="T60" fmla="*/ 64 w 116"/>
                  <a:gd name="T61" fmla="*/ 337 h 365"/>
                  <a:gd name="T62" fmla="*/ 67 w 116"/>
                  <a:gd name="T63" fmla="*/ 336 h 365"/>
                  <a:gd name="T64" fmla="*/ 84 w 116"/>
                  <a:gd name="T65" fmla="*/ 331 h 365"/>
                  <a:gd name="T66" fmla="*/ 98 w 116"/>
                  <a:gd name="T67" fmla="*/ 313 h 365"/>
                  <a:gd name="T68" fmla="*/ 114 w 116"/>
                  <a:gd name="T69" fmla="*/ 355 h 365"/>
                  <a:gd name="T70" fmla="*/ 112 w 116"/>
                  <a:gd name="T71" fmla="*/ 328 h 365"/>
                  <a:gd name="T72" fmla="*/ 107 w 116"/>
                  <a:gd name="T73" fmla="*/ 284 h 365"/>
                  <a:gd name="T74" fmla="*/ 106 w 116"/>
                  <a:gd name="T75" fmla="*/ 275 h 365"/>
                  <a:gd name="T76" fmla="*/ 100 w 116"/>
                  <a:gd name="T77" fmla="*/ 49 h 365"/>
                  <a:gd name="T78" fmla="*/ 91 w 116"/>
                  <a:gd name="T79" fmla="*/ 25 h 365"/>
                  <a:gd name="T80" fmla="*/ 41 w 116"/>
                  <a:gd name="T8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7" name="Freeform 660">
                <a:extLst>
                  <a:ext uri="{FF2B5EF4-FFF2-40B4-BE49-F238E27FC236}">
                    <a16:creationId xmlns:a16="http://schemas.microsoft.com/office/drawing/2014/main" id="{F18496C6-4420-4D64-9259-D80A666DB46F}"/>
                  </a:ext>
                </a:extLst>
              </p:cNvPr>
              <p:cNvSpPr>
                <a:spLocks/>
              </p:cNvSpPr>
              <p:nvPr userDrawn="1"/>
            </p:nvSpPr>
            <p:spPr bwMode="auto">
              <a:xfrm>
                <a:off x="-4836" y="1551"/>
                <a:ext cx="2" cy="6"/>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8" name="Freeform 661">
                <a:extLst>
                  <a:ext uri="{FF2B5EF4-FFF2-40B4-BE49-F238E27FC236}">
                    <a16:creationId xmlns:a16="http://schemas.microsoft.com/office/drawing/2014/main" id="{F4B84629-E62E-488C-972A-E5F8986EA40A}"/>
                  </a:ext>
                </a:extLst>
              </p:cNvPr>
              <p:cNvSpPr>
                <a:spLocks noEditPoints="1"/>
              </p:cNvSpPr>
              <p:nvPr userDrawn="1"/>
            </p:nvSpPr>
            <p:spPr bwMode="auto">
              <a:xfrm>
                <a:off x="-4076" y="1304"/>
                <a:ext cx="94" cy="74"/>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9" name="Freeform 662">
                <a:extLst>
                  <a:ext uri="{FF2B5EF4-FFF2-40B4-BE49-F238E27FC236}">
                    <a16:creationId xmlns:a16="http://schemas.microsoft.com/office/drawing/2014/main" id="{0C8A56E0-2A24-47EB-AEC1-6B07F8FEEEF6}"/>
                  </a:ext>
                </a:extLst>
              </p:cNvPr>
              <p:cNvSpPr>
                <a:spLocks noEditPoints="1"/>
              </p:cNvSpPr>
              <p:nvPr userDrawn="1"/>
            </p:nvSpPr>
            <p:spPr bwMode="auto">
              <a:xfrm>
                <a:off x="-4935" y="1126"/>
                <a:ext cx="137" cy="10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0" name="Freeform 663">
                <a:extLst>
                  <a:ext uri="{FF2B5EF4-FFF2-40B4-BE49-F238E27FC236}">
                    <a16:creationId xmlns:a16="http://schemas.microsoft.com/office/drawing/2014/main" id="{792F2852-B3A4-4582-A0D6-BF6F28DFC216}"/>
                  </a:ext>
                </a:extLst>
              </p:cNvPr>
              <p:cNvSpPr>
                <a:spLocks noEditPoints="1"/>
              </p:cNvSpPr>
              <p:nvPr userDrawn="1"/>
            </p:nvSpPr>
            <p:spPr bwMode="auto">
              <a:xfrm>
                <a:off x="-3904" y="1707"/>
                <a:ext cx="119" cy="91"/>
              </a:xfrm>
              <a:custGeom>
                <a:avLst/>
                <a:gdLst>
                  <a:gd name="T0" fmla="*/ 46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3 h 121"/>
                  <a:gd name="T38" fmla="*/ 6 w 159"/>
                  <a:gd name="T39" fmla="*/ 45 h 121"/>
                  <a:gd name="T40" fmla="*/ 12 w 159"/>
                  <a:gd name="T41" fmla="*/ 38 h 121"/>
                  <a:gd name="T42" fmla="*/ 36 w 159"/>
                  <a:gd name="T43" fmla="*/ 31 h 121"/>
                  <a:gd name="T44" fmla="*/ 45 w 159"/>
                  <a:gd name="T45" fmla="*/ 32 h 121"/>
                  <a:gd name="T46" fmla="*/ 46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6"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1" name="Freeform 664">
                <a:extLst>
                  <a:ext uri="{FF2B5EF4-FFF2-40B4-BE49-F238E27FC236}">
                    <a16:creationId xmlns:a16="http://schemas.microsoft.com/office/drawing/2014/main" id="{C595DF0C-04AB-45BE-BB7F-31B9B501C867}"/>
                  </a:ext>
                </a:extLst>
              </p:cNvPr>
              <p:cNvSpPr>
                <a:spLocks noEditPoints="1"/>
              </p:cNvSpPr>
              <p:nvPr userDrawn="1"/>
            </p:nvSpPr>
            <p:spPr bwMode="auto">
              <a:xfrm>
                <a:off x="-4084" y="1380"/>
                <a:ext cx="125" cy="114"/>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2" name="Freeform 665">
                <a:extLst>
                  <a:ext uri="{FF2B5EF4-FFF2-40B4-BE49-F238E27FC236}">
                    <a16:creationId xmlns:a16="http://schemas.microsoft.com/office/drawing/2014/main" id="{BE637A5C-ADE1-4A61-B0F0-B86F97800052}"/>
                  </a:ext>
                </a:extLst>
              </p:cNvPr>
              <p:cNvSpPr>
                <a:spLocks noEditPoints="1"/>
              </p:cNvSpPr>
              <p:nvPr userDrawn="1"/>
            </p:nvSpPr>
            <p:spPr bwMode="auto">
              <a:xfrm>
                <a:off x="-3681" y="1964"/>
                <a:ext cx="115" cy="106"/>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36 w 153"/>
                  <a:gd name="T27" fmla="*/ 112 h 141"/>
                  <a:gd name="T28" fmla="*/ 125 w 153"/>
                  <a:gd name="T29" fmla="*/ 98 h 141"/>
                  <a:gd name="T30" fmla="*/ 113 w 153"/>
                  <a:gd name="T31" fmla="*/ 104 h 141"/>
                  <a:gd name="T32" fmla="*/ 91 w 153"/>
                  <a:gd name="T33" fmla="*/ 115 h 141"/>
                  <a:gd name="T34" fmla="*/ 88 w 153"/>
                  <a:gd name="T35" fmla="*/ 116 h 141"/>
                  <a:gd name="T36" fmla="*/ 72 w 153"/>
                  <a:gd name="T37" fmla="*/ 120 h 141"/>
                  <a:gd name="T38" fmla="*/ 72 w 153"/>
                  <a:gd name="T39" fmla="*/ 120 h 141"/>
                  <a:gd name="T40" fmla="*/ 44 w 153"/>
                  <a:gd name="T41" fmla="*/ 114 h 141"/>
                  <a:gd name="T42" fmla="*/ 42 w 153"/>
                  <a:gd name="T43" fmla="*/ 114 h 141"/>
                  <a:gd name="T44" fmla="*/ 6 w 153"/>
                  <a:gd name="T45" fmla="*/ 58 h 141"/>
                  <a:gd name="T46" fmla="*/ 10 w 153"/>
                  <a:gd name="T47" fmla="*/ 39 h 141"/>
                  <a:gd name="T48" fmla="*/ 10 w 153"/>
                  <a:gd name="T49" fmla="*/ 38 h 141"/>
                  <a:gd name="T50" fmla="*/ 40 w 153"/>
                  <a:gd name="T51" fmla="*/ 7 h 141"/>
                  <a:gd name="T52" fmla="*/ 21 w 153"/>
                  <a:gd name="T53" fmla="*/ 19 h 141"/>
                  <a:gd name="T54" fmla="*/ 5 w 153"/>
                  <a:gd name="T55" fmla="*/ 35 h 141"/>
                  <a:gd name="T56" fmla="*/ 5 w 153"/>
                  <a:gd name="T57" fmla="*/ 35 h 141"/>
                  <a:gd name="T58" fmla="*/ 8 w 153"/>
                  <a:gd name="T59" fmla="*/ 88 h 141"/>
                  <a:gd name="T60" fmla="*/ 39 w 153"/>
                  <a:gd name="T61" fmla="*/ 119 h 141"/>
                  <a:gd name="T62" fmla="*/ 72 w 153"/>
                  <a:gd name="T63" fmla="*/ 126 h 141"/>
                  <a:gd name="T64" fmla="*/ 105 w 153"/>
                  <a:gd name="T65" fmla="*/ 115 h 141"/>
                  <a:gd name="T66" fmla="*/ 123 w 153"/>
                  <a:gd name="T67" fmla="*/ 106 h 141"/>
                  <a:gd name="T68" fmla="*/ 143 w 153"/>
                  <a:gd name="T69" fmla="*/ 127 h 141"/>
                  <a:gd name="T70" fmla="*/ 142 w 153"/>
                  <a:gd name="T71" fmla="*/ 112 h 141"/>
                  <a:gd name="T72" fmla="*/ 142 w 153"/>
                  <a:gd name="T73" fmla="*/ 110 h 141"/>
                  <a:gd name="T74" fmla="*/ 150 w 153"/>
                  <a:gd name="T75" fmla="*/ 84 h 141"/>
                  <a:gd name="T76" fmla="*/ 147 w 153"/>
                  <a:gd name="T77" fmla="*/ 50 h 141"/>
                  <a:gd name="T78" fmla="*/ 93 w 153"/>
                  <a:gd name="T79" fmla="*/ 2 h 141"/>
                  <a:gd name="T80" fmla="*/ 93 w 153"/>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3" name="Freeform 666">
                <a:extLst>
                  <a:ext uri="{FF2B5EF4-FFF2-40B4-BE49-F238E27FC236}">
                    <a16:creationId xmlns:a16="http://schemas.microsoft.com/office/drawing/2014/main" id="{B47E79CF-EFCE-417E-9586-47E650694D48}"/>
                  </a:ext>
                </a:extLst>
              </p:cNvPr>
              <p:cNvSpPr>
                <a:spLocks/>
              </p:cNvSpPr>
              <p:nvPr userDrawn="1"/>
            </p:nvSpPr>
            <p:spPr bwMode="auto">
              <a:xfrm>
                <a:off x="-3577" y="2046"/>
                <a:ext cx="3" cy="2"/>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4" name="Freeform 667">
                <a:extLst>
                  <a:ext uri="{FF2B5EF4-FFF2-40B4-BE49-F238E27FC236}">
                    <a16:creationId xmlns:a16="http://schemas.microsoft.com/office/drawing/2014/main" id="{B680447D-BF8D-4A93-8E2F-27544FDC5368}"/>
                  </a:ext>
                </a:extLst>
              </p:cNvPr>
              <p:cNvSpPr>
                <a:spLocks noEditPoints="1"/>
              </p:cNvSpPr>
              <p:nvPr userDrawn="1"/>
            </p:nvSpPr>
            <p:spPr bwMode="auto">
              <a:xfrm>
                <a:off x="-4090" y="1767"/>
                <a:ext cx="156" cy="141"/>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2"/>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8"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5" name="Freeform 668">
                <a:extLst>
                  <a:ext uri="{FF2B5EF4-FFF2-40B4-BE49-F238E27FC236}">
                    <a16:creationId xmlns:a16="http://schemas.microsoft.com/office/drawing/2014/main" id="{224A0C2F-8A7F-4C89-B4F1-522BB5C99587}"/>
                  </a:ext>
                </a:extLst>
              </p:cNvPr>
              <p:cNvSpPr>
                <a:spLocks noEditPoints="1"/>
              </p:cNvSpPr>
              <p:nvPr userDrawn="1"/>
            </p:nvSpPr>
            <p:spPr bwMode="auto">
              <a:xfrm>
                <a:off x="-3915" y="2011"/>
                <a:ext cx="157" cy="141"/>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6" name="Freeform 669">
                <a:extLst>
                  <a:ext uri="{FF2B5EF4-FFF2-40B4-BE49-F238E27FC236}">
                    <a16:creationId xmlns:a16="http://schemas.microsoft.com/office/drawing/2014/main" id="{72208A31-960A-4A9F-ABA9-144881AE9EFF}"/>
                  </a:ext>
                </a:extLst>
              </p:cNvPr>
              <p:cNvSpPr>
                <a:spLocks noEditPoints="1"/>
              </p:cNvSpPr>
              <p:nvPr userDrawn="1"/>
            </p:nvSpPr>
            <p:spPr bwMode="auto">
              <a:xfrm>
                <a:off x="-4668" y="1681"/>
                <a:ext cx="157" cy="141"/>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7" name="Freeform 670">
                <a:extLst>
                  <a:ext uri="{FF2B5EF4-FFF2-40B4-BE49-F238E27FC236}">
                    <a16:creationId xmlns:a16="http://schemas.microsoft.com/office/drawing/2014/main" id="{00BD0902-74A4-4132-A94E-0F42E8F2ABCC}"/>
                  </a:ext>
                </a:extLst>
              </p:cNvPr>
              <p:cNvSpPr>
                <a:spLocks/>
              </p:cNvSpPr>
              <p:nvPr userDrawn="1"/>
            </p:nvSpPr>
            <p:spPr bwMode="auto">
              <a:xfrm>
                <a:off x="-4602" y="1682"/>
                <a:ext cx="0" cy="1"/>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8" name="Freeform 671">
                <a:extLst>
                  <a:ext uri="{FF2B5EF4-FFF2-40B4-BE49-F238E27FC236}">
                    <a16:creationId xmlns:a16="http://schemas.microsoft.com/office/drawing/2014/main" id="{6B4EE173-0653-4A6A-8D3F-7F6EE4FB3711}"/>
                  </a:ext>
                </a:extLst>
              </p:cNvPr>
              <p:cNvSpPr>
                <a:spLocks/>
              </p:cNvSpPr>
              <p:nvPr userDrawn="1"/>
            </p:nvSpPr>
            <p:spPr bwMode="auto">
              <a:xfrm>
                <a:off x="-4239" y="1417"/>
                <a:ext cx="156" cy="133"/>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9" name="Freeform 672">
                <a:extLst>
                  <a:ext uri="{FF2B5EF4-FFF2-40B4-BE49-F238E27FC236}">
                    <a16:creationId xmlns:a16="http://schemas.microsoft.com/office/drawing/2014/main" id="{E9B9C27B-21C0-4ED9-A5B4-3CDA4722D39F}"/>
                  </a:ext>
                </a:extLst>
              </p:cNvPr>
              <p:cNvSpPr>
                <a:spLocks/>
              </p:cNvSpPr>
              <p:nvPr userDrawn="1"/>
            </p:nvSpPr>
            <p:spPr bwMode="auto">
              <a:xfrm>
                <a:off x="-4152" y="1541"/>
                <a:ext cx="5" cy="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0" name="Freeform 673">
                <a:extLst>
                  <a:ext uri="{FF2B5EF4-FFF2-40B4-BE49-F238E27FC236}">
                    <a16:creationId xmlns:a16="http://schemas.microsoft.com/office/drawing/2014/main" id="{C1998157-54EA-4465-9F37-F49F60876E4C}"/>
                  </a:ext>
                </a:extLst>
              </p:cNvPr>
              <p:cNvSpPr>
                <a:spLocks/>
              </p:cNvSpPr>
              <p:nvPr userDrawn="1"/>
            </p:nvSpPr>
            <p:spPr bwMode="auto">
              <a:xfrm>
                <a:off x="-4231" y="1552"/>
                <a:ext cx="3" cy="6"/>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1" name="Freeform 674">
                <a:extLst>
                  <a:ext uri="{FF2B5EF4-FFF2-40B4-BE49-F238E27FC236}">
                    <a16:creationId xmlns:a16="http://schemas.microsoft.com/office/drawing/2014/main" id="{3441AB70-5C34-4C74-85C4-A6AA73D17F5F}"/>
                  </a:ext>
                </a:extLst>
              </p:cNvPr>
              <p:cNvSpPr>
                <a:spLocks/>
              </p:cNvSpPr>
              <p:nvPr userDrawn="1"/>
            </p:nvSpPr>
            <p:spPr bwMode="auto">
              <a:xfrm>
                <a:off x="-4230" y="1547"/>
                <a:ext cx="4" cy="7"/>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2" name="Freeform 675">
                <a:extLst>
                  <a:ext uri="{FF2B5EF4-FFF2-40B4-BE49-F238E27FC236}">
                    <a16:creationId xmlns:a16="http://schemas.microsoft.com/office/drawing/2014/main" id="{C6EA29EA-C889-4579-8455-CA2A29236AAB}"/>
                  </a:ext>
                </a:extLst>
              </p:cNvPr>
              <p:cNvSpPr>
                <a:spLocks noEditPoints="1"/>
              </p:cNvSpPr>
              <p:nvPr userDrawn="1"/>
            </p:nvSpPr>
            <p:spPr bwMode="auto">
              <a:xfrm>
                <a:off x="-3664" y="1318"/>
                <a:ext cx="228" cy="202"/>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3" name="Freeform 676">
                <a:extLst>
                  <a:ext uri="{FF2B5EF4-FFF2-40B4-BE49-F238E27FC236}">
                    <a16:creationId xmlns:a16="http://schemas.microsoft.com/office/drawing/2014/main" id="{8BDAF2F1-08F9-4537-858D-71565BEF48CD}"/>
                  </a:ext>
                </a:extLst>
              </p:cNvPr>
              <p:cNvSpPr>
                <a:spLocks noEditPoints="1"/>
              </p:cNvSpPr>
              <p:nvPr userDrawn="1"/>
            </p:nvSpPr>
            <p:spPr bwMode="auto">
              <a:xfrm>
                <a:off x="-3543" y="1318"/>
                <a:ext cx="19" cy="4"/>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4" name="Freeform 677">
                <a:extLst>
                  <a:ext uri="{FF2B5EF4-FFF2-40B4-BE49-F238E27FC236}">
                    <a16:creationId xmlns:a16="http://schemas.microsoft.com/office/drawing/2014/main" id="{835F99D4-666A-4A24-A6AD-F11C646EAA57}"/>
                  </a:ext>
                </a:extLst>
              </p:cNvPr>
              <p:cNvSpPr>
                <a:spLocks/>
              </p:cNvSpPr>
              <p:nvPr userDrawn="1"/>
            </p:nvSpPr>
            <p:spPr bwMode="auto">
              <a:xfrm>
                <a:off x="-3664"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5" name="Freeform 678">
                <a:extLst>
                  <a:ext uri="{FF2B5EF4-FFF2-40B4-BE49-F238E27FC236}">
                    <a16:creationId xmlns:a16="http://schemas.microsoft.com/office/drawing/2014/main" id="{CF3596FA-A951-4A7E-A38C-FB26F582C943}"/>
                  </a:ext>
                </a:extLst>
              </p:cNvPr>
              <p:cNvSpPr>
                <a:spLocks noEditPoints="1"/>
              </p:cNvSpPr>
              <p:nvPr userDrawn="1"/>
            </p:nvSpPr>
            <p:spPr bwMode="auto">
              <a:xfrm>
                <a:off x="-4744" y="1847"/>
                <a:ext cx="175" cy="156"/>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7 h 208"/>
                  <a:gd name="T54" fmla="*/ 15 w 233"/>
                  <a:gd name="T55" fmla="*/ 77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2 h 208"/>
                  <a:gd name="T74" fmla="*/ 25 w 233"/>
                  <a:gd name="T75" fmla="*/ 46 h 208"/>
                  <a:gd name="T76" fmla="*/ 9 w 233"/>
                  <a:gd name="T77" fmla="*/ 75 h 208"/>
                  <a:gd name="T78" fmla="*/ 0 w 233"/>
                  <a:gd name="T79" fmla="*/ 107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2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6" name="Freeform 679">
                <a:extLst>
                  <a:ext uri="{FF2B5EF4-FFF2-40B4-BE49-F238E27FC236}">
                    <a16:creationId xmlns:a16="http://schemas.microsoft.com/office/drawing/2014/main" id="{7042062E-ED37-4544-A714-887ACF9AE8CC}"/>
                  </a:ext>
                </a:extLst>
              </p:cNvPr>
              <p:cNvSpPr>
                <a:spLocks noEditPoints="1"/>
              </p:cNvSpPr>
              <p:nvPr userDrawn="1"/>
            </p:nvSpPr>
            <p:spPr bwMode="auto">
              <a:xfrm>
                <a:off x="-3961" y="1432"/>
                <a:ext cx="127" cy="88"/>
              </a:xfrm>
              <a:custGeom>
                <a:avLst/>
                <a:gdLst>
                  <a:gd name="T0" fmla="*/ 63 w 169"/>
                  <a:gd name="T1" fmla="*/ 111 h 117"/>
                  <a:gd name="T2" fmla="*/ 63 w 169"/>
                  <a:gd name="T3" fmla="*/ 111 h 117"/>
                  <a:gd name="T4" fmla="*/ 63 w 169"/>
                  <a:gd name="T5" fmla="*/ 111 h 117"/>
                  <a:gd name="T6" fmla="*/ 63 w 169"/>
                  <a:gd name="T7" fmla="*/ 111 h 117"/>
                  <a:gd name="T8" fmla="*/ 9 w 169"/>
                  <a:gd name="T9" fmla="*/ 49 h 117"/>
                  <a:gd name="T10" fmla="*/ 11 w 169"/>
                  <a:gd name="T11" fmla="*/ 47 h 117"/>
                  <a:gd name="T12" fmla="*/ 9 w 169"/>
                  <a:gd name="T13" fmla="*/ 49 h 117"/>
                  <a:gd name="T14" fmla="*/ 72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2 w 169"/>
                  <a:gd name="T35" fmla="*/ 106 h 117"/>
                  <a:gd name="T36" fmla="*/ 46 w 169"/>
                  <a:gd name="T37" fmla="*/ 99 h 117"/>
                  <a:gd name="T38" fmla="*/ 42 w 169"/>
                  <a:gd name="T39" fmla="*/ 85 h 117"/>
                  <a:gd name="T40" fmla="*/ 42 w 169"/>
                  <a:gd name="T41" fmla="*/ 84 h 117"/>
                  <a:gd name="T42" fmla="*/ 21 w 169"/>
                  <a:gd name="T43" fmla="*/ 55 h 117"/>
                  <a:gd name="T44" fmla="*/ 42 w 169"/>
                  <a:gd name="T45" fmla="*/ 67 h 117"/>
                  <a:gd name="T46" fmla="*/ 42 w 169"/>
                  <a:gd name="T47" fmla="*/ 32 h 117"/>
                  <a:gd name="T48" fmla="*/ 48 w 169"/>
                  <a:gd name="T49" fmla="*/ 19 h 117"/>
                  <a:gd name="T50" fmla="*/ 57 w 169"/>
                  <a:gd name="T51" fmla="*/ 10 h 117"/>
                  <a:gd name="T52" fmla="*/ 72 w 169"/>
                  <a:gd name="T53" fmla="*/ 6 h 117"/>
                  <a:gd name="T54" fmla="*/ 72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7" name="Freeform 680">
                <a:extLst>
                  <a:ext uri="{FF2B5EF4-FFF2-40B4-BE49-F238E27FC236}">
                    <a16:creationId xmlns:a16="http://schemas.microsoft.com/office/drawing/2014/main" id="{690BEE34-CA25-439F-97DE-2FB8146E64BD}"/>
                  </a:ext>
                </a:extLst>
              </p:cNvPr>
              <p:cNvSpPr>
                <a:spLocks noEditPoints="1"/>
              </p:cNvSpPr>
              <p:nvPr userDrawn="1"/>
            </p:nvSpPr>
            <p:spPr bwMode="auto">
              <a:xfrm>
                <a:off x="-4577" y="1959"/>
                <a:ext cx="78" cy="52"/>
              </a:xfrm>
              <a:custGeom>
                <a:avLst/>
                <a:gdLst>
                  <a:gd name="T0" fmla="*/ 9 w 104"/>
                  <a:gd name="T1" fmla="*/ 31 h 70"/>
                  <a:gd name="T2" fmla="*/ 10 w 104"/>
                  <a:gd name="T3" fmla="*/ 28 h 70"/>
                  <a:gd name="T4" fmla="*/ 9 w 104"/>
                  <a:gd name="T5" fmla="*/ 31 h 70"/>
                  <a:gd name="T6" fmla="*/ 46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1 w 104"/>
                  <a:gd name="T23" fmla="*/ 64 h 70"/>
                  <a:gd name="T24" fmla="*/ 41 w 104"/>
                  <a:gd name="T25" fmla="*/ 64 h 70"/>
                  <a:gd name="T26" fmla="*/ 35 w 104"/>
                  <a:gd name="T27" fmla="*/ 62 h 70"/>
                  <a:gd name="T28" fmla="*/ 32 w 104"/>
                  <a:gd name="T29" fmla="*/ 58 h 70"/>
                  <a:gd name="T30" fmla="*/ 30 w 104"/>
                  <a:gd name="T31" fmla="*/ 50 h 70"/>
                  <a:gd name="T32" fmla="*/ 30 w 104"/>
                  <a:gd name="T33" fmla="*/ 49 h 70"/>
                  <a:gd name="T34" fmla="*/ 21 w 104"/>
                  <a:gd name="T35" fmla="*/ 37 h 70"/>
                  <a:gd name="T36" fmla="*/ 30 w 104"/>
                  <a:gd name="T37" fmla="*/ 42 h 70"/>
                  <a:gd name="T38" fmla="*/ 30 w 104"/>
                  <a:gd name="T39" fmla="*/ 19 h 70"/>
                  <a:gd name="T40" fmla="*/ 33 w 104"/>
                  <a:gd name="T41" fmla="*/ 12 h 70"/>
                  <a:gd name="T42" fmla="*/ 38 w 104"/>
                  <a:gd name="T43" fmla="*/ 8 h 70"/>
                  <a:gd name="T44" fmla="*/ 46 w 104"/>
                  <a:gd name="T45" fmla="*/ 6 h 70"/>
                  <a:gd name="T46" fmla="*/ 46 w 104"/>
                  <a:gd name="T47" fmla="*/ 6 h 70"/>
                  <a:gd name="T48" fmla="*/ 84 w 104"/>
                  <a:gd name="T49" fmla="*/ 0 h 70"/>
                  <a:gd name="T50" fmla="*/ 46 w 104"/>
                  <a:gd name="T51" fmla="*/ 0 h 70"/>
                  <a:gd name="T52" fmla="*/ 46 w 104"/>
                  <a:gd name="T53" fmla="*/ 0 h 70"/>
                  <a:gd name="T54" fmla="*/ 35 w 104"/>
                  <a:gd name="T55" fmla="*/ 3 h 70"/>
                  <a:gd name="T56" fmla="*/ 26 w 104"/>
                  <a:gd name="T57" fmla="*/ 13 h 70"/>
                  <a:gd name="T58" fmla="*/ 24 w 104"/>
                  <a:gd name="T59" fmla="*/ 19 h 70"/>
                  <a:gd name="T60" fmla="*/ 24 w 104"/>
                  <a:gd name="T61" fmla="*/ 19 h 70"/>
                  <a:gd name="T62" fmla="*/ 24 w 104"/>
                  <a:gd name="T63" fmla="*/ 32 h 70"/>
                  <a:gd name="T64" fmla="*/ 0 w 104"/>
                  <a:gd name="T65" fmla="*/ 19 h 70"/>
                  <a:gd name="T66" fmla="*/ 8 w 104"/>
                  <a:gd name="T67" fmla="*/ 30 h 70"/>
                  <a:gd name="T68" fmla="*/ 10 w 104"/>
                  <a:gd name="T69" fmla="*/ 28 h 70"/>
                  <a:gd name="T70" fmla="*/ 8 w 104"/>
                  <a:gd name="T71" fmla="*/ 30 h 70"/>
                  <a:gd name="T72" fmla="*/ 24 w 104"/>
                  <a:gd name="T73" fmla="*/ 51 h 70"/>
                  <a:gd name="T74" fmla="*/ 27 w 104"/>
                  <a:gd name="T75" fmla="*/ 61 h 70"/>
                  <a:gd name="T76" fmla="*/ 35 w 104"/>
                  <a:gd name="T77" fmla="*/ 69 h 70"/>
                  <a:gd name="T78" fmla="*/ 40 w 104"/>
                  <a:gd name="T79" fmla="*/ 70 h 70"/>
                  <a:gd name="T80" fmla="*/ 40 w 104"/>
                  <a:gd name="T81" fmla="*/ 70 h 70"/>
                  <a:gd name="T82" fmla="*/ 81 w 104"/>
                  <a:gd name="T83" fmla="*/ 70 h 70"/>
                  <a:gd name="T84" fmla="*/ 81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0" y="28"/>
                      <a:pt x="10" y="28"/>
                      <a:pt x="10" y="28"/>
                    </a:cubicBezTo>
                    <a:cubicBezTo>
                      <a:pt x="9" y="31"/>
                      <a:pt x="9" y="31"/>
                      <a:pt x="9" y="31"/>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8" name="Freeform 681">
                <a:extLst>
                  <a:ext uri="{FF2B5EF4-FFF2-40B4-BE49-F238E27FC236}">
                    <a16:creationId xmlns:a16="http://schemas.microsoft.com/office/drawing/2014/main" id="{F75BEBAB-3343-46E9-B909-9E5380057269}"/>
                  </a:ext>
                </a:extLst>
              </p:cNvPr>
              <p:cNvSpPr>
                <a:spLocks noEditPoints="1"/>
              </p:cNvSpPr>
              <p:nvPr userDrawn="1"/>
            </p:nvSpPr>
            <p:spPr bwMode="auto">
              <a:xfrm>
                <a:off x="-4854" y="2024"/>
                <a:ext cx="107" cy="74"/>
              </a:xfrm>
              <a:custGeom>
                <a:avLst/>
                <a:gdLst>
                  <a:gd name="T0" fmla="*/ 9 w 143"/>
                  <a:gd name="T1" fmla="*/ 42 h 98"/>
                  <a:gd name="T2" fmla="*/ 11 w 143"/>
                  <a:gd name="T3" fmla="*/ 39 h 98"/>
                  <a:gd name="T4" fmla="*/ 9 w 143"/>
                  <a:gd name="T5" fmla="*/ 42 h 98"/>
                  <a:gd name="T6" fmla="*/ 37 w 143"/>
                  <a:gd name="T7" fmla="*/ 27 h 98"/>
                  <a:gd name="T8" fmla="*/ 37 w 143"/>
                  <a:gd name="T9" fmla="*/ 27 h 98"/>
                  <a:gd name="T10" fmla="*/ 62 w 143"/>
                  <a:gd name="T11" fmla="*/ 6 h 98"/>
                  <a:gd name="T12" fmla="*/ 115 w 143"/>
                  <a:gd name="T13" fmla="*/ 6 h 98"/>
                  <a:gd name="T14" fmla="*/ 125 w 143"/>
                  <a:gd name="T15" fmla="*/ 10 h 98"/>
                  <a:gd name="T16" fmla="*/ 137 w 143"/>
                  <a:gd name="T17" fmla="*/ 28 h 98"/>
                  <a:gd name="T18" fmla="*/ 137 w 143"/>
                  <a:gd name="T19" fmla="*/ 76 h 98"/>
                  <a:gd name="T20" fmla="*/ 137 w 143"/>
                  <a:gd name="T21" fmla="*/ 76 h 98"/>
                  <a:gd name="T22" fmla="*/ 137 w 143"/>
                  <a:gd name="T23" fmla="*/ 76 h 98"/>
                  <a:gd name="T24" fmla="*/ 137 w 143"/>
                  <a:gd name="T25" fmla="*/ 76 h 98"/>
                  <a:gd name="T26" fmla="*/ 137 w 143"/>
                  <a:gd name="T27" fmla="*/ 76 h 98"/>
                  <a:gd name="T28" fmla="*/ 137 w 143"/>
                  <a:gd name="T29" fmla="*/ 77 h 98"/>
                  <a:gd name="T30" fmla="*/ 134 w 143"/>
                  <a:gd name="T31" fmla="*/ 85 h 98"/>
                  <a:gd name="T32" fmla="*/ 112 w 143"/>
                  <a:gd name="T33" fmla="*/ 92 h 98"/>
                  <a:gd name="T34" fmla="*/ 54 w 143"/>
                  <a:gd name="T35" fmla="*/ 92 h 98"/>
                  <a:gd name="T36" fmla="*/ 46 w 143"/>
                  <a:gd name="T37" fmla="*/ 89 h 98"/>
                  <a:gd name="T38" fmla="*/ 40 w 143"/>
                  <a:gd name="T39" fmla="*/ 82 h 98"/>
                  <a:gd name="T40" fmla="*/ 38 w 143"/>
                  <a:gd name="T41" fmla="*/ 71 h 98"/>
                  <a:gd name="T42" fmla="*/ 38 w 143"/>
                  <a:gd name="T43" fmla="*/ 70 h 98"/>
                  <a:gd name="T44" fmla="*/ 21 w 143"/>
                  <a:gd name="T45" fmla="*/ 48 h 98"/>
                  <a:gd name="T46" fmla="*/ 38 w 143"/>
                  <a:gd name="T47" fmla="*/ 57 h 98"/>
                  <a:gd name="T48" fmla="*/ 38 w 143"/>
                  <a:gd name="T49" fmla="*/ 27 h 98"/>
                  <a:gd name="T50" fmla="*/ 42 w 143"/>
                  <a:gd name="T51" fmla="*/ 17 h 98"/>
                  <a:gd name="T52" fmla="*/ 49 w 143"/>
                  <a:gd name="T53" fmla="*/ 10 h 98"/>
                  <a:gd name="T54" fmla="*/ 62 w 143"/>
                  <a:gd name="T55" fmla="*/ 6 h 98"/>
                  <a:gd name="T56" fmla="*/ 62 w 143"/>
                  <a:gd name="T57" fmla="*/ 6 h 98"/>
                  <a:gd name="T58" fmla="*/ 115 w 143"/>
                  <a:gd name="T59" fmla="*/ 0 h 98"/>
                  <a:gd name="T60" fmla="*/ 62 w 143"/>
                  <a:gd name="T61" fmla="*/ 0 h 98"/>
                  <a:gd name="T62" fmla="*/ 62 w 143"/>
                  <a:gd name="T63" fmla="*/ 0 h 98"/>
                  <a:gd name="T64" fmla="*/ 46 w 143"/>
                  <a:gd name="T65" fmla="*/ 5 h 98"/>
                  <a:gd name="T66" fmla="*/ 34 w 143"/>
                  <a:gd name="T67" fmla="*/ 18 h 98"/>
                  <a:gd name="T68" fmla="*/ 32 w 143"/>
                  <a:gd name="T69" fmla="*/ 26 h 98"/>
                  <a:gd name="T70" fmla="*/ 32 w 143"/>
                  <a:gd name="T71" fmla="*/ 26 h 98"/>
                  <a:gd name="T72" fmla="*/ 32 w 143"/>
                  <a:gd name="T73" fmla="*/ 47 h 98"/>
                  <a:gd name="T74" fmla="*/ 0 w 143"/>
                  <a:gd name="T75" fmla="*/ 30 h 98"/>
                  <a:gd name="T76" fmla="*/ 8 w 143"/>
                  <a:gd name="T77" fmla="*/ 41 h 98"/>
                  <a:gd name="T78" fmla="*/ 11 w 143"/>
                  <a:gd name="T79" fmla="*/ 39 h 98"/>
                  <a:gd name="T80" fmla="*/ 8 w 143"/>
                  <a:gd name="T81" fmla="*/ 41 h 98"/>
                  <a:gd name="T82" fmla="*/ 32 w 143"/>
                  <a:gd name="T83" fmla="*/ 72 h 98"/>
                  <a:gd name="T84" fmla="*/ 35 w 143"/>
                  <a:gd name="T85" fmla="*/ 85 h 98"/>
                  <a:gd name="T86" fmla="*/ 47 w 143"/>
                  <a:gd name="T87" fmla="*/ 96 h 98"/>
                  <a:gd name="T88" fmla="*/ 54 w 143"/>
                  <a:gd name="T89" fmla="*/ 98 h 98"/>
                  <a:gd name="T90" fmla="*/ 54 w 143"/>
                  <a:gd name="T91" fmla="*/ 98 h 98"/>
                  <a:gd name="T92" fmla="*/ 112 w 143"/>
                  <a:gd name="T93" fmla="*/ 98 h 98"/>
                  <a:gd name="T94" fmla="*/ 112 w 143"/>
                  <a:gd name="T95" fmla="*/ 98 h 98"/>
                  <a:gd name="T96" fmla="*/ 138 w 143"/>
                  <a:gd name="T97" fmla="*/ 89 h 98"/>
                  <a:gd name="T98" fmla="*/ 143 w 143"/>
                  <a:gd name="T99" fmla="*/ 77 h 98"/>
                  <a:gd name="T100" fmla="*/ 143 w 143"/>
                  <a:gd name="T101" fmla="*/ 75 h 98"/>
                  <a:gd name="T102" fmla="*/ 143 w 143"/>
                  <a:gd name="T103" fmla="*/ 27 h 98"/>
                  <a:gd name="T104" fmla="*/ 143 w 143"/>
                  <a:gd name="T105" fmla="*/ 27 h 98"/>
                  <a:gd name="T106" fmla="*/ 127 w 143"/>
                  <a:gd name="T107" fmla="*/ 4 h 98"/>
                  <a:gd name="T108" fmla="*/ 116 w 143"/>
                  <a:gd name="T109" fmla="*/ 0 h 98"/>
                  <a:gd name="T110" fmla="*/ 115 w 143"/>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 h="98">
                    <a:moveTo>
                      <a:pt x="9" y="42"/>
                    </a:moveTo>
                    <a:cubicBezTo>
                      <a:pt x="11" y="39"/>
                      <a:pt x="11" y="39"/>
                      <a:pt x="11" y="39"/>
                    </a:cubicBezTo>
                    <a:cubicBezTo>
                      <a:pt x="9" y="42"/>
                      <a:pt x="9" y="42"/>
                      <a:pt x="9" y="42"/>
                    </a:cubicBezTo>
                    <a:moveTo>
                      <a:pt x="37" y="27"/>
                    </a:moveTo>
                    <a:cubicBezTo>
                      <a:pt x="37" y="27"/>
                      <a:pt x="37" y="27"/>
                      <a:pt x="37" y="27"/>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9" name="Freeform 682">
                <a:extLst>
                  <a:ext uri="{FF2B5EF4-FFF2-40B4-BE49-F238E27FC236}">
                    <a16:creationId xmlns:a16="http://schemas.microsoft.com/office/drawing/2014/main" id="{D1D74B83-9ECD-4554-B279-BFA4006399B5}"/>
                  </a:ext>
                </a:extLst>
              </p:cNvPr>
              <p:cNvSpPr>
                <a:spLocks noEditPoints="1"/>
              </p:cNvSpPr>
              <p:nvPr userDrawn="1"/>
            </p:nvSpPr>
            <p:spPr bwMode="auto">
              <a:xfrm>
                <a:off x="-4412" y="1770"/>
                <a:ext cx="84" cy="57"/>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2 w 112"/>
                  <a:gd name="T13" fmla="*/ 21 h 76"/>
                  <a:gd name="T14" fmla="*/ 32 w 112"/>
                  <a:gd name="T15" fmla="*/ 21 h 76"/>
                  <a:gd name="T16" fmla="*/ 32 w 112"/>
                  <a:gd name="T17" fmla="*/ 21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35 w 112"/>
                  <a:gd name="T53" fmla="*/ 13 h 76"/>
                  <a:gd name="T54" fmla="*/ 40 w 112"/>
                  <a:gd name="T55" fmla="*/ 8 h 76"/>
                  <a:gd name="T56" fmla="*/ 49 w 112"/>
                  <a:gd name="T57" fmla="*/ 6 h 76"/>
                  <a:gd name="T58" fmla="*/ 49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2" y="7"/>
                      <a:pt x="45" y="6"/>
                      <a:pt x="49" y="6"/>
                    </a:cubicBezTo>
                    <a:cubicBezTo>
                      <a:pt x="49" y="6"/>
                      <a:pt x="49" y="6"/>
                      <a:pt x="49"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0" name="Freeform 683">
                <a:extLst>
                  <a:ext uri="{FF2B5EF4-FFF2-40B4-BE49-F238E27FC236}">
                    <a16:creationId xmlns:a16="http://schemas.microsoft.com/office/drawing/2014/main" id="{675DA2D1-CE18-43A9-BB14-41525DE66BB5}"/>
                  </a:ext>
                </a:extLst>
              </p:cNvPr>
              <p:cNvSpPr>
                <a:spLocks noEditPoints="1"/>
              </p:cNvSpPr>
              <p:nvPr userDrawn="1"/>
            </p:nvSpPr>
            <p:spPr bwMode="auto">
              <a:xfrm>
                <a:off x="-4419" y="1633"/>
                <a:ext cx="126" cy="116"/>
              </a:xfrm>
              <a:custGeom>
                <a:avLst/>
                <a:gdLst>
                  <a:gd name="T0" fmla="*/ 7 w 167"/>
                  <a:gd name="T1" fmla="*/ 64 h 155"/>
                  <a:gd name="T2" fmla="*/ 9 w 167"/>
                  <a:gd name="T3" fmla="*/ 61 h 155"/>
                  <a:gd name="T4" fmla="*/ 7 w 167"/>
                  <a:gd name="T5" fmla="*/ 64 h 155"/>
                  <a:gd name="T6" fmla="*/ 41 w 167"/>
                  <a:gd name="T7" fmla="*/ 41 h 155"/>
                  <a:gd name="T8" fmla="*/ 46 w 167"/>
                  <a:gd name="T9" fmla="*/ 22 h 155"/>
                  <a:gd name="T10" fmla="*/ 56 w 167"/>
                  <a:gd name="T11" fmla="*/ 11 h 155"/>
                  <a:gd name="T12" fmla="*/ 71 w 167"/>
                  <a:gd name="T13" fmla="*/ 6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7 h 155"/>
                  <a:gd name="T46" fmla="*/ 41 w 167"/>
                  <a:gd name="T47" fmla="*/ 41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41" y="41"/>
                    </a:moveTo>
                    <a:cubicBezTo>
                      <a:pt x="41" y="40"/>
                      <a:pt x="42" y="31"/>
                      <a:pt x="46" y="22"/>
                    </a:cubicBezTo>
                    <a:cubicBezTo>
                      <a:pt x="49" y="18"/>
                      <a:pt x="52" y="14"/>
                      <a:pt x="56" y="11"/>
                    </a:cubicBezTo>
                    <a:cubicBezTo>
                      <a:pt x="59" y="8"/>
                      <a:pt x="64" y="6"/>
                      <a:pt x="71" y="6"/>
                    </a:cubicBezTo>
                    <a:cubicBezTo>
                      <a:pt x="71" y="6"/>
                      <a:pt x="71" y="6"/>
                      <a:pt x="71" y="6"/>
                    </a:cubicBez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1" name="Freeform 684">
                <a:extLst>
                  <a:ext uri="{FF2B5EF4-FFF2-40B4-BE49-F238E27FC236}">
                    <a16:creationId xmlns:a16="http://schemas.microsoft.com/office/drawing/2014/main" id="{CE65FEAF-497B-4C24-878D-2CBF128E745A}"/>
                  </a:ext>
                </a:extLst>
              </p:cNvPr>
              <p:cNvSpPr>
                <a:spLocks noEditPoints="1"/>
              </p:cNvSpPr>
              <p:nvPr userDrawn="1"/>
            </p:nvSpPr>
            <p:spPr bwMode="auto">
              <a:xfrm>
                <a:off x="-4729" y="1403"/>
                <a:ext cx="125" cy="117"/>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2" name="Freeform 685">
                <a:extLst>
                  <a:ext uri="{FF2B5EF4-FFF2-40B4-BE49-F238E27FC236}">
                    <a16:creationId xmlns:a16="http://schemas.microsoft.com/office/drawing/2014/main" id="{70623A1C-C03F-4510-A87B-8665AF8942F6}"/>
                  </a:ext>
                </a:extLst>
              </p:cNvPr>
              <p:cNvSpPr>
                <a:spLocks/>
              </p:cNvSpPr>
              <p:nvPr userDrawn="1"/>
            </p:nvSpPr>
            <p:spPr bwMode="auto">
              <a:xfrm>
                <a:off x="-4609"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3" name="Freeform 686">
                <a:extLst>
                  <a:ext uri="{FF2B5EF4-FFF2-40B4-BE49-F238E27FC236}">
                    <a16:creationId xmlns:a16="http://schemas.microsoft.com/office/drawing/2014/main" id="{CBF46849-1833-4C32-B971-BF0576B7CAB1}"/>
                  </a:ext>
                </a:extLst>
              </p:cNvPr>
              <p:cNvSpPr>
                <a:spLocks noEditPoints="1"/>
              </p:cNvSpPr>
              <p:nvPr userDrawn="1"/>
            </p:nvSpPr>
            <p:spPr bwMode="auto">
              <a:xfrm>
                <a:off x="-4344" y="1802"/>
                <a:ext cx="90" cy="12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1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4" name="Freeform 687">
                <a:extLst>
                  <a:ext uri="{FF2B5EF4-FFF2-40B4-BE49-F238E27FC236}">
                    <a16:creationId xmlns:a16="http://schemas.microsoft.com/office/drawing/2014/main" id="{5FEE33C0-62C5-4DF6-ABCB-A507E0F4FE1F}"/>
                  </a:ext>
                </a:extLst>
              </p:cNvPr>
              <p:cNvSpPr>
                <a:spLocks noEditPoints="1"/>
              </p:cNvSpPr>
              <p:nvPr userDrawn="1"/>
            </p:nvSpPr>
            <p:spPr bwMode="auto">
              <a:xfrm>
                <a:off x="-4794" y="1476"/>
                <a:ext cx="90" cy="126"/>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5" name="Freeform 688">
                <a:extLst>
                  <a:ext uri="{FF2B5EF4-FFF2-40B4-BE49-F238E27FC236}">
                    <a16:creationId xmlns:a16="http://schemas.microsoft.com/office/drawing/2014/main" id="{25333176-393A-43F8-BBDA-C420F06B2052}"/>
                  </a:ext>
                </a:extLst>
              </p:cNvPr>
              <p:cNvSpPr>
                <a:spLocks/>
              </p:cNvSpPr>
              <p:nvPr userDrawn="1"/>
            </p:nvSpPr>
            <p:spPr bwMode="auto">
              <a:xfrm>
                <a:off x="-4709" y="1578"/>
                <a:ext cx="4" cy="3"/>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6" name="Freeform 689">
                <a:extLst>
                  <a:ext uri="{FF2B5EF4-FFF2-40B4-BE49-F238E27FC236}">
                    <a16:creationId xmlns:a16="http://schemas.microsoft.com/office/drawing/2014/main" id="{CE867D51-4FE7-4D33-BB48-9B95DB4AB109}"/>
                  </a:ext>
                </a:extLst>
              </p:cNvPr>
              <p:cNvSpPr>
                <a:spLocks noEditPoints="1"/>
              </p:cNvSpPr>
              <p:nvPr userDrawn="1"/>
            </p:nvSpPr>
            <p:spPr bwMode="auto">
              <a:xfrm>
                <a:off x="-4091" y="1504"/>
                <a:ext cx="164" cy="98"/>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7" name="Freeform 690">
                <a:extLst>
                  <a:ext uri="{FF2B5EF4-FFF2-40B4-BE49-F238E27FC236}">
                    <a16:creationId xmlns:a16="http://schemas.microsoft.com/office/drawing/2014/main" id="{F69FF07C-9FAC-4FF1-BE86-F884DCCE7DB0}"/>
                  </a:ext>
                </a:extLst>
              </p:cNvPr>
              <p:cNvSpPr>
                <a:spLocks noEditPoints="1"/>
              </p:cNvSpPr>
              <p:nvPr userDrawn="1"/>
            </p:nvSpPr>
            <p:spPr bwMode="auto">
              <a:xfrm>
                <a:off x="-3916" y="1533"/>
                <a:ext cx="105" cy="103"/>
              </a:xfrm>
              <a:custGeom>
                <a:avLst/>
                <a:gdLst>
                  <a:gd name="T0" fmla="*/ 24 w 140"/>
                  <a:gd name="T1" fmla="*/ 8 h 137"/>
                  <a:gd name="T2" fmla="*/ 99 w 140"/>
                  <a:gd name="T3" fmla="*/ 6 h 137"/>
                  <a:gd name="T4" fmla="*/ 100 w 140"/>
                  <a:gd name="T5" fmla="*/ 6 h 137"/>
                  <a:gd name="T6" fmla="*/ 116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3 w 140"/>
                  <a:gd name="T19" fmla="*/ 104 h 137"/>
                  <a:gd name="T20" fmla="*/ 76 w 140"/>
                  <a:gd name="T21" fmla="*/ 122 h 137"/>
                  <a:gd name="T22" fmla="*/ 42 w 140"/>
                  <a:gd name="T23" fmla="*/ 105 h 137"/>
                  <a:gd name="T24" fmla="*/ 41 w 140"/>
                  <a:gd name="T25" fmla="*/ 105 h 137"/>
                  <a:gd name="T26" fmla="*/ 41 w 140"/>
                  <a:gd name="T27" fmla="*/ 105 h 137"/>
                  <a:gd name="T28" fmla="*/ 37 w 140"/>
                  <a:gd name="T29" fmla="*/ 106 h 137"/>
                  <a:gd name="T30" fmla="*/ 37 w 140"/>
                  <a:gd name="T31" fmla="*/ 106 h 137"/>
                  <a:gd name="T32" fmla="*/ 21 w 140"/>
                  <a:gd name="T33" fmla="*/ 104 h 137"/>
                  <a:gd name="T34" fmla="*/ 13 w 140"/>
                  <a:gd name="T35" fmla="*/ 100 h 137"/>
                  <a:gd name="T36" fmla="*/ 8 w 140"/>
                  <a:gd name="T37" fmla="*/ 94 h 137"/>
                  <a:gd name="T38" fmla="*/ 6 w 140"/>
                  <a:gd name="T39" fmla="*/ 27 h 137"/>
                  <a:gd name="T40" fmla="*/ 10 w 140"/>
                  <a:gd name="T41" fmla="*/ 17 h 137"/>
                  <a:gd name="T42" fmla="*/ 16 w 140"/>
                  <a:gd name="T43" fmla="*/ 11 h 137"/>
                  <a:gd name="T44" fmla="*/ 24 w 140"/>
                  <a:gd name="T45" fmla="*/ 8 h 137"/>
                  <a:gd name="T46" fmla="*/ 24 w 140"/>
                  <a:gd name="T47" fmla="*/ 8 h 137"/>
                  <a:gd name="T48" fmla="*/ 99 w 140"/>
                  <a:gd name="T49" fmla="*/ 0 h 137"/>
                  <a:gd name="T50" fmla="*/ 24 w 140"/>
                  <a:gd name="T51" fmla="*/ 2 h 137"/>
                  <a:gd name="T52" fmla="*/ 12 w 140"/>
                  <a:gd name="T53" fmla="*/ 6 h 137"/>
                  <a:gd name="T54" fmla="*/ 2 w 140"/>
                  <a:gd name="T55" fmla="*/ 19 h 137"/>
                  <a:gd name="T56" fmla="*/ 0 w 140"/>
                  <a:gd name="T57" fmla="*/ 26 h 137"/>
                  <a:gd name="T58" fmla="*/ 0 w 140"/>
                  <a:gd name="T59" fmla="*/ 26 h 137"/>
                  <a:gd name="T60" fmla="*/ 2 w 140"/>
                  <a:gd name="T61" fmla="*/ 96 h 137"/>
                  <a:gd name="T62" fmla="*/ 3 w 140"/>
                  <a:gd name="T63" fmla="*/ 97 h 137"/>
                  <a:gd name="T64" fmla="*/ 10 w 140"/>
                  <a:gd name="T65" fmla="*/ 105 h 137"/>
                  <a:gd name="T66" fmla="*/ 24 w 140"/>
                  <a:gd name="T67" fmla="*/ 110 h 137"/>
                  <a:gd name="T68" fmla="*/ 37 w 140"/>
                  <a:gd name="T69" fmla="*/ 112 h 137"/>
                  <a:gd name="T70" fmla="*/ 41 w 140"/>
                  <a:gd name="T71" fmla="*/ 111 h 137"/>
                  <a:gd name="T72" fmla="*/ 94 w 140"/>
                  <a:gd name="T73" fmla="*/ 137 h 137"/>
                  <a:gd name="T74" fmla="*/ 75 w 140"/>
                  <a:gd name="T75" fmla="*/ 109 h 137"/>
                  <a:gd name="T76" fmla="*/ 107 w 140"/>
                  <a:gd name="T77" fmla="*/ 109 h 137"/>
                  <a:gd name="T78" fmla="*/ 107 w 140"/>
                  <a:gd name="T79" fmla="*/ 109 h 137"/>
                  <a:gd name="T80" fmla="*/ 135 w 140"/>
                  <a:gd name="T81" fmla="*/ 94 h 137"/>
                  <a:gd name="T82" fmla="*/ 140 w 140"/>
                  <a:gd name="T83" fmla="*/ 82 h 137"/>
                  <a:gd name="T84" fmla="*/ 140 w 140"/>
                  <a:gd name="T85" fmla="*/ 82 h 137"/>
                  <a:gd name="T86" fmla="*/ 140 w 140"/>
                  <a:gd name="T87" fmla="*/ 26 h 137"/>
                  <a:gd name="T88" fmla="*/ 140 w 140"/>
                  <a:gd name="T89" fmla="*/ 26 h 137"/>
                  <a:gd name="T90" fmla="*/ 130 w 140"/>
                  <a:gd name="T91" fmla="*/ 11 h 137"/>
                  <a:gd name="T92" fmla="*/ 110 w 140"/>
                  <a:gd name="T93" fmla="*/ 2 h 137"/>
                  <a:gd name="T94" fmla="*/ 100 w 140"/>
                  <a:gd name="T95" fmla="*/ 0 h 137"/>
                  <a:gd name="T96" fmla="*/ 99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8" name="Freeform 691">
                <a:extLst>
                  <a:ext uri="{FF2B5EF4-FFF2-40B4-BE49-F238E27FC236}">
                    <a16:creationId xmlns:a16="http://schemas.microsoft.com/office/drawing/2014/main" id="{FC2AB33E-9CFA-4BA3-A950-2DFCEE23F62D}"/>
                  </a:ext>
                </a:extLst>
              </p:cNvPr>
              <p:cNvSpPr>
                <a:spLocks noEditPoints="1"/>
              </p:cNvSpPr>
              <p:nvPr userDrawn="1"/>
            </p:nvSpPr>
            <p:spPr bwMode="auto">
              <a:xfrm>
                <a:off x="-4438" y="1445"/>
                <a:ext cx="106" cy="10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5 h 137"/>
                  <a:gd name="T46" fmla="*/ 38 w 141"/>
                  <a:gd name="T47" fmla="*/ 105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1 h 137"/>
                  <a:gd name="T86" fmla="*/ 42 w 141"/>
                  <a:gd name="T87" fmla="*/ 111 h 137"/>
                  <a:gd name="T88" fmla="*/ 79 w 141"/>
                  <a:gd name="T89" fmla="*/ 129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9" name="Freeform 692">
                <a:extLst>
                  <a:ext uri="{FF2B5EF4-FFF2-40B4-BE49-F238E27FC236}">
                    <a16:creationId xmlns:a16="http://schemas.microsoft.com/office/drawing/2014/main" id="{E1E5A085-3BDE-4BAE-8799-75C5EB6D8C17}"/>
                  </a:ext>
                </a:extLst>
              </p:cNvPr>
              <p:cNvSpPr>
                <a:spLocks/>
              </p:cNvSpPr>
              <p:nvPr userDrawn="1"/>
            </p:nvSpPr>
            <p:spPr bwMode="auto">
              <a:xfrm>
                <a:off x="-4379" y="1542"/>
                <a:ext cx="11" cy="4"/>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0" name="Freeform 693">
                <a:extLst>
                  <a:ext uri="{FF2B5EF4-FFF2-40B4-BE49-F238E27FC236}">
                    <a16:creationId xmlns:a16="http://schemas.microsoft.com/office/drawing/2014/main" id="{E9008E7A-BC88-4073-8A66-A5969AE00F83}"/>
                  </a:ext>
                </a:extLst>
              </p:cNvPr>
              <p:cNvSpPr>
                <a:spLocks noEditPoints="1"/>
              </p:cNvSpPr>
              <p:nvPr userDrawn="1"/>
            </p:nvSpPr>
            <p:spPr bwMode="auto">
              <a:xfrm>
                <a:off x="-4517" y="1335"/>
                <a:ext cx="116" cy="115"/>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8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5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1" name="Freeform 694">
                <a:extLst>
                  <a:ext uri="{FF2B5EF4-FFF2-40B4-BE49-F238E27FC236}">
                    <a16:creationId xmlns:a16="http://schemas.microsoft.com/office/drawing/2014/main" id="{156BD42B-75CB-42EE-9CCE-E07DDA2638A9}"/>
                  </a:ext>
                </a:extLst>
              </p:cNvPr>
              <p:cNvSpPr>
                <a:spLocks noEditPoints="1"/>
              </p:cNvSpPr>
              <p:nvPr userDrawn="1"/>
            </p:nvSpPr>
            <p:spPr bwMode="auto">
              <a:xfrm>
                <a:off x="-3807" y="1512"/>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2" name="Freeform 695">
                <a:extLst>
                  <a:ext uri="{FF2B5EF4-FFF2-40B4-BE49-F238E27FC236}">
                    <a16:creationId xmlns:a16="http://schemas.microsoft.com/office/drawing/2014/main" id="{1207DD9E-33D1-4B53-9519-54B547E2B08F}"/>
                  </a:ext>
                </a:extLst>
              </p:cNvPr>
              <p:cNvSpPr>
                <a:spLocks noEditPoints="1"/>
              </p:cNvSpPr>
              <p:nvPr userDrawn="1"/>
            </p:nvSpPr>
            <p:spPr bwMode="auto">
              <a:xfrm>
                <a:off x="-3662" y="1246"/>
                <a:ext cx="57" cy="86"/>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8 h 115"/>
                  <a:gd name="T68" fmla="*/ 1 w 76"/>
                  <a:gd name="T69" fmla="*/ 22 h 115"/>
                  <a:gd name="T70" fmla="*/ 0 w 76"/>
                  <a:gd name="T71" fmla="*/ 39 h 115"/>
                  <a:gd name="T72" fmla="*/ 1 w 76"/>
                  <a:gd name="T73" fmla="*/ 61 h 115"/>
                  <a:gd name="T74" fmla="*/ 8 w 76"/>
                  <a:gd name="T75" fmla="*/ 81 h 115"/>
                  <a:gd name="T76" fmla="*/ 14 w 76"/>
                  <a:gd name="T77" fmla="*/ 88 h 115"/>
                  <a:gd name="T78" fmla="*/ 15 w 76"/>
                  <a:gd name="T79" fmla="*/ 88 h 115"/>
                  <a:gd name="T80" fmla="*/ 37 w 76"/>
                  <a:gd name="T81" fmla="*/ 89 h 115"/>
                  <a:gd name="T82" fmla="*/ 25 w 76"/>
                  <a:gd name="T83" fmla="*/ 115 h 115"/>
                  <a:gd name="T84" fmla="*/ 56 w 76"/>
                  <a:gd name="T85" fmla="*/ 90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1 h 115"/>
                  <a:gd name="T100" fmla="*/ 59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3" name="Freeform 696">
                <a:extLst>
                  <a:ext uri="{FF2B5EF4-FFF2-40B4-BE49-F238E27FC236}">
                    <a16:creationId xmlns:a16="http://schemas.microsoft.com/office/drawing/2014/main" id="{0CEF16D5-F2B8-4957-8DFE-4EE45F1B861A}"/>
                  </a:ext>
                </a:extLst>
              </p:cNvPr>
              <p:cNvSpPr>
                <a:spLocks noEditPoints="1"/>
              </p:cNvSpPr>
              <p:nvPr userDrawn="1"/>
            </p:nvSpPr>
            <p:spPr bwMode="auto">
              <a:xfrm>
                <a:off x="-4505" y="1466"/>
                <a:ext cx="57" cy="87"/>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4" name="Freeform 697">
                <a:extLst>
                  <a:ext uri="{FF2B5EF4-FFF2-40B4-BE49-F238E27FC236}">
                    <a16:creationId xmlns:a16="http://schemas.microsoft.com/office/drawing/2014/main" id="{80E1A45A-30C7-489D-8583-19691A78F99B}"/>
                  </a:ext>
                </a:extLst>
              </p:cNvPr>
              <p:cNvSpPr>
                <a:spLocks noEditPoints="1"/>
              </p:cNvSpPr>
              <p:nvPr userDrawn="1"/>
            </p:nvSpPr>
            <p:spPr bwMode="auto">
              <a:xfrm>
                <a:off x="-4848" y="1228"/>
                <a:ext cx="57" cy="86"/>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5" name="Freeform 698">
                <a:extLst>
                  <a:ext uri="{FF2B5EF4-FFF2-40B4-BE49-F238E27FC236}">
                    <a16:creationId xmlns:a16="http://schemas.microsoft.com/office/drawing/2014/main" id="{6648B817-EE4C-4E07-8FC9-74A2F331497F}"/>
                  </a:ext>
                </a:extLst>
              </p:cNvPr>
              <p:cNvSpPr>
                <a:spLocks noEditPoints="1"/>
              </p:cNvSpPr>
              <p:nvPr userDrawn="1"/>
            </p:nvSpPr>
            <p:spPr bwMode="auto">
              <a:xfrm>
                <a:off x="-4102" y="1105"/>
                <a:ext cx="57" cy="88"/>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8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9 h 116"/>
                  <a:gd name="T54" fmla="*/ 59 w 76"/>
                  <a:gd name="T55" fmla="*/ 0 h 116"/>
                  <a:gd name="T56" fmla="*/ 59 w 76"/>
                  <a:gd name="T57" fmla="*/ 0 h 116"/>
                  <a:gd name="T58" fmla="*/ 59 w 76"/>
                  <a:gd name="T59" fmla="*/ 0 h 116"/>
                  <a:gd name="T60" fmla="*/ 16 w 76"/>
                  <a:gd name="T61" fmla="*/ 3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8"/>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5"/>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6" name="Freeform 699">
                <a:extLst>
                  <a:ext uri="{FF2B5EF4-FFF2-40B4-BE49-F238E27FC236}">
                    <a16:creationId xmlns:a16="http://schemas.microsoft.com/office/drawing/2014/main" id="{515248F9-03E0-4164-8476-2B34798B16BE}"/>
                  </a:ext>
                </a:extLst>
              </p:cNvPr>
              <p:cNvSpPr>
                <a:spLocks noEditPoints="1"/>
              </p:cNvSpPr>
              <p:nvPr userDrawn="1"/>
            </p:nvSpPr>
            <p:spPr bwMode="auto">
              <a:xfrm>
                <a:off x="-4277" y="1632"/>
                <a:ext cx="57" cy="87"/>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8 h 116"/>
                  <a:gd name="T50" fmla="*/ 6 w 76"/>
                  <a:gd name="T51" fmla="*/ 39 h 116"/>
                  <a:gd name="T52" fmla="*/ 9 w 76"/>
                  <a:gd name="T53" fmla="*/ 19 h 116"/>
                  <a:gd name="T54" fmla="*/ 12 w 76"/>
                  <a:gd name="T55" fmla="*/ 12 h 116"/>
                  <a:gd name="T56" fmla="*/ 17 w 76"/>
                  <a:gd name="T57" fmla="*/ 10 h 116"/>
                  <a:gd name="T58" fmla="*/ 17 w 76"/>
                  <a:gd name="T59" fmla="*/ 10 h 116"/>
                  <a:gd name="T60" fmla="*/ 60 w 76"/>
                  <a:gd name="T61" fmla="*/ 6 h 116"/>
                  <a:gd name="T62" fmla="*/ 60 w 76"/>
                  <a:gd name="T63" fmla="*/ 6 h 116"/>
                  <a:gd name="T64" fmla="*/ 60 w 76"/>
                  <a:gd name="T65" fmla="*/ 6 h 116"/>
                  <a:gd name="T66" fmla="*/ 60 w 76"/>
                  <a:gd name="T67" fmla="*/ 6 h 116"/>
                  <a:gd name="T68" fmla="*/ 60 w 76"/>
                  <a:gd name="T69" fmla="*/ 5 h 116"/>
                  <a:gd name="T70" fmla="*/ 60 w 76"/>
                  <a:gd name="T71" fmla="*/ 5 h 116"/>
                  <a:gd name="T72" fmla="*/ 60 w 76"/>
                  <a:gd name="T73" fmla="*/ 0 h 116"/>
                  <a:gd name="T74" fmla="*/ 60 w 76"/>
                  <a:gd name="T75" fmla="*/ 0 h 116"/>
                  <a:gd name="T76" fmla="*/ 60 w 76"/>
                  <a:gd name="T77" fmla="*/ 0 h 116"/>
                  <a:gd name="T78" fmla="*/ 16 w 76"/>
                  <a:gd name="T79" fmla="*/ 4 h 116"/>
                  <a:gd name="T80" fmla="*/ 8 w 76"/>
                  <a:gd name="T81" fmla="*/ 8 h 116"/>
                  <a:gd name="T82" fmla="*/ 2 w 76"/>
                  <a:gd name="T83" fmla="*/ 22 h 116"/>
                  <a:gd name="T84" fmla="*/ 0 w 76"/>
                  <a:gd name="T85" fmla="*/ 39 h 116"/>
                  <a:gd name="T86" fmla="*/ 2 w 76"/>
                  <a:gd name="T87" fmla="*/ 61 h 116"/>
                  <a:gd name="T88" fmla="*/ 9 w 76"/>
                  <a:gd name="T89" fmla="*/ 81 h 116"/>
                  <a:gd name="T90" fmla="*/ 15 w 76"/>
                  <a:gd name="T91" fmla="*/ 88 h 116"/>
                  <a:gd name="T92" fmla="*/ 16 w 76"/>
                  <a:gd name="T93" fmla="*/ 88 h 116"/>
                  <a:gd name="T94" fmla="*/ 38 w 76"/>
                  <a:gd name="T95" fmla="*/ 90 h 116"/>
                  <a:gd name="T96" fmla="*/ 26 w 76"/>
                  <a:gd name="T97" fmla="*/ 116 h 116"/>
                  <a:gd name="T98" fmla="*/ 56 w 76"/>
                  <a:gd name="T99" fmla="*/ 90 h 116"/>
                  <a:gd name="T100" fmla="*/ 72 w 76"/>
                  <a:gd name="T101" fmla="*/ 85 h 116"/>
                  <a:gd name="T102" fmla="*/ 75 w 76"/>
                  <a:gd name="T103" fmla="*/ 81 h 116"/>
                  <a:gd name="T104" fmla="*/ 76 w 76"/>
                  <a:gd name="T105" fmla="*/ 77 h 116"/>
                  <a:gd name="T106" fmla="*/ 76 w 76"/>
                  <a:gd name="T107" fmla="*/ 76 h 116"/>
                  <a:gd name="T108" fmla="*/ 76 w 76"/>
                  <a:gd name="T109" fmla="*/ 28 h 116"/>
                  <a:gd name="T110" fmla="*/ 69 w 76"/>
                  <a:gd name="T111" fmla="*/ 4 h 116"/>
                  <a:gd name="T112" fmla="*/ 63 w 76"/>
                  <a:gd name="T113" fmla="*/ 1 h 116"/>
                  <a:gd name="T114" fmla="*/ 60 w 76"/>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7" name="Freeform 700">
                <a:extLst>
                  <a:ext uri="{FF2B5EF4-FFF2-40B4-BE49-F238E27FC236}">
                    <a16:creationId xmlns:a16="http://schemas.microsoft.com/office/drawing/2014/main" id="{ECCFE9BE-05EB-48D8-962F-539490ED8C4C}"/>
                  </a:ext>
                </a:extLst>
              </p:cNvPr>
              <p:cNvSpPr>
                <a:spLocks noEditPoints="1"/>
              </p:cNvSpPr>
              <p:nvPr userDrawn="1"/>
            </p:nvSpPr>
            <p:spPr bwMode="auto">
              <a:xfrm>
                <a:off x="-4489" y="1644"/>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5 h 116"/>
                  <a:gd name="T64" fmla="*/ 59 w 76"/>
                  <a:gd name="T65" fmla="*/ 5 h 116"/>
                  <a:gd name="T66" fmla="*/ 59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8 w 76"/>
                  <a:gd name="T83" fmla="*/ 82 h 116"/>
                  <a:gd name="T84" fmla="*/ 15 w 76"/>
                  <a:gd name="T85" fmla="*/ 88 h 116"/>
                  <a:gd name="T86" fmla="*/ 15 w 76"/>
                  <a:gd name="T87" fmla="*/ 89 h 116"/>
                  <a:gd name="T88" fmla="*/ 37 w 76"/>
                  <a:gd name="T89" fmla="*/ 90 h 116"/>
                  <a:gd name="T90" fmla="*/ 25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59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8" name="Freeform 701">
                <a:extLst>
                  <a:ext uri="{FF2B5EF4-FFF2-40B4-BE49-F238E27FC236}">
                    <a16:creationId xmlns:a16="http://schemas.microsoft.com/office/drawing/2014/main" id="{530E0E19-F998-4D18-AF9B-719A6AC4C930}"/>
                  </a:ext>
                </a:extLst>
              </p:cNvPr>
              <p:cNvSpPr>
                <a:spLocks noEditPoints="1"/>
              </p:cNvSpPr>
              <p:nvPr userDrawn="1"/>
            </p:nvSpPr>
            <p:spPr bwMode="auto">
              <a:xfrm>
                <a:off x="-4735" y="1742"/>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5 w 76"/>
                  <a:gd name="T73" fmla="*/ 88 h 116"/>
                  <a:gd name="T74" fmla="*/ 15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9" name="Freeform 702">
                <a:extLst>
                  <a:ext uri="{FF2B5EF4-FFF2-40B4-BE49-F238E27FC236}">
                    <a16:creationId xmlns:a16="http://schemas.microsoft.com/office/drawing/2014/main" id="{94FEF575-1905-414C-B5F6-EF4DA1EEB661}"/>
                  </a:ext>
                </a:extLst>
              </p:cNvPr>
              <p:cNvSpPr>
                <a:spLocks noEditPoints="1"/>
              </p:cNvSpPr>
              <p:nvPr userDrawn="1"/>
            </p:nvSpPr>
            <p:spPr bwMode="auto">
              <a:xfrm>
                <a:off x="-4515" y="1871"/>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0" name="Freeform 703">
                <a:extLst>
                  <a:ext uri="{FF2B5EF4-FFF2-40B4-BE49-F238E27FC236}">
                    <a16:creationId xmlns:a16="http://schemas.microsoft.com/office/drawing/2014/main" id="{46DD04C5-D508-449B-B030-76DEDFD0D8CD}"/>
                  </a:ext>
                </a:extLst>
              </p:cNvPr>
              <p:cNvSpPr>
                <a:spLocks noEditPoints="1"/>
              </p:cNvSpPr>
              <p:nvPr userDrawn="1"/>
            </p:nvSpPr>
            <p:spPr bwMode="auto">
              <a:xfrm>
                <a:off x="-4920" y="1842"/>
                <a:ext cx="125" cy="185"/>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1" name="Freeform 704">
                <a:extLst>
                  <a:ext uri="{FF2B5EF4-FFF2-40B4-BE49-F238E27FC236}">
                    <a16:creationId xmlns:a16="http://schemas.microsoft.com/office/drawing/2014/main" id="{6936E763-20EB-493E-B2A1-2EF3AFA3FED0}"/>
                  </a:ext>
                </a:extLst>
              </p:cNvPr>
              <p:cNvSpPr>
                <a:spLocks noEditPoints="1"/>
              </p:cNvSpPr>
              <p:nvPr userDrawn="1"/>
            </p:nvSpPr>
            <p:spPr bwMode="auto">
              <a:xfrm>
                <a:off x="-4490" y="1938"/>
                <a:ext cx="183" cy="73"/>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3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2" name="Freeform 705">
                <a:extLst>
                  <a:ext uri="{FF2B5EF4-FFF2-40B4-BE49-F238E27FC236}">
                    <a16:creationId xmlns:a16="http://schemas.microsoft.com/office/drawing/2014/main" id="{FC1FCAAE-B00E-4036-A501-F8A9003A386A}"/>
                  </a:ext>
                </a:extLst>
              </p:cNvPr>
              <p:cNvSpPr>
                <a:spLocks noEditPoints="1"/>
              </p:cNvSpPr>
              <p:nvPr userDrawn="1"/>
            </p:nvSpPr>
            <p:spPr bwMode="auto">
              <a:xfrm>
                <a:off x="-3988" y="1628"/>
                <a:ext cx="150" cy="59"/>
              </a:xfrm>
              <a:custGeom>
                <a:avLst/>
                <a:gdLst>
                  <a:gd name="T0" fmla="*/ 142 w 199"/>
                  <a:gd name="T1" fmla="*/ 57 h 79"/>
                  <a:gd name="T2" fmla="*/ 142 w 199"/>
                  <a:gd name="T3" fmla="*/ 57 h 79"/>
                  <a:gd name="T4" fmla="*/ 19 w 199"/>
                  <a:gd name="T5" fmla="*/ 10 h 79"/>
                  <a:gd name="T6" fmla="*/ 71 w 199"/>
                  <a:gd name="T7" fmla="*/ 6 h 79"/>
                  <a:gd name="T8" fmla="*/ 134 w 199"/>
                  <a:gd name="T9" fmla="*/ 17 h 79"/>
                  <a:gd name="T10" fmla="*/ 137 w 199"/>
                  <a:gd name="T11" fmla="*/ 19 h 79"/>
                  <a:gd name="T12" fmla="*/ 138 w 199"/>
                  <a:gd name="T13" fmla="*/ 35 h 79"/>
                  <a:gd name="T14" fmla="*/ 137 w 199"/>
                  <a:gd name="T15" fmla="*/ 38 h 79"/>
                  <a:gd name="T16" fmla="*/ 137 w 199"/>
                  <a:gd name="T17" fmla="*/ 38 h 79"/>
                  <a:gd name="T18" fmla="*/ 137 w 199"/>
                  <a:gd name="T19" fmla="*/ 38 h 79"/>
                  <a:gd name="T20" fmla="*/ 134 w 199"/>
                  <a:gd name="T21" fmla="*/ 58 h 79"/>
                  <a:gd name="T22" fmla="*/ 141 w 199"/>
                  <a:gd name="T23" fmla="*/ 63 h 79"/>
                  <a:gd name="T24" fmla="*/ 161 w 199"/>
                  <a:gd name="T25" fmla="*/ 64 h 79"/>
                  <a:gd name="T26" fmla="*/ 78 w 199"/>
                  <a:gd name="T27" fmla="*/ 73 h 79"/>
                  <a:gd name="T28" fmla="*/ 75 w 199"/>
                  <a:gd name="T29" fmla="*/ 73 h 79"/>
                  <a:gd name="T30" fmla="*/ 75 w 199"/>
                  <a:gd name="T31" fmla="*/ 73 h 79"/>
                  <a:gd name="T32" fmla="*/ 21 w 199"/>
                  <a:gd name="T33" fmla="*/ 64 h 79"/>
                  <a:gd name="T34" fmla="*/ 10 w 199"/>
                  <a:gd name="T35" fmla="*/ 56 h 79"/>
                  <a:gd name="T36" fmla="*/ 6 w 199"/>
                  <a:gd name="T37" fmla="*/ 35 h 79"/>
                  <a:gd name="T38" fmla="*/ 18 w 199"/>
                  <a:gd name="T39" fmla="*/ 12 h 79"/>
                  <a:gd name="T40" fmla="*/ 20 w 199"/>
                  <a:gd name="T41" fmla="*/ 11 h 79"/>
                  <a:gd name="T42" fmla="*/ 71 w 199"/>
                  <a:gd name="T43" fmla="*/ 0 h 79"/>
                  <a:gd name="T44" fmla="*/ 18 w 199"/>
                  <a:gd name="T45" fmla="*/ 5 h 79"/>
                  <a:gd name="T46" fmla="*/ 9 w 199"/>
                  <a:gd name="T47" fmla="*/ 11 h 79"/>
                  <a:gd name="T48" fmla="*/ 4 w 199"/>
                  <a:gd name="T49" fmla="*/ 58 h 79"/>
                  <a:gd name="T50" fmla="*/ 5 w 199"/>
                  <a:gd name="T51" fmla="*/ 59 h 79"/>
                  <a:gd name="T52" fmla="*/ 71 w 199"/>
                  <a:gd name="T53" fmla="*/ 79 h 79"/>
                  <a:gd name="T54" fmla="*/ 75 w 199"/>
                  <a:gd name="T55" fmla="*/ 79 h 79"/>
                  <a:gd name="T56" fmla="*/ 182 w 199"/>
                  <a:gd name="T57" fmla="*/ 64 h 79"/>
                  <a:gd name="T58" fmla="*/ 142 w 199"/>
                  <a:gd name="T59" fmla="*/ 57 h 79"/>
                  <a:gd name="T60" fmla="*/ 139 w 199"/>
                  <a:gd name="T61" fmla="*/ 55 h 79"/>
                  <a:gd name="T62" fmla="*/ 142 w 199"/>
                  <a:gd name="T63" fmla="*/ 41 h 79"/>
                  <a:gd name="T64" fmla="*/ 146 w 199"/>
                  <a:gd name="T65" fmla="*/ 27 h 79"/>
                  <a:gd name="T66" fmla="*/ 141 w 199"/>
                  <a:gd name="T67" fmla="*/ 14 h 79"/>
                  <a:gd name="T68" fmla="*/ 139 w 199"/>
                  <a:gd name="T69" fmla="*/ 17 h 79"/>
                  <a:gd name="T70" fmla="*/ 139 w 199"/>
                  <a:gd name="T71" fmla="*/ 17 h 79"/>
                  <a:gd name="T72" fmla="*/ 71 w 199"/>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79">
                    <a:moveTo>
                      <a:pt x="142" y="57"/>
                    </a:moveTo>
                    <a:cubicBezTo>
                      <a:pt x="142" y="57"/>
                      <a:pt x="142" y="57"/>
                      <a:pt x="142" y="57"/>
                    </a:cubicBezTo>
                    <a:cubicBezTo>
                      <a:pt x="142" y="57"/>
                      <a:pt x="142" y="57"/>
                      <a:pt x="142" y="57"/>
                    </a:cubicBezTo>
                    <a:cubicBezTo>
                      <a:pt x="142" y="57"/>
                      <a:pt x="142" y="57"/>
                      <a:pt x="142" y="57"/>
                    </a:cubicBezTo>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3" name="Freeform 706">
                <a:extLst>
                  <a:ext uri="{FF2B5EF4-FFF2-40B4-BE49-F238E27FC236}">
                    <a16:creationId xmlns:a16="http://schemas.microsoft.com/office/drawing/2014/main" id="{80F56DFE-F971-4C56-85B3-D6A6C005D8FD}"/>
                  </a:ext>
                </a:extLst>
              </p:cNvPr>
              <p:cNvSpPr>
                <a:spLocks noEditPoints="1"/>
              </p:cNvSpPr>
              <p:nvPr userDrawn="1"/>
            </p:nvSpPr>
            <p:spPr bwMode="auto">
              <a:xfrm>
                <a:off x="-4769" y="1153"/>
                <a:ext cx="193" cy="78"/>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82 w 257"/>
                  <a:gd name="T17" fmla="*/ 51 h 104"/>
                  <a:gd name="T18" fmla="*/ 178 w 257"/>
                  <a:gd name="T19" fmla="*/ 76 h 104"/>
                  <a:gd name="T20" fmla="*/ 187 w 257"/>
                  <a:gd name="T21" fmla="*/ 83 h 104"/>
                  <a:gd name="T22" fmla="*/ 220 w 257"/>
                  <a:gd name="T23" fmla="*/ 83 h 104"/>
                  <a:gd name="T24" fmla="*/ 103 w 257"/>
                  <a:gd name="T25" fmla="*/ 98 h 104"/>
                  <a:gd name="T26" fmla="*/ 99 w 257"/>
                  <a:gd name="T27" fmla="*/ 97 h 104"/>
                  <a:gd name="T28" fmla="*/ 98 w 257"/>
                  <a:gd name="T29" fmla="*/ 97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7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8"/>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4" name="Freeform 707">
                <a:extLst>
                  <a:ext uri="{FF2B5EF4-FFF2-40B4-BE49-F238E27FC236}">
                    <a16:creationId xmlns:a16="http://schemas.microsoft.com/office/drawing/2014/main" id="{1D677ACA-377B-44AB-A6DD-FAA64D8E59C7}"/>
                  </a:ext>
                </a:extLst>
              </p:cNvPr>
              <p:cNvSpPr>
                <a:spLocks noEditPoints="1"/>
              </p:cNvSpPr>
              <p:nvPr userDrawn="1"/>
            </p:nvSpPr>
            <p:spPr bwMode="auto">
              <a:xfrm>
                <a:off x="-4935" y="1741"/>
                <a:ext cx="207" cy="84"/>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5" name="Freeform 708">
                <a:extLst>
                  <a:ext uri="{FF2B5EF4-FFF2-40B4-BE49-F238E27FC236}">
                    <a16:creationId xmlns:a16="http://schemas.microsoft.com/office/drawing/2014/main" id="{E2F3232A-4397-4992-A84B-B6F9250FDA2C}"/>
                  </a:ext>
                </a:extLst>
              </p:cNvPr>
              <p:cNvSpPr>
                <a:spLocks noEditPoints="1"/>
              </p:cNvSpPr>
              <p:nvPr userDrawn="1"/>
            </p:nvSpPr>
            <p:spPr bwMode="auto">
              <a:xfrm>
                <a:off x="-4537" y="1750"/>
                <a:ext cx="184" cy="121"/>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7 w 245"/>
                  <a:gd name="T29" fmla="*/ 126 h 161"/>
                  <a:gd name="T30" fmla="*/ 238 w 245"/>
                  <a:gd name="T31" fmla="*/ 126 h 161"/>
                  <a:gd name="T32" fmla="*/ 237 w 245"/>
                  <a:gd name="T33" fmla="*/ 127 h 161"/>
                  <a:gd name="T34" fmla="*/ 226 w 245"/>
                  <a:gd name="T35" fmla="*/ 133 h 161"/>
                  <a:gd name="T36" fmla="*/ 202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5 w 245"/>
                  <a:gd name="T53" fmla="*/ 141 h 161"/>
                  <a:gd name="T54" fmla="*/ 35 w 245"/>
                  <a:gd name="T55" fmla="*/ 141 h 161"/>
                  <a:gd name="T56" fmla="*/ 35 w 245"/>
                  <a:gd name="T57" fmla="*/ 141 h 161"/>
                  <a:gd name="T58" fmla="*/ 20 w 245"/>
                  <a:gd name="T59" fmla="*/ 131 h 161"/>
                  <a:gd name="T60" fmla="*/ 6 w 245"/>
                  <a:gd name="T61" fmla="*/ 95 h 161"/>
                  <a:gd name="T62" fmla="*/ 24 w 245"/>
                  <a:gd name="T63" fmla="*/ 37 h 161"/>
                  <a:gd name="T64" fmla="*/ 83 w 245"/>
                  <a:gd name="T65" fmla="*/ 0 h 161"/>
                  <a:gd name="T66" fmla="*/ 83 w 245"/>
                  <a:gd name="T67" fmla="*/ 0 h 161"/>
                  <a:gd name="T68" fmla="*/ 35 w 245"/>
                  <a:gd name="T69" fmla="*/ 17 h 161"/>
                  <a:gd name="T70" fmla="*/ 24 w 245"/>
                  <a:gd name="T71" fmla="*/ 27 h 161"/>
                  <a:gd name="T72" fmla="*/ 16 w 245"/>
                  <a:gd name="T73" fmla="*/ 40 h 161"/>
                  <a:gd name="T74" fmla="*/ 0 w 245"/>
                  <a:gd name="T75" fmla="*/ 95 h 161"/>
                  <a:gd name="T76" fmla="*/ 16 w 245"/>
                  <a:gd name="T77" fmla="*/ 136 h 161"/>
                  <a:gd name="T78" fmla="*/ 33 w 245"/>
                  <a:gd name="T79" fmla="*/ 147 h 161"/>
                  <a:gd name="T80" fmla="*/ 110 w 245"/>
                  <a:gd name="T81" fmla="*/ 161 h 161"/>
                  <a:gd name="T82" fmla="*/ 204 w 245"/>
                  <a:gd name="T83" fmla="*/ 147 h 161"/>
                  <a:gd name="T84" fmla="*/ 204 w 245"/>
                  <a:gd name="T85" fmla="*/ 147 h 161"/>
                  <a:gd name="T86" fmla="*/ 236 w 245"/>
                  <a:gd name="T87" fmla="*/ 135 h 161"/>
                  <a:gd name="T88" fmla="*/ 242 w 245"/>
                  <a:gd name="T89" fmla="*/ 130 h 161"/>
                  <a:gd name="T90" fmla="*/ 245 w 245"/>
                  <a:gd name="T91" fmla="*/ 125 h 161"/>
                  <a:gd name="T92" fmla="*/ 244 w 245"/>
                  <a:gd name="T93" fmla="*/ 123 h 161"/>
                  <a:gd name="T94" fmla="*/ 242 w 245"/>
                  <a:gd name="T95" fmla="*/ 121 h 161"/>
                  <a:gd name="T96" fmla="*/ 240 w 245"/>
                  <a:gd name="T97" fmla="*/ 121 h 161"/>
                  <a:gd name="T98" fmla="*/ 230 w 245"/>
                  <a:gd name="T99" fmla="*/ 120 h 161"/>
                  <a:gd name="T100" fmla="*/ 198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5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6" name="Freeform 709">
                <a:extLst>
                  <a:ext uri="{FF2B5EF4-FFF2-40B4-BE49-F238E27FC236}">
                    <a16:creationId xmlns:a16="http://schemas.microsoft.com/office/drawing/2014/main" id="{D4D1FB91-C763-449C-A2E7-D1064EF35387}"/>
                  </a:ext>
                </a:extLst>
              </p:cNvPr>
              <p:cNvSpPr>
                <a:spLocks/>
              </p:cNvSpPr>
              <p:nvPr userDrawn="1"/>
            </p:nvSpPr>
            <p:spPr bwMode="auto">
              <a:xfrm>
                <a:off x="-4525" y="1770"/>
                <a:ext cx="6" cy="10"/>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7" name="Freeform 710">
                <a:extLst>
                  <a:ext uri="{FF2B5EF4-FFF2-40B4-BE49-F238E27FC236}">
                    <a16:creationId xmlns:a16="http://schemas.microsoft.com/office/drawing/2014/main" id="{F645A193-9440-4863-B814-DD76E75DFF74}"/>
                  </a:ext>
                </a:extLst>
              </p:cNvPr>
              <p:cNvSpPr>
                <a:spLocks noEditPoints="1"/>
              </p:cNvSpPr>
              <p:nvPr userDrawn="1"/>
            </p:nvSpPr>
            <p:spPr bwMode="auto">
              <a:xfrm>
                <a:off x="-4352" y="1990"/>
                <a:ext cx="265" cy="174"/>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4"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8" name="Freeform 711">
                <a:extLst>
                  <a:ext uri="{FF2B5EF4-FFF2-40B4-BE49-F238E27FC236}">
                    <a16:creationId xmlns:a16="http://schemas.microsoft.com/office/drawing/2014/main" id="{41C86E36-847B-481E-8D4B-9BACDA55FF20}"/>
                  </a:ext>
                </a:extLst>
              </p:cNvPr>
              <p:cNvSpPr>
                <a:spLocks noEditPoints="1"/>
              </p:cNvSpPr>
              <p:nvPr userDrawn="1"/>
            </p:nvSpPr>
            <p:spPr bwMode="auto">
              <a:xfrm>
                <a:off x="-4181" y="1693"/>
                <a:ext cx="127" cy="100"/>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27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8 w 170"/>
                  <a:gd name="T45" fmla="*/ 7 h 133"/>
                  <a:gd name="T46" fmla="*/ 109 w 170"/>
                  <a:gd name="T47" fmla="*/ 0 h 133"/>
                  <a:gd name="T48" fmla="*/ 27 w 170"/>
                  <a:gd name="T49" fmla="*/ 1 h 133"/>
                  <a:gd name="T50" fmla="*/ 27 w 170"/>
                  <a:gd name="T51" fmla="*/ 1 h 133"/>
                  <a:gd name="T52" fmla="*/ 27 w 170"/>
                  <a:gd name="T53" fmla="*/ 1 h 133"/>
                  <a:gd name="T54" fmla="*/ 5 w 170"/>
                  <a:gd name="T55" fmla="*/ 14 h 133"/>
                  <a:gd name="T56" fmla="*/ 0 w 170"/>
                  <a:gd name="T57" fmla="*/ 32 h 133"/>
                  <a:gd name="T58" fmla="*/ 2 w 170"/>
                  <a:gd name="T59" fmla="*/ 45 h 133"/>
                  <a:gd name="T60" fmla="*/ 24 w 170"/>
                  <a:gd name="T61" fmla="*/ 86 h 133"/>
                  <a:gd name="T62" fmla="*/ 38 w 170"/>
                  <a:gd name="T63" fmla="*/ 92 h 133"/>
                  <a:gd name="T64" fmla="*/ 43 w 170"/>
                  <a:gd name="T65" fmla="*/ 133 h 133"/>
                  <a:gd name="T66" fmla="*/ 56 w 170"/>
                  <a:gd name="T67" fmla="*/ 93 h 133"/>
                  <a:gd name="T68" fmla="*/ 126 w 170"/>
                  <a:gd name="T69" fmla="*/ 93 h 133"/>
                  <a:gd name="T70" fmla="*/ 127 w 170"/>
                  <a:gd name="T71" fmla="*/ 93 h 133"/>
                  <a:gd name="T72" fmla="*/ 161 w 170"/>
                  <a:gd name="T73" fmla="*/ 67 h 133"/>
                  <a:gd name="T74" fmla="*/ 170 w 170"/>
                  <a:gd name="T75" fmla="*/ 41 h 133"/>
                  <a:gd name="T76" fmla="*/ 160 w 170"/>
                  <a:gd name="T77" fmla="*/ 14 h 133"/>
                  <a:gd name="T78" fmla="*/ 152 w 170"/>
                  <a:gd name="T79" fmla="*/ 5 h 133"/>
                  <a:gd name="T80" fmla="*/ 145 w 170"/>
                  <a:gd name="T81" fmla="*/ 1 h 133"/>
                  <a:gd name="T82" fmla="*/ 140 w 170"/>
                  <a:gd name="T83" fmla="*/ 0 h 133"/>
                  <a:gd name="T84" fmla="*/ 109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9" name="Freeform 712">
                <a:extLst>
                  <a:ext uri="{FF2B5EF4-FFF2-40B4-BE49-F238E27FC236}">
                    <a16:creationId xmlns:a16="http://schemas.microsoft.com/office/drawing/2014/main" id="{0513F49F-697C-4705-8E2C-5753761134FE}"/>
                  </a:ext>
                </a:extLst>
              </p:cNvPr>
              <p:cNvSpPr>
                <a:spLocks noEditPoints="1"/>
              </p:cNvSpPr>
              <p:nvPr userDrawn="1"/>
            </p:nvSpPr>
            <p:spPr bwMode="auto">
              <a:xfrm>
                <a:off x="-3697" y="1878"/>
                <a:ext cx="127" cy="99"/>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40 w 169"/>
                  <a:gd name="T31" fmla="*/ 87 h 132"/>
                  <a:gd name="T32" fmla="*/ 26 w 169"/>
                  <a:gd name="T33" fmla="*/ 82 h 132"/>
                  <a:gd name="T34" fmla="*/ 8 w 169"/>
                  <a:gd name="T35" fmla="*/ 45 h 132"/>
                  <a:gd name="T36" fmla="*/ 7 w 169"/>
                  <a:gd name="T37" fmla="*/ 45 h 132"/>
                  <a:gd name="T38" fmla="*/ 7 w 169"/>
                  <a:gd name="T39" fmla="*/ 44 h 132"/>
                  <a:gd name="T40" fmla="*/ 7 w 169"/>
                  <a:gd name="T41" fmla="*/ 44 h 132"/>
                  <a:gd name="T42" fmla="*/ 6 w 169"/>
                  <a:gd name="T43" fmla="*/ 33 h 132"/>
                  <a:gd name="T44" fmla="*/ 10 w 169"/>
                  <a:gd name="T45" fmla="*/ 18 h 132"/>
                  <a:gd name="T46" fmla="*/ 27 w 169"/>
                  <a:gd name="T47" fmla="*/ 7 h 132"/>
                  <a:gd name="T48" fmla="*/ 108 w 169"/>
                  <a:gd name="T49" fmla="*/ 0 h 132"/>
                  <a:gd name="T50" fmla="*/ 27 w 169"/>
                  <a:gd name="T51" fmla="*/ 1 h 132"/>
                  <a:gd name="T52" fmla="*/ 26 w 169"/>
                  <a:gd name="T53" fmla="*/ 1 h 132"/>
                  <a:gd name="T54" fmla="*/ 26 w 169"/>
                  <a:gd name="T55" fmla="*/ 2 h 132"/>
                  <a:gd name="T56" fmla="*/ 5 w 169"/>
                  <a:gd name="T57" fmla="*/ 15 h 132"/>
                  <a:gd name="T58" fmla="*/ 0 w 169"/>
                  <a:gd name="T59" fmla="*/ 33 h 132"/>
                  <a:gd name="T60" fmla="*/ 2 w 169"/>
                  <a:gd name="T61" fmla="*/ 46 h 132"/>
                  <a:gd name="T62" fmla="*/ 23 w 169"/>
                  <a:gd name="T63" fmla="*/ 87 h 132"/>
                  <a:gd name="T64" fmla="*/ 37 w 169"/>
                  <a:gd name="T65" fmla="*/ 93 h 132"/>
                  <a:gd name="T66" fmla="*/ 42 w 169"/>
                  <a:gd name="T67" fmla="*/ 132 h 132"/>
                  <a:gd name="T68" fmla="*/ 43 w 169"/>
                  <a:gd name="T69" fmla="*/ 132 h 132"/>
                  <a:gd name="T70" fmla="*/ 55 w 169"/>
                  <a:gd name="T71" fmla="*/ 94 h 132"/>
                  <a:gd name="T72" fmla="*/ 125 w 169"/>
                  <a:gd name="T73" fmla="*/ 94 h 132"/>
                  <a:gd name="T74" fmla="*/ 126 w 169"/>
                  <a:gd name="T75" fmla="*/ 94 h 132"/>
                  <a:gd name="T76" fmla="*/ 160 w 169"/>
                  <a:gd name="T77" fmla="*/ 68 h 132"/>
                  <a:gd name="T78" fmla="*/ 169 w 169"/>
                  <a:gd name="T79" fmla="*/ 42 h 132"/>
                  <a:gd name="T80" fmla="*/ 161 w 169"/>
                  <a:gd name="T81" fmla="*/ 17 h 132"/>
                  <a:gd name="T82" fmla="*/ 161 w 169"/>
                  <a:gd name="T83" fmla="*/ 17 h 132"/>
                  <a:gd name="T84" fmla="*/ 160 w 169"/>
                  <a:gd name="T85" fmla="*/ 15 h 132"/>
                  <a:gd name="T86" fmla="*/ 160 w 169"/>
                  <a:gd name="T87" fmla="*/ 14 h 132"/>
                  <a:gd name="T88" fmla="*/ 159 w 169"/>
                  <a:gd name="T89" fmla="*/ 14 h 132"/>
                  <a:gd name="T90" fmla="*/ 151 w 169"/>
                  <a:gd name="T91" fmla="*/ 6 h 132"/>
                  <a:gd name="T92" fmla="*/ 144 w 169"/>
                  <a:gd name="T93" fmla="*/ 2 h 132"/>
                  <a:gd name="T94" fmla="*/ 139 w 169"/>
                  <a:gd name="T95" fmla="*/ 1 h 132"/>
                  <a:gd name="T96" fmla="*/ 108 w 169"/>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0" name="Freeform 713">
                <a:extLst>
                  <a:ext uri="{FF2B5EF4-FFF2-40B4-BE49-F238E27FC236}">
                    <a16:creationId xmlns:a16="http://schemas.microsoft.com/office/drawing/2014/main" id="{D0F7743D-AEB4-47FB-BD86-8E2F36908EC6}"/>
                  </a:ext>
                </a:extLst>
              </p:cNvPr>
              <p:cNvSpPr>
                <a:spLocks/>
              </p:cNvSpPr>
              <p:nvPr userDrawn="1"/>
            </p:nvSpPr>
            <p:spPr bwMode="auto">
              <a:xfrm>
                <a:off x="-3665" y="1977"/>
                <a:ext cx="1"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1" name="Freeform 714">
                <a:extLst>
                  <a:ext uri="{FF2B5EF4-FFF2-40B4-BE49-F238E27FC236}">
                    <a16:creationId xmlns:a16="http://schemas.microsoft.com/office/drawing/2014/main" id="{92851F26-96E3-4DA2-A7E1-FB315BF6E76E}"/>
                  </a:ext>
                </a:extLst>
              </p:cNvPr>
              <p:cNvSpPr>
                <a:spLocks noEditPoints="1"/>
              </p:cNvSpPr>
              <p:nvPr userDrawn="1"/>
            </p:nvSpPr>
            <p:spPr bwMode="auto">
              <a:xfrm>
                <a:off x="-4319" y="1265"/>
                <a:ext cx="141" cy="122"/>
              </a:xfrm>
              <a:custGeom>
                <a:avLst/>
                <a:gdLst>
                  <a:gd name="T0" fmla="*/ 94 w 188"/>
                  <a:gd name="T1" fmla="*/ 22 h 162"/>
                  <a:gd name="T2" fmla="*/ 94 w 188"/>
                  <a:gd name="T3" fmla="*/ 22 h 162"/>
                  <a:gd name="T4" fmla="*/ 70 w 188"/>
                  <a:gd name="T5" fmla="*/ 11 h 162"/>
                  <a:gd name="T6" fmla="*/ 78 w 188"/>
                  <a:gd name="T7" fmla="*/ 6 h 162"/>
                  <a:gd name="T8" fmla="*/ 89 w 188"/>
                  <a:gd name="T9" fmla="*/ 23 h 162"/>
                  <a:gd name="T10" fmla="*/ 94 w 188"/>
                  <a:gd name="T11" fmla="*/ 25 h 162"/>
                  <a:gd name="T12" fmla="*/ 124 w 188"/>
                  <a:gd name="T13" fmla="*/ 11 h 162"/>
                  <a:gd name="T14" fmla="*/ 158 w 188"/>
                  <a:gd name="T15" fmla="*/ 36 h 162"/>
                  <a:gd name="T16" fmla="*/ 157 w 188"/>
                  <a:gd name="T17" fmla="*/ 60 h 162"/>
                  <a:gd name="T18" fmla="*/ 174 w 188"/>
                  <a:gd name="T19" fmla="*/ 64 h 162"/>
                  <a:gd name="T20" fmla="*/ 182 w 188"/>
                  <a:gd name="T21" fmla="*/ 75 h 162"/>
                  <a:gd name="T22" fmla="*/ 173 w 188"/>
                  <a:gd name="T23" fmla="*/ 93 h 162"/>
                  <a:gd name="T24" fmla="*/ 160 w 188"/>
                  <a:gd name="T25" fmla="*/ 127 h 162"/>
                  <a:gd name="T26" fmla="*/ 142 w 188"/>
                  <a:gd name="T27" fmla="*/ 112 h 162"/>
                  <a:gd name="T28" fmla="*/ 139 w 188"/>
                  <a:gd name="T29" fmla="*/ 133 h 162"/>
                  <a:gd name="T30" fmla="*/ 123 w 188"/>
                  <a:gd name="T31" fmla="*/ 140 h 162"/>
                  <a:gd name="T32" fmla="*/ 111 w 188"/>
                  <a:gd name="T33" fmla="*/ 132 h 162"/>
                  <a:gd name="T34" fmla="*/ 98 w 188"/>
                  <a:gd name="T35" fmla="*/ 135 h 162"/>
                  <a:gd name="T36" fmla="*/ 75 w 188"/>
                  <a:gd name="T37" fmla="*/ 148 h 162"/>
                  <a:gd name="T38" fmla="*/ 44 w 188"/>
                  <a:gd name="T39" fmla="*/ 119 h 162"/>
                  <a:gd name="T40" fmla="*/ 29 w 188"/>
                  <a:gd name="T41" fmla="*/ 111 h 162"/>
                  <a:gd name="T42" fmla="*/ 8 w 188"/>
                  <a:gd name="T43" fmla="*/ 105 h 162"/>
                  <a:gd name="T44" fmla="*/ 15 w 188"/>
                  <a:gd name="T45" fmla="*/ 86 h 162"/>
                  <a:gd name="T46" fmla="*/ 19 w 188"/>
                  <a:gd name="T47" fmla="*/ 57 h 162"/>
                  <a:gd name="T48" fmla="*/ 36 w 188"/>
                  <a:gd name="T49" fmla="*/ 26 h 162"/>
                  <a:gd name="T50" fmla="*/ 62 w 188"/>
                  <a:gd name="T51" fmla="*/ 28 h 162"/>
                  <a:gd name="T52" fmla="*/ 67 w 188"/>
                  <a:gd name="T53" fmla="*/ 15 h 162"/>
                  <a:gd name="T54" fmla="*/ 71 w 188"/>
                  <a:gd name="T55" fmla="*/ 3 h 162"/>
                  <a:gd name="T56" fmla="*/ 60 w 188"/>
                  <a:gd name="T57" fmla="*/ 14 h 162"/>
                  <a:gd name="T58" fmla="*/ 61 w 188"/>
                  <a:gd name="T59" fmla="*/ 21 h 162"/>
                  <a:gd name="T60" fmla="*/ 54 w 188"/>
                  <a:gd name="T61" fmla="*/ 24 h 162"/>
                  <a:gd name="T62" fmla="*/ 38 w 188"/>
                  <a:gd name="T63" fmla="*/ 21 h 162"/>
                  <a:gd name="T64" fmla="*/ 36 w 188"/>
                  <a:gd name="T65" fmla="*/ 20 h 162"/>
                  <a:gd name="T66" fmla="*/ 12 w 188"/>
                  <a:gd name="T67" fmla="*/ 48 h 162"/>
                  <a:gd name="T68" fmla="*/ 14 w 188"/>
                  <a:gd name="T69" fmla="*/ 60 h 162"/>
                  <a:gd name="T70" fmla="*/ 9 w 188"/>
                  <a:gd name="T71" fmla="*/ 82 h 162"/>
                  <a:gd name="T72" fmla="*/ 5 w 188"/>
                  <a:gd name="T73" fmla="*/ 83 h 162"/>
                  <a:gd name="T74" fmla="*/ 2 w 188"/>
                  <a:gd name="T75" fmla="*/ 85 h 162"/>
                  <a:gd name="T76" fmla="*/ 14 w 188"/>
                  <a:gd name="T77" fmla="*/ 117 h 162"/>
                  <a:gd name="T78" fmla="*/ 21 w 188"/>
                  <a:gd name="T79" fmla="*/ 118 h 162"/>
                  <a:gd name="T80" fmla="*/ 40 w 188"/>
                  <a:gd name="T81" fmla="*/ 125 h 162"/>
                  <a:gd name="T82" fmla="*/ 41 w 188"/>
                  <a:gd name="T83" fmla="*/ 138 h 162"/>
                  <a:gd name="T84" fmla="*/ 41 w 188"/>
                  <a:gd name="T85" fmla="*/ 140 h 162"/>
                  <a:gd name="T86" fmla="*/ 75 w 188"/>
                  <a:gd name="T87" fmla="*/ 154 h 162"/>
                  <a:gd name="T88" fmla="*/ 94 w 188"/>
                  <a:gd name="T89" fmla="*/ 150 h 162"/>
                  <a:gd name="T90" fmla="*/ 108 w 188"/>
                  <a:gd name="T91" fmla="*/ 137 h 162"/>
                  <a:gd name="T92" fmla="*/ 110 w 188"/>
                  <a:gd name="T93" fmla="*/ 140 h 162"/>
                  <a:gd name="T94" fmla="*/ 111 w 188"/>
                  <a:gd name="T95" fmla="*/ 141 h 162"/>
                  <a:gd name="T96" fmla="*/ 138 w 188"/>
                  <a:gd name="T97" fmla="*/ 141 h 162"/>
                  <a:gd name="T98" fmla="*/ 145 w 188"/>
                  <a:gd name="T99" fmla="*/ 134 h 162"/>
                  <a:gd name="T100" fmla="*/ 173 w 188"/>
                  <a:gd name="T101" fmla="*/ 155 h 162"/>
                  <a:gd name="T102" fmla="*/ 182 w 188"/>
                  <a:gd name="T103" fmla="*/ 162 h 162"/>
                  <a:gd name="T104" fmla="*/ 187 w 188"/>
                  <a:gd name="T105" fmla="*/ 162 h 162"/>
                  <a:gd name="T106" fmla="*/ 187 w 188"/>
                  <a:gd name="T107" fmla="*/ 158 h 162"/>
                  <a:gd name="T108" fmla="*/ 165 w 188"/>
                  <a:gd name="T109" fmla="*/ 124 h 162"/>
                  <a:gd name="T110" fmla="*/ 173 w 188"/>
                  <a:gd name="T111" fmla="*/ 99 h 162"/>
                  <a:gd name="T112" fmla="*/ 188 w 188"/>
                  <a:gd name="T113" fmla="*/ 75 h 162"/>
                  <a:gd name="T114" fmla="*/ 175 w 188"/>
                  <a:gd name="T115" fmla="*/ 58 h 162"/>
                  <a:gd name="T116" fmla="*/ 170 w 188"/>
                  <a:gd name="T117" fmla="*/ 58 h 162"/>
                  <a:gd name="T118" fmla="*/ 161 w 188"/>
                  <a:gd name="T119" fmla="*/ 45 h 162"/>
                  <a:gd name="T120" fmla="*/ 138 w 188"/>
                  <a:gd name="T121" fmla="*/ 7 h 162"/>
                  <a:gd name="T122" fmla="*/ 99 w 188"/>
                  <a:gd name="T123" fmla="*/ 13 h 162"/>
                  <a:gd name="T124" fmla="*/ 83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9"/>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4"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2" name="Freeform 715">
                <a:extLst>
                  <a:ext uri="{FF2B5EF4-FFF2-40B4-BE49-F238E27FC236}">
                    <a16:creationId xmlns:a16="http://schemas.microsoft.com/office/drawing/2014/main" id="{C3C67F5F-4612-40DE-877A-A11861794BC8}"/>
                  </a:ext>
                </a:extLst>
              </p:cNvPr>
              <p:cNvSpPr>
                <a:spLocks noEditPoints="1"/>
              </p:cNvSpPr>
              <p:nvPr userDrawn="1"/>
            </p:nvSpPr>
            <p:spPr bwMode="auto">
              <a:xfrm>
                <a:off x="-3965" y="1286"/>
                <a:ext cx="141" cy="122"/>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6 w 188"/>
                  <a:gd name="T93" fmla="*/ 139 h 162"/>
                  <a:gd name="T94" fmla="*/ 96 w 188"/>
                  <a:gd name="T95" fmla="*/ 151 h 162"/>
                  <a:gd name="T96" fmla="*/ 147 w 188"/>
                  <a:gd name="T97" fmla="*/ 141 h 162"/>
                  <a:gd name="T98" fmla="*/ 147 w 188"/>
                  <a:gd name="T99" fmla="*/ 138 h 162"/>
                  <a:gd name="T100" fmla="*/ 153 w 188"/>
                  <a:gd name="T101" fmla="*/ 118 h 162"/>
                  <a:gd name="T102" fmla="*/ 168 w 188"/>
                  <a:gd name="T103" fmla="*/ 118 h 162"/>
                  <a:gd name="T104" fmla="*/ 185 w 188"/>
                  <a:gd name="T105" fmla="*/ 108 h 162"/>
                  <a:gd name="T106" fmla="*/ 186 w 188"/>
                  <a:gd name="T107" fmla="*/ 84 h 162"/>
                  <a:gd name="T108" fmla="*/ 176 w 188"/>
                  <a:gd name="T109" fmla="*/ 80 h 162"/>
                  <a:gd name="T110" fmla="*/ 175 w 188"/>
                  <a:gd name="T111" fmla="*/ 59 h 162"/>
                  <a:gd name="T112" fmla="*/ 177 w 188"/>
                  <a:gd name="T113" fmla="*/ 48 h 162"/>
                  <a:gd name="T114" fmla="*/ 153 w 188"/>
                  <a:gd name="T115" fmla="*/ 20 h 162"/>
                  <a:gd name="T116" fmla="*/ 135 w 188"/>
                  <a:gd name="T117" fmla="*/ 23 h 162"/>
                  <a:gd name="T118" fmla="*/ 129 w 188"/>
                  <a:gd name="T119" fmla="*/ 22 h 162"/>
                  <a:gd name="T120" fmla="*/ 128 w 188"/>
                  <a:gd name="T121" fmla="*/ 15 h 162"/>
                  <a:gd name="T122" fmla="*/ 123 w 188"/>
                  <a:gd name="T123" fmla="*/ 7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3" name="Freeform 716">
                <a:extLst>
                  <a:ext uri="{FF2B5EF4-FFF2-40B4-BE49-F238E27FC236}">
                    <a16:creationId xmlns:a16="http://schemas.microsoft.com/office/drawing/2014/main" id="{427F6F8E-32FA-4529-949A-290C48AFBDCF}"/>
                  </a:ext>
                </a:extLst>
              </p:cNvPr>
              <p:cNvSpPr>
                <a:spLocks noEditPoints="1"/>
              </p:cNvSpPr>
              <p:nvPr userDrawn="1"/>
            </p:nvSpPr>
            <p:spPr bwMode="auto">
              <a:xfrm>
                <a:off x="-4249" y="1834"/>
                <a:ext cx="141" cy="121"/>
              </a:xfrm>
              <a:custGeom>
                <a:avLst/>
                <a:gdLst>
                  <a:gd name="T0" fmla="*/ 168 w 188"/>
                  <a:gd name="T1" fmla="*/ 112 h 162"/>
                  <a:gd name="T2" fmla="*/ 109 w 188"/>
                  <a:gd name="T3" fmla="*/ 6 h 162"/>
                  <a:gd name="T4" fmla="*/ 120 w 188"/>
                  <a:gd name="T5" fmla="*/ 12 h 162"/>
                  <a:gd name="T6" fmla="*/ 128 w 188"/>
                  <a:gd name="T7" fmla="*/ 28 h 162"/>
                  <a:gd name="T8" fmla="*/ 167 w 188"/>
                  <a:gd name="T9" fmla="*/ 35 h 162"/>
                  <a:gd name="T10" fmla="*/ 169 w 188"/>
                  <a:gd name="T11" fmla="*/ 56 h 162"/>
                  <a:gd name="T12" fmla="*/ 181 w 188"/>
                  <a:gd name="T13" fmla="*/ 88 h 162"/>
                  <a:gd name="T14" fmla="*/ 169 w 188"/>
                  <a:gd name="T15" fmla="*/ 111 h 162"/>
                  <a:gd name="T16" fmla="*/ 150 w 188"/>
                  <a:gd name="T17" fmla="*/ 113 h 162"/>
                  <a:gd name="T18" fmla="*/ 114 w 188"/>
                  <a:gd name="T19" fmla="*/ 148 h 162"/>
                  <a:gd name="T20" fmla="*/ 90 w 188"/>
                  <a:gd name="T21" fmla="*/ 134 h 162"/>
                  <a:gd name="T22" fmla="*/ 78 w 188"/>
                  <a:gd name="T23" fmla="*/ 132 h 162"/>
                  <a:gd name="T24" fmla="*/ 65 w 188"/>
                  <a:gd name="T25" fmla="*/ 139 h 162"/>
                  <a:gd name="T26" fmla="*/ 50 w 188"/>
                  <a:gd name="T27" fmla="*/ 124 h 162"/>
                  <a:gd name="T28" fmla="*/ 17 w 188"/>
                  <a:gd name="T29" fmla="*/ 144 h 162"/>
                  <a:gd name="T30" fmla="*/ 15 w 188"/>
                  <a:gd name="T31" fmla="*/ 92 h 162"/>
                  <a:gd name="T32" fmla="*/ 8 w 188"/>
                  <a:gd name="T33" fmla="*/ 66 h 162"/>
                  <a:gd name="T34" fmla="*/ 19 w 188"/>
                  <a:gd name="T35" fmla="*/ 64 h 162"/>
                  <a:gd name="T36" fmla="*/ 30 w 188"/>
                  <a:gd name="T37" fmla="*/ 35 h 162"/>
                  <a:gd name="T38" fmla="*/ 65 w 188"/>
                  <a:gd name="T39" fmla="*/ 10 h 162"/>
                  <a:gd name="T40" fmla="*/ 95 w 188"/>
                  <a:gd name="T41" fmla="*/ 24 h 162"/>
                  <a:gd name="T42" fmla="*/ 100 w 188"/>
                  <a:gd name="T43" fmla="*/ 23 h 162"/>
                  <a:gd name="T44" fmla="*/ 96 w 188"/>
                  <a:gd name="T45" fmla="*/ 17 h 162"/>
                  <a:gd name="T46" fmla="*/ 51 w 188"/>
                  <a:gd name="T47" fmla="*/ 7 h 162"/>
                  <a:gd name="T48" fmla="*/ 30 w 188"/>
                  <a:gd name="T49" fmla="*/ 50 h 162"/>
                  <a:gd name="T50" fmla="*/ 14 w 188"/>
                  <a:gd name="T51" fmla="*/ 57 h 162"/>
                  <a:gd name="T52" fmla="*/ 0 w 188"/>
                  <a:gd name="T53" fmla="*/ 75 h 162"/>
                  <a:gd name="T54" fmla="*/ 25 w 188"/>
                  <a:gd name="T55" fmla="*/ 102 h 162"/>
                  <a:gd name="T56" fmla="*/ 2 w 188"/>
                  <a:gd name="T57" fmla="*/ 157 h 162"/>
                  <a:gd name="T58" fmla="*/ 1 w 188"/>
                  <a:gd name="T59" fmla="*/ 159 h 162"/>
                  <a:gd name="T60" fmla="*/ 5 w 188"/>
                  <a:gd name="T61" fmla="*/ 162 h 162"/>
                  <a:gd name="T62" fmla="*/ 44 w 188"/>
                  <a:gd name="T63" fmla="*/ 120 h 162"/>
                  <a:gd name="T64" fmla="*/ 45 w 188"/>
                  <a:gd name="T65" fmla="*/ 137 h 162"/>
                  <a:gd name="T66" fmla="*/ 78 w 188"/>
                  <a:gd name="T67" fmla="*/ 140 h 162"/>
                  <a:gd name="T68" fmla="*/ 78 w 188"/>
                  <a:gd name="T69" fmla="*/ 139 h 162"/>
                  <a:gd name="T70" fmla="*/ 95 w 188"/>
                  <a:gd name="T71" fmla="*/ 149 h 162"/>
                  <a:gd name="T72" fmla="*/ 114 w 188"/>
                  <a:gd name="T73" fmla="*/ 154 h 162"/>
                  <a:gd name="T74" fmla="*/ 148 w 188"/>
                  <a:gd name="T75" fmla="*/ 138 h 162"/>
                  <a:gd name="T76" fmla="*/ 160 w 188"/>
                  <a:gd name="T77" fmla="*/ 116 h 162"/>
                  <a:gd name="T78" fmla="*/ 168 w 188"/>
                  <a:gd name="T79" fmla="*/ 118 h 162"/>
                  <a:gd name="T80" fmla="*/ 186 w 188"/>
                  <a:gd name="T81" fmla="*/ 85 h 162"/>
                  <a:gd name="T82" fmla="*/ 176 w 188"/>
                  <a:gd name="T83" fmla="*/ 80 h 162"/>
                  <a:gd name="T84" fmla="*/ 175 w 188"/>
                  <a:gd name="T85" fmla="*/ 59 h 162"/>
                  <a:gd name="T86" fmla="*/ 154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8" y="139"/>
                    </a:moveTo>
                    <a:cubicBezTo>
                      <a:pt x="78" y="139"/>
                      <a:pt x="78" y="139"/>
                      <a:pt x="78" y="139"/>
                    </a:cubicBezTo>
                    <a:moveTo>
                      <a:pt x="168" y="112"/>
                    </a:moveTo>
                    <a:cubicBezTo>
                      <a:pt x="168" y="112"/>
                      <a:pt x="168" y="112"/>
                      <a:pt x="168" y="112"/>
                    </a:cubicBez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0" y="116"/>
                      <a:pt x="160"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4" name="Freeform 717">
                <a:extLst>
                  <a:ext uri="{FF2B5EF4-FFF2-40B4-BE49-F238E27FC236}">
                    <a16:creationId xmlns:a16="http://schemas.microsoft.com/office/drawing/2014/main" id="{62968100-C660-4C79-8FD9-8913F8530FBD}"/>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close/>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5" name="Freeform 718">
                <a:extLst>
                  <a:ext uri="{FF2B5EF4-FFF2-40B4-BE49-F238E27FC236}">
                    <a16:creationId xmlns:a16="http://schemas.microsoft.com/office/drawing/2014/main" id="{6B1368E3-5EC9-4BBA-9B5C-CA73053055A8}"/>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6" name="Freeform 719">
                <a:extLst>
                  <a:ext uri="{FF2B5EF4-FFF2-40B4-BE49-F238E27FC236}">
                    <a16:creationId xmlns:a16="http://schemas.microsoft.com/office/drawing/2014/main" id="{96ED197C-952E-44B5-BEA2-FBCAC3003D5D}"/>
                  </a:ext>
                </a:extLst>
              </p:cNvPr>
              <p:cNvSpPr>
                <a:spLocks noEditPoints="1"/>
              </p:cNvSpPr>
              <p:nvPr userDrawn="1"/>
            </p:nvSpPr>
            <p:spPr bwMode="auto">
              <a:xfrm>
                <a:off x="-3368" y="1677"/>
                <a:ext cx="76" cy="74"/>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7" name="Freeform 720">
                <a:extLst>
                  <a:ext uri="{FF2B5EF4-FFF2-40B4-BE49-F238E27FC236}">
                    <a16:creationId xmlns:a16="http://schemas.microsoft.com/office/drawing/2014/main" id="{8AD3BA2C-7299-47A1-A749-4288F83952CE}"/>
                  </a:ext>
                </a:extLst>
              </p:cNvPr>
              <p:cNvSpPr>
                <a:spLocks noEditPoints="1"/>
              </p:cNvSpPr>
              <p:nvPr userDrawn="1"/>
            </p:nvSpPr>
            <p:spPr bwMode="auto">
              <a:xfrm>
                <a:off x="-3481" y="1164"/>
                <a:ext cx="59" cy="58"/>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8" name="Freeform 721">
                <a:extLst>
                  <a:ext uri="{FF2B5EF4-FFF2-40B4-BE49-F238E27FC236}">
                    <a16:creationId xmlns:a16="http://schemas.microsoft.com/office/drawing/2014/main" id="{2F09BFD6-192C-4B92-8558-8CE3D1C9877F}"/>
                  </a:ext>
                </a:extLst>
              </p:cNvPr>
              <p:cNvSpPr>
                <a:spLocks noEditPoints="1"/>
              </p:cNvSpPr>
              <p:nvPr userDrawn="1"/>
            </p:nvSpPr>
            <p:spPr bwMode="auto">
              <a:xfrm>
                <a:off x="-3482" y="1212"/>
                <a:ext cx="13" cy="14"/>
              </a:xfrm>
              <a:custGeom>
                <a:avLst/>
                <a:gdLst>
                  <a:gd name="T0" fmla="*/ 14 w 18"/>
                  <a:gd name="T1" fmla="*/ 17 h 18"/>
                  <a:gd name="T2" fmla="*/ 14 w 18"/>
                  <a:gd name="T3" fmla="*/ 17 h 18"/>
                  <a:gd name="T4" fmla="*/ 14 w 18"/>
                  <a:gd name="T5" fmla="*/ 17 h 18"/>
                  <a:gd name="T6" fmla="*/ 14 w 18"/>
                  <a:gd name="T7" fmla="*/ 17 h 18"/>
                  <a:gd name="T8" fmla="*/ 9 w 18"/>
                  <a:gd name="T9" fmla="*/ 12 h 18"/>
                  <a:gd name="T10" fmla="*/ 6 w 18"/>
                  <a:gd name="T11" fmla="*/ 11 h 18"/>
                  <a:gd name="T12" fmla="*/ 6 w 18"/>
                  <a:gd name="T13" fmla="*/ 9 h 18"/>
                  <a:gd name="T14" fmla="*/ 7 w 18"/>
                  <a:gd name="T15" fmla="*/ 7 h 18"/>
                  <a:gd name="T16" fmla="*/ 7 w 18"/>
                  <a:gd name="T17" fmla="*/ 7 h 18"/>
                  <a:gd name="T18" fmla="*/ 9 w 18"/>
                  <a:gd name="T19" fmla="*/ 6 h 18"/>
                  <a:gd name="T20" fmla="*/ 12 w 18"/>
                  <a:gd name="T21" fmla="*/ 8 h 18"/>
                  <a:gd name="T22" fmla="*/ 12 w 18"/>
                  <a:gd name="T23" fmla="*/ 9 h 18"/>
                  <a:gd name="T24" fmla="*/ 11 w 18"/>
                  <a:gd name="T25" fmla="*/ 12 h 18"/>
                  <a:gd name="T26" fmla="*/ 11 w 18"/>
                  <a:gd name="T27" fmla="*/ 12 h 18"/>
                  <a:gd name="T28" fmla="*/ 9 w 18"/>
                  <a:gd name="T29" fmla="*/ 12 h 18"/>
                  <a:gd name="T30" fmla="*/ 9 w 18"/>
                  <a:gd name="T31" fmla="*/ 0 h 18"/>
                  <a:gd name="T32" fmla="*/ 9 w 18"/>
                  <a:gd name="T33" fmla="*/ 0 h 18"/>
                  <a:gd name="T34" fmla="*/ 4 w 18"/>
                  <a:gd name="T35" fmla="*/ 2 h 18"/>
                  <a:gd name="T36" fmla="*/ 4 w 18"/>
                  <a:gd name="T37" fmla="*/ 2 h 18"/>
                  <a:gd name="T38" fmla="*/ 0 w 18"/>
                  <a:gd name="T39" fmla="*/ 9 h 18"/>
                  <a:gd name="T40" fmla="*/ 1 w 18"/>
                  <a:gd name="T41" fmla="*/ 14 h 18"/>
                  <a:gd name="T42" fmla="*/ 5 w 18"/>
                  <a:gd name="T43" fmla="*/ 17 h 18"/>
                  <a:gd name="T44" fmla="*/ 5 w 18"/>
                  <a:gd name="T45" fmla="*/ 17 h 18"/>
                  <a:gd name="T46" fmla="*/ 5 w 18"/>
                  <a:gd name="T47" fmla="*/ 18 h 18"/>
                  <a:gd name="T48" fmla="*/ 9 w 18"/>
                  <a:gd name="T49" fmla="*/ 18 h 18"/>
                  <a:gd name="T50" fmla="*/ 9 w 18"/>
                  <a:gd name="T51" fmla="*/ 18 h 18"/>
                  <a:gd name="T52" fmla="*/ 14 w 18"/>
                  <a:gd name="T53" fmla="*/ 17 h 18"/>
                  <a:gd name="T54" fmla="*/ 14 w 18"/>
                  <a:gd name="T55" fmla="*/ 17 h 18"/>
                  <a:gd name="T56" fmla="*/ 18 w 18"/>
                  <a:gd name="T57" fmla="*/ 9 h 18"/>
                  <a:gd name="T58" fmla="*/ 17 w 18"/>
                  <a:gd name="T59" fmla="*/ 5 h 18"/>
                  <a:gd name="T60" fmla="*/ 12 w 18"/>
                  <a:gd name="T61" fmla="*/ 1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14" y="17"/>
                    </a:moveTo>
                    <a:cubicBezTo>
                      <a:pt x="14" y="17"/>
                      <a:pt x="14" y="17"/>
                      <a:pt x="14" y="17"/>
                    </a:cubicBezTo>
                    <a:cubicBezTo>
                      <a:pt x="14" y="17"/>
                      <a:pt x="14" y="17"/>
                      <a:pt x="14" y="17"/>
                    </a:cubicBezTo>
                    <a:cubicBezTo>
                      <a:pt x="14" y="17"/>
                      <a:pt x="14" y="17"/>
                      <a:pt x="14" y="17"/>
                    </a:cubicBezTo>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9" name="Freeform 722">
                <a:extLst>
                  <a:ext uri="{FF2B5EF4-FFF2-40B4-BE49-F238E27FC236}">
                    <a16:creationId xmlns:a16="http://schemas.microsoft.com/office/drawing/2014/main" id="{8DCFC7F7-91BE-4E78-8287-E24521CB83AD}"/>
                  </a:ext>
                </a:extLst>
              </p:cNvPr>
              <p:cNvSpPr>
                <a:spLocks/>
              </p:cNvSpPr>
              <p:nvPr userDrawn="1"/>
            </p:nvSpPr>
            <p:spPr bwMode="auto">
              <a:xfrm>
                <a:off x="-3473" y="1213"/>
                <a:ext cx="4" cy="3"/>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0" name="Freeform 723">
                <a:extLst>
                  <a:ext uri="{FF2B5EF4-FFF2-40B4-BE49-F238E27FC236}">
                    <a16:creationId xmlns:a16="http://schemas.microsoft.com/office/drawing/2014/main" id="{CA77A218-DFE6-4A42-AA2A-8FFE61ED7925}"/>
                  </a:ext>
                </a:extLst>
              </p:cNvPr>
              <p:cNvSpPr>
                <a:spLocks noEditPoints="1"/>
              </p:cNvSpPr>
              <p:nvPr userDrawn="1"/>
            </p:nvSpPr>
            <p:spPr bwMode="auto">
              <a:xfrm>
                <a:off x="-3489" y="1222"/>
                <a:ext cx="11" cy="11"/>
              </a:xfrm>
              <a:custGeom>
                <a:avLst/>
                <a:gdLst>
                  <a:gd name="T0" fmla="*/ 8 w 15"/>
                  <a:gd name="T1" fmla="*/ 9 h 15"/>
                  <a:gd name="T2" fmla="*/ 6 w 15"/>
                  <a:gd name="T3" fmla="*/ 8 h 15"/>
                  <a:gd name="T4" fmla="*/ 6 w 15"/>
                  <a:gd name="T5" fmla="*/ 8 h 15"/>
                  <a:gd name="T6" fmla="*/ 7 w 15"/>
                  <a:gd name="T7" fmla="*/ 7 h 15"/>
                  <a:gd name="T8" fmla="*/ 8 w 15"/>
                  <a:gd name="T9" fmla="*/ 6 h 15"/>
                  <a:gd name="T10" fmla="*/ 9 w 15"/>
                  <a:gd name="T11" fmla="*/ 7 h 15"/>
                  <a:gd name="T12" fmla="*/ 9 w 15"/>
                  <a:gd name="T13" fmla="*/ 7 h 15"/>
                  <a:gd name="T14" fmla="*/ 9 w 15"/>
                  <a:gd name="T15" fmla="*/ 8 h 15"/>
                  <a:gd name="T16" fmla="*/ 8 w 15"/>
                  <a:gd name="T17" fmla="*/ 9 h 15"/>
                  <a:gd name="T18" fmla="*/ 8 w 15"/>
                  <a:gd name="T19" fmla="*/ 9 h 15"/>
                  <a:gd name="T20" fmla="*/ 8 w 15"/>
                  <a:gd name="T21" fmla="*/ 9 h 15"/>
                  <a:gd name="T22" fmla="*/ 8 w 15"/>
                  <a:gd name="T23" fmla="*/ 9 h 15"/>
                  <a:gd name="T24" fmla="*/ 8 w 15"/>
                  <a:gd name="T25" fmla="*/ 9 h 15"/>
                  <a:gd name="T26" fmla="*/ 8 w 15"/>
                  <a:gd name="T27" fmla="*/ 9 h 15"/>
                  <a:gd name="T28" fmla="*/ 8 w 15"/>
                  <a:gd name="T29" fmla="*/ 0 h 15"/>
                  <a:gd name="T30" fmla="*/ 8 w 15"/>
                  <a:gd name="T31" fmla="*/ 0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0 w 15"/>
                  <a:gd name="T55" fmla="*/ 1 h 15"/>
                  <a:gd name="T56" fmla="*/ 10 w 15"/>
                  <a:gd name="T57" fmla="*/ 1 h 15"/>
                  <a:gd name="T58" fmla="*/ 8 w 15"/>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5">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1" name="Freeform 724">
                <a:extLst>
                  <a:ext uri="{FF2B5EF4-FFF2-40B4-BE49-F238E27FC236}">
                    <a16:creationId xmlns:a16="http://schemas.microsoft.com/office/drawing/2014/main" id="{75CE149B-C727-41E8-A7B5-567A3C5539F1}"/>
                  </a:ext>
                </a:extLst>
              </p:cNvPr>
              <p:cNvSpPr>
                <a:spLocks/>
              </p:cNvSpPr>
              <p:nvPr userDrawn="1"/>
            </p:nvSpPr>
            <p:spPr bwMode="auto">
              <a:xfrm>
                <a:off x="-3481" y="1223"/>
                <a:ext cx="3" cy="3"/>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2" name="Freeform 725">
                <a:extLst>
                  <a:ext uri="{FF2B5EF4-FFF2-40B4-BE49-F238E27FC236}">
                    <a16:creationId xmlns:a16="http://schemas.microsoft.com/office/drawing/2014/main" id="{0D5A6E06-EEBD-4294-84F3-380400B205CB}"/>
                  </a:ext>
                </a:extLst>
              </p:cNvPr>
              <p:cNvSpPr>
                <a:spLocks noEditPoints="1"/>
              </p:cNvSpPr>
              <p:nvPr userDrawn="1"/>
            </p:nvSpPr>
            <p:spPr bwMode="auto">
              <a:xfrm>
                <a:off x="-3487" y="1232"/>
                <a:ext cx="9" cy="10"/>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7 w 13"/>
                  <a:gd name="T23" fmla="*/ 7 h 13"/>
                  <a:gd name="T24" fmla="*/ 7 w 13"/>
                  <a:gd name="T25" fmla="*/ 7 h 13"/>
                  <a:gd name="T26" fmla="*/ 6 w 13"/>
                  <a:gd name="T27" fmla="*/ 7 h 13"/>
                  <a:gd name="T28" fmla="*/ 8 w 13"/>
                  <a:gd name="T29" fmla="*/ 0 h 13"/>
                  <a:gd name="T30" fmla="*/ 6 w 13"/>
                  <a:gd name="T31" fmla="*/ 1 h 13"/>
                  <a:gd name="T32" fmla="*/ 6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0 w 13"/>
                  <a:gd name="T51" fmla="*/ 12 h 13"/>
                  <a:gd name="T52" fmla="*/ 10 w 13"/>
                  <a:gd name="T53" fmla="*/ 12 h 13"/>
                  <a:gd name="T54" fmla="*/ 13 w 13"/>
                  <a:gd name="T55" fmla="*/ 7 h 13"/>
                  <a:gd name="T56" fmla="*/ 12 w 13"/>
                  <a:gd name="T57" fmla="*/ 3 h 13"/>
                  <a:gd name="T58" fmla="*/ 12 w 13"/>
                  <a:gd name="T59" fmla="*/ 3 h 13"/>
                  <a:gd name="T60" fmla="*/ 8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3" name="Freeform 726">
                <a:extLst>
                  <a:ext uri="{FF2B5EF4-FFF2-40B4-BE49-F238E27FC236}">
                    <a16:creationId xmlns:a16="http://schemas.microsoft.com/office/drawing/2014/main" id="{23541D6D-67DD-4864-BADE-B48179BE8E0B}"/>
                  </a:ext>
                </a:extLst>
              </p:cNvPr>
              <p:cNvSpPr>
                <a:spLocks/>
              </p:cNvSpPr>
              <p:nvPr userDrawn="1"/>
            </p:nvSpPr>
            <p:spPr bwMode="auto">
              <a:xfrm>
                <a:off x="-3484" y="1232"/>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4" name="Freeform 727">
                <a:extLst>
                  <a:ext uri="{FF2B5EF4-FFF2-40B4-BE49-F238E27FC236}">
                    <a16:creationId xmlns:a16="http://schemas.microsoft.com/office/drawing/2014/main" id="{3E1257E8-09EE-4E55-A78C-43FC9EF6513B}"/>
                  </a:ext>
                </a:extLst>
              </p:cNvPr>
              <p:cNvSpPr>
                <a:spLocks noEditPoints="1"/>
              </p:cNvSpPr>
              <p:nvPr userDrawn="1"/>
            </p:nvSpPr>
            <p:spPr bwMode="auto">
              <a:xfrm>
                <a:off x="-3673" y="101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6 h 77"/>
                  <a:gd name="T26" fmla="*/ 0 w 79"/>
                  <a:gd name="T27" fmla="*/ 38 h 77"/>
                  <a:gd name="T28" fmla="*/ 6 w 79"/>
                  <a:gd name="T29" fmla="*/ 59 h 77"/>
                  <a:gd name="T30" fmla="*/ 11 w 79"/>
                  <a:gd name="T31" fmla="*/ 65 h 77"/>
                  <a:gd name="T32" fmla="*/ 15 w 79"/>
                  <a:gd name="T33" fmla="*/ 68 h 77"/>
                  <a:gd name="T34" fmla="*/ 16 w 79"/>
                  <a:gd name="T35" fmla="*/ 69 h 77"/>
                  <a:gd name="T36" fmla="*/ 40 w 79"/>
                  <a:gd name="T37" fmla="*/ 77 h 77"/>
                  <a:gd name="T38" fmla="*/ 40 w 79"/>
                  <a:gd name="T39" fmla="*/ 77 h 77"/>
                  <a:gd name="T40" fmla="*/ 60 w 79"/>
                  <a:gd name="T41" fmla="*/ 71 h 77"/>
                  <a:gd name="T42" fmla="*/ 60 w 79"/>
                  <a:gd name="T43" fmla="*/ 71 h 77"/>
                  <a:gd name="T44" fmla="*/ 79 w 79"/>
                  <a:gd name="T45" fmla="*/ 38 h 77"/>
                  <a:gd name="T46" fmla="*/ 73 w 79"/>
                  <a:gd name="T47" fmla="*/ 18 h 77"/>
                  <a:gd name="T48" fmla="*/ 40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40" y="71"/>
                    </a:moveTo>
                    <a:cubicBezTo>
                      <a:pt x="28" y="71"/>
                      <a:pt x="17"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8"/>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5" name="Freeform 728">
                <a:extLst>
                  <a:ext uri="{FF2B5EF4-FFF2-40B4-BE49-F238E27FC236}">
                    <a16:creationId xmlns:a16="http://schemas.microsoft.com/office/drawing/2014/main" id="{940A7F0E-44D3-4019-8A90-595F7B017493}"/>
                  </a:ext>
                </a:extLst>
              </p:cNvPr>
              <p:cNvSpPr>
                <a:spLocks noEditPoints="1"/>
              </p:cNvSpPr>
              <p:nvPr userDrawn="1"/>
            </p:nvSpPr>
            <p:spPr bwMode="auto">
              <a:xfrm>
                <a:off x="-3675" y="1065"/>
                <a:ext cx="14" cy="13"/>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1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1"/>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6" name="Freeform 729">
                <a:extLst>
                  <a:ext uri="{FF2B5EF4-FFF2-40B4-BE49-F238E27FC236}">
                    <a16:creationId xmlns:a16="http://schemas.microsoft.com/office/drawing/2014/main" id="{13CB8162-D905-4E74-B262-379C12E37E88}"/>
                  </a:ext>
                </a:extLst>
              </p:cNvPr>
              <p:cNvSpPr>
                <a:spLocks/>
              </p:cNvSpPr>
              <p:nvPr userDrawn="1"/>
            </p:nvSpPr>
            <p:spPr bwMode="auto">
              <a:xfrm>
                <a:off x="-3665" y="106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7" name="Freeform 730">
                <a:extLst>
                  <a:ext uri="{FF2B5EF4-FFF2-40B4-BE49-F238E27FC236}">
                    <a16:creationId xmlns:a16="http://schemas.microsoft.com/office/drawing/2014/main" id="{35FD92AE-C498-471B-89E5-9547CE488226}"/>
                  </a:ext>
                </a:extLst>
              </p:cNvPr>
              <p:cNvSpPr>
                <a:spLocks noEditPoints="1"/>
              </p:cNvSpPr>
              <p:nvPr userDrawn="1"/>
            </p:nvSpPr>
            <p:spPr bwMode="auto">
              <a:xfrm>
                <a:off x="-3681" y="1075"/>
                <a:ext cx="11" cy="10"/>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9 h 14"/>
                  <a:gd name="T22" fmla="*/ 7 w 14"/>
                  <a:gd name="T23" fmla="*/ 0 h 14"/>
                  <a:gd name="T24" fmla="*/ 7 w 14"/>
                  <a:gd name="T25" fmla="*/ 0 h 14"/>
                  <a:gd name="T26" fmla="*/ 3 w 14"/>
                  <a:gd name="T27" fmla="*/ 1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4 h 14"/>
                  <a:gd name="T44" fmla="*/ 9 w 14"/>
                  <a:gd name="T45" fmla="*/ 11 h 14"/>
                  <a:gd name="T46" fmla="*/ 11 w 14"/>
                  <a:gd name="T47" fmla="*/ 14 h 14"/>
                  <a:gd name="T48" fmla="*/ 14 w 14"/>
                  <a:gd name="T49" fmla="*/ 7 h 14"/>
                  <a:gd name="T50" fmla="*/ 14 w 14"/>
                  <a:gd name="T51" fmla="*/ 4 h 14"/>
                  <a:gd name="T52" fmla="*/ 10 w 14"/>
                  <a:gd name="T53" fmla="*/ 1 h 14"/>
                  <a:gd name="T54" fmla="*/ 9 w 14"/>
                  <a:gd name="T55" fmla="*/ 0 h 14"/>
                  <a:gd name="T56" fmla="*/ 7 w 14"/>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9" y="11"/>
                      <a:pt x="9" y="11"/>
                      <a:pt x="9" y="11"/>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8" name="Freeform 731">
                <a:extLst>
                  <a:ext uri="{FF2B5EF4-FFF2-40B4-BE49-F238E27FC236}">
                    <a16:creationId xmlns:a16="http://schemas.microsoft.com/office/drawing/2014/main" id="{8ED64E24-60E3-4789-870B-78C7CF1143D9}"/>
                  </a:ext>
                </a:extLst>
              </p:cNvPr>
              <p:cNvSpPr>
                <a:spLocks/>
              </p:cNvSpPr>
              <p:nvPr userDrawn="1"/>
            </p:nvSpPr>
            <p:spPr bwMode="auto">
              <a:xfrm>
                <a:off x="-3674" y="1075"/>
                <a:ext cx="4"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9" name="Freeform 732">
                <a:extLst>
                  <a:ext uri="{FF2B5EF4-FFF2-40B4-BE49-F238E27FC236}">
                    <a16:creationId xmlns:a16="http://schemas.microsoft.com/office/drawing/2014/main" id="{6BE5955B-9E59-4605-9366-33A8D9498023}"/>
                  </a:ext>
                </a:extLst>
              </p:cNvPr>
              <p:cNvSpPr>
                <a:spLocks noEditPoints="1"/>
              </p:cNvSpPr>
              <p:nvPr userDrawn="1"/>
            </p:nvSpPr>
            <p:spPr bwMode="auto">
              <a:xfrm>
                <a:off x="-3680" y="1085"/>
                <a:ext cx="10" cy="10"/>
              </a:xfrm>
              <a:custGeom>
                <a:avLst/>
                <a:gdLst>
                  <a:gd name="T0" fmla="*/ 7 w 13"/>
                  <a:gd name="T1" fmla="*/ 7 h 13"/>
                  <a:gd name="T2" fmla="*/ 6 w 13"/>
                  <a:gd name="T3" fmla="*/ 7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9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7" y="7"/>
                    </a:moveTo>
                    <a:cubicBezTo>
                      <a:pt x="6" y="7"/>
                      <a:pt x="6" y="7"/>
                      <a:pt x="6" y="7"/>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moveTo>
                      <a:pt x="9" y="0"/>
                    </a:moveTo>
                    <a:cubicBezTo>
                      <a:pt x="8" y="0"/>
                      <a:pt x="7" y="1"/>
                      <a:pt x="6" y="1"/>
                    </a:cubicBezTo>
                    <a:cubicBezTo>
                      <a:pt x="6" y="1"/>
                      <a:pt x="6" y="1"/>
                      <a:pt x="6" y="1"/>
                    </a:cubicBezTo>
                    <a:cubicBezTo>
                      <a:pt x="5" y="1"/>
                      <a:pt x="5" y="1"/>
                      <a:pt x="4" y="0"/>
                    </a:cubicBezTo>
                    <a:cubicBezTo>
                      <a:pt x="4" y="0"/>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0" name="Freeform 733">
                <a:extLst>
                  <a:ext uri="{FF2B5EF4-FFF2-40B4-BE49-F238E27FC236}">
                    <a16:creationId xmlns:a16="http://schemas.microsoft.com/office/drawing/2014/main" id="{77F2A16A-3B20-4821-915C-970C82D8FC25}"/>
                  </a:ext>
                </a:extLst>
              </p:cNvPr>
              <p:cNvSpPr>
                <a:spLocks/>
              </p:cNvSpPr>
              <p:nvPr userDrawn="1"/>
            </p:nvSpPr>
            <p:spPr bwMode="auto">
              <a:xfrm>
                <a:off x="-3677" y="108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1" name="Freeform 734">
                <a:extLst>
                  <a:ext uri="{FF2B5EF4-FFF2-40B4-BE49-F238E27FC236}">
                    <a16:creationId xmlns:a16="http://schemas.microsoft.com/office/drawing/2014/main" id="{09FA77A9-6446-412A-A1CB-219517466F4C}"/>
                  </a:ext>
                </a:extLst>
              </p:cNvPr>
              <p:cNvSpPr>
                <a:spLocks noEditPoints="1"/>
              </p:cNvSpPr>
              <p:nvPr userDrawn="1"/>
            </p:nvSpPr>
            <p:spPr bwMode="auto">
              <a:xfrm>
                <a:off x="-3386" y="1805"/>
                <a:ext cx="76" cy="74"/>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2" name="Freeform 735">
                <a:extLst>
                  <a:ext uri="{FF2B5EF4-FFF2-40B4-BE49-F238E27FC236}">
                    <a16:creationId xmlns:a16="http://schemas.microsoft.com/office/drawing/2014/main" id="{740C538C-9E54-411B-8F88-9181915289BC}"/>
                  </a:ext>
                </a:extLst>
              </p:cNvPr>
              <p:cNvSpPr>
                <a:spLocks noEditPoints="1"/>
              </p:cNvSpPr>
              <p:nvPr userDrawn="1"/>
            </p:nvSpPr>
            <p:spPr bwMode="auto">
              <a:xfrm>
                <a:off x="-3388" y="1868"/>
                <a:ext cx="16" cy="16"/>
              </a:xfrm>
              <a:custGeom>
                <a:avLst/>
                <a:gdLst>
                  <a:gd name="T0" fmla="*/ 6 w 22"/>
                  <a:gd name="T1" fmla="*/ 8 h 21"/>
                  <a:gd name="T2" fmla="*/ 11 w 22"/>
                  <a:gd name="T3" fmla="*/ 6 h 21"/>
                  <a:gd name="T4" fmla="*/ 13 w 22"/>
                  <a:gd name="T5" fmla="*/ 6 h 21"/>
                  <a:gd name="T6" fmla="*/ 13 w 22"/>
                  <a:gd name="T7" fmla="*/ 6 h 21"/>
                  <a:gd name="T8" fmla="*/ 16 w 22"/>
                  <a:gd name="T9" fmla="*/ 10 h 21"/>
                  <a:gd name="T10" fmla="*/ 16 w 22"/>
                  <a:gd name="T11" fmla="*/ 13 h 21"/>
                  <a:gd name="T12" fmla="*/ 11 w 22"/>
                  <a:gd name="T13" fmla="*/ 15 h 21"/>
                  <a:gd name="T14" fmla="*/ 9 w 22"/>
                  <a:gd name="T15" fmla="*/ 15 h 21"/>
                  <a:gd name="T16" fmla="*/ 9 w 22"/>
                  <a:gd name="T17" fmla="*/ 15 h 21"/>
                  <a:gd name="T18" fmla="*/ 6 w 22"/>
                  <a:gd name="T19" fmla="*/ 10 h 21"/>
                  <a:gd name="T20" fmla="*/ 6 w 22"/>
                  <a:gd name="T21" fmla="*/ 8 h 21"/>
                  <a:gd name="T22" fmla="*/ 4 w 22"/>
                  <a:gd name="T23" fmla="*/ 7 h 21"/>
                  <a:gd name="T24" fmla="*/ 6 w 22"/>
                  <a:gd name="T25" fmla="*/ 8 h 21"/>
                  <a:gd name="T26" fmla="*/ 11 w 22"/>
                  <a:gd name="T27" fmla="*/ 0 h 21"/>
                  <a:gd name="T28" fmla="*/ 11 w 22"/>
                  <a:gd name="T29" fmla="*/ 0 h 21"/>
                  <a:gd name="T30" fmla="*/ 1 w 22"/>
                  <a:gd name="T31" fmla="*/ 6 h 21"/>
                  <a:gd name="T32" fmla="*/ 1 w 22"/>
                  <a:gd name="T33" fmla="*/ 6 h 21"/>
                  <a:gd name="T34" fmla="*/ 0 w 22"/>
                  <a:gd name="T35" fmla="*/ 10 h 21"/>
                  <a:gd name="T36" fmla="*/ 6 w 22"/>
                  <a:gd name="T37" fmla="*/ 20 h 21"/>
                  <a:gd name="T38" fmla="*/ 6 w 22"/>
                  <a:gd name="T39" fmla="*/ 20 h 21"/>
                  <a:gd name="T40" fmla="*/ 11 w 22"/>
                  <a:gd name="T41" fmla="*/ 21 h 21"/>
                  <a:gd name="T42" fmla="*/ 21 w 22"/>
                  <a:gd name="T43" fmla="*/ 15 h 21"/>
                  <a:gd name="T44" fmla="*/ 22 w 22"/>
                  <a:gd name="T45" fmla="*/ 10 h 21"/>
                  <a:gd name="T46" fmla="*/ 16 w 22"/>
                  <a:gd name="T47" fmla="*/ 1 h 21"/>
                  <a:gd name="T48" fmla="*/ 16 w 22"/>
                  <a:gd name="T49" fmla="*/ 1 h 21"/>
                  <a:gd name="T50" fmla="*/ 11 w 2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1">
                    <a:moveTo>
                      <a:pt x="6" y="8"/>
                    </a:moveTo>
                    <a:cubicBezTo>
                      <a:pt x="7" y="7"/>
                      <a:pt x="9" y="6"/>
                      <a:pt x="11" y="6"/>
                    </a:cubicBezTo>
                    <a:cubicBezTo>
                      <a:pt x="12" y="6"/>
                      <a:pt x="13" y="6"/>
                      <a:pt x="13" y="6"/>
                    </a:cubicBezTo>
                    <a:cubicBezTo>
                      <a:pt x="13"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6" y="20"/>
                      <a:pt x="6" y="20"/>
                      <a:pt x="6" y="20"/>
                    </a:cubicBezTo>
                    <a:cubicBezTo>
                      <a:pt x="8" y="21"/>
                      <a:pt x="9" y="21"/>
                      <a:pt x="11" y="21"/>
                    </a:cubicBezTo>
                    <a:cubicBezTo>
                      <a:pt x="15" y="21"/>
                      <a:pt x="19" y="19"/>
                      <a:pt x="21" y="15"/>
                    </a:cubicBezTo>
                    <a:cubicBezTo>
                      <a:pt x="22" y="14"/>
                      <a:pt x="22" y="12"/>
                      <a:pt x="22" y="10"/>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3" name="Freeform 736">
                <a:extLst>
                  <a:ext uri="{FF2B5EF4-FFF2-40B4-BE49-F238E27FC236}">
                    <a16:creationId xmlns:a16="http://schemas.microsoft.com/office/drawing/2014/main" id="{B9CAD4C5-DE4B-4CD7-B305-E60B75B9850E}"/>
                  </a:ext>
                </a:extLst>
              </p:cNvPr>
              <p:cNvSpPr>
                <a:spLocks noEditPoints="1"/>
              </p:cNvSpPr>
              <p:nvPr userDrawn="1"/>
            </p:nvSpPr>
            <p:spPr bwMode="auto">
              <a:xfrm>
                <a:off x="-3397" y="1880"/>
                <a:ext cx="13" cy="14"/>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7 w 17"/>
                  <a:gd name="T15" fmla="*/ 11 h 18"/>
                  <a:gd name="T16" fmla="*/ 6 w 17"/>
                  <a:gd name="T17" fmla="*/ 9 h 18"/>
                  <a:gd name="T18" fmla="*/ 6 w 17"/>
                  <a:gd name="T19" fmla="*/ 8 h 18"/>
                  <a:gd name="T20" fmla="*/ 6 w 17"/>
                  <a:gd name="T21" fmla="*/ 8 h 18"/>
                  <a:gd name="T22" fmla="*/ 8 w 17"/>
                  <a:gd name="T23" fmla="*/ 0 h 18"/>
                  <a:gd name="T24" fmla="*/ 1 w 17"/>
                  <a:gd name="T25" fmla="*/ 5 h 18"/>
                  <a:gd name="T26" fmla="*/ 3 w 17"/>
                  <a:gd name="T27" fmla="*/ 7 h 18"/>
                  <a:gd name="T28" fmla="*/ 1 w 17"/>
                  <a:gd name="T29" fmla="*/ 5 h 18"/>
                  <a:gd name="T30" fmla="*/ 0 w 17"/>
                  <a:gd name="T31" fmla="*/ 9 h 18"/>
                  <a:gd name="T32" fmla="*/ 4 w 17"/>
                  <a:gd name="T33" fmla="*/ 17 h 18"/>
                  <a:gd name="T34" fmla="*/ 4 w 17"/>
                  <a:gd name="T35" fmla="*/ 17 h 18"/>
                  <a:gd name="T36" fmla="*/ 8 w 17"/>
                  <a:gd name="T37" fmla="*/ 18 h 18"/>
                  <a:gd name="T38" fmla="*/ 8 w 17"/>
                  <a:gd name="T39" fmla="*/ 18 h 18"/>
                  <a:gd name="T40" fmla="*/ 16 w 17"/>
                  <a:gd name="T41" fmla="*/ 13 h 18"/>
                  <a:gd name="T42" fmla="*/ 17 w 17"/>
                  <a:gd name="T43" fmla="*/ 9 h 18"/>
                  <a:gd name="T44" fmla="*/ 12 w 17"/>
                  <a:gd name="T45" fmla="*/ 1 h 18"/>
                  <a:gd name="T46" fmla="*/ 8 w 17"/>
                  <a:gd name="T47" fmla="*/ 0 h 18"/>
                  <a:gd name="T48" fmla="*/ 8 w 17"/>
                  <a:gd name="T49" fmla="*/ 0 h 18"/>
                  <a:gd name="T50" fmla="*/ 8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7" y="11"/>
                      <a:pt x="7" y="11"/>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4" y="17"/>
                      <a:pt x="4" y="17"/>
                      <a:pt x="4" y="17"/>
                    </a:cubicBezTo>
                    <a:cubicBezTo>
                      <a:pt x="6" y="17"/>
                      <a:pt x="7"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4" name="Freeform 737">
                <a:extLst>
                  <a:ext uri="{FF2B5EF4-FFF2-40B4-BE49-F238E27FC236}">
                    <a16:creationId xmlns:a16="http://schemas.microsoft.com/office/drawing/2014/main" id="{C5728DB8-E367-4778-9F0A-B9F2CB47035A}"/>
                  </a:ext>
                </a:extLst>
              </p:cNvPr>
              <p:cNvSpPr>
                <a:spLocks noEditPoints="1"/>
              </p:cNvSpPr>
              <p:nvPr userDrawn="1"/>
            </p:nvSpPr>
            <p:spPr bwMode="auto">
              <a:xfrm>
                <a:off x="-3409" y="1882"/>
                <a:ext cx="12" cy="11"/>
              </a:xfrm>
              <a:custGeom>
                <a:avLst/>
                <a:gdLst>
                  <a:gd name="T0" fmla="*/ 8 w 16"/>
                  <a:gd name="T1" fmla="*/ 9 h 15"/>
                  <a:gd name="T2" fmla="*/ 7 w 16"/>
                  <a:gd name="T3" fmla="*/ 9 h 15"/>
                  <a:gd name="T4" fmla="*/ 7 w 16"/>
                  <a:gd name="T5" fmla="*/ 9 h 15"/>
                  <a:gd name="T6" fmla="*/ 6 w 16"/>
                  <a:gd name="T7" fmla="*/ 8 h 15"/>
                  <a:gd name="T8" fmla="*/ 6 w 16"/>
                  <a:gd name="T9" fmla="*/ 7 h 15"/>
                  <a:gd name="T10" fmla="*/ 4 w 16"/>
                  <a:gd name="T11" fmla="*/ 6 h 15"/>
                  <a:gd name="T12" fmla="*/ 6 w 16"/>
                  <a:gd name="T13" fmla="*/ 7 h 15"/>
                  <a:gd name="T14" fmla="*/ 8 w 16"/>
                  <a:gd name="T15" fmla="*/ 6 h 15"/>
                  <a:gd name="T16" fmla="*/ 9 w 16"/>
                  <a:gd name="T17" fmla="*/ 6 h 15"/>
                  <a:gd name="T18" fmla="*/ 10 w 16"/>
                  <a:gd name="T19" fmla="*/ 8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8 h 15"/>
                  <a:gd name="T32" fmla="*/ 5 w 16"/>
                  <a:gd name="T33" fmla="*/ 14 h 15"/>
                  <a:gd name="T34" fmla="*/ 5 w 16"/>
                  <a:gd name="T35" fmla="*/ 14 h 15"/>
                  <a:gd name="T36" fmla="*/ 8 w 16"/>
                  <a:gd name="T37" fmla="*/ 15 h 15"/>
                  <a:gd name="T38" fmla="*/ 8 w 16"/>
                  <a:gd name="T39" fmla="*/ 15 h 15"/>
                  <a:gd name="T40" fmla="*/ 15 w 16"/>
                  <a:gd name="T41" fmla="*/ 11 h 15"/>
                  <a:gd name="T42" fmla="*/ 15 w 16"/>
                  <a:gd name="T43" fmla="*/ 11 h 15"/>
                  <a:gd name="T44" fmla="*/ 16 w 16"/>
                  <a:gd name="T45" fmla="*/ 8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8" y="9"/>
                    </a:moveTo>
                    <a:cubicBezTo>
                      <a:pt x="7" y="9"/>
                      <a:pt x="7" y="9"/>
                      <a:pt x="7" y="9"/>
                    </a:cubicBez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4"/>
                    </a:cubicBezTo>
                    <a:cubicBezTo>
                      <a:pt x="5" y="14"/>
                      <a:pt x="5" y="14"/>
                      <a:pt x="5" y="14"/>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5" name="Freeform 738">
                <a:extLst>
                  <a:ext uri="{FF2B5EF4-FFF2-40B4-BE49-F238E27FC236}">
                    <a16:creationId xmlns:a16="http://schemas.microsoft.com/office/drawing/2014/main" id="{D8A04D67-7A63-4DED-8171-7C5A995A5187}"/>
                  </a:ext>
                </a:extLst>
              </p:cNvPr>
              <p:cNvSpPr>
                <a:spLocks noEditPoints="1"/>
              </p:cNvSpPr>
              <p:nvPr userDrawn="1"/>
            </p:nvSpPr>
            <p:spPr bwMode="auto">
              <a:xfrm>
                <a:off x="-3429" y="1522"/>
                <a:ext cx="60" cy="207"/>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6" name="Freeform 739">
                <a:extLst>
                  <a:ext uri="{FF2B5EF4-FFF2-40B4-BE49-F238E27FC236}">
                    <a16:creationId xmlns:a16="http://schemas.microsoft.com/office/drawing/2014/main" id="{98EA694A-95FE-48C7-BB6E-55D2EBE9AD53}"/>
                  </a:ext>
                </a:extLst>
              </p:cNvPr>
              <p:cNvSpPr>
                <a:spLocks noEditPoints="1"/>
              </p:cNvSpPr>
              <p:nvPr userDrawn="1"/>
            </p:nvSpPr>
            <p:spPr bwMode="auto">
              <a:xfrm>
                <a:off x="-3405" y="1954"/>
                <a:ext cx="90" cy="124"/>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7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7" y="160"/>
                      <a:pt x="27"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7" name="Freeform 740">
                <a:extLst>
                  <a:ext uri="{FF2B5EF4-FFF2-40B4-BE49-F238E27FC236}">
                    <a16:creationId xmlns:a16="http://schemas.microsoft.com/office/drawing/2014/main" id="{274A739C-55A6-4EE5-B9E1-7E53FA967408}"/>
                  </a:ext>
                </a:extLst>
              </p:cNvPr>
              <p:cNvSpPr>
                <a:spLocks noEditPoints="1"/>
              </p:cNvSpPr>
              <p:nvPr userDrawn="1"/>
            </p:nvSpPr>
            <p:spPr bwMode="auto">
              <a:xfrm>
                <a:off x="-3411" y="1190"/>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8" name="Freeform 741">
                <a:extLst>
                  <a:ext uri="{FF2B5EF4-FFF2-40B4-BE49-F238E27FC236}">
                    <a16:creationId xmlns:a16="http://schemas.microsoft.com/office/drawing/2014/main" id="{A199A657-A855-44B2-9B17-461DB70CB348}"/>
                  </a:ext>
                </a:extLst>
              </p:cNvPr>
              <p:cNvSpPr>
                <a:spLocks noEditPoints="1"/>
              </p:cNvSpPr>
              <p:nvPr userDrawn="1"/>
            </p:nvSpPr>
            <p:spPr bwMode="auto">
              <a:xfrm>
                <a:off x="-3454" y="1295"/>
                <a:ext cx="123" cy="49"/>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9" name="Freeform 742">
                <a:extLst>
                  <a:ext uri="{FF2B5EF4-FFF2-40B4-BE49-F238E27FC236}">
                    <a16:creationId xmlns:a16="http://schemas.microsoft.com/office/drawing/2014/main" id="{5E49475F-213B-43BA-BD50-51E4076920C5}"/>
                  </a:ext>
                </a:extLst>
              </p:cNvPr>
              <p:cNvSpPr>
                <a:spLocks noEditPoints="1"/>
              </p:cNvSpPr>
              <p:nvPr userDrawn="1"/>
            </p:nvSpPr>
            <p:spPr bwMode="auto">
              <a:xfrm>
                <a:off x="-3291" y="1053"/>
                <a:ext cx="124" cy="49"/>
              </a:xfrm>
              <a:custGeom>
                <a:avLst/>
                <a:gdLst>
                  <a:gd name="T0" fmla="*/ 116 w 165"/>
                  <a:gd name="T1" fmla="*/ 34 h 65"/>
                  <a:gd name="T2" fmla="*/ 116 w 165"/>
                  <a:gd name="T3" fmla="*/ 34 h 65"/>
                  <a:gd name="T4" fmla="*/ 16 w 165"/>
                  <a:gd name="T5" fmla="*/ 9 h 65"/>
                  <a:gd name="T6" fmla="*/ 58 w 165"/>
                  <a:gd name="T7" fmla="*/ 6 h 65"/>
                  <a:gd name="T8" fmla="*/ 109 w 165"/>
                  <a:gd name="T9" fmla="*/ 15 h 65"/>
                  <a:gd name="T10" fmla="*/ 111 w 165"/>
                  <a:gd name="T11" fmla="*/ 16 h 65"/>
                  <a:gd name="T12" fmla="*/ 112 w 165"/>
                  <a:gd name="T13" fmla="*/ 29 h 65"/>
                  <a:gd name="T14" fmla="*/ 111 w 165"/>
                  <a:gd name="T15" fmla="*/ 31 h 65"/>
                  <a:gd name="T16" fmla="*/ 111 w 165"/>
                  <a:gd name="T17" fmla="*/ 31 h 65"/>
                  <a:gd name="T18" fmla="*/ 111 w 165"/>
                  <a:gd name="T19" fmla="*/ 31 h 65"/>
                  <a:gd name="T20" fmla="*/ 109 w 165"/>
                  <a:gd name="T21" fmla="*/ 48 h 65"/>
                  <a:gd name="T22" fmla="*/ 115 w 165"/>
                  <a:gd name="T23" fmla="*/ 52 h 65"/>
                  <a:gd name="T24" fmla="*/ 127 w 165"/>
                  <a:gd name="T25" fmla="*/ 53 h 65"/>
                  <a:gd name="T26" fmla="*/ 64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3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2 h 65"/>
                  <a:gd name="T68" fmla="*/ 111 w 165"/>
                  <a:gd name="T69" fmla="*/ 16 h 65"/>
                  <a:gd name="T70" fmla="*/ 115 w 165"/>
                  <a:gd name="T71"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3"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0" name="Freeform 743">
                <a:extLst>
                  <a:ext uri="{FF2B5EF4-FFF2-40B4-BE49-F238E27FC236}">
                    <a16:creationId xmlns:a16="http://schemas.microsoft.com/office/drawing/2014/main" id="{C8A7D7C3-39BB-4E51-8121-B59B6C745EF1}"/>
                  </a:ext>
                </a:extLst>
              </p:cNvPr>
              <p:cNvSpPr>
                <a:spLocks noEditPoints="1"/>
              </p:cNvSpPr>
              <p:nvPr userDrawn="1"/>
            </p:nvSpPr>
            <p:spPr bwMode="auto">
              <a:xfrm>
                <a:off x="-3508" y="1896"/>
                <a:ext cx="128" cy="100"/>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1" name="Freeform 744">
                <a:extLst>
                  <a:ext uri="{FF2B5EF4-FFF2-40B4-BE49-F238E27FC236}">
                    <a16:creationId xmlns:a16="http://schemas.microsoft.com/office/drawing/2014/main" id="{74194D25-2D44-4C05-B97B-283D42E9498E}"/>
                  </a:ext>
                </a:extLst>
              </p:cNvPr>
              <p:cNvSpPr>
                <a:spLocks noEditPoints="1"/>
              </p:cNvSpPr>
              <p:nvPr userDrawn="1"/>
            </p:nvSpPr>
            <p:spPr bwMode="auto">
              <a:xfrm>
                <a:off x="-3453" y="1409"/>
                <a:ext cx="141" cy="121"/>
              </a:xfrm>
              <a:custGeom>
                <a:avLst/>
                <a:gdLst>
                  <a:gd name="T0" fmla="*/ 168 w 188"/>
                  <a:gd name="T1" fmla="*/ 112 h 162"/>
                  <a:gd name="T2" fmla="*/ 111 w 188"/>
                  <a:gd name="T3" fmla="*/ 6 h 162"/>
                  <a:gd name="T4" fmla="*/ 122 w 188"/>
                  <a:gd name="T5" fmla="*/ 15 h 162"/>
                  <a:gd name="T6" fmla="*/ 135 w 188"/>
                  <a:gd name="T7" fmla="*/ 29 h 162"/>
                  <a:gd name="T8" fmla="*/ 171 w 188"/>
                  <a:gd name="T9" fmla="*/ 47 h 162"/>
                  <a:gd name="T10" fmla="*/ 164 w 188"/>
                  <a:gd name="T11" fmla="*/ 71 h 162"/>
                  <a:gd name="T12" fmla="*/ 182 w 188"/>
                  <a:gd name="T13" fmla="*/ 97 h 162"/>
                  <a:gd name="T14" fmla="*/ 168 w 188"/>
                  <a:gd name="T15" fmla="*/ 112 h 162"/>
                  <a:gd name="T16" fmla="*/ 143 w 188"/>
                  <a:gd name="T17" fmla="*/ 122 h 162"/>
                  <a:gd name="T18" fmla="*/ 102 w 188"/>
                  <a:gd name="T19" fmla="*/ 146 h 162"/>
                  <a:gd name="T20" fmla="*/ 82 w 188"/>
                  <a:gd name="T21" fmla="*/ 131 h 162"/>
                  <a:gd name="T22" fmla="*/ 74 w 188"/>
                  <a:gd name="T23" fmla="*/ 135 h 162"/>
                  <a:gd name="T24" fmla="*/ 54 w 188"/>
                  <a:gd name="T25" fmla="*/ 136 h 162"/>
                  <a:gd name="T26" fmla="*/ 49 w 188"/>
                  <a:gd name="T27" fmla="*/ 115 h 162"/>
                  <a:gd name="T28" fmla="*/ 28 w 188"/>
                  <a:gd name="T29" fmla="*/ 127 h 162"/>
                  <a:gd name="T30" fmla="*/ 12 w 188"/>
                  <a:gd name="T31" fmla="*/ 91 h 162"/>
                  <a:gd name="T32" fmla="*/ 10 w 188"/>
                  <a:gd name="T33" fmla="*/ 64 h 162"/>
                  <a:gd name="T34" fmla="*/ 19 w 188"/>
                  <a:gd name="T35" fmla="*/ 64 h 162"/>
                  <a:gd name="T36" fmla="*/ 30 w 188"/>
                  <a:gd name="T37" fmla="*/ 35 h 162"/>
                  <a:gd name="T38" fmla="*/ 64 w 188"/>
                  <a:gd name="T39" fmla="*/ 10 h 162"/>
                  <a:gd name="T40" fmla="*/ 95 w 188"/>
                  <a:gd name="T41" fmla="*/ 24 h 162"/>
                  <a:gd name="T42" fmla="*/ 100 w 188"/>
                  <a:gd name="T43" fmla="*/ 23 h 162"/>
                  <a:gd name="T44" fmla="*/ 95 w 188"/>
                  <a:gd name="T45" fmla="*/ 17 h 162"/>
                  <a:gd name="T46" fmla="*/ 51 w 188"/>
                  <a:gd name="T47" fmla="*/ 7 h 162"/>
                  <a:gd name="T48" fmla="*/ 30 w 188"/>
                  <a:gd name="T49" fmla="*/ 50 h 162"/>
                  <a:gd name="T50" fmla="*/ 16 w 188"/>
                  <a:gd name="T51" fmla="*/ 57 h 162"/>
                  <a:gd name="T52" fmla="*/ 2 w 188"/>
                  <a:gd name="T53" fmla="*/ 66 h 162"/>
                  <a:gd name="T54" fmla="*/ 15 w 188"/>
                  <a:gd name="T55" fmla="*/ 98 h 162"/>
                  <a:gd name="T56" fmla="*/ 23 w 188"/>
                  <a:gd name="T57" fmla="*/ 123 h 162"/>
                  <a:gd name="T58" fmla="*/ 1 w 188"/>
                  <a:gd name="T59" fmla="*/ 157 h 162"/>
                  <a:gd name="T60" fmla="*/ 4 w 188"/>
                  <a:gd name="T61" fmla="*/ 162 h 162"/>
                  <a:gd name="T62" fmla="*/ 16 w 188"/>
                  <a:gd name="T63" fmla="*/ 155 h 162"/>
                  <a:gd name="T64" fmla="*/ 43 w 188"/>
                  <a:gd name="T65" fmla="*/ 136 h 162"/>
                  <a:gd name="T66" fmla="*/ 65 w 188"/>
                  <a:gd name="T67" fmla="*/ 145 h 162"/>
                  <a:gd name="T68" fmla="*/ 78 w 188"/>
                  <a:gd name="T69" fmla="*/ 139 h 162"/>
                  <a:gd name="T70" fmla="*/ 94 w 188"/>
                  <a:gd name="T71" fmla="*/ 149 h 162"/>
                  <a:gd name="T72" fmla="*/ 114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2" name="Freeform 745">
                <a:extLst>
                  <a:ext uri="{FF2B5EF4-FFF2-40B4-BE49-F238E27FC236}">
                    <a16:creationId xmlns:a16="http://schemas.microsoft.com/office/drawing/2014/main" id="{D439DBC2-8D1E-4BE9-9DA5-75B59864FD64}"/>
                  </a:ext>
                </a:extLst>
              </p:cNvPr>
              <p:cNvSpPr>
                <a:spLocks noEditPoints="1"/>
              </p:cNvSpPr>
              <p:nvPr userDrawn="1"/>
            </p:nvSpPr>
            <p:spPr bwMode="auto">
              <a:xfrm>
                <a:off x="-3577" y="1734"/>
                <a:ext cx="181" cy="157"/>
              </a:xfrm>
              <a:custGeom>
                <a:avLst/>
                <a:gdLst>
                  <a:gd name="T0" fmla="*/ 99 w 242"/>
                  <a:gd name="T1" fmla="*/ 180 h 208"/>
                  <a:gd name="T2" fmla="*/ 135 w 242"/>
                  <a:gd name="T3" fmla="*/ 10 h 208"/>
                  <a:gd name="T4" fmla="*/ 142 w 242"/>
                  <a:gd name="T5" fmla="*/ 6 h 208"/>
                  <a:gd name="T6" fmla="*/ 158 w 242"/>
                  <a:gd name="T7" fmla="*/ 18 h 208"/>
                  <a:gd name="T8" fmla="*/ 159 w 242"/>
                  <a:gd name="T9" fmla="*/ 30 h 208"/>
                  <a:gd name="T10" fmla="*/ 190 w 242"/>
                  <a:gd name="T11" fmla="*/ 34 h 208"/>
                  <a:gd name="T12" fmla="*/ 221 w 242"/>
                  <a:gd name="T13" fmla="*/ 61 h 208"/>
                  <a:gd name="T14" fmla="*/ 220 w 242"/>
                  <a:gd name="T15" fmla="*/ 72 h 208"/>
                  <a:gd name="T16" fmla="*/ 229 w 242"/>
                  <a:gd name="T17" fmla="*/ 111 h 208"/>
                  <a:gd name="T18" fmla="*/ 233 w 242"/>
                  <a:gd name="T19" fmla="*/ 136 h 208"/>
                  <a:gd name="T20" fmla="*/ 217 w 242"/>
                  <a:gd name="T21" fmla="*/ 145 h 208"/>
                  <a:gd name="T22" fmla="*/ 194 w 242"/>
                  <a:gd name="T23" fmla="*/ 146 h 208"/>
                  <a:gd name="T24" fmla="*/ 183 w 242"/>
                  <a:gd name="T25" fmla="*/ 177 h 208"/>
                  <a:gd name="T26" fmla="*/ 127 w 242"/>
                  <a:gd name="T27" fmla="*/ 189 h 208"/>
                  <a:gd name="T28" fmla="*/ 105 w 242"/>
                  <a:gd name="T29" fmla="*/ 170 h 208"/>
                  <a:gd name="T30" fmla="*/ 100 w 242"/>
                  <a:gd name="T31" fmla="*/ 171 h 208"/>
                  <a:gd name="T32" fmla="*/ 83 w 242"/>
                  <a:gd name="T33" fmla="*/ 181 h 208"/>
                  <a:gd name="T34" fmla="*/ 63 w 242"/>
                  <a:gd name="T35" fmla="*/ 173 h 208"/>
                  <a:gd name="T36" fmla="*/ 61 w 242"/>
                  <a:gd name="T37" fmla="*/ 149 h 208"/>
                  <a:gd name="T38" fmla="*/ 14 w 242"/>
                  <a:gd name="T39" fmla="*/ 195 h 208"/>
                  <a:gd name="T40" fmla="*/ 42 w 242"/>
                  <a:gd name="T41" fmla="*/ 142 h 208"/>
                  <a:gd name="T42" fmla="*/ 14 w 242"/>
                  <a:gd name="T43" fmla="*/ 118 h 208"/>
                  <a:gd name="T44" fmla="*/ 9 w 242"/>
                  <a:gd name="T45" fmla="*/ 85 h 208"/>
                  <a:gd name="T46" fmla="*/ 18 w 242"/>
                  <a:gd name="T47" fmla="*/ 80 h 208"/>
                  <a:gd name="T48" fmla="*/ 45 w 242"/>
                  <a:gd name="T49" fmla="*/ 65 h 208"/>
                  <a:gd name="T50" fmla="*/ 44 w 242"/>
                  <a:gd name="T51" fmla="*/ 30 h 208"/>
                  <a:gd name="T52" fmla="*/ 82 w 242"/>
                  <a:gd name="T53" fmla="*/ 11 h 208"/>
                  <a:gd name="T54" fmla="*/ 122 w 242"/>
                  <a:gd name="T55" fmla="*/ 29 h 208"/>
                  <a:gd name="T56" fmla="*/ 122 w 242"/>
                  <a:gd name="T57" fmla="*/ 30 h 208"/>
                  <a:gd name="T58" fmla="*/ 142 w 242"/>
                  <a:gd name="T59" fmla="*/ 0 h 208"/>
                  <a:gd name="T60" fmla="*/ 123 w 242"/>
                  <a:gd name="T61" fmla="*/ 22 h 208"/>
                  <a:gd name="T62" fmla="*/ 65 w 242"/>
                  <a:gd name="T63" fmla="*/ 9 h 208"/>
                  <a:gd name="T64" fmla="*/ 35 w 242"/>
                  <a:gd name="T65" fmla="*/ 56 h 208"/>
                  <a:gd name="T66" fmla="*/ 23 w 242"/>
                  <a:gd name="T67" fmla="*/ 75 h 208"/>
                  <a:gd name="T68" fmla="*/ 17 w 242"/>
                  <a:gd name="T69" fmla="*/ 74 h 208"/>
                  <a:gd name="T70" fmla="*/ 0 w 242"/>
                  <a:gd name="T71" fmla="*/ 96 h 208"/>
                  <a:gd name="T72" fmla="*/ 18 w 242"/>
                  <a:gd name="T73" fmla="*/ 126 h 208"/>
                  <a:gd name="T74" fmla="*/ 29 w 242"/>
                  <a:gd name="T75" fmla="*/ 160 h 208"/>
                  <a:gd name="T76" fmla="*/ 1 w 242"/>
                  <a:gd name="T77" fmla="*/ 203 h 208"/>
                  <a:gd name="T78" fmla="*/ 1 w 242"/>
                  <a:gd name="T79" fmla="*/ 205 h 208"/>
                  <a:gd name="T80" fmla="*/ 4 w 242"/>
                  <a:gd name="T81" fmla="*/ 208 h 208"/>
                  <a:gd name="T82" fmla="*/ 18 w 242"/>
                  <a:gd name="T83" fmla="*/ 200 h 208"/>
                  <a:gd name="T84" fmla="*/ 57 w 242"/>
                  <a:gd name="T85" fmla="*/ 160 h 208"/>
                  <a:gd name="T86" fmla="*/ 57 w 242"/>
                  <a:gd name="T87" fmla="*/ 176 h 208"/>
                  <a:gd name="T88" fmla="*/ 83 w 242"/>
                  <a:gd name="T89" fmla="*/ 187 h 208"/>
                  <a:gd name="T90" fmla="*/ 99 w 242"/>
                  <a:gd name="T91" fmla="*/ 180 h 208"/>
                  <a:gd name="T92" fmla="*/ 105 w 242"/>
                  <a:gd name="T93" fmla="*/ 176 h 208"/>
                  <a:gd name="T94" fmla="*/ 123 w 242"/>
                  <a:gd name="T95" fmla="*/ 193 h 208"/>
                  <a:gd name="T96" fmla="*/ 146 w 242"/>
                  <a:gd name="T97" fmla="*/ 198 h 208"/>
                  <a:gd name="T98" fmla="*/ 189 w 242"/>
                  <a:gd name="T99" fmla="*/ 178 h 208"/>
                  <a:gd name="T100" fmla="*/ 192 w 242"/>
                  <a:gd name="T101" fmla="*/ 157 h 208"/>
                  <a:gd name="T102" fmla="*/ 216 w 242"/>
                  <a:gd name="T103" fmla="*/ 151 h 208"/>
                  <a:gd name="T104" fmla="*/ 230 w 242"/>
                  <a:gd name="T105" fmla="*/ 147 h 208"/>
                  <a:gd name="T106" fmla="*/ 240 w 242"/>
                  <a:gd name="T107" fmla="*/ 110 h 208"/>
                  <a:gd name="T108" fmla="*/ 237 w 242"/>
                  <a:gd name="T109" fmla="*/ 108 h 208"/>
                  <a:gd name="T110" fmla="*/ 219 w 242"/>
                  <a:gd name="T111" fmla="*/ 91 h 208"/>
                  <a:gd name="T112" fmla="*/ 225 w 242"/>
                  <a:gd name="T113" fmla="*/ 75 h 208"/>
                  <a:gd name="T114" fmla="*/ 198 w 242"/>
                  <a:gd name="T115" fmla="*/ 26 h 208"/>
                  <a:gd name="T116" fmla="*/ 196 w 242"/>
                  <a:gd name="T117" fmla="*/ 26 h 208"/>
                  <a:gd name="T118" fmla="*/ 174 w 242"/>
                  <a:gd name="T119" fmla="*/ 30 h 208"/>
                  <a:gd name="T120" fmla="*/ 163 w 242"/>
                  <a:gd name="T121" fmla="*/ 23 h 208"/>
                  <a:gd name="T122" fmla="*/ 164 w 242"/>
                  <a:gd name="T123" fmla="*/ 16 h 208"/>
                  <a:gd name="T124" fmla="*/ 142 w 242"/>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08">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3" name="Freeform 746">
                <a:extLst>
                  <a:ext uri="{FF2B5EF4-FFF2-40B4-BE49-F238E27FC236}">
                    <a16:creationId xmlns:a16="http://schemas.microsoft.com/office/drawing/2014/main" id="{ECB5D80D-D4C2-41C9-81E9-D5C4B7E17CA8}"/>
                  </a:ext>
                </a:extLst>
              </p:cNvPr>
              <p:cNvSpPr>
                <a:spLocks/>
              </p:cNvSpPr>
              <p:nvPr userDrawn="1"/>
            </p:nvSpPr>
            <p:spPr bwMode="auto">
              <a:xfrm>
                <a:off x="-3577" y="1888"/>
                <a:ext cx="1" cy="3"/>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4" name="Freeform 747">
                <a:extLst>
                  <a:ext uri="{FF2B5EF4-FFF2-40B4-BE49-F238E27FC236}">
                    <a16:creationId xmlns:a16="http://schemas.microsoft.com/office/drawing/2014/main" id="{CE3224EE-A129-44BF-BE31-4B70B4C00227}"/>
                  </a:ext>
                </a:extLst>
              </p:cNvPr>
              <p:cNvSpPr>
                <a:spLocks noEditPoints="1"/>
              </p:cNvSpPr>
              <p:nvPr userDrawn="1"/>
            </p:nvSpPr>
            <p:spPr bwMode="auto">
              <a:xfrm>
                <a:off x="-2938" y="1195"/>
                <a:ext cx="67" cy="64"/>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5" name="Freeform 748">
                <a:extLst>
                  <a:ext uri="{FF2B5EF4-FFF2-40B4-BE49-F238E27FC236}">
                    <a16:creationId xmlns:a16="http://schemas.microsoft.com/office/drawing/2014/main" id="{E9F26A21-3714-49B4-AB15-9746091462D6}"/>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close/>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close/>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6" name="Freeform 749">
                <a:extLst>
                  <a:ext uri="{FF2B5EF4-FFF2-40B4-BE49-F238E27FC236}">
                    <a16:creationId xmlns:a16="http://schemas.microsoft.com/office/drawing/2014/main" id="{293014EC-52DC-448E-9E49-2D867C1AB64C}"/>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7" name="Freeform 750">
                <a:extLst>
                  <a:ext uri="{FF2B5EF4-FFF2-40B4-BE49-F238E27FC236}">
                    <a16:creationId xmlns:a16="http://schemas.microsoft.com/office/drawing/2014/main" id="{733836E1-1151-404F-B658-F40C845B9657}"/>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close/>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8" name="Freeform 751">
                <a:extLst>
                  <a:ext uri="{FF2B5EF4-FFF2-40B4-BE49-F238E27FC236}">
                    <a16:creationId xmlns:a16="http://schemas.microsoft.com/office/drawing/2014/main" id="{503396CB-A49C-4152-9F86-C74B4DD34308}"/>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9" name="Freeform 752">
                <a:extLst>
                  <a:ext uri="{FF2B5EF4-FFF2-40B4-BE49-F238E27FC236}">
                    <a16:creationId xmlns:a16="http://schemas.microsoft.com/office/drawing/2014/main" id="{B3D6718C-B549-4E77-B6C0-24AF54AC0EA2}"/>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close/>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0" name="Freeform 753">
                <a:extLst>
                  <a:ext uri="{FF2B5EF4-FFF2-40B4-BE49-F238E27FC236}">
                    <a16:creationId xmlns:a16="http://schemas.microsoft.com/office/drawing/2014/main" id="{B6C98248-2A7A-4DE7-A09B-DC1F5224945E}"/>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1" name="Freeform 754">
                <a:extLst>
                  <a:ext uri="{FF2B5EF4-FFF2-40B4-BE49-F238E27FC236}">
                    <a16:creationId xmlns:a16="http://schemas.microsoft.com/office/drawing/2014/main" id="{50836C00-C8DC-45EC-A46E-8B2121A0374E}"/>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close/>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close/>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2" name="Freeform 755">
                <a:extLst>
                  <a:ext uri="{FF2B5EF4-FFF2-40B4-BE49-F238E27FC236}">
                    <a16:creationId xmlns:a16="http://schemas.microsoft.com/office/drawing/2014/main" id="{B719C2EB-B13A-4615-8041-50C2850FB11A}"/>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3" name="Freeform 756">
                <a:extLst>
                  <a:ext uri="{FF2B5EF4-FFF2-40B4-BE49-F238E27FC236}">
                    <a16:creationId xmlns:a16="http://schemas.microsoft.com/office/drawing/2014/main" id="{3EE30807-3469-4CA0-81DB-56BEC8C1708C}"/>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close/>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4" name="Freeform 757">
                <a:extLst>
                  <a:ext uri="{FF2B5EF4-FFF2-40B4-BE49-F238E27FC236}">
                    <a16:creationId xmlns:a16="http://schemas.microsoft.com/office/drawing/2014/main" id="{8FA0DBDA-4039-4964-B366-34257C41B556}"/>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5" name="Freeform 758">
                <a:extLst>
                  <a:ext uri="{FF2B5EF4-FFF2-40B4-BE49-F238E27FC236}">
                    <a16:creationId xmlns:a16="http://schemas.microsoft.com/office/drawing/2014/main" id="{E153C605-4890-443A-9C9E-888B8408026A}"/>
                  </a:ext>
                </a:extLst>
              </p:cNvPr>
              <p:cNvSpPr>
                <a:spLocks noEditPoints="1"/>
              </p:cNvSpPr>
              <p:nvPr userDrawn="1"/>
            </p:nvSpPr>
            <p:spPr bwMode="auto">
              <a:xfrm>
                <a:off x="-1981" y="1996"/>
                <a:ext cx="167" cy="163"/>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6" name="Freeform 759">
                <a:extLst>
                  <a:ext uri="{FF2B5EF4-FFF2-40B4-BE49-F238E27FC236}">
                    <a16:creationId xmlns:a16="http://schemas.microsoft.com/office/drawing/2014/main" id="{14F26953-592F-4AE3-8E7D-FED33D25ACF9}"/>
                  </a:ext>
                </a:extLst>
              </p:cNvPr>
              <p:cNvSpPr>
                <a:spLocks noEditPoints="1"/>
              </p:cNvSpPr>
              <p:nvPr userDrawn="1"/>
            </p:nvSpPr>
            <p:spPr bwMode="auto">
              <a:xfrm>
                <a:off x="-2620" y="1536"/>
                <a:ext cx="147" cy="144"/>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7" name="Freeform 760">
                <a:extLst>
                  <a:ext uri="{FF2B5EF4-FFF2-40B4-BE49-F238E27FC236}">
                    <a16:creationId xmlns:a16="http://schemas.microsoft.com/office/drawing/2014/main" id="{7A0B561A-9EA8-4EE4-9880-441A36FA29B7}"/>
                  </a:ext>
                </a:extLst>
              </p:cNvPr>
              <p:cNvSpPr>
                <a:spLocks noEditPoints="1"/>
              </p:cNvSpPr>
              <p:nvPr userDrawn="1"/>
            </p:nvSpPr>
            <p:spPr bwMode="auto">
              <a:xfrm>
                <a:off x="-2147" y="1550"/>
                <a:ext cx="98" cy="95"/>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8" name="Freeform 761">
                <a:extLst>
                  <a:ext uri="{FF2B5EF4-FFF2-40B4-BE49-F238E27FC236}">
                    <a16:creationId xmlns:a16="http://schemas.microsoft.com/office/drawing/2014/main" id="{89A14C0D-6AD6-4E3B-8539-EE4D95C0994A}"/>
                  </a:ext>
                </a:extLst>
              </p:cNvPr>
              <p:cNvSpPr>
                <a:spLocks noEditPoints="1"/>
              </p:cNvSpPr>
              <p:nvPr userDrawn="1"/>
            </p:nvSpPr>
            <p:spPr bwMode="auto">
              <a:xfrm>
                <a:off x="-1970" y="1227"/>
                <a:ext cx="96" cy="92"/>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9" name="Freeform 762">
                <a:extLst>
                  <a:ext uri="{FF2B5EF4-FFF2-40B4-BE49-F238E27FC236}">
                    <a16:creationId xmlns:a16="http://schemas.microsoft.com/office/drawing/2014/main" id="{30E45C22-66E4-48FB-9257-5A09248B9C88}"/>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close/>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0" name="Freeform 763">
                <a:extLst>
                  <a:ext uri="{FF2B5EF4-FFF2-40B4-BE49-F238E27FC236}">
                    <a16:creationId xmlns:a16="http://schemas.microsoft.com/office/drawing/2014/main" id="{61C2F5A3-586C-4350-8CF9-43D9CB2551F6}"/>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1" name="Freeform 764">
                <a:extLst>
                  <a:ext uri="{FF2B5EF4-FFF2-40B4-BE49-F238E27FC236}">
                    <a16:creationId xmlns:a16="http://schemas.microsoft.com/office/drawing/2014/main" id="{810150E3-7A0D-4787-98D5-F789F1E2BECE}"/>
                  </a:ext>
                </a:extLst>
              </p:cNvPr>
              <p:cNvSpPr>
                <a:spLocks noEditPoints="1"/>
              </p:cNvSpPr>
              <p:nvPr userDrawn="1"/>
            </p:nvSpPr>
            <p:spPr bwMode="auto">
              <a:xfrm>
                <a:off x="-2191" y="1972"/>
                <a:ext cx="63" cy="60"/>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2" name="Freeform 765">
                <a:extLst>
                  <a:ext uri="{FF2B5EF4-FFF2-40B4-BE49-F238E27FC236}">
                    <a16:creationId xmlns:a16="http://schemas.microsoft.com/office/drawing/2014/main" id="{A8BE2041-DD9A-4D7A-811A-B1DB47DEB31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close/>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3" name="Freeform 766">
                <a:extLst>
                  <a:ext uri="{FF2B5EF4-FFF2-40B4-BE49-F238E27FC236}">
                    <a16:creationId xmlns:a16="http://schemas.microsoft.com/office/drawing/2014/main" id="{873F2551-7D99-4600-BD8D-724B8E12330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4" name="Freeform 767">
                <a:extLst>
                  <a:ext uri="{FF2B5EF4-FFF2-40B4-BE49-F238E27FC236}">
                    <a16:creationId xmlns:a16="http://schemas.microsoft.com/office/drawing/2014/main" id="{BA70778B-28D5-4D93-9086-208F63FD43C8}"/>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5" name="Freeform 768">
                <a:extLst>
                  <a:ext uri="{FF2B5EF4-FFF2-40B4-BE49-F238E27FC236}">
                    <a16:creationId xmlns:a16="http://schemas.microsoft.com/office/drawing/2014/main" id="{305244B0-722C-451A-B60A-6F714C2AF5B7}"/>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6" name="Freeform 769">
                <a:extLst>
                  <a:ext uri="{FF2B5EF4-FFF2-40B4-BE49-F238E27FC236}">
                    <a16:creationId xmlns:a16="http://schemas.microsoft.com/office/drawing/2014/main" id="{DA0129E9-94ED-405F-B698-FDBAF7889D29}"/>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close/>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close/>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7" name="Freeform 770">
                <a:extLst>
                  <a:ext uri="{FF2B5EF4-FFF2-40B4-BE49-F238E27FC236}">
                    <a16:creationId xmlns:a16="http://schemas.microsoft.com/office/drawing/2014/main" id="{BEB51248-0506-4C6A-8C75-579CB4E34F8B}"/>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8" name="Freeform 771">
                <a:extLst>
                  <a:ext uri="{FF2B5EF4-FFF2-40B4-BE49-F238E27FC236}">
                    <a16:creationId xmlns:a16="http://schemas.microsoft.com/office/drawing/2014/main" id="{BFE8E9AB-EEC4-4806-8BF6-3DD1974617C0}"/>
                  </a:ext>
                </a:extLst>
              </p:cNvPr>
              <p:cNvSpPr>
                <a:spLocks noEditPoints="1"/>
              </p:cNvSpPr>
              <p:nvPr userDrawn="1"/>
            </p:nvSpPr>
            <p:spPr bwMode="auto">
              <a:xfrm>
                <a:off x="-3112" y="1529"/>
                <a:ext cx="164" cy="160"/>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9" name="Freeform 772">
                <a:extLst>
                  <a:ext uri="{FF2B5EF4-FFF2-40B4-BE49-F238E27FC236}">
                    <a16:creationId xmlns:a16="http://schemas.microsoft.com/office/drawing/2014/main" id="{10830F6D-FF9A-478C-94D9-895453D99026}"/>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close/>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close/>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0" name="Freeform 773">
                <a:extLst>
                  <a:ext uri="{FF2B5EF4-FFF2-40B4-BE49-F238E27FC236}">
                    <a16:creationId xmlns:a16="http://schemas.microsoft.com/office/drawing/2014/main" id="{AA6ABF53-2E53-4862-AAE3-206AED35BA39}"/>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1" name="Freeform 774">
                <a:extLst>
                  <a:ext uri="{FF2B5EF4-FFF2-40B4-BE49-F238E27FC236}">
                    <a16:creationId xmlns:a16="http://schemas.microsoft.com/office/drawing/2014/main" id="{024CD5AB-1B25-4BE0-B8C8-CF59F9E36C19}"/>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2" name="Freeform 775">
                <a:extLst>
                  <a:ext uri="{FF2B5EF4-FFF2-40B4-BE49-F238E27FC236}">
                    <a16:creationId xmlns:a16="http://schemas.microsoft.com/office/drawing/2014/main" id="{70C5452A-E6B8-4523-8167-3D52DAE9DDCD}"/>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3" name="Freeform 776">
                <a:extLst>
                  <a:ext uri="{FF2B5EF4-FFF2-40B4-BE49-F238E27FC236}">
                    <a16:creationId xmlns:a16="http://schemas.microsoft.com/office/drawing/2014/main" id="{BD37B1CA-54A6-4505-9068-1AEDE0B85E57}"/>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close/>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4" name="Freeform 777">
                <a:extLst>
                  <a:ext uri="{FF2B5EF4-FFF2-40B4-BE49-F238E27FC236}">
                    <a16:creationId xmlns:a16="http://schemas.microsoft.com/office/drawing/2014/main" id="{5B29705B-3CE6-4D6E-8A15-F29B9E3341CD}"/>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5" name="Freeform 778">
                <a:extLst>
                  <a:ext uri="{FF2B5EF4-FFF2-40B4-BE49-F238E27FC236}">
                    <a16:creationId xmlns:a16="http://schemas.microsoft.com/office/drawing/2014/main" id="{AAEF7403-E292-4DC2-9818-07A7B98FC228}"/>
                  </a:ext>
                </a:extLst>
              </p:cNvPr>
              <p:cNvSpPr>
                <a:spLocks noEditPoints="1"/>
              </p:cNvSpPr>
              <p:nvPr userDrawn="1"/>
            </p:nvSpPr>
            <p:spPr bwMode="auto">
              <a:xfrm>
                <a:off x="-3005" y="1363"/>
                <a:ext cx="59" cy="5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6" name="Freeform 779">
                <a:extLst>
                  <a:ext uri="{FF2B5EF4-FFF2-40B4-BE49-F238E27FC236}">
                    <a16:creationId xmlns:a16="http://schemas.microsoft.com/office/drawing/2014/main" id="{2FB01709-DA74-46B9-BB29-9F8C27A8C1F9}"/>
                  </a:ext>
                </a:extLst>
              </p:cNvPr>
              <p:cNvSpPr>
                <a:spLocks noEditPoints="1"/>
              </p:cNvSpPr>
              <p:nvPr userDrawn="1"/>
            </p:nvSpPr>
            <p:spPr bwMode="auto">
              <a:xfrm>
                <a:off x="-2972" y="1419"/>
                <a:ext cx="13" cy="14"/>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7" name="Freeform 780">
                <a:extLst>
                  <a:ext uri="{FF2B5EF4-FFF2-40B4-BE49-F238E27FC236}">
                    <a16:creationId xmlns:a16="http://schemas.microsoft.com/office/drawing/2014/main" id="{A8154CE6-CCEB-4DD0-9DAD-939320843DB0}"/>
                  </a:ext>
                </a:extLst>
              </p:cNvPr>
              <p:cNvSpPr>
                <a:spLocks/>
              </p:cNvSpPr>
              <p:nvPr userDrawn="1"/>
            </p:nvSpPr>
            <p:spPr bwMode="auto">
              <a:xfrm>
                <a:off x="-2970" y="1419"/>
                <a:ext cx="5" cy="2"/>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8" name="Freeform 781">
                <a:extLst>
                  <a:ext uri="{FF2B5EF4-FFF2-40B4-BE49-F238E27FC236}">
                    <a16:creationId xmlns:a16="http://schemas.microsoft.com/office/drawing/2014/main" id="{486BE295-B7A6-4384-833E-9DFD046B087E}"/>
                  </a:ext>
                </a:extLst>
              </p:cNvPr>
              <p:cNvSpPr>
                <a:spLocks/>
              </p:cNvSpPr>
              <p:nvPr userDrawn="1"/>
            </p:nvSpPr>
            <p:spPr bwMode="auto">
              <a:xfrm>
                <a:off x="-2968" y="1431"/>
                <a:ext cx="11" cy="11"/>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9" name="Freeform 782">
                <a:extLst>
                  <a:ext uri="{FF2B5EF4-FFF2-40B4-BE49-F238E27FC236}">
                    <a16:creationId xmlns:a16="http://schemas.microsoft.com/office/drawing/2014/main" id="{505DE1F8-1750-4BDD-B3AC-02E392DD5622}"/>
                  </a:ext>
                </a:extLst>
              </p:cNvPr>
              <p:cNvSpPr>
                <a:spLocks/>
              </p:cNvSpPr>
              <p:nvPr userDrawn="1"/>
            </p:nvSpPr>
            <p:spPr bwMode="auto">
              <a:xfrm>
                <a:off x="-2966" y="1431"/>
                <a:ext cx="4" cy="2"/>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0" name="Freeform 783">
                <a:extLst>
                  <a:ext uri="{FF2B5EF4-FFF2-40B4-BE49-F238E27FC236}">
                    <a16:creationId xmlns:a16="http://schemas.microsoft.com/office/drawing/2014/main" id="{65CEBAAD-B1E2-4BD0-815D-CDEEE4209819}"/>
                  </a:ext>
                </a:extLst>
              </p:cNvPr>
              <p:cNvSpPr>
                <a:spLocks noEditPoints="1"/>
              </p:cNvSpPr>
              <p:nvPr userDrawn="1"/>
            </p:nvSpPr>
            <p:spPr bwMode="auto">
              <a:xfrm>
                <a:off x="-2959" y="1436"/>
                <a:ext cx="10" cy="10"/>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1" name="Freeform 784">
                <a:extLst>
                  <a:ext uri="{FF2B5EF4-FFF2-40B4-BE49-F238E27FC236}">
                    <a16:creationId xmlns:a16="http://schemas.microsoft.com/office/drawing/2014/main" id="{6A1752CB-F670-4C97-BE7C-7250875DD88D}"/>
                  </a:ext>
                </a:extLst>
              </p:cNvPr>
              <p:cNvSpPr>
                <a:spLocks/>
              </p:cNvSpPr>
              <p:nvPr userDrawn="1"/>
            </p:nvSpPr>
            <p:spPr bwMode="auto">
              <a:xfrm>
                <a:off x="-2959" y="1438"/>
                <a:ext cx="2"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2" name="Freeform 785">
                <a:extLst>
                  <a:ext uri="{FF2B5EF4-FFF2-40B4-BE49-F238E27FC236}">
                    <a16:creationId xmlns:a16="http://schemas.microsoft.com/office/drawing/2014/main" id="{1EC56B21-28BF-4E72-A24B-7448BE280491}"/>
                  </a:ext>
                </a:extLst>
              </p:cNvPr>
              <p:cNvSpPr>
                <a:spLocks noEditPoints="1"/>
              </p:cNvSpPr>
              <p:nvPr userDrawn="1"/>
            </p:nvSpPr>
            <p:spPr bwMode="auto">
              <a:xfrm>
                <a:off x="-2159" y="1839"/>
                <a:ext cx="60"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3" name="Freeform 786">
                <a:extLst>
                  <a:ext uri="{FF2B5EF4-FFF2-40B4-BE49-F238E27FC236}">
                    <a16:creationId xmlns:a16="http://schemas.microsoft.com/office/drawing/2014/main" id="{46C3BC02-83B9-466E-BAF4-E9F8A62A9150}"/>
                  </a:ext>
                </a:extLst>
              </p:cNvPr>
              <p:cNvSpPr>
                <a:spLocks noEditPoints="1"/>
              </p:cNvSpPr>
              <p:nvPr userDrawn="1"/>
            </p:nvSpPr>
            <p:spPr bwMode="auto">
              <a:xfrm>
                <a:off x="-2160" y="1887"/>
                <a:ext cx="14" cy="13"/>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4" name="Freeform 787">
                <a:extLst>
                  <a:ext uri="{FF2B5EF4-FFF2-40B4-BE49-F238E27FC236}">
                    <a16:creationId xmlns:a16="http://schemas.microsoft.com/office/drawing/2014/main" id="{1CE7E908-9753-4461-AF4F-8E7994547E53}"/>
                  </a:ext>
                </a:extLst>
              </p:cNvPr>
              <p:cNvSpPr>
                <a:spLocks/>
              </p:cNvSpPr>
              <p:nvPr userDrawn="1"/>
            </p:nvSpPr>
            <p:spPr bwMode="auto">
              <a:xfrm>
                <a:off x="-2150" y="1887"/>
                <a:ext cx="3" cy="4"/>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5" name="Freeform 788">
                <a:extLst>
                  <a:ext uri="{FF2B5EF4-FFF2-40B4-BE49-F238E27FC236}">
                    <a16:creationId xmlns:a16="http://schemas.microsoft.com/office/drawing/2014/main" id="{D29A2CBD-C55D-4C80-842F-ED8B31DEF1A8}"/>
                  </a:ext>
                </a:extLst>
              </p:cNvPr>
              <p:cNvSpPr>
                <a:spLocks noEditPoints="1"/>
              </p:cNvSpPr>
              <p:nvPr userDrawn="1"/>
            </p:nvSpPr>
            <p:spPr bwMode="auto">
              <a:xfrm>
                <a:off x="-2166" y="1897"/>
                <a:ext cx="10" cy="10"/>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6" name="Freeform 789">
                <a:extLst>
                  <a:ext uri="{FF2B5EF4-FFF2-40B4-BE49-F238E27FC236}">
                    <a16:creationId xmlns:a16="http://schemas.microsoft.com/office/drawing/2014/main" id="{1E130F2D-7DAA-41CC-A872-C68DEE6A5227}"/>
                  </a:ext>
                </a:extLst>
              </p:cNvPr>
              <p:cNvSpPr>
                <a:spLocks/>
              </p:cNvSpPr>
              <p:nvPr userDrawn="1"/>
            </p:nvSpPr>
            <p:spPr bwMode="auto">
              <a:xfrm>
                <a:off x="-2159" y="1897"/>
                <a:ext cx="3"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0"/>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7" name="Freeform 790">
                <a:extLst>
                  <a:ext uri="{FF2B5EF4-FFF2-40B4-BE49-F238E27FC236}">
                    <a16:creationId xmlns:a16="http://schemas.microsoft.com/office/drawing/2014/main" id="{C25F83FE-789E-452B-A74F-139F27B69C0A}"/>
                  </a:ext>
                </a:extLst>
              </p:cNvPr>
              <p:cNvSpPr>
                <a:spLocks noEditPoints="1"/>
              </p:cNvSpPr>
              <p:nvPr userDrawn="1"/>
            </p:nvSpPr>
            <p:spPr bwMode="auto">
              <a:xfrm>
                <a:off x="-2165" y="1907"/>
                <a:ext cx="9" cy="10"/>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8" name="Freeform 791">
                <a:extLst>
                  <a:ext uri="{FF2B5EF4-FFF2-40B4-BE49-F238E27FC236}">
                    <a16:creationId xmlns:a16="http://schemas.microsoft.com/office/drawing/2014/main" id="{768C0A21-3E05-41DE-8227-BEA3370B3787}"/>
                  </a:ext>
                </a:extLst>
              </p:cNvPr>
              <p:cNvSpPr>
                <a:spLocks/>
              </p:cNvSpPr>
              <p:nvPr userDrawn="1"/>
            </p:nvSpPr>
            <p:spPr bwMode="auto">
              <a:xfrm>
                <a:off x="-2162" y="1907"/>
                <a:ext cx="3"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9" name="Freeform 792">
                <a:extLst>
                  <a:ext uri="{FF2B5EF4-FFF2-40B4-BE49-F238E27FC236}">
                    <a16:creationId xmlns:a16="http://schemas.microsoft.com/office/drawing/2014/main" id="{A593A12C-D9A7-46B9-9C83-A88C9113DD81}"/>
                  </a:ext>
                </a:extLst>
              </p:cNvPr>
              <p:cNvSpPr>
                <a:spLocks noEditPoints="1"/>
              </p:cNvSpPr>
              <p:nvPr userDrawn="1"/>
            </p:nvSpPr>
            <p:spPr bwMode="auto">
              <a:xfrm>
                <a:off x="-2061" y="1695"/>
                <a:ext cx="100" cy="99"/>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0" name="Freeform 793">
                <a:extLst>
                  <a:ext uri="{FF2B5EF4-FFF2-40B4-BE49-F238E27FC236}">
                    <a16:creationId xmlns:a16="http://schemas.microsoft.com/office/drawing/2014/main" id="{23984F2B-77CC-4677-B6C9-4E36CE56885F}"/>
                  </a:ext>
                </a:extLst>
              </p:cNvPr>
              <p:cNvSpPr>
                <a:spLocks noEditPoints="1"/>
              </p:cNvSpPr>
              <p:nvPr userDrawn="1"/>
            </p:nvSpPr>
            <p:spPr bwMode="auto">
              <a:xfrm>
                <a:off x="-2063" y="1780"/>
                <a:ext cx="21" cy="20"/>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6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1" name="Freeform 794">
                <a:extLst>
                  <a:ext uri="{FF2B5EF4-FFF2-40B4-BE49-F238E27FC236}">
                    <a16:creationId xmlns:a16="http://schemas.microsoft.com/office/drawing/2014/main" id="{8A6F426A-D44D-40C1-BE4A-973E7A521DF6}"/>
                  </a:ext>
                </a:extLst>
              </p:cNvPr>
              <p:cNvSpPr>
                <a:spLocks noEditPoints="1"/>
              </p:cNvSpPr>
              <p:nvPr userDrawn="1"/>
            </p:nvSpPr>
            <p:spPr bwMode="auto">
              <a:xfrm>
                <a:off x="-2075" y="1797"/>
                <a:ext cx="16" cy="16"/>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2" name="Freeform 795">
                <a:extLst>
                  <a:ext uri="{FF2B5EF4-FFF2-40B4-BE49-F238E27FC236}">
                    <a16:creationId xmlns:a16="http://schemas.microsoft.com/office/drawing/2014/main" id="{A8776D23-A6B5-4C63-AD5C-1B6B512A6CC1}"/>
                  </a:ext>
                </a:extLst>
              </p:cNvPr>
              <p:cNvSpPr>
                <a:spLocks noEditPoints="1"/>
              </p:cNvSpPr>
              <p:nvPr userDrawn="1"/>
            </p:nvSpPr>
            <p:spPr bwMode="auto">
              <a:xfrm>
                <a:off x="-2073" y="1815"/>
                <a:ext cx="14" cy="15"/>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10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3" name="Freeform 796">
                <a:extLst>
                  <a:ext uri="{FF2B5EF4-FFF2-40B4-BE49-F238E27FC236}">
                    <a16:creationId xmlns:a16="http://schemas.microsoft.com/office/drawing/2014/main" id="{10C89B1B-9E1C-49F1-AF9D-5AA7624B11F3}"/>
                  </a:ext>
                </a:extLst>
              </p:cNvPr>
              <p:cNvSpPr>
                <a:spLocks noEditPoints="1"/>
              </p:cNvSpPr>
              <p:nvPr userDrawn="1"/>
            </p:nvSpPr>
            <p:spPr bwMode="auto">
              <a:xfrm>
                <a:off x="-2259" y="110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8"/>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4" name="Freeform 797">
                <a:extLst>
                  <a:ext uri="{FF2B5EF4-FFF2-40B4-BE49-F238E27FC236}">
                    <a16:creationId xmlns:a16="http://schemas.microsoft.com/office/drawing/2014/main" id="{44DCE771-67BD-48DE-8BF4-25A2AA3C6E04}"/>
                  </a:ext>
                </a:extLst>
              </p:cNvPr>
              <p:cNvSpPr>
                <a:spLocks noEditPoints="1"/>
              </p:cNvSpPr>
              <p:nvPr userDrawn="1"/>
            </p:nvSpPr>
            <p:spPr bwMode="auto">
              <a:xfrm>
                <a:off x="-2261" y="1155"/>
                <a:ext cx="15" cy="14"/>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6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5" name="Freeform 798">
                <a:extLst>
                  <a:ext uri="{FF2B5EF4-FFF2-40B4-BE49-F238E27FC236}">
                    <a16:creationId xmlns:a16="http://schemas.microsoft.com/office/drawing/2014/main" id="{47906DDA-3CC7-4BC3-84FF-A48ED705DC6C}"/>
                  </a:ext>
                </a:extLst>
              </p:cNvPr>
              <p:cNvSpPr>
                <a:spLocks/>
              </p:cNvSpPr>
              <p:nvPr userDrawn="1"/>
            </p:nvSpPr>
            <p:spPr bwMode="auto">
              <a:xfrm>
                <a:off x="-2251" y="115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6" name="Freeform 799">
                <a:extLst>
                  <a:ext uri="{FF2B5EF4-FFF2-40B4-BE49-F238E27FC236}">
                    <a16:creationId xmlns:a16="http://schemas.microsoft.com/office/drawing/2014/main" id="{2A88AA41-8277-4F4B-874A-B436D800A272}"/>
                  </a:ext>
                </a:extLst>
              </p:cNvPr>
              <p:cNvSpPr>
                <a:spLocks noEditPoints="1"/>
              </p:cNvSpPr>
              <p:nvPr userDrawn="1"/>
            </p:nvSpPr>
            <p:spPr bwMode="auto">
              <a:xfrm>
                <a:off x="-2267" y="1165"/>
                <a:ext cx="12" cy="10"/>
              </a:xfrm>
              <a:custGeom>
                <a:avLst/>
                <a:gdLst>
                  <a:gd name="T0" fmla="*/ 7 w 15"/>
                  <a:gd name="T1" fmla="*/ 9 h 14"/>
                  <a:gd name="T2" fmla="*/ 6 w 15"/>
                  <a:gd name="T3" fmla="*/ 8 h 14"/>
                  <a:gd name="T4" fmla="*/ 6 w 15"/>
                  <a:gd name="T5" fmla="*/ 7 h 14"/>
                  <a:gd name="T6" fmla="*/ 6 w 15"/>
                  <a:gd name="T7" fmla="*/ 6 h 14"/>
                  <a:gd name="T8" fmla="*/ 7 w 15"/>
                  <a:gd name="T9" fmla="*/ 6 h 14"/>
                  <a:gd name="T10" fmla="*/ 8 w 15"/>
                  <a:gd name="T11" fmla="*/ 7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7 w 15"/>
                  <a:gd name="T27" fmla="*/ 9 h 14"/>
                  <a:gd name="T28" fmla="*/ 7 w 15"/>
                  <a:gd name="T29" fmla="*/ 0 h 14"/>
                  <a:gd name="T30" fmla="*/ 7 w 15"/>
                  <a:gd name="T31" fmla="*/ 0 h 14"/>
                  <a:gd name="T32" fmla="*/ 3 w 15"/>
                  <a:gd name="T33" fmla="*/ 1 h 14"/>
                  <a:gd name="T34" fmla="*/ 0 w 15"/>
                  <a:gd name="T35" fmla="*/ 7 h 14"/>
                  <a:gd name="T36" fmla="*/ 1 w 15"/>
                  <a:gd name="T37" fmla="*/ 11 h 14"/>
                  <a:gd name="T38" fmla="*/ 5 w 15"/>
                  <a:gd name="T39" fmla="*/ 14 h 14"/>
                  <a:gd name="T40" fmla="*/ 8 w 15"/>
                  <a:gd name="T41" fmla="*/ 14 h 14"/>
                  <a:gd name="T42" fmla="*/ 8 w 15"/>
                  <a:gd name="T43" fmla="*/ 14 h 14"/>
                  <a:gd name="T44" fmla="*/ 10 w 15"/>
                  <a:gd name="T45" fmla="*/ 14 h 14"/>
                  <a:gd name="T46" fmla="*/ 11 w 15"/>
                  <a:gd name="T47" fmla="*/ 14 h 14"/>
                  <a:gd name="T48" fmla="*/ 11 w 15"/>
                  <a:gd name="T49" fmla="*/ 14 h 14"/>
                  <a:gd name="T50" fmla="*/ 15 w 15"/>
                  <a:gd name="T51" fmla="*/ 7 h 14"/>
                  <a:gd name="T52" fmla="*/ 14 w 15"/>
                  <a:gd name="T53" fmla="*/ 4 h 14"/>
                  <a:gd name="T54" fmla="*/ 10 w 15"/>
                  <a:gd name="T55" fmla="*/ 1 h 14"/>
                  <a:gd name="T56" fmla="*/ 10 w 15"/>
                  <a:gd name="T57" fmla="*/ 0 h 14"/>
                  <a:gd name="T58" fmla="*/ 7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7" name="Freeform 800">
                <a:extLst>
                  <a:ext uri="{FF2B5EF4-FFF2-40B4-BE49-F238E27FC236}">
                    <a16:creationId xmlns:a16="http://schemas.microsoft.com/office/drawing/2014/main" id="{F381AB6A-8D00-48EC-98B8-BCB31B522337}"/>
                  </a:ext>
                </a:extLst>
              </p:cNvPr>
              <p:cNvSpPr>
                <a:spLocks/>
              </p:cNvSpPr>
              <p:nvPr userDrawn="1"/>
            </p:nvSpPr>
            <p:spPr bwMode="auto">
              <a:xfrm>
                <a:off x="-2259" y="1165"/>
                <a:ext cx="3" cy="3"/>
              </a:xfrm>
              <a:custGeom>
                <a:avLst/>
                <a:gdLst>
                  <a:gd name="T0" fmla="*/ 0 w 4"/>
                  <a:gd name="T1" fmla="*/ 0 h 4"/>
                  <a:gd name="T2" fmla="*/ 0 w 4"/>
                  <a:gd name="T3" fmla="*/ 1 h 4"/>
                  <a:gd name="T4" fmla="*/ 4 w 4"/>
                  <a:gd name="T5" fmla="*/ 4 h 4"/>
                  <a:gd name="T6" fmla="*/ 3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3"/>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8" name="Freeform 801">
                <a:extLst>
                  <a:ext uri="{FF2B5EF4-FFF2-40B4-BE49-F238E27FC236}">
                    <a16:creationId xmlns:a16="http://schemas.microsoft.com/office/drawing/2014/main" id="{5B2B800E-505A-4D45-91BC-D4A1D3F80A32}"/>
                  </a:ext>
                </a:extLst>
              </p:cNvPr>
              <p:cNvSpPr>
                <a:spLocks noEditPoints="1"/>
              </p:cNvSpPr>
              <p:nvPr userDrawn="1"/>
            </p:nvSpPr>
            <p:spPr bwMode="auto">
              <a:xfrm>
                <a:off x="-2266" y="1175"/>
                <a:ext cx="10" cy="10"/>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0"/>
                      <a:pt x="4"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9" name="Freeform 802">
                <a:extLst>
                  <a:ext uri="{FF2B5EF4-FFF2-40B4-BE49-F238E27FC236}">
                    <a16:creationId xmlns:a16="http://schemas.microsoft.com/office/drawing/2014/main" id="{D2F22CC9-4638-4F6C-9552-86F930A50D91}"/>
                  </a:ext>
                </a:extLst>
              </p:cNvPr>
              <p:cNvSpPr>
                <a:spLocks/>
              </p:cNvSpPr>
              <p:nvPr userDrawn="1"/>
            </p:nvSpPr>
            <p:spPr bwMode="auto">
              <a:xfrm>
                <a:off x="-2263" y="117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0" name="Freeform 803">
                <a:extLst>
                  <a:ext uri="{FF2B5EF4-FFF2-40B4-BE49-F238E27FC236}">
                    <a16:creationId xmlns:a16="http://schemas.microsoft.com/office/drawing/2014/main" id="{D0C44434-D5EB-41ED-ACC3-79A32F4DB111}"/>
                  </a:ext>
                </a:extLst>
              </p:cNvPr>
              <p:cNvSpPr>
                <a:spLocks noEditPoints="1"/>
              </p:cNvSpPr>
              <p:nvPr userDrawn="1"/>
            </p:nvSpPr>
            <p:spPr bwMode="auto">
              <a:xfrm>
                <a:off x="-2569" y="1307"/>
                <a:ext cx="83" cy="8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1" name="Freeform 804">
                <a:extLst>
                  <a:ext uri="{FF2B5EF4-FFF2-40B4-BE49-F238E27FC236}">
                    <a16:creationId xmlns:a16="http://schemas.microsoft.com/office/drawing/2014/main" id="{5088470E-1E56-4C52-91D1-7DC9C7673761}"/>
                  </a:ext>
                </a:extLst>
              </p:cNvPr>
              <p:cNvSpPr>
                <a:spLocks noEditPoints="1"/>
              </p:cNvSpPr>
              <p:nvPr userDrawn="1"/>
            </p:nvSpPr>
            <p:spPr bwMode="auto">
              <a:xfrm>
                <a:off x="-2522" y="1387"/>
                <a:ext cx="17" cy="18"/>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2" name="Freeform 805">
                <a:extLst>
                  <a:ext uri="{FF2B5EF4-FFF2-40B4-BE49-F238E27FC236}">
                    <a16:creationId xmlns:a16="http://schemas.microsoft.com/office/drawing/2014/main" id="{91D6DC72-0B82-46CA-BF8E-C3F7F678EB93}"/>
                  </a:ext>
                </a:extLst>
              </p:cNvPr>
              <p:cNvSpPr>
                <a:spLocks/>
              </p:cNvSpPr>
              <p:nvPr userDrawn="1"/>
            </p:nvSpPr>
            <p:spPr bwMode="auto">
              <a:xfrm>
                <a:off x="-2516" y="1405"/>
                <a:ext cx="14" cy="13"/>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3" name="Freeform 806">
                <a:extLst>
                  <a:ext uri="{FF2B5EF4-FFF2-40B4-BE49-F238E27FC236}">
                    <a16:creationId xmlns:a16="http://schemas.microsoft.com/office/drawing/2014/main" id="{A0559E40-7150-46F1-9378-1B72D76CCBEF}"/>
                  </a:ext>
                </a:extLst>
              </p:cNvPr>
              <p:cNvSpPr>
                <a:spLocks noEditPoints="1"/>
              </p:cNvSpPr>
              <p:nvPr userDrawn="1"/>
            </p:nvSpPr>
            <p:spPr bwMode="auto">
              <a:xfrm>
                <a:off x="-2503" y="1412"/>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4" name="Freeform 807">
                <a:extLst>
                  <a:ext uri="{FF2B5EF4-FFF2-40B4-BE49-F238E27FC236}">
                    <a16:creationId xmlns:a16="http://schemas.microsoft.com/office/drawing/2014/main" id="{43C08241-F76A-43C2-BACE-0FA12DE27866}"/>
                  </a:ext>
                </a:extLst>
              </p:cNvPr>
              <p:cNvSpPr>
                <a:spLocks noEditPoints="1"/>
              </p:cNvSpPr>
              <p:nvPr userDrawn="1"/>
            </p:nvSpPr>
            <p:spPr bwMode="auto">
              <a:xfrm>
                <a:off x="-2461" y="2018"/>
                <a:ext cx="97" cy="95"/>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745" name="Freeform 809">
              <a:extLst>
                <a:ext uri="{FF2B5EF4-FFF2-40B4-BE49-F238E27FC236}">
                  <a16:creationId xmlns:a16="http://schemas.microsoft.com/office/drawing/2014/main" id="{55AFEAE8-ED6A-4F66-BAA2-E3C6E88D9640}"/>
                </a:ext>
              </a:extLst>
            </p:cNvPr>
            <p:cNvSpPr>
              <a:spLocks noEditPoints="1"/>
            </p:cNvSpPr>
            <p:nvPr userDrawn="1"/>
          </p:nvSpPr>
          <p:spPr bwMode="auto">
            <a:xfrm>
              <a:off x="4895114" y="3832200"/>
              <a:ext cx="40138" cy="42146"/>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6" name="Freeform 810">
              <a:extLst>
                <a:ext uri="{FF2B5EF4-FFF2-40B4-BE49-F238E27FC236}">
                  <a16:creationId xmlns:a16="http://schemas.microsoft.com/office/drawing/2014/main" id="{12CC4DB3-0AA7-4197-AEBA-5FA1D75619AE}"/>
                </a:ext>
              </a:extLst>
            </p:cNvPr>
            <p:cNvSpPr>
              <a:spLocks/>
            </p:cNvSpPr>
            <p:nvPr userDrawn="1"/>
          </p:nvSpPr>
          <p:spPr bwMode="auto">
            <a:xfrm>
              <a:off x="4911169" y="3874345"/>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7" name="Freeform 811">
              <a:extLst>
                <a:ext uri="{FF2B5EF4-FFF2-40B4-BE49-F238E27FC236}">
                  <a16:creationId xmlns:a16="http://schemas.microsoft.com/office/drawing/2014/main" id="{65C24C49-62E4-4513-AC8F-2EEFEF0AA331}"/>
                </a:ext>
              </a:extLst>
            </p:cNvPr>
            <p:cNvSpPr>
              <a:spLocks noEditPoints="1"/>
            </p:cNvSpPr>
            <p:nvPr userDrawn="1"/>
          </p:nvSpPr>
          <p:spPr bwMode="auto">
            <a:xfrm>
              <a:off x="4943280" y="3892407"/>
              <a:ext cx="26091" cy="28097"/>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8" name="Freeform 812">
              <a:extLst>
                <a:ext uri="{FF2B5EF4-FFF2-40B4-BE49-F238E27FC236}">
                  <a16:creationId xmlns:a16="http://schemas.microsoft.com/office/drawing/2014/main" id="{21E414B8-6E71-40B6-AA10-CA29FCB6843E}"/>
                </a:ext>
              </a:extLst>
            </p:cNvPr>
            <p:cNvSpPr>
              <a:spLocks noEditPoints="1"/>
            </p:cNvSpPr>
            <p:nvPr userDrawn="1"/>
          </p:nvSpPr>
          <p:spPr bwMode="auto">
            <a:xfrm>
              <a:off x="4746602" y="2836771"/>
              <a:ext cx="164567" cy="162561"/>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9" name="Freeform 813">
              <a:extLst>
                <a:ext uri="{FF2B5EF4-FFF2-40B4-BE49-F238E27FC236}">
                  <a16:creationId xmlns:a16="http://schemas.microsoft.com/office/drawing/2014/main" id="{2A543E69-D479-4E73-9B73-C26CAFF0C399}"/>
                </a:ext>
              </a:extLst>
            </p:cNvPr>
            <p:cNvSpPr>
              <a:spLocks/>
            </p:cNvSpPr>
            <p:nvPr userDrawn="1"/>
          </p:nvSpPr>
          <p:spPr bwMode="auto">
            <a:xfrm>
              <a:off x="4838920" y="2997324"/>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0" name="Freeform 814">
              <a:extLst>
                <a:ext uri="{FF2B5EF4-FFF2-40B4-BE49-F238E27FC236}">
                  <a16:creationId xmlns:a16="http://schemas.microsoft.com/office/drawing/2014/main" id="{92E79D7F-2D7F-4113-91B8-6310D5A700BD}"/>
                </a:ext>
              </a:extLst>
            </p:cNvPr>
            <p:cNvSpPr>
              <a:spLocks/>
            </p:cNvSpPr>
            <p:nvPr userDrawn="1"/>
          </p:nvSpPr>
          <p:spPr bwMode="auto">
            <a:xfrm>
              <a:off x="4852968" y="3033449"/>
              <a:ext cx="26091" cy="26090"/>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1" name="Freeform 815">
              <a:extLst>
                <a:ext uri="{FF2B5EF4-FFF2-40B4-BE49-F238E27FC236}">
                  <a16:creationId xmlns:a16="http://schemas.microsoft.com/office/drawing/2014/main" id="{254B6641-569A-441B-9F12-8621A4B9D342}"/>
                </a:ext>
              </a:extLst>
            </p:cNvPr>
            <p:cNvSpPr>
              <a:spLocks noEditPoints="1"/>
            </p:cNvSpPr>
            <p:nvPr userDrawn="1"/>
          </p:nvSpPr>
          <p:spPr bwMode="auto">
            <a:xfrm>
              <a:off x="4879058" y="304749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2" name="Freeform 816">
              <a:extLst>
                <a:ext uri="{FF2B5EF4-FFF2-40B4-BE49-F238E27FC236}">
                  <a16:creationId xmlns:a16="http://schemas.microsoft.com/office/drawing/2014/main" id="{142B4A4B-EFC1-4154-80FC-73725D3FA69F}"/>
                </a:ext>
              </a:extLst>
            </p:cNvPr>
            <p:cNvSpPr>
              <a:spLocks noEditPoints="1"/>
            </p:cNvSpPr>
            <p:nvPr userDrawn="1"/>
          </p:nvSpPr>
          <p:spPr bwMode="auto">
            <a:xfrm>
              <a:off x="4343212" y="3053518"/>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3" name="Freeform 817">
              <a:extLst>
                <a:ext uri="{FF2B5EF4-FFF2-40B4-BE49-F238E27FC236}">
                  <a16:creationId xmlns:a16="http://schemas.microsoft.com/office/drawing/2014/main" id="{1B3FCF33-1A62-4BF9-A292-5392B0E89B04}"/>
                </a:ext>
              </a:extLst>
            </p:cNvPr>
            <p:cNvSpPr>
              <a:spLocks noEditPoints="1"/>
            </p:cNvSpPr>
            <p:nvPr userDrawn="1"/>
          </p:nvSpPr>
          <p:spPr bwMode="auto">
            <a:xfrm>
              <a:off x="4507779" y="3191994"/>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4" name="Freeform 818">
              <a:extLst>
                <a:ext uri="{FF2B5EF4-FFF2-40B4-BE49-F238E27FC236}">
                  <a16:creationId xmlns:a16="http://schemas.microsoft.com/office/drawing/2014/main" id="{BE69A2FC-CAC1-4561-993E-6307C0C4A1E1}"/>
                </a:ext>
              </a:extLst>
            </p:cNvPr>
            <p:cNvSpPr>
              <a:spLocks noEditPoints="1"/>
            </p:cNvSpPr>
            <p:nvPr userDrawn="1"/>
          </p:nvSpPr>
          <p:spPr bwMode="auto">
            <a:xfrm>
              <a:off x="4543903" y="3218085"/>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6 w 20"/>
                <a:gd name="T43" fmla="*/ 18 h 20"/>
                <a:gd name="T44" fmla="*/ 20 w 20"/>
                <a:gd name="T45" fmla="*/ 10 h 20"/>
                <a:gd name="T46" fmla="*/ 18 w 20"/>
                <a:gd name="T47" fmla="*/ 4 h 20"/>
                <a:gd name="T48" fmla="*/ 18 w 20"/>
                <a:gd name="T49" fmla="*/ 4 h 20"/>
                <a:gd name="T50" fmla="*/ 10 w 20"/>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5" name="Freeform 819">
              <a:extLst>
                <a:ext uri="{FF2B5EF4-FFF2-40B4-BE49-F238E27FC236}">
                  <a16:creationId xmlns:a16="http://schemas.microsoft.com/office/drawing/2014/main" id="{133969FE-2F89-4EBF-898F-E98DEBA55F6A}"/>
                </a:ext>
              </a:extLst>
            </p:cNvPr>
            <p:cNvSpPr>
              <a:spLocks noEditPoints="1"/>
            </p:cNvSpPr>
            <p:nvPr userDrawn="1"/>
          </p:nvSpPr>
          <p:spPr bwMode="auto">
            <a:xfrm>
              <a:off x="4576014" y="3216077"/>
              <a:ext cx="28097" cy="26090"/>
            </a:xfrm>
            <a:custGeom>
              <a:avLst/>
              <a:gdLst>
                <a:gd name="T0" fmla="*/ 7 w 18"/>
                <a:gd name="T1" fmla="*/ 11 h 18"/>
                <a:gd name="T2" fmla="*/ 6 w 18"/>
                <a:gd name="T3" fmla="*/ 9 h 18"/>
                <a:gd name="T4" fmla="*/ 7 w 18"/>
                <a:gd name="T5" fmla="*/ 7 h 18"/>
                <a:gd name="T6" fmla="*/ 9 w 18"/>
                <a:gd name="T7" fmla="*/ 6 h 18"/>
                <a:gd name="T8" fmla="*/ 11 w 18"/>
                <a:gd name="T9" fmla="*/ 8 h 18"/>
                <a:gd name="T10" fmla="*/ 11 w 18"/>
                <a:gd name="T11" fmla="*/ 8 h 18"/>
                <a:gd name="T12" fmla="*/ 12 w 18"/>
                <a:gd name="T13" fmla="*/ 9 h 18"/>
                <a:gd name="T14" fmla="*/ 11 w 18"/>
                <a:gd name="T15" fmla="*/ 11 h 18"/>
                <a:gd name="T16" fmla="*/ 9 w 18"/>
                <a:gd name="T17" fmla="*/ 12 h 18"/>
                <a:gd name="T18" fmla="*/ 7 w 18"/>
                <a:gd name="T19" fmla="*/ 11 h 18"/>
                <a:gd name="T20" fmla="*/ 7 w 18"/>
                <a:gd name="T21" fmla="*/ 11 h 18"/>
                <a:gd name="T22" fmla="*/ 9 w 18"/>
                <a:gd name="T23" fmla="*/ 0 h 18"/>
                <a:gd name="T24" fmla="*/ 9 w 18"/>
                <a:gd name="T25" fmla="*/ 0 h 18"/>
                <a:gd name="T26" fmla="*/ 9 w 18"/>
                <a:gd name="T27" fmla="*/ 0 h 18"/>
                <a:gd name="T28" fmla="*/ 4 w 18"/>
                <a:gd name="T29" fmla="*/ 2 h 18"/>
                <a:gd name="T30" fmla="*/ 0 w 18"/>
                <a:gd name="T31" fmla="*/ 9 h 18"/>
                <a:gd name="T32" fmla="*/ 2 w 18"/>
                <a:gd name="T33" fmla="*/ 14 h 18"/>
                <a:gd name="T34" fmla="*/ 2 w 18"/>
                <a:gd name="T35" fmla="*/ 14 h 18"/>
                <a:gd name="T36" fmla="*/ 9 w 18"/>
                <a:gd name="T37" fmla="*/ 18 h 18"/>
                <a:gd name="T38" fmla="*/ 9 w 18"/>
                <a:gd name="T39" fmla="*/ 18 h 18"/>
                <a:gd name="T40" fmla="*/ 14 w 18"/>
                <a:gd name="T41" fmla="*/ 16 h 18"/>
                <a:gd name="T42" fmla="*/ 14 w 18"/>
                <a:gd name="T43" fmla="*/ 16 h 18"/>
                <a:gd name="T44" fmla="*/ 18 w 18"/>
                <a:gd name="T45" fmla="*/ 9 h 18"/>
                <a:gd name="T46" fmla="*/ 16 w 18"/>
                <a:gd name="T47" fmla="*/ 4 h 18"/>
                <a:gd name="T48" fmla="*/ 14 w 18"/>
                <a:gd name="T49" fmla="*/ 6 h 18"/>
                <a:gd name="T50" fmla="*/ 16 w 18"/>
                <a:gd name="T51" fmla="*/ 4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7" y="11"/>
                  </a:move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moveTo>
                    <a:pt x="9" y="0"/>
                  </a:moveTo>
                  <a:cubicBezTo>
                    <a:pt x="9" y="0"/>
                    <a:pt x="9" y="0"/>
                    <a:pt x="9" y="0"/>
                  </a:cubicBezTo>
                  <a:cubicBezTo>
                    <a:pt x="9" y="0"/>
                    <a:pt x="9" y="0"/>
                    <a:pt x="9" y="0"/>
                  </a:cubicBezTo>
                  <a:cubicBezTo>
                    <a:pt x="7" y="0"/>
                    <a:pt x="5" y="1"/>
                    <a:pt x="4" y="2"/>
                  </a:cubicBezTo>
                  <a:cubicBezTo>
                    <a:pt x="2"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4" y="16"/>
                    <a:pt x="14" y="16"/>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6" name="Freeform 820">
              <a:extLst>
                <a:ext uri="{FF2B5EF4-FFF2-40B4-BE49-F238E27FC236}">
                  <a16:creationId xmlns:a16="http://schemas.microsoft.com/office/drawing/2014/main" id="{3F39F06C-5FB5-403C-A03A-D4BB85D0F3FD}"/>
                </a:ext>
              </a:extLst>
            </p:cNvPr>
            <p:cNvSpPr>
              <a:spLocks/>
            </p:cNvSpPr>
            <p:nvPr userDrawn="1"/>
          </p:nvSpPr>
          <p:spPr bwMode="auto">
            <a:xfrm>
              <a:off x="3014636" y="269227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7" name="Freeform 821">
              <a:extLst>
                <a:ext uri="{FF2B5EF4-FFF2-40B4-BE49-F238E27FC236}">
                  <a16:creationId xmlns:a16="http://schemas.microsoft.com/office/drawing/2014/main" id="{A34F6B0C-CD95-4572-85E5-F627335478DD}"/>
                </a:ext>
              </a:extLst>
            </p:cNvPr>
            <p:cNvSpPr>
              <a:spLocks noEditPoints="1"/>
            </p:cNvSpPr>
            <p:nvPr userDrawn="1"/>
          </p:nvSpPr>
          <p:spPr bwMode="auto">
            <a:xfrm>
              <a:off x="3068823" y="2963206"/>
              <a:ext cx="24083" cy="18063"/>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8" name="Freeform 822">
              <a:extLst>
                <a:ext uri="{FF2B5EF4-FFF2-40B4-BE49-F238E27FC236}">
                  <a16:creationId xmlns:a16="http://schemas.microsoft.com/office/drawing/2014/main" id="{5812FA7F-C127-4F7F-988B-386FF2D838E2}"/>
                </a:ext>
              </a:extLst>
            </p:cNvPr>
            <p:cNvSpPr>
              <a:spLocks noEditPoints="1"/>
            </p:cNvSpPr>
            <p:nvPr userDrawn="1"/>
          </p:nvSpPr>
          <p:spPr bwMode="auto">
            <a:xfrm>
              <a:off x="3307645" y="2939123"/>
              <a:ext cx="62215" cy="60207"/>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5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9" name="Freeform 823">
              <a:extLst>
                <a:ext uri="{FF2B5EF4-FFF2-40B4-BE49-F238E27FC236}">
                  <a16:creationId xmlns:a16="http://schemas.microsoft.com/office/drawing/2014/main" id="{C85B4319-AC6F-4228-9BB3-D00283E7727D}"/>
                </a:ext>
              </a:extLst>
            </p:cNvPr>
            <p:cNvSpPr>
              <a:spLocks noEditPoints="1"/>
            </p:cNvSpPr>
            <p:nvPr userDrawn="1"/>
          </p:nvSpPr>
          <p:spPr bwMode="auto">
            <a:xfrm>
              <a:off x="3369860" y="2987289"/>
              <a:ext cx="44152" cy="44152"/>
            </a:xfrm>
            <a:custGeom>
              <a:avLst/>
              <a:gdLst>
                <a:gd name="T0" fmla="*/ 27 w 30"/>
                <a:gd name="T1" fmla="*/ 6 h 30"/>
                <a:gd name="T2" fmla="*/ 27 w 30"/>
                <a:gd name="T3" fmla="*/ 6 h 30"/>
                <a:gd name="T4" fmla="*/ 27 w 30"/>
                <a:gd name="T5" fmla="*/ 6 h 30"/>
                <a:gd name="T6" fmla="*/ 27 w 30"/>
                <a:gd name="T7" fmla="*/ 6 h 30"/>
                <a:gd name="T8" fmla="*/ 15 w 30"/>
                <a:gd name="T9" fmla="*/ 0 h 30"/>
                <a:gd name="T10" fmla="*/ 15 w 30"/>
                <a:gd name="T11" fmla="*/ 0 h 30"/>
                <a:gd name="T12" fmla="*/ 6 w 30"/>
                <a:gd name="T13" fmla="*/ 3 h 30"/>
                <a:gd name="T14" fmla="*/ 6 w 30"/>
                <a:gd name="T15" fmla="*/ 3 h 30"/>
                <a:gd name="T16" fmla="*/ 0 w 30"/>
                <a:gd name="T17" fmla="*/ 15 h 30"/>
                <a:gd name="T18" fmla="*/ 3 w 30"/>
                <a:gd name="T19" fmla="*/ 24 h 30"/>
                <a:gd name="T20" fmla="*/ 3 w 30"/>
                <a:gd name="T21" fmla="*/ 24 h 30"/>
                <a:gd name="T22" fmla="*/ 15 w 30"/>
                <a:gd name="T23" fmla="*/ 30 h 30"/>
                <a:gd name="T24" fmla="*/ 15 w 30"/>
                <a:gd name="T25" fmla="*/ 30 h 30"/>
                <a:gd name="T26" fmla="*/ 24 w 30"/>
                <a:gd name="T27" fmla="*/ 27 h 30"/>
                <a:gd name="T28" fmla="*/ 24 w 30"/>
                <a:gd name="T29" fmla="*/ 27 h 30"/>
                <a:gd name="T30" fmla="*/ 24 w 30"/>
                <a:gd name="T31" fmla="*/ 27 h 30"/>
                <a:gd name="T32" fmla="*/ 30 w 30"/>
                <a:gd name="T33" fmla="*/ 15 h 30"/>
                <a:gd name="T34" fmla="*/ 27 w 30"/>
                <a:gd name="T35" fmla="*/ 6 h 30"/>
                <a:gd name="T36" fmla="*/ 25 w 30"/>
                <a:gd name="T37" fmla="*/ 7 h 30"/>
                <a:gd name="T38" fmla="*/ 22 w 30"/>
                <a:gd name="T39" fmla="*/ 9 h 30"/>
                <a:gd name="T40" fmla="*/ 24 w 30"/>
                <a:gd name="T41" fmla="*/ 15 h 30"/>
                <a:gd name="T42" fmla="*/ 21 w 30"/>
                <a:gd name="T43" fmla="*/ 22 h 30"/>
                <a:gd name="T44" fmla="*/ 21 w 30"/>
                <a:gd name="T45" fmla="*/ 22 h 30"/>
                <a:gd name="T46" fmla="*/ 15 w 30"/>
                <a:gd name="T47" fmla="*/ 24 h 30"/>
                <a:gd name="T48" fmla="*/ 7 w 30"/>
                <a:gd name="T49" fmla="*/ 20 h 30"/>
                <a:gd name="T50" fmla="*/ 7 w 30"/>
                <a:gd name="T51" fmla="*/ 20 h 30"/>
                <a:gd name="T52" fmla="*/ 6 w 30"/>
                <a:gd name="T53" fmla="*/ 15 h 30"/>
                <a:gd name="T54" fmla="*/ 9 w 30"/>
                <a:gd name="T55" fmla="*/ 7 h 30"/>
                <a:gd name="T56" fmla="*/ 9 w 30"/>
                <a:gd name="T57" fmla="*/ 7 h 30"/>
                <a:gd name="T58" fmla="*/ 15 w 30"/>
                <a:gd name="T59" fmla="*/ 6 h 30"/>
                <a:gd name="T60" fmla="*/ 22 w 30"/>
                <a:gd name="T61" fmla="*/ 9 h 30"/>
                <a:gd name="T62" fmla="*/ 22 w 30"/>
                <a:gd name="T63" fmla="*/ 9 h 30"/>
                <a:gd name="T64" fmla="*/ 25 w 30"/>
                <a:gd name="T65" fmla="*/ 7 h 30"/>
                <a:gd name="T66" fmla="*/ 27 w 30"/>
                <a:gd name="T67" fmla="*/ 6 h 30"/>
                <a:gd name="T68" fmla="*/ 27 w 30"/>
                <a:gd name="T69" fmla="*/ 6 h 30"/>
                <a:gd name="T70" fmla="*/ 27 w 30"/>
                <a:gd name="T71" fmla="*/ 6 h 30"/>
                <a:gd name="T72" fmla="*/ 15 w 30"/>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27" y="6"/>
                  </a:moveTo>
                  <a:cubicBezTo>
                    <a:pt x="27" y="6"/>
                    <a:pt x="27" y="6"/>
                    <a:pt x="27" y="6"/>
                  </a:cubicBezTo>
                  <a:cubicBezTo>
                    <a:pt x="27" y="6"/>
                    <a:pt x="27" y="6"/>
                    <a:pt x="27" y="6"/>
                  </a:cubicBezTo>
                  <a:cubicBezTo>
                    <a:pt x="27" y="6"/>
                    <a:pt x="27" y="6"/>
                    <a:pt x="27" y="6"/>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8"/>
                    <a:pt x="6" y="17"/>
                    <a:pt x="6" y="15"/>
                  </a:cubicBezTo>
                  <a:cubicBezTo>
                    <a:pt x="6" y="12"/>
                    <a:pt x="7" y="9"/>
                    <a:pt x="9" y="7"/>
                  </a:cubicBezTo>
                  <a:cubicBezTo>
                    <a:pt x="9" y="7"/>
                    <a:pt x="9" y="7"/>
                    <a:pt x="9" y="7"/>
                  </a:cubicBezTo>
                  <a:cubicBezTo>
                    <a:pt x="11" y="6"/>
                    <a:pt x="13" y="6"/>
                    <a:pt x="15" y="6"/>
                  </a:cubicBezTo>
                  <a:cubicBezTo>
                    <a:pt x="18" y="6"/>
                    <a:pt x="21" y="7"/>
                    <a:pt x="22" y="9"/>
                  </a:cubicBezTo>
                  <a:cubicBezTo>
                    <a:pt x="22" y="9"/>
                    <a:pt x="22" y="9"/>
                    <a:pt x="22" y="9"/>
                  </a:cubicBezTo>
                  <a:cubicBezTo>
                    <a:pt x="25" y="7"/>
                    <a:pt x="25" y="7"/>
                    <a:pt x="25" y="7"/>
                  </a:cubicBezTo>
                  <a:cubicBezTo>
                    <a:pt x="27" y="6"/>
                    <a:pt x="27" y="6"/>
                    <a:pt x="27" y="6"/>
                  </a:cubicBezTo>
                  <a:cubicBezTo>
                    <a:pt x="27" y="6"/>
                    <a:pt x="27" y="6"/>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0" name="Freeform 824">
              <a:extLst>
                <a:ext uri="{FF2B5EF4-FFF2-40B4-BE49-F238E27FC236}">
                  <a16:creationId xmlns:a16="http://schemas.microsoft.com/office/drawing/2014/main" id="{B65C2D36-E9D0-4229-92A2-544E1306967E}"/>
                </a:ext>
              </a:extLst>
            </p:cNvPr>
            <p:cNvSpPr>
              <a:spLocks noEditPoints="1"/>
            </p:cNvSpPr>
            <p:nvPr userDrawn="1"/>
          </p:nvSpPr>
          <p:spPr bwMode="auto">
            <a:xfrm>
              <a:off x="3428060" y="2981269"/>
              <a:ext cx="38132" cy="38132"/>
            </a:xfrm>
            <a:custGeom>
              <a:avLst/>
              <a:gdLst>
                <a:gd name="T0" fmla="*/ 3 w 26"/>
                <a:gd name="T1" fmla="*/ 20 h 25"/>
                <a:gd name="T2" fmla="*/ 3 w 26"/>
                <a:gd name="T3" fmla="*/ 20 h 25"/>
                <a:gd name="T4" fmla="*/ 3 w 26"/>
                <a:gd name="T5" fmla="*/ 20 h 25"/>
                <a:gd name="T6" fmla="*/ 3 w 26"/>
                <a:gd name="T7" fmla="*/ 20 h 25"/>
                <a:gd name="T8" fmla="*/ 19 w 26"/>
                <a:gd name="T9" fmla="*/ 8 h 25"/>
                <a:gd name="T10" fmla="*/ 21 w 26"/>
                <a:gd name="T11" fmla="*/ 6 h 25"/>
                <a:gd name="T12" fmla="*/ 24 w 26"/>
                <a:gd name="T13" fmla="*/ 5 h 25"/>
                <a:gd name="T14" fmla="*/ 21 w 26"/>
                <a:gd name="T15" fmla="*/ 6 h 25"/>
                <a:gd name="T16" fmla="*/ 19 w 26"/>
                <a:gd name="T17" fmla="*/ 8 h 25"/>
                <a:gd name="T18" fmla="*/ 20 w 26"/>
                <a:gd name="T19" fmla="*/ 12 h 25"/>
                <a:gd name="T20" fmla="*/ 18 w 26"/>
                <a:gd name="T21" fmla="*/ 18 h 25"/>
                <a:gd name="T22" fmla="*/ 18 w 26"/>
                <a:gd name="T23" fmla="*/ 18 h 25"/>
                <a:gd name="T24" fmla="*/ 13 w 26"/>
                <a:gd name="T25" fmla="*/ 19 h 25"/>
                <a:gd name="T26" fmla="*/ 8 w 26"/>
                <a:gd name="T27" fmla="*/ 16 h 25"/>
                <a:gd name="T28" fmla="*/ 8 w 26"/>
                <a:gd name="T29" fmla="*/ 16 h 25"/>
                <a:gd name="T30" fmla="*/ 6 w 26"/>
                <a:gd name="T31" fmla="*/ 12 h 25"/>
                <a:gd name="T32" fmla="*/ 9 w 26"/>
                <a:gd name="T33" fmla="*/ 7 h 25"/>
                <a:gd name="T34" fmla="*/ 9 w 26"/>
                <a:gd name="T35" fmla="*/ 7 h 25"/>
                <a:gd name="T36" fmla="*/ 9 w 26"/>
                <a:gd name="T37" fmla="*/ 7 h 25"/>
                <a:gd name="T38" fmla="*/ 13 w 26"/>
                <a:gd name="T39" fmla="*/ 6 h 25"/>
                <a:gd name="T40" fmla="*/ 19 w 26"/>
                <a:gd name="T41" fmla="*/ 8 h 25"/>
                <a:gd name="T42" fmla="*/ 13 w 26"/>
                <a:gd name="T43" fmla="*/ 0 h 25"/>
                <a:gd name="T44" fmla="*/ 13 w 26"/>
                <a:gd name="T45" fmla="*/ 0 h 25"/>
                <a:gd name="T46" fmla="*/ 13 w 26"/>
                <a:gd name="T47" fmla="*/ 0 h 25"/>
                <a:gd name="T48" fmla="*/ 6 w 26"/>
                <a:gd name="T49" fmla="*/ 2 h 25"/>
                <a:gd name="T50" fmla="*/ 6 w 26"/>
                <a:gd name="T51" fmla="*/ 2 h 25"/>
                <a:gd name="T52" fmla="*/ 0 w 26"/>
                <a:gd name="T53" fmla="*/ 12 h 25"/>
                <a:gd name="T54" fmla="*/ 3 w 26"/>
                <a:gd name="T55" fmla="*/ 20 h 25"/>
                <a:gd name="T56" fmla="*/ 3 w 26"/>
                <a:gd name="T57" fmla="*/ 20 h 25"/>
                <a:gd name="T58" fmla="*/ 13 w 26"/>
                <a:gd name="T59" fmla="*/ 25 h 25"/>
                <a:gd name="T60" fmla="*/ 13 w 26"/>
                <a:gd name="T61" fmla="*/ 25 h 25"/>
                <a:gd name="T62" fmla="*/ 21 w 26"/>
                <a:gd name="T63" fmla="*/ 23 h 25"/>
                <a:gd name="T64" fmla="*/ 21 w 26"/>
                <a:gd name="T65" fmla="*/ 23 h 25"/>
                <a:gd name="T66" fmla="*/ 26 w 26"/>
                <a:gd name="T67" fmla="*/ 12 h 25"/>
                <a:gd name="T68" fmla="*/ 24 w 26"/>
                <a:gd name="T69" fmla="*/ 5 h 25"/>
                <a:gd name="T70" fmla="*/ 24 w 26"/>
                <a:gd name="T71" fmla="*/ 5 h 25"/>
                <a:gd name="T72" fmla="*/ 13 w 26"/>
                <a:gd name="T7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25">
                  <a:moveTo>
                    <a:pt x="3" y="20"/>
                  </a:moveTo>
                  <a:cubicBezTo>
                    <a:pt x="3" y="20"/>
                    <a:pt x="3" y="20"/>
                    <a:pt x="3" y="20"/>
                  </a:cubicBezTo>
                  <a:cubicBezTo>
                    <a:pt x="3" y="20"/>
                    <a:pt x="3" y="20"/>
                    <a:pt x="3" y="20"/>
                  </a:cubicBezTo>
                  <a:cubicBezTo>
                    <a:pt x="3" y="20"/>
                    <a:pt x="3" y="20"/>
                    <a:pt x="3" y="20"/>
                  </a:cubicBezTo>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1" name="Freeform 825">
              <a:extLst>
                <a:ext uri="{FF2B5EF4-FFF2-40B4-BE49-F238E27FC236}">
                  <a16:creationId xmlns:a16="http://schemas.microsoft.com/office/drawing/2014/main" id="{A96E5D8C-3DDA-4EBA-A0BF-DDA1275C94AF}"/>
                </a:ext>
              </a:extLst>
            </p:cNvPr>
            <p:cNvSpPr>
              <a:spLocks/>
            </p:cNvSpPr>
            <p:nvPr userDrawn="1"/>
          </p:nvSpPr>
          <p:spPr bwMode="auto">
            <a:xfrm>
              <a:off x="4224805" y="2373174"/>
              <a:ext cx="168581" cy="154533"/>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2" name="Freeform 826">
              <a:extLst>
                <a:ext uri="{FF2B5EF4-FFF2-40B4-BE49-F238E27FC236}">
                  <a16:creationId xmlns:a16="http://schemas.microsoft.com/office/drawing/2014/main" id="{A35785DE-1346-4F09-8CA8-5251B4FD95CE}"/>
                </a:ext>
              </a:extLst>
            </p:cNvPr>
            <p:cNvSpPr>
              <a:spLocks noEditPoints="1"/>
            </p:cNvSpPr>
            <p:nvPr userDrawn="1"/>
          </p:nvSpPr>
          <p:spPr bwMode="auto">
            <a:xfrm>
              <a:off x="4206742" y="2375181"/>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3" name="Freeform 827">
              <a:extLst>
                <a:ext uri="{FF2B5EF4-FFF2-40B4-BE49-F238E27FC236}">
                  <a16:creationId xmlns:a16="http://schemas.microsoft.com/office/drawing/2014/main" id="{8574A5CD-09B1-4F32-B6DF-498DD950BF1B}"/>
                </a:ext>
              </a:extLst>
            </p:cNvPr>
            <p:cNvSpPr>
              <a:spLocks noEditPoints="1"/>
            </p:cNvSpPr>
            <p:nvPr userDrawn="1"/>
          </p:nvSpPr>
          <p:spPr bwMode="auto">
            <a:xfrm>
              <a:off x="4182659" y="2359126"/>
              <a:ext cx="28097" cy="28097"/>
            </a:xfrm>
            <a:custGeom>
              <a:avLst/>
              <a:gdLst>
                <a:gd name="T0" fmla="*/ 9 w 19"/>
                <a:gd name="T1" fmla="*/ 12 h 18"/>
                <a:gd name="T2" fmla="*/ 8 w 19"/>
                <a:gd name="T3" fmla="*/ 12 h 18"/>
                <a:gd name="T4" fmla="*/ 9 w 19"/>
                <a:gd name="T5" fmla="*/ 12 h 18"/>
                <a:gd name="T6" fmla="*/ 9 w 19"/>
                <a:gd name="T7" fmla="*/ 0 h 18"/>
                <a:gd name="T8" fmla="*/ 4 w 19"/>
                <a:gd name="T9" fmla="*/ 2 h 18"/>
                <a:gd name="T10" fmla="*/ 1 w 19"/>
                <a:gd name="T11" fmla="*/ 6 h 18"/>
                <a:gd name="T12" fmla="*/ 1 w 19"/>
                <a:gd name="T13" fmla="*/ 6 h 18"/>
                <a:gd name="T14" fmla="*/ 0 w 19"/>
                <a:gd name="T15" fmla="*/ 9 h 18"/>
                <a:gd name="T16" fmla="*/ 7 w 19"/>
                <a:gd name="T17" fmla="*/ 17 h 18"/>
                <a:gd name="T18" fmla="*/ 7 w 19"/>
                <a:gd name="T19" fmla="*/ 17 h 18"/>
                <a:gd name="T20" fmla="*/ 10 w 19"/>
                <a:gd name="T21" fmla="*/ 18 h 18"/>
                <a:gd name="T22" fmla="*/ 15 w 19"/>
                <a:gd name="T23" fmla="*/ 16 h 18"/>
                <a:gd name="T24" fmla="*/ 18 w 19"/>
                <a:gd name="T25" fmla="*/ 12 h 18"/>
                <a:gd name="T26" fmla="*/ 19 w 19"/>
                <a:gd name="T27" fmla="*/ 9 h 18"/>
                <a:gd name="T28" fmla="*/ 13 w 19"/>
                <a:gd name="T29" fmla="*/ 1 h 18"/>
                <a:gd name="T30" fmla="*/ 12 w 19"/>
                <a:gd name="T31" fmla="*/ 4 h 18"/>
                <a:gd name="T32" fmla="*/ 11 w 19"/>
                <a:gd name="T33" fmla="*/ 6 h 18"/>
                <a:gd name="T34" fmla="*/ 13 w 19"/>
                <a:gd name="T35" fmla="*/ 9 h 18"/>
                <a:gd name="T36" fmla="*/ 13 w 19"/>
                <a:gd name="T37" fmla="*/ 10 h 18"/>
                <a:gd name="T38" fmla="*/ 12 w 19"/>
                <a:gd name="T39" fmla="*/ 11 h 18"/>
                <a:gd name="T40" fmla="*/ 10 w 19"/>
                <a:gd name="T41" fmla="*/ 12 h 18"/>
                <a:gd name="T42" fmla="*/ 10 w 19"/>
                <a:gd name="T43" fmla="*/ 12 h 18"/>
                <a:gd name="T44" fmla="*/ 9 w 19"/>
                <a:gd name="T45" fmla="*/ 12 h 18"/>
                <a:gd name="T46" fmla="*/ 8 w 19"/>
                <a:gd name="T47" fmla="*/ 12 h 18"/>
                <a:gd name="T48" fmla="*/ 6 w 19"/>
                <a:gd name="T49" fmla="*/ 9 h 18"/>
                <a:gd name="T50" fmla="*/ 6 w 19"/>
                <a:gd name="T51" fmla="*/ 8 h 18"/>
                <a:gd name="T52" fmla="*/ 6 w 19"/>
                <a:gd name="T53" fmla="*/ 8 h 18"/>
                <a:gd name="T54" fmla="*/ 7 w 19"/>
                <a:gd name="T55" fmla="*/ 7 h 18"/>
                <a:gd name="T56" fmla="*/ 9 w 19"/>
                <a:gd name="T57" fmla="*/ 6 h 18"/>
                <a:gd name="T58" fmla="*/ 9 w 19"/>
                <a:gd name="T59" fmla="*/ 6 h 18"/>
                <a:gd name="T60" fmla="*/ 11 w 19"/>
                <a:gd name="T61" fmla="*/ 6 h 18"/>
                <a:gd name="T62" fmla="*/ 12 w 19"/>
                <a:gd name="T63" fmla="*/ 4 h 18"/>
                <a:gd name="T64" fmla="*/ 13 w 19"/>
                <a:gd name="T65" fmla="*/ 1 h 18"/>
                <a:gd name="T66" fmla="*/ 9 w 19"/>
                <a:gd name="T6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8">
                  <a:moveTo>
                    <a:pt x="9" y="12"/>
                  </a:moveTo>
                  <a:cubicBezTo>
                    <a:pt x="9" y="12"/>
                    <a:pt x="9" y="12"/>
                    <a:pt x="8" y="12"/>
                  </a:cubicBezTo>
                  <a:cubicBezTo>
                    <a:pt x="9" y="12"/>
                    <a:pt x="9" y="12"/>
                    <a:pt x="9" y="12"/>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8" y="12"/>
                    <a:pt x="8" y="12"/>
                    <a:pt x="8"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4" name="Freeform 828">
              <a:extLst>
                <a:ext uri="{FF2B5EF4-FFF2-40B4-BE49-F238E27FC236}">
                  <a16:creationId xmlns:a16="http://schemas.microsoft.com/office/drawing/2014/main" id="{A8E9D63B-11DF-482C-B981-DCBD82AE1AD8}"/>
                </a:ext>
              </a:extLst>
            </p:cNvPr>
            <p:cNvSpPr>
              <a:spLocks noEditPoints="1"/>
            </p:cNvSpPr>
            <p:nvPr userDrawn="1"/>
          </p:nvSpPr>
          <p:spPr bwMode="auto">
            <a:xfrm>
              <a:off x="4178645" y="2335043"/>
              <a:ext cx="24083" cy="24083"/>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8 w 16"/>
                <a:gd name="T35" fmla="*/ 0 h 15"/>
                <a:gd name="T36" fmla="*/ 4 w 16"/>
                <a:gd name="T37" fmla="*/ 1 h 15"/>
                <a:gd name="T38" fmla="*/ 1 w 16"/>
                <a:gd name="T39" fmla="*/ 5 h 15"/>
                <a:gd name="T40" fmla="*/ 0 w 16"/>
                <a:gd name="T41" fmla="*/ 7 h 15"/>
                <a:gd name="T42" fmla="*/ 6 w 16"/>
                <a:gd name="T43" fmla="*/ 15 h 15"/>
                <a:gd name="T44" fmla="*/ 6 w 16"/>
                <a:gd name="T45" fmla="*/ 15 h 15"/>
                <a:gd name="T46" fmla="*/ 9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5" name="Freeform 829">
              <a:extLst>
                <a:ext uri="{FF2B5EF4-FFF2-40B4-BE49-F238E27FC236}">
                  <a16:creationId xmlns:a16="http://schemas.microsoft.com/office/drawing/2014/main" id="{1D4CCE66-F9B6-4777-9DF2-72BCD4B3E5F1}"/>
                </a:ext>
              </a:extLst>
            </p:cNvPr>
            <p:cNvSpPr>
              <a:spLocks noEditPoints="1"/>
            </p:cNvSpPr>
            <p:nvPr userDrawn="1"/>
          </p:nvSpPr>
          <p:spPr bwMode="auto">
            <a:xfrm>
              <a:off x="4128473" y="2116289"/>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1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6" name="Freeform 830">
              <a:extLst>
                <a:ext uri="{FF2B5EF4-FFF2-40B4-BE49-F238E27FC236}">
                  <a16:creationId xmlns:a16="http://schemas.microsoft.com/office/drawing/2014/main" id="{60E33BD6-1251-4576-91AB-A95C0F8B4B8A}"/>
                </a:ext>
              </a:extLst>
            </p:cNvPr>
            <p:cNvSpPr>
              <a:spLocks noEditPoints="1"/>
            </p:cNvSpPr>
            <p:nvPr userDrawn="1"/>
          </p:nvSpPr>
          <p:spPr bwMode="auto">
            <a:xfrm>
              <a:off x="4122451" y="2242725"/>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9 w 22"/>
                <a:gd name="T19" fmla="*/ 15 h 22"/>
                <a:gd name="T20" fmla="*/ 6 w 22"/>
                <a:gd name="T21" fmla="*/ 11 h 22"/>
                <a:gd name="T22" fmla="*/ 6 w 22"/>
                <a:gd name="T23" fmla="*/ 9 h 22"/>
                <a:gd name="T24" fmla="*/ 6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9" y="15"/>
                    <a:pt x="9" y="15"/>
                    <a:pt x="9" y="15"/>
                  </a:cubicBezTo>
                  <a:cubicBezTo>
                    <a:pt x="7" y="14"/>
                    <a:pt x="6" y="13"/>
                    <a:pt x="6" y="11"/>
                  </a:cubicBezTo>
                  <a:cubicBezTo>
                    <a:pt x="6" y="10"/>
                    <a:pt x="6" y="9"/>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7" name="Freeform 831">
              <a:extLst>
                <a:ext uri="{FF2B5EF4-FFF2-40B4-BE49-F238E27FC236}">
                  <a16:creationId xmlns:a16="http://schemas.microsoft.com/office/drawing/2014/main" id="{01B65ACF-086A-40F2-9DFD-9A232CD03F9D}"/>
                </a:ext>
              </a:extLst>
            </p:cNvPr>
            <p:cNvSpPr>
              <a:spLocks noEditPoints="1"/>
            </p:cNvSpPr>
            <p:nvPr userDrawn="1"/>
          </p:nvSpPr>
          <p:spPr bwMode="auto">
            <a:xfrm>
              <a:off x="4106396" y="2268814"/>
              <a:ext cx="26091" cy="24083"/>
            </a:xfrm>
            <a:custGeom>
              <a:avLst/>
              <a:gdLst>
                <a:gd name="T0" fmla="*/ 6 w 17"/>
                <a:gd name="T1" fmla="*/ 7 h 17"/>
                <a:gd name="T2" fmla="*/ 8 w 17"/>
                <a:gd name="T3" fmla="*/ 6 h 17"/>
                <a:gd name="T4" fmla="*/ 9 w 17"/>
                <a:gd name="T5" fmla="*/ 6 h 17"/>
                <a:gd name="T6" fmla="*/ 10 w 17"/>
                <a:gd name="T7" fmla="*/ 6 h 17"/>
                <a:gd name="T8" fmla="*/ 11 w 17"/>
                <a:gd name="T9" fmla="*/ 9 h 17"/>
                <a:gd name="T10" fmla="*/ 11 w 17"/>
                <a:gd name="T11" fmla="*/ 10 h 17"/>
                <a:gd name="T12" fmla="*/ 8 w 17"/>
                <a:gd name="T13" fmla="*/ 11 h 17"/>
                <a:gd name="T14" fmla="*/ 7 w 17"/>
                <a:gd name="T15" fmla="*/ 11 h 17"/>
                <a:gd name="T16" fmla="*/ 7 w 17"/>
                <a:gd name="T17" fmla="*/ 11 h 17"/>
                <a:gd name="T18" fmla="*/ 6 w 17"/>
                <a:gd name="T19" fmla="*/ 9 h 17"/>
                <a:gd name="T20" fmla="*/ 6 w 17"/>
                <a:gd name="T21" fmla="*/ 7 h 17"/>
                <a:gd name="T22" fmla="*/ 6 w 17"/>
                <a:gd name="T23" fmla="*/ 7 h 17"/>
                <a:gd name="T24" fmla="*/ 8 w 17"/>
                <a:gd name="T25" fmla="*/ 0 h 17"/>
                <a:gd name="T26" fmla="*/ 0 w 17"/>
                <a:gd name="T27" fmla="*/ 5 h 17"/>
                <a:gd name="T28" fmla="*/ 3 w 17"/>
                <a:gd name="T29" fmla="*/ 6 h 17"/>
                <a:gd name="T30" fmla="*/ 0 w 17"/>
                <a:gd name="T31" fmla="*/ 5 h 17"/>
                <a:gd name="T32" fmla="*/ 0 w 17"/>
                <a:gd name="T33" fmla="*/ 9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9 h 17"/>
                <a:gd name="T48" fmla="*/ 12 w 17"/>
                <a:gd name="T49" fmla="*/ 1 h 17"/>
                <a:gd name="T50" fmla="*/ 12 w 17"/>
                <a:gd name="T51" fmla="*/ 1 h 17"/>
                <a:gd name="T52" fmla="*/ 8 w 17"/>
                <a:gd name="T53" fmla="*/ 0 h 17"/>
                <a:gd name="T54" fmla="*/ 8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7"/>
                    <a:pt x="7" y="6"/>
                    <a:pt x="8" y="6"/>
                  </a:cubicBezTo>
                  <a:cubicBezTo>
                    <a:pt x="9" y="6"/>
                    <a:pt x="9" y="6"/>
                    <a:pt x="9" y="6"/>
                  </a:cubicBezTo>
                  <a:cubicBezTo>
                    <a:pt x="10" y="6"/>
                    <a:pt x="10" y="6"/>
                    <a:pt x="10"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9"/>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8" name="Freeform 832">
              <a:extLst>
                <a:ext uri="{FF2B5EF4-FFF2-40B4-BE49-F238E27FC236}">
                  <a16:creationId xmlns:a16="http://schemas.microsoft.com/office/drawing/2014/main" id="{D4497AE0-74A8-43A7-9536-90DAB2FCB300}"/>
                </a:ext>
              </a:extLst>
            </p:cNvPr>
            <p:cNvSpPr>
              <a:spLocks noEditPoints="1"/>
            </p:cNvSpPr>
            <p:nvPr userDrawn="1"/>
          </p:nvSpPr>
          <p:spPr bwMode="auto">
            <a:xfrm>
              <a:off x="4080307" y="2270822"/>
              <a:ext cx="24083" cy="22077"/>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4 w 15"/>
                <a:gd name="T33" fmla="*/ 14 h 15"/>
                <a:gd name="T34" fmla="*/ 8 w 15"/>
                <a:gd name="T35" fmla="*/ 15 h 15"/>
                <a:gd name="T36" fmla="*/ 8 w 15"/>
                <a:gd name="T37" fmla="*/ 15 h 15"/>
                <a:gd name="T38" fmla="*/ 15 w 15"/>
                <a:gd name="T39" fmla="*/ 11 h 15"/>
                <a:gd name="T40" fmla="*/ 15 w 15"/>
                <a:gd name="T41" fmla="*/ 11 h 15"/>
                <a:gd name="T42" fmla="*/ 15 w 15"/>
                <a:gd name="T43" fmla="*/ 7 h 15"/>
                <a:gd name="T44" fmla="*/ 11 w 15"/>
                <a:gd name="T45" fmla="*/ 0 h 15"/>
                <a:gd name="T46" fmla="*/ 8 w 15"/>
                <a:gd name="T47" fmla="*/ 0 h 15"/>
                <a:gd name="T48" fmla="*/ 8 w 15"/>
                <a:gd name="T49" fmla="*/ 0 h 15"/>
                <a:gd name="T50" fmla="*/ 8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4" y="14"/>
                    <a:pt x="4" y="14"/>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9" name="Freeform 833">
              <a:extLst>
                <a:ext uri="{FF2B5EF4-FFF2-40B4-BE49-F238E27FC236}">
                  <a16:creationId xmlns:a16="http://schemas.microsoft.com/office/drawing/2014/main" id="{D6EFF8E4-5669-477E-BA28-1BEA235EFBF5}"/>
                </a:ext>
              </a:extLst>
            </p:cNvPr>
            <p:cNvSpPr>
              <a:spLocks noEditPoints="1"/>
            </p:cNvSpPr>
            <p:nvPr userDrawn="1"/>
          </p:nvSpPr>
          <p:spPr bwMode="auto">
            <a:xfrm>
              <a:off x="3381901" y="168480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49 h 99"/>
                <a:gd name="T16" fmla="*/ 11 w 101"/>
                <a:gd name="T17" fmla="*/ 30 h 99"/>
                <a:gd name="T18" fmla="*/ 8 w 101"/>
                <a:gd name="T19" fmla="*/ 29 h 99"/>
                <a:gd name="T20" fmla="*/ 11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49"/>
                  </a:cubicBezTo>
                  <a:cubicBezTo>
                    <a:pt x="6" y="43"/>
                    <a:pt x="7" y="36"/>
                    <a:pt x="11" y="30"/>
                  </a:cubicBezTo>
                  <a:cubicBezTo>
                    <a:pt x="8" y="29"/>
                    <a:pt x="8" y="29"/>
                    <a:pt x="8" y="29"/>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0" name="Freeform 834">
              <a:extLst>
                <a:ext uri="{FF2B5EF4-FFF2-40B4-BE49-F238E27FC236}">
                  <a16:creationId xmlns:a16="http://schemas.microsoft.com/office/drawing/2014/main" id="{38946117-CA4B-473E-BC48-A4AEF0EAC28B}"/>
                </a:ext>
              </a:extLst>
            </p:cNvPr>
            <p:cNvSpPr>
              <a:spLocks noEditPoints="1"/>
            </p:cNvSpPr>
            <p:nvPr userDrawn="1"/>
          </p:nvSpPr>
          <p:spPr bwMode="auto">
            <a:xfrm>
              <a:off x="3377887" y="1811238"/>
              <a:ext cx="34118" cy="32111"/>
            </a:xfrm>
            <a:custGeom>
              <a:avLst/>
              <a:gdLst>
                <a:gd name="T0" fmla="*/ 7 w 22"/>
                <a:gd name="T1" fmla="*/ 8 h 21"/>
                <a:gd name="T2" fmla="*/ 11 w 22"/>
                <a:gd name="T3" fmla="*/ 6 h 21"/>
                <a:gd name="T4" fmla="*/ 13 w 22"/>
                <a:gd name="T5" fmla="*/ 6 h 21"/>
                <a:gd name="T6" fmla="*/ 13 w 22"/>
                <a:gd name="T7" fmla="*/ 6 h 21"/>
                <a:gd name="T8" fmla="*/ 16 w 22"/>
                <a:gd name="T9" fmla="*/ 11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2 w 22"/>
                <a:gd name="T43" fmla="*/ 11 h 21"/>
                <a:gd name="T44" fmla="*/ 16 w 22"/>
                <a:gd name="T45" fmla="*/ 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1" name="Freeform 835">
              <a:extLst>
                <a:ext uri="{FF2B5EF4-FFF2-40B4-BE49-F238E27FC236}">
                  <a16:creationId xmlns:a16="http://schemas.microsoft.com/office/drawing/2014/main" id="{845CD28E-DA7C-4A67-8148-2119CBF85A59}"/>
                </a:ext>
              </a:extLst>
            </p:cNvPr>
            <p:cNvSpPr>
              <a:spLocks noEditPoints="1"/>
            </p:cNvSpPr>
            <p:nvPr userDrawn="1"/>
          </p:nvSpPr>
          <p:spPr bwMode="auto">
            <a:xfrm>
              <a:off x="3361832" y="1837329"/>
              <a:ext cx="26091" cy="26090"/>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11 w 17"/>
                <a:gd name="T11" fmla="*/ 9 h 17"/>
                <a:gd name="T12" fmla="*/ 8 w 17"/>
                <a:gd name="T13" fmla="*/ 11 h 17"/>
                <a:gd name="T14" fmla="*/ 7 w 17"/>
                <a:gd name="T15" fmla="*/ 10 h 17"/>
                <a:gd name="T16" fmla="*/ 7 w 17"/>
                <a:gd name="T17" fmla="*/ 10 h 17"/>
                <a:gd name="T18" fmla="*/ 6 w 17"/>
                <a:gd name="T19" fmla="*/ 8 h 17"/>
                <a:gd name="T20" fmla="*/ 6 w 17"/>
                <a:gd name="T21" fmla="*/ 7 h 17"/>
                <a:gd name="T22" fmla="*/ 6 w 17"/>
                <a:gd name="T23" fmla="*/ 7 h 17"/>
                <a:gd name="T24" fmla="*/ 1 w 17"/>
                <a:gd name="T25" fmla="*/ 4 h 17"/>
                <a:gd name="T26" fmla="*/ 1 w 17"/>
                <a:gd name="T27" fmla="*/ 4 h 17"/>
                <a:gd name="T28" fmla="*/ 1 w 17"/>
                <a:gd name="T29" fmla="*/ 4 h 17"/>
                <a:gd name="T30" fmla="*/ 1 w 17"/>
                <a:gd name="T31" fmla="*/ 4 h 17"/>
                <a:gd name="T32" fmla="*/ 8 w 17"/>
                <a:gd name="T33" fmla="*/ 0 h 17"/>
                <a:gd name="T34" fmla="*/ 1 w 17"/>
                <a:gd name="T35" fmla="*/ 4 h 17"/>
                <a:gd name="T36" fmla="*/ 1 w 17"/>
                <a:gd name="T37" fmla="*/ 4 h 17"/>
                <a:gd name="T38" fmla="*/ 0 w 17"/>
                <a:gd name="T39" fmla="*/ 8 h 17"/>
                <a:gd name="T40" fmla="*/ 5 w 17"/>
                <a:gd name="T41" fmla="*/ 16 h 17"/>
                <a:gd name="T42" fmla="*/ 5 w 17"/>
                <a:gd name="T43" fmla="*/ 16 h 17"/>
                <a:gd name="T44" fmla="*/ 8 w 17"/>
                <a:gd name="T45" fmla="*/ 17 h 17"/>
                <a:gd name="T46" fmla="*/ 8 w 17"/>
                <a:gd name="T47" fmla="*/ 17 h 17"/>
                <a:gd name="T48" fmla="*/ 16 w 17"/>
                <a:gd name="T49" fmla="*/ 12 h 17"/>
                <a:gd name="T50" fmla="*/ 16 w 17"/>
                <a:gd name="T51" fmla="*/ 12 h 17"/>
                <a:gd name="T52" fmla="*/ 17 w 17"/>
                <a:gd name="T53" fmla="*/ 8 h 17"/>
                <a:gd name="T54" fmla="*/ 12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6"/>
                    <a:pt x="7" y="6"/>
                    <a:pt x="8" y="6"/>
                  </a:cubicBezTo>
                  <a:cubicBezTo>
                    <a:pt x="9" y="6"/>
                    <a:pt x="9" y="6"/>
                    <a:pt x="10" y="6"/>
                  </a:cubicBezTo>
                  <a:cubicBezTo>
                    <a:pt x="11" y="6"/>
                    <a:pt x="11" y="7"/>
                    <a:pt x="11" y="8"/>
                  </a:cubicBezTo>
                  <a:cubicBezTo>
                    <a:pt x="11" y="8"/>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5"/>
                    <a:pt x="0" y="7"/>
                    <a:pt x="0" y="8"/>
                  </a:cubicBezTo>
                  <a:cubicBezTo>
                    <a:pt x="0" y="11"/>
                    <a:pt x="2" y="14"/>
                    <a:pt x="5" y="16"/>
                  </a:cubicBezTo>
                  <a:cubicBezTo>
                    <a:pt x="5" y="16"/>
                    <a:pt x="5" y="16"/>
                    <a:pt x="5" y="16"/>
                  </a:cubicBezTo>
                  <a:cubicBezTo>
                    <a:pt x="6" y="16"/>
                    <a:pt x="7"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2" name="Freeform 836">
              <a:extLst>
                <a:ext uri="{FF2B5EF4-FFF2-40B4-BE49-F238E27FC236}">
                  <a16:creationId xmlns:a16="http://schemas.microsoft.com/office/drawing/2014/main" id="{7638C2B2-50C8-4C25-A58A-CBEB9B7D93D5}"/>
                </a:ext>
              </a:extLst>
            </p:cNvPr>
            <p:cNvSpPr>
              <a:spLocks noEditPoints="1"/>
            </p:cNvSpPr>
            <p:nvPr userDrawn="1"/>
          </p:nvSpPr>
          <p:spPr bwMode="auto">
            <a:xfrm>
              <a:off x="3335742" y="1839335"/>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8 w 16"/>
                <a:gd name="T23" fmla="*/ 0 h 15"/>
                <a:gd name="T24" fmla="*/ 1 w 16"/>
                <a:gd name="T25" fmla="*/ 4 h 15"/>
                <a:gd name="T26" fmla="*/ 1 w 16"/>
                <a:gd name="T27" fmla="*/ 4 h 15"/>
                <a:gd name="T28" fmla="*/ 1 w 16"/>
                <a:gd name="T29" fmla="*/ 4 h 15"/>
                <a:gd name="T30" fmla="*/ 1 w 16"/>
                <a:gd name="T31" fmla="*/ 4 h 15"/>
                <a:gd name="T32" fmla="*/ 1 w 16"/>
                <a:gd name="T33" fmla="*/ 4 h 15"/>
                <a:gd name="T34" fmla="*/ 0 w 16"/>
                <a:gd name="T35" fmla="*/ 8 h 15"/>
                <a:gd name="T36" fmla="*/ 5 w 16"/>
                <a:gd name="T37" fmla="*/ 15 h 15"/>
                <a:gd name="T38" fmla="*/ 8 w 16"/>
                <a:gd name="T39" fmla="*/ 15 h 15"/>
                <a:gd name="T40" fmla="*/ 8 w 16"/>
                <a:gd name="T41" fmla="*/ 15 h 15"/>
                <a:gd name="T42" fmla="*/ 15 w 16"/>
                <a:gd name="T43" fmla="*/ 11 h 15"/>
                <a:gd name="T44" fmla="*/ 16 w 16"/>
                <a:gd name="T45" fmla="*/ 8 h 15"/>
                <a:gd name="T46" fmla="*/ 11 w 16"/>
                <a:gd name="T47" fmla="*/ 1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8" y="0"/>
                    <a:pt x="8" y="0"/>
                    <a:pt x="8" y="0"/>
                  </a:cubicBez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3" name="Freeform 837">
              <a:extLst>
                <a:ext uri="{FF2B5EF4-FFF2-40B4-BE49-F238E27FC236}">
                  <a16:creationId xmlns:a16="http://schemas.microsoft.com/office/drawing/2014/main" id="{BA7AA727-C415-4CD9-9907-D1F15B59A280}"/>
                </a:ext>
              </a:extLst>
            </p:cNvPr>
            <p:cNvSpPr>
              <a:spLocks noEditPoints="1"/>
            </p:cNvSpPr>
            <p:nvPr userDrawn="1"/>
          </p:nvSpPr>
          <p:spPr bwMode="auto">
            <a:xfrm>
              <a:off x="4616152" y="3485003"/>
              <a:ext cx="152525" cy="148512"/>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69" y="99"/>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4" name="Freeform 838">
              <a:extLst>
                <a:ext uri="{FF2B5EF4-FFF2-40B4-BE49-F238E27FC236}">
                  <a16:creationId xmlns:a16="http://schemas.microsoft.com/office/drawing/2014/main" id="{3DBF106C-E441-4D88-82AF-0DDBEE87C681}"/>
                </a:ext>
              </a:extLst>
            </p:cNvPr>
            <p:cNvSpPr>
              <a:spLocks noEditPoints="1"/>
            </p:cNvSpPr>
            <p:nvPr userDrawn="1"/>
          </p:nvSpPr>
          <p:spPr bwMode="auto">
            <a:xfrm>
              <a:off x="4612138" y="3609432"/>
              <a:ext cx="34118" cy="34118"/>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5" name="Freeform 839">
              <a:extLst>
                <a:ext uri="{FF2B5EF4-FFF2-40B4-BE49-F238E27FC236}">
                  <a16:creationId xmlns:a16="http://schemas.microsoft.com/office/drawing/2014/main" id="{401D6ABB-BCD0-4262-B207-006D8C660830}"/>
                </a:ext>
              </a:extLst>
            </p:cNvPr>
            <p:cNvSpPr>
              <a:spLocks noEditPoints="1"/>
            </p:cNvSpPr>
            <p:nvPr userDrawn="1"/>
          </p:nvSpPr>
          <p:spPr bwMode="auto">
            <a:xfrm>
              <a:off x="4596083" y="3635523"/>
              <a:ext cx="26091" cy="26090"/>
            </a:xfrm>
            <a:custGeom>
              <a:avLst/>
              <a:gdLst>
                <a:gd name="T0" fmla="*/ 6 w 17"/>
                <a:gd name="T1" fmla="*/ 7 h 17"/>
                <a:gd name="T2" fmla="*/ 8 w 17"/>
                <a:gd name="T3" fmla="*/ 6 h 17"/>
                <a:gd name="T4" fmla="*/ 9 w 17"/>
                <a:gd name="T5" fmla="*/ 6 h 17"/>
                <a:gd name="T6" fmla="*/ 9 w 17"/>
                <a:gd name="T7" fmla="*/ 6 h 17"/>
                <a:gd name="T8" fmla="*/ 11 w 17"/>
                <a:gd name="T9" fmla="*/ 9 h 17"/>
                <a:gd name="T10" fmla="*/ 11 w 17"/>
                <a:gd name="T11" fmla="*/ 10 h 17"/>
                <a:gd name="T12" fmla="*/ 8 w 17"/>
                <a:gd name="T13" fmla="*/ 11 h 17"/>
                <a:gd name="T14" fmla="*/ 7 w 17"/>
                <a:gd name="T15" fmla="*/ 11 h 17"/>
                <a:gd name="T16" fmla="*/ 6 w 17"/>
                <a:gd name="T17" fmla="*/ 9 h 17"/>
                <a:gd name="T18" fmla="*/ 6 w 17"/>
                <a:gd name="T19" fmla="*/ 7 h 17"/>
                <a:gd name="T20" fmla="*/ 6 w 17"/>
                <a:gd name="T21" fmla="*/ 7 h 17"/>
                <a:gd name="T22" fmla="*/ 8 w 17"/>
                <a:gd name="T23" fmla="*/ 0 h 17"/>
                <a:gd name="T24" fmla="*/ 0 w 17"/>
                <a:gd name="T25" fmla="*/ 5 h 17"/>
                <a:gd name="T26" fmla="*/ 3 w 17"/>
                <a:gd name="T27" fmla="*/ 6 h 17"/>
                <a:gd name="T28" fmla="*/ 0 w 17"/>
                <a:gd name="T29" fmla="*/ 5 h 17"/>
                <a:gd name="T30" fmla="*/ 0 w 17"/>
                <a:gd name="T31" fmla="*/ 9 h 17"/>
                <a:gd name="T32" fmla="*/ 4 w 17"/>
                <a:gd name="T33" fmla="*/ 16 h 17"/>
                <a:gd name="T34" fmla="*/ 8 w 17"/>
                <a:gd name="T35" fmla="*/ 17 h 17"/>
                <a:gd name="T36" fmla="*/ 8 w 17"/>
                <a:gd name="T37" fmla="*/ 17 h 17"/>
                <a:gd name="T38" fmla="*/ 8 w 17"/>
                <a:gd name="T39" fmla="*/ 17 h 17"/>
                <a:gd name="T40" fmla="*/ 16 w 17"/>
                <a:gd name="T41" fmla="*/ 12 h 17"/>
                <a:gd name="T42" fmla="*/ 17 w 17"/>
                <a:gd name="T43" fmla="*/ 9 h 17"/>
                <a:gd name="T44" fmla="*/ 12 w 17"/>
                <a:gd name="T45" fmla="*/ 1 h 17"/>
                <a:gd name="T46" fmla="*/ 12 w 17"/>
                <a:gd name="T47" fmla="*/ 1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6" name="Freeform 840">
              <a:extLst>
                <a:ext uri="{FF2B5EF4-FFF2-40B4-BE49-F238E27FC236}">
                  <a16:creationId xmlns:a16="http://schemas.microsoft.com/office/drawing/2014/main" id="{57E11A25-09D9-4843-943E-4830C36C5FFC}"/>
                </a:ext>
              </a:extLst>
            </p:cNvPr>
            <p:cNvSpPr>
              <a:spLocks noEditPoints="1"/>
            </p:cNvSpPr>
            <p:nvPr userDrawn="1"/>
          </p:nvSpPr>
          <p:spPr bwMode="auto">
            <a:xfrm>
              <a:off x="4569994" y="3639536"/>
              <a:ext cx="24083" cy="22077"/>
            </a:xfrm>
            <a:custGeom>
              <a:avLst/>
              <a:gdLst>
                <a:gd name="T0" fmla="*/ 8 w 16"/>
                <a:gd name="T1" fmla="*/ 9 h 15"/>
                <a:gd name="T2" fmla="*/ 7 w 16"/>
                <a:gd name="T3" fmla="*/ 9 h 15"/>
                <a:gd name="T4" fmla="*/ 6 w 16"/>
                <a:gd name="T5" fmla="*/ 7 h 15"/>
                <a:gd name="T6" fmla="*/ 6 w 16"/>
                <a:gd name="T7" fmla="*/ 7 h 15"/>
                <a:gd name="T8" fmla="*/ 4 w 16"/>
                <a:gd name="T9" fmla="*/ 5 h 15"/>
                <a:gd name="T10" fmla="*/ 6 w 16"/>
                <a:gd name="T11" fmla="*/ 7 h 15"/>
                <a:gd name="T12" fmla="*/ 8 w 16"/>
                <a:gd name="T13" fmla="*/ 6 h 15"/>
                <a:gd name="T14" fmla="*/ 9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8 w 16"/>
                <a:gd name="T35" fmla="*/ 15 h 15"/>
                <a:gd name="T36" fmla="*/ 15 w 16"/>
                <a:gd name="T37" fmla="*/ 11 h 15"/>
                <a:gd name="T38" fmla="*/ 15 w 16"/>
                <a:gd name="T39" fmla="*/ 11 h 15"/>
                <a:gd name="T40" fmla="*/ 16 w 16"/>
                <a:gd name="T41" fmla="*/ 7 h 15"/>
                <a:gd name="T42" fmla="*/ 11 w 16"/>
                <a:gd name="T43" fmla="*/ 1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6" y="15"/>
                    <a:pt x="7" y="15"/>
                    <a:pt x="8" y="15"/>
                  </a:cubicBezTo>
                  <a:cubicBezTo>
                    <a:pt x="11" y="15"/>
                    <a:pt x="13" y="13"/>
                    <a:pt x="15" y="11"/>
                  </a:cubicBezTo>
                  <a:cubicBezTo>
                    <a:pt x="15" y="11"/>
                    <a:pt x="15" y="11"/>
                    <a:pt x="15" y="11"/>
                  </a:cubicBezTo>
                  <a:cubicBezTo>
                    <a:pt x="15" y="10"/>
                    <a:pt x="16" y="8"/>
                    <a:pt x="16" y="7"/>
                  </a:cubicBezTo>
                  <a:cubicBezTo>
                    <a:pt x="16" y="4"/>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7" name="Freeform 841">
              <a:extLst>
                <a:ext uri="{FF2B5EF4-FFF2-40B4-BE49-F238E27FC236}">
                  <a16:creationId xmlns:a16="http://schemas.microsoft.com/office/drawing/2014/main" id="{3737AD6C-CA62-4C49-9DDC-A6EB521BC49F}"/>
                </a:ext>
              </a:extLst>
            </p:cNvPr>
            <p:cNvSpPr>
              <a:spLocks noEditPoints="1"/>
            </p:cNvSpPr>
            <p:nvPr userDrawn="1"/>
          </p:nvSpPr>
          <p:spPr bwMode="auto">
            <a:xfrm>
              <a:off x="4032141" y="3653584"/>
              <a:ext cx="152525" cy="148512"/>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8" name="Freeform 842">
              <a:extLst>
                <a:ext uri="{FF2B5EF4-FFF2-40B4-BE49-F238E27FC236}">
                  <a16:creationId xmlns:a16="http://schemas.microsoft.com/office/drawing/2014/main" id="{3650E23E-443A-4441-AD26-989D9F4C1369}"/>
                </a:ext>
              </a:extLst>
            </p:cNvPr>
            <p:cNvSpPr>
              <a:spLocks noEditPoints="1"/>
            </p:cNvSpPr>
            <p:nvPr userDrawn="1"/>
          </p:nvSpPr>
          <p:spPr bwMode="auto">
            <a:xfrm>
              <a:off x="4028127" y="3778013"/>
              <a:ext cx="34118" cy="34118"/>
            </a:xfrm>
            <a:custGeom>
              <a:avLst/>
              <a:gdLst>
                <a:gd name="T0" fmla="*/ 7 w 22"/>
                <a:gd name="T1" fmla="*/ 9 h 22"/>
                <a:gd name="T2" fmla="*/ 11 w 22"/>
                <a:gd name="T3" fmla="*/ 6 h 22"/>
                <a:gd name="T4" fmla="*/ 14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7" y="9"/>
                  </a:moveTo>
                  <a:cubicBezTo>
                    <a:pt x="8" y="7"/>
                    <a:pt x="9" y="6"/>
                    <a:pt x="11" y="6"/>
                  </a:cubicBezTo>
                  <a:cubicBezTo>
                    <a:pt x="12" y="6"/>
                    <a:pt x="13" y="6"/>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0"/>
                    <a:pt x="6" y="10"/>
                    <a:pt x="7" y="9"/>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9" name="Freeform 843">
              <a:extLst>
                <a:ext uri="{FF2B5EF4-FFF2-40B4-BE49-F238E27FC236}">
                  <a16:creationId xmlns:a16="http://schemas.microsoft.com/office/drawing/2014/main" id="{B9475DD7-ABD6-49DD-BFFC-CCC1734459FA}"/>
                </a:ext>
              </a:extLst>
            </p:cNvPr>
            <p:cNvSpPr>
              <a:spLocks noEditPoints="1"/>
            </p:cNvSpPr>
            <p:nvPr userDrawn="1"/>
          </p:nvSpPr>
          <p:spPr bwMode="auto">
            <a:xfrm>
              <a:off x="4012072" y="3804103"/>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16 w 17"/>
                <a:gd name="T39" fmla="*/ 13 h 17"/>
                <a:gd name="T40" fmla="*/ 17 w 17"/>
                <a:gd name="T41" fmla="*/ 9 h 17"/>
                <a:gd name="T42" fmla="*/ 12 w 17"/>
                <a:gd name="T43" fmla="*/ 1 h 17"/>
                <a:gd name="T44" fmla="*/ 12 w 17"/>
                <a:gd name="T45" fmla="*/ 1 h 17"/>
                <a:gd name="T46" fmla="*/ 9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0" name="Freeform 844">
              <a:extLst>
                <a:ext uri="{FF2B5EF4-FFF2-40B4-BE49-F238E27FC236}">
                  <a16:creationId xmlns:a16="http://schemas.microsoft.com/office/drawing/2014/main" id="{DF1AC788-5A18-4585-B159-347F5A17B5EC}"/>
                </a:ext>
              </a:extLst>
            </p:cNvPr>
            <p:cNvSpPr>
              <a:spLocks noEditPoints="1"/>
            </p:cNvSpPr>
            <p:nvPr userDrawn="1"/>
          </p:nvSpPr>
          <p:spPr bwMode="auto">
            <a:xfrm>
              <a:off x="3987989" y="3808117"/>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9 w 15"/>
                <a:gd name="T13" fmla="*/ 8 h 15"/>
                <a:gd name="T14" fmla="*/ 7 w 15"/>
                <a:gd name="T15" fmla="*/ 9 h 15"/>
                <a:gd name="T16" fmla="*/ 6 w 15"/>
                <a:gd name="T17" fmla="*/ 9 h 15"/>
                <a:gd name="T18" fmla="*/ 6 w 15"/>
                <a:gd name="T19" fmla="*/ 9 h 15"/>
                <a:gd name="T20" fmla="*/ 6 w 15"/>
                <a:gd name="T21" fmla="*/ 7 h 15"/>
                <a:gd name="T22" fmla="*/ 6 w 15"/>
                <a:gd name="T23" fmla="*/ 7 h 15"/>
                <a:gd name="T24" fmla="*/ 6 w 15"/>
                <a:gd name="T25" fmla="*/ 7 h 15"/>
                <a:gd name="T26" fmla="*/ 7 w 15"/>
                <a:gd name="T27" fmla="*/ 0 h 15"/>
                <a:gd name="T28" fmla="*/ 0 w 15"/>
                <a:gd name="T29" fmla="*/ 4 h 15"/>
                <a:gd name="T30" fmla="*/ 0 w 15"/>
                <a:gd name="T31" fmla="*/ 4 h 15"/>
                <a:gd name="T32" fmla="*/ 0 w 15"/>
                <a:gd name="T33" fmla="*/ 4 h 15"/>
                <a:gd name="T34" fmla="*/ 0 w 15"/>
                <a:gd name="T35" fmla="*/ 4 h 15"/>
                <a:gd name="T36" fmla="*/ 0 w 15"/>
                <a:gd name="T37" fmla="*/ 4 h 15"/>
                <a:gd name="T38" fmla="*/ 0 w 15"/>
                <a:gd name="T39" fmla="*/ 7 h 15"/>
                <a:gd name="T40" fmla="*/ 4 w 15"/>
                <a:gd name="T41" fmla="*/ 14 h 15"/>
                <a:gd name="T42" fmla="*/ 4 w 15"/>
                <a:gd name="T43" fmla="*/ 14 h 15"/>
                <a:gd name="T44" fmla="*/ 7 w 15"/>
                <a:gd name="T45" fmla="*/ 15 h 15"/>
                <a:gd name="T46" fmla="*/ 7 w 15"/>
                <a:gd name="T47" fmla="*/ 15 h 15"/>
                <a:gd name="T48" fmla="*/ 14 w 15"/>
                <a:gd name="T49" fmla="*/ 11 h 15"/>
                <a:gd name="T50" fmla="*/ 14 w 15"/>
                <a:gd name="T51" fmla="*/ 11 h 15"/>
                <a:gd name="T52" fmla="*/ 14 w 15"/>
                <a:gd name="T53" fmla="*/ 11 h 15"/>
                <a:gd name="T54" fmla="*/ 15 w 15"/>
                <a:gd name="T55" fmla="*/ 7 h 15"/>
                <a:gd name="T56" fmla="*/ 11 w 15"/>
                <a:gd name="T57" fmla="*/ 1 h 15"/>
                <a:gd name="T58" fmla="*/ 11 w 15"/>
                <a:gd name="T59" fmla="*/ 1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4"/>
                    <a:pt x="14" y="11"/>
                  </a:cubicBezTo>
                  <a:cubicBezTo>
                    <a:pt x="14" y="11"/>
                    <a:pt x="14" y="11"/>
                    <a:pt x="14" y="11"/>
                  </a:cubicBezTo>
                  <a:cubicBezTo>
                    <a:pt x="14" y="11"/>
                    <a:pt x="14" y="11"/>
                    <a:pt x="14" y="11"/>
                  </a:cubicBezTo>
                  <a:cubicBezTo>
                    <a:pt x="15" y="10"/>
                    <a:pt x="15" y="9"/>
                    <a:pt x="15" y="7"/>
                  </a:cubicBezTo>
                  <a:cubicBezTo>
                    <a:pt x="15" y="5"/>
                    <a:pt x="13" y="2"/>
                    <a:pt x="11" y="1"/>
                  </a:cubicBezTo>
                  <a:cubicBezTo>
                    <a:pt x="11" y="1"/>
                    <a:pt x="11" y="1"/>
                    <a:pt x="11" y="1"/>
                  </a:cubicBezTo>
                  <a:cubicBezTo>
                    <a:pt x="9" y="0"/>
                    <a:pt x="8"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1" name="Freeform 845">
              <a:extLst>
                <a:ext uri="{FF2B5EF4-FFF2-40B4-BE49-F238E27FC236}">
                  <a16:creationId xmlns:a16="http://schemas.microsoft.com/office/drawing/2014/main" id="{F2076C9E-F82F-4C1F-A9CB-17CCBCDE525D}"/>
                </a:ext>
              </a:extLst>
            </p:cNvPr>
            <p:cNvSpPr>
              <a:spLocks noEditPoints="1"/>
            </p:cNvSpPr>
            <p:nvPr userDrawn="1"/>
          </p:nvSpPr>
          <p:spPr bwMode="auto">
            <a:xfrm>
              <a:off x="5075736" y="3232132"/>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2" name="Freeform 846">
              <a:extLst>
                <a:ext uri="{FF2B5EF4-FFF2-40B4-BE49-F238E27FC236}">
                  <a16:creationId xmlns:a16="http://schemas.microsoft.com/office/drawing/2014/main" id="{A51B996A-D636-4CE7-97CA-F8BBB63490CD}"/>
                </a:ext>
              </a:extLst>
            </p:cNvPr>
            <p:cNvSpPr>
              <a:spLocks noEditPoints="1"/>
            </p:cNvSpPr>
            <p:nvPr userDrawn="1"/>
          </p:nvSpPr>
          <p:spPr bwMode="auto">
            <a:xfrm>
              <a:off x="5059680" y="3340506"/>
              <a:ext cx="32111" cy="32111"/>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3" name="Freeform 847">
              <a:extLst>
                <a:ext uri="{FF2B5EF4-FFF2-40B4-BE49-F238E27FC236}">
                  <a16:creationId xmlns:a16="http://schemas.microsoft.com/office/drawing/2014/main" id="{D9D438CA-8E6A-437F-B516-9731F42EACE9}"/>
                </a:ext>
              </a:extLst>
            </p:cNvPr>
            <p:cNvSpPr>
              <a:spLocks noEditPoints="1"/>
            </p:cNvSpPr>
            <p:nvPr userDrawn="1"/>
          </p:nvSpPr>
          <p:spPr bwMode="auto">
            <a:xfrm>
              <a:off x="5041618" y="3360575"/>
              <a:ext cx="24083" cy="26090"/>
            </a:xfrm>
            <a:custGeom>
              <a:avLst/>
              <a:gdLst>
                <a:gd name="T0" fmla="*/ 8 w 16"/>
                <a:gd name="T1" fmla="*/ 11 h 17"/>
                <a:gd name="T2" fmla="*/ 7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6 h 17"/>
                <a:gd name="T18" fmla="*/ 10 w 16"/>
                <a:gd name="T19" fmla="*/ 8 h 17"/>
                <a:gd name="T20" fmla="*/ 10 w 16"/>
                <a:gd name="T21" fmla="*/ 10 h 17"/>
                <a:gd name="T22" fmla="*/ 8 w 16"/>
                <a:gd name="T23" fmla="*/ 11 h 17"/>
                <a:gd name="T24" fmla="*/ 8 w 16"/>
                <a:gd name="T25" fmla="*/ 0 h 17"/>
                <a:gd name="T26" fmla="*/ 8 w 16"/>
                <a:gd name="T27" fmla="*/ 0 h 17"/>
                <a:gd name="T28" fmla="*/ 8 w 16"/>
                <a:gd name="T29" fmla="*/ 0 h 17"/>
                <a:gd name="T30" fmla="*/ 1 w 16"/>
                <a:gd name="T31" fmla="*/ 3 h 17"/>
                <a:gd name="T32" fmla="*/ 1 w 16"/>
                <a:gd name="T33" fmla="*/ 3 h 17"/>
                <a:gd name="T34" fmla="*/ 0 w 16"/>
                <a:gd name="T35" fmla="*/ 8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13 w 16"/>
                <a:gd name="T51" fmla="*/ 2 h 17"/>
                <a:gd name="T52" fmla="*/ 8 w 16"/>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7">
                  <a:moveTo>
                    <a:pt x="8" y="11"/>
                  </a:moveTo>
                  <a:cubicBezTo>
                    <a:pt x="8" y="11"/>
                    <a:pt x="7" y="10"/>
                    <a:pt x="7" y="10"/>
                  </a:cubicBez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6"/>
                  </a:cubicBezTo>
                  <a:cubicBezTo>
                    <a:pt x="10" y="6"/>
                    <a:pt x="10" y="6"/>
                    <a:pt x="10"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3" y="2"/>
                    <a:pt x="13" y="2"/>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4" name="Freeform 848">
              <a:extLst>
                <a:ext uri="{FF2B5EF4-FFF2-40B4-BE49-F238E27FC236}">
                  <a16:creationId xmlns:a16="http://schemas.microsoft.com/office/drawing/2014/main" id="{9231B1EC-4A24-4D0D-BD93-4653DC3BB532}"/>
                </a:ext>
              </a:extLst>
            </p:cNvPr>
            <p:cNvSpPr>
              <a:spLocks noEditPoints="1"/>
            </p:cNvSpPr>
            <p:nvPr userDrawn="1"/>
          </p:nvSpPr>
          <p:spPr bwMode="auto">
            <a:xfrm>
              <a:off x="5017535" y="3358569"/>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5" name="Freeform 849">
              <a:extLst>
                <a:ext uri="{FF2B5EF4-FFF2-40B4-BE49-F238E27FC236}">
                  <a16:creationId xmlns:a16="http://schemas.microsoft.com/office/drawing/2014/main" id="{EF06EDA1-1D44-44EE-BBD4-05D29D345280}"/>
                </a:ext>
              </a:extLst>
            </p:cNvPr>
            <p:cNvSpPr>
              <a:spLocks noEditPoints="1"/>
            </p:cNvSpPr>
            <p:nvPr userDrawn="1"/>
          </p:nvSpPr>
          <p:spPr bwMode="auto">
            <a:xfrm>
              <a:off x="3913733" y="1819266"/>
              <a:ext cx="361244" cy="305051"/>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6" name="Freeform 850">
              <a:extLst>
                <a:ext uri="{FF2B5EF4-FFF2-40B4-BE49-F238E27FC236}">
                  <a16:creationId xmlns:a16="http://schemas.microsoft.com/office/drawing/2014/main" id="{57E6A281-B7C3-4F2B-BF7F-C79CFA34C9CB}"/>
                </a:ext>
              </a:extLst>
            </p:cNvPr>
            <p:cNvSpPr>
              <a:spLocks/>
            </p:cNvSpPr>
            <p:nvPr userDrawn="1"/>
          </p:nvSpPr>
          <p:spPr bwMode="auto">
            <a:xfrm>
              <a:off x="3941829" y="2007916"/>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7" name="Freeform 851">
              <a:extLst>
                <a:ext uri="{FF2B5EF4-FFF2-40B4-BE49-F238E27FC236}">
                  <a16:creationId xmlns:a16="http://schemas.microsoft.com/office/drawing/2014/main" id="{9BD0E2DC-7DD8-4DAA-B5C3-A54DD61D5DD0}"/>
                </a:ext>
              </a:extLst>
            </p:cNvPr>
            <p:cNvSpPr>
              <a:spLocks/>
            </p:cNvSpPr>
            <p:nvPr userDrawn="1"/>
          </p:nvSpPr>
          <p:spPr bwMode="auto">
            <a:xfrm>
              <a:off x="4234839" y="2124317"/>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8" name="Freeform 852">
              <a:extLst>
                <a:ext uri="{FF2B5EF4-FFF2-40B4-BE49-F238E27FC236}">
                  <a16:creationId xmlns:a16="http://schemas.microsoft.com/office/drawing/2014/main" id="{1B322370-5274-4ABD-84BF-7DA523DE1750}"/>
                </a:ext>
              </a:extLst>
            </p:cNvPr>
            <p:cNvSpPr>
              <a:spLocks noEditPoints="1"/>
            </p:cNvSpPr>
            <p:nvPr userDrawn="1"/>
          </p:nvSpPr>
          <p:spPr bwMode="auto">
            <a:xfrm>
              <a:off x="3550482" y="3639536"/>
              <a:ext cx="361244" cy="315086"/>
            </a:xfrm>
            <a:custGeom>
              <a:avLst/>
              <a:gdLst>
                <a:gd name="T0" fmla="*/ 224 w 240"/>
                <a:gd name="T1" fmla="*/ 102 h 209"/>
                <a:gd name="T2" fmla="*/ 211 w 240"/>
                <a:gd name="T3" fmla="*/ 190 h 209"/>
                <a:gd name="T4" fmla="*/ 213 w 240"/>
                <a:gd name="T5" fmla="*/ 189 h 209"/>
                <a:gd name="T6" fmla="*/ 113 w 240"/>
                <a:gd name="T7" fmla="*/ 7 h 209"/>
                <a:gd name="T8" fmla="*/ 119 w 240"/>
                <a:gd name="T9" fmla="*/ 12 h 209"/>
                <a:gd name="T10" fmla="*/ 173 w 240"/>
                <a:gd name="T11" fmla="*/ 7 h 209"/>
                <a:gd name="T12" fmla="*/ 190 w 240"/>
                <a:gd name="T13" fmla="*/ 8 h 209"/>
                <a:gd name="T14" fmla="*/ 203 w 240"/>
                <a:gd name="T15" fmla="*/ 24 h 209"/>
                <a:gd name="T16" fmla="*/ 202 w 240"/>
                <a:gd name="T17" fmla="*/ 57 h 209"/>
                <a:gd name="T18" fmla="*/ 218 w 240"/>
                <a:gd name="T19" fmla="*/ 59 h 209"/>
                <a:gd name="T20" fmla="*/ 234 w 240"/>
                <a:gd name="T21" fmla="*/ 80 h 209"/>
                <a:gd name="T22" fmla="*/ 202 w 240"/>
                <a:gd name="T23" fmla="*/ 107 h 209"/>
                <a:gd name="T24" fmla="*/ 182 w 240"/>
                <a:gd name="T25" fmla="*/ 124 h 209"/>
                <a:gd name="T26" fmla="*/ 168 w 240"/>
                <a:gd name="T27" fmla="*/ 153 h 209"/>
                <a:gd name="T28" fmla="*/ 153 w 240"/>
                <a:gd name="T29" fmla="*/ 154 h 209"/>
                <a:gd name="T30" fmla="*/ 128 w 240"/>
                <a:gd name="T31" fmla="*/ 147 h 209"/>
                <a:gd name="T32" fmla="*/ 78 w 240"/>
                <a:gd name="T33" fmla="*/ 170 h 209"/>
                <a:gd name="T34" fmla="*/ 58 w 240"/>
                <a:gd name="T35" fmla="*/ 163 h 209"/>
                <a:gd name="T36" fmla="*/ 55 w 240"/>
                <a:gd name="T37" fmla="*/ 130 h 209"/>
                <a:gd name="T38" fmla="*/ 6 w 240"/>
                <a:gd name="T39" fmla="*/ 97 h 209"/>
                <a:gd name="T40" fmla="*/ 26 w 240"/>
                <a:gd name="T41" fmla="*/ 80 h 209"/>
                <a:gd name="T42" fmla="*/ 22 w 240"/>
                <a:gd name="T43" fmla="*/ 54 h 209"/>
                <a:gd name="T44" fmla="*/ 48 w 240"/>
                <a:gd name="T45" fmla="*/ 13 h 209"/>
                <a:gd name="T46" fmla="*/ 80 w 240"/>
                <a:gd name="T47" fmla="*/ 11 h 209"/>
                <a:gd name="T48" fmla="*/ 105 w 240"/>
                <a:gd name="T49" fmla="*/ 6 h 209"/>
                <a:gd name="T50" fmla="*/ 195 w 240"/>
                <a:gd name="T51" fmla="*/ 4 h 209"/>
                <a:gd name="T52" fmla="*/ 76 w 240"/>
                <a:gd name="T53" fmla="*/ 3 h 209"/>
                <a:gd name="T54" fmla="*/ 71 w 240"/>
                <a:gd name="T55" fmla="*/ 14 h 209"/>
                <a:gd name="T56" fmla="*/ 40 w 240"/>
                <a:gd name="T57" fmla="*/ 4 h 209"/>
                <a:gd name="T58" fmla="*/ 19 w 240"/>
                <a:gd name="T59" fmla="*/ 30 h 209"/>
                <a:gd name="T60" fmla="*/ 21 w 240"/>
                <a:gd name="T61" fmla="*/ 77 h 209"/>
                <a:gd name="T62" fmla="*/ 2 w 240"/>
                <a:gd name="T63" fmla="*/ 89 h 209"/>
                <a:gd name="T64" fmla="*/ 16 w 240"/>
                <a:gd name="T65" fmla="*/ 126 h 209"/>
                <a:gd name="T66" fmla="*/ 45 w 240"/>
                <a:gd name="T67" fmla="*/ 128 h 209"/>
                <a:gd name="T68" fmla="*/ 50 w 240"/>
                <a:gd name="T69" fmla="*/ 157 h 209"/>
                <a:gd name="T70" fmla="*/ 114 w 240"/>
                <a:gd name="T71" fmla="*/ 168 h 209"/>
                <a:gd name="T72" fmla="*/ 141 w 240"/>
                <a:gd name="T73" fmla="*/ 154 h 209"/>
                <a:gd name="T74" fmla="*/ 158 w 240"/>
                <a:gd name="T75" fmla="*/ 160 h 209"/>
                <a:gd name="T76" fmla="*/ 216 w 240"/>
                <a:gd name="T77" fmla="*/ 209 h 209"/>
                <a:gd name="T78" fmla="*/ 204 w 240"/>
                <a:gd name="T79" fmla="*/ 123 h 209"/>
                <a:gd name="T80" fmla="*/ 222 w 240"/>
                <a:gd name="T81" fmla="*/ 103 h 209"/>
                <a:gd name="T82" fmla="*/ 232 w 240"/>
                <a:gd name="T83" fmla="*/ 58 h 209"/>
                <a:gd name="T84" fmla="*/ 214 w 240"/>
                <a:gd name="T85" fmla="*/ 53 h 209"/>
                <a:gd name="T86" fmla="*/ 204 w 240"/>
                <a:gd name="T87" fmla="*/ 48 h 209"/>
                <a:gd name="T88" fmla="*/ 199 w 240"/>
                <a:gd name="T89" fmla="*/ 7 h 209"/>
                <a:gd name="T90" fmla="*/ 193 w 240"/>
                <a:gd name="T91" fmla="*/ 3 h 209"/>
                <a:gd name="T92" fmla="*/ 122 w 240"/>
                <a:gd name="T93" fmla="*/ 3 h 209"/>
                <a:gd name="T94" fmla="*/ 119 w 240"/>
                <a:gd name="T95" fmla="*/ 6 h 209"/>
                <a:gd name="T96" fmla="*/ 116 w 240"/>
                <a:gd name="T9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222" y="103"/>
                  </a:moveTo>
                  <a:cubicBezTo>
                    <a:pt x="221" y="103"/>
                    <a:pt x="221" y="103"/>
                    <a:pt x="221" y="103"/>
                  </a:cubicBezTo>
                  <a:cubicBezTo>
                    <a:pt x="222" y="103"/>
                    <a:pt x="222" y="103"/>
                    <a:pt x="222" y="103"/>
                  </a:cubicBezTo>
                  <a:moveTo>
                    <a:pt x="224" y="102"/>
                  </a:moveTo>
                  <a:cubicBezTo>
                    <a:pt x="222" y="103"/>
                    <a:pt x="222" y="103"/>
                    <a:pt x="222" y="103"/>
                  </a:cubicBezTo>
                  <a:cubicBezTo>
                    <a:pt x="222" y="103"/>
                    <a:pt x="222" y="103"/>
                    <a:pt x="222" y="103"/>
                  </a:cubicBezTo>
                  <a:cubicBezTo>
                    <a:pt x="224" y="102"/>
                    <a:pt x="224" y="102"/>
                    <a:pt x="224" y="102"/>
                  </a:cubicBezTo>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2" y="103"/>
                    <a:pt x="222" y="103"/>
                    <a:pt x="222" y="103"/>
                  </a:cubicBezTo>
                  <a:cubicBezTo>
                    <a:pt x="228" y="101"/>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9" name="Freeform 853">
              <a:extLst>
                <a:ext uri="{FF2B5EF4-FFF2-40B4-BE49-F238E27FC236}">
                  <a16:creationId xmlns:a16="http://schemas.microsoft.com/office/drawing/2014/main" id="{9BA2EF63-479F-4170-BBE4-52B6405978C8}"/>
                </a:ext>
              </a:extLst>
            </p:cNvPr>
            <p:cNvSpPr>
              <a:spLocks noEditPoints="1"/>
            </p:cNvSpPr>
            <p:nvPr userDrawn="1"/>
          </p:nvSpPr>
          <p:spPr bwMode="auto">
            <a:xfrm>
              <a:off x="4299060" y="1861412"/>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0" name="Freeform 854">
              <a:extLst>
                <a:ext uri="{FF2B5EF4-FFF2-40B4-BE49-F238E27FC236}">
                  <a16:creationId xmlns:a16="http://schemas.microsoft.com/office/drawing/2014/main" id="{16B5C6B9-0D2D-46FF-9177-DF7F288E31B9}"/>
                </a:ext>
              </a:extLst>
            </p:cNvPr>
            <p:cNvSpPr>
              <a:spLocks noEditPoints="1"/>
            </p:cNvSpPr>
            <p:nvPr userDrawn="1"/>
          </p:nvSpPr>
          <p:spPr bwMode="auto">
            <a:xfrm>
              <a:off x="5539332" y="1825287"/>
              <a:ext cx="359238" cy="248857"/>
            </a:xfrm>
            <a:custGeom>
              <a:avLst/>
              <a:gdLst>
                <a:gd name="T0" fmla="*/ 11 w 239"/>
                <a:gd name="T1" fmla="*/ 98 h 165"/>
                <a:gd name="T2" fmla="*/ 7 w 239"/>
                <a:gd name="T3" fmla="*/ 70 h 165"/>
                <a:gd name="T4" fmla="*/ 7 w 239"/>
                <a:gd name="T5" fmla="*/ 69 h 165"/>
                <a:gd name="T6" fmla="*/ 7 w 239"/>
                <a:gd name="T7" fmla="*/ 68 h 165"/>
                <a:gd name="T8" fmla="*/ 19 w 239"/>
                <a:gd name="T9" fmla="*/ 13 h 165"/>
                <a:gd name="T10" fmla="*/ 30 w 239"/>
                <a:gd name="T11" fmla="*/ 6 h 165"/>
                <a:gd name="T12" fmla="*/ 209 w 239"/>
                <a:gd name="T13" fmla="*/ 9 h 165"/>
                <a:gd name="T14" fmla="*/ 231 w 239"/>
                <a:gd name="T15" fmla="*/ 40 h 165"/>
                <a:gd name="T16" fmla="*/ 233 w 239"/>
                <a:gd name="T17" fmla="*/ 72 h 165"/>
                <a:gd name="T18" fmla="*/ 233 w 239"/>
                <a:gd name="T19" fmla="*/ 75 h 165"/>
                <a:gd name="T20" fmla="*/ 233 w 239"/>
                <a:gd name="T21" fmla="*/ 75 h 165"/>
                <a:gd name="T22" fmla="*/ 211 w 239"/>
                <a:gd name="T23" fmla="*/ 132 h 165"/>
                <a:gd name="T24" fmla="*/ 206 w 239"/>
                <a:gd name="T25" fmla="*/ 133 h 165"/>
                <a:gd name="T26" fmla="*/ 206 w 239"/>
                <a:gd name="T27" fmla="*/ 133 h 165"/>
                <a:gd name="T28" fmla="*/ 127 w 239"/>
                <a:gd name="T29" fmla="*/ 132 h 165"/>
                <a:gd name="T30" fmla="*/ 114 w 239"/>
                <a:gd name="T31" fmla="*/ 129 h 165"/>
                <a:gd name="T32" fmla="*/ 30 w 239"/>
                <a:gd name="T33" fmla="*/ 5 h 165"/>
                <a:gd name="T34" fmla="*/ 30 w 239"/>
                <a:gd name="T35" fmla="*/ 0 h 165"/>
                <a:gd name="T36" fmla="*/ 15 w 239"/>
                <a:gd name="T37" fmla="*/ 9 h 165"/>
                <a:gd name="T38" fmla="*/ 1 w 239"/>
                <a:gd name="T39" fmla="*/ 68 h 165"/>
                <a:gd name="T40" fmla="*/ 5 w 239"/>
                <a:gd name="T41" fmla="*/ 100 h 165"/>
                <a:gd name="T42" fmla="*/ 28 w 239"/>
                <a:gd name="T43" fmla="*/ 134 h 165"/>
                <a:gd name="T44" fmla="*/ 87 w 239"/>
                <a:gd name="T45" fmla="*/ 165 h 165"/>
                <a:gd name="T46" fmla="*/ 206 w 239"/>
                <a:gd name="T47" fmla="*/ 139 h 165"/>
                <a:gd name="T48" fmla="*/ 206 w 239"/>
                <a:gd name="T49" fmla="*/ 139 h 165"/>
                <a:gd name="T50" fmla="*/ 229 w 239"/>
                <a:gd name="T51" fmla="*/ 122 h 165"/>
                <a:gd name="T52" fmla="*/ 239 w 239"/>
                <a:gd name="T53" fmla="*/ 64 h 165"/>
                <a:gd name="T54" fmla="*/ 226 w 239"/>
                <a:gd name="T55" fmla="*/ 13 h 165"/>
                <a:gd name="T56" fmla="*/ 209 w 239"/>
                <a:gd name="T57" fmla="*/ 3 h 165"/>
                <a:gd name="T58" fmla="*/ 209 w 239"/>
                <a:gd name="T59" fmla="*/ 6 h 165"/>
                <a:gd name="T60" fmla="*/ 209 w 239"/>
                <a:gd name="T61" fmla="*/ 6 h 165"/>
                <a:gd name="T62" fmla="*/ 30 w 239"/>
                <a:gd name="T6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1" name="Freeform 855">
              <a:extLst>
                <a:ext uri="{FF2B5EF4-FFF2-40B4-BE49-F238E27FC236}">
                  <a16:creationId xmlns:a16="http://schemas.microsoft.com/office/drawing/2014/main" id="{B640409F-E36A-400A-BC99-1495384B53D3}"/>
                </a:ext>
              </a:extLst>
            </p:cNvPr>
            <p:cNvSpPr>
              <a:spLocks noEditPoints="1"/>
            </p:cNvSpPr>
            <p:nvPr userDrawn="1"/>
          </p:nvSpPr>
          <p:spPr bwMode="auto">
            <a:xfrm>
              <a:off x="5583484" y="261400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8"/>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2" name="Freeform 856">
              <a:extLst>
                <a:ext uri="{FF2B5EF4-FFF2-40B4-BE49-F238E27FC236}">
                  <a16:creationId xmlns:a16="http://schemas.microsoft.com/office/drawing/2014/main" id="{02BD78C5-0994-4D97-923F-F5A3CD80301C}"/>
                </a:ext>
              </a:extLst>
            </p:cNvPr>
            <p:cNvSpPr>
              <a:spLocks noEditPoints="1"/>
            </p:cNvSpPr>
            <p:nvPr userDrawn="1"/>
          </p:nvSpPr>
          <p:spPr bwMode="auto">
            <a:xfrm>
              <a:off x="5583484" y="2762515"/>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3" name="Freeform 857">
              <a:extLst>
                <a:ext uri="{FF2B5EF4-FFF2-40B4-BE49-F238E27FC236}">
                  <a16:creationId xmlns:a16="http://schemas.microsoft.com/office/drawing/2014/main" id="{D67BE1E9-D671-4BF3-8C58-3F0F75FB3D16}"/>
                </a:ext>
              </a:extLst>
            </p:cNvPr>
            <p:cNvSpPr>
              <a:spLocks noEditPoints="1"/>
            </p:cNvSpPr>
            <p:nvPr userDrawn="1"/>
          </p:nvSpPr>
          <p:spPr bwMode="auto">
            <a:xfrm>
              <a:off x="6018985" y="1755045"/>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4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89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4"/>
                    <a:pt x="115" y="94"/>
                    <a:pt x="115" y="94"/>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89"/>
                    <a:pt x="43" y="89"/>
                    <a:pt x="43" y="89"/>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7"/>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4" name="Freeform 858">
              <a:extLst>
                <a:ext uri="{FF2B5EF4-FFF2-40B4-BE49-F238E27FC236}">
                  <a16:creationId xmlns:a16="http://schemas.microsoft.com/office/drawing/2014/main" id="{E5A26ADA-B4B0-434A-B175-05069460D396}"/>
                </a:ext>
              </a:extLst>
            </p:cNvPr>
            <p:cNvSpPr>
              <a:spLocks noEditPoints="1"/>
            </p:cNvSpPr>
            <p:nvPr userDrawn="1"/>
          </p:nvSpPr>
          <p:spPr bwMode="auto">
            <a:xfrm>
              <a:off x="4517814" y="2082172"/>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5" name="Freeform 859">
              <a:extLst>
                <a:ext uri="{FF2B5EF4-FFF2-40B4-BE49-F238E27FC236}">
                  <a16:creationId xmlns:a16="http://schemas.microsoft.com/office/drawing/2014/main" id="{CE50B52F-3299-40B4-8D67-37AE955DE403}"/>
                </a:ext>
              </a:extLst>
            </p:cNvPr>
            <p:cNvSpPr>
              <a:spLocks noEditPoints="1"/>
            </p:cNvSpPr>
            <p:nvPr userDrawn="1"/>
          </p:nvSpPr>
          <p:spPr bwMode="auto">
            <a:xfrm>
              <a:off x="3269514" y="2316980"/>
              <a:ext cx="222768" cy="136470"/>
            </a:xfrm>
            <a:custGeom>
              <a:avLst/>
              <a:gdLst>
                <a:gd name="T0" fmla="*/ 50 w 148"/>
                <a:gd name="T1" fmla="*/ 85 h 91"/>
                <a:gd name="T2" fmla="*/ 50 w 148"/>
                <a:gd name="T3" fmla="*/ 85 h 91"/>
                <a:gd name="T4" fmla="*/ 50 w 148"/>
                <a:gd name="T5" fmla="*/ 85 h 91"/>
                <a:gd name="T6" fmla="*/ 50 w 148"/>
                <a:gd name="T7" fmla="*/ 85 h 91"/>
                <a:gd name="T8" fmla="*/ 59 w 148"/>
                <a:gd name="T9" fmla="*/ 6 h 91"/>
                <a:gd name="T10" fmla="*/ 125 w 148"/>
                <a:gd name="T11" fmla="*/ 6 h 91"/>
                <a:gd name="T12" fmla="*/ 134 w 148"/>
                <a:gd name="T13" fmla="*/ 11 h 91"/>
                <a:gd name="T14" fmla="*/ 140 w 148"/>
                <a:gd name="T15" fmla="*/ 17 h 91"/>
                <a:gd name="T16" fmla="*/ 142 w 148"/>
                <a:gd name="T17" fmla="*/ 25 h 91"/>
                <a:gd name="T18" fmla="*/ 142 w 148"/>
                <a:gd name="T19" fmla="*/ 73 h 91"/>
                <a:gd name="T20" fmla="*/ 138 w 148"/>
                <a:gd name="T21" fmla="*/ 79 h 91"/>
                <a:gd name="T22" fmla="*/ 133 w 148"/>
                <a:gd name="T23" fmla="*/ 83 h 91"/>
                <a:gd name="T24" fmla="*/ 127 w 148"/>
                <a:gd name="T25" fmla="*/ 85 h 91"/>
                <a:gd name="T26" fmla="*/ 50 w 148"/>
                <a:gd name="T27" fmla="*/ 85 h 91"/>
                <a:gd name="T28" fmla="*/ 43 w 148"/>
                <a:gd name="T29" fmla="*/ 83 h 91"/>
                <a:gd name="T30" fmla="*/ 39 w 148"/>
                <a:gd name="T31" fmla="*/ 79 h 91"/>
                <a:gd name="T32" fmla="*/ 38 w 148"/>
                <a:gd name="T33" fmla="*/ 70 h 91"/>
                <a:gd name="T34" fmla="*/ 38 w 148"/>
                <a:gd name="T35" fmla="*/ 67 h 91"/>
                <a:gd name="T36" fmla="*/ 38 w 148"/>
                <a:gd name="T37" fmla="*/ 65 h 91"/>
                <a:gd name="T38" fmla="*/ 21 w 148"/>
                <a:gd name="T39" fmla="*/ 44 h 91"/>
                <a:gd name="T40" fmla="*/ 38 w 148"/>
                <a:gd name="T41" fmla="*/ 52 h 91"/>
                <a:gd name="T42" fmla="*/ 39 w 148"/>
                <a:gd name="T43" fmla="*/ 24 h 91"/>
                <a:gd name="T44" fmla="*/ 43 w 148"/>
                <a:gd name="T45" fmla="*/ 16 h 91"/>
                <a:gd name="T46" fmla="*/ 59 w 148"/>
                <a:gd name="T47" fmla="*/ 6 h 91"/>
                <a:gd name="T48" fmla="*/ 126 w 148"/>
                <a:gd name="T49" fmla="*/ 0 h 91"/>
                <a:gd name="T50" fmla="*/ 59 w 148"/>
                <a:gd name="T51" fmla="*/ 0 h 91"/>
                <a:gd name="T52" fmla="*/ 59 w 148"/>
                <a:gd name="T53" fmla="*/ 0 h 91"/>
                <a:gd name="T54" fmla="*/ 37 w 148"/>
                <a:gd name="T55" fmla="*/ 13 h 91"/>
                <a:gd name="T56" fmla="*/ 33 w 148"/>
                <a:gd name="T57" fmla="*/ 23 h 91"/>
                <a:gd name="T58" fmla="*/ 33 w 148"/>
                <a:gd name="T59" fmla="*/ 23 h 91"/>
                <a:gd name="T60" fmla="*/ 33 w 148"/>
                <a:gd name="T61" fmla="*/ 43 h 91"/>
                <a:gd name="T62" fmla="*/ 0 w 148"/>
                <a:gd name="T63" fmla="*/ 27 h 91"/>
                <a:gd name="T64" fmla="*/ 32 w 148"/>
                <a:gd name="T65" fmla="*/ 67 h 91"/>
                <a:gd name="T66" fmla="*/ 32 w 148"/>
                <a:gd name="T67" fmla="*/ 70 h 91"/>
                <a:gd name="T68" fmla="*/ 34 w 148"/>
                <a:gd name="T69" fmla="*/ 82 h 91"/>
                <a:gd name="T70" fmla="*/ 44 w 148"/>
                <a:gd name="T71" fmla="*/ 90 h 91"/>
                <a:gd name="T72" fmla="*/ 49 w 148"/>
                <a:gd name="T73" fmla="*/ 91 h 91"/>
                <a:gd name="T74" fmla="*/ 50 w 148"/>
                <a:gd name="T75" fmla="*/ 91 h 91"/>
                <a:gd name="T76" fmla="*/ 127 w 148"/>
                <a:gd name="T77" fmla="*/ 91 h 91"/>
                <a:gd name="T78" fmla="*/ 127 w 148"/>
                <a:gd name="T79" fmla="*/ 91 h 91"/>
                <a:gd name="T80" fmla="*/ 136 w 148"/>
                <a:gd name="T81" fmla="*/ 88 h 91"/>
                <a:gd name="T82" fmla="*/ 145 w 148"/>
                <a:gd name="T83" fmla="*/ 79 h 91"/>
                <a:gd name="T84" fmla="*/ 148 w 148"/>
                <a:gd name="T85" fmla="*/ 74 h 91"/>
                <a:gd name="T86" fmla="*/ 148 w 148"/>
                <a:gd name="T87" fmla="*/ 74 h 91"/>
                <a:gd name="T88" fmla="*/ 148 w 148"/>
                <a:gd name="T89" fmla="*/ 24 h 91"/>
                <a:gd name="T90" fmla="*/ 148 w 148"/>
                <a:gd name="T91" fmla="*/ 24 h 91"/>
                <a:gd name="T92" fmla="*/ 144 w 148"/>
                <a:gd name="T93" fmla="*/ 13 h 91"/>
                <a:gd name="T94" fmla="*/ 133 w 148"/>
                <a:gd name="T95" fmla="*/ 3 h 91"/>
                <a:gd name="T96" fmla="*/ 127 w 148"/>
                <a:gd name="T97" fmla="*/ 0 h 91"/>
                <a:gd name="T98" fmla="*/ 126 w 148"/>
                <a:gd name="T9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91">
                  <a:moveTo>
                    <a:pt x="50" y="85"/>
                  </a:moveTo>
                  <a:cubicBezTo>
                    <a:pt x="50" y="85"/>
                    <a:pt x="50" y="85"/>
                    <a:pt x="50" y="85"/>
                  </a:cubicBezTo>
                  <a:cubicBezTo>
                    <a:pt x="50" y="85"/>
                    <a:pt x="50" y="85"/>
                    <a:pt x="50" y="85"/>
                  </a:cubicBezTo>
                  <a:cubicBezTo>
                    <a:pt x="50" y="85"/>
                    <a:pt x="50" y="85"/>
                    <a:pt x="50" y="85"/>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6" name="Freeform 860">
              <a:extLst>
                <a:ext uri="{FF2B5EF4-FFF2-40B4-BE49-F238E27FC236}">
                  <a16:creationId xmlns:a16="http://schemas.microsoft.com/office/drawing/2014/main" id="{320A6F22-42F7-4D5E-AB63-A8161CFDB817}"/>
                </a:ext>
              </a:extLst>
            </p:cNvPr>
            <p:cNvSpPr>
              <a:spLocks noEditPoints="1"/>
            </p:cNvSpPr>
            <p:nvPr userDrawn="1"/>
          </p:nvSpPr>
          <p:spPr bwMode="auto">
            <a:xfrm>
              <a:off x="4913175" y="3027427"/>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1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8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7" name="Freeform 861">
              <a:extLst>
                <a:ext uri="{FF2B5EF4-FFF2-40B4-BE49-F238E27FC236}">
                  <a16:creationId xmlns:a16="http://schemas.microsoft.com/office/drawing/2014/main" id="{4C147C2D-64BA-4C51-A90D-9109C746BFAD}"/>
                </a:ext>
              </a:extLst>
            </p:cNvPr>
            <p:cNvSpPr>
              <a:spLocks noEditPoints="1"/>
            </p:cNvSpPr>
            <p:nvPr userDrawn="1"/>
          </p:nvSpPr>
          <p:spPr bwMode="auto">
            <a:xfrm>
              <a:off x="3694980" y="2583900"/>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6 w 116"/>
                <a:gd name="T59" fmla="*/ 0 h 72"/>
                <a:gd name="T60" fmla="*/ 45 w 116"/>
                <a:gd name="T61" fmla="*/ 0 h 72"/>
                <a:gd name="T62" fmla="*/ 28 w 116"/>
                <a:gd name="T63" fmla="*/ 10 h 72"/>
                <a:gd name="T64" fmla="*/ 25 w 116"/>
                <a:gd name="T65" fmla="*/ 18 h 72"/>
                <a:gd name="T66" fmla="*/ 25 w 116"/>
                <a:gd name="T67" fmla="*/ 18 h 72"/>
                <a:gd name="T68" fmla="*/ 25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4 w 116"/>
                <a:gd name="T81" fmla="*/ 71 h 72"/>
                <a:gd name="T82" fmla="*/ 38 w 116"/>
                <a:gd name="T83" fmla="*/ 72 h 72"/>
                <a:gd name="T84" fmla="*/ 38 w 116"/>
                <a:gd name="T85" fmla="*/ 72 h 72"/>
                <a:gd name="T86" fmla="*/ 99 w 116"/>
                <a:gd name="T87" fmla="*/ 72 h 72"/>
                <a:gd name="T88" fmla="*/ 99 w 116"/>
                <a:gd name="T89" fmla="*/ 72 h 72"/>
                <a:gd name="T90" fmla="*/ 107 w 116"/>
                <a:gd name="T91" fmla="*/ 70 h 72"/>
                <a:gd name="T92" fmla="*/ 113 w 116"/>
                <a:gd name="T93" fmla="*/ 63 h 72"/>
                <a:gd name="T94" fmla="*/ 116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8" name="Freeform 862">
              <a:extLst>
                <a:ext uri="{FF2B5EF4-FFF2-40B4-BE49-F238E27FC236}">
                  <a16:creationId xmlns:a16="http://schemas.microsoft.com/office/drawing/2014/main" id="{1F174882-F63E-4763-BDDB-CA7B1C2D83CC}"/>
                </a:ext>
              </a:extLst>
            </p:cNvPr>
            <p:cNvSpPr>
              <a:spLocks noEditPoints="1"/>
            </p:cNvSpPr>
            <p:nvPr userDrawn="1"/>
          </p:nvSpPr>
          <p:spPr bwMode="auto">
            <a:xfrm>
              <a:off x="4690408" y="2001895"/>
              <a:ext cx="640206" cy="192664"/>
            </a:xfrm>
            <a:custGeom>
              <a:avLst/>
              <a:gdLst>
                <a:gd name="T0" fmla="*/ 92 w 426"/>
                <a:gd name="T1" fmla="*/ 25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346 w 426"/>
                <a:gd name="T43" fmla="*/ 0 h 128"/>
                <a:gd name="T44" fmla="*/ 83 w 426"/>
                <a:gd name="T45" fmla="*/ 20 h 128"/>
                <a:gd name="T46" fmla="*/ 39 w 426"/>
                <a:gd name="T47" fmla="*/ 42 h 128"/>
                <a:gd name="T48" fmla="*/ 31 w 426"/>
                <a:gd name="T49" fmla="*/ 74 h 128"/>
                <a:gd name="T50" fmla="*/ 31 w 426"/>
                <a:gd name="T51" fmla="*/ 74 h 128"/>
                <a:gd name="T52" fmla="*/ 49 w 426"/>
                <a:gd name="T53" fmla="*/ 105 h 128"/>
                <a:gd name="T54" fmla="*/ 0 w 426"/>
                <a:gd name="T55" fmla="*/ 128 h 128"/>
                <a:gd name="T56" fmla="*/ 39 w 426"/>
                <a:gd name="T57" fmla="*/ 124 h 128"/>
                <a:gd name="T58" fmla="*/ 91 w 426"/>
                <a:gd name="T59" fmla="*/ 119 h 128"/>
                <a:gd name="T60" fmla="*/ 101 w 426"/>
                <a:gd name="T61" fmla="*/ 118 h 128"/>
                <a:gd name="T62" fmla="*/ 102 w 426"/>
                <a:gd name="T63" fmla="*/ 118 h 128"/>
                <a:gd name="T64" fmla="*/ 368 w 426"/>
                <a:gd name="T65" fmla="*/ 113 h 128"/>
                <a:gd name="T66" fmla="*/ 397 w 426"/>
                <a:gd name="T67" fmla="*/ 103 h 128"/>
                <a:gd name="T68" fmla="*/ 426 w 426"/>
                <a:gd name="T69" fmla="*/ 46 h 128"/>
                <a:gd name="T70" fmla="*/ 418 w 426"/>
                <a:gd name="T71" fmla="*/ 22 h 128"/>
                <a:gd name="T72" fmla="*/ 374 w 426"/>
                <a:gd name="T73" fmla="*/ 1 h 128"/>
                <a:gd name="T74" fmla="*/ 372 w 426"/>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19"/>
                    <a:pt x="83" y="20"/>
                  </a:cubicBezTo>
                  <a:cubicBezTo>
                    <a:pt x="82" y="20"/>
                    <a:pt x="70" y="21"/>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9" name="Freeform 863">
              <a:extLst>
                <a:ext uri="{FF2B5EF4-FFF2-40B4-BE49-F238E27FC236}">
                  <a16:creationId xmlns:a16="http://schemas.microsoft.com/office/drawing/2014/main" id="{BE0F9745-4F87-4BDB-BF4A-43C06B9493D1}"/>
                </a:ext>
              </a:extLst>
            </p:cNvPr>
            <p:cNvSpPr>
              <a:spLocks/>
            </p:cNvSpPr>
            <p:nvPr userDrawn="1"/>
          </p:nvSpPr>
          <p:spPr bwMode="auto">
            <a:xfrm>
              <a:off x="3281556" y="2098227"/>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 name="T84" fmla="*/ 346 w 426"/>
                <a:gd name="T8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0" name="Freeform 864">
              <a:extLst>
                <a:ext uri="{FF2B5EF4-FFF2-40B4-BE49-F238E27FC236}">
                  <a16:creationId xmlns:a16="http://schemas.microsoft.com/office/drawing/2014/main" id="{EC541D1B-CD11-46FB-9DD0-0701A263F665}"/>
                </a:ext>
              </a:extLst>
            </p:cNvPr>
            <p:cNvSpPr>
              <a:spLocks noEditPoints="1"/>
            </p:cNvSpPr>
            <p:nvPr userDrawn="1"/>
          </p:nvSpPr>
          <p:spPr bwMode="auto">
            <a:xfrm>
              <a:off x="3847505" y="2100234"/>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1" name="Freeform 865">
              <a:extLst>
                <a:ext uri="{FF2B5EF4-FFF2-40B4-BE49-F238E27FC236}">
                  <a16:creationId xmlns:a16="http://schemas.microsoft.com/office/drawing/2014/main" id="{5AC9948C-E8A7-412F-A783-1549DDB31B22}"/>
                </a:ext>
              </a:extLst>
            </p:cNvPr>
            <p:cNvSpPr>
              <a:spLocks noEditPoints="1"/>
            </p:cNvSpPr>
            <p:nvPr userDrawn="1"/>
          </p:nvSpPr>
          <p:spPr bwMode="auto">
            <a:xfrm>
              <a:off x="3835464" y="267421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1 w 426"/>
                <a:gd name="T69" fmla="*/ 7 h 128"/>
                <a:gd name="T70" fmla="*/ 346 w 426"/>
                <a:gd name="T71" fmla="*/ 6 h 128"/>
                <a:gd name="T72" fmla="*/ 371 w 426"/>
                <a:gd name="T73" fmla="*/ 7 h 128"/>
                <a:gd name="T74" fmla="*/ 373 w 426"/>
                <a:gd name="T75" fmla="*/ 7 h 128"/>
                <a:gd name="T76" fmla="*/ 409 w 426"/>
                <a:gd name="T77" fmla="*/ 21 h 128"/>
                <a:gd name="T78" fmla="*/ 410 w 426"/>
                <a:gd name="T79" fmla="*/ 15 h 128"/>
                <a:gd name="T80" fmla="*/ 374 w 426"/>
                <a:gd name="T81" fmla="*/ 1 h 128"/>
                <a:gd name="T82" fmla="*/ 372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2" name="Freeform 866">
              <a:extLst>
                <a:ext uri="{FF2B5EF4-FFF2-40B4-BE49-F238E27FC236}">
                  <a16:creationId xmlns:a16="http://schemas.microsoft.com/office/drawing/2014/main" id="{160C095C-4610-41F5-94DC-D316FA4ACD3F}"/>
                </a:ext>
              </a:extLst>
            </p:cNvPr>
            <p:cNvSpPr>
              <a:spLocks noEditPoints="1"/>
            </p:cNvSpPr>
            <p:nvPr userDrawn="1"/>
          </p:nvSpPr>
          <p:spPr bwMode="auto">
            <a:xfrm>
              <a:off x="5408883" y="2842791"/>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2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2"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3" name="Freeform 867">
              <a:extLst>
                <a:ext uri="{FF2B5EF4-FFF2-40B4-BE49-F238E27FC236}">
                  <a16:creationId xmlns:a16="http://schemas.microsoft.com/office/drawing/2014/main" id="{E6C5AAED-9796-4CF5-9270-83ABCF02D54C}"/>
                </a:ext>
              </a:extLst>
            </p:cNvPr>
            <p:cNvSpPr>
              <a:spLocks noEditPoints="1"/>
            </p:cNvSpPr>
            <p:nvPr userDrawn="1"/>
          </p:nvSpPr>
          <p:spPr bwMode="auto">
            <a:xfrm>
              <a:off x="5469091" y="2094213"/>
              <a:ext cx="120415" cy="415432"/>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35 h 275"/>
                <a:gd name="T64" fmla="*/ 80 w 80"/>
                <a:gd name="T65" fmla="*/ 216 h 275"/>
                <a:gd name="T66" fmla="*/ 66 w 80"/>
                <a:gd name="T67" fmla="*/ 45 h 275"/>
                <a:gd name="T68" fmla="*/ 36 w 80"/>
                <a:gd name="T69" fmla="*/ 28 h 275"/>
                <a:gd name="T70" fmla="*/ 35 w 80"/>
                <a:gd name="T71" fmla="*/ 28 h 275"/>
                <a:gd name="T72" fmla="*/ 35 w 80"/>
                <a:gd name="T73" fmla="*/ 28 h 275"/>
                <a:gd name="T74" fmla="*/ 14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4" name="Freeform 868">
              <a:extLst>
                <a:ext uri="{FF2B5EF4-FFF2-40B4-BE49-F238E27FC236}">
                  <a16:creationId xmlns:a16="http://schemas.microsoft.com/office/drawing/2014/main" id="{1CE8F013-E14A-4C3D-A5D6-3976B850649D}"/>
                </a:ext>
              </a:extLst>
            </p:cNvPr>
            <p:cNvSpPr>
              <a:spLocks noEditPoints="1"/>
            </p:cNvSpPr>
            <p:nvPr userDrawn="1"/>
          </p:nvSpPr>
          <p:spPr bwMode="auto">
            <a:xfrm>
              <a:off x="4736567" y="3428810"/>
              <a:ext cx="640206" cy="192664"/>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5" name="Freeform 869">
              <a:extLst>
                <a:ext uri="{FF2B5EF4-FFF2-40B4-BE49-F238E27FC236}">
                  <a16:creationId xmlns:a16="http://schemas.microsoft.com/office/drawing/2014/main" id="{31E3866E-AE2F-4FC0-93CD-A5D2E972944C}"/>
                </a:ext>
              </a:extLst>
            </p:cNvPr>
            <p:cNvSpPr>
              <a:spLocks/>
            </p:cNvSpPr>
            <p:nvPr userDrawn="1"/>
          </p:nvSpPr>
          <p:spPr bwMode="auto">
            <a:xfrm>
              <a:off x="5346668" y="3567288"/>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6" name="Freeform 870">
              <a:extLst>
                <a:ext uri="{FF2B5EF4-FFF2-40B4-BE49-F238E27FC236}">
                  <a16:creationId xmlns:a16="http://schemas.microsoft.com/office/drawing/2014/main" id="{47866482-6F98-4114-9DCA-E514989998CA}"/>
                </a:ext>
              </a:extLst>
            </p:cNvPr>
            <p:cNvSpPr>
              <a:spLocks noEditPoints="1"/>
            </p:cNvSpPr>
            <p:nvPr userDrawn="1"/>
          </p:nvSpPr>
          <p:spPr bwMode="auto">
            <a:xfrm>
              <a:off x="5282447" y="216044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80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6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7" name="Freeform 871">
              <a:extLst>
                <a:ext uri="{FF2B5EF4-FFF2-40B4-BE49-F238E27FC236}">
                  <a16:creationId xmlns:a16="http://schemas.microsoft.com/office/drawing/2014/main" id="{A5B352CA-0205-47A3-A95F-219B348E4F99}"/>
                </a:ext>
              </a:extLst>
            </p:cNvPr>
            <p:cNvSpPr>
              <a:spLocks noEditPoints="1"/>
            </p:cNvSpPr>
            <p:nvPr userDrawn="1"/>
          </p:nvSpPr>
          <p:spPr bwMode="auto">
            <a:xfrm>
              <a:off x="3064809" y="2170476"/>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91 w 116"/>
                <a:gd name="T25" fmla="*/ 36 h 365"/>
                <a:gd name="T26" fmla="*/ 94 w 116"/>
                <a:gd name="T27" fmla="*/ 48 h 365"/>
                <a:gd name="T28" fmla="*/ 94 w 116"/>
                <a:gd name="T29" fmla="*/ 49 h 365"/>
                <a:gd name="T30" fmla="*/ 101 w 116"/>
                <a:gd name="T31" fmla="*/ 276 h 365"/>
                <a:gd name="T32" fmla="*/ 104 w 116"/>
                <a:gd name="T33" fmla="*/ 310 h 365"/>
                <a:gd name="T34" fmla="*/ 95 w 116"/>
                <a:gd name="T35" fmla="*/ 301 h 365"/>
                <a:gd name="T36" fmla="*/ 76 w 116"/>
                <a:gd name="T37" fmla="*/ 328 h 365"/>
                <a:gd name="T38" fmla="*/ 68 w 116"/>
                <a:gd name="T39" fmla="*/ 330 h 365"/>
                <a:gd name="T40" fmla="*/ 67 w 116"/>
                <a:gd name="T41" fmla="*/ 331 h 365"/>
                <a:gd name="T42" fmla="*/ 42 w 116"/>
                <a:gd name="T43" fmla="*/ 324 h 365"/>
                <a:gd name="T44" fmla="*/ 25 w 116"/>
                <a:gd name="T45" fmla="*/ 295 h 365"/>
                <a:gd name="T46" fmla="*/ 25 w 116"/>
                <a:gd name="T47" fmla="*/ 292 h 365"/>
                <a:gd name="T48" fmla="*/ 25 w 116"/>
                <a:gd name="T49" fmla="*/ 291 h 365"/>
                <a:gd name="T50" fmla="*/ 40 w 116"/>
                <a:gd name="T51" fmla="*/ 0 h 365"/>
                <a:gd name="T52" fmla="*/ 1 w 116"/>
                <a:gd name="T53" fmla="*/ 45 h 365"/>
                <a:gd name="T54" fmla="*/ 0 w 116"/>
                <a:gd name="T55" fmla="*/ 66 h 365"/>
                <a:gd name="T56" fmla="*/ 19 w 116"/>
                <a:gd name="T57" fmla="*/ 292 h 365"/>
                <a:gd name="T58" fmla="*/ 39 w 116"/>
                <a:gd name="T59" fmla="*/ 329 h 365"/>
                <a:gd name="T60" fmla="*/ 65 w 116"/>
                <a:gd name="T61" fmla="*/ 337 h 365"/>
                <a:gd name="T62" fmla="*/ 68 w 116"/>
                <a:gd name="T63" fmla="*/ 336 h 365"/>
                <a:gd name="T64" fmla="*/ 84 w 116"/>
                <a:gd name="T65" fmla="*/ 331 h 365"/>
                <a:gd name="T66" fmla="*/ 99 w 116"/>
                <a:gd name="T67" fmla="*/ 313 h 365"/>
                <a:gd name="T68" fmla="*/ 115 w 116"/>
                <a:gd name="T69" fmla="*/ 355 h 365"/>
                <a:gd name="T70" fmla="*/ 112 w 116"/>
                <a:gd name="T71" fmla="*/ 328 h 365"/>
                <a:gd name="T72" fmla="*/ 107 w 116"/>
                <a:gd name="T73" fmla="*/ 284 h 365"/>
                <a:gd name="T74" fmla="*/ 107 w 116"/>
                <a:gd name="T75" fmla="*/ 275 h 365"/>
                <a:gd name="T76" fmla="*/ 107 w 116"/>
                <a:gd name="T77" fmla="*/ 275 h 365"/>
                <a:gd name="T78" fmla="*/ 100 w 116"/>
                <a:gd name="T79" fmla="*/ 49 h 365"/>
                <a:gd name="T80" fmla="*/ 74 w 116"/>
                <a:gd name="T81" fmla="*/ 8 h 365"/>
                <a:gd name="T82" fmla="*/ 40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8" name="Freeform 872">
              <a:extLst>
                <a:ext uri="{FF2B5EF4-FFF2-40B4-BE49-F238E27FC236}">
                  <a16:creationId xmlns:a16="http://schemas.microsoft.com/office/drawing/2014/main" id="{5FF734E3-C293-4757-97FA-90644F489122}"/>
                </a:ext>
              </a:extLst>
            </p:cNvPr>
            <p:cNvSpPr>
              <a:spLocks/>
            </p:cNvSpPr>
            <p:nvPr userDrawn="1"/>
          </p:nvSpPr>
          <p:spPr bwMode="auto">
            <a:xfrm>
              <a:off x="3233390" y="2704315"/>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9" name="Freeform 873">
              <a:extLst>
                <a:ext uri="{FF2B5EF4-FFF2-40B4-BE49-F238E27FC236}">
                  <a16:creationId xmlns:a16="http://schemas.microsoft.com/office/drawing/2014/main" id="{D62B934B-7651-4492-941E-B2E197E9D90E}"/>
                </a:ext>
              </a:extLst>
            </p:cNvPr>
            <p:cNvSpPr>
              <a:spLocks noEditPoints="1"/>
            </p:cNvSpPr>
            <p:nvPr userDrawn="1"/>
          </p:nvSpPr>
          <p:spPr bwMode="auto">
            <a:xfrm>
              <a:off x="4760650" y="2208607"/>
              <a:ext cx="188650" cy="148512"/>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0" name="Freeform 874">
              <a:extLst>
                <a:ext uri="{FF2B5EF4-FFF2-40B4-BE49-F238E27FC236}">
                  <a16:creationId xmlns:a16="http://schemas.microsoft.com/office/drawing/2014/main" id="{FB6B190E-51B3-4786-9657-57072B01FF88}"/>
                </a:ext>
              </a:extLst>
            </p:cNvPr>
            <p:cNvSpPr>
              <a:spLocks noEditPoints="1"/>
            </p:cNvSpPr>
            <p:nvPr userDrawn="1"/>
          </p:nvSpPr>
          <p:spPr bwMode="auto">
            <a:xfrm>
              <a:off x="3036712" y="1851376"/>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1" name="Freeform 875">
              <a:extLst>
                <a:ext uri="{FF2B5EF4-FFF2-40B4-BE49-F238E27FC236}">
                  <a16:creationId xmlns:a16="http://schemas.microsoft.com/office/drawing/2014/main" id="{064C3DC9-CBEA-454E-97A4-C4522B7B0916}"/>
                </a:ext>
              </a:extLst>
            </p:cNvPr>
            <p:cNvSpPr>
              <a:spLocks noEditPoints="1"/>
            </p:cNvSpPr>
            <p:nvPr userDrawn="1"/>
          </p:nvSpPr>
          <p:spPr bwMode="auto">
            <a:xfrm>
              <a:off x="5105839" y="3017393"/>
              <a:ext cx="238823" cy="182630"/>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3 h 121"/>
                <a:gd name="T38" fmla="*/ 6 w 159"/>
                <a:gd name="T39" fmla="*/ 45 h 121"/>
                <a:gd name="T40" fmla="*/ 11 w 159"/>
                <a:gd name="T41" fmla="*/ 38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5"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2" name="Freeform 876">
              <a:extLst>
                <a:ext uri="{FF2B5EF4-FFF2-40B4-BE49-F238E27FC236}">
                  <a16:creationId xmlns:a16="http://schemas.microsoft.com/office/drawing/2014/main" id="{02AF5707-1CCC-4E2B-A361-2A7A8B2EB50B}"/>
                </a:ext>
              </a:extLst>
            </p:cNvPr>
            <p:cNvSpPr>
              <a:spLocks noEditPoints="1"/>
            </p:cNvSpPr>
            <p:nvPr userDrawn="1"/>
          </p:nvSpPr>
          <p:spPr bwMode="auto">
            <a:xfrm>
              <a:off x="4746602" y="2361132"/>
              <a:ext cx="248857" cy="228788"/>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3" name="Freeform 877">
              <a:extLst>
                <a:ext uri="{FF2B5EF4-FFF2-40B4-BE49-F238E27FC236}">
                  <a16:creationId xmlns:a16="http://schemas.microsoft.com/office/drawing/2014/main" id="{43A1FCA9-DAC9-480D-82D4-8C50C5352FB8}"/>
                </a:ext>
              </a:extLst>
            </p:cNvPr>
            <p:cNvSpPr>
              <a:spLocks noEditPoints="1"/>
            </p:cNvSpPr>
            <p:nvPr userDrawn="1"/>
          </p:nvSpPr>
          <p:spPr bwMode="auto">
            <a:xfrm>
              <a:off x="5553381" y="3533169"/>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2 w 152"/>
                <a:gd name="T31" fmla="*/ 99 h 141"/>
                <a:gd name="T32" fmla="*/ 96 w 152"/>
                <a:gd name="T33" fmla="*/ 112 h 141"/>
                <a:gd name="T34" fmla="*/ 88 w 152"/>
                <a:gd name="T35" fmla="*/ 116 h 141"/>
                <a:gd name="T36" fmla="*/ 87 w 152"/>
                <a:gd name="T37" fmla="*/ 116 h 141"/>
                <a:gd name="T38" fmla="*/ 71 w 152"/>
                <a:gd name="T39" fmla="*/ 120 h 141"/>
                <a:gd name="T40" fmla="*/ 51 w 152"/>
                <a:gd name="T41" fmla="*/ 117 h 141"/>
                <a:gd name="T42" fmla="*/ 41 w 152"/>
                <a:gd name="T43" fmla="*/ 114 h 141"/>
                <a:gd name="T44" fmla="*/ 12 w 152"/>
                <a:gd name="T45" fmla="*/ 85 h 141"/>
                <a:gd name="T46" fmla="*/ 8 w 152"/>
                <a:gd name="T47" fmla="*/ 43 h 141"/>
                <a:gd name="T48" fmla="*/ 10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4" name="Freeform 878">
              <a:extLst>
                <a:ext uri="{FF2B5EF4-FFF2-40B4-BE49-F238E27FC236}">
                  <a16:creationId xmlns:a16="http://schemas.microsoft.com/office/drawing/2014/main" id="{CEFD51AE-A810-42BD-A224-137A2BCA3D47}"/>
                </a:ext>
              </a:extLst>
            </p:cNvPr>
            <p:cNvSpPr>
              <a:spLocks/>
            </p:cNvSpPr>
            <p:nvPr userDrawn="1"/>
          </p:nvSpPr>
          <p:spPr bwMode="auto">
            <a:xfrm>
              <a:off x="5760092" y="3697736"/>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5" name="Freeform 879">
              <a:extLst>
                <a:ext uri="{FF2B5EF4-FFF2-40B4-BE49-F238E27FC236}">
                  <a16:creationId xmlns:a16="http://schemas.microsoft.com/office/drawing/2014/main" id="{3DD99267-5BDB-4AC3-83E6-077F86E1D29A}"/>
                </a:ext>
              </a:extLst>
            </p:cNvPr>
            <p:cNvSpPr>
              <a:spLocks noEditPoints="1"/>
            </p:cNvSpPr>
            <p:nvPr userDrawn="1"/>
          </p:nvSpPr>
          <p:spPr bwMode="auto">
            <a:xfrm>
              <a:off x="4730547" y="3137808"/>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6" name="Freeform 880">
              <a:extLst>
                <a:ext uri="{FF2B5EF4-FFF2-40B4-BE49-F238E27FC236}">
                  <a16:creationId xmlns:a16="http://schemas.microsoft.com/office/drawing/2014/main" id="{8C172E85-AC17-44CF-8506-F615B70DDF13}"/>
                </a:ext>
              </a:extLst>
            </p:cNvPr>
            <p:cNvSpPr>
              <a:spLocks noEditPoints="1"/>
            </p:cNvSpPr>
            <p:nvPr userDrawn="1"/>
          </p:nvSpPr>
          <p:spPr bwMode="auto">
            <a:xfrm>
              <a:off x="5083763" y="3627495"/>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7" name="Freeform 881">
              <a:extLst>
                <a:ext uri="{FF2B5EF4-FFF2-40B4-BE49-F238E27FC236}">
                  <a16:creationId xmlns:a16="http://schemas.microsoft.com/office/drawing/2014/main" id="{BFD7457B-B433-461F-9AFE-B6A95B2495C4}"/>
                </a:ext>
              </a:extLst>
            </p:cNvPr>
            <p:cNvSpPr>
              <a:spLocks noEditPoints="1"/>
            </p:cNvSpPr>
            <p:nvPr userDrawn="1"/>
          </p:nvSpPr>
          <p:spPr bwMode="auto">
            <a:xfrm>
              <a:off x="3572557" y="2965214"/>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8" name="Freeform 882">
              <a:extLst>
                <a:ext uri="{FF2B5EF4-FFF2-40B4-BE49-F238E27FC236}">
                  <a16:creationId xmlns:a16="http://schemas.microsoft.com/office/drawing/2014/main" id="{096DCCFD-24AA-4AB9-8CD9-25FE9B9FBAB2}"/>
                </a:ext>
              </a:extLst>
            </p:cNvPr>
            <p:cNvSpPr>
              <a:spLocks/>
            </p:cNvSpPr>
            <p:nvPr userDrawn="1"/>
          </p:nvSpPr>
          <p:spPr bwMode="auto">
            <a:xfrm>
              <a:off x="3703007" y="2967220"/>
              <a:ext cx="4014" cy="2008"/>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9" name="Freeform 883">
              <a:extLst>
                <a:ext uri="{FF2B5EF4-FFF2-40B4-BE49-F238E27FC236}">
                  <a16:creationId xmlns:a16="http://schemas.microsoft.com/office/drawing/2014/main" id="{306C34E0-C8AB-42F5-9814-81F30C4130F6}"/>
                </a:ext>
              </a:extLst>
            </p:cNvPr>
            <p:cNvSpPr>
              <a:spLocks noEditPoints="1"/>
            </p:cNvSpPr>
            <p:nvPr userDrawn="1"/>
          </p:nvSpPr>
          <p:spPr bwMode="auto">
            <a:xfrm>
              <a:off x="4433524" y="2435389"/>
              <a:ext cx="315086" cy="282975"/>
            </a:xfrm>
            <a:custGeom>
              <a:avLst/>
              <a:gdLst>
                <a:gd name="T0" fmla="*/ 10 w 209"/>
                <a:gd name="T1" fmla="*/ 188 h 188"/>
                <a:gd name="T2" fmla="*/ 12 w 209"/>
                <a:gd name="T3" fmla="*/ 180 h 188"/>
                <a:gd name="T4" fmla="*/ 82 w 209"/>
                <a:gd name="T5" fmla="*/ 3 h 188"/>
                <a:gd name="T6" fmla="*/ 82 w 209"/>
                <a:gd name="T7" fmla="*/ 3 h 188"/>
                <a:gd name="T8" fmla="*/ 8 w 209"/>
                <a:gd name="T9" fmla="*/ 68 h 188"/>
                <a:gd name="T10" fmla="*/ 4 w 209"/>
                <a:gd name="T11" fmla="*/ 114 h 188"/>
                <a:gd name="T12" fmla="*/ 14 w 209"/>
                <a:gd name="T13" fmla="*/ 153 h 188"/>
                <a:gd name="T14" fmla="*/ 13 w 209"/>
                <a:gd name="T15" fmla="*/ 172 h 188"/>
                <a:gd name="T16" fmla="*/ 17 w 209"/>
                <a:gd name="T17" fmla="*/ 177 h 188"/>
                <a:gd name="T18" fmla="*/ 40 w 209"/>
                <a:gd name="T19" fmla="*/ 144 h 188"/>
                <a:gd name="T20" fmla="*/ 85 w 209"/>
                <a:gd name="T21" fmla="*/ 165 h 188"/>
                <a:gd name="T22" fmla="*/ 116 w 209"/>
                <a:gd name="T23" fmla="*/ 172 h 188"/>
                <a:gd name="T24" fmla="*/ 111 w 209"/>
                <a:gd name="T25" fmla="*/ 166 h 188"/>
                <a:gd name="T26" fmla="*/ 110 w 209"/>
                <a:gd name="T27" fmla="*/ 166 h 188"/>
                <a:gd name="T28" fmla="*/ 88 w 209"/>
                <a:gd name="T29" fmla="*/ 160 h 188"/>
                <a:gd name="T30" fmla="*/ 82 w 209"/>
                <a:gd name="T31" fmla="*/ 158 h 188"/>
                <a:gd name="T32" fmla="*/ 40 w 209"/>
                <a:gd name="T33" fmla="*/ 137 h 188"/>
                <a:gd name="T34" fmla="*/ 20 w 209"/>
                <a:gd name="T35" fmla="*/ 162 h 188"/>
                <a:gd name="T36" fmla="*/ 13 w 209"/>
                <a:gd name="T37" fmla="*/ 116 h 188"/>
                <a:gd name="T38" fmla="*/ 12 w 209"/>
                <a:gd name="T39" fmla="*/ 115 h 188"/>
                <a:gd name="T40" fmla="*/ 6 w 209"/>
                <a:gd name="T41" fmla="*/ 97 h 188"/>
                <a:gd name="T42" fmla="*/ 13 w 209"/>
                <a:gd name="T43" fmla="*/ 70 h 188"/>
                <a:gd name="T44" fmla="*/ 13 w 209"/>
                <a:gd name="T45" fmla="*/ 70 h 188"/>
                <a:gd name="T46" fmla="*/ 84 w 209"/>
                <a:gd name="T47" fmla="*/ 9 h 188"/>
                <a:gd name="T48" fmla="*/ 107 w 209"/>
                <a:gd name="T49" fmla="*/ 6 h 188"/>
                <a:gd name="T50" fmla="*/ 152 w 209"/>
                <a:gd name="T51" fmla="*/ 15 h 188"/>
                <a:gd name="T52" fmla="*/ 203 w 209"/>
                <a:gd name="T53" fmla="*/ 79 h 188"/>
                <a:gd name="T54" fmla="*/ 153 w 209"/>
                <a:gd name="T55" fmla="*/ 157 h 188"/>
                <a:gd name="T56" fmla="*/ 121 w 209"/>
                <a:gd name="T57" fmla="*/ 165 h 188"/>
                <a:gd name="T58" fmla="*/ 156 w 209"/>
                <a:gd name="T59" fmla="*/ 162 h 188"/>
                <a:gd name="T60" fmla="*/ 156 w 209"/>
                <a:gd name="T61" fmla="*/ 162 h 188"/>
                <a:gd name="T62" fmla="*/ 209 w 209"/>
                <a:gd name="T63" fmla="*/ 79 h 188"/>
                <a:gd name="T64" fmla="*/ 202 w 209"/>
                <a:gd name="T65" fmla="*/ 48 h 188"/>
                <a:gd name="T66" fmla="*/ 154 w 209"/>
                <a:gd name="T67" fmla="*/ 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188">
                  <a:moveTo>
                    <a:pt x="12" y="180"/>
                  </a:moveTo>
                  <a:cubicBezTo>
                    <a:pt x="10" y="188"/>
                    <a:pt x="10" y="188"/>
                    <a:pt x="10" y="188"/>
                  </a:cubicBezTo>
                  <a:cubicBezTo>
                    <a:pt x="14" y="182"/>
                    <a:pt x="14" y="182"/>
                    <a:pt x="14" y="182"/>
                  </a:cubicBezTo>
                  <a:cubicBezTo>
                    <a:pt x="13" y="182"/>
                    <a:pt x="12" y="181"/>
                    <a:pt x="12" y="180"/>
                  </a:cubicBezTo>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0"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0" name="Freeform 884">
              <a:extLst>
                <a:ext uri="{FF2B5EF4-FFF2-40B4-BE49-F238E27FC236}">
                  <a16:creationId xmlns:a16="http://schemas.microsoft.com/office/drawing/2014/main" id="{269055F7-3642-4952-BEEA-C18FE9973E5C}"/>
                </a:ext>
              </a:extLst>
            </p:cNvPr>
            <p:cNvSpPr>
              <a:spLocks/>
            </p:cNvSpPr>
            <p:nvPr userDrawn="1"/>
          </p:nvSpPr>
          <p:spPr bwMode="auto">
            <a:xfrm>
              <a:off x="4608124" y="2684246"/>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1" name="Freeform 885">
              <a:extLst>
                <a:ext uri="{FF2B5EF4-FFF2-40B4-BE49-F238E27FC236}">
                  <a16:creationId xmlns:a16="http://schemas.microsoft.com/office/drawing/2014/main" id="{5CB772BB-D727-4FA9-A6A7-30903BF96E10}"/>
                </a:ext>
              </a:extLst>
            </p:cNvPr>
            <p:cNvSpPr>
              <a:spLocks/>
            </p:cNvSpPr>
            <p:nvPr userDrawn="1"/>
          </p:nvSpPr>
          <p:spPr bwMode="auto">
            <a:xfrm>
              <a:off x="4451585" y="2696287"/>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2" name="Freeform 886">
              <a:extLst>
                <a:ext uri="{FF2B5EF4-FFF2-40B4-BE49-F238E27FC236}">
                  <a16:creationId xmlns:a16="http://schemas.microsoft.com/office/drawing/2014/main" id="{EBBB40E6-3500-453A-88D6-136C914B6C2E}"/>
                </a:ext>
              </a:extLst>
            </p:cNvPr>
            <p:cNvSpPr>
              <a:spLocks noEditPoints="1"/>
            </p:cNvSpPr>
            <p:nvPr userDrawn="1"/>
          </p:nvSpPr>
          <p:spPr bwMode="auto">
            <a:xfrm>
              <a:off x="5585492" y="2236704"/>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1 w 306"/>
                <a:gd name="T25" fmla="*/ 162 h 269"/>
                <a:gd name="T26" fmla="*/ 17 w 306"/>
                <a:gd name="T27" fmla="*/ 101 h 269"/>
                <a:gd name="T28" fmla="*/ 18 w 306"/>
                <a:gd name="T29" fmla="*/ 100 h 269"/>
                <a:gd name="T30" fmla="*/ 39 w 306"/>
                <a:gd name="T31" fmla="*/ 62 h 269"/>
                <a:gd name="T32" fmla="*/ 158 w 306"/>
                <a:gd name="T33" fmla="*/ 0 h 269"/>
                <a:gd name="T34" fmla="*/ 121 w 306"/>
                <a:gd name="T35" fmla="*/ 3 h 269"/>
                <a:gd name="T36" fmla="*/ 32 w 306"/>
                <a:gd name="T37" fmla="*/ 60 h 269"/>
                <a:gd name="T38" fmla="*/ 2 w 306"/>
                <a:gd name="T39" fmla="*/ 126 h 269"/>
                <a:gd name="T40" fmla="*/ 6 w 306"/>
                <a:gd name="T41" fmla="*/ 166 h 269"/>
                <a:gd name="T42" fmla="*/ 22 w 306"/>
                <a:gd name="T43" fmla="*/ 224 h 269"/>
                <a:gd name="T44" fmla="*/ 20 w 306"/>
                <a:gd name="T45" fmla="*/ 252 h 269"/>
                <a:gd name="T46" fmla="*/ 19 w 306"/>
                <a:gd name="T47" fmla="*/ 255 h 269"/>
                <a:gd name="T48" fmla="*/ 25 w 306"/>
                <a:gd name="T49" fmla="*/ 257 h 269"/>
                <a:gd name="T50" fmla="*/ 73 w 306"/>
                <a:gd name="T51" fmla="*/ 217 h 269"/>
                <a:gd name="T52" fmla="*/ 162 w 306"/>
                <a:gd name="T53" fmla="*/ 250 h 269"/>
                <a:gd name="T54" fmla="*/ 229 w 306"/>
                <a:gd name="T55" fmla="*/ 236 h 269"/>
                <a:gd name="T56" fmla="*/ 291 w 306"/>
                <a:gd name="T57" fmla="*/ 173 h 269"/>
                <a:gd name="T58" fmla="*/ 297 w 306"/>
                <a:gd name="T59" fmla="*/ 69 h 269"/>
                <a:gd name="T60" fmla="*/ 296 w 306"/>
                <a:gd name="T61" fmla="*/ 69 h 269"/>
                <a:gd name="T62" fmla="*/ 187 w 306"/>
                <a:gd name="T63" fmla="*/ 2 h 269"/>
                <a:gd name="T64" fmla="*/ 186 w 306"/>
                <a:gd name="T65" fmla="*/ 2 h 269"/>
                <a:gd name="T66" fmla="*/ 162 w 306"/>
                <a:gd name="T67" fmla="*/ 0 h 269"/>
                <a:gd name="T68" fmla="*/ 158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3" name="Freeform 887">
              <a:extLst>
                <a:ext uri="{FF2B5EF4-FFF2-40B4-BE49-F238E27FC236}">
                  <a16:creationId xmlns:a16="http://schemas.microsoft.com/office/drawing/2014/main" id="{3F107420-9248-459E-971B-546B643B37CE}"/>
                </a:ext>
              </a:extLst>
            </p:cNvPr>
            <p:cNvSpPr>
              <a:spLocks noEditPoints="1"/>
            </p:cNvSpPr>
            <p:nvPr userDrawn="1"/>
          </p:nvSpPr>
          <p:spPr bwMode="auto">
            <a:xfrm>
              <a:off x="5830335" y="2236704"/>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4" name="Freeform 888">
              <a:extLst>
                <a:ext uri="{FF2B5EF4-FFF2-40B4-BE49-F238E27FC236}">
                  <a16:creationId xmlns:a16="http://schemas.microsoft.com/office/drawing/2014/main" id="{FFE77805-927B-4BF5-AE2E-FFECB72D5BD2}"/>
                </a:ext>
              </a:extLst>
            </p:cNvPr>
            <p:cNvSpPr>
              <a:spLocks/>
            </p:cNvSpPr>
            <p:nvPr userDrawn="1"/>
          </p:nvSpPr>
          <p:spPr bwMode="auto">
            <a:xfrm>
              <a:off x="5585492" y="2425353"/>
              <a:ext cx="4014" cy="32111"/>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5" name="Freeform 889">
              <a:extLst>
                <a:ext uri="{FF2B5EF4-FFF2-40B4-BE49-F238E27FC236}">
                  <a16:creationId xmlns:a16="http://schemas.microsoft.com/office/drawing/2014/main" id="{33D2CE88-7E33-4A00-975D-2D3FEC2E49BC}"/>
                </a:ext>
              </a:extLst>
            </p:cNvPr>
            <p:cNvSpPr>
              <a:spLocks noEditPoints="1"/>
            </p:cNvSpPr>
            <p:nvPr userDrawn="1"/>
          </p:nvSpPr>
          <p:spPr bwMode="auto">
            <a:xfrm>
              <a:off x="3420032" y="3298361"/>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6" name="Freeform 890">
              <a:extLst>
                <a:ext uri="{FF2B5EF4-FFF2-40B4-BE49-F238E27FC236}">
                  <a16:creationId xmlns:a16="http://schemas.microsoft.com/office/drawing/2014/main" id="{4C0FE984-FDF5-4DB4-86A7-9B240B26E8AB}"/>
                </a:ext>
              </a:extLst>
            </p:cNvPr>
            <p:cNvSpPr>
              <a:spLocks noEditPoints="1"/>
            </p:cNvSpPr>
            <p:nvPr userDrawn="1"/>
          </p:nvSpPr>
          <p:spPr bwMode="auto">
            <a:xfrm>
              <a:off x="4993452" y="2465492"/>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7" name="Freeform 891">
              <a:extLst>
                <a:ext uri="{FF2B5EF4-FFF2-40B4-BE49-F238E27FC236}">
                  <a16:creationId xmlns:a16="http://schemas.microsoft.com/office/drawing/2014/main" id="{AD40E719-A0FE-4B9C-9863-50A5669020F8}"/>
                </a:ext>
              </a:extLst>
            </p:cNvPr>
            <p:cNvSpPr>
              <a:spLocks noEditPoints="1"/>
            </p:cNvSpPr>
            <p:nvPr userDrawn="1"/>
          </p:nvSpPr>
          <p:spPr bwMode="auto">
            <a:xfrm>
              <a:off x="3755187" y="3523135"/>
              <a:ext cx="156539" cy="104359"/>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4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6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8" name="Freeform 892">
              <a:extLst>
                <a:ext uri="{FF2B5EF4-FFF2-40B4-BE49-F238E27FC236}">
                  <a16:creationId xmlns:a16="http://schemas.microsoft.com/office/drawing/2014/main" id="{B00F47C5-7F4C-4BA0-A063-16B57749CA7E}"/>
                </a:ext>
              </a:extLst>
            </p:cNvPr>
            <p:cNvSpPr>
              <a:spLocks noEditPoints="1"/>
            </p:cNvSpPr>
            <p:nvPr userDrawn="1"/>
          </p:nvSpPr>
          <p:spPr bwMode="auto">
            <a:xfrm>
              <a:off x="3199272" y="3653584"/>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6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9" name="Freeform 893">
              <a:extLst>
                <a:ext uri="{FF2B5EF4-FFF2-40B4-BE49-F238E27FC236}">
                  <a16:creationId xmlns:a16="http://schemas.microsoft.com/office/drawing/2014/main" id="{A731545F-6CAF-46E0-9E44-597EEDB81A52}"/>
                </a:ext>
              </a:extLst>
            </p:cNvPr>
            <p:cNvSpPr>
              <a:spLocks noEditPoints="1"/>
            </p:cNvSpPr>
            <p:nvPr userDrawn="1"/>
          </p:nvSpPr>
          <p:spPr bwMode="auto">
            <a:xfrm>
              <a:off x="4086327" y="3143828"/>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0" name="Freeform 894">
              <a:extLst>
                <a:ext uri="{FF2B5EF4-FFF2-40B4-BE49-F238E27FC236}">
                  <a16:creationId xmlns:a16="http://schemas.microsoft.com/office/drawing/2014/main" id="{CE491E73-8BC0-4421-8513-889A64C6BB2B}"/>
                </a:ext>
              </a:extLst>
            </p:cNvPr>
            <p:cNvSpPr>
              <a:spLocks noEditPoints="1"/>
            </p:cNvSpPr>
            <p:nvPr userDrawn="1"/>
          </p:nvSpPr>
          <p:spPr bwMode="auto">
            <a:xfrm>
              <a:off x="4072279" y="2868882"/>
              <a:ext cx="252871" cy="232802"/>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2 w 168"/>
                <a:gd name="T35" fmla="*/ 149 h 155"/>
                <a:gd name="T36" fmla="*/ 51 w 168"/>
                <a:gd name="T37" fmla="*/ 143 h 155"/>
                <a:gd name="T38" fmla="*/ 41 w 168"/>
                <a:gd name="T39" fmla="*/ 113 h 155"/>
                <a:gd name="T40" fmla="*/ 41 w 168"/>
                <a:gd name="T41" fmla="*/ 112 h 155"/>
                <a:gd name="T42" fmla="*/ 19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2"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1" name="Freeform 895">
              <a:extLst>
                <a:ext uri="{FF2B5EF4-FFF2-40B4-BE49-F238E27FC236}">
                  <a16:creationId xmlns:a16="http://schemas.microsoft.com/office/drawing/2014/main" id="{4628280F-57B1-41AB-B6B9-BAC677348240}"/>
                </a:ext>
              </a:extLst>
            </p:cNvPr>
            <p:cNvSpPr>
              <a:spLocks noEditPoints="1"/>
            </p:cNvSpPr>
            <p:nvPr userDrawn="1"/>
          </p:nvSpPr>
          <p:spPr bwMode="auto">
            <a:xfrm>
              <a:off x="3448129" y="2407292"/>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2" name="Freeform 896">
              <a:extLst>
                <a:ext uri="{FF2B5EF4-FFF2-40B4-BE49-F238E27FC236}">
                  <a16:creationId xmlns:a16="http://schemas.microsoft.com/office/drawing/2014/main" id="{EACD9650-2603-456A-956B-D87D69AA05C6}"/>
                </a:ext>
              </a:extLst>
            </p:cNvPr>
            <p:cNvSpPr>
              <a:spLocks/>
            </p:cNvSpPr>
            <p:nvPr userDrawn="1"/>
          </p:nvSpPr>
          <p:spPr bwMode="auto">
            <a:xfrm>
              <a:off x="3688958" y="2611997"/>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3" name="Freeform 897">
              <a:extLst>
                <a:ext uri="{FF2B5EF4-FFF2-40B4-BE49-F238E27FC236}">
                  <a16:creationId xmlns:a16="http://schemas.microsoft.com/office/drawing/2014/main" id="{58C8DF03-02F9-4415-A126-FA9DEAF1BA85}"/>
                </a:ext>
              </a:extLst>
            </p:cNvPr>
            <p:cNvSpPr>
              <a:spLocks noEditPoints="1"/>
            </p:cNvSpPr>
            <p:nvPr userDrawn="1"/>
          </p:nvSpPr>
          <p:spPr bwMode="auto">
            <a:xfrm>
              <a:off x="4224805" y="3208049"/>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4" name="Freeform 898">
              <a:extLst>
                <a:ext uri="{FF2B5EF4-FFF2-40B4-BE49-F238E27FC236}">
                  <a16:creationId xmlns:a16="http://schemas.microsoft.com/office/drawing/2014/main" id="{50DA9D78-6107-4F44-A52A-4F991A65C342}"/>
                </a:ext>
              </a:extLst>
            </p:cNvPr>
            <p:cNvSpPr>
              <a:spLocks noEditPoints="1"/>
            </p:cNvSpPr>
            <p:nvPr userDrawn="1"/>
          </p:nvSpPr>
          <p:spPr bwMode="auto">
            <a:xfrm>
              <a:off x="3319686" y="2553796"/>
              <a:ext cx="178616" cy="252871"/>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5" name="Freeform 899">
              <a:extLst>
                <a:ext uri="{FF2B5EF4-FFF2-40B4-BE49-F238E27FC236}">
                  <a16:creationId xmlns:a16="http://schemas.microsoft.com/office/drawing/2014/main" id="{107DA708-D9B0-4CA6-86BF-403BE9ADE93D}"/>
                </a:ext>
              </a:extLst>
            </p:cNvPr>
            <p:cNvSpPr>
              <a:spLocks/>
            </p:cNvSpPr>
            <p:nvPr userDrawn="1"/>
          </p:nvSpPr>
          <p:spPr bwMode="auto">
            <a:xfrm>
              <a:off x="3490275" y="2758501"/>
              <a:ext cx="8028" cy="6021"/>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6" name="Freeform 900">
              <a:extLst>
                <a:ext uri="{FF2B5EF4-FFF2-40B4-BE49-F238E27FC236}">
                  <a16:creationId xmlns:a16="http://schemas.microsoft.com/office/drawing/2014/main" id="{10B9A7E6-8471-46D2-B0FF-E7DFE9B82D7A}"/>
                </a:ext>
              </a:extLst>
            </p:cNvPr>
            <p:cNvSpPr>
              <a:spLocks noEditPoints="1"/>
            </p:cNvSpPr>
            <p:nvPr userDrawn="1"/>
          </p:nvSpPr>
          <p:spPr bwMode="auto">
            <a:xfrm>
              <a:off x="4730547" y="2609989"/>
              <a:ext cx="329134" cy="196677"/>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5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5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7" name="Freeform 901">
              <a:extLst>
                <a:ext uri="{FF2B5EF4-FFF2-40B4-BE49-F238E27FC236}">
                  <a16:creationId xmlns:a16="http://schemas.microsoft.com/office/drawing/2014/main" id="{71498C16-6289-407D-84A6-29C077D358A6}"/>
                </a:ext>
              </a:extLst>
            </p:cNvPr>
            <p:cNvSpPr>
              <a:spLocks noEditPoints="1"/>
            </p:cNvSpPr>
            <p:nvPr userDrawn="1"/>
          </p:nvSpPr>
          <p:spPr bwMode="auto">
            <a:xfrm>
              <a:off x="5079750" y="2668191"/>
              <a:ext cx="210726" cy="20671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1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2 w 140"/>
                <a:gd name="T27" fmla="*/ 105 h 137"/>
                <a:gd name="T28" fmla="*/ 38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5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8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8"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8" name="Freeform 902">
              <a:extLst>
                <a:ext uri="{FF2B5EF4-FFF2-40B4-BE49-F238E27FC236}">
                  <a16:creationId xmlns:a16="http://schemas.microsoft.com/office/drawing/2014/main" id="{2FD1E008-249E-48D6-9EC2-6ABA8BC90B8B}"/>
                </a:ext>
              </a:extLst>
            </p:cNvPr>
            <p:cNvSpPr>
              <a:spLocks noEditPoints="1"/>
            </p:cNvSpPr>
            <p:nvPr userDrawn="1"/>
          </p:nvSpPr>
          <p:spPr bwMode="auto">
            <a:xfrm>
              <a:off x="4034147" y="2491582"/>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9" name="Freeform 903">
              <a:extLst>
                <a:ext uri="{FF2B5EF4-FFF2-40B4-BE49-F238E27FC236}">
                  <a16:creationId xmlns:a16="http://schemas.microsoft.com/office/drawing/2014/main" id="{15447A87-CBA6-4E38-BC46-F6F2B08FDDFB}"/>
                </a:ext>
              </a:extLst>
            </p:cNvPr>
            <p:cNvSpPr>
              <a:spLocks/>
            </p:cNvSpPr>
            <p:nvPr userDrawn="1"/>
          </p:nvSpPr>
          <p:spPr bwMode="auto">
            <a:xfrm>
              <a:off x="4152556" y="2686252"/>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0" name="Freeform 904">
              <a:extLst>
                <a:ext uri="{FF2B5EF4-FFF2-40B4-BE49-F238E27FC236}">
                  <a16:creationId xmlns:a16="http://schemas.microsoft.com/office/drawing/2014/main" id="{967DCED2-498D-4676-BB22-0122DCCF6A94}"/>
                </a:ext>
              </a:extLst>
            </p:cNvPr>
            <p:cNvSpPr>
              <a:spLocks noEditPoints="1"/>
            </p:cNvSpPr>
            <p:nvPr userDrawn="1"/>
          </p:nvSpPr>
          <p:spPr bwMode="auto">
            <a:xfrm>
              <a:off x="3875602" y="2270822"/>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1" name="Freeform 905">
              <a:extLst>
                <a:ext uri="{FF2B5EF4-FFF2-40B4-BE49-F238E27FC236}">
                  <a16:creationId xmlns:a16="http://schemas.microsoft.com/office/drawing/2014/main" id="{FCDDC78D-32AB-420E-BBC1-5BC395612A94}"/>
                </a:ext>
              </a:extLst>
            </p:cNvPr>
            <p:cNvSpPr>
              <a:spLocks noEditPoints="1"/>
            </p:cNvSpPr>
            <p:nvPr userDrawn="1"/>
          </p:nvSpPr>
          <p:spPr bwMode="auto">
            <a:xfrm>
              <a:off x="5300510" y="2626045"/>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0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2" name="Freeform 906">
              <a:extLst>
                <a:ext uri="{FF2B5EF4-FFF2-40B4-BE49-F238E27FC236}">
                  <a16:creationId xmlns:a16="http://schemas.microsoft.com/office/drawing/2014/main" id="{2DC8F693-4F0C-403C-BC5C-A20A79710E11}"/>
                </a:ext>
              </a:extLst>
            </p:cNvPr>
            <p:cNvSpPr>
              <a:spLocks noEditPoints="1"/>
            </p:cNvSpPr>
            <p:nvPr userDrawn="1"/>
          </p:nvSpPr>
          <p:spPr bwMode="auto">
            <a:xfrm>
              <a:off x="5589505" y="2092206"/>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17 w 76"/>
                <a:gd name="T69" fmla="*/ 6 h 115"/>
                <a:gd name="T70" fmla="*/ 16 w 76"/>
                <a:gd name="T71" fmla="*/ 3 h 115"/>
                <a:gd name="T72" fmla="*/ 8 w 76"/>
                <a:gd name="T73" fmla="*/ 8 h 115"/>
                <a:gd name="T74" fmla="*/ 1 w 76"/>
                <a:gd name="T75" fmla="*/ 22 h 115"/>
                <a:gd name="T76" fmla="*/ 0 w 76"/>
                <a:gd name="T77" fmla="*/ 39 h 115"/>
                <a:gd name="T78" fmla="*/ 1 w 76"/>
                <a:gd name="T79" fmla="*/ 61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90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1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3" name="Freeform 907">
              <a:extLst>
                <a:ext uri="{FF2B5EF4-FFF2-40B4-BE49-F238E27FC236}">
                  <a16:creationId xmlns:a16="http://schemas.microsoft.com/office/drawing/2014/main" id="{AF6D415B-4CFF-4CDC-A5EA-BF2272770B8D}"/>
                </a:ext>
              </a:extLst>
            </p:cNvPr>
            <p:cNvSpPr>
              <a:spLocks noEditPoints="1"/>
            </p:cNvSpPr>
            <p:nvPr userDrawn="1"/>
          </p:nvSpPr>
          <p:spPr bwMode="auto">
            <a:xfrm>
              <a:off x="4963349" y="1819266"/>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4" name="Freeform 908">
              <a:extLst>
                <a:ext uri="{FF2B5EF4-FFF2-40B4-BE49-F238E27FC236}">
                  <a16:creationId xmlns:a16="http://schemas.microsoft.com/office/drawing/2014/main" id="{10469472-BC38-499A-AF6C-51C10E46682E}"/>
                </a:ext>
              </a:extLst>
            </p:cNvPr>
            <p:cNvSpPr>
              <a:spLocks noEditPoints="1"/>
            </p:cNvSpPr>
            <p:nvPr userDrawn="1"/>
          </p:nvSpPr>
          <p:spPr bwMode="auto">
            <a:xfrm>
              <a:off x="3899685" y="2533727"/>
              <a:ext cx="114395" cy="174602"/>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6 h 115"/>
                <a:gd name="T64" fmla="*/ 60 w 76"/>
                <a:gd name="T65" fmla="*/ 0 h 115"/>
                <a:gd name="T66" fmla="*/ 60 w 76"/>
                <a:gd name="T67" fmla="*/ 0 h 115"/>
                <a:gd name="T68" fmla="*/ 60 w 76"/>
                <a:gd name="T69" fmla="*/ 0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cubicBezTo>
                    <a:pt x="60" y="6"/>
                    <a:pt x="60" y="6"/>
                    <a:pt x="60" y="6"/>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5" name="Freeform 909">
              <a:extLst>
                <a:ext uri="{FF2B5EF4-FFF2-40B4-BE49-F238E27FC236}">
                  <a16:creationId xmlns:a16="http://schemas.microsoft.com/office/drawing/2014/main" id="{95D643C5-B30F-4139-A7C8-A497B34C8337}"/>
                </a:ext>
              </a:extLst>
            </p:cNvPr>
            <p:cNvSpPr>
              <a:spLocks noEditPoints="1"/>
            </p:cNvSpPr>
            <p:nvPr userDrawn="1"/>
          </p:nvSpPr>
          <p:spPr bwMode="auto">
            <a:xfrm>
              <a:off x="3209307" y="2056081"/>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2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3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7 w 76"/>
                <a:gd name="T69" fmla="*/ 3 h 115"/>
                <a:gd name="T70" fmla="*/ 17 w 76"/>
                <a:gd name="T71" fmla="*/ 6 h 115"/>
                <a:gd name="T72" fmla="*/ 17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7" y="6"/>
                    <a:pt x="17" y="6"/>
                    <a:pt x="17" y="6"/>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6" name="Freeform 910">
              <a:extLst>
                <a:ext uri="{FF2B5EF4-FFF2-40B4-BE49-F238E27FC236}">
                  <a16:creationId xmlns:a16="http://schemas.microsoft.com/office/drawing/2014/main" id="{5FFDC425-0A42-4387-B448-B2778C967657}"/>
                </a:ext>
              </a:extLst>
            </p:cNvPr>
            <p:cNvSpPr>
              <a:spLocks noEditPoints="1"/>
            </p:cNvSpPr>
            <p:nvPr userDrawn="1"/>
          </p:nvSpPr>
          <p:spPr bwMode="auto">
            <a:xfrm>
              <a:off x="4357261" y="286687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7" name="Freeform 911">
              <a:extLst>
                <a:ext uri="{FF2B5EF4-FFF2-40B4-BE49-F238E27FC236}">
                  <a16:creationId xmlns:a16="http://schemas.microsoft.com/office/drawing/2014/main" id="{315AC139-7F54-4ECD-8F73-B45F06CC2E90}"/>
                </a:ext>
              </a:extLst>
            </p:cNvPr>
            <p:cNvSpPr>
              <a:spLocks noEditPoints="1"/>
            </p:cNvSpPr>
            <p:nvPr userDrawn="1"/>
          </p:nvSpPr>
          <p:spPr bwMode="auto">
            <a:xfrm>
              <a:off x="3929788" y="28909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0 h 116"/>
                <a:gd name="T66" fmla="*/ 60 w 76"/>
                <a:gd name="T67" fmla="*/ 0 h 116"/>
                <a:gd name="T68" fmla="*/ 59 w 76"/>
                <a:gd name="T69" fmla="*/ 0 h 116"/>
                <a:gd name="T70" fmla="*/ 16 w 76"/>
                <a:gd name="T71" fmla="*/ 4 h 116"/>
                <a:gd name="T72" fmla="*/ 8 w 76"/>
                <a:gd name="T73" fmla="*/ 8 h 116"/>
                <a:gd name="T74" fmla="*/ 2 w 76"/>
                <a:gd name="T75" fmla="*/ 22 h 116"/>
                <a:gd name="T76" fmla="*/ 0 w 76"/>
                <a:gd name="T77" fmla="*/ 40 h 116"/>
                <a:gd name="T78" fmla="*/ 2 w 76"/>
                <a:gd name="T79" fmla="*/ 61 h 116"/>
                <a:gd name="T80" fmla="*/ 9 w 76"/>
                <a:gd name="T81" fmla="*/ 82 h 116"/>
                <a:gd name="T82" fmla="*/ 15 w 76"/>
                <a:gd name="T83" fmla="*/ 88 h 116"/>
                <a:gd name="T84" fmla="*/ 16 w 76"/>
                <a:gd name="T85" fmla="*/ 89 h 116"/>
                <a:gd name="T86" fmla="*/ 38 w 76"/>
                <a:gd name="T87" fmla="*/ 90 h 116"/>
                <a:gd name="T88" fmla="*/ 26 w 76"/>
                <a:gd name="T89" fmla="*/ 116 h 116"/>
                <a:gd name="T90" fmla="*/ 56 w 76"/>
                <a:gd name="T91" fmla="*/ 90 h 116"/>
                <a:gd name="T92" fmla="*/ 72 w 76"/>
                <a:gd name="T93" fmla="*/ 85 h 116"/>
                <a:gd name="T94" fmla="*/ 75 w 76"/>
                <a:gd name="T95" fmla="*/ 81 h 116"/>
                <a:gd name="T96" fmla="*/ 76 w 76"/>
                <a:gd name="T97" fmla="*/ 77 h 116"/>
                <a:gd name="T98" fmla="*/ 76 w 76"/>
                <a:gd name="T99" fmla="*/ 76 h 116"/>
                <a:gd name="T100" fmla="*/ 76 w 76"/>
                <a:gd name="T101" fmla="*/ 28 h 116"/>
                <a:gd name="T102" fmla="*/ 69 w 76"/>
                <a:gd name="T103" fmla="*/ 5 h 116"/>
                <a:gd name="T104" fmla="*/ 63 w 76"/>
                <a:gd name="T105" fmla="*/ 1 h 116"/>
                <a:gd name="T106" fmla="*/ 60 w 76"/>
                <a:gd name="T10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8" name="Freeform 912">
              <a:extLst>
                <a:ext uri="{FF2B5EF4-FFF2-40B4-BE49-F238E27FC236}">
                  <a16:creationId xmlns:a16="http://schemas.microsoft.com/office/drawing/2014/main" id="{CF12BD71-654E-4F4D-8B6B-4D85F806E7CF}"/>
                </a:ext>
              </a:extLst>
            </p:cNvPr>
            <p:cNvSpPr>
              <a:spLocks noEditPoints="1"/>
            </p:cNvSpPr>
            <p:nvPr userDrawn="1"/>
          </p:nvSpPr>
          <p:spPr bwMode="auto">
            <a:xfrm>
              <a:off x="3436087" y="3087635"/>
              <a:ext cx="114395" cy="174602"/>
            </a:xfrm>
            <a:custGeom>
              <a:avLst/>
              <a:gdLst>
                <a:gd name="T0" fmla="*/ 19 w 76"/>
                <a:gd name="T1" fmla="*/ 83 h 116"/>
                <a:gd name="T2" fmla="*/ 19 w 76"/>
                <a:gd name="T3" fmla="*/ 83 h 116"/>
                <a:gd name="T4" fmla="*/ 19 w 76"/>
                <a:gd name="T5" fmla="*/ 83 h 116"/>
                <a:gd name="T6" fmla="*/ 19 w 76"/>
                <a:gd name="T7" fmla="*/ 83 h 116"/>
                <a:gd name="T8" fmla="*/ 17 w 76"/>
                <a:gd name="T9" fmla="*/ 10 h 116"/>
                <a:gd name="T10" fmla="*/ 60 w 76"/>
                <a:gd name="T11" fmla="*/ 6 h 116"/>
                <a:gd name="T12" fmla="*/ 62 w 76"/>
                <a:gd name="T13" fmla="*/ 7 h 116"/>
                <a:gd name="T14" fmla="*/ 67 w 76"/>
                <a:gd name="T15" fmla="*/ 11 h 116"/>
                <a:gd name="T16" fmla="*/ 70 w 76"/>
                <a:gd name="T17" fmla="*/ 28 h 116"/>
                <a:gd name="T18" fmla="*/ 70 w 76"/>
                <a:gd name="T19" fmla="*/ 76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3 w 76"/>
                <a:gd name="T37" fmla="*/ 94 h 116"/>
                <a:gd name="T38" fmla="*/ 47 w 76"/>
                <a:gd name="T39" fmla="*/ 84 h 116"/>
                <a:gd name="T40" fmla="*/ 18 w 76"/>
                <a:gd name="T41" fmla="*/ 83 h 116"/>
                <a:gd name="T42" fmla="*/ 14 w 76"/>
                <a:gd name="T43" fmla="*/ 78 h 116"/>
                <a:gd name="T44" fmla="*/ 8 w 76"/>
                <a:gd name="T45" fmla="*/ 60 h 116"/>
                <a:gd name="T46" fmla="*/ 8 w 76"/>
                <a:gd name="T47" fmla="*/ 60 h 116"/>
                <a:gd name="T48" fmla="*/ 8 w 76"/>
                <a:gd name="T49" fmla="*/ 60 h 116"/>
                <a:gd name="T50" fmla="*/ 8 w 76"/>
                <a:gd name="T51" fmla="*/ 58 h 116"/>
                <a:gd name="T52" fmla="*/ 6 w 76"/>
                <a:gd name="T53" fmla="*/ 39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60 w 76"/>
                <a:gd name="T67" fmla="*/ 0 h 116"/>
                <a:gd name="T68" fmla="*/ 17 w 76"/>
                <a:gd name="T69" fmla="*/ 4 h 116"/>
                <a:gd name="T70" fmla="*/ 8 w 76"/>
                <a:gd name="T71" fmla="*/ 8 h 116"/>
                <a:gd name="T72" fmla="*/ 2 w 76"/>
                <a:gd name="T73" fmla="*/ 22 h 116"/>
                <a:gd name="T74" fmla="*/ 0 w 76"/>
                <a:gd name="T75" fmla="*/ 39 h 116"/>
                <a:gd name="T76" fmla="*/ 2 w 76"/>
                <a:gd name="T77" fmla="*/ 61 h 116"/>
                <a:gd name="T78" fmla="*/ 9 w 76"/>
                <a:gd name="T79" fmla="*/ 81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3 w 76"/>
                <a:gd name="T91" fmla="*/ 85 h 116"/>
                <a:gd name="T92" fmla="*/ 76 w 76"/>
                <a:gd name="T93" fmla="*/ 81 h 116"/>
                <a:gd name="T94" fmla="*/ 76 w 76"/>
                <a:gd name="T95" fmla="*/ 77 h 116"/>
                <a:gd name="T96" fmla="*/ 76 w 76"/>
                <a:gd name="T97" fmla="*/ 76 h 116"/>
                <a:gd name="T98" fmla="*/ 76 w 76"/>
                <a:gd name="T99" fmla="*/ 28 h 116"/>
                <a:gd name="T100" fmla="*/ 69 w 76"/>
                <a:gd name="T101" fmla="*/ 4 h 116"/>
                <a:gd name="T102" fmla="*/ 64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9" name="Freeform 913">
              <a:extLst>
                <a:ext uri="{FF2B5EF4-FFF2-40B4-BE49-F238E27FC236}">
                  <a16:creationId xmlns:a16="http://schemas.microsoft.com/office/drawing/2014/main" id="{E1AA9825-ECFE-4AC6-8534-626EC64D963D}"/>
                </a:ext>
              </a:extLst>
            </p:cNvPr>
            <p:cNvSpPr>
              <a:spLocks noEditPoints="1"/>
            </p:cNvSpPr>
            <p:nvPr userDrawn="1"/>
          </p:nvSpPr>
          <p:spPr bwMode="auto">
            <a:xfrm>
              <a:off x="3877608" y="3346527"/>
              <a:ext cx="114395" cy="174602"/>
            </a:xfrm>
            <a:custGeom>
              <a:avLst/>
              <a:gdLst>
                <a:gd name="T0" fmla="*/ 18 w 76"/>
                <a:gd name="T1" fmla="*/ 83 h 116"/>
                <a:gd name="T2" fmla="*/ 18 w 76"/>
                <a:gd name="T3" fmla="*/ 83 h 116"/>
                <a:gd name="T4" fmla="*/ 18 w 76"/>
                <a:gd name="T5" fmla="*/ 83 h 116"/>
                <a:gd name="T6" fmla="*/ 18 w 76"/>
                <a:gd name="T7" fmla="*/ 83 h 116"/>
                <a:gd name="T8" fmla="*/ 17 w 76"/>
                <a:gd name="T9" fmla="*/ 10 h 116"/>
                <a:gd name="T10" fmla="*/ 60 w 76"/>
                <a:gd name="T11" fmla="*/ 6 h 116"/>
                <a:gd name="T12" fmla="*/ 61 w 76"/>
                <a:gd name="T13" fmla="*/ 7 h 116"/>
                <a:gd name="T14" fmla="*/ 67 w 76"/>
                <a:gd name="T15" fmla="*/ 11 h 116"/>
                <a:gd name="T16" fmla="*/ 70 w 76"/>
                <a:gd name="T17" fmla="*/ 28 h 116"/>
                <a:gd name="T18" fmla="*/ 70 w 76"/>
                <a:gd name="T19" fmla="*/ 77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2 w 76"/>
                <a:gd name="T37" fmla="*/ 94 h 116"/>
                <a:gd name="T38" fmla="*/ 47 w 76"/>
                <a:gd name="T39" fmla="*/ 84 h 116"/>
                <a:gd name="T40" fmla="*/ 18 w 76"/>
                <a:gd name="T41" fmla="*/ 83 h 116"/>
                <a:gd name="T42" fmla="*/ 13 w 76"/>
                <a:gd name="T43" fmla="*/ 78 h 116"/>
                <a:gd name="T44" fmla="*/ 8 w 76"/>
                <a:gd name="T45" fmla="*/ 60 h 116"/>
                <a:gd name="T46" fmla="*/ 8 w 76"/>
                <a:gd name="T47" fmla="*/ 60 h 116"/>
                <a:gd name="T48" fmla="*/ 7 w 76"/>
                <a:gd name="T49" fmla="*/ 60 h 116"/>
                <a:gd name="T50" fmla="*/ 7 w 76"/>
                <a:gd name="T51" fmla="*/ 59 h 116"/>
                <a:gd name="T52" fmla="*/ 6 w 76"/>
                <a:gd name="T53" fmla="*/ 40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59 w 76"/>
                <a:gd name="T67" fmla="*/ 0 h 116"/>
                <a:gd name="T68" fmla="*/ 16 w 76"/>
                <a:gd name="T69" fmla="*/ 4 h 116"/>
                <a:gd name="T70" fmla="*/ 8 w 76"/>
                <a:gd name="T71" fmla="*/ 8 h 116"/>
                <a:gd name="T72" fmla="*/ 2 w 76"/>
                <a:gd name="T73" fmla="*/ 22 h 116"/>
                <a:gd name="T74" fmla="*/ 0 w 76"/>
                <a:gd name="T75" fmla="*/ 40 h 116"/>
                <a:gd name="T76" fmla="*/ 2 w 76"/>
                <a:gd name="T77" fmla="*/ 61 h 116"/>
                <a:gd name="T78" fmla="*/ 9 w 76"/>
                <a:gd name="T79" fmla="*/ 82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0" name="Freeform 914">
              <a:extLst>
                <a:ext uri="{FF2B5EF4-FFF2-40B4-BE49-F238E27FC236}">
                  <a16:creationId xmlns:a16="http://schemas.microsoft.com/office/drawing/2014/main" id="{1C4A3943-5358-420E-8D76-ADB96B264B2E}"/>
                </a:ext>
              </a:extLst>
            </p:cNvPr>
            <p:cNvSpPr>
              <a:spLocks noEditPoints="1"/>
            </p:cNvSpPr>
            <p:nvPr userDrawn="1"/>
          </p:nvSpPr>
          <p:spPr bwMode="auto">
            <a:xfrm>
              <a:off x="3064809" y="3288326"/>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1" name="Freeform 915">
              <a:extLst>
                <a:ext uri="{FF2B5EF4-FFF2-40B4-BE49-F238E27FC236}">
                  <a16:creationId xmlns:a16="http://schemas.microsoft.com/office/drawing/2014/main" id="{3048BCDA-6FBB-44D1-A5D4-E4FA5A58A1FF}"/>
                </a:ext>
              </a:extLst>
            </p:cNvPr>
            <p:cNvSpPr>
              <a:spLocks noEditPoints="1"/>
            </p:cNvSpPr>
            <p:nvPr userDrawn="1"/>
          </p:nvSpPr>
          <p:spPr bwMode="auto">
            <a:xfrm>
              <a:off x="3929788" y="3480990"/>
              <a:ext cx="367266" cy="146505"/>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69 w 244"/>
                <a:gd name="T63" fmla="*/ 18 h 98"/>
                <a:gd name="T64" fmla="*/ 69 w 244"/>
                <a:gd name="T65" fmla="*/ 18 h 98"/>
                <a:gd name="T66" fmla="*/ 68 w 244"/>
                <a:gd name="T67" fmla="*/ 19 h 98"/>
                <a:gd name="T68" fmla="*/ 63 w 244"/>
                <a:gd name="T69" fmla="*/ 34 h 98"/>
                <a:gd name="T70" fmla="*/ 67 w 244"/>
                <a:gd name="T71" fmla="*/ 51 h 98"/>
                <a:gd name="T72" fmla="*/ 72 w 244"/>
                <a:gd name="T73" fmla="*/ 65 h 98"/>
                <a:gd name="T74" fmla="*/ 71 w 244"/>
                <a:gd name="T75" fmla="*/ 69 h 98"/>
                <a:gd name="T76" fmla="*/ 68 w 244"/>
                <a:gd name="T77" fmla="*/ 72 h 98"/>
                <a:gd name="T78" fmla="*/ 67 w 244"/>
                <a:gd name="T79" fmla="*/ 72 h 98"/>
                <a:gd name="T80" fmla="*/ 67 w 244"/>
                <a:gd name="T81" fmla="*/ 72 h 98"/>
                <a:gd name="T82" fmla="*/ 0 w 244"/>
                <a:gd name="T83" fmla="*/ 74 h 98"/>
                <a:gd name="T84" fmla="*/ 17 w 244"/>
                <a:gd name="T85" fmla="*/ 79 h 98"/>
                <a:gd name="T86" fmla="*/ 136 w 244"/>
                <a:gd name="T87" fmla="*/ 98 h 98"/>
                <a:gd name="T88" fmla="*/ 151 w 244"/>
                <a:gd name="T89" fmla="*/ 98 h 98"/>
                <a:gd name="T90" fmla="*/ 157 w 244"/>
                <a:gd name="T91" fmla="*/ 98 h 98"/>
                <a:gd name="T92" fmla="*/ 222 w 244"/>
                <a:gd name="T93" fmla="*/ 86 h 98"/>
                <a:gd name="T94" fmla="*/ 239 w 244"/>
                <a:gd name="T95" fmla="*/ 74 h 98"/>
                <a:gd name="T96" fmla="*/ 239 w 244"/>
                <a:gd name="T97" fmla="*/ 73 h 98"/>
                <a:gd name="T98" fmla="*/ 239 w 244"/>
                <a:gd name="T99" fmla="*/ 73 h 98"/>
                <a:gd name="T100" fmla="*/ 244 w 244"/>
                <a:gd name="T101" fmla="*/ 44 h 98"/>
                <a:gd name="T102" fmla="*/ 234 w 244"/>
                <a:gd name="T103" fmla="*/ 14 h 98"/>
                <a:gd name="T104" fmla="*/ 223 w 244"/>
                <a:gd name="T105" fmla="*/ 7 h 98"/>
                <a:gd name="T106" fmla="*/ 222 w 244"/>
                <a:gd name="T107" fmla="*/ 7 h 98"/>
                <a:gd name="T108" fmla="*/ 222 w 244"/>
                <a:gd name="T109" fmla="*/ 7 h 98"/>
                <a:gd name="T110" fmla="*/ 156 w 244"/>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2" name="Freeform 916">
              <a:extLst>
                <a:ext uri="{FF2B5EF4-FFF2-40B4-BE49-F238E27FC236}">
                  <a16:creationId xmlns:a16="http://schemas.microsoft.com/office/drawing/2014/main" id="{28EF20C1-98CB-4E04-855F-32A05CAD071D}"/>
                </a:ext>
              </a:extLst>
            </p:cNvPr>
            <p:cNvSpPr>
              <a:spLocks noEditPoints="1"/>
            </p:cNvSpPr>
            <p:nvPr userDrawn="1"/>
          </p:nvSpPr>
          <p:spPr bwMode="auto">
            <a:xfrm>
              <a:off x="4939266" y="2858847"/>
              <a:ext cx="297023" cy="118408"/>
            </a:xfrm>
            <a:custGeom>
              <a:avLst/>
              <a:gdLst>
                <a:gd name="T0" fmla="*/ 142 w 198"/>
                <a:gd name="T1" fmla="*/ 41 h 79"/>
                <a:gd name="T2" fmla="*/ 142 w 198"/>
                <a:gd name="T3" fmla="*/ 41 h 79"/>
                <a:gd name="T4" fmla="*/ 141 w 198"/>
                <a:gd name="T5" fmla="*/ 57 h 79"/>
                <a:gd name="T6" fmla="*/ 141 w 198"/>
                <a:gd name="T7" fmla="*/ 57 h 79"/>
                <a:gd name="T8" fmla="*/ 19 w 198"/>
                <a:gd name="T9" fmla="*/ 10 h 79"/>
                <a:gd name="T10" fmla="*/ 71 w 198"/>
                <a:gd name="T11" fmla="*/ 6 h 79"/>
                <a:gd name="T12" fmla="*/ 133 w 198"/>
                <a:gd name="T13" fmla="*/ 17 h 79"/>
                <a:gd name="T14" fmla="*/ 136 w 198"/>
                <a:gd name="T15" fmla="*/ 19 h 79"/>
                <a:gd name="T16" fmla="*/ 138 w 198"/>
                <a:gd name="T17" fmla="*/ 35 h 79"/>
                <a:gd name="T18" fmla="*/ 136 w 198"/>
                <a:gd name="T19" fmla="*/ 38 h 79"/>
                <a:gd name="T20" fmla="*/ 136 w 198"/>
                <a:gd name="T21" fmla="*/ 38 h 79"/>
                <a:gd name="T22" fmla="*/ 136 w 198"/>
                <a:gd name="T23" fmla="*/ 38 h 79"/>
                <a:gd name="T24" fmla="*/ 132 w 198"/>
                <a:gd name="T25" fmla="*/ 52 h 79"/>
                <a:gd name="T26" fmla="*/ 138 w 198"/>
                <a:gd name="T27" fmla="*/ 62 h 79"/>
                <a:gd name="T28" fmla="*/ 141 w 198"/>
                <a:gd name="T29" fmla="*/ 63 h 79"/>
                <a:gd name="T30" fmla="*/ 86 w 198"/>
                <a:gd name="T31" fmla="*/ 73 h 79"/>
                <a:gd name="T32" fmla="*/ 75 w 198"/>
                <a:gd name="T33" fmla="*/ 73 h 79"/>
                <a:gd name="T34" fmla="*/ 74 w 198"/>
                <a:gd name="T35" fmla="*/ 73 h 79"/>
                <a:gd name="T36" fmla="*/ 70 w 198"/>
                <a:gd name="T37" fmla="*/ 73 h 79"/>
                <a:gd name="T38" fmla="*/ 11 w 198"/>
                <a:gd name="T39" fmla="*/ 58 h 79"/>
                <a:gd name="T40" fmla="*/ 9 w 198"/>
                <a:gd name="T41" fmla="*/ 56 h 79"/>
                <a:gd name="T42" fmla="*/ 13 w 198"/>
                <a:gd name="T43" fmla="*/ 15 h 79"/>
                <a:gd name="T44" fmla="*/ 19 w 198"/>
                <a:gd name="T45" fmla="*/ 11 h 79"/>
                <a:gd name="T46" fmla="*/ 71 w 198"/>
                <a:gd name="T47" fmla="*/ 0 h 79"/>
                <a:gd name="T48" fmla="*/ 18 w 198"/>
                <a:gd name="T49" fmla="*/ 5 h 79"/>
                <a:gd name="T50" fmla="*/ 17 w 198"/>
                <a:gd name="T51" fmla="*/ 5 h 79"/>
                <a:gd name="T52" fmla="*/ 0 w 198"/>
                <a:gd name="T53" fmla="*/ 35 h 79"/>
                <a:gd name="T54" fmla="*/ 4 w 198"/>
                <a:gd name="T55" fmla="*/ 59 h 79"/>
                <a:gd name="T56" fmla="*/ 18 w 198"/>
                <a:gd name="T57" fmla="*/ 69 h 79"/>
                <a:gd name="T58" fmla="*/ 70 w 198"/>
                <a:gd name="T59" fmla="*/ 79 h 79"/>
                <a:gd name="T60" fmla="*/ 86 w 198"/>
                <a:gd name="T61" fmla="*/ 79 h 79"/>
                <a:gd name="T62" fmla="*/ 198 w 198"/>
                <a:gd name="T63" fmla="*/ 59 h 79"/>
                <a:gd name="T64" fmla="*/ 140 w 198"/>
                <a:gd name="T65" fmla="*/ 56 h 79"/>
                <a:gd name="T66" fmla="*/ 138 w 198"/>
                <a:gd name="T67" fmla="*/ 52 h 79"/>
                <a:gd name="T68" fmla="*/ 145 w 198"/>
                <a:gd name="T69" fmla="*/ 27 h 79"/>
                <a:gd name="T70" fmla="*/ 141 w 198"/>
                <a:gd name="T71" fmla="*/ 14 h 79"/>
                <a:gd name="T72" fmla="*/ 138 w 198"/>
                <a:gd name="T73" fmla="*/ 17 h 79"/>
                <a:gd name="T74" fmla="*/ 138 w 198"/>
                <a:gd name="T75" fmla="*/ 17 h 79"/>
                <a:gd name="T76" fmla="*/ 71 w 198"/>
                <a:gd name="T7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3" name="Freeform 917">
              <a:extLst>
                <a:ext uri="{FF2B5EF4-FFF2-40B4-BE49-F238E27FC236}">
                  <a16:creationId xmlns:a16="http://schemas.microsoft.com/office/drawing/2014/main" id="{CE5EAE49-89BD-494E-818B-721FF1FCAA3F}"/>
                </a:ext>
              </a:extLst>
            </p:cNvPr>
            <p:cNvSpPr>
              <a:spLocks noEditPoints="1"/>
            </p:cNvSpPr>
            <p:nvPr userDrawn="1"/>
          </p:nvSpPr>
          <p:spPr bwMode="auto">
            <a:xfrm>
              <a:off x="3369860" y="19055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4" name="Freeform 918">
              <a:extLst>
                <a:ext uri="{FF2B5EF4-FFF2-40B4-BE49-F238E27FC236}">
                  <a16:creationId xmlns:a16="http://schemas.microsoft.com/office/drawing/2014/main" id="{A23FB485-7BB9-4463-A001-7120A7C8DA1D}"/>
                </a:ext>
              </a:extLst>
            </p:cNvPr>
            <p:cNvSpPr>
              <a:spLocks noEditPoints="1"/>
            </p:cNvSpPr>
            <p:nvPr userDrawn="1"/>
          </p:nvSpPr>
          <p:spPr bwMode="auto">
            <a:xfrm>
              <a:off x="3036712" y="3085628"/>
              <a:ext cx="415432" cy="168581"/>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6"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5" name="Freeform 919">
              <a:extLst>
                <a:ext uri="{FF2B5EF4-FFF2-40B4-BE49-F238E27FC236}">
                  <a16:creationId xmlns:a16="http://schemas.microsoft.com/office/drawing/2014/main" id="{32F91F02-B100-41B7-9AC4-E7155EF5440B}"/>
                </a:ext>
              </a:extLst>
            </p:cNvPr>
            <p:cNvSpPr>
              <a:spLocks/>
            </p:cNvSpPr>
            <p:nvPr userDrawn="1"/>
          </p:nvSpPr>
          <p:spPr bwMode="auto">
            <a:xfrm>
              <a:off x="3068823" y="3099676"/>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6" name="Freeform 920">
              <a:extLst>
                <a:ext uri="{FF2B5EF4-FFF2-40B4-BE49-F238E27FC236}">
                  <a16:creationId xmlns:a16="http://schemas.microsoft.com/office/drawing/2014/main" id="{46873219-C42A-4698-8FFF-82B8D5CB4D87}"/>
                </a:ext>
              </a:extLst>
            </p:cNvPr>
            <p:cNvSpPr>
              <a:spLocks noEditPoints="1"/>
            </p:cNvSpPr>
            <p:nvPr userDrawn="1"/>
          </p:nvSpPr>
          <p:spPr bwMode="auto">
            <a:xfrm>
              <a:off x="3833456" y="3103690"/>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3 w 245"/>
                <a:gd name="T39" fmla="*/ 141 h 161"/>
                <a:gd name="T40" fmla="*/ 203 w 245"/>
                <a:gd name="T41" fmla="*/ 141 h 161"/>
                <a:gd name="T42" fmla="*/ 202 w 245"/>
                <a:gd name="T43" fmla="*/ 141 h 161"/>
                <a:gd name="T44" fmla="*/ 111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2 w 245"/>
                <a:gd name="T105" fmla="*/ 84 h 161"/>
                <a:gd name="T106" fmla="*/ 158 w 245"/>
                <a:gd name="T107" fmla="*/ 73 h 161"/>
                <a:gd name="T108" fmla="*/ 158 w 245"/>
                <a:gd name="T109" fmla="*/ 69 h 161"/>
                <a:gd name="T110" fmla="*/ 157 w 245"/>
                <a:gd name="T111" fmla="*/ 68 h 161"/>
                <a:gd name="T112" fmla="*/ 157 w 245"/>
                <a:gd name="T113" fmla="*/ 68 h 161"/>
                <a:gd name="T114" fmla="*/ 136 w 245"/>
                <a:gd name="T115" fmla="*/ 16 h 161"/>
                <a:gd name="T116" fmla="*/ 136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7" name="Freeform 921">
              <a:extLst>
                <a:ext uri="{FF2B5EF4-FFF2-40B4-BE49-F238E27FC236}">
                  <a16:creationId xmlns:a16="http://schemas.microsoft.com/office/drawing/2014/main" id="{7B157E07-ED5E-4E68-ADAA-B34597A9C109}"/>
                </a:ext>
              </a:extLst>
            </p:cNvPr>
            <p:cNvSpPr>
              <a:spLocks/>
            </p:cNvSpPr>
            <p:nvPr userDrawn="1"/>
          </p:nvSpPr>
          <p:spPr bwMode="auto">
            <a:xfrm>
              <a:off x="3857539" y="3143828"/>
              <a:ext cx="14049" cy="20069"/>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8" name="Freeform 922">
              <a:extLst>
                <a:ext uri="{FF2B5EF4-FFF2-40B4-BE49-F238E27FC236}">
                  <a16:creationId xmlns:a16="http://schemas.microsoft.com/office/drawing/2014/main" id="{07AC4A60-5525-4564-8628-A4D2DCCE1E6C}"/>
                </a:ext>
              </a:extLst>
            </p:cNvPr>
            <p:cNvSpPr>
              <a:spLocks noEditPoints="1"/>
            </p:cNvSpPr>
            <p:nvPr userDrawn="1"/>
          </p:nvSpPr>
          <p:spPr bwMode="auto">
            <a:xfrm>
              <a:off x="4206742" y="3585349"/>
              <a:ext cx="531833" cy="349203"/>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9" name="Freeform 923">
              <a:extLst>
                <a:ext uri="{FF2B5EF4-FFF2-40B4-BE49-F238E27FC236}">
                  <a16:creationId xmlns:a16="http://schemas.microsoft.com/office/drawing/2014/main" id="{68F1E2A0-D6AE-445F-B9B6-0F247851F356}"/>
                </a:ext>
              </a:extLst>
            </p:cNvPr>
            <p:cNvSpPr>
              <a:spLocks noEditPoints="1"/>
            </p:cNvSpPr>
            <p:nvPr userDrawn="1"/>
          </p:nvSpPr>
          <p:spPr bwMode="auto">
            <a:xfrm>
              <a:off x="4549925" y="2989297"/>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4 w 170"/>
                <a:gd name="T61" fmla="*/ 86 h 133"/>
                <a:gd name="T62" fmla="*/ 37 w 170"/>
                <a:gd name="T63" fmla="*/ 92 h 133"/>
                <a:gd name="T64" fmla="*/ 43 w 170"/>
                <a:gd name="T65" fmla="*/ 133 h 133"/>
                <a:gd name="T66" fmla="*/ 56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2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0" name="Freeform 924">
              <a:extLst>
                <a:ext uri="{FF2B5EF4-FFF2-40B4-BE49-F238E27FC236}">
                  <a16:creationId xmlns:a16="http://schemas.microsoft.com/office/drawing/2014/main" id="{DED6F4F0-457E-46A8-9DD6-2E4D2B1BF12B}"/>
                </a:ext>
              </a:extLst>
            </p:cNvPr>
            <p:cNvSpPr>
              <a:spLocks noEditPoints="1"/>
            </p:cNvSpPr>
            <p:nvPr userDrawn="1"/>
          </p:nvSpPr>
          <p:spPr bwMode="auto">
            <a:xfrm>
              <a:off x="5521270" y="3360575"/>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9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9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1" name="Freeform 925">
              <a:extLst>
                <a:ext uri="{FF2B5EF4-FFF2-40B4-BE49-F238E27FC236}">
                  <a16:creationId xmlns:a16="http://schemas.microsoft.com/office/drawing/2014/main" id="{72FC4FC5-850F-4D61-9254-AA84B3B83B66}"/>
                </a:ext>
              </a:extLst>
            </p:cNvPr>
            <p:cNvSpPr>
              <a:spLocks/>
            </p:cNvSpPr>
            <p:nvPr userDrawn="1"/>
          </p:nvSpPr>
          <p:spPr bwMode="auto">
            <a:xfrm>
              <a:off x="5585492" y="3559260"/>
              <a:ext cx="2008" cy="2008"/>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2" name="Freeform 926">
              <a:extLst>
                <a:ext uri="{FF2B5EF4-FFF2-40B4-BE49-F238E27FC236}">
                  <a16:creationId xmlns:a16="http://schemas.microsoft.com/office/drawing/2014/main" id="{0D1AA5A8-6CCE-4742-B6C4-46AFBF4627F3}"/>
                </a:ext>
              </a:extLst>
            </p:cNvPr>
            <p:cNvSpPr>
              <a:spLocks noEditPoints="1"/>
            </p:cNvSpPr>
            <p:nvPr userDrawn="1"/>
          </p:nvSpPr>
          <p:spPr bwMode="auto">
            <a:xfrm>
              <a:off x="4272971" y="2130338"/>
              <a:ext cx="282975" cy="244843"/>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9 w 188"/>
                <a:gd name="T89" fmla="*/ 58 h 162"/>
                <a:gd name="T90" fmla="*/ 164 w 188"/>
                <a:gd name="T91" fmla="*/ 36 h 162"/>
                <a:gd name="T92" fmla="*/ 123 w 188"/>
                <a:gd name="T93" fmla="*/ 5 h 162"/>
                <a:gd name="T94" fmla="*/ 82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9" y="58"/>
                    <a:pt x="169"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3" name="Freeform 927">
              <a:extLst>
                <a:ext uri="{FF2B5EF4-FFF2-40B4-BE49-F238E27FC236}">
                  <a16:creationId xmlns:a16="http://schemas.microsoft.com/office/drawing/2014/main" id="{FB3715FC-1D5F-442C-87AB-85CBED41B0BF}"/>
                </a:ext>
              </a:extLst>
            </p:cNvPr>
            <p:cNvSpPr>
              <a:spLocks noEditPoints="1"/>
            </p:cNvSpPr>
            <p:nvPr userDrawn="1"/>
          </p:nvSpPr>
          <p:spPr bwMode="auto">
            <a:xfrm>
              <a:off x="2882179" y="1670754"/>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09 w 130"/>
                <a:gd name="T21" fmla="*/ 66 h 112"/>
                <a:gd name="T22" fmla="*/ 97 w 130"/>
                <a:gd name="T23" fmla="*/ 76 h 112"/>
                <a:gd name="T24" fmla="*/ 92 w 130"/>
                <a:gd name="T25" fmla="*/ 92 h 112"/>
                <a:gd name="T26" fmla="*/ 79 w 130"/>
                <a:gd name="T27" fmla="*/ 91 h 112"/>
                <a:gd name="T28" fmla="*/ 67 w 130"/>
                <a:gd name="T29" fmla="*/ 91 h 112"/>
                <a:gd name="T30" fmla="*/ 34 w 130"/>
                <a:gd name="T31" fmla="*/ 93 h 112"/>
                <a:gd name="T32" fmla="*/ 21 w 130"/>
                <a:gd name="T33" fmla="*/ 75 h 112"/>
                <a:gd name="T34" fmla="*/ 8 w 130"/>
                <a:gd name="T35" fmla="*/ 71 h 112"/>
                <a:gd name="T36" fmla="*/ 16 w 130"/>
                <a:gd name="T37" fmla="*/ 56 h 112"/>
                <a:gd name="T38" fmla="*/ 16 w 130"/>
                <a:gd name="T39" fmla="*/ 25 h 112"/>
                <a:gd name="T40" fmla="*/ 44 w 130"/>
                <a:gd name="T41" fmla="*/ 20 h 112"/>
                <a:gd name="T42" fmla="*/ 54 w 130"/>
                <a:gd name="T43" fmla="*/ 0 h 112"/>
                <a:gd name="T44" fmla="*/ 41 w 130"/>
                <a:gd name="T45" fmla="*/ 9 h 112"/>
                <a:gd name="T46" fmla="*/ 41 w 130"/>
                <a:gd name="T47" fmla="*/ 14 h 112"/>
                <a:gd name="T48" fmla="*/ 37 w 130"/>
                <a:gd name="T49" fmla="*/ 16 h 112"/>
                <a:gd name="T50" fmla="*/ 26 w 130"/>
                <a:gd name="T51" fmla="*/ 13 h 112"/>
                <a:gd name="T52" fmla="*/ 8 w 130"/>
                <a:gd name="T53" fmla="*/ 33 h 112"/>
                <a:gd name="T54" fmla="*/ 13 w 130"/>
                <a:gd name="T55" fmla="*/ 49 h 112"/>
                <a:gd name="T56" fmla="*/ 4 w 130"/>
                <a:gd name="T57" fmla="*/ 56 h 112"/>
                <a:gd name="T58" fmla="*/ 2 w 130"/>
                <a:gd name="T59" fmla="*/ 57 h 112"/>
                <a:gd name="T60" fmla="*/ 10 w 130"/>
                <a:gd name="T61" fmla="*/ 81 h 112"/>
                <a:gd name="T62" fmla="*/ 21 w 130"/>
                <a:gd name="T63" fmla="*/ 81 h 112"/>
                <a:gd name="T64" fmla="*/ 28 w 130"/>
                <a:gd name="T65" fmla="*/ 93 h 112"/>
                <a:gd name="T66" fmla="*/ 28 w 130"/>
                <a:gd name="T67" fmla="*/ 96 h 112"/>
                <a:gd name="T68" fmla="*/ 64 w 130"/>
                <a:gd name="T69" fmla="*/ 104 h 112"/>
                <a:gd name="T70" fmla="*/ 74 w 130"/>
                <a:gd name="T71" fmla="*/ 94 h 112"/>
                <a:gd name="T72" fmla="*/ 75 w 130"/>
                <a:gd name="T73" fmla="*/ 96 h 112"/>
                <a:gd name="T74" fmla="*/ 85 w 130"/>
                <a:gd name="T75" fmla="*/ 100 h 112"/>
                <a:gd name="T76" fmla="*/ 100 w 130"/>
                <a:gd name="T77" fmla="*/ 92 h 112"/>
                <a:gd name="T78" fmla="*/ 123 w 130"/>
                <a:gd name="T79" fmla="*/ 110 h 112"/>
                <a:gd name="T80" fmla="*/ 128 w 130"/>
                <a:gd name="T81" fmla="*/ 111 h 112"/>
                <a:gd name="T82" fmla="*/ 129 w 130"/>
                <a:gd name="T83" fmla="*/ 107 h 112"/>
                <a:gd name="T84" fmla="*/ 113 w 130"/>
                <a:gd name="T85" fmla="*/ 71 h 112"/>
                <a:gd name="T86" fmla="*/ 130 w 130"/>
                <a:gd name="T87" fmla="*/ 51 h 112"/>
                <a:gd name="T88" fmla="*/ 120 w 130"/>
                <a:gd name="T89" fmla="*/ 39 h 112"/>
                <a:gd name="T90" fmla="*/ 111 w 130"/>
                <a:gd name="T91" fmla="*/ 37 h 112"/>
                <a:gd name="T92" fmla="*/ 109 w 130"/>
                <a:gd name="T93" fmla="*/ 14 h 112"/>
                <a:gd name="T94" fmla="*/ 68 w 130"/>
                <a:gd name="T95" fmla="*/ 8 h 112"/>
                <a:gd name="T96" fmla="*/ 54 w 130"/>
                <a:gd name="T9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5" y="63"/>
                    <a:pt x="112" y="64"/>
                    <a:pt x="109" y="66"/>
                  </a:cubicBezTo>
                  <a:cubicBezTo>
                    <a:pt x="106" y="68"/>
                    <a:pt x="105" y="72"/>
                    <a:pt x="105" y="75"/>
                  </a:cubicBezTo>
                  <a:cubicBezTo>
                    <a:pt x="105" y="78"/>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2"/>
                    <a:pt x="8" y="71"/>
                  </a:cubicBezTo>
                  <a:cubicBezTo>
                    <a:pt x="7" y="70"/>
                    <a:pt x="6" y="69"/>
                    <a:pt x="6" y="66"/>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19"/>
                    <a:pt x="46" y="19"/>
                    <a:pt x="47" y="17"/>
                  </a:cubicBezTo>
                  <a:cubicBezTo>
                    <a:pt x="47" y="16"/>
                    <a:pt x="48" y="15"/>
                    <a:pt x="48" y="14"/>
                  </a:cubicBezTo>
                  <a:cubicBezTo>
                    <a:pt x="48" y="13"/>
                    <a:pt x="47" y="12"/>
                    <a:pt x="47" y="11"/>
                  </a:cubicBezTo>
                  <a:moveTo>
                    <a:pt x="54" y="0"/>
                  </a:moveTo>
                  <a:cubicBezTo>
                    <a:pt x="54" y="0"/>
                    <a:pt x="54" y="0"/>
                    <a:pt x="54" y="0"/>
                  </a:cubicBezTo>
                  <a:cubicBezTo>
                    <a:pt x="52" y="0"/>
                    <a:pt x="50" y="0"/>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4"/>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4"/>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6"/>
                  </a:cubicBezTo>
                  <a:cubicBezTo>
                    <a:pt x="0" y="70"/>
                    <a:pt x="1" y="73"/>
                    <a:pt x="3" y="75"/>
                  </a:cubicBezTo>
                  <a:cubicBezTo>
                    <a:pt x="5" y="78"/>
                    <a:pt x="8" y="80"/>
                    <a:pt x="10" y="81"/>
                  </a:cubicBezTo>
                  <a:cubicBezTo>
                    <a:pt x="13" y="81"/>
                    <a:pt x="14" y="82"/>
                    <a:pt x="15" y="82"/>
                  </a:cubicBezTo>
                  <a:cubicBezTo>
                    <a:pt x="15" y="82"/>
                    <a:pt x="15" y="82"/>
                    <a:pt x="15" y="82"/>
                  </a:cubicBezTo>
                  <a:cubicBezTo>
                    <a:pt x="16" y="81"/>
                    <a:pt x="16" y="81"/>
                    <a:pt x="16" y="81"/>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6"/>
                    <a:pt x="118" y="106"/>
                    <a:pt x="118" y="106"/>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1"/>
                    <a:pt x="128" y="111"/>
                  </a:cubicBezTo>
                  <a:cubicBezTo>
                    <a:pt x="129" y="110"/>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8"/>
                    <a:pt x="119" y="68"/>
                  </a:cubicBezTo>
                  <a:cubicBezTo>
                    <a:pt x="121" y="68"/>
                    <a:pt x="123" y="67"/>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7" y="39"/>
                    <a:pt x="116" y="39"/>
                  </a:cubicBezTo>
                  <a:cubicBezTo>
                    <a:pt x="113" y="39"/>
                    <a:pt x="111" y="38"/>
                    <a:pt x="111" y="37"/>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0"/>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4" name="Freeform 928">
              <a:extLst>
                <a:ext uri="{FF2B5EF4-FFF2-40B4-BE49-F238E27FC236}">
                  <a16:creationId xmlns:a16="http://schemas.microsoft.com/office/drawing/2014/main" id="{8F3EC240-2F7D-4E84-86E9-64DA0950B123}"/>
                </a:ext>
              </a:extLst>
            </p:cNvPr>
            <p:cNvSpPr>
              <a:spLocks noEditPoints="1"/>
            </p:cNvSpPr>
            <p:nvPr userDrawn="1"/>
          </p:nvSpPr>
          <p:spPr bwMode="auto">
            <a:xfrm>
              <a:off x="4983418" y="2172482"/>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8 w 188"/>
                <a:gd name="T91" fmla="*/ 140 h 162"/>
                <a:gd name="T92" fmla="*/ 79 w 188"/>
                <a:gd name="T93" fmla="*/ 138 h 162"/>
                <a:gd name="T94" fmla="*/ 94 w 188"/>
                <a:gd name="T95" fmla="*/ 149 h 162"/>
                <a:gd name="T96" fmla="*/ 113 w 188"/>
                <a:gd name="T97" fmla="*/ 154 h 162"/>
                <a:gd name="T98" fmla="*/ 147 w 188"/>
                <a:gd name="T99" fmla="*/ 140 h 162"/>
                <a:gd name="T100" fmla="*/ 147 w 188"/>
                <a:gd name="T101" fmla="*/ 133 h 162"/>
                <a:gd name="T102" fmla="*/ 159 w 188"/>
                <a:gd name="T103" fmla="*/ 117 h 162"/>
                <a:gd name="T104" fmla="*/ 168 w 188"/>
                <a:gd name="T105" fmla="*/ 118 h 162"/>
                <a:gd name="T106" fmla="*/ 188 w 188"/>
                <a:gd name="T107" fmla="*/ 97 h 162"/>
                <a:gd name="T108" fmla="*/ 183 w 188"/>
                <a:gd name="T109" fmla="*/ 83 h 162"/>
                <a:gd name="T110" fmla="*/ 171 w 188"/>
                <a:gd name="T111" fmla="*/ 77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5" name="Freeform 929">
              <a:extLst>
                <a:ext uri="{FF2B5EF4-FFF2-40B4-BE49-F238E27FC236}">
                  <a16:creationId xmlns:a16="http://schemas.microsoft.com/office/drawing/2014/main" id="{2ABFB50B-62D3-4051-8EE0-A21714FCA0C4}"/>
                </a:ext>
              </a:extLst>
            </p:cNvPr>
            <p:cNvSpPr>
              <a:spLocks noEditPoints="1"/>
            </p:cNvSpPr>
            <p:nvPr userDrawn="1"/>
          </p:nvSpPr>
          <p:spPr bwMode="auto">
            <a:xfrm>
              <a:off x="4413455" y="3272271"/>
              <a:ext cx="282975" cy="242837"/>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50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5 w 188"/>
                <a:gd name="T35" fmla="*/ 63 h 162"/>
                <a:gd name="T36" fmla="*/ 32 w 188"/>
                <a:gd name="T37" fmla="*/ 40 h 162"/>
                <a:gd name="T38" fmla="*/ 64 w 188"/>
                <a:gd name="T39" fmla="*/ 10 h 162"/>
                <a:gd name="T40" fmla="*/ 94 w 188"/>
                <a:gd name="T41" fmla="*/ 24 h 162"/>
                <a:gd name="T42" fmla="*/ 98 w 188"/>
                <a:gd name="T43" fmla="*/ 28 h 162"/>
                <a:gd name="T44" fmla="*/ 99 w 188"/>
                <a:gd name="T45" fmla="*/ 8 h 162"/>
                <a:gd name="T46" fmla="*/ 64 w 188"/>
                <a:gd name="T47" fmla="*/ 4 h 162"/>
                <a:gd name="T48" fmla="*/ 27 w 188"/>
                <a:gd name="T49" fmla="*/ 44 h 162"/>
                <a:gd name="T50" fmla="*/ 15 w 188"/>
                <a:gd name="T51" fmla="*/ 57 h 162"/>
                <a:gd name="T52" fmla="*/ 7 w 188"/>
                <a:gd name="T53" fmla="*/ 59 h 162"/>
                <a:gd name="T54" fmla="*/ 8 w 188"/>
                <a:gd name="T55" fmla="*/ 95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79 w 188"/>
                <a:gd name="T71" fmla="*/ 138 h 162"/>
                <a:gd name="T72" fmla="*/ 94 w 188"/>
                <a:gd name="T73" fmla="*/ 150 h 162"/>
                <a:gd name="T74" fmla="*/ 146 w 188"/>
                <a:gd name="T75" fmla="*/ 140 h 162"/>
                <a:gd name="T76" fmla="*/ 147 w 188"/>
                <a:gd name="T77" fmla="*/ 132 h 162"/>
                <a:gd name="T78" fmla="*/ 159 w 188"/>
                <a:gd name="T79" fmla="*/ 116 h 162"/>
                <a:gd name="T80" fmla="*/ 178 w 188"/>
                <a:gd name="T81" fmla="*/ 114 h 162"/>
                <a:gd name="T82" fmla="*/ 185 w 188"/>
                <a:gd name="T83" fmla="*/ 83 h 162"/>
                <a:gd name="T84" fmla="*/ 172 w 188"/>
                <a:gd name="T85" fmla="*/ 76 h 162"/>
                <a:gd name="T86" fmla="*/ 174 w 188"/>
                <a:gd name="T87" fmla="*/ 58 h 162"/>
                <a:gd name="T88" fmla="*/ 152 w 188"/>
                <a:gd name="T89" fmla="*/ 20 h 162"/>
                <a:gd name="T90" fmla="*/ 134 w 188"/>
                <a:gd name="T91" fmla="*/ 23 h 162"/>
                <a:gd name="T92" fmla="*/ 127 w 188"/>
                <a:gd name="T93" fmla="*/ 19 h 162"/>
                <a:gd name="T94" fmla="*/ 122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6" name="Freeform 930">
              <a:extLst>
                <a:ext uri="{FF2B5EF4-FFF2-40B4-BE49-F238E27FC236}">
                  <a16:creationId xmlns:a16="http://schemas.microsoft.com/office/drawing/2014/main" id="{2B01A014-F18D-4396-BE25-9C1FE6B13931}"/>
                </a:ext>
              </a:extLst>
            </p:cNvPr>
            <p:cNvSpPr>
              <a:spLocks noEditPoints="1"/>
            </p:cNvSpPr>
            <p:nvPr userDrawn="1"/>
          </p:nvSpPr>
          <p:spPr bwMode="auto">
            <a:xfrm>
              <a:off x="5760092" y="3071579"/>
              <a:ext cx="365258" cy="315086"/>
            </a:xfrm>
            <a:custGeom>
              <a:avLst/>
              <a:gdLst>
                <a:gd name="T0" fmla="*/ 4 w 243"/>
                <a:gd name="T1" fmla="*/ 203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28 w 243"/>
                <a:gd name="T21" fmla="*/ 189 h 208"/>
                <a:gd name="T22" fmla="*/ 105 w 243"/>
                <a:gd name="T23" fmla="*/ 170 h 208"/>
                <a:gd name="T24" fmla="*/ 95 w 243"/>
                <a:gd name="T25" fmla="*/ 177 h 208"/>
                <a:gd name="T26" fmla="*/ 63 w 243"/>
                <a:gd name="T27" fmla="*/ 173 h 208"/>
                <a:gd name="T28" fmla="*/ 58 w 243"/>
                <a:gd name="T29" fmla="*/ 145 h 208"/>
                <a:gd name="T30" fmla="*/ 35 w 243"/>
                <a:gd name="T31" fmla="*/ 163 h 208"/>
                <a:gd name="T32" fmla="*/ 14 w 243"/>
                <a:gd name="T33" fmla="*/ 118 h 208"/>
                <a:gd name="T34" fmla="*/ 12 w 243"/>
                <a:gd name="T35" fmla="*/ 82 h 208"/>
                <a:gd name="T36" fmla="*/ 40 w 243"/>
                <a:gd name="T37" fmla="*/ 76 h 208"/>
                <a:gd name="T38" fmla="*/ 44 w 243"/>
                <a:gd name="T39" fmla="*/ 30 h 208"/>
                <a:gd name="T40" fmla="*/ 111 w 243"/>
                <a:gd name="T41" fmla="*/ 20 h 208"/>
                <a:gd name="T42" fmla="*/ 123 w 243"/>
                <a:gd name="T43" fmla="*/ 30 h 208"/>
                <a:gd name="T44" fmla="*/ 143 w 243"/>
                <a:gd name="T45" fmla="*/ 0 h 208"/>
                <a:gd name="T46" fmla="*/ 114 w 243"/>
                <a:gd name="T47" fmla="*/ 15 h 208"/>
                <a:gd name="T48" fmla="*/ 32 w 243"/>
                <a:gd name="T49" fmla="*/ 45 h 208"/>
                <a:gd name="T50" fmla="*/ 24 w 243"/>
                <a:gd name="T51" fmla="*/ 75 h 208"/>
                <a:gd name="T52" fmla="*/ 9 w 243"/>
                <a:gd name="T53" fmla="*/ 76 h 208"/>
                <a:gd name="T54" fmla="*/ 11 w 243"/>
                <a:gd name="T55" fmla="*/ 122 h 208"/>
                <a:gd name="T56" fmla="*/ 30 w 243"/>
                <a:gd name="T57" fmla="*/ 160 h 208"/>
                <a:gd name="T58" fmla="*/ 2 w 243"/>
                <a:gd name="T59" fmla="*/ 203 h 208"/>
                <a:gd name="T60" fmla="*/ 3 w 243"/>
                <a:gd name="T61" fmla="*/ 208 h 208"/>
                <a:gd name="T62" fmla="*/ 19 w 243"/>
                <a:gd name="T63" fmla="*/ 200 h 208"/>
                <a:gd name="T64" fmla="*/ 56 w 243"/>
                <a:gd name="T65" fmla="*/ 173 h 208"/>
                <a:gd name="T66" fmla="*/ 84 w 243"/>
                <a:gd name="T67" fmla="*/ 187 h 208"/>
                <a:gd name="T68" fmla="*/ 100 w 243"/>
                <a:gd name="T69" fmla="*/ 180 h 208"/>
                <a:gd name="T70" fmla="*/ 112 w 243"/>
                <a:gd name="T71" fmla="*/ 179 h 208"/>
                <a:gd name="T72" fmla="*/ 147 w 243"/>
                <a:gd name="T73" fmla="*/ 198 h 208"/>
                <a:gd name="T74" fmla="*/ 190 w 243"/>
                <a:gd name="T75" fmla="*/ 178 h 208"/>
                <a:gd name="T76" fmla="*/ 197 w 243"/>
                <a:gd name="T77" fmla="*/ 151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7" name="Freeform 931">
              <a:extLst>
                <a:ext uri="{FF2B5EF4-FFF2-40B4-BE49-F238E27FC236}">
                  <a16:creationId xmlns:a16="http://schemas.microsoft.com/office/drawing/2014/main" id="{741E50B3-F170-4719-B5C5-A9A81D038AF1}"/>
                </a:ext>
              </a:extLst>
            </p:cNvPr>
            <p:cNvSpPr>
              <a:spLocks/>
            </p:cNvSpPr>
            <p:nvPr userDrawn="1"/>
          </p:nvSpPr>
          <p:spPr bwMode="auto">
            <a:xfrm>
              <a:off x="5762100" y="3380644"/>
              <a:ext cx="2008" cy="6021"/>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8" name="Freeform 932">
              <a:extLst>
                <a:ext uri="{FF2B5EF4-FFF2-40B4-BE49-F238E27FC236}">
                  <a16:creationId xmlns:a16="http://schemas.microsoft.com/office/drawing/2014/main" id="{6B843117-1EAF-4733-9166-CD7A948E1272}"/>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close/>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9" name="Freeform 933">
              <a:extLst>
                <a:ext uri="{FF2B5EF4-FFF2-40B4-BE49-F238E27FC236}">
                  <a16:creationId xmlns:a16="http://schemas.microsoft.com/office/drawing/2014/main" id="{3C82C675-5E5A-44DF-BF64-3F479F76C8DE}"/>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0" name="Freeform 934">
              <a:extLst>
                <a:ext uri="{FF2B5EF4-FFF2-40B4-BE49-F238E27FC236}">
                  <a16:creationId xmlns:a16="http://schemas.microsoft.com/office/drawing/2014/main" id="{A27D1A6E-D81B-459B-BEA8-89D04AEB2ECE}"/>
                </a:ext>
              </a:extLst>
            </p:cNvPr>
            <p:cNvSpPr>
              <a:spLocks noEditPoints="1"/>
            </p:cNvSpPr>
            <p:nvPr userDrawn="1"/>
          </p:nvSpPr>
          <p:spPr bwMode="auto">
            <a:xfrm>
              <a:off x="6181544" y="2957186"/>
              <a:ext cx="152525" cy="148512"/>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1" name="Freeform 935">
              <a:extLst>
                <a:ext uri="{FF2B5EF4-FFF2-40B4-BE49-F238E27FC236}">
                  <a16:creationId xmlns:a16="http://schemas.microsoft.com/office/drawing/2014/main" id="{C24A4284-DEAA-4B35-8995-0E285D223977}"/>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close/>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close/>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2" name="Freeform 936">
              <a:extLst>
                <a:ext uri="{FF2B5EF4-FFF2-40B4-BE49-F238E27FC236}">
                  <a16:creationId xmlns:a16="http://schemas.microsoft.com/office/drawing/2014/main" id="{73E57342-8380-4C10-85F0-DD3C3DF4AF43}"/>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3" name="Freeform 937">
              <a:extLst>
                <a:ext uri="{FF2B5EF4-FFF2-40B4-BE49-F238E27FC236}">
                  <a16:creationId xmlns:a16="http://schemas.microsoft.com/office/drawing/2014/main" id="{4C9908F7-0605-4F8C-B44A-91C0CBF7ECF8}"/>
                </a:ext>
              </a:extLst>
            </p:cNvPr>
            <p:cNvSpPr>
              <a:spLocks noEditPoints="1"/>
            </p:cNvSpPr>
            <p:nvPr userDrawn="1"/>
          </p:nvSpPr>
          <p:spPr bwMode="auto">
            <a:xfrm>
              <a:off x="5956770" y="1927639"/>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4" name="Freeform 938">
              <a:extLst>
                <a:ext uri="{FF2B5EF4-FFF2-40B4-BE49-F238E27FC236}">
                  <a16:creationId xmlns:a16="http://schemas.microsoft.com/office/drawing/2014/main" id="{8C52AB43-6BCD-47D9-AAF8-E63E78CE54FD}"/>
                </a:ext>
              </a:extLst>
            </p:cNvPr>
            <p:cNvSpPr>
              <a:spLocks noEditPoints="1"/>
            </p:cNvSpPr>
            <p:nvPr userDrawn="1"/>
          </p:nvSpPr>
          <p:spPr bwMode="auto">
            <a:xfrm>
              <a:off x="5952756" y="2023971"/>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4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4"/>
                    <a:pt x="12" y="14"/>
                    <a:pt x="12" y="14"/>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5" name="Freeform 939">
              <a:extLst>
                <a:ext uri="{FF2B5EF4-FFF2-40B4-BE49-F238E27FC236}">
                  <a16:creationId xmlns:a16="http://schemas.microsoft.com/office/drawing/2014/main" id="{DCD17D33-AC93-4D87-9606-999D6F4B220F}"/>
                </a:ext>
              </a:extLst>
            </p:cNvPr>
            <p:cNvSpPr>
              <a:spLocks/>
            </p:cNvSpPr>
            <p:nvPr userDrawn="1"/>
          </p:nvSpPr>
          <p:spPr bwMode="auto">
            <a:xfrm>
              <a:off x="5970819" y="2025978"/>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6" name="Freeform 940">
              <a:extLst>
                <a:ext uri="{FF2B5EF4-FFF2-40B4-BE49-F238E27FC236}">
                  <a16:creationId xmlns:a16="http://schemas.microsoft.com/office/drawing/2014/main" id="{F1BEC4D5-08FB-4AD3-A08E-BD1D0C801169}"/>
                </a:ext>
              </a:extLst>
            </p:cNvPr>
            <p:cNvSpPr>
              <a:spLocks noEditPoints="1"/>
            </p:cNvSpPr>
            <p:nvPr userDrawn="1"/>
          </p:nvSpPr>
          <p:spPr bwMode="auto">
            <a:xfrm>
              <a:off x="5938708" y="2044040"/>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7" name="Freeform 941">
              <a:extLst>
                <a:ext uri="{FF2B5EF4-FFF2-40B4-BE49-F238E27FC236}">
                  <a16:creationId xmlns:a16="http://schemas.microsoft.com/office/drawing/2014/main" id="{C4353394-95C3-4CB4-A506-47FFADC297C0}"/>
                </a:ext>
              </a:extLst>
            </p:cNvPr>
            <p:cNvSpPr>
              <a:spLocks/>
            </p:cNvSpPr>
            <p:nvPr userDrawn="1"/>
          </p:nvSpPr>
          <p:spPr bwMode="auto">
            <a:xfrm>
              <a:off x="5954764" y="2046048"/>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8" name="Freeform 942">
              <a:extLst>
                <a:ext uri="{FF2B5EF4-FFF2-40B4-BE49-F238E27FC236}">
                  <a16:creationId xmlns:a16="http://schemas.microsoft.com/office/drawing/2014/main" id="{B12498CC-3205-417C-9AE5-46158008951A}"/>
                </a:ext>
              </a:extLst>
            </p:cNvPr>
            <p:cNvSpPr>
              <a:spLocks noEditPoints="1"/>
            </p:cNvSpPr>
            <p:nvPr userDrawn="1"/>
          </p:nvSpPr>
          <p:spPr bwMode="auto">
            <a:xfrm>
              <a:off x="5942722" y="2064109"/>
              <a:ext cx="20069" cy="20069"/>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6 w 13"/>
                <a:gd name="T23" fmla="*/ 7 h 13"/>
                <a:gd name="T24" fmla="*/ 6 w 13"/>
                <a:gd name="T25" fmla="*/ 7 h 13"/>
                <a:gd name="T26" fmla="*/ 6 w 13"/>
                <a:gd name="T27" fmla="*/ 7 h 13"/>
                <a:gd name="T28" fmla="*/ 8 w 13"/>
                <a:gd name="T29" fmla="*/ 0 h 13"/>
                <a:gd name="T30" fmla="*/ 5 w 13"/>
                <a:gd name="T31" fmla="*/ 1 h 13"/>
                <a:gd name="T32" fmla="*/ 5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3 w 13"/>
                <a:gd name="T51" fmla="*/ 7 h 13"/>
                <a:gd name="T52" fmla="*/ 12 w 13"/>
                <a:gd name="T53" fmla="*/ 3 h 13"/>
                <a:gd name="T54" fmla="*/ 12 w 13"/>
                <a:gd name="T55" fmla="*/ 3 h 13"/>
                <a:gd name="T56" fmla="*/ 8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9" name="Freeform 943">
              <a:extLst>
                <a:ext uri="{FF2B5EF4-FFF2-40B4-BE49-F238E27FC236}">
                  <a16:creationId xmlns:a16="http://schemas.microsoft.com/office/drawing/2014/main" id="{4D53E4B7-C102-4BA5-BAFE-DC153530722C}"/>
                </a:ext>
              </a:extLst>
            </p:cNvPr>
            <p:cNvSpPr>
              <a:spLocks/>
            </p:cNvSpPr>
            <p:nvPr userDrawn="1"/>
          </p:nvSpPr>
          <p:spPr bwMode="auto">
            <a:xfrm>
              <a:off x="5948742" y="2064109"/>
              <a:ext cx="6021" cy="2008"/>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0" name="Freeform 944">
              <a:extLst>
                <a:ext uri="{FF2B5EF4-FFF2-40B4-BE49-F238E27FC236}">
                  <a16:creationId xmlns:a16="http://schemas.microsoft.com/office/drawing/2014/main" id="{312C1648-2ACD-453A-B560-3109C6A6BFAD}"/>
                </a:ext>
              </a:extLst>
            </p:cNvPr>
            <p:cNvSpPr>
              <a:spLocks noEditPoints="1"/>
            </p:cNvSpPr>
            <p:nvPr userDrawn="1"/>
          </p:nvSpPr>
          <p:spPr bwMode="auto">
            <a:xfrm>
              <a:off x="6145420" y="3214071"/>
              <a:ext cx="152525" cy="148512"/>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1" name="Freeform 945">
              <a:extLst>
                <a:ext uri="{FF2B5EF4-FFF2-40B4-BE49-F238E27FC236}">
                  <a16:creationId xmlns:a16="http://schemas.microsoft.com/office/drawing/2014/main" id="{B37B23F1-814C-4E46-B0AC-BC45B60D9E2F}"/>
                </a:ext>
              </a:extLst>
            </p:cNvPr>
            <p:cNvSpPr>
              <a:spLocks noEditPoints="1"/>
            </p:cNvSpPr>
            <p:nvPr userDrawn="1"/>
          </p:nvSpPr>
          <p:spPr bwMode="auto">
            <a:xfrm>
              <a:off x="6141406" y="3340506"/>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6 w 22"/>
                <a:gd name="T19" fmla="*/ 8 h 21"/>
                <a:gd name="T20" fmla="*/ 11 w 22"/>
                <a:gd name="T21" fmla="*/ 0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2" name="Freeform 946">
              <a:extLst>
                <a:ext uri="{FF2B5EF4-FFF2-40B4-BE49-F238E27FC236}">
                  <a16:creationId xmlns:a16="http://schemas.microsoft.com/office/drawing/2014/main" id="{04674FC2-02AA-45BA-A4A0-A949DC644D4A}"/>
                </a:ext>
              </a:extLst>
            </p:cNvPr>
            <p:cNvSpPr>
              <a:spLocks noEditPoints="1"/>
            </p:cNvSpPr>
            <p:nvPr userDrawn="1"/>
          </p:nvSpPr>
          <p:spPr bwMode="auto">
            <a:xfrm>
              <a:off x="6125351" y="3364589"/>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16 w 17"/>
                <a:gd name="T35" fmla="*/ 13 h 18"/>
                <a:gd name="T36" fmla="*/ 17 w 17"/>
                <a:gd name="T37" fmla="*/ 9 h 18"/>
                <a:gd name="T38" fmla="*/ 12 w 17"/>
                <a:gd name="T39" fmla="*/ 1 h 18"/>
                <a:gd name="T40" fmla="*/ 8 w 17"/>
                <a:gd name="T41" fmla="*/ 0 h 18"/>
                <a:gd name="T42" fmla="*/ 8 w 17"/>
                <a:gd name="T43" fmla="*/ 0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3" name="Freeform 947">
              <a:extLst>
                <a:ext uri="{FF2B5EF4-FFF2-40B4-BE49-F238E27FC236}">
                  <a16:creationId xmlns:a16="http://schemas.microsoft.com/office/drawing/2014/main" id="{CCD9B749-D9F2-4FEE-851C-F63A99BB050C}"/>
                </a:ext>
              </a:extLst>
            </p:cNvPr>
            <p:cNvSpPr>
              <a:spLocks noEditPoints="1"/>
            </p:cNvSpPr>
            <p:nvPr userDrawn="1"/>
          </p:nvSpPr>
          <p:spPr bwMode="auto">
            <a:xfrm>
              <a:off x="6099261" y="3368602"/>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4" name="Freeform 948">
              <a:extLst>
                <a:ext uri="{FF2B5EF4-FFF2-40B4-BE49-F238E27FC236}">
                  <a16:creationId xmlns:a16="http://schemas.microsoft.com/office/drawing/2014/main" id="{AA01F6E2-3AA0-43F3-A25D-8B45FFD8C9CE}"/>
                </a:ext>
              </a:extLst>
            </p:cNvPr>
            <p:cNvSpPr>
              <a:spLocks noEditPoints="1"/>
            </p:cNvSpPr>
            <p:nvPr userDrawn="1"/>
          </p:nvSpPr>
          <p:spPr bwMode="auto">
            <a:xfrm>
              <a:off x="6059123" y="2646114"/>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5" name="Freeform 949">
              <a:extLst>
                <a:ext uri="{FF2B5EF4-FFF2-40B4-BE49-F238E27FC236}">
                  <a16:creationId xmlns:a16="http://schemas.microsoft.com/office/drawing/2014/main" id="{9E6F9EA5-5939-435C-86F9-CD391C3233FB}"/>
                </a:ext>
              </a:extLst>
            </p:cNvPr>
            <p:cNvSpPr>
              <a:spLocks noEditPoints="1"/>
            </p:cNvSpPr>
            <p:nvPr userDrawn="1"/>
          </p:nvSpPr>
          <p:spPr bwMode="auto">
            <a:xfrm>
              <a:off x="6107289" y="3513100"/>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26 w 120"/>
                <a:gd name="T45" fmla="*/ 160 h 166"/>
                <a:gd name="T46" fmla="*/ 16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2 w 120"/>
                <a:gd name="T67" fmla="*/ 54 h 166"/>
                <a:gd name="T68" fmla="*/ 0 w 120"/>
                <a:gd name="T69" fmla="*/ 62 h 166"/>
                <a:gd name="T70" fmla="*/ 0 w 120"/>
                <a:gd name="T71" fmla="*/ 62 h 166"/>
                <a:gd name="T72" fmla="*/ 1 w 120"/>
                <a:gd name="T73" fmla="*/ 131 h 166"/>
                <a:gd name="T74" fmla="*/ 1 w 120"/>
                <a:gd name="T75" fmla="*/ 131 h 166"/>
                <a:gd name="T76" fmla="*/ 12 w 120"/>
                <a:gd name="T77" fmla="*/ 160 h 166"/>
                <a:gd name="T78" fmla="*/ 26 w 120"/>
                <a:gd name="T79" fmla="*/ 166 h 166"/>
                <a:gd name="T80" fmla="*/ 26 w 120"/>
                <a:gd name="T81" fmla="*/ 166 h 166"/>
                <a:gd name="T82" fmla="*/ 29 w 120"/>
                <a:gd name="T83" fmla="*/ 166 h 166"/>
                <a:gd name="T84" fmla="*/ 88 w 120"/>
                <a:gd name="T85" fmla="*/ 165 h 166"/>
                <a:gd name="T86" fmla="*/ 88 w 120"/>
                <a:gd name="T87" fmla="*/ 165 h 166"/>
                <a:gd name="T88" fmla="*/ 115 w 120"/>
                <a:gd name="T89" fmla="*/ 147 h 166"/>
                <a:gd name="T90" fmla="*/ 120 w 120"/>
                <a:gd name="T91" fmla="*/ 133 h 166"/>
                <a:gd name="T92" fmla="*/ 120 w 120"/>
                <a:gd name="T93" fmla="*/ 133 h 166"/>
                <a:gd name="T94" fmla="*/ 119 w 120"/>
                <a:gd name="T95" fmla="*/ 70 h 166"/>
                <a:gd name="T96" fmla="*/ 119 w 120"/>
                <a:gd name="T97" fmla="*/ 70 h 166"/>
                <a:gd name="T98" fmla="*/ 113 w 120"/>
                <a:gd name="T99" fmla="*/ 51 h 166"/>
                <a:gd name="T100" fmla="*/ 97 w 120"/>
                <a:gd name="T101" fmla="*/ 38 h 166"/>
                <a:gd name="T102" fmla="*/ 87 w 120"/>
                <a:gd name="T103" fmla="*/ 35 h 166"/>
                <a:gd name="T104" fmla="*/ 87 w 120"/>
                <a:gd name="T105" fmla="*/ 35 h 166"/>
                <a:gd name="T106" fmla="*/ 61 w 120"/>
                <a:gd name="T107" fmla="*/ 36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6" y="160"/>
                    <a:pt x="26"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6" name="Freeform 950">
              <a:extLst>
                <a:ext uri="{FF2B5EF4-FFF2-40B4-BE49-F238E27FC236}">
                  <a16:creationId xmlns:a16="http://schemas.microsoft.com/office/drawing/2014/main" id="{52AAFB5B-E5BE-47FE-8431-4B52B5CB11C4}"/>
                </a:ext>
              </a:extLst>
            </p:cNvPr>
            <p:cNvSpPr>
              <a:spLocks noEditPoints="1"/>
            </p:cNvSpPr>
            <p:nvPr userDrawn="1"/>
          </p:nvSpPr>
          <p:spPr bwMode="auto">
            <a:xfrm>
              <a:off x="6095248" y="197981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7" name="Freeform 951">
              <a:extLst>
                <a:ext uri="{FF2B5EF4-FFF2-40B4-BE49-F238E27FC236}">
                  <a16:creationId xmlns:a16="http://schemas.microsoft.com/office/drawing/2014/main" id="{029AD9F0-A780-4AB1-A4CF-C647218E004E}"/>
                </a:ext>
              </a:extLst>
            </p:cNvPr>
            <p:cNvSpPr>
              <a:spLocks noEditPoints="1"/>
            </p:cNvSpPr>
            <p:nvPr userDrawn="1"/>
          </p:nvSpPr>
          <p:spPr bwMode="auto">
            <a:xfrm>
              <a:off x="6008950" y="2190545"/>
              <a:ext cx="248857" cy="98339"/>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8" name="Freeform 952">
              <a:extLst>
                <a:ext uri="{FF2B5EF4-FFF2-40B4-BE49-F238E27FC236}">
                  <a16:creationId xmlns:a16="http://schemas.microsoft.com/office/drawing/2014/main" id="{91301558-7614-44B5-8E98-0F42E466983D}"/>
                </a:ext>
              </a:extLst>
            </p:cNvPr>
            <p:cNvSpPr>
              <a:spLocks noEditPoints="1"/>
            </p:cNvSpPr>
            <p:nvPr userDrawn="1"/>
          </p:nvSpPr>
          <p:spPr bwMode="auto">
            <a:xfrm>
              <a:off x="5902584" y="3396699"/>
              <a:ext cx="254879" cy="200691"/>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9" name="Freeform 953">
              <a:extLst>
                <a:ext uri="{FF2B5EF4-FFF2-40B4-BE49-F238E27FC236}">
                  <a16:creationId xmlns:a16="http://schemas.microsoft.com/office/drawing/2014/main" id="{8D9CDC44-6992-4E4F-A7C3-6E43599D5AE6}"/>
                </a:ext>
              </a:extLst>
            </p:cNvPr>
            <p:cNvSpPr>
              <a:spLocks noEditPoints="1"/>
            </p:cNvSpPr>
            <p:nvPr userDrawn="1"/>
          </p:nvSpPr>
          <p:spPr bwMode="auto">
            <a:xfrm>
              <a:off x="6010957" y="2419333"/>
              <a:ext cx="282975" cy="242837"/>
            </a:xfrm>
            <a:custGeom>
              <a:avLst/>
              <a:gdLst>
                <a:gd name="T0" fmla="*/ 77 w 188"/>
                <a:gd name="T1" fmla="*/ 139 h 162"/>
                <a:gd name="T2" fmla="*/ 168 w 188"/>
                <a:gd name="T3" fmla="*/ 112 h 162"/>
                <a:gd name="T4" fmla="*/ 108 w 188"/>
                <a:gd name="T5" fmla="*/ 6 h 162"/>
                <a:gd name="T6" fmla="*/ 114 w 188"/>
                <a:gd name="T7" fmla="*/ 7 h 162"/>
                <a:gd name="T8" fmla="*/ 121 w 188"/>
                <a:gd name="T9" fmla="*/ 19 h 162"/>
                <a:gd name="T10" fmla="*/ 135 w 188"/>
                <a:gd name="T11" fmla="*/ 29 h 162"/>
                <a:gd name="T12" fmla="*/ 167 w 188"/>
                <a:gd name="T13" fmla="*/ 35 h 162"/>
                <a:gd name="T14" fmla="*/ 169 w 188"/>
                <a:gd name="T15" fmla="*/ 56 h 162"/>
                <a:gd name="T16" fmla="*/ 167 w 188"/>
                <a:gd name="T17" fmla="*/ 80 h 162"/>
                <a:gd name="T18" fmla="*/ 182 w 188"/>
                <a:gd name="T19" fmla="*/ 97 h 162"/>
                <a:gd name="T20" fmla="*/ 169 w 188"/>
                <a:gd name="T21" fmla="*/ 111 h 162"/>
                <a:gd name="T22" fmla="*/ 159 w 188"/>
                <a:gd name="T23" fmla="*/ 110 h 162"/>
                <a:gd name="T24" fmla="*/ 141 w 188"/>
                <a:gd name="T25" fmla="*/ 132 h 162"/>
                <a:gd name="T26" fmla="*/ 102 w 188"/>
                <a:gd name="T27" fmla="*/ 146 h 162"/>
                <a:gd name="T28" fmla="*/ 90 w 188"/>
                <a:gd name="T29" fmla="*/ 134 h 162"/>
                <a:gd name="T30" fmla="*/ 82 w 188"/>
                <a:gd name="T31" fmla="*/ 131 h 162"/>
                <a:gd name="T32" fmla="*/ 73 w 188"/>
                <a:gd name="T33" fmla="*/ 136 h 162"/>
                <a:gd name="T34" fmla="*/ 53 w 188"/>
                <a:gd name="T35" fmla="*/ 136 h 162"/>
                <a:gd name="T36" fmla="*/ 50 w 188"/>
                <a:gd name="T37" fmla="*/ 124 h 162"/>
                <a:gd name="T38" fmla="*/ 44 w 188"/>
                <a:gd name="T39" fmla="*/ 111 h 162"/>
                <a:gd name="T40" fmla="*/ 34 w 188"/>
                <a:gd name="T41" fmla="*/ 110 h 162"/>
                <a:gd name="T42" fmla="*/ 12 w 188"/>
                <a:gd name="T43" fmla="*/ 91 h 162"/>
                <a:gd name="T44" fmla="*/ 8 w 188"/>
                <a:gd name="T45" fmla="*/ 66 h 162"/>
                <a:gd name="T46" fmla="*/ 15 w 188"/>
                <a:gd name="T47" fmla="*/ 63 h 162"/>
                <a:gd name="T48" fmla="*/ 36 w 188"/>
                <a:gd name="T49" fmla="*/ 50 h 162"/>
                <a:gd name="T50" fmla="*/ 35 w 188"/>
                <a:gd name="T51" fmla="*/ 24 h 162"/>
                <a:gd name="T52" fmla="*/ 64 w 188"/>
                <a:gd name="T53" fmla="*/ 10 h 162"/>
                <a:gd name="T54" fmla="*/ 94 w 188"/>
                <a:gd name="T55" fmla="*/ 24 h 162"/>
                <a:gd name="T56" fmla="*/ 95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4 w 188"/>
                <a:gd name="T69" fmla="*/ 57 h 162"/>
                <a:gd name="T70" fmla="*/ 2 w 188"/>
                <a:gd name="T71" fmla="*/ 66 h 162"/>
                <a:gd name="T72" fmla="*/ 8 w 188"/>
                <a:gd name="T73" fmla="*/ 96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4 w 188"/>
                <a:gd name="T85" fmla="*/ 121 h 162"/>
                <a:gd name="T86" fmla="*/ 43 w 188"/>
                <a:gd name="T87" fmla="*/ 136 h 162"/>
                <a:gd name="T88" fmla="*/ 65 w 188"/>
                <a:gd name="T89" fmla="*/ 145 h 162"/>
                <a:gd name="T90" fmla="*/ 78 w 188"/>
                <a:gd name="T91" fmla="*/ 140 h 162"/>
                <a:gd name="T92" fmla="*/ 79 w 188"/>
                <a:gd name="T93" fmla="*/ 138 h 162"/>
                <a:gd name="T94" fmla="*/ 94 w 188"/>
                <a:gd name="T95" fmla="*/ 149 h 162"/>
                <a:gd name="T96" fmla="*/ 113 w 188"/>
                <a:gd name="T97" fmla="*/ 154 h 162"/>
                <a:gd name="T98" fmla="*/ 148 w 188"/>
                <a:gd name="T99" fmla="*/ 139 h 162"/>
                <a:gd name="T100" fmla="*/ 147 w 188"/>
                <a:gd name="T101" fmla="*/ 132 h 162"/>
                <a:gd name="T102" fmla="*/ 159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8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0" name="Freeform 954">
              <a:extLst>
                <a:ext uri="{FF2B5EF4-FFF2-40B4-BE49-F238E27FC236}">
                  <a16:creationId xmlns:a16="http://schemas.microsoft.com/office/drawing/2014/main" id="{4212D070-8553-4A0E-951E-2A4E761472E9}"/>
                </a:ext>
              </a:extLst>
            </p:cNvPr>
            <p:cNvSpPr>
              <a:spLocks noEditPoints="1"/>
            </p:cNvSpPr>
            <p:nvPr userDrawn="1"/>
          </p:nvSpPr>
          <p:spPr bwMode="auto">
            <a:xfrm>
              <a:off x="7046524" y="198985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1" name="Freeform 955">
              <a:extLst>
                <a:ext uri="{FF2B5EF4-FFF2-40B4-BE49-F238E27FC236}">
                  <a16:creationId xmlns:a16="http://schemas.microsoft.com/office/drawing/2014/main" id="{C153F788-4951-4AFE-9622-82255FD0CAA3}"/>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close/>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2" name="Freeform 956">
              <a:extLst>
                <a:ext uri="{FF2B5EF4-FFF2-40B4-BE49-F238E27FC236}">
                  <a16:creationId xmlns:a16="http://schemas.microsoft.com/office/drawing/2014/main" id="{3185BC5E-2292-425F-AC1D-6A6A940BB1C8}"/>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3" name="Freeform 957">
              <a:extLst>
                <a:ext uri="{FF2B5EF4-FFF2-40B4-BE49-F238E27FC236}">
                  <a16:creationId xmlns:a16="http://schemas.microsoft.com/office/drawing/2014/main" id="{DA2CC1F4-6BF4-47CD-9DE9-C9AF16E7BFB2}"/>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close/>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4" name="Freeform 958">
              <a:extLst>
                <a:ext uri="{FF2B5EF4-FFF2-40B4-BE49-F238E27FC236}">
                  <a16:creationId xmlns:a16="http://schemas.microsoft.com/office/drawing/2014/main" id="{611CF5F6-DC53-4510-8A90-93E8DCBC9E21}"/>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5" name="Freeform 959">
              <a:extLst>
                <a:ext uri="{FF2B5EF4-FFF2-40B4-BE49-F238E27FC236}">
                  <a16:creationId xmlns:a16="http://schemas.microsoft.com/office/drawing/2014/main" id="{9BB2FED7-5D18-4D7D-B672-6DE922FFB39A}"/>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close/>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6" name="Freeform 960">
              <a:extLst>
                <a:ext uri="{FF2B5EF4-FFF2-40B4-BE49-F238E27FC236}">
                  <a16:creationId xmlns:a16="http://schemas.microsoft.com/office/drawing/2014/main" id="{91DAD904-6073-43E9-B8A7-8AF54B0AEE1D}"/>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7" name="Freeform 961">
              <a:extLst>
                <a:ext uri="{FF2B5EF4-FFF2-40B4-BE49-F238E27FC236}">
                  <a16:creationId xmlns:a16="http://schemas.microsoft.com/office/drawing/2014/main" id="{DDEBA875-08BC-414D-B7E1-F3448BCF0F05}"/>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close/>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8" name="Freeform 962">
              <a:extLst>
                <a:ext uri="{FF2B5EF4-FFF2-40B4-BE49-F238E27FC236}">
                  <a16:creationId xmlns:a16="http://schemas.microsoft.com/office/drawing/2014/main" id="{7E0469E8-9C5D-4B5E-8F73-CB78EF338D72}"/>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9" name="Freeform 963">
              <a:extLst>
                <a:ext uri="{FF2B5EF4-FFF2-40B4-BE49-F238E27FC236}">
                  <a16:creationId xmlns:a16="http://schemas.microsoft.com/office/drawing/2014/main" id="{68EBD78F-B38E-4E1E-A35D-07DD8D1FED14}"/>
                </a:ext>
              </a:extLst>
            </p:cNvPr>
            <p:cNvSpPr>
              <a:spLocks noEditPoints="1"/>
            </p:cNvSpPr>
            <p:nvPr userDrawn="1"/>
          </p:nvSpPr>
          <p:spPr bwMode="auto">
            <a:xfrm>
              <a:off x="8967139" y="3597391"/>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0" name="Freeform 964">
              <a:extLst>
                <a:ext uri="{FF2B5EF4-FFF2-40B4-BE49-F238E27FC236}">
                  <a16:creationId xmlns:a16="http://schemas.microsoft.com/office/drawing/2014/main" id="{3F5CB8C3-2D8F-483D-9051-AA071E5295BC}"/>
                </a:ext>
              </a:extLst>
            </p:cNvPr>
            <p:cNvSpPr>
              <a:spLocks noEditPoints="1"/>
            </p:cNvSpPr>
            <p:nvPr userDrawn="1"/>
          </p:nvSpPr>
          <p:spPr bwMode="auto">
            <a:xfrm>
              <a:off x="7682715" y="2674211"/>
              <a:ext cx="297023" cy="288995"/>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1" name="Freeform 965">
              <a:extLst>
                <a:ext uri="{FF2B5EF4-FFF2-40B4-BE49-F238E27FC236}">
                  <a16:creationId xmlns:a16="http://schemas.microsoft.com/office/drawing/2014/main" id="{90C6FBB2-C48F-4CFB-B6EB-7AACD0E89C1A}"/>
                </a:ext>
              </a:extLst>
            </p:cNvPr>
            <p:cNvSpPr>
              <a:spLocks noEditPoints="1"/>
            </p:cNvSpPr>
            <p:nvPr userDrawn="1"/>
          </p:nvSpPr>
          <p:spPr bwMode="auto">
            <a:xfrm>
              <a:off x="8633992" y="2702307"/>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2" name="Freeform 966">
              <a:extLst>
                <a:ext uri="{FF2B5EF4-FFF2-40B4-BE49-F238E27FC236}">
                  <a16:creationId xmlns:a16="http://schemas.microsoft.com/office/drawing/2014/main" id="{B76A5DC5-2708-45CA-8F37-13030FED09B8}"/>
                </a:ext>
              </a:extLst>
            </p:cNvPr>
            <p:cNvSpPr>
              <a:spLocks noEditPoints="1"/>
            </p:cNvSpPr>
            <p:nvPr userDrawn="1"/>
          </p:nvSpPr>
          <p:spPr bwMode="auto">
            <a:xfrm>
              <a:off x="8987208" y="2054075"/>
              <a:ext cx="194671" cy="184636"/>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3" name="Freeform 967">
              <a:extLst>
                <a:ext uri="{FF2B5EF4-FFF2-40B4-BE49-F238E27FC236}">
                  <a16:creationId xmlns:a16="http://schemas.microsoft.com/office/drawing/2014/main" id="{3F6D77FA-A0EA-49B9-85BD-F19B57E710A2}"/>
                </a:ext>
              </a:extLst>
            </p:cNvPr>
            <p:cNvSpPr>
              <a:spLocks noEditPoints="1"/>
            </p:cNvSpPr>
            <p:nvPr userDrawn="1"/>
          </p:nvSpPr>
          <p:spPr bwMode="auto">
            <a:xfrm>
              <a:off x="8545688" y="3549225"/>
              <a:ext cx="126436" cy="120415"/>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4" name="Freeform 968">
              <a:extLst>
                <a:ext uri="{FF2B5EF4-FFF2-40B4-BE49-F238E27FC236}">
                  <a16:creationId xmlns:a16="http://schemas.microsoft.com/office/drawing/2014/main" id="{2EF4531F-EDCC-4FF3-8CEF-6B7CE69AB818}"/>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close/>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5" name="Freeform 969">
              <a:extLst>
                <a:ext uri="{FF2B5EF4-FFF2-40B4-BE49-F238E27FC236}">
                  <a16:creationId xmlns:a16="http://schemas.microsoft.com/office/drawing/2014/main" id="{9712D346-9621-4FEA-8D4E-C5B42C4F75AF}"/>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6" name="Freeform 970">
              <a:extLst>
                <a:ext uri="{FF2B5EF4-FFF2-40B4-BE49-F238E27FC236}">
                  <a16:creationId xmlns:a16="http://schemas.microsoft.com/office/drawing/2014/main" id="{EBD7CB72-B3D5-4BD8-B11B-FD6B895E195C}"/>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7" name="Freeform 971">
              <a:extLst>
                <a:ext uri="{FF2B5EF4-FFF2-40B4-BE49-F238E27FC236}">
                  <a16:creationId xmlns:a16="http://schemas.microsoft.com/office/drawing/2014/main" id="{A14E060A-E12E-402F-BB7A-2ACA70B7AD67}"/>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8" name="Freeform 972">
              <a:extLst>
                <a:ext uri="{FF2B5EF4-FFF2-40B4-BE49-F238E27FC236}">
                  <a16:creationId xmlns:a16="http://schemas.microsoft.com/office/drawing/2014/main" id="{9C8A103C-85B8-4ECE-99EA-E7EF313F93E1}"/>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close/>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9" name="Freeform 973">
              <a:extLst>
                <a:ext uri="{FF2B5EF4-FFF2-40B4-BE49-F238E27FC236}">
                  <a16:creationId xmlns:a16="http://schemas.microsoft.com/office/drawing/2014/main" id="{6A598C3E-5D89-45CD-B32A-8433F2B9B06B}"/>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0" name="Freeform 974">
              <a:extLst>
                <a:ext uri="{FF2B5EF4-FFF2-40B4-BE49-F238E27FC236}">
                  <a16:creationId xmlns:a16="http://schemas.microsoft.com/office/drawing/2014/main" id="{7A85C200-C40A-4174-B001-0C3652190361}"/>
                </a:ext>
              </a:extLst>
            </p:cNvPr>
            <p:cNvSpPr>
              <a:spLocks noEditPoints="1"/>
            </p:cNvSpPr>
            <p:nvPr userDrawn="1"/>
          </p:nvSpPr>
          <p:spPr bwMode="auto">
            <a:xfrm>
              <a:off x="6695314" y="2660163"/>
              <a:ext cx="329134" cy="321106"/>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1" name="Freeform 975">
              <a:extLst>
                <a:ext uri="{FF2B5EF4-FFF2-40B4-BE49-F238E27FC236}">
                  <a16:creationId xmlns:a16="http://schemas.microsoft.com/office/drawing/2014/main" id="{493B7075-8ECD-49DD-9437-D6AAD896526A}"/>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close/>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2" name="Freeform 976">
              <a:extLst>
                <a:ext uri="{FF2B5EF4-FFF2-40B4-BE49-F238E27FC236}">
                  <a16:creationId xmlns:a16="http://schemas.microsoft.com/office/drawing/2014/main" id="{299CFC29-BA09-49AD-838B-84783246F6FD}"/>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3" name="Freeform 977">
              <a:extLst>
                <a:ext uri="{FF2B5EF4-FFF2-40B4-BE49-F238E27FC236}">
                  <a16:creationId xmlns:a16="http://schemas.microsoft.com/office/drawing/2014/main" id="{1BCA119E-5745-4846-B30B-B204B7524C64}"/>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close/>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4" name="Freeform 978">
              <a:extLst>
                <a:ext uri="{FF2B5EF4-FFF2-40B4-BE49-F238E27FC236}">
                  <a16:creationId xmlns:a16="http://schemas.microsoft.com/office/drawing/2014/main" id="{E80F9A85-AD32-4E02-B5A4-43E5E18B9EC6}"/>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5" name="Freeform 979">
              <a:extLst>
                <a:ext uri="{FF2B5EF4-FFF2-40B4-BE49-F238E27FC236}">
                  <a16:creationId xmlns:a16="http://schemas.microsoft.com/office/drawing/2014/main" id="{00BBC3AE-38D4-4792-A3B1-D76F3977E2A4}"/>
                </a:ext>
              </a:extLst>
            </p:cNvPr>
            <p:cNvSpPr>
              <a:spLocks noEditPoints="1"/>
            </p:cNvSpPr>
            <p:nvPr userDrawn="1"/>
          </p:nvSpPr>
          <p:spPr bwMode="auto">
            <a:xfrm>
              <a:off x="6910054" y="2327015"/>
              <a:ext cx="118408" cy="116401"/>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6" name="Freeform 980">
              <a:extLst>
                <a:ext uri="{FF2B5EF4-FFF2-40B4-BE49-F238E27FC236}">
                  <a16:creationId xmlns:a16="http://schemas.microsoft.com/office/drawing/2014/main" id="{4BAF1B5D-8F60-4AB0-9060-DD2DA7CEFB3A}"/>
                </a:ext>
              </a:extLst>
            </p:cNvPr>
            <p:cNvSpPr>
              <a:spLocks noEditPoints="1"/>
            </p:cNvSpPr>
            <p:nvPr userDrawn="1"/>
          </p:nvSpPr>
          <p:spPr bwMode="auto">
            <a:xfrm>
              <a:off x="6974275" y="2439402"/>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7" name="Freeform 981">
              <a:extLst>
                <a:ext uri="{FF2B5EF4-FFF2-40B4-BE49-F238E27FC236}">
                  <a16:creationId xmlns:a16="http://schemas.microsoft.com/office/drawing/2014/main" id="{F1B6FF6C-4869-415E-A06E-337C7DC2BD5C}"/>
                </a:ext>
              </a:extLst>
            </p:cNvPr>
            <p:cNvSpPr>
              <a:spLocks/>
            </p:cNvSpPr>
            <p:nvPr userDrawn="1"/>
          </p:nvSpPr>
          <p:spPr bwMode="auto">
            <a:xfrm>
              <a:off x="6980296" y="2439402"/>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8" name="Freeform 982">
              <a:extLst>
                <a:ext uri="{FF2B5EF4-FFF2-40B4-BE49-F238E27FC236}">
                  <a16:creationId xmlns:a16="http://schemas.microsoft.com/office/drawing/2014/main" id="{195DBBA6-095C-422E-B03F-67C88F7D4D0D}"/>
                </a:ext>
              </a:extLst>
            </p:cNvPr>
            <p:cNvSpPr>
              <a:spLocks/>
            </p:cNvSpPr>
            <p:nvPr userDrawn="1"/>
          </p:nvSpPr>
          <p:spPr bwMode="auto">
            <a:xfrm>
              <a:off x="6986317" y="2463485"/>
              <a:ext cx="20069" cy="22077"/>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9" name="Freeform 983">
              <a:extLst>
                <a:ext uri="{FF2B5EF4-FFF2-40B4-BE49-F238E27FC236}">
                  <a16:creationId xmlns:a16="http://schemas.microsoft.com/office/drawing/2014/main" id="{77A73EAF-9620-440E-BB72-4223A3E4BCDC}"/>
                </a:ext>
              </a:extLst>
            </p:cNvPr>
            <p:cNvSpPr>
              <a:spLocks/>
            </p:cNvSpPr>
            <p:nvPr userDrawn="1"/>
          </p:nvSpPr>
          <p:spPr bwMode="auto">
            <a:xfrm>
              <a:off x="6988323" y="2463485"/>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0" name="Freeform 984">
              <a:extLst>
                <a:ext uri="{FF2B5EF4-FFF2-40B4-BE49-F238E27FC236}">
                  <a16:creationId xmlns:a16="http://schemas.microsoft.com/office/drawing/2014/main" id="{9F2ABD32-363A-4B0C-9497-DD7B62965BE0}"/>
                </a:ext>
              </a:extLst>
            </p:cNvPr>
            <p:cNvSpPr>
              <a:spLocks noEditPoints="1"/>
            </p:cNvSpPr>
            <p:nvPr userDrawn="1"/>
          </p:nvSpPr>
          <p:spPr bwMode="auto">
            <a:xfrm>
              <a:off x="7004378" y="2473519"/>
              <a:ext cx="18063" cy="20069"/>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1" name="Freeform 985">
              <a:extLst>
                <a:ext uri="{FF2B5EF4-FFF2-40B4-BE49-F238E27FC236}">
                  <a16:creationId xmlns:a16="http://schemas.microsoft.com/office/drawing/2014/main" id="{3B5B4143-7F54-4B1C-AF29-92F83539D923}"/>
                </a:ext>
              </a:extLst>
            </p:cNvPr>
            <p:cNvSpPr>
              <a:spLocks/>
            </p:cNvSpPr>
            <p:nvPr userDrawn="1"/>
          </p:nvSpPr>
          <p:spPr bwMode="auto">
            <a:xfrm>
              <a:off x="7004378" y="2477533"/>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2" name="Freeform 986">
              <a:extLst>
                <a:ext uri="{FF2B5EF4-FFF2-40B4-BE49-F238E27FC236}">
                  <a16:creationId xmlns:a16="http://schemas.microsoft.com/office/drawing/2014/main" id="{BAE9B2AE-E163-41AD-86B9-8B1EC5EECBF6}"/>
                </a:ext>
              </a:extLst>
            </p:cNvPr>
            <p:cNvSpPr>
              <a:spLocks noEditPoints="1"/>
            </p:cNvSpPr>
            <p:nvPr userDrawn="1"/>
          </p:nvSpPr>
          <p:spPr bwMode="auto">
            <a:xfrm>
              <a:off x="8609909" y="3282306"/>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3" name="Freeform 987">
              <a:extLst>
                <a:ext uri="{FF2B5EF4-FFF2-40B4-BE49-F238E27FC236}">
                  <a16:creationId xmlns:a16="http://schemas.microsoft.com/office/drawing/2014/main" id="{79BC7966-74A5-4A23-ACDD-B4E4828456C2}"/>
                </a:ext>
              </a:extLst>
            </p:cNvPr>
            <p:cNvSpPr>
              <a:spLocks noEditPoints="1"/>
            </p:cNvSpPr>
            <p:nvPr userDrawn="1"/>
          </p:nvSpPr>
          <p:spPr bwMode="auto">
            <a:xfrm>
              <a:off x="8605895" y="3378638"/>
              <a:ext cx="30104" cy="26090"/>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0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4" name="Freeform 988">
              <a:extLst>
                <a:ext uri="{FF2B5EF4-FFF2-40B4-BE49-F238E27FC236}">
                  <a16:creationId xmlns:a16="http://schemas.microsoft.com/office/drawing/2014/main" id="{FF2AFEAC-C5CC-4659-B028-CA86E9B7FC45}"/>
                </a:ext>
              </a:extLst>
            </p:cNvPr>
            <p:cNvSpPr>
              <a:spLocks/>
            </p:cNvSpPr>
            <p:nvPr userDrawn="1"/>
          </p:nvSpPr>
          <p:spPr bwMode="auto">
            <a:xfrm>
              <a:off x="8625964" y="3378638"/>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5" name="Freeform 989">
              <a:extLst>
                <a:ext uri="{FF2B5EF4-FFF2-40B4-BE49-F238E27FC236}">
                  <a16:creationId xmlns:a16="http://schemas.microsoft.com/office/drawing/2014/main" id="{F138D1D0-78D0-4464-A6D5-BBE104C2CCE8}"/>
                </a:ext>
              </a:extLst>
            </p:cNvPr>
            <p:cNvSpPr>
              <a:spLocks noEditPoints="1"/>
            </p:cNvSpPr>
            <p:nvPr userDrawn="1"/>
          </p:nvSpPr>
          <p:spPr bwMode="auto">
            <a:xfrm>
              <a:off x="8593854" y="3398707"/>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6" name="Freeform 990">
              <a:extLst>
                <a:ext uri="{FF2B5EF4-FFF2-40B4-BE49-F238E27FC236}">
                  <a16:creationId xmlns:a16="http://schemas.microsoft.com/office/drawing/2014/main" id="{E1791179-95BF-4AD6-B9C4-8D8BA59070D2}"/>
                </a:ext>
              </a:extLst>
            </p:cNvPr>
            <p:cNvSpPr>
              <a:spLocks/>
            </p:cNvSpPr>
            <p:nvPr userDrawn="1"/>
          </p:nvSpPr>
          <p:spPr bwMode="auto">
            <a:xfrm>
              <a:off x="8607903" y="3398707"/>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0"/>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7" name="Freeform 991">
              <a:extLst>
                <a:ext uri="{FF2B5EF4-FFF2-40B4-BE49-F238E27FC236}">
                  <a16:creationId xmlns:a16="http://schemas.microsoft.com/office/drawing/2014/main" id="{CA9EAFA5-5678-4663-BE55-F15F727FAB09}"/>
                </a:ext>
              </a:extLst>
            </p:cNvPr>
            <p:cNvSpPr>
              <a:spLocks noEditPoints="1"/>
            </p:cNvSpPr>
            <p:nvPr userDrawn="1"/>
          </p:nvSpPr>
          <p:spPr bwMode="auto">
            <a:xfrm>
              <a:off x="8595861" y="3418776"/>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8" name="Freeform 992">
              <a:extLst>
                <a:ext uri="{FF2B5EF4-FFF2-40B4-BE49-F238E27FC236}">
                  <a16:creationId xmlns:a16="http://schemas.microsoft.com/office/drawing/2014/main" id="{8C8CA0C1-9BFA-4B1A-B23F-9CE91F879191}"/>
                </a:ext>
              </a:extLst>
            </p:cNvPr>
            <p:cNvSpPr>
              <a:spLocks/>
            </p:cNvSpPr>
            <p:nvPr userDrawn="1"/>
          </p:nvSpPr>
          <p:spPr bwMode="auto">
            <a:xfrm>
              <a:off x="8601881" y="3418776"/>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9" name="Freeform 993">
              <a:extLst>
                <a:ext uri="{FF2B5EF4-FFF2-40B4-BE49-F238E27FC236}">
                  <a16:creationId xmlns:a16="http://schemas.microsoft.com/office/drawing/2014/main" id="{0A30BAB3-5F32-443D-859C-5BD13CA9A737}"/>
                </a:ext>
              </a:extLst>
            </p:cNvPr>
            <p:cNvSpPr>
              <a:spLocks noEditPoints="1"/>
            </p:cNvSpPr>
            <p:nvPr userDrawn="1"/>
          </p:nvSpPr>
          <p:spPr bwMode="auto">
            <a:xfrm>
              <a:off x="8804580"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0" name="Freeform 994">
              <a:extLst>
                <a:ext uri="{FF2B5EF4-FFF2-40B4-BE49-F238E27FC236}">
                  <a16:creationId xmlns:a16="http://schemas.microsoft.com/office/drawing/2014/main" id="{EB459B70-E5CD-473C-B606-01F8843D7809}"/>
                </a:ext>
              </a:extLst>
            </p:cNvPr>
            <p:cNvSpPr>
              <a:spLocks noEditPoints="1"/>
            </p:cNvSpPr>
            <p:nvPr userDrawn="1"/>
          </p:nvSpPr>
          <p:spPr bwMode="auto">
            <a:xfrm>
              <a:off x="8800566" y="3163897"/>
              <a:ext cx="42146" cy="40138"/>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1" name="Freeform 995">
              <a:extLst>
                <a:ext uri="{FF2B5EF4-FFF2-40B4-BE49-F238E27FC236}">
                  <a16:creationId xmlns:a16="http://schemas.microsoft.com/office/drawing/2014/main" id="{8B3C0B14-5E3A-4293-B777-E7298B9B0037}"/>
                </a:ext>
              </a:extLst>
            </p:cNvPr>
            <p:cNvSpPr>
              <a:spLocks noEditPoints="1"/>
            </p:cNvSpPr>
            <p:nvPr userDrawn="1"/>
          </p:nvSpPr>
          <p:spPr bwMode="auto">
            <a:xfrm>
              <a:off x="8778490" y="3198016"/>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2" name="Freeform 996">
              <a:extLst>
                <a:ext uri="{FF2B5EF4-FFF2-40B4-BE49-F238E27FC236}">
                  <a16:creationId xmlns:a16="http://schemas.microsoft.com/office/drawing/2014/main" id="{BA5A1716-94EB-453E-9E7E-8A2088E9F619}"/>
                </a:ext>
              </a:extLst>
            </p:cNvPr>
            <p:cNvSpPr>
              <a:spLocks noEditPoints="1"/>
            </p:cNvSpPr>
            <p:nvPr userDrawn="1"/>
          </p:nvSpPr>
          <p:spPr bwMode="auto">
            <a:xfrm>
              <a:off x="8780497" y="3234140"/>
              <a:ext cx="30104" cy="30104"/>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3" name="Freeform 997">
              <a:extLst>
                <a:ext uri="{FF2B5EF4-FFF2-40B4-BE49-F238E27FC236}">
                  <a16:creationId xmlns:a16="http://schemas.microsoft.com/office/drawing/2014/main" id="{207B74F2-2E70-46AA-8B16-4F7E8F48ACBD}"/>
                </a:ext>
              </a:extLst>
            </p:cNvPr>
            <p:cNvSpPr>
              <a:spLocks noEditPoints="1"/>
            </p:cNvSpPr>
            <p:nvPr userDrawn="1"/>
          </p:nvSpPr>
          <p:spPr bwMode="auto">
            <a:xfrm>
              <a:off x="8407211" y="1841342"/>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4" name="Freeform 998">
              <a:extLst>
                <a:ext uri="{FF2B5EF4-FFF2-40B4-BE49-F238E27FC236}">
                  <a16:creationId xmlns:a16="http://schemas.microsoft.com/office/drawing/2014/main" id="{0B2A053B-79B9-4091-B975-EB84924FC028}"/>
                </a:ext>
              </a:extLst>
            </p:cNvPr>
            <p:cNvSpPr>
              <a:spLocks noEditPoints="1"/>
            </p:cNvSpPr>
            <p:nvPr userDrawn="1"/>
          </p:nvSpPr>
          <p:spPr bwMode="auto">
            <a:xfrm>
              <a:off x="8405204" y="1937674"/>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5" name="Freeform 999">
              <a:extLst>
                <a:ext uri="{FF2B5EF4-FFF2-40B4-BE49-F238E27FC236}">
                  <a16:creationId xmlns:a16="http://schemas.microsoft.com/office/drawing/2014/main" id="{7F3C3553-1B4F-4D0D-90B8-70CA54BE1F9C}"/>
                </a:ext>
              </a:extLst>
            </p:cNvPr>
            <p:cNvSpPr>
              <a:spLocks/>
            </p:cNvSpPr>
            <p:nvPr userDrawn="1"/>
          </p:nvSpPr>
          <p:spPr bwMode="auto">
            <a:xfrm>
              <a:off x="8425273" y="1937674"/>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6" name="Freeform 1000">
              <a:extLst>
                <a:ext uri="{FF2B5EF4-FFF2-40B4-BE49-F238E27FC236}">
                  <a16:creationId xmlns:a16="http://schemas.microsoft.com/office/drawing/2014/main" id="{9C7F3A33-78BF-4C84-84D0-C153CCC42D2A}"/>
                </a:ext>
              </a:extLst>
            </p:cNvPr>
            <p:cNvSpPr>
              <a:spLocks noEditPoints="1"/>
            </p:cNvSpPr>
            <p:nvPr userDrawn="1"/>
          </p:nvSpPr>
          <p:spPr bwMode="auto">
            <a:xfrm>
              <a:off x="8393162" y="1957743"/>
              <a:ext cx="20069" cy="22077"/>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7" name="Freeform 1001">
              <a:extLst>
                <a:ext uri="{FF2B5EF4-FFF2-40B4-BE49-F238E27FC236}">
                  <a16:creationId xmlns:a16="http://schemas.microsoft.com/office/drawing/2014/main" id="{5D98A208-68F4-48A1-B9BC-F2D7878995DA}"/>
                </a:ext>
              </a:extLst>
            </p:cNvPr>
            <p:cNvSpPr>
              <a:spLocks/>
            </p:cNvSpPr>
            <p:nvPr userDrawn="1"/>
          </p:nvSpPr>
          <p:spPr bwMode="auto">
            <a:xfrm>
              <a:off x="8407211" y="1957743"/>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8" name="Freeform 1002">
              <a:extLst>
                <a:ext uri="{FF2B5EF4-FFF2-40B4-BE49-F238E27FC236}">
                  <a16:creationId xmlns:a16="http://schemas.microsoft.com/office/drawing/2014/main" id="{D70F65A2-74DD-4C9D-8D16-DE67CFB57711}"/>
                </a:ext>
              </a:extLst>
            </p:cNvPr>
            <p:cNvSpPr>
              <a:spLocks noEditPoints="1"/>
            </p:cNvSpPr>
            <p:nvPr userDrawn="1"/>
          </p:nvSpPr>
          <p:spPr bwMode="auto">
            <a:xfrm>
              <a:off x="8395170" y="1979819"/>
              <a:ext cx="18063" cy="18063"/>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9" name="Freeform 1003">
              <a:extLst>
                <a:ext uri="{FF2B5EF4-FFF2-40B4-BE49-F238E27FC236}">
                  <a16:creationId xmlns:a16="http://schemas.microsoft.com/office/drawing/2014/main" id="{7CD03714-01BE-4D5B-9319-FF9D630D1586}"/>
                </a:ext>
              </a:extLst>
            </p:cNvPr>
            <p:cNvSpPr>
              <a:spLocks/>
            </p:cNvSpPr>
            <p:nvPr userDrawn="1"/>
          </p:nvSpPr>
          <p:spPr bwMode="auto">
            <a:xfrm>
              <a:off x="8401190" y="1979819"/>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0" name="Freeform 1004">
              <a:extLst>
                <a:ext uri="{FF2B5EF4-FFF2-40B4-BE49-F238E27FC236}">
                  <a16:creationId xmlns:a16="http://schemas.microsoft.com/office/drawing/2014/main" id="{8CD7717A-55A3-4781-B527-E2CBCC46BB5D}"/>
                </a:ext>
              </a:extLst>
            </p:cNvPr>
            <p:cNvSpPr>
              <a:spLocks noEditPoints="1"/>
            </p:cNvSpPr>
            <p:nvPr userDrawn="1"/>
          </p:nvSpPr>
          <p:spPr bwMode="auto">
            <a:xfrm>
              <a:off x="7785068" y="2214628"/>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1" name="Freeform 1005">
              <a:extLst>
                <a:ext uri="{FF2B5EF4-FFF2-40B4-BE49-F238E27FC236}">
                  <a16:creationId xmlns:a16="http://schemas.microsoft.com/office/drawing/2014/main" id="{B0B2D34B-7AB5-4509-91AE-7CA80705631B}"/>
                </a:ext>
              </a:extLst>
            </p:cNvPr>
            <p:cNvSpPr>
              <a:spLocks noEditPoints="1"/>
            </p:cNvSpPr>
            <p:nvPr userDrawn="1"/>
          </p:nvSpPr>
          <p:spPr bwMode="auto">
            <a:xfrm>
              <a:off x="7877386"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3"/>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2" name="Freeform 1006">
              <a:extLst>
                <a:ext uri="{FF2B5EF4-FFF2-40B4-BE49-F238E27FC236}">
                  <a16:creationId xmlns:a16="http://schemas.microsoft.com/office/drawing/2014/main" id="{DFDAD0D1-B096-4CC1-AA09-49F0B012C73F}"/>
                </a:ext>
              </a:extLst>
            </p:cNvPr>
            <p:cNvSpPr>
              <a:spLocks/>
            </p:cNvSpPr>
            <p:nvPr userDrawn="1"/>
          </p:nvSpPr>
          <p:spPr bwMode="auto">
            <a:xfrm>
              <a:off x="7891434" y="2411306"/>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3" name="Freeform 1007">
              <a:extLst>
                <a:ext uri="{FF2B5EF4-FFF2-40B4-BE49-F238E27FC236}">
                  <a16:creationId xmlns:a16="http://schemas.microsoft.com/office/drawing/2014/main" id="{C8252ED7-2784-49ED-B9A3-895E93305C89}"/>
                </a:ext>
              </a:extLst>
            </p:cNvPr>
            <p:cNvSpPr>
              <a:spLocks noEditPoints="1"/>
            </p:cNvSpPr>
            <p:nvPr userDrawn="1"/>
          </p:nvSpPr>
          <p:spPr bwMode="auto">
            <a:xfrm>
              <a:off x="7919531" y="242535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4" name="Freeform 1008">
              <a:extLst>
                <a:ext uri="{FF2B5EF4-FFF2-40B4-BE49-F238E27FC236}">
                  <a16:creationId xmlns:a16="http://schemas.microsoft.com/office/drawing/2014/main" id="{49FA9FA5-3FD8-4B18-B2B2-FF824915FA64}"/>
                </a:ext>
              </a:extLst>
            </p:cNvPr>
            <p:cNvSpPr>
              <a:spLocks noEditPoints="1"/>
            </p:cNvSpPr>
            <p:nvPr userDrawn="1"/>
          </p:nvSpPr>
          <p:spPr bwMode="auto">
            <a:xfrm>
              <a:off x="8003821" y="3641543"/>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2" name="Group 1210">
              <a:extLst>
                <a:ext uri="{FF2B5EF4-FFF2-40B4-BE49-F238E27FC236}">
                  <a16:creationId xmlns:a16="http://schemas.microsoft.com/office/drawing/2014/main" id="{6F2E80A6-8325-43FD-9C9E-ED2F3029B10F}"/>
                </a:ext>
              </a:extLst>
            </p:cNvPr>
            <p:cNvGrpSpPr>
              <a:grpSpLocks/>
            </p:cNvGrpSpPr>
            <p:nvPr userDrawn="1"/>
          </p:nvGrpSpPr>
          <p:grpSpPr bwMode="auto">
            <a:xfrm>
              <a:off x="-200439" y="1606533"/>
              <a:ext cx="9544878" cy="4461368"/>
              <a:chOff x="-4945" y="1004"/>
              <a:chExt cx="4756" cy="2223"/>
            </a:xfrm>
            <a:grpFill/>
          </p:grpSpPr>
          <p:sp>
            <p:nvSpPr>
              <p:cNvPr id="545" name="Freeform 1010">
                <a:extLst>
                  <a:ext uri="{FF2B5EF4-FFF2-40B4-BE49-F238E27FC236}">
                    <a16:creationId xmlns:a16="http://schemas.microsoft.com/office/drawing/2014/main" id="{57EA2734-C88F-4494-9878-A38387035492}"/>
                  </a:ext>
                </a:extLst>
              </p:cNvPr>
              <p:cNvSpPr>
                <a:spLocks noEditPoints="1"/>
              </p:cNvSpPr>
              <p:nvPr userDrawn="1"/>
            </p:nvSpPr>
            <p:spPr bwMode="auto">
              <a:xfrm>
                <a:off x="-806" y="2108"/>
                <a:ext cx="20" cy="20"/>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6" name="Freeform 1011">
                <a:extLst>
                  <a:ext uri="{FF2B5EF4-FFF2-40B4-BE49-F238E27FC236}">
                    <a16:creationId xmlns:a16="http://schemas.microsoft.com/office/drawing/2014/main" id="{EC76306F-28D4-4523-B299-4D7D2346F2A4}"/>
                  </a:ext>
                </a:extLst>
              </p:cNvPr>
              <p:cNvSpPr>
                <a:spLocks/>
              </p:cNvSpPr>
              <p:nvPr userDrawn="1"/>
            </p:nvSpPr>
            <p:spPr bwMode="auto">
              <a:xfrm>
                <a:off x="-798" y="2128"/>
                <a:ext cx="15" cy="15"/>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7" name="Freeform 1012">
                <a:extLst>
                  <a:ext uri="{FF2B5EF4-FFF2-40B4-BE49-F238E27FC236}">
                    <a16:creationId xmlns:a16="http://schemas.microsoft.com/office/drawing/2014/main" id="{236DA6B6-8436-458F-8096-0FE0298B19E9}"/>
                  </a:ext>
                </a:extLst>
              </p:cNvPr>
              <p:cNvSpPr>
                <a:spLocks noEditPoints="1"/>
              </p:cNvSpPr>
              <p:nvPr userDrawn="1"/>
            </p:nvSpPr>
            <p:spPr bwMode="auto">
              <a:xfrm>
                <a:off x="-782" y="2137"/>
                <a:ext cx="12" cy="12"/>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8" name="Freeform 1013">
                <a:extLst>
                  <a:ext uri="{FF2B5EF4-FFF2-40B4-BE49-F238E27FC236}">
                    <a16:creationId xmlns:a16="http://schemas.microsoft.com/office/drawing/2014/main" id="{CB6B5530-8C12-4827-9718-36783A532799}"/>
                  </a:ext>
                </a:extLst>
              </p:cNvPr>
              <p:cNvSpPr>
                <a:spLocks noEditPoints="1"/>
              </p:cNvSpPr>
              <p:nvPr userDrawn="1"/>
            </p:nvSpPr>
            <p:spPr bwMode="auto">
              <a:xfrm>
                <a:off x="-878" y="1617"/>
                <a:ext cx="84" cy="81"/>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9" name="Freeform 1014">
                <a:extLst>
                  <a:ext uri="{FF2B5EF4-FFF2-40B4-BE49-F238E27FC236}">
                    <a16:creationId xmlns:a16="http://schemas.microsoft.com/office/drawing/2014/main" id="{1B97B189-B92F-4294-9B42-5C5D6B9ADF18}"/>
                  </a:ext>
                </a:extLst>
              </p:cNvPr>
              <p:cNvSpPr>
                <a:spLocks/>
              </p:cNvSpPr>
              <p:nvPr userDrawn="1"/>
            </p:nvSpPr>
            <p:spPr bwMode="auto">
              <a:xfrm>
                <a:off x="-830" y="1697"/>
                <a:ext cx="18" cy="18"/>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0" name="Freeform 1015">
                <a:extLst>
                  <a:ext uri="{FF2B5EF4-FFF2-40B4-BE49-F238E27FC236}">
                    <a16:creationId xmlns:a16="http://schemas.microsoft.com/office/drawing/2014/main" id="{E7844405-9680-4922-9341-4E82B1FF9CF0}"/>
                  </a:ext>
                </a:extLst>
              </p:cNvPr>
              <p:cNvSpPr>
                <a:spLocks/>
              </p:cNvSpPr>
              <p:nvPr userDrawn="1"/>
            </p:nvSpPr>
            <p:spPr bwMode="auto">
              <a:xfrm>
                <a:off x="-824" y="1715"/>
                <a:ext cx="14" cy="13"/>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1" name="Freeform 1016">
                <a:extLst>
                  <a:ext uri="{FF2B5EF4-FFF2-40B4-BE49-F238E27FC236}">
                    <a16:creationId xmlns:a16="http://schemas.microsoft.com/office/drawing/2014/main" id="{591CB553-84A3-41FD-8FFA-FFB37D3D3C3E}"/>
                  </a:ext>
                </a:extLst>
              </p:cNvPr>
              <p:cNvSpPr>
                <a:spLocks noEditPoints="1"/>
              </p:cNvSpPr>
              <p:nvPr userDrawn="1"/>
            </p:nvSpPr>
            <p:spPr bwMode="auto">
              <a:xfrm>
                <a:off x="-810" y="1722"/>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2" name="Freeform 1017">
                <a:extLst>
                  <a:ext uri="{FF2B5EF4-FFF2-40B4-BE49-F238E27FC236}">
                    <a16:creationId xmlns:a16="http://schemas.microsoft.com/office/drawing/2014/main" id="{6CEBD902-3CB6-45EE-A274-E5587F53E25F}"/>
                  </a:ext>
                </a:extLst>
              </p:cNvPr>
              <p:cNvSpPr>
                <a:spLocks noEditPoints="1"/>
              </p:cNvSpPr>
              <p:nvPr userDrawn="1"/>
            </p:nvSpPr>
            <p:spPr bwMode="auto">
              <a:xfrm>
                <a:off x="-1078" y="1725"/>
                <a:ext cx="92" cy="90"/>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3" name="Freeform 1018">
                <a:extLst>
                  <a:ext uri="{FF2B5EF4-FFF2-40B4-BE49-F238E27FC236}">
                    <a16:creationId xmlns:a16="http://schemas.microsoft.com/office/drawing/2014/main" id="{176CA0EA-756B-41C2-A790-23CE850410C8}"/>
                  </a:ext>
                </a:extLst>
              </p:cNvPr>
              <p:cNvSpPr>
                <a:spLocks noEditPoints="1"/>
              </p:cNvSpPr>
              <p:nvPr userDrawn="1"/>
            </p:nvSpPr>
            <p:spPr bwMode="auto">
              <a:xfrm>
                <a:off x="-995" y="1794"/>
                <a:ext cx="19" cy="19"/>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0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4" name="Freeform 1019">
                <a:extLst>
                  <a:ext uri="{FF2B5EF4-FFF2-40B4-BE49-F238E27FC236}">
                    <a16:creationId xmlns:a16="http://schemas.microsoft.com/office/drawing/2014/main" id="{DEDBB2FA-0894-41B9-BBED-032AE2CF1DEE}"/>
                  </a:ext>
                </a:extLst>
              </p:cNvPr>
              <p:cNvSpPr>
                <a:spLocks noEditPoints="1"/>
              </p:cNvSpPr>
              <p:nvPr userDrawn="1"/>
            </p:nvSpPr>
            <p:spPr bwMode="auto">
              <a:xfrm>
                <a:off x="-978" y="1807"/>
                <a:ext cx="15" cy="15"/>
              </a:xfrm>
              <a:custGeom>
                <a:avLst/>
                <a:gdLst>
                  <a:gd name="T0" fmla="*/ 10 w 20"/>
                  <a:gd name="T1" fmla="*/ 14 h 20"/>
                  <a:gd name="T2" fmla="*/ 7 w 20"/>
                  <a:gd name="T3" fmla="*/ 12 h 20"/>
                  <a:gd name="T4" fmla="*/ 6 w 20"/>
                  <a:gd name="T5" fmla="*/ 10 h 20"/>
                  <a:gd name="T6" fmla="*/ 7 w 20"/>
                  <a:gd name="T7" fmla="*/ 7 h 20"/>
                  <a:gd name="T8" fmla="*/ 10 w 20"/>
                  <a:gd name="T9" fmla="*/ 6 h 20"/>
                  <a:gd name="T10" fmla="*/ 13 w 20"/>
                  <a:gd name="T11" fmla="*/ 8 h 20"/>
                  <a:gd name="T12" fmla="*/ 13 w 20"/>
                  <a:gd name="T13" fmla="*/ 8 h 20"/>
                  <a:gd name="T14" fmla="*/ 14 w 20"/>
                  <a:gd name="T15" fmla="*/ 10 h 20"/>
                  <a:gd name="T16" fmla="*/ 12 w 20"/>
                  <a:gd name="T17" fmla="*/ 13 h 20"/>
                  <a:gd name="T18" fmla="*/ 10 w 20"/>
                  <a:gd name="T19" fmla="*/ 14 h 20"/>
                  <a:gd name="T20" fmla="*/ 10 w 20"/>
                  <a:gd name="T21" fmla="*/ 0 h 20"/>
                  <a:gd name="T22" fmla="*/ 10 w 20"/>
                  <a:gd name="T23" fmla="*/ 0 h 20"/>
                  <a:gd name="T24" fmla="*/ 10 w 20"/>
                  <a:gd name="T25" fmla="*/ 0 h 20"/>
                  <a:gd name="T26" fmla="*/ 4 w 20"/>
                  <a:gd name="T27" fmla="*/ 2 h 20"/>
                  <a:gd name="T28" fmla="*/ 0 w 20"/>
                  <a:gd name="T29" fmla="*/ 10 h 20"/>
                  <a:gd name="T30" fmla="*/ 2 w 20"/>
                  <a:gd name="T31" fmla="*/ 16 h 20"/>
                  <a:gd name="T32" fmla="*/ 10 w 20"/>
                  <a:gd name="T33" fmla="*/ 20 h 20"/>
                  <a:gd name="T34" fmla="*/ 10 w 20"/>
                  <a:gd name="T35" fmla="*/ 20 h 20"/>
                  <a:gd name="T36" fmla="*/ 16 w 20"/>
                  <a:gd name="T37" fmla="*/ 18 h 20"/>
                  <a:gd name="T38" fmla="*/ 20 w 20"/>
                  <a:gd name="T39" fmla="*/ 10 h 20"/>
                  <a:gd name="T40" fmla="*/ 18 w 20"/>
                  <a:gd name="T41" fmla="*/ 4 h 20"/>
                  <a:gd name="T42" fmla="*/ 15 w 20"/>
                  <a:gd name="T43" fmla="*/ 6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0" y="14"/>
                    </a:move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cubicBezTo>
                      <a:pt x="13" y="8"/>
                      <a:pt x="13" y="8"/>
                      <a:pt x="13" y="8"/>
                    </a:cubicBezTo>
                    <a:cubicBezTo>
                      <a:pt x="14" y="8"/>
                      <a:pt x="14" y="9"/>
                      <a:pt x="14" y="10"/>
                    </a:cubicBezTo>
                    <a:cubicBezTo>
                      <a:pt x="14" y="11"/>
                      <a:pt x="13" y="12"/>
                      <a:pt x="12" y="13"/>
                    </a:cubicBezTo>
                    <a:cubicBezTo>
                      <a:pt x="11" y="14"/>
                      <a:pt x="11" y="14"/>
                      <a:pt x="10" y="14"/>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5" y="6"/>
                      <a:pt x="15" y="6"/>
                      <a:pt x="15" y="6"/>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5" name="Freeform 1020">
                <a:extLst>
                  <a:ext uri="{FF2B5EF4-FFF2-40B4-BE49-F238E27FC236}">
                    <a16:creationId xmlns:a16="http://schemas.microsoft.com/office/drawing/2014/main" id="{62C393CC-3BA0-4740-82D9-D3FC9F5F9564}"/>
                  </a:ext>
                </a:extLst>
              </p:cNvPr>
              <p:cNvSpPr>
                <a:spLocks noEditPoints="1"/>
              </p:cNvSpPr>
              <p:nvPr userDrawn="1"/>
            </p:nvSpPr>
            <p:spPr bwMode="auto">
              <a:xfrm>
                <a:off x="-962" y="1806"/>
                <a:ext cx="14" cy="13"/>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7 w 18"/>
                  <a:gd name="T19" fmla="*/ 11 h 18"/>
                  <a:gd name="T20" fmla="*/ 6 w 18"/>
                  <a:gd name="T21" fmla="*/ 9 h 18"/>
                  <a:gd name="T22" fmla="*/ 7 w 18"/>
                  <a:gd name="T23" fmla="*/ 7 h 18"/>
                  <a:gd name="T24" fmla="*/ 9 w 18"/>
                  <a:gd name="T25" fmla="*/ 6 h 18"/>
                  <a:gd name="T26" fmla="*/ 11 w 18"/>
                  <a:gd name="T27" fmla="*/ 8 h 18"/>
                  <a:gd name="T28" fmla="*/ 9 w 18"/>
                  <a:gd name="T29" fmla="*/ 0 h 18"/>
                  <a:gd name="T30" fmla="*/ 9 w 18"/>
                  <a:gd name="T31" fmla="*/ 0 h 18"/>
                  <a:gd name="T32" fmla="*/ 9 w 18"/>
                  <a:gd name="T33" fmla="*/ 0 h 18"/>
                  <a:gd name="T34" fmla="*/ 4 w 18"/>
                  <a:gd name="T35" fmla="*/ 2 h 18"/>
                  <a:gd name="T36" fmla="*/ 0 w 18"/>
                  <a:gd name="T37" fmla="*/ 9 h 18"/>
                  <a:gd name="T38" fmla="*/ 2 w 18"/>
                  <a:gd name="T39" fmla="*/ 14 h 18"/>
                  <a:gd name="T40" fmla="*/ 2 w 18"/>
                  <a:gd name="T41" fmla="*/ 14 h 18"/>
                  <a:gd name="T42" fmla="*/ 9 w 18"/>
                  <a:gd name="T43" fmla="*/ 18 h 18"/>
                  <a:gd name="T44" fmla="*/ 9 w 18"/>
                  <a:gd name="T45" fmla="*/ 18 h 18"/>
                  <a:gd name="T46" fmla="*/ 14 w 18"/>
                  <a:gd name="T47" fmla="*/ 16 h 18"/>
                  <a:gd name="T48" fmla="*/ 18 w 18"/>
                  <a:gd name="T49" fmla="*/ 9 h 18"/>
                  <a:gd name="T50" fmla="*/ 16 w 18"/>
                  <a:gd name="T51" fmla="*/ 4 h 18"/>
                  <a:gd name="T52" fmla="*/ 16 w 18"/>
                  <a:gd name="T53" fmla="*/ 4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9" y="0"/>
                      <a:pt x="9" y="0"/>
                      <a:pt x="9" y="0"/>
                    </a:cubicBezTo>
                    <a:cubicBezTo>
                      <a:pt x="7" y="0"/>
                      <a:pt x="5" y="1"/>
                      <a:pt x="4" y="2"/>
                    </a:cubicBezTo>
                    <a:cubicBezTo>
                      <a:pt x="1"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6" name="Freeform 1021">
                <a:extLst>
                  <a:ext uri="{FF2B5EF4-FFF2-40B4-BE49-F238E27FC236}">
                    <a16:creationId xmlns:a16="http://schemas.microsoft.com/office/drawing/2014/main" id="{63E1A128-FDE7-420F-9109-A499518EA341}"/>
                  </a:ext>
                </a:extLst>
              </p:cNvPr>
              <p:cNvSpPr>
                <a:spLocks/>
              </p:cNvSpPr>
              <p:nvPr userDrawn="1"/>
            </p:nvSpPr>
            <p:spPr bwMode="auto">
              <a:xfrm>
                <a:off x="-1739" y="1545"/>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7" name="Freeform 1022">
                <a:extLst>
                  <a:ext uri="{FF2B5EF4-FFF2-40B4-BE49-F238E27FC236}">
                    <a16:creationId xmlns:a16="http://schemas.microsoft.com/office/drawing/2014/main" id="{A4EBA264-F84A-416D-8B21-7D0BD3D6E43E}"/>
                  </a:ext>
                </a:extLst>
              </p:cNvPr>
              <p:cNvSpPr>
                <a:spLocks noEditPoints="1"/>
              </p:cNvSpPr>
              <p:nvPr userDrawn="1"/>
            </p:nvSpPr>
            <p:spPr bwMode="auto">
              <a:xfrm>
                <a:off x="-1713" y="1680"/>
                <a:ext cx="13" cy="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8" name="Freeform 1023">
                <a:extLst>
                  <a:ext uri="{FF2B5EF4-FFF2-40B4-BE49-F238E27FC236}">
                    <a16:creationId xmlns:a16="http://schemas.microsoft.com/office/drawing/2014/main" id="{CCB15C64-4BC7-4464-9BAD-8245B82BDC7E}"/>
                  </a:ext>
                </a:extLst>
              </p:cNvPr>
              <p:cNvSpPr>
                <a:spLocks noEditPoints="1"/>
              </p:cNvSpPr>
              <p:nvPr userDrawn="1"/>
            </p:nvSpPr>
            <p:spPr bwMode="auto">
              <a:xfrm>
                <a:off x="-1594" y="1668"/>
                <a:ext cx="31" cy="30"/>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9" name="Freeform 1024">
                <a:extLst>
                  <a:ext uri="{FF2B5EF4-FFF2-40B4-BE49-F238E27FC236}">
                    <a16:creationId xmlns:a16="http://schemas.microsoft.com/office/drawing/2014/main" id="{D936E848-8543-4B1B-A346-C6E71B36E213}"/>
                  </a:ext>
                </a:extLst>
              </p:cNvPr>
              <p:cNvSpPr>
                <a:spLocks noEditPoints="1"/>
              </p:cNvSpPr>
              <p:nvPr userDrawn="1"/>
            </p:nvSpPr>
            <p:spPr bwMode="auto">
              <a:xfrm>
                <a:off x="-1564" y="1692"/>
                <a:ext cx="23" cy="2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0" name="Freeform 1025">
                <a:extLst>
                  <a:ext uri="{FF2B5EF4-FFF2-40B4-BE49-F238E27FC236}">
                    <a16:creationId xmlns:a16="http://schemas.microsoft.com/office/drawing/2014/main" id="{5BE10011-DDC9-4959-80CF-70277DB7E2EE}"/>
                  </a:ext>
                </a:extLst>
              </p:cNvPr>
              <p:cNvSpPr>
                <a:spLocks noEditPoints="1"/>
              </p:cNvSpPr>
              <p:nvPr userDrawn="1"/>
            </p:nvSpPr>
            <p:spPr bwMode="auto">
              <a:xfrm>
                <a:off x="-1534" y="1689"/>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13 w 26"/>
                  <a:gd name="T25" fmla="*/ 0 h 25"/>
                  <a:gd name="T26" fmla="*/ 5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1" name="Freeform 1026">
                <a:extLst>
                  <a:ext uri="{FF2B5EF4-FFF2-40B4-BE49-F238E27FC236}">
                    <a16:creationId xmlns:a16="http://schemas.microsoft.com/office/drawing/2014/main" id="{78EDE6AB-3899-4399-AD98-81C884C4A038}"/>
                  </a:ext>
                </a:extLst>
              </p:cNvPr>
              <p:cNvSpPr>
                <a:spLocks noEditPoints="1"/>
              </p:cNvSpPr>
              <p:nvPr userDrawn="1"/>
            </p:nvSpPr>
            <p:spPr bwMode="auto">
              <a:xfrm>
                <a:off x="-1136" y="1386"/>
                <a:ext cx="83" cy="77"/>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9 h 103"/>
                  <a:gd name="T14" fmla="*/ 72 w 111"/>
                  <a:gd name="T15" fmla="*/ 7 h 103"/>
                  <a:gd name="T16" fmla="*/ 71 w 111"/>
                  <a:gd name="T17" fmla="*/ 9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2" name="Freeform 1027">
                <a:extLst>
                  <a:ext uri="{FF2B5EF4-FFF2-40B4-BE49-F238E27FC236}">
                    <a16:creationId xmlns:a16="http://schemas.microsoft.com/office/drawing/2014/main" id="{887B91D6-6F41-43DE-86A0-632D807DF6BF}"/>
                  </a:ext>
                </a:extLst>
              </p:cNvPr>
              <p:cNvSpPr>
                <a:spLocks noEditPoints="1"/>
              </p:cNvSpPr>
              <p:nvPr userDrawn="1"/>
            </p:nvSpPr>
            <p:spPr bwMode="auto">
              <a:xfrm>
                <a:off x="-1146" y="1387"/>
                <a:ext cx="18" cy="17"/>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3" name="Freeform 1028">
                <a:extLst>
                  <a:ext uri="{FF2B5EF4-FFF2-40B4-BE49-F238E27FC236}">
                    <a16:creationId xmlns:a16="http://schemas.microsoft.com/office/drawing/2014/main" id="{AC2AE78A-03D7-4316-8A71-AAB0D9A24120}"/>
                  </a:ext>
                </a:extLst>
              </p:cNvPr>
              <p:cNvSpPr>
                <a:spLocks noEditPoints="1"/>
              </p:cNvSpPr>
              <p:nvPr userDrawn="1"/>
            </p:nvSpPr>
            <p:spPr bwMode="auto">
              <a:xfrm>
                <a:off x="-1158" y="1379"/>
                <a:ext cx="14" cy="14"/>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4" name="Freeform 1029">
                <a:extLst>
                  <a:ext uri="{FF2B5EF4-FFF2-40B4-BE49-F238E27FC236}">
                    <a16:creationId xmlns:a16="http://schemas.microsoft.com/office/drawing/2014/main" id="{0332EE41-4A83-4A28-B87E-A2AEA5723017}"/>
                  </a:ext>
                </a:extLst>
              </p:cNvPr>
              <p:cNvSpPr>
                <a:spLocks noEditPoints="1"/>
              </p:cNvSpPr>
              <p:nvPr userDrawn="1"/>
            </p:nvSpPr>
            <p:spPr bwMode="auto">
              <a:xfrm>
                <a:off x="-1160" y="1367"/>
                <a:ext cx="12" cy="12"/>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8 w 16"/>
                  <a:gd name="T33" fmla="*/ 0 h 15"/>
                  <a:gd name="T34" fmla="*/ 4 w 16"/>
                  <a:gd name="T35" fmla="*/ 1 h 15"/>
                  <a:gd name="T36" fmla="*/ 1 w 16"/>
                  <a:gd name="T37" fmla="*/ 5 h 15"/>
                  <a:gd name="T38" fmla="*/ 0 w 16"/>
                  <a:gd name="T39" fmla="*/ 7 h 15"/>
                  <a:gd name="T40" fmla="*/ 6 w 16"/>
                  <a:gd name="T41" fmla="*/ 15 h 15"/>
                  <a:gd name="T42" fmla="*/ 8 w 16"/>
                  <a:gd name="T43" fmla="*/ 15 h 15"/>
                  <a:gd name="T44" fmla="*/ 8 w 16"/>
                  <a:gd name="T45" fmla="*/ 15 h 15"/>
                  <a:gd name="T46" fmla="*/ 13 w 16"/>
                  <a:gd name="T47" fmla="*/ 14 h 15"/>
                  <a:gd name="T48" fmla="*/ 16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5" name="Freeform 1030">
                <a:extLst>
                  <a:ext uri="{FF2B5EF4-FFF2-40B4-BE49-F238E27FC236}">
                    <a16:creationId xmlns:a16="http://schemas.microsoft.com/office/drawing/2014/main" id="{C86450D8-E21B-48DF-8408-248821849FA8}"/>
                  </a:ext>
                </a:extLst>
              </p:cNvPr>
              <p:cNvSpPr>
                <a:spLocks noEditPoints="1"/>
              </p:cNvSpPr>
              <p:nvPr userDrawn="1"/>
            </p:nvSpPr>
            <p:spPr bwMode="auto">
              <a:xfrm>
                <a:off x="-1185" y="1258"/>
                <a:ext cx="76" cy="74"/>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0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6" name="Freeform 1031">
                <a:extLst>
                  <a:ext uri="{FF2B5EF4-FFF2-40B4-BE49-F238E27FC236}">
                    <a16:creationId xmlns:a16="http://schemas.microsoft.com/office/drawing/2014/main" id="{1BC6BC6A-8C23-41DA-A50F-72819F678F8F}"/>
                  </a:ext>
                </a:extLst>
              </p:cNvPr>
              <p:cNvSpPr>
                <a:spLocks noEditPoints="1"/>
              </p:cNvSpPr>
              <p:nvPr userDrawn="1"/>
            </p:nvSpPr>
            <p:spPr bwMode="auto">
              <a:xfrm>
                <a:off x="-1187" y="1321"/>
                <a:ext cx="16" cy="16"/>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7" name="Freeform 1032">
                <a:extLst>
                  <a:ext uri="{FF2B5EF4-FFF2-40B4-BE49-F238E27FC236}">
                    <a16:creationId xmlns:a16="http://schemas.microsoft.com/office/drawing/2014/main" id="{C33720BA-97B5-4584-85F7-769C94AC8E9F}"/>
                  </a:ext>
                </a:extLst>
              </p:cNvPr>
              <p:cNvSpPr>
                <a:spLocks noEditPoints="1"/>
              </p:cNvSpPr>
              <p:nvPr userDrawn="1"/>
            </p:nvSpPr>
            <p:spPr bwMode="auto">
              <a:xfrm>
                <a:off x="-1196" y="1334"/>
                <a:ext cx="13" cy="12"/>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8" name="Freeform 1033">
                <a:extLst>
                  <a:ext uri="{FF2B5EF4-FFF2-40B4-BE49-F238E27FC236}">
                    <a16:creationId xmlns:a16="http://schemas.microsoft.com/office/drawing/2014/main" id="{26F1B593-0BFB-4580-9CC0-D8AE29862DAD}"/>
                  </a:ext>
                </a:extLst>
              </p:cNvPr>
              <p:cNvSpPr>
                <a:spLocks noEditPoints="1"/>
              </p:cNvSpPr>
              <p:nvPr userDrawn="1"/>
            </p:nvSpPr>
            <p:spPr bwMode="auto">
              <a:xfrm>
                <a:off x="-1208" y="1335"/>
                <a:ext cx="11"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7 h 15"/>
                  <a:gd name="T38" fmla="*/ 11 w 15"/>
                  <a:gd name="T39" fmla="*/ 0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9" name="Freeform 1034">
                <a:extLst>
                  <a:ext uri="{FF2B5EF4-FFF2-40B4-BE49-F238E27FC236}">
                    <a16:creationId xmlns:a16="http://schemas.microsoft.com/office/drawing/2014/main" id="{020EBFFA-DE79-4CCA-B184-2AEA72211002}"/>
                  </a:ext>
                </a:extLst>
              </p:cNvPr>
              <p:cNvSpPr>
                <a:spLocks noEditPoints="1"/>
              </p:cNvSpPr>
              <p:nvPr userDrawn="1"/>
            </p:nvSpPr>
            <p:spPr bwMode="auto">
              <a:xfrm>
                <a:off x="-2145" y="1045"/>
                <a:ext cx="76" cy="75"/>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5 h 99"/>
                  <a:gd name="T38" fmla="*/ 50 w 101"/>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0" name="Freeform 1035">
                <a:extLst>
                  <a:ext uri="{FF2B5EF4-FFF2-40B4-BE49-F238E27FC236}">
                    <a16:creationId xmlns:a16="http://schemas.microsoft.com/office/drawing/2014/main" id="{1802490C-CEE5-4405-91F5-392DE31573FE}"/>
                  </a:ext>
                </a:extLst>
              </p:cNvPr>
              <p:cNvSpPr>
                <a:spLocks noEditPoints="1"/>
              </p:cNvSpPr>
              <p:nvPr userDrawn="1"/>
            </p:nvSpPr>
            <p:spPr bwMode="auto">
              <a:xfrm>
                <a:off x="-2147" y="1108"/>
                <a:ext cx="16" cy="17"/>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6"/>
                    </a:cubicBezTo>
                    <a:cubicBezTo>
                      <a:pt x="15" y="7"/>
                      <a:pt x="16" y="9"/>
                      <a:pt x="16" y="11"/>
                    </a:cubicBezTo>
                    <a:cubicBezTo>
                      <a:pt x="16" y="11"/>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1" y="22"/>
                      <a:pt x="11" y="22"/>
                      <a:pt x="11" y="22"/>
                    </a:cubicBezTo>
                    <a:cubicBezTo>
                      <a:pt x="15" y="22"/>
                      <a:pt x="19" y="19"/>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1" name="Freeform 1036">
                <a:extLst>
                  <a:ext uri="{FF2B5EF4-FFF2-40B4-BE49-F238E27FC236}">
                    <a16:creationId xmlns:a16="http://schemas.microsoft.com/office/drawing/2014/main" id="{79171E30-6537-4C26-844A-783167DDC6A2}"/>
                  </a:ext>
                </a:extLst>
              </p:cNvPr>
              <p:cNvSpPr>
                <a:spLocks noEditPoints="1"/>
              </p:cNvSpPr>
              <p:nvPr userDrawn="1"/>
            </p:nvSpPr>
            <p:spPr bwMode="auto">
              <a:xfrm>
                <a:off x="-2156" y="1121"/>
                <a:ext cx="13" cy="1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16 w 17"/>
                  <a:gd name="T35" fmla="*/ 12 h 17"/>
                  <a:gd name="T36" fmla="*/ 17 w 17"/>
                  <a:gd name="T37" fmla="*/ 8 h 17"/>
                  <a:gd name="T38" fmla="*/ 12 w 17"/>
                  <a:gd name="T39" fmla="*/ 1 h 17"/>
                  <a:gd name="T40" fmla="*/ 8 w 17"/>
                  <a:gd name="T41" fmla="*/ 0 h 17"/>
                  <a:gd name="T42" fmla="*/ 8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1"/>
                      <a:pt x="1" y="5"/>
                    </a:cubicBezTo>
                    <a:cubicBezTo>
                      <a:pt x="1" y="5"/>
                      <a:pt x="1" y="5"/>
                      <a:pt x="1" y="5"/>
                    </a:cubicBezTo>
                    <a:cubicBezTo>
                      <a:pt x="0" y="6"/>
                      <a:pt x="0" y="7"/>
                      <a:pt x="0" y="8"/>
                    </a:cubicBezTo>
                    <a:cubicBezTo>
                      <a:pt x="0" y="12"/>
                      <a:pt x="1" y="15"/>
                      <a:pt x="5" y="16"/>
                    </a:cubicBezTo>
                    <a:cubicBezTo>
                      <a:pt x="6" y="17"/>
                      <a:pt x="7" y="17"/>
                      <a:pt x="8" y="17"/>
                    </a:cubicBezTo>
                    <a:cubicBezTo>
                      <a:pt x="12" y="17"/>
                      <a:pt x="15" y="15"/>
                      <a:pt x="16" y="12"/>
                    </a:cubicBezTo>
                    <a:cubicBezTo>
                      <a:pt x="17" y="11"/>
                      <a:pt x="17" y="10"/>
                      <a:pt x="17" y="8"/>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2" name="Freeform 1037">
                <a:extLst>
                  <a:ext uri="{FF2B5EF4-FFF2-40B4-BE49-F238E27FC236}">
                    <a16:creationId xmlns:a16="http://schemas.microsoft.com/office/drawing/2014/main" id="{0ABD9FC9-979F-441F-BEEA-118ACF79490E}"/>
                  </a:ext>
                </a:extLst>
              </p:cNvPr>
              <p:cNvSpPr>
                <a:spLocks noEditPoints="1"/>
              </p:cNvSpPr>
              <p:nvPr userDrawn="1"/>
            </p:nvSpPr>
            <p:spPr bwMode="auto">
              <a:xfrm>
                <a:off x="-2168" y="1122"/>
                <a:ext cx="12" cy="12"/>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15 w 16"/>
                  <a:gd name="T35" fmla="*/ 11 h 16"/>
                  <a:gd name="T36" fmla="*/ 16 w 16"/>
                  <a:gd name="T37" fmla="*/ 8 h 16"/>
                  <a:gd name="T38" fmla="*/ 11 w 16"/>
                  <a:gd name="T39" fmla="*/ 1 h 16"/>
                  <a:gd name="T40" fmla="*/ 8 w 16"/>
                  <a:gd name="T41" fmla="*/ 0 h 16"/>
                  <a:gd name="T42" fmla="*/ 8 w 16"/>
                  <a:gd name="T43" fmla="*/ 0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6"/>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11" y="16"/>
                      <a:pt x="13" y="14"/>
                      <a:pt x="15" y="11"/>
                    </a:cubicBezTo>
                    <a:cubicBezTo>
                      <a:pt x="15" y="10"/>
                      <a:pt x="16" y="9"/>
                      <a:pt x="16" y="8"/>
                    </a:cubicBezTo>
                    <a:cubicBezTo>
                      <a:pt x="16" y="5"/>
                      <a:pt x="14" y="3"/>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3" name="Freeform 1038">
                <a:extLst>
                  <a:ext uri="{FF2B5EF4-FFF2-40B4-BE49-F238E27FC236}">
                    <a16:creationId xmlns:a16="http://schemas.microsoft.com/office/drawing/2014/main" id="{F9C08A67-6357-4D4D-90FA-C342175638EE}"/>
                  </a:ext>
                </a:extLst>
              </p:cNvPr>
              <p:cNvSpPr>
                <a:spLocks noEditPoints="1"/>
              </p:cNvSpPr>
              <p:nvPr userDrawn="1"/>
            </p:nvSpPr>
            <p:spPr bwMode="auto">
              <a:xfrm>
                <a:off x="-941" y="1940"/>
                <a:ext cx="75" cy="74"/>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9"/>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4" name="Freeform 1039">
                <a:extLst>
                  <a:ext uri="{FF2B5EF4-FFF2-40B4-BE49-F238E27FC236}">
                    <a16:creationId xmlns:a16="http://schemas.microsoft.com/office/drawing/2014/main" id="{B9513E0B-90D5-4170-9247-FFF3F95FAF67}"/>
                  </a:ext>
                </a:extLst>
              </p:cNvPr>
              <p:cNvSpPr>
                <a:spLocks noEditPoints="1"/>
              </p:cNvSpPr>
              <p:nvPr userDrawn="1"/>
            </p:nvSpPr>
            <p:spPr bwMode="auto">
              <a:xfrm>
                <a:off x="-944" y="2002"/>
                <a:ext cx="17" cy="17"/>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5" name="Freeform 1040">
                <a:extLst>
                  <a:ext uri="{FF2B5EF4-FFF2-40B4-BE49-F238E27FC236}">
                    <a16:creationId xmlns:a16="http://schemas.microsoft.com/office/drawing/2014/main" id="{398B7C6F-67A2-40D5-B322-068AE110A1BB}"/>
                  </a:ext>
                </a:extLst>
              </p:cNvPr>
              <p:cNvSpPr>
                <a:spLocks noEditPoints="1"/>
              </p:cNvSpPr>
              <p:nvPr userDrawn="1"/>
            </p:nvSpPr>
            <p:spPr bwMode="auto">
              <a:xfrm>
                <a:off x="-953" y="2015"/>
                <a:ext cx="14" cy="13"/>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6" name="Freeform 1041">
                <a:extLst>
                  <a:ext uri="{FF2B5EF4-FFF2-40B4-BE49-F238E27FC236}">
                    <a16:creationId xmlns:a16="http://schemas.microsoft.com/office/drawing/2014/main" id="{811F064B-E9DB-4E9C-B676-825E0A1141BF}"/>
                  </a:ext>
                </a:extLst>
              </p:cNvPr>
              <p:cNvSpPr>
                <a:spLocks noEditPoints="1"/>
              </p:cNvSpPr>
              <p:nvPr userDrawn="1"/>
            </p:nvSpPr>
            <p:spPr bwMode="auto">
              <a:xfrm>
                <a:off x="-965" y="2017"/>
                <a:ext cx="12"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7" name="Freeform 1042">
                <a:extLst>
                  <a:ext uri="{FF2B5EF4-FFF2-40B4-BE49-F238E27FC236}">
                    <a16:creationId xmlns:a16="http://schemas.microsoft.com/office/drawing/2014/main" id="{316F52FC-1F5B-4662-A278-7C0B1D04AEA9}"/>
                  </a:ext>
                </a:extLst>
              </p:cNvPr>
              <p:cNvSpPr>
                <a:spLocks noEditPoints="1"/>
              </p:cNvSpPr>
              <p:nvPr userDrawn="1"/>
            </p:nvSpPr>
            <p:spPr bwMode="auto">
              <a:xfrm>
                <a:off x="-1232" y="2024"/>
                <a:ext cx="75" cy="74"/>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8" name="Freeform 1043">
                <a:extLst>
                  <a:ext uri="{FF2B5EF4-FFF2-40B4-BE49-F238E27FC236}">
                    <a16:creationId xmlns:a16="http://schemas.microsoft.com/office/drawing/2014/main" id="{1C94B771-3EAA-4E0E-8E67-33EDFBB9939C}"/>
                  </a:ext>
                </a:extLst>
              </p:cNvPr>
              <p:cNvSpPr>
                <a:spLocks noEditPoints="1"/>
              </p:cNvSpPr>
              <p:nvPr userDrawn="1"/>
            </p:nvSpPr>
            <p:spPr bwMode="auto">
              <a:xfrm>
                <a:off x="-1235" y="2086"/>
                <a:ext cx="17" cy="17"/>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9" name="Freeform 1044">
                <a:extLst>
                  <a:ext uri="{FF2B5EF4-FFF2-40B4-BE49-F238E27FC236}">
                    <a16:creationId xmlns:a16="http://schemas.microsoft.com/office/drawing/2014/main" id="{D013339B-F7F1-4FF4-9F12-82319E80E844}"/>
                  </a:ext>
                </a:extLst>
              </p:cNvPr>
              <p:cNvSpPr>
                <a:spLocks noEditPoints="1"/>
              </p:cNvSpPr>
              <p:nvPr userDrawn="1"/>
            </p:nvSpPr>
            <p:spPr bwMode="auto">
              <a:xfrm>
                <a:off x="-1243" y="2099"/>
                <a:ext cx="13" cy="13"/>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16 w 17"/>
                  <a:gd name="T35" fmla="*/ 13 h 17"/>
                  <a:gd name="T36" fmla="*/ 17 w 17"/>
                  <a:gd name="T37" fmla="*/ 9 h 17"/>
                  <a:gd name="T38" fmla="*/ 12 w 17"/>
                  <a:gd name="T39" fmla="*/ 1 h 17"/>
                  <a:gd name="T40" fmla="*/ 8 w 17"/>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0" name="Freeform 1045">
                <a:extLst>
                  <a:ext uri="{FF2B5EF4-FFF2-40B4-BE49-F238E27FC236}">
                    <a16:creationId xmlns:a16="http://schemas.microsoft.com/office/drawing/2014/main" id="{72A0720C-40BE-416D-91EC-665AD9B589FF}"/>
                  </a:ext>
                </a:extLst>
              </p:cNvPr>
              <p:cNvSpPr>
                <a:spLocks noEditPoints="1"/>
              </p:cNvSpPr>
              <p:nvPr userDrawn="1"/>
            </p:nvSpPr>
            <p:spPr bwMode="auto">
              <a:xfrm>
                <a:off x="-1256" y="2101"/>
                <a:ext cx="12" cy="11"/>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15 w 16"/>
                  <a:gd name="T37" fmla="*/ 11 h 15"/>
                  <a:gd name="T38" fmla="*/ 16 w 16"/>
                  <a:gd name="T39" fmla="*/ 7 h 15"/>
                  <a:gd name="T40" fmla="*/ 11 w 16"/>
                  <a:gd name="T41" fmla="*/ 1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1" name="Freeform 1046">
                <a:extLst>
                  <a:ext uri="{FF2B5EF4-FFF2-40B4-BE49-F238E27FC236}">
                    <a16:creationId xmlns:a16="http://schemas.microsoft.com/office/drawing/2014/main" id="{A44AA6C7-78A2-4B3F-8BDA-A334BD109CEC}"/>
                  </a:ext>
                </a:extLst>
              </p:cNvPr>
              <p:cNvSpPr>
                <a:spLocks noEditPoints="1"/>
              </p:cNvSpPr>
              <p:nvPr userDrawn="1"/>
            </p:nvSpPr>
            <p:spPr bwMode="auto">
              <a:xfrm>
                <a:off x="-713" y="1814"/>
                <a:ext cx="72" cy="7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2" name="Freeform 1047">
                <a:extLst>
                  <a:ext uri="{FF2B5EF4-FFF2-40B4-BE49-F238E27FC236}">
                    <a16:creationId xmlns:a16="http://schemas.microsoft.com/office/drawing/2014/main" id="{AB75907B-86D6-4F90-9F72-A65C9D98C743}"/>
                  </a:ext>
                </a:extLst>
              </p:cNvPr>
              <p:cNvSpPr>
                <a:spLocks noEditPoints="1"/>
              </p:cNvSpPr>
              <p:nvPr userDrawn="1"/>
            </p:nvSpPr>
            <p:spPr bwMode="auto">
              <a:xfrm>
                <a:off x="-720" y="1868"/>
                <a:ext cx="16" cy="16"/>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3" name="Freeform 1048">
                <a:extLst>
                  <a:ext uri="{FF2B5EF4-FFF2-40B4-BE49-F238E27FC236}">
                    <a16:creationId xmlns:a16="http://schemas.microsoft.com/office/drawing/2014/main" id="{0BB8F02C-9838-4033-B71B-24728471FE16}"/>
                  </a:ext>
                </a:extLst>
              </p:cNvPr>
              <p:cNvSpPr>
                <a:spLocks noEditPoints="1"/>
              </p:cNvSpPr>
              <p:nvPr userDrawn="1"/>
            </p:nvSpPr>
            <p:spPr bwMode="auto">
              <a:xfrm>
                <a:off x="-730" y="1878"/>
                <a:ext cx="12" cy="13"/>
              </a:xfrm>
              <a:custGeom>
                <a:avLst/>
                <a:gdLst>
                  <a:gd name="T0" fmla="*/ 6 w 16"/>
                  <a:gd name="T1" fmla="*/ 7 h 17"/>
                  <a:gd name="T2" fmla="*/ 8 w 16"/>
                  <a:gd name="T3" fmla="*/ 6 h 17"/>
                  <a:gd name="T4" fmla="*/ 9 w 16"/>
                  <a:gd name="T5" fmla="*/ 6 h 17"/>
                  <a:gd name="T6" fmla="*/ 10 w 16"/>
                  <a:gd name="T7" fmla="*/ 8 h 17"/>
                  <a:gd name="T8" fmla="*/ 10 w 16"/>
                  <a:gd name="T9" fmla="*/ 10 h 17"/>
                  <a:gd name="T10" fmla="*/ 8 w 16"/>
                  <a:gd name="T11" fmla="*/ 11 h 17"/>
                  <a:gd name="T12" fmla="*/ 6 w 16"/>
                  <a:gd name="T13" fmla="*/ 10 h 17"/>
                  <a:gd name="T14" fmla="*/ 6 w 16"/>
                  <a:gd name="T15" fmla="*/ 8 h 17"/>
                  <a:gd name="T16" fmla="*/ 6 w 16"/>
                  <a:gd name="T17" fmla="*/ 7 h 17"/>
                  <a:gd name="T18" fmla="*/ 6 w 16"/>
                  <a:gd name="T19" fmla="*/ 7 h 17"/>
                  <a:gd name="T20" fmla="*/ 8 w 16"/>
                  <a:gd name="T21" fmla="*/ 0 h 17"/>
                  <a:gd name="T22" fmla="*/ 8 w 16"/>
                  <a:gd name="T23" fmla="*/ 0 h 17"/>
                  <a:gd name="T24" fmla="*/ 8 w 16"/>
                  <a:gd name="T25" fmla="*/ 0 h 17"/>
                  <a:gd name="T26" fmla="*/ 1 w 16"/>
                  <a:gd name="T27" fmla="*/ 3 h 17"/>
                  <a:gd name="T28" fmla="*/ 1 w 16"/>
                  <a:gd name="T29" fmla="*/ 3 h 17"/>
                  <a:gd name="T30" fmla="*/ 0 w 16"/>
                  <a:gd name="T31" fmla="*/ 8 h 17"/>
                  <a:gd name="T32" fmla="*/ 3 w 16"/>
                  <a:gd name="T33" fmla="*/ 15 h 17"/>
                  <a:gd name="T34" fmla="*/ 8 w 16"/>
                  <a:gd name="T35" fmla="*/ 17 h 17"/>
                  <a:gd name="T36" fmla="*/ 8 w 16"/>
                  <a:gd name="T37" fmla="*/ 17 h 17"/>
                  <a:gd name="T38" fmla="*/ 15 w 16"/>
                  <a:gd name="T39" fmla="*/ 13 h 17"/>
                  <a:gd name="T40" fmla="*/ 16 w 16"/>
                  <a:gd name="T41" fmla="*/ 8 h 17"/>
                  <a:gd name="T42" fmla="*/ 13 w 16"/>
                  <a:gd name="T43" fmla="*/ 2 h 17"/>
                  <a:gd name="T44" fmla="*/ 8 w 1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7">
                    <a:moveTo>
                      <a:pt x="6" y="7"/>
                    </a:move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cubicBezTo>
                      <a:pt x="7" y="11"/>
                      <a:pt x="7" y="10"/>
                      <a:pt x="6" y="10"/>
                    </a:cubicBezTo>
                    <a:cubicBezTo>
                      <a:pt x="6" y="10"/>
                      <a:pt x="6" y="9"/>
                      <a:pt x="6" y="8"/>
                    </a:cubicBezTo>
                    <a:cubicBezTo>
                      <a:pt x="6" y="8"/>
                      <a:pt x="6" y="7"/>
                      <a:pt x="6" y="7"/>
                    </a:cubicBezTo>
                    <a:cubicBezTo>
                      <a:pt x="6" y="7"/>
                      <a:pt x="6" y="7"/>
                      <a:pt x="6" y="7"/>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4" name="Freeform 1049">
                <a:extLst>
                  <a:ext uri="{FF2B5EF4-FFF2-40B4-BE49-F238E27FC236}">
                    <a16:creationId xmlns:a16="http://schemas.microsoft.com/office/drawing/2014/main" id="{676271F2-6FCC-4A1F-9840-9741849469C3}"/>
                  </a:ext>
                </a:extLst>
              </p:cNvPr>
              <p:cNvSpPr>
                <a:spLocks noEditPoints="1"/>
              </p:cNvSpPr>
              <p:nvPr userDrawn="1"/>
            </p:nvSpPr>
            <p:spPr bwMode="auto">
              <a:xfrm>
                <a:off x="-742" y="1877"/>
                <a:ext cx="11" cy="11"/>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5" name="Freeform 1050">
                <a:extLst>
                  <a:ext uri="{FF2B5EF4-FFF2-40B4-BE49-F238E27FC236}">
                    <a16:creationId xmlns:a16="http://schemas.microsoft.com/office/drawing/2014/main" id="{8CD900CD-54C8-4671-BD51-C6F418B757DF}"/>
                  </a:ext>
                </a:extLst>
              </p:cNvPr>
              <p:cNvSpPr>
                <a:spLocks noEditPoints="1"/>
              </p:cNvSpPr>
              <p:nvPr userDrawn="1"/>
            </p:nvSpPr>
            <p:spPr bwMode="auto">
              <a:xfrm>
                <a:off x="-1292" y="1110"/>
                <a:ext cx="180" cy="152"/>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4 w 240"/>
                  <a:gd name="T101" fmla="*/ 124 h 203"/>
                  <a:gd name="T102" fmla="*/ 206 w 240"/>
                  <a:gd name="T103" fmla="*/ 112 h 203"/>
                  <a:gd name="T104" fmla="*/ 240 w 240"/>
                  <a:gd name="T105" fmla="*/ 81 h 203"/>
                  <a:gd name="T106" fmla="*/ 228 w 240"/>
                  <a:gd name="T107" fmla="*/ 55 h 203"/>
                  <a:gd name="T108" fmla="*/ 214 w 240"/>
                  <a:gd name="T109" fmla="*/ 54 h 203"/>
                  <a:gd name="T110" fmla="*/ 204 w 240"/>
                  <a:gd name="T111" fmla="*/ 48 h 203"/>
                  <a:gd name="T112" fmla="*/ 207 w 240"/>
                  <a:gd name="T113" fmla="*/ 15 h 203"/>
                  <a:gd name="T114" fmla="*/ 195 w 240"/>
                  <a:gd name="T115" fmla="*/ 5 h 203"/>
                  <a:gd name="T116" fmla="*/ 189 w 240"/>
                  <a:gd name="T117" fmla="*/ 3 h 203"/>
                  <a:gd name="T118" fmla="*/ 122 w 240"/>
                  <a:gd name="T119" fmla="*/ 4 h 203"/>
                  <a:gd name="T120" fmla="*/ 120 w 240"/>
                  <a:gd name="T121" fmla="*/ 6 h 203"/>
                  <a:gd name="T122" fmla="*/ 119 w 240"/>
                  <a:gd name="T123" fmla="*/ 6 h 203"/>
                  <a:gd name="T124" fmla="*/ 105 w 240"/>
                  <a:gd name="T12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6" name="Freeform 1051">
                <a:extLst>
                  <a:ext uri="{FF2B5EF4-FFF2-40B4-BE49-F238E27FC236}">
                    <a16:creationId xmlns:a16="http://schemas.microsoft.com/office/drawing/2014/main" id="{A33CA307-0393-4AF0-900B-A12C198D47AE}"/>
                  </a:ext>
                </a:extLst>
              </p:cNvPr>
              <p:cNvSpPr>
                <a:spLocks/>
              </p:cNvSpPr>
              <p:nvPr userDrawn="1"/>
            </p:nvSpPr>
            <p:spPr bwMode="auto">
              <a:xfrm>
                <a:off x="-1278" y="1204"/>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7" name="Freeform 1052">
                <a:extLst>
                  <a:ext uri="{FF2B5EF4-FFF2-40B4-BE49-F238E27FC236}">
                    <a16:creationId xmlns:a16="http://schemas.microsoft.com/office/drawing/2014/main" id="{25EC8CAB-8E7E-4DD2-9670-2472B0805ABB}"/>
                  </a:ext>
                </a:extLst>
              </p:cNvPr>
              <p:cNvSpPr>
                <a:spLocks/>
              </p:cNvSpPr>
              <p:nvPr userDrawn="1"/>
            </p:nvSpPr>
            <p:spPr bwMode="auto">
              <a:xfrm>
                <a:off x="-1133" y="1262"/>
                <a:ext cx="3" cy="6"/>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8" name="Freeform 1053">
                <a:extLst>
                  <a:ext uri="{FF2B5EF4-FFF2-40B4-BE49-F238E27FC236}">
                    <a16:creationId xmlns:a16="http://schemas.microsoft.com/office/drawing/2014/main" id="{395BDBF3-A5E5-4B3C-BB1F-8AAE86A98AAC}"/>
                  </a:ext>
                </a:extLst>
              </p:cNvPr>
              <p:cNvSpPr>
                <a:spLocks noEditPoints="1"/>
              </p:cNvSpPr>
              <p:nvPr userDrawn="1"/>
            </p:nvSpPr>
            <p:spPr bwMode="auto">
              <a:xfrm>
                <a:off x="-1473" y="2017"/>
                <a:ext cx="180" cy="157"/>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29 w 240"/>
                  <a:gd name="T69" fmla="*/ 10 h 209"/>
                  <a:gd name="T70" fmla="*/ 17 w 240"/>
                  <a:gd name="T71" fmla="*/ 66 h 209"/>
                  <a:gd name="T72" fmla="*/ 21 w 240"/>
                  <a:gd name="T73" fmla="*/ 77 h 209"/>
                  <a:gd name="T74" fmla="*/ 1 w 240"/>
                  <a:gd name="T75" fmla="*/ 89 h 209"/>
                  <a:gd name="T76" fmla="*/ 14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6 w 240"/>
                  <a:gd name="T97" fmla="*/ 111 h 209"/>
                  <a:gd name="T98" fmla="*/ 240 w 240"/>
                  <a:gd name="T99" fmla="*/ 80 h 209"/>
                  <a:gd name="T100" fmla="*/ 227 w 240"/>
                  <a:gd name="T101" fmla="*/ 55 h 209"/>
                  <a:gd name="T102" fmla="*/ 214 w 240"/>
                  <a:gd name="T103" fmla="*/ 53 h 209"/>
                  <a:gd name="T104" fmla="*/ 203 w 240"/>
                  <a:gd name="T105" fmla="*/ 48 h 209"/>
                  <a:gd name="T106" fmla="*/ 207 w 240"/>
                  <a:gd name="T107" fmla="*/ 14 h 209"/>
                  <a:gd name="T108" fmla="*/ 195 w 240"/>
                  <a:gd name="T109" fmla="*/ 4 h 209"/>
                  <a:gd name="T110" fmla="*/ 189 w 240"/>
                  <a:gd name="T111" fmla="*/ 2 h 209"/>
                  <a:gd name="T112" fmla="*/ 122 w 240"/>
                  <a:gd name="T113" fmla="*/ 3 h 209"/>
                  <a:gd name="T114" fmla="*/ 120 w 240"/>
                  <a:gd name="T115" fmla="*/ 5 h 209"/>
                  <a:gd name="T116" fmla="*/ 118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9" name="Freeform 1054">
                <a:extLst>
                  <a:ext uri="{FF2B5EF4-FFF2-40B4-BE49-F238E27FC236}">
                    <a16:creationId xmlns:a16="http://schemas.microsoft.com/office/drawing/2014/main" id="{9C9A1B40-A121-4CAF-B49D-EC751802EAF6}"/>
                  </a:ext>
                </a:extLst>
              </p:cNvPr>
              <p:cNvSpPr>
                <a:spLocks noEditPoints="1"/>
              </p:cNvSpPr>
              <p:nvPr userDrawn="1"/>
            </p:nvSpPr>
            <p:spPr bwMode="auto">
              <a:xfrm>
                <a:off x="-1100" y="1131"/>
                <a:ext cx="179" cy="124"/>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0" name="Freeform 1055">
                <a:extLst>
                  <a:ext uri="{FF2B5EF4-FFF2-40B4-BE49-F238E27FC236}">
                    <a16:creationId xmlns:a16="http://schemas.microsoft.com/office/drawing/2014/main" id="{B9F7E1C9-BAAD-4309-BADF-E7E46378635A}"/>
                  </a:ext>
                </a:extLst>
              </p:cNvPr>
              <p:cNvSpPr>
                <a:spLocks noEditPoints="1"/>
              </p:cNvSpPr>
              <p:nvPr userDrawn="1"/>
            </p:nvSpPr>
            <p:spPr bwMode="auto">
              <a:xfrm>
                <a:off x="-482" y="1113"/>
                <a:ext cx="180" cy="124"/>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7 w 239"/>
                  <a:gd name="T59" fmla="*/ 132 h 165"/>
                  <a:gd name="T60" fmla="*/ 104 w 239"/>
                  <a:gd name="T61" fmla="*/ 147 h 165"/>
                  <a:gd name="T62" fmla="*/ 114 w 239"/>
                  <a:gd name="T63" fmla="*/ 129 h 165"/>
                  <a:gd name="T64" fmla="*/ 30 w 239"/>
                  <a:gd name="T65" fmla="*/ 128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1" name="Freeform 1056">
                <a:extLst>
                  <a:ext uri="{FF2B5EF4-FFF2-40B4-BE49-F238E27FC236}">
                    <a16:creationId xmlns:a16="http://schemas.microsoft.com/office/drawing/2014/main" id="{66950856-3B4C-4A43-AE85-2DF5420ED1B7}"/>
                  </a:ext>
                </a:extLst>
              </p:cNvPr>
              <p:cNvSpPr>
                <a:spLocks noEditPoints="1"/>
              </p:cNvSpPr>
              <p:nvPr userDrawn="1"/>
            </p:nvSpPr>
            <p:spPr bwMode="auto">
              <a:xfrm>
                <a:off x="-459" y="1506"/>
                <a:ext cx="223" cy="201"/>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2" name="Freeform 1057">
                <a:extLst>
                  <a:ext uri="{FF2B5EF4-FFF2-40B4-BE49-F238E27FC236}">
                    <a16:creationId xmlns:a16="http://schemas.microsoft.com/office/drawing/2014/main" id="{5AC5DE5D-2AED-4F26-BBD2-CB9D08DA87F8}"/>
                  </a:ext>
                </a:extLst>
              </p:cNvPr>
              <p:cNvSpPr>
                <a:spLocks noEditPoints="1"/>
              </p:cNvSpPr>
              <p:nvPr userDrawn="1"/>
            </p:nvSpPr>
            <p:spPr bwMode="auto">
              <a:xfrm>
                <a:off x="-459" y="1580"/>
                <a:ext cx="10" cy="36"/>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3" name="Freeform 1058">
                <a:extLst>
                  <a:ext uri="{FF2B5EF4-FFF2-40B4-BE49-F238E27FC236}">
                    <a16:creationId xmlns:a16="http://schemas.microsoft.com/office/drawing/2014/main" id="{45839A11-FC77-42D9-8BF9-5F5C2298A80D}"/>
                  </a:ext>
                </a:extLst>
              </p:cNvPr>
              <p:cNvSpPr>
                <a:spLocks noEditPoints="1"/>
              </p:cNvSpPr>
              <p:nvPr userDrawn="1"/>
            </p:nvSpPr>
            <p:spPr bwMode="auto">
              <a:xfrm>
                <a:off x="-991" y="1241"/>
                <a:ext cx="89" cy="55"/>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4" name="Freeform 1059">
                <a:extLst>
                  <a:ext uri="{FF2B5EF4-FFF2-40B4-BE49-F238E27FC236}">
                    <a16:creationId xmlns:a16="http://schemas.microsoft.com/office/drawing/2014/main" id="{76E77F7D-0024-402C-A28C-CEBE147CACAB}"/>
                  </a:ext>
                </a:extLst>
              </p:cNvPr>
              <p:cNvSpPr>
                <a:spLocks noEditPoints="1"/>
              </p:cNvSpPr>
              <p:nvPr userDrawn="1"/>
            </p:nvSpPr>
            <p:spPr bwMode="auto">
              <a:xfrm>
                <a:off x="-1613" y="1358"/>
                <a:ext cx="111" cy="68"/>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5" name="Freeform 1060">
                <a:extLst>
                  <a:ext uri="{FF2B5EF4-FFF2-40B4-BE49-F238E27FC236}">
                    <a16:creationId xmlns:a16="http://schemas.microsoft.com/office/drawing/2014/main" id="{BB4EC9DA-E774-4ABA-AF11-7A728AB726A6}"/>
                  </a:ext>
                </a:extLst>
              </p:cNvPr>
              <p:cNvSpPr>
                <a:spLocks noEditPoints="1"/>
              </p:cNvSpPr>
              <p:nvPr userDrawn="1"/>
            </p:nvSpPr>
            <p:spPr bwMode="auto">
              <a:xfrm>
                <a:off x="-794" y="1712"/>
                <a:ext cx="90" cy="55"/>
              </a:xfrm>
              <a:custGeom>
                <a:avLst/>
                <a:gdLst>
                  <a:gd name="T0" fmla="*/ 32 w 119"/>
                  <a:gd name="T1" fmla="*/ 19 h 73"/>
                  <a:gd name="T2" fmla="*/ 32 w 119"/>
                  <a:gd name="T3" fmla="*/ 19 h 73"/>
                  <a:gd name="T4" fmla="*/ 49 w 119"/>
                  <a:gd name="T5" fmla="*/ 6 h 73"/>
                  <a:gd name="T6" fmla="*/ 100 w 119"/>
                  <a:gd name="T7" fmla="*/ 6 h 73"/>
                  <a:gd name="T8" fmla="*/ 106 w 119"/>
                  <a:gd name="T9" fmla="*/ 9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3 w 119"/>
                  <a:gd name="T27" fmla="*/ 62 h 73"/>
                  <a:gd name="T28" fmla="*/ 32 w 119"/>
                  <a:gd name="T29" fmla="*/ 55 h 73"/>
                  <a:gd name="T30" fmla="*/ 32 w 119"/>
                  <a:gd name="T31" fmla="*/ 53 h 73"/>
                  <a:gd name="T32" fmla="*/ 32 w 119"/>
                  <a:gd name="T33" fmla="*/ 51 h 73"/>
                  <a:gd name="T34" fmla="*/ 21 w 119"/>
                  <a:gd name="T35" fmla="*/ 37 h 73"/>
                  <a:gd name="T36" fmla="*/ 33 w 119"/>
                  <a:gd name="T37" fmla="*/ 43 h 73"/>
                  <a:gd name="T38" fmla="*/ 33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7 w 119"/>
                  <a:gd name="T53" fmla="*/ 18 h 73"/>
                  <a:gd name="T54" fmla="*/ 27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5 w 119"/>
                  <a:gd name="T89" fmla="*/ 10 h 73"/>
                  <a:gd name="T90" fmla="*/ 107 w 119"/>
                  <a:gd name="T91" fmla="*/ 2 h 73"/>
                  <a:gd name="T92" fmla="*/ 101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2" y="19"/>
                    </a:moveTo>
                    <a:cubicBezTo>
                      <a:pt x="32" y="19"/>
                      <a:pt x="32" y="19"/>
                      <a:pt x="32" y="19"/>
                    </a:cubicBezTo>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6" name="Freeform 1061">
                <a:extLst>
                  <a:ext uri="{FF2B5EF4-FFF2-40B4-BE49-F238E27FC236}">
                    <a16:creationId xmlns:a16="http://schemas.microsoft.com/office/drawing/2014/main" id="{8EF85C78-F43A-4095-9468-1639A4830892}"/>
                  </a:ext>
                </a:extLst>
              </p:cNvPr>
              <p:cNvSpPr>
                <a:spLocks noEditPoints="1"/>
              </p:cNvSpPr>
              <p:nvPr userDrawn="1"/>
            </p:nvSpPr>
            <p:spPr bwMode="auto">
              <a:xfrm>
                <a:off x="-620" y="1084"/>
                <a:ext cx="66" cy="40"/>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3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2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5"/>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3"/>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2"/>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7" name="Freeform 1062">
                <a:extLst>
                  <a:ext uri="{FF2B5EF4-FFF2-40B4-BE49-F238E27FC236}">
                    <a16:creationId xmlns:a16="http://schemas.microsoft.com/office/drawing/2014/main" id="{145F46FC-C350-47F2-8CE0-27FE37544F76}"/>
                  </a:ext>
                </a:extLst>
              </p:cNvPr>
              <p:cNvSpPr>
                <a:spLocks noEditPoints="1"/>
              </p:cNvSpPr>
              <p:nvPr userDrawn="1"/>
            </p:nvSpPr>
            <p:spPr bwMode="auto">
              <a:xfrm>
                <a:off x="-755" y="1105"/>
                <a:ext cx="89" cy="55"/>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8" name="Freeform 1063">
                <a:extLst>
                  <a:ext uri="{FF2B5EF4-FFF2-40B4-BE49-F238E27FC236}">
                    <a16:creationId xmlns:a16="http://schemas.microsoft.com/office/drawing/2014/main" id="{AEA2FDB6-2AF8-418D-8054-0B0D3C9619C2}"/>
                  </a:ext>
                </a:extLst>
              </p:cNvPr>
              <p:cNvSpPr>
                <a:spLocks noEditPoints="1"/>
              </p:cNvSpPr>
              <p:nvPr userDrawn="1"/>
            </p:nvSpPr>
            <p:spPr bwMode="auto">
              <a:xfrm>
                <a:off x="-1401" y="1491"/>
                <a:ext cx="87" cy="54"/>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9" name="Freeform 1064">
                <a:extLst>
                  <a:ext uri="{FF2B5EF4-FFF2-40B4-BE49-F238E27FC236}">
                    <a16:creationId xmlns:a16="http://schemas.microsoft.com/office/drawing/2014/main" id="{79A9C8E5-1CFA-48FA-ACBC-432EDEE7A621}"/>
                  </a:ext>
                </a:extLst>
              </p:cNvPr>
              <p:cNvSpPr>
                <a:spLocks noEditPoints="1"/>
              </p:cNvSpPr>
              <p:nvPr userDrawn="1"/>
            </p:nvSpPr>
            <p:spPr bwMode="auto">
              <a:xfrm>
                <a:off x="-905" y="1201"/>
                <a:ext cx="320" cy="96"/>
              </a:xfrm>
              <a:custGeom>
                <a:avLst/>
                <a:gdLst>
                  <a:gd name="T0" fmla="*/ 92 w 426"/>
                  <a:gd name="T1" fmla="*/ 25 h 128"/>
                  <a:gd name="T2" fmla="*/ 346 w 426"/>
                  <a:gd name="T3" fmla="*/ 6 h 128"/>
                  <a:gd name="T4" fmla="*/ 373 w 426"/>
                  <a:gd name="T5" fmla="*/ 7 h 128"/>
                  <a:gd name="T6" fmla="*/ 420 w 426"/>
                  <a:gd name="T7" fmla="*/ 45 h 128"/>
                  <a:gd name="T8" fmla="*/ 420 w 426"/>
                  <a:gd name="T9" fmla="*/ 46 h 128"/>
                  <a:gd name="T10" fmla="*/ 420 w 426"/>
                  <a:gd name="T11" fmla="*/ 46 h 128"/>
                  <a:gd name="T12" fmla="*/ 420 w 426"/>
                  <a:gd name="T13" fmla="*/ 46 h 128"/>
                  <a:gd name="T14" fmla="*/ 384 w 426"/>
                  <a:gd name="T15" fmla="*/ 103 h 128"/>
                  <a:gd name="T16" fmla="*/ 369 w 426"/>
                  <a:gd name="T17" fmla="*/ 106 h 128"/>
                  <a:gd name="T18" fmla="*/ 368 w 426"/>
                  <a:gd name="T19" fmla="*/ 107 h 128"/>
                  <a:gd name="T20" fmla="*/ 101 w 426"/>
                  <a:gd name="T21" fmla="*/ 112 h 128"/>
                  <a:gd name="T22" fmla="*/ 57 w 426"/>
                  <a:gd name="T23" fmla="*/ 116 h 128"/>
                  <a:gd name="T24" fmla="*/ 72 w 426"/>
                  <a:gd name="T25" fmla="*/ 105 h 128"/>
                  <a:gd name="T26" fmla="*/ 39 w 426"/>
                  <a:gd name="T27" fmla="*/ 84 h 128"/>
                  <a:gd name="T28" fmla="*/ 37 w 426"/>
                  <a:gd name="T29" fmla="*/ 74 h 128"/>
                  <a:gd name="T30" fmla="*/ 37 w 426"/>
                  <a:gd name="T31" fmla="*/ 74 h 128"/>
                  <a:gd name="T32" fmla="*/ 44 w 426"/>
                  <a:gd name="T33" fmla="*/ 46 h 128"/>
                  <a:gd name="T34" fmla="*/ 79 w 426"/>
                  <a:gd name="T35" fmla="*/ 26 h 128"/>
                  <a:gd name="T36" fmla="*/ 83 w 426"/>
                  <a:gd name="T37" fmla="*/ 26 h 128"/>
                  <a:gd name="T38" fmla="*/ 83 w 426"/>
                  <a:gd name="T39" fmla="*/ 26 h 128"/>
                  <a:gd name="T40" fmla="*/ 346 w 426"/>
                  <a:gd name="T41" fmla="*/ 0 h 128"/>
                  <a:gd name="T42" fmla="*/ 83 w 426"/>
                  <a:gd name="T43" fmla="*/ 20 h 128"/>
                  <a:gd name="T44" fmla="*/ 39 w 426"/>
                  <a:gd name="T45" fmla="*/ 42 h 128"/>
                  <a:gd name="T46" fmla="*/ 31 w 426"/>
                  <a:gd name="T47" fmla="*/ 74 h 128"/>
                  <a:gd name="T48" fmla="*/ 31 w 426"/>
                  <a:gd name="T49" fmla="*/ 74 h 128"/>
                  <a:gd name="T50" fmla="*/ 49 w 426"/>
                  <a:gd name="T51" fmla="*/ 105 h 128"/>
                  <a:gd name="T52" fmla="*/ 0 w 426"/>
                  <a:gd name="T53" fmla="*/ 128 h 128"/>
                  <a:gd name="T54" fmla="*/ 39 w 426"/>
                  <a:gd name="T55" fmla="*/ 124 h 128"/>
                  <a:gd name="T56" fmla="*/ 91 w 426"/>
                  <a:gd name="T57" fmla="*/ 119 h 128"/>
                  <a:gd name="T58" fmla="*/ 101 w 426"/>
                  <a:gd name="T59" fmla="*/ 118 h 128"/>
                  <a:gd name="T60" fmla="*/ 102 w 426"/>
                  <a:gd name="T61" fmla="*/ 118 h 128"/>
                  <a:gd name="T62" fmla="*/ 368 w 426"/>
                  <a:gd name="T63" fmla="*/ 113 h 128"/>
                  <a:gd name="T64" fmla="*/ 396 w 426"/>
                  <a:gd name="T65" fmla="*/ 103 h 128"/>
                  <a:gd name="T66" fmla="*/ 426 w 426"/>
                  <a:gd name="T67" fmla="*/ 46 h 128"/>
                  <a:gd name="T68" fmla="*/ 418 w 426"/>
                  <a:gd name="T69" fmla="*/ 22 h 128"/>
                  <a:gd name="T70" fmla="*/ 372 w 426"/>
                  <a:gd name="T7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19"/>
                      <a:pt x="83" y="20"/>
                    </a:cubicBezTo>
                    <a:cubicBezTo>
                      <a:pt x="82" y="20"/>
                      <a:pt x="69" y="21"/>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0" name="Freeform 1065">
                <a:extLst>
                  <a:ext uri="{FF2B5EF4-FFF2-40B4-BE49-F238E27FC236}">
                    <a16:creationId xmlns:a16="http://schemas.microsoft.com/office/drawing/2014/main" id="{1AD7784A-8D83-401D-84D9-DCDB48A29FD6}"/>
                  </a:ext>
                </a:extLst>
              </p:cNvPr>
              <p:cNvSpPr>
                <a:spLocks/>
              </p:cNvSpPr>
              <p:nvPr userDrawn="1"/>
            </p:nvSpPr>
            <p:spPr bwMode="auto">
              <a:xfrm>
                <a:off x="-1607" y="1249"/>
                <a:ext cx="320" cy="95"/>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1" name="Freeform 1066">
                <a:extLst>
                  <a:ext uri="{FF2B5EF4-FFF2-40B4-BE49-F238E27FC236}">
                    <a16:creationId xmlns:a16="http://schemas.microsoft.com/office/drawing/2014/main" id="{2741D114-A6E7-4B13-B41B-ACC484132509}"/>
                  </a:ext>
                </a:extLst>
              </p:cNvPr>
              <p:cNvSpPr>
                <a:spLocks noEditPoints="1"/>
              </p:cNvSpPr>
              <p:nvPr userDrawn="1"/>
            </p:nvSpPr>
            <p:spPr bwMode="auto">
              <a:xfrm>
                <a:off x="-1325" y="1250"/>
                <a:ext cx="24" cy="10"/>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2" name="Freeform 1067">
                <a:extLst>
                  <a:ext uri="{FF2B5EF4-FFF2-40B4-BE49-F238E27FC236}">
                    <a16:creationId xmlns:a16="http://schemas.microsoft.com/office/drawing/2014/main" id="{4B3C04BE-8250-4878-9873-A6701C0B5CE4}"/>
                  </a:ext>
                </a:extLst>
              </p:cNvPr>
              <p:cNvSpPr>
                <a:spLocks noEditPoints="1"/>
              </p:cNvSpPr>
              <p:nvPr userDrawn="1"/>
            </p:nvSpPr>
            <p:spPr bwMode="auto">
              <a:xfrm>
                <a:off x="-1331" y="1536"/>
                <a:ext cx="320" cy="96"/>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0 w 426"/>
                  <a:gd name="T69" fmla="*/ 7 h 128"/>
                  <a:gd name="T70" fmla="*/ 346 w 426"/>
                  <a:gd name="T71" fmla="*/ 6 h 128"/>
                  <a:gd name="T72" fmla="*/ 371 w 426"/>
                  <a:gd name="T73" fmla="*/ 7 h 128"/>
                  <a:gd name="T74" fmla="*/ 373 w 426"/>
                  <a:gd name="T75" fmla="*/ 7 h 128"/>
                  <a:gd name="T76" fmla="*/ 410 w 426"/>
                  <a:gd name="T77" fmla="*/ 15 h 128"/>
                  <a:gd name="T78" fmla="*/ 410 w 426"/>
                  <a:gd name="T79" fmla="*/ 14 h 128"/>
                  <a:gd name="T80" fmla="*/ 374 w 426"/>
                  <a:gd name="T81" fmla="*/ 1 h 128"/>
                  <a:gd name="T82" fmla="*/ 346 w 426"/>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3" name="Freeform 1068">
                <a:extLst>
                  <a:ext uri="{FF2B5EF4-FFF2-40B4-BE49-F238E27FC236}">
                    <a16:creationId xmlns:a16="http://schemas.microsoft.com/office/drawing/2014/main" id="{1D28B379-E5A8-4C4E-A2B9-8A67955CE058}"/>
                  </a:ext>
                </a:extLst>
              </p:cNvPr>
              <p:cNvSpPr>
                <a:spLocks noEditPoints="1"/>
              </p:cNvSpPr>
              <p:nvPr userDrawn="1"/>
            </p:nvSpPr>
            <p:spPr bwMode="auto">
              <a:xfrm>
                <a:off x="-546" y="1620"/>
                <a:ext cx="60" cy="207"/>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8 w 80"/>
                  <a:gd name="T59" fmla="*/ 243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3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4" name="Freeform 1069">
                <a:extLst>
                  <a:ext uri="{FF2B5EF4-FFF2-40B4-BE49-F238E27FC236}">
                    <a16:creationId xmlns:a16="http://schemas.microsoft.com/office/drawing/2014/main" id="{9AA29D6E-606D-4A02-9E0C-FB40E7027132}"/>
                  </a:ext>
                </a:extLst>
              </p:cNvPr>
              <p:cNvSpPr>
                <a:spLocks noEditPoints="1"/>
              </p:cNvSpPr>
              <p:nvPr userDrawn="1"/>
            </p:nvSpPr>
            <p:spPr bwMode="auto">
              <a:xfrm>
                <a:off x="-538" y="1041"/>
                <a:ext cx="47" cy="165"/>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48 w 63"/>
                  <a:gd name="T17" fmla="*/ 211 h 220"/>
                  <a:gd name="T18" fmla="*/ 38 w 63"/>
                  <a:gd name="T19" fmla="*/ 214 h 220"/>
                  <a:gd name="T20" fmla="*/ 38 w 63"/>
                  <a:gd name="T21" fmla="*/ 214 h 220"/>
                  <a:gd name="T22" fmla="*/ 38 w 63"/>
                  <a:gd name="T23" fmla="*/ 214 h 220"/>
                  <a:gd name="T24" fmla="*/ 22 w 63"/>
                  <a:gd name="T25" fmla="*/ 210 h 220"/>
                  <a:gd name="T26" fmla="*/ 10 w 63"/>
                  <a:gd name="T27" fmla="*/ 192 h 220"/>
                  <a:gd name="T28" fmla="*/ 10 w 63"/>
                  <a:gd name="T29" fmla="*/ 190 h 220"/>
                  <a:gd name="T30" fmla="*/ 10 w 63"/>
                  <a:gd name="T31" fmla="*/ 63 h 220"/>
                  <a:gd name="T32" fmla="*/ 10 w 63"/>
                  <a:gd name="T33" fmla="*/ 62 h 220"/>
                  <a:gd name="T34" fmla="*/ 13 w 63"/>
                  <a:gd name="T35" fmla="*/ 66 h 220"/>
                  <a:gd name="T36" fmla="*/ 17 w 63"/>
                  <a:gd name="T37" fmla="*/ 40 h 220"/>
                  <a:gd name="T38" fmla="*/ 28 w 63"/>
                  <a:gd name="T39" fmla="*/ 34 h 220"/>
                  <a:gd name="T40" fmla="*/ 29 w 63"/>
                  <a:gd name="T41" fmla="*/ 33 h 220"/>
                  <a:gd name="T42" fmla="*/ 2 w 63"/>
                  <a:gd name="T43" fmla="*/ 28 h 220"/>
                  <a:gd name="T44" fmla="*/ 4 w 63"/>
                  <a:gd name="T45" fmla="*/ 54 h 220"/>
                  <a:gd name="T46" fmla="*/ 4 w 63"/>
                  <a:gd name="T47" fmla="*/ 62 h 220"/>
                  <a:gd name="T48" fmla="*/ 4 w 63"/>
                  <a:gd name="T49" fmla="*/ 190 h 220"/>
                  <a:gd name="T50" fmla="*/ 9 w 63"/>
                  <a:gd name="T51" fmla="*/ 205 h 220"/>
                  <a:gd name="T52" fmla="*/ 38 w 63"/>
                  <a:gd name="T53" fmla="*/ 220 h 220"/>
                  <a:gd name="T54" fmla="*/ 51 w 63"/>
                  <a:gd name="T55" fmla="*/ 216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2"/>
                    </a:cubicBezTo>
                    <a:cubicBezTo>
                      <a:pt x="56" y="193"/>
                      <a:pt x="56" y="193"/>
                      <a:pt x="56" y="193"/>
                    </a:cubicBezTo>
                    <a:cubicBezTo>
                      <a:pt x="56" y="193"/>
                      <a:pt x="56" y="193"/>
                      <a:pt x="56" y="193"/>
                    </a:cubicBezTo>
                    <a:cubicBezTo>
                      <a:pt x="55" y="203"/>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5" name="Freeform 1070">
                <a:extLst>
                  <a:ext uri="{FF2B5EF4-FFF2-40B4-BE49-F238E27FC236}">
                    <a16:creationId xmlns:a16="http://schemas.microsoft.com/office/drawing/2014/main" id="{50E8BCCB-68A6-447A-AA6B-2A7F0F55E702}"/>
                  </a:ext>
                </a:extLst>
              </p:cNvPr>
              <p:cNvSpPr>
                <a:spLocks noEditPoints="1"/>
              </p:cNvSpPr>
              <p:nvPr userDrawn="1"/>
            </p:nvSpPr>
            <p:spPr bwMode="auto">
              <a:xfrm>
                <a:off x="-518" y="1247"/>
                <a:ext cx="60" cy="207"/>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6" name="Freeform 1071">
                <a:extLst>
                  <a:ext uri="{FF2B5EF4-FFF2-40B4-BE49-F238E27FC236}">
                    <a16:creationId xmlns:a16="http://schemas.microsoft.com/office/drawing/2014/main" id="{CA1E16CD-DC74-415E-8722-C76353AE3950}"/>
                  </a:ext>
                </a:extLst>
              </p:cNvPr>
              <p:cNvSpPr>
                <a:spLocks noEditPoints="1"/>
              </p:cNvSpPr>
              <p:nvPr userDrawn="1"/>
            </p:nvSpPr>
            <p:spPr bwMode="auto">
              <a:xfrm>
                <a:off x="-881" y="1912"/>
                <a:ext cx="318" cy="96"/>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7" name="Freeform 1072">
                <a:extLst>
                  <a:ext uri="{FF2B5EF4-FFF2-40B4-BE49-F238E27FC236}">
                    <a16:creationId xmlns:a16="http://schemas.microsoft.com/office/drawing/2014/main" id="{950EE6E8-28D5-4F95-A8EC-508D30A5EC9E}"/>
                  </a:ext>
                </a:extLst>
              </p:cNvPr>
              <p:cNvSpPr>
                <a:spLocks/>
              </p:cNvSpPr>
              <p:nvPr userDrawn="1"/>
            </p:nvSpPr>
            <p:spPr bwMode="auto">
              <a:xfrm>
                <a:off x="-578" y="1981"/>
                <a:ext cx="3"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8" name="Freeform 1073">
                <a:extLst>
                  <a:ext uri="{FF2B5EF4-FFF2-40B4-BE49-F238E27FC236}">
                    <a16:creationId xmlns:a16="http://schemas.microsoft.com/office/drawing/2014/main" id="{5437C41D-4812-43AC-BB0B-3FF3169A383B}"/>
                  </a:ext>
                </a:extLst>
              </p:cNvPr>
              <p:cNvSpPr>
                <a:spLocks noEditPoints="1"/>
              </p:cNvSpPr>
              <p:nvPr userDrawn="1"/>
            </p:nvSpPr>
            <p:spPr bwMode="auto">
              <a:xfrm>
                <a:off x="-609" y="1280"/>
                <a:ext cx="74" cy="23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5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9" name="Freeform 1074">
                <a:extLst>
                  <a:ext uri="{FF2B5EF4-FFF2-40B4-BE49-F238E27FC236}">
                    <a16:creationId xmlns:a16="http://schemas.microsoft.com/office/drawing/2014/main" id="{C659F0AF-F22F-4090-AF30-BA9724CD7154}"/>
                  </a:ext>
                </a:extLst>
              </p:cNvPr>
              <p:cNvSpPr>
                <a:spLocks noEditPoints="1"/>
              </p:cNvSpPr>
              <p:nvPr userDrawn="1"/>
            </p:nvSpPr>
            <p:spPr bwMode="auto">
              <a:xfrm>
                <a:off x="-1715" y="1285"/>
                <a:ext cx="87" cy="27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7 w 116"/>
                  <a:gd name="T11" fmla="*/ 47 h 365"/>
                  <a:gd name="T12" fmla="*/ 23 w 116"/>
                  <a:gd name="T13" fmla="*/ 12 h 365"/>
                  <a:gd name="T14" fmla="*/ 40 w 116"/>
                  <a:gd name="T15" fmla="*/ 6 h 365"/>
                  <a:gd name="T16" fmla="*/ 40 w 116"/>
                  <a:gd name="T17" fmla="*/ 6 h 365"/>
                  <a:gd name="T18" fmla="*/ 41 w 116"/>
                  <a:gd name="T19" fmla="*/ 6 h 365"/>
                  <a:gd name="T20" fmla="*/ 90 w 116"/>
                  <a:gd name="T21" fmla="*/ 36 h 365"/>
                  <a:gd name="T22" fmla="*/ 94 w 116"/>
                  <a:gd name="T23" fmla="*/ 48 h 365"/>
                  <a:gd name="T24" fmla="*/ 94 w 116"/>
                  <a:gd name="T25" fmla="*/ 49 h 365"/>
                  <a:gd name="T26" fmla="*/ 101 w 116"/>
                  <a:gd name="T27" fmla="*/ 276 h 365"/>
                  <a:gd name="T28" fmla="*/ 104 w 116"/>
                  <a:gd name="T29" fmla="*/ 310 h 365"/>
                  <a:gd name="T30" fmla="*/ 95 w 116"/>
                  <a:gd name="T31" fmla="*/ 301 h 365"/>
                  <a:gd name="T32" fmla="*/ 76 w 116"/>
                  <a:gd name="T33" fmla="*/ 328 h 365"/>
                  <a:gd name="T34" fmla="*/ 68 w 116"/>
                  <a:gd name="T35" fmla="*/ 330 h 365"/>
                  <a:gd name="T36" fmla="*/ 67 w 116"/>
                  <a:gd name="T37" fmla="*/ 331 h 365"/>
                  <a:gd name="T38" fmla="*/ 42 w 116"/>
                  <a:gd name="T39" fmla="*/ 324 h 365"/>
                  <a:gd name="T40" fmla="*/ 25 w 116"/>
                  <a:gd name="T41" fmla="*/ 295 h 365"/>
                  <a:gd name="T42" fmla="*/ 25 w 116"/>
                  <a:gd name="T43" fmla="*/ 292 h 365"/>
                  <a:gd name="T44" fmla="*/ 25 w 116"/>
                  <a:gd name="T45" fmla="*/ 291 h 365"/>
                  <a:gd name="T46" fmla="*/ 24 w 116"/>
                  <a:gd name="T47" fmla="*/ 284 h 365"/>
                  <a:gd name="T48" fmla="*/ 6 w 116"/>
                  <a:gd name="T49" fmla="*/ 66 h 365"/>
                  <a:gd name="T50" fmla="*/ 7 w 116"/>
                  <a:gd name="T51" fmla="*/ 47 h 365"/>
                  <a:gd name="T52" fmla="*/ 40 w 116"/>
                  <a:gd name="T53" fmla="*/ 0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7" y="47"/>
                    </a:move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7"/>
                      <a:pt x="7" y="47"/>
                    </a:cubicBezTo>
                    <a:moveTo>
                      <a:pt x="40" y="0"/>
                    </a:moveTo>
                    <a:cubicBezTo>
                      <a:pt x="36" y="0"/>
                      <a:pt x="28" y="1"/>
                      <a:pt x="20" y="7"/>
                    </a:cubicBezTo>
                    <a:cubicBezTo>
                      <a:pt x="12" y="13"/>
                      <a:pt x="4" y="24"/>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0" name="Freeform 1075">
                <a:extLst>
                  <a:ext uri="{FF2B5EF4-FFF2-40B4-BE49-F238E27FC236}">
                    <a16:creationId xmlns:a16="http://schemas.microsoft.com/office/drawing/2014/main" id="{96FECE4A-3B06-4F1C-8F3A-C6862052AAC3}"/>
                  </a:ext>
                </a:extLst>
              </p:cNvPr>
              <p:cNvSpPr>
                <a:spLocks/>
              </p:cNvSpPr>
              <p:nvPr userDrawn="1"/>
            </p:nvSpPr>
            <p:spPr bwMode="auto">
              <a:xfrm>
                <a:off x="-1631" y="1551"/>
                <a:ext cx="3" cy="6"/>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1" name="Freeform 1076">
                <a:extLst>
                  <a:ext uri="{FF2B5EF4-FFF2-40B4-BE49-F238E27FC236}">
                    <a16:creationId xmlns:a16="http://schemas.microsoft.com/office/drawing/2014/main" id="{B4C653AD-C7C9-4BB3-A91A-42261FA3F907}"/>
                  </a:ext>
                </a:extLst>
              </p:cNvPr>
              <p:cNvSpPr>
                <a:spLocks noEditPoints="1"/>
              </p:cNvSpPr>
              <p:nvPr userDrawn="1"/>
            </p:nvSpPr>
            <p:spPr bwMode="auto">
              <a:xfrm>
                <a:off x="-870" y="1304"/>
                <a:ext cx="94" cy="74"/>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2" name="Freeform 1077">
                <a:extLst>
                  <a:ext uri="{FF2B5EF4-FFF2-40B4-BE49-F238E27FC236}">
                    <a16:creationId xmlns:a16="http://schemas.microsoft.com/office/drawing/2014/main" id="{CF611546-6032-42A5-A274-11802BF66DD3}"/>
                  </a:ext>
                </a:extLst>
              </p:cNvPr>
              <p:cNvSpPr>
                <a:spLocks noEditPoints="1"/>
              </p:cNvSpPr>
              <p:nvPr userDrawn="1"/>
            </p:nvSpPr>
            <p:spPr bwMode="auto">
              <a:xfrm>
                <a:off x="-1730" y="1126"/>
                <a:ext cx="138" cy="10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3" name="Freeform 1078">
                <a:extLst>
                  <a:ext uri="{FF2B5EF4-FFF2-40B4-BE49-F238E27FC236}">
                    <a16:creationId xmlns:a16="http://schemas.microsoft.com/office/drawing/2014/main" id="{F3513E74-BB98-483A-85AA-FBB8AFBAA5AD}"/>
                  </a:ext>
                </a:extLst>
              </p:cNvPr>
              <p:cNvSpPr>
                <a:spLocks noEditPoints="1"/>
              </p:cNvSpPr>
              <p:nvPr userDrawn="1"/>
            </p:nvSpPr>
            <p:spPr bwMode="auto">
              <a:xfrm>
                <a:off x="-698" y="1707"/>
                <a:ext cx="120" cy="91"/>
              </a:xfrm>
              <a:custGeom>
                <a:avLst/>
                <a:gdLst>
                  <a:gd name="T0" fmla="*/ 46 w 160"/>
                  <a:gd name="T1" fmla="*/ 32 h 121"/>
                  <a:gd name="T2" fmla="*/ 86 w 160"/>
                  <a:gd name="T3" fmla="*/ 16 h 121"/>
                  <a:gd name="T4" fmla="*/ 71 w 160"/>
                  <a:gd name="T5" fmla="*/ 31 h 121"/>
                  <a:gd name="T6" fmla="*/ 123 w 160"/>
                  <a:gd name="T7" fmla="*/ 33 h 121"/>
                  <a:gd name="T8" fmla="*/ 123 w 160"/>
                  <a:gd name="T9" fmla="*/ 33 h 121"/>
                  <a:gd name="T10" fmla="*/ 140 w 160"/>
                  <a:gd name="T11" fmla="*/ 38 h 121"/>
                  <a:gd name="T12" fmla="*/ 150 w 160"/>
                  <a:gd name="T13" fmla="*/ 45 h 121"/>
                  <a:gd name="T14" fmla="*/ 154 w 160"/>
                  <a:gd name="T15" fmla="*/ 56 h 121"/>
                  <a:gd name="T16" fmla="*/ 154 w 160"/>
                  <a:gd name="T17" fmla="*/ 58 h 121"/>
                  <a:gd name="T18" fmla="*/ 154 w 160"/>
                  <a:gd name="T19" fmla="*/ 58 h 121"/>
                  <a:gd name="T20" fmla="*/ 154 w 160"/>
                  <a:gd name="T21" fmla="*/ 97 h 121"/>
                  <a:gd name="T22" fmla="*/ 147 w 160"/>
                  <a:gd name="T23" fmla="*/ 105 h 121"/>
                  <a:gd name="T24" fmla="*/ 116 w 160"/>
                  <a:gd name="T25" fmla="*/ 115 h 121"/>
                  <a:gd name="T26" fmla="*/ 23 w 160"/>
                  <a:gd name="T27" fmla="*/ 115 h 121"/>
                  <a:gd name="T28" fmla="*/ 14 w 160"/>
                  <a:gd name="T29" fmla="*/ 110 h 121"/>
                  <a:gd name="T30" fmla="*/ 9 w 160"/>
                  <a:gd name="T31" fmla="*/ 104 h 121"/>
                  <a:gd name="T32" fmla="*/ 6 w 160"/>
                  <a:gd name="T33" fmla="*/ 95 h 121"/>
                  <a:gd name="T34" fmla="*/ 7 w 160"/>
                  <a:gd name="T35" fmla="*/ 94 h 121"/>
                  <a:gd name="T36" fmla="*/ 7 w 160"/>
                  <a:gd name="T37" fmla="*/ 93 h 121"/>
                  <a:gd name="T38" fmla="*/ 6 w 160"/>
                  <a:gd name="T39" fmla="*/ 45 h 121"/>
                  <a:gd name="T40" fmla="*/ 12 w 160"/>
                  <a:gd name="T41" fmla="*/ 38 h 121"/>
                  <a:gd name="T42" fmla="*/ 36 w 160"/>
                  <a:gd name="T43" fmla="*/ 31 h 121"/>
                  <a:gd name="T44" fmla="*/ 45 w 160"/>
                  <a:gd name="T45" fmla="*/ 32 h 121"/>
                  <a:gd name="T46" fmla="*/ 46 w 160"/>
                  <a:gd name="T47" fmla="*/ 32 h 121"/>
                  <a:gd name="T48" fmla="*/ 111 w 160"/>
                  <a:gd name="T49" fmla="*/ 0 h 121"/>
                  <a:gd name="T50" fmla="*/ 45 w 160"/>
                  <a:gd name="T51" fmla="*/ 26 h 121"/>
                  <a:gd name="T52" fmla="*/ 36 w 160"/>
                  <a:gd name="T53" fmla="*/ 25 h 121"/>
                  <a:gd name="T54" fmla="*/ 36 w 160"/>
                  <a:gd name="T55" fmla="*/ 25 h 121"/>
                  <a:gd name="T56" fmla="*/ 8 w 160"/>
                  <a:gd name="T57" fmla="*/ 34 h 121"/>
                  <a:gd name="T58" fmla="*/ 1 w 160"/>
                  <a:gd name="T59" fmla="*/ 44 h 121"/>
                  <a:gd name="T60" fmla="*/ 0 w 160"/>
                  <a:gd name="T61" fmla="*/ 44 h 121"/>
                  <a:gd name="T62" fmla="*/ 1 w 160"/>
                  <a:gd name="T63" fmla="*/ 93 h 121"/>
                  <a:gd name="T64" fmla="*/ 1 w 160"/>
                  <a:gd name="T65" fmla="*/ 95 h 121"/>
                  <a:gd name="T66" fmla="*/ 4 w 160"/>
                  <a:gd name="T67" fmla="*/ 107 h 121"/>
                  <a:gd name="T68" fmla="*/ 15 w 160"/>
                  <a:gd name="T69" fmla="*/ 118 h 121"/>
                  <a:gd name="T70" fmla="*/ 22 w 160"/>
                  <a:gd name="T71" fmla="*/ 121 h 121"/>
                  <a:gd name="T72" fmla="*/ 22 w 160"/>
                  <a:gd name="T73" fmla="*/ 121 h 121"/>
                  <a:gd name="T74" fmla="*/ 22 w 160"/>
                  <a:gd name="T75" fmla="*/ 121 h 121"/>
                  <a:gd name="T76" fmla="*/ 116 w 160"/>
                  <a:gd name="T77" fmla="*/ 121 h 121"/>
                  <a:gd name="T78" fmla="*/ 117 w 160"/>
                  <a:gd name="T79" fmla="*/ 121 h 121"/>
                  <a:gd name="T80" fmla="*/ 152 w 160"/>
                  <a:gd name="T81" fmla="*/ 109 h 121"/>
                  <a:gd name="T82" fmla="*/ 160 w 160"/>
                  <a:gd name="T83" fmla="*/ 98 h 121"/>
                  <a:gd name="T84" fmla="*/ 160 w 160"/>
                  <a:gd name="T85" fmla="*/ 98 h 121"/>
                  <a:gd name="T86" fmla="*/ 160 w 160"/>
                  <a:gd name="T87" fmla="*/ 58 h 121"/>
                  <a:gd name="T88" fmla="*/ 160 w 160"/>
                  <a:gd name="T89" fmla="*/ 56 h 121"/>
                  <a:gd name="T90" fmla="*/ 154 w 160"/>
                  <a:gd name="T91" fmla="*/ 40 h 121"/>
                  <a:gd name="T92" fmla="*/ 135 w 160"/>
                  <a:gd name="T93" fmla="*/ 29 h 121"/>
                  <a:gd name="T94" fmla="*/ 124 w 160"/>
                  <a:gd name="T95" fmla="*/ 27 h 121"/>
                  <a:gd name="T96" fmla="*/ 123 w 160"/>
                  <a:gd name="T97" fmla="*/ 27 h 121"/>
                  <a:gd name="T98" fmla="*/ 85 w 160"/>
                  <a:gd name="T99" fmla="*/ 25 h 121"/>
                  <a:gd name="T100" fmla="*/ 111 w 160"/>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21">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4" name="Freeform 1079">
                <a:extLst>
                  <a:ext uri="{FF2B5EF4-FFF2-40B4-BE49-F238E27FC236}">
                    <a16:creationId xmlns:a16="http://schemas.microsoft.com/office/drawing/2014/main" id="{3A47201E-B054-4DEC-BA7D-77AF54FBDC16}"/>
                  </a:ext>
                </a:extLst>
              </p:cNvPr>
              <p:cNvSpPr>
                <a:spLocks noEditPoints="1"/>
              </p:cNvSpPr>
              <p:nvPr userDrawn="1"/>
            </p:nvSpPr>
            <p:spPr bwMode="auto">
              <a:xfrm>
                <a:off x="-877" y="1380"/>
                <a:ext cx="125" cy="114"/>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5" name="Freeform 1080">
                <a:extLst>
                  <a:ext uri="{FF2B5EF4-FFF2-40B4-BE49-F238E27FC236}">
                    <a16:creationId xmlns:a16="http://schemas.microsoft.com/office/drawing/2014/main" id="{9220F603-6E48-489C-AC8F-47E4B7B9B762}"/>
                  </a:ext>
                </a:extLst>
              </p:cNvPr>
              <p:cNvSpPr>
                <a:spLocks noEditPoints="1"/>
              </p:cNvSpPr>
              <p:nvPr userDrawn="1"/>
            </p:nvSpPr>
            <p:spPr bwMode="auto">
              <a:xfrm>
                <a:off x="-474" y="1964"/>
                <a:ext cx="114" cy="106"/>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1 w 152"/>
                  <a:gd name="T31" fmla="*/ 99 h 141"/>
                  <a:gd name="T32" fmla="*/ 96 w 152"/>
                  <a:gd name="T33" fmla="*/ 112 h 141"/>
                  <a:gd name="T34" fmla="*/ 88 w 152"/>
                  <a:gd name="T35" fmla="*/ 116 h 141"/>
                  <a:gd name="T36" fmla="*/ 87 w 152"/>
                  <a:gd name="T37" fmla="*/ 116 h 141"/>
                  <a:gd name="T38" fmla="*/ 71 w 152"/>
                  <a:gd name="T39" fmla="*/ 120 h 141"/>
                  <a:gd name="T40" fmla="*/ 50 w 152"/>
                  <a:gd name="T41" fmla="*/ 117 h 141"/>
                  <a:gd name="T42" fmla="*/ 41 w 152"/>
                  <a:gd name="T43" fmla="*/ 114 h 141"/>
                  <a:gd name="T44" fmla="*/ 12 w 152"/>
                  <a:gd name="T45" fmla="*/ 85 h 141"/>
                  <a:gd name="T46" fmla="*/ 8 w 152"/>
                  <a:gd name="T47" fmla="*/ 43 h 141"/>
                  <a:gd name="T48" fmla="*/ 9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6" name="Freeform 1081">
                <a:extLst>
                  <a:ext uri="{FF2B5EF4-FFF2-40B4-BE49-F238E27FC236}">
                    <a16:creationId xmlns:a16="http://schemas.microsoft.com/office/drawing/2014/main" id="{B3813F6E-4444-4AA4-8AA6-E504287842A9}"/>
                  </a:ext>
                </a:extLst>
              </p:cNvPr>
              <p:cNvSpPr>
                <a:spLocks/>
              </p:cNvSpPr>
              <p:nvPr userDrawn="1"/>
            </p:nvSpPr>
            <p:spPr bwMode="auto">
              <a:xfrm>
                <a:off x="-371" y="2046"/>
                <a:ext cx="3" cy="2"/>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7" name="Freeform 1082">
                <a:extLst>
                  <a:ext uri="{FF2B5EF4-FFF2-40B4-BE49-F238E27FC236}">
                    <a16:creationId xmlns:a16="http://schemas.microsoft.com/office/drawing/2014/main" id="{A58AEB66-76A4-4F19-8AD3-E874194FDECD}"/>
                  </a:ext>
                </a:extLst>
              </p:cNvPr>
              <p:cNvSpPr>
                <a:spLocks noEditPoints="1"/>
              </p:cNvSpPr>
              <p:nvPr userDrawn="1"/>
            </p:nvSpPr>
            <p:spPr bwMode="auto">
              <a:xfrm>
                <a:off x="-884" y="1767"/>
                <a:ext cx="156" cy="141"/>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8" name="Freeform 1083">
                <a:extLst>
                  <a:ext uri="{FF2B5EF4-FFF2-40B4-BE49-F238E27FC236}">
                    <a16:creationId xmlns:a16="http://schemas.microsoft.com/office/drawing/2014/main" id="{47620BEE-9448-4C47-A9FD-1CB9823CD74E}"/>
                  </a:ext>
                </a:extLst>
              </p:cNvPr>
              <p:cNvSpPr>
                <a:spLocks noEditPoints="1"/>
              </p:cNvSpPr>
              <p:nvPr userDrawn="1"/>
            </p:nvSpPr>
            <p:spPr bwMode="auto">
              <a:xfrm>
                <a:off x="-1589" y="1045"/>
                <a:ext cx="109" cy="101"/>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6 w 146"/>
                  <a:gd name="T51" fmla="*/ 68 h 135"/>
                  <a:gd name="T52" fmla="*/ 11 w 146"/>
                  <a:gd name="T53" fmla="*/ 50 h 135"/>
                  <a:gd name="T54" fmla="*/ 11 w 146"/>
                  <a:gd name="T55" fmla="*/ 50 h 135"/>
                  <a:gd name="T56" fmla="*/ 11 w 146"/>
                  <a:gd name="T57" fmla="*/ 49 h 135"/>
                  <a:gd name="T58" fmla="*/ 11 w 146"/>
                  <a:gd name="T59" fmla="*/ 49 h 135"/>
                  <a:gd name="T60" fmla="*/ 21 w 146"/>
                  <a:gd name="T61" fmla="*/ 32 h 135"/>
                  <a:gd name="T62" fmla="*/ 59 w 146"/>
                  <a:gd name="T63" fmla="*/ 8 h 135"/>
                  <a:gd name="T64" fmla="*/ 75 w 146"/>
                  <a:gd name="T65" fmla="*/ 0 h 135"/>
                  <a:gd name="T66" fmla="*/ 58 w 146"/>
                  <a:gd name="T67" fmla="*/ 2 h 135"/>
                  <a:gd name="T68" fmla="*/ 58 w 146"/>
                  <a:gd name="T69" fmla="*/ 2 h 135"/>
                  <a:gd name="T70" fmla="*/ 58 w 146"/>
                  <a:gd name="T71" fmla="*/ 2 h 135"/>
                  <a:gd name="T72" fmla="*/ 16 w 146"/>
                  <a:gd name="T73" fmla="*/ 29 h 135"/>
                  <a:gd name="T74" fmla="*/ 6 w 146"/>
                  <a:gd name="T75" fmla="*/ 47 h 135"/>
                  <a:gd name="T76" fmla="*/ 0 w 146"/>
                  <a:gd name="T77" fmla="*/ 68 h 135"/>
                  <a:gd name="T78" fmla="*/ 3 w 146"/>
                  <a:gd name="T79" fmla="*/ 80 h 135"/>
                  <a:gd name="T80" fmla="*/ 6 w 146"/>
                  <a:gd name="T81" fmla="*/ 84 h 135"/>
                  <a:gd name="T82" fmla="*/ 10 w 146"/>
                  <a:gd name="T83" fmla="*/ 107 h 135"/>
                  <a:gd name="T84" fmla="*/ 10 w 146"/>
                  <a:gd name="T85" fmla="*/ 117 h 135"/>
                  <a:gd name="T86" fmla="*/ 9 w 146"/>
                  <a:gd name="T87" fmla="*/ 120 h 135"/>
                  <a:gd name="T88" fmla="*/ 9 w 146"/>
                  <a:gd name="T89" fmla="*/ 121 h 135"/>
                  <a:gd name="T90" fmla="*/ 9 w 146"/>
                  <a:gd name="T91" fmla="*/ 121 h 135"/>
                  <a:gd name="T92" fmla="*/ 7 w 146"/>
                  <a:gd name="T93" fmla="*/ 135 h 135"/>
                  <a:gd name="T94" fmla="*/ 15 w 146"/>
                  <a:gd name="T95" fmla="*/ 123 h 135"/>
                  <a:gd name="T96" fmla="*/ 29 w 146"/>
                  <a:gd name="T97" fmla="*/ 101 h 135"/>
                  <a:gd name="T98" fmla="*/ 35 w 146"/>
                  <a:gd name="T99" fmla="*/ 105 h 135"/>
                  <a:gd name="T100" fmla="*/ 59 w 146"/>
                  <a:gd name="T101" fmla="*/ 116 h 135"/>
                  <a:gd name="T102" fmla="*/ 78 w 146"/>
                  <a:gd name="T103" fmla="*/ 121 h 135"/>
                  <a:gd name="T104" fmla="*/ 109 w 146"/>
                  <a:gd name="T105" fmla="*/ 114 h 135"/>
                  <a:gd name="T106" fmla="*/ 109 w 146"/>
                  <a:gd name="T107" fmla="*/ 114 h 135"/>
                  <a:gd name="T108" fmla="*/ 110 w 146"/>
                  <a:gd name="T109" fmla="*/ 114 h 135"/>
                  <a:gd name="T110" fmla="*/ 139 w 146"/>
                  <a:gd name="T111" fmla="*/ 84 h 135"/>
                  <a:gd name="T112" fmla="*/ 146 w 146"/>
                  <a:gd name="T113" fmla="*/ 56 h 135"/>
                  <a:gd name="T114" fmla="*/ 142 w 146"/>
                  <a:gd name="T115" fmla="*/ 34 h 135"/>
                  <a:gd name="T116" fmla="*/ 142 w 146"/>
                  <a:gd name="T117" fmla="*/ 33 h 135"/>
                  <a:gd name="T118" fmla="*/ 142 w 146"/>
                  <a:gd name="T119" fmla="*/ 33 h 135"/>
                  <a:gd name="T120" fmla="*/ 108 w 146"/>
                  <a:gd name="T121" fmla="*/ 6 h 135"/>
                  <a:gd name="T122" fmla="*/ 75 w 146"/>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9" y="79"/>
                      <a:pt x="6" y="75"/>
                      <a:pt x="6" y="68"/>
                    </a:cubicBezTo>
                    <a:cubicBezTo>
                      <a:pt x="6" y="63"/>
                      <a:pt x="7" y="57"/>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2"/>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3"/>
                      <a:pt x="142" y="33"/>
                      <a:pt x="142" y="33"/>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9" name="Freeform 1084">
                <a:extLst>
                  <a:ext uri="{FF2B5EF4-FFF2-40B4-BE49-F238E27FC236}">
                    <a16:creationId xmlns:a16="http://schemas.microsoft.com/office/drawing/2014/main" id="{930BCAB7-63BF-496E-935E-2D35748A7617}"/>
                  </a:ext>
                </a:extLst>
              </p:cNvPr>
              <p:cNvSpPr>
                <a:spLocks noEditPoints="1"/>
              </p:cNvSpPr>
              <p:nvPr userDrawn="1"/>
            </p:nvSpPr>
            <p:spPr bwMode="auto">
              <a:xfrm>
                <a:off x="-708" y="2011"/>
                <a:ext cx="157" cy="141"/>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7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0" name="Freeform 1085">
                <a:extLst>
                  <a:ext uri="{FF2B5EF4-FFF2-40B4-BE49-F238E27FC236}">
                    <a16:creationId xmlns:a16="http://schemas.microsoft.com/office/drawing/2014/main" id="{F5A0EB3D-63D2-4AEE-904A-880E7A614A56}"/>
                  </a:ext>
                </a:extLst>
              </p:cNvPr>
              <p:cNvSpPr>
                <a:spLocks noEditPoints="1"/>
              </p:cNvSpPr>
              <p:nvPr userDrawn="1"/>
            </p:nvSpPr>
            <p:spPr bwMode="auto">
              <a:xfrm>
                <a:off x="-1462" y="1681"/>
                <a:ext cx="157" cy="141"/>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1" name="Freeform 1086">
                <a:extLst>
                  <a:ext uri="{FF2B5EF4-FFF2-40B4-BE49-F238E27FC236}">
                    <a16:creationId xmlns:a16="http://schemas.microsoft.com/office/drawing/2014/main" id="{0C9C159B-0D04-4C44-ABD2-32DC5E10CECB}"/>
                  </a:ext>
                </a:extLst>
              </p:cNvPr>
              <p:cNvSpPr>
                <a:spLocks/>
              </p:cNvSpPr>
              <p:nvPr userDrawn="1"/>
            </p:nvSpPr>
            <p:spPr bwMode="auto">
              <a:xfrm>
                <a:off x="-1397" y="1682"/>
                <a:ext cx="2" cy="1"/>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2" name="Freeform 1087">
                <a:extLst>
                  <a:ext uri="{FF2B5EF4-FFF2-40B4-BE49-F238E27FC236}">
                    <a16:creationId xmlns:a16="http://schemas.microsoft.com/office/drawing/2014/main" id="{22DE172E-1E8B-4063-BCDD-E2CB90F9F9B5}"/>
                  </a:ext>
                </a:extLst>
              </p:cNvPr>
              <p:cNvSpPr>
                <a:spLocks/>
              </p:cNvSpPr>
              <p:nvPr userDrawn="1"/>
            </p:nvSpPr>
            <p:spPr bwMode="auto">
              <a:xfrm>
                <a:off x="-1034" y="1417"/>
                <a:ext cx="157" cy="133"/>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1"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3" name="Freeform 1088">
                <a:extLst>
                  <a:ext uri="{FF2B5EF4-FFF2-40B4-BE49-F238E27FC236}">
                    <a16:creationId xmlns:a16="http://schemas.microsoft.com/office/drawing/2014/main" id="{A4A3314F-B13C-4A6F-A40F-9F6899C91CD2}"/>
                  </a:ext>
                </a:extLst>
              </p:cNvPr>
              <p:cNvSpPr>
                <a:spLocks/>
              </p:cNvSpPr>
              <p:nvPr userDrawn="1"/>
            </p:nvSpPr>
            <p:spPr bwMode="auto">
              <a:xfrm>
                <a:off x="-946" y="1541"/>
                <a:ext cx="5" cy="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4" name="Freeform 1089">
                <a:extLst>
                  <a:ext uri="{FF2B5EF4-FFF2-40B4-BE49-F238E27FC236}">
                    <a16:creationId xmlns:a16="http://schemas.microsoft.com/office/drawing/2014/main" id="{1595F417-4156-443E-B92C-58440CE5907A}"/>
                  </a:ext>
                </a:extLst>
              </p:cNvPr>
              <p:cNvSpPr>
                <a:spLocks/>
              </p:cNvSpPr>
              <p:nvPr userDrawn="1"/>
            </p:nvSpPr>
            <p:spPr bwMode="auto">
              <a:xfrm>
                <a:off x="-1025" y="1552"/>
                <a:ext cx="3" cy="6"/>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5" name="Freeform 1090">
                <a:extLst>
                  <a:ext uri="{FF2B5EF4-FFF2-40B4-BE49-F238E27FC236}">
                    <a16:creationId xmlns:a16="http://schemas.microsoft.com/office/drawing/2014/main" id="{A7A92F85-051F-409B-B532-141C44FF89D8}"/>
                  </a:ext>
                </a:extLst>
              </p:cNvPr>
              <p:cNvSpPr>
                <a:spLocks/>
              </p:cNvSpPr>
              <p:nvPr userDrawn="1"/>
            </p:nvSpPr>
            <p:spPr bwMode="auto">
              <a:xfrm>
                <a:off x="-1024" y="1547"/>
                <a:ext cx="4" cy="7"/>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6" name="Freeform 1091">
                <a:extLst>
                  <a:ext uri="{FF2B5EF4-FFF2-40B4-BE49-F238E27FC236}">
                    <a16:creationId xmlns:a16="http://schemas.microsoft.com/office/drawing/2014/main" id="{ABD8D187-8D22-4BE1-ABF4-894D12965605}"/>
                  </a:ext>
                </a:extLst>
              </p:cNvPr>
              <p:cNvSpPr>
                <a:spLocks noEditPoints="1"/>
              </p:cNvSpPr>
              <p:nvPr userDrawn="1"/>
            </p:nvSpPr>
            <p:spPr bwMode="auto">
              <a:xfrm>
                <a:off x="-458" y="1318"/>
                <a:ext cx="228" cy="202"/>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dirty="0"/>
              </a:p>
            </p:txBody>
          </p:sp>
          <p:sp>
            <p:nvSpPr>
              <p:cNvPr id="627" name="Freeform 1092">
                <a:extLst>
                  <a:ext uri="{FF2B5EF4-FFF2-40B4-BE49-F238E27FC236}">
                    <a16:creationId xmlns:a16="http://schemas.microsoft.com/office/drawing/2014/main" id="{D7324D53-68F5-4268-9362-E9D78F122738}"/>
                  </a:ext>
                </a:extLst>
              </p:cNvPr>
              <p:cNvSpPr>
                <a:spLocks noEditPoints="1"/>
              </p:cNvSpPr>
              <p:nvPr userDrawn="1"/>
            </p:nvSpPr>
            <p:spPr bwMode="auto">
              <a:xfrm>
                <a:off x="-337" y="1318"/>
                <a:ext cx="19" cy="4"/>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8" name="Freeform 1093">
                <a:extLst>
                  <a:ext uri="{FF2B5EF4-FFF2-40B4-BE49-F238E27FC236}">
                    <a16:creationId xmlns:a16="http://schemas.microsoft.com/office/drawing/2014/main" id="{985FA642-31A1-4DDA-A793-E20AD8D3FC99}"/>
                  </a:ext>
                </a:extLst>
              </p:cNvPr>
              <p:cNvSpPr>
                <a:spLocks/>
              </p:cNvSpPr>
              <p:nvPr userDrawn="1"/>
            </p:nvSpPr>
            <p:spPr bwMode="auto">
              <a:xfrm>
                <a:off x="-458"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9" name="Freeform 1094">
                <a:extLst>
                  <a:ext uri="{FF2B5EF4-FFF2-40B4-BE49-F238E27FC236}">
                    <a16:creationId xmlns:a16="http://schemas.microsoft.com/office/drawing/2014/main" id="{EB86CF4B-BD13-4231-9CDD-C07A3C0B1102}"/>
                  </a:ext>
                </a:extLst>
              </p:cNvPr>
              <p:cNvSpPr>
                <a:spLocks noEditPoints="1"/>
              </p:cNvSpPr>
              <p:nvPr userDrawn="1"/>
            </p:nvSpPr>
            <p:spPr bwMode="auto">
              <a:xfrm>
                <a:off x="-1538" y="1847"/>
                <a:ext cx="175" cy="156"/>
              </a:xfrm>
              <a:custGeom>
                <a:avLst/>
                <a:gdLst>
                  <a:gd name="T0" fmla="*/ 93 w 233"/>
                  <a:gd name="T1" fmla="*/ 8 h 208"/>
                  <a:gd name="T2" fmla="*/ 94 w 233"/>
                  <a:gd name="T3" fmla="*/ 8 h 208"/>
                  <a:gd name="T4" fmla="*/ 120 w 233"/>
                  <a:gd name="T5" fmla="*/ 6 h 208"/>
                  <a:gd name="T6" fmla="*/ 120 w 233"/>
                  <a:gd name="T7" fmla="*/ 6 h 208"/>
                  <a:gd name="T8" fmla="*/ 170 w 233"/>
                  <a:gd name="T9" fmla="*/ 15 h 208"/>
                  <a:gd name="T10" fmla="*/ 220 w 233"/>
                  <a:gd name="T11" fmla="*/ 56 h 208"/>
                  <a:gd name="T12" fmla="*/ 227 w 233"/>
                  <a:gd name="T13" fmla="*/ 88 h 208"/>
                  <a:gd name="T14" fmla="*/ 216 w 233"/>
                  <a:gd name="T15" fmla="*/ 130 h 208"/>
                  <a:gd name="T16" fmla="*/ 171 w 233"/>
                  <a:gd name="T17" fmla="*/ 175 h 208"/>
                  <a:gd name="T18" fmla="*/ 171 w 233"/>
                  <a:gd name="T19" fmla="*/ 175 h 208"/>
                  <a:gd name="T20" fmla="*/ 123 w 233"/>
                  <a:gd name="T21" fmla="*/ 185 h 208"/>
                  <a:gd name="T22" fmla="*/ 123 w 233"/>
                  <a:gd name="T23" fmla="*/ 185 h 208"/>
                  <a:gd name="T24" fmla="*/ 123 w 233"/>
                  <a:gd name="T25" fmla="*/ 185 h 208"/>
                  <a:gd name="T26" fmla="*/ 98 w 233"/>
                  <a:gd name="T27" fmla="*/ 179 h 208"/>
                  <a:gd name="T28" fmla="*/ 98 w 233"/>
                  <a:gd name="T29" fmla="*/ 179 h 208"/>
                  <a:gd name="T30" fmla="*/ 97 w 233"/>
                  <a:gd name="T31" fmla="*/ 178 h 208"/>
                  <a:gd name="T32" fmla="*/ 91 w 233"/>
                  <a:gd name="T33" fmla="*/ 176 h 208"/>
                  <a:gd name="T34" fmla="*/ 67 w 233"/>
                  <a:gd name="T35" fmla="*/ 165 h 208"/>
                  <a:gd name="T36" fmla="*/ 45 w 233"/>
                  <a:gd name="T37" fmla="*/ 153 h 208"/>
                  <a:gd name="T38" fmla="*/ 42 w 233"/>
                  <a:gd name="T39" fmla="*/ 151 h 208"/>
                  <a:gd name="T40" fmla="*/ 22 w 233"/>
                  <a:gd name="T41" fmla="*/ 182 h 208"/>
                  <a:gd name="T42" fmla="*/ 22 w 233"/>
                  <a:gd name="T43" fmla="*/ 171 h 208"/>
                  <a:gd name="T44" fmla="*/ 14 w 233"/>
                  <a:gd name="T45" fmla="*/ 129 h 208"/>
                  <a:gd name="T46" fmla="*/ 14 w 233"/>
                  <a:gd name="T47" fmla="*/ 129 h 208"/>
                  <a:gd name="T48" fmla="*/ 13 w 233"/>
                  <a:gd name="T49" fmla="*/ 128 h 208"/>
                  <a:gd name="T50" fmla="*/ 9 w 233"/>
                  <a:gd name="T51" fmla="*/ 123 h 208"/>
                  <a:gd name="T52" fmla="*/ 6 w 233"/>
                  <a:gd name="T53" fmla="*/ 107 h 208"/>
                  <a:gd name="T54" fmla="*/ 14 w 233"/>
                  <a:gd name="T55" fmla="*/ 77 h 208"/>
                  <a:gd name="T56" fmla="*/ 14 w 233"/>
                  <a:gd name="T57" fmla="*/ 77 h 208"/>
                  <a:gd name="T58" fmla="*/ 14 w 233"/>
                  <a:gd name="T59" fmla="*/ 77 h 208"/>
                  <a:gd name="T60" fmla="*/ 14 w 233"/>
                  <a:gd name="T61" fmla="*/ 77 h 208"/>
                  <a:gd name="T62" fmla="*/ 30 w 233"/>
                  <a:gd name="T63" fmla="*/ 48 h 208"/>
                  <a:gd name="T64" fmla="*/ 93 w 233"/>
                  <a:gd name="T65" fmla="*/ 8 h 208"/>
                  <a:gd name="T66" fmla="*/ 120 w 233"/>
                  <a:gd name="T67" fmla="*/ 0 h 208"/>
                  <a:gd name="T68" fmla="*/ 92 w 233"/>
                  <a:gd name="T69" fmla="*/ 2 h 208"/>
                  <a:gd name="T70" fmla="*/ 92 w 233"/>
                  <a:gd name="T71" fmla="*/ 2 h 208"/>
                  <a:gd name="T72" fmla="*/ 92 w 233"/>
                  <a:gd name="T73" fmla="*/ 2 h 208"/>
                  <a:gd name="T74" fmla="*/ 24 w 233"/>
                  <a:gd name="T75" fmla="*/ 46 h 208"/>
                  <a:gd name="T76" fmla="*/ 9 w 233"/>
                  <a:gd name="T77" fmla="*/ 75 h 208"/>
                  <a:gd name="T78" fmla="*/ 0 w 233"/>
                  <a:gd name="T79" fmla="*/ 107 h 208"/>
                  <a:gd name="T80" fmla="*/ 4 w 233"/>
                  <a:gd name="T81" fmla="*/ 127 h 208"/>
                  <a:gd name="T82" fmla="*/ 9 w 233"/>
                  <a:gd name="T83" fmla="*/ 133 h 208"/>
                  <a:gd name="T84" fmla="*/ 16 w 233"/>
                  <a:gd name="T85" fmla="*/ 171 h 208"/>
                  <a:gd name="T86" fmla="*/ 15 w 233"/>
                  <a:gd name="T87" fmla="*/ 187 h 208"/>
                  <a:gd name="T88" fmla="*/ 15 w 233"/>
                  <a:gd name="T89" fmla="*/ 192 h 208"/>
                  <a:gd name="T90" fmla="*/ 14 w 233"/>
                  <a:gd name="T91" fmla="*/ 193 h 208"/>
                  <a:gd name="T92" fmla="*/ 14 w 233"/>
                  <a:gd name="T93" fmla="*/ 194 h 208"/>
                  <a:gd name="T94" fmla="*/ 12 w 233"/>
                  <a:gd name="T95" fmla="*/ 208 h 208"/>
                  <a:gd name="T96" fmla="*/ 20 w 233"/>
                  <a:gd name="T97" fmla="*/ 196 h 208"/>
                  <a:gd name="T98" fmla="*/ 44 w 233"/>
                  <a:gd name="T99" fmla="*/ 159 h 208"/>
                  <a:gd name="T100" fmla="*/ 56 w 233"/>
                  <a:gd name="T101" fmla="*/ 166 h 208"/>
                  <a:gd name="T102" fmla="*/ 95 w 233"/>
                  <a:gd name="T103" fmla="*/ 184 h 208"/>
                  <a:gd name="T104" fmla="*/ 123 w 233"/>
                  <a:gd name="T105" fmla="*/ 191 h 208"/>
                  <a:gd name="T106" fmla="*/ 174 w 233"/>
                  <a:gd name="T107" fmla="*/ 180 h 208"/>
                  <a:gd name="T108" fmla="*/ 174 w 233"/>
                  <a:gd name="T109" fmla="*/ 180 h 208"/>
                  <a:gd name="T110" fmla="*/ 174 w 233"/>
                  <a:gd name="T111" fmla="*/ 180 h 208"/>
                  <a:gd name="T112" fmla="*/ 221 w 233"/>
                  <a:gd name="T113" fmla="*/ 132 h 208"/>
                  <a:gd name="T114" fmla="*/ 233 w 233"/>
                  <a:gd name="T115" fmla="*/ 88 h 208"/>
                  <a:gd name="T116" fmla="*/ 226 w 233"/>
                  <a:gd name="T117" fmla="*/ 53 h 208"/>
                  <a:gd name="T118" fmla="*/ 226 w 233"/>
                  <a:gd name="T119" fmla="*/ 53 h 208"/>
                  <a:gd name="T120" fmla="*/ 226 w 233"/>
                  <a:gd name="T121" fmla="*/ 52 h 208"/>
                  <a:gd name="T122" fmla="*/ 172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0" name="Freeform 1095">
                <a:extLst>
                  <a:ext uri="{FF2B5EF4-FFF2-40B4-BE49-F238E27FC236}">
                    <a16:creationId xmlns:a16="http://schemas.microsoft.com/office/drawing/2014/main" id="{4114802C-2FEA-4D4D-9E35-5C90ED9B6DCC}"/>
                  </a:ext>
                </a:extLst>
              </p:cNvPr>
              <p:cNvSpPr>
                <a:spLocks noEditPoints="1"/>
              </p:cNvSpPr>
              <p:nvPr userDrawn="1"/>
            </p:nvSpPr>
            <p:spPr bwMode="auto">
              <a:xfrm>
                <a:off x="-755" y="1432"/>
                <a:ext cx="127" cy="8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6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7 w 169"/>
                  <a:gd name="T49" fmla="*/ 0 h 117"/>
                  <a:gd name="T50" fmla="*/ 73 w 169"/>
                  <a:gd name="T51" fmla="*/ 0 h 117"/>
                  <a:gd name="T52" fmla="*/ 73 w 169"/>
                  <a:gd name="T53" fmla="*/ 0 h 117"/>
                  <a:gd name="T54" fmla="*/ 54 w 169"/>
                  <a:gd name="T55" fmla="*/ 5 h 117"/>
                  <a:gd name="T56" fmla="*/ 40 w 169"/>
                  <a:gd name="T57" fmla="*/ 21 h 117"/>
                  <a:gd name="T58" fmla="*/ 37 w 169"/>
                  <a:gd name="T59" fmla="*/ 31 h 117"/>
                  <a:gd name="T60" fmla="*/ 37 w 169"/>
                  <a:gd name="T61" fmla="*/ 31 h 117"/>
                  <a:gd name="T62" fmla="*/ 37 w 169"/>
                  <a:gd name="T63" fmla="*/ 57 h 117"/>
                  <a:gd name="T64" fmla="*/ 0 w 169"/>
                  <a:gd name="T65" fmla="*/ 38 h 117"/>
                  <a:gd name="T66" fmla="*/ 9 w 169"/>
                  <a:gd name="T67" fmla="*/ 48 h 117"/>
                  <a:gd name="T68" fmla="*/ 11 w 169"/>
                  <a:gd name="T69" fmla="*/ 47 h 117"/>
                  <a:gd name="T70" fmla="*/ 9 w 169"/>
                  <a:gd name="T71" fmla="*/ 48 h 117"/>
                  <a:gd name="T72" fmla="*/ 37 w 169"/>
                  <a:gd name="T73" fmla="*/ 86 h 117"/>
                  <a:gd name="T74" fmla="*/ 41 w 169"/>
                  <a:gd name="T75" fmla="*/ 102 h 117"/>
                  <a:gd name="T76" fmla="*/ 54 w 169"/>
                  <a:gd name="T77" fmla="*/ 114 h 117"/>
                  <a:gd name="T78" fmla="*/ 62 w 169"/>
                  <a:gd name="T79" fmla="*/ 117 h 117"/>
                  <a:gd name="T80" fmla="*/ 62 w 169"/>
                  <a:gd name="T81" fmla="*/ 117 h 117"/>
                  <a:gd name="T82" fmla="*/ 133 w 169"/>
                  <a:gd name="T83" fmla="*/ 117 h 117"/>
                  <a:gd name="T84" fmla="*/ 133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1 w 169"/>
                  <a:gd name="T97" fmla="*/ 5 h 117"/>
                  <a:gd name="T98" fmla="*/ 137 w 169"/>
                  <a:gd name="T99" fmla="*/ 0 h 117"/>
                  <a:gd name="T100" fmla="*/ 137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1" name="Freeform 1096">
                <a:extLst>
                  <a:ext uri="{FF2B5EF4-FFF2-40B4-BE49-F238E27FC236}">
                    <a16:creationId xmlns:a16="http://schemas.microsoft.com/office/drawing/2014/main" id="{9581C9A5-9567-4C3A-80F9-4201B5BF9739}"/>
                  </a:ext>
                </a:extLst>
              </p:cNvPr>
              <p:cNvSpPr>
                <a:spLocks noEditPoints="1"/>
              </p:cNvSpPr>
              <p:nvPr userDrawn="1"/>
            </p:nvSpPr>
            <p:spPr bwMode="auto">
              <a:xfrm>
                <a:off x="-1371" y="1959"/>
                <a:ext cx="78" cy="52"/>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3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5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2" name="Freeform 1097">
                <a:extLst>
                  <a:ext uri="{FF2B5EF4-FFF2-40B4-BE49-F238E27FC236}">
                    <a16:creationId xmlns:a16="http://schemas.microsoft.com/office/drawing/2014/main" id="{935DADF4-9B8F-4753-A835-DFCEB14A1CEA}"/>
                  </a:ext>
                </a:extLst>
              </p:cNvPr>
              <p:cNvSpPr>
                <a:spLocks noEditPoints="1"/>
              </p:cNvSpPr>
              <p:nvPr userDrawn="1"/>
            </p:nvSpPr>
            <p:spPr bwMode="auto">
              <a:xfrm>
                <a:off x="-1648" y="2024"/>
                <a:ext cx="107" cy="74"/>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6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3" name="Freeform 1098">
                <a:extLst>
                  <a:ext uri="{FF2B5EF4-FFF2-40B4-BE49-F238E27FC236}">
                    <a16:creationId xmlns:a16="http://schemas.microsoft.com/office/drawing/2014/main" id="{DF220810-CD08-40E6-A57F-C26A042FF86D}"/>
                  </a:ext>
                </a:extLst>
              </p:cNvPr>
              <p:cNvSpPr>
                <a:spLocks noEditPoints="1"/>
              </p:cNvSpPr>
              <p:nvPr userDrawn="1"/>
            </p:nvSpPr>
            <p:spPr bwMode="auto">
              <a:xfrm>
                <a:off x="-1206" y="1770"/>
                <a:ext cx="84" cy="57"/>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3 w 112"/>
                  <a:gd name="T21" fmla="*/ 65 h 76"/>
                  <a:gd name="T22" fmla="*/ 87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4" name="Freeform 1099">
                <a:extLst>
                  <a:ext uri="{FF2B5EF4-FFF2-40B4-BE49-F238E27FC236}">
                    <a16:creationId xmlns:a16="http://schemas.microsoft.com/office/drawing/2014/main" id="{5F7BD142-8322-4E72-BB8C-93B0EDAB3444}"/>
                  </a:ext>
                </a:extLst>
              </p:cNvPr>
              <p:cNvSpPr>
                <a:spLocks noEditPoints="1"/>
              </p:cNvSpPr>
              <p:nvPr userDrawn="1"/>
            </p:nvSpPr>
            <p:spPr bwMode="auto">
              <a:xfrm>
                <a:off x="-1213" y="1633"/>
                <a:ext cx="126" cy="116"/>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1 w 168"/>
                  <a:gd name="T35" fmla="*/ 149 h 155"/>
                  <a:gd name="T36" fmla="*/ 51 w 168"/>
                  <a:gd name="T37" fmla="*/ 143 h 155"/>
                  <a:gd name="T38" fmla="*/ 41 w 168"/>
                  <a:gd name="T39" fmla="*/ 113 h 155"/>
                  <a:gd name="T40" fmla="*/ 41 w 168"/>
                  <a:gd name="T41" fmla="*/ 112 h 155"/>
                  <a:gd name="T42" fmla="*/ 18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1"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5" name="Freeform 1100">
                <a:extLst>
                  <a:ext uri="{FF2B5EF4-FFF2-40B4-BE49-F238E27FC236}">
                    <a16:creationId xmlns:a16="http://schemas.microsoft.com/office/drawing/2014/main" id="{7357508A-F406-41A3-A377-4BCD59DB58C4}"/>
                  </a:ext>
                </a:extLst>
              </p:cNvPr>
              <p:cNvSpPr>
                <a:spLocks noEditPoints="1"/>
              </p:cNvSpPr>
              <p:nvPr userDrawn="1"/>
            </p:nvSpPr>
            <p:spPr bwMode="auto">
              <a:xfrm>
                <a:off x="-1523" y="1403"/>
                <a:ext cx="126" cy="117"/>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6" name="Freeform 1101">
                <a:extLst>
                  <a:ext uri="{FF2B5EF4-FFF2-40B4-BE49-F238E27FC236}">
                    <a16:creationId xmlns:a16="http://schemas.microsoft.com/office/drawing/2014/main" id="{5DB6565E-C99B-47C9-B4E8-AEF64FD8C2F0}"/>
                  </a:ext>
                </a:extLst>
              </p:cNvPr>
              <p:cNvSpPr>
                <a:spLocks/>
              </p:cNvSpPr>
              <p:nvPr userDrawn="1"/>
            </p:nvSpPr>
            <p:spPr bwMode="auto">
              <a:xfrm>
                <a:off x="-1403"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7" name="Freeform 1102">
                <a:extLst>
                  <a:ext uri="{FF2B5EF4-FFF2-40B4-BE49-F238E27FC236}">
                    <a16:creationId xmlns:a16="http://schemas.microsoft.com/office/drawing/2014/main" id="{E23CB7DE-DB98-4D96-8B1F-85CF43A1F3FB}"/>
                  </a:ext>
                </a:extLst>
              </p:cNvPr>
              <p:cNvSpPr>
                <a:spLocks noEditPoints="1"/>
              </p:cNvSpPr>
              <p:nvPr userDrawn="1"/>
            </p:nvSpPr>
            <p:spPr bwMode="auto">
              <a:xfrm>
                <a:off x="-1137" y="1802"/>
                <a:ext cx="89" cy="12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8" name="Freeform 1103">
                <a:extLst>
                  <a:ext uri="{FF2B5EF4-FFF2-40B4-BE49-F238E27FC236}">
                    <a16:creationId xmlns:a16="http://schemas.microsoft.com/office/drawing/2014/main" id="{FA66F9D8-C937-40FD-9269-6A97F0B67726}"/>
                  </a:ext>
                </a:extLst>
              </p:cNvPr>
              <p:cNvSpPr>
                <a:spLocks noEditPoints="1"/>
              </p:cNvSpPr>
              <p:nvPr userDrawn="1"/>
            </p:nvSpPr>
            <p:spPr bwMode="auto">
              <a:xfrm>
                <a:off x="-1588" y="1476"/>
                <a:ext cx="89" cy="126"/>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6 w 119"/>
                  <a:gd name="T41" fmla="*/ 161 h 167"/>
                  <a:gd name="T42" fmla="*/ 26 w 119"/>
                  <a:gd name="T43" fmla="*/ 161 h 167"/>
                  <a:gd name="T44" fmla="*/ 16 w 119"/>
                  <a:gd name="T45" fmla="*/ 157 h 167"/>
                  <a:gd name="T46" fmla="*/ 7 w 119"/>
                  <a:gd name="T47" fmla="*/ 131 h 167"/>
                  <a:gd name="T48" fmla="*/ 6 w 119"/>
                  <a:gd name="T49" fmla="*/ 63 h 167"/>
                  <a:gd name="T50" fmla="*/ 70 w 119"/>
                  <a:gd name="T51" fmla="*/ 11 h 167"/>
                  <a:gd name="T52" fmla="*/ 68 w 119"/>
                  <a:gd name="T53" fmla="*/ 9 h 167"/>
                  <a:gd name="T54" fmla="*/ 70 w 119"/>
                  <a:gd name="T55" fmla="*/ 11 h 167"/>
                  <a:gd name="T56" fmla="*/ 79 w 119"/>
                  <a:gd name="T57" fmla="*/ 0 h 167"/>
                  <a:gd name="T58" fmla="*/ 68 w 119"/>
                  <a:gd name="T59" fmla="*/ 8 h 167"/>
                  <a:gd name="T60" fmla="*/ 31 w 119"/>
                  <a:gd name="T61" fmla="*/ 37 h 167"/>
                  <a:gd name="T62" fmla="*/ 14 w 119"/>
                  <a:gd name="T63" fmla="*/ 41 h 167"/>
                  <a:gd name="T64" fmla="*/ 2 w 119"/>
                  <a:gd name="T65" fmla="*/ 54 h 167"/>
                  <a:gd name="T66" fmla="*/ 0 w 119"/>
                  <a:gd name="T67" fmla="*/ 62 h 167"/>
                  <a:gd name="T68" fmla="*/ 0 w 119"/>
                  <a:gd name="T69" fmla="*/ 63 h 167"/>
                  <a:gd name="T70" fmla="*/ 1 w 119"/>
                  <a:gd name="T71" fmla="*/ 131 h 167"/>
                  <a:gd name="T72" fmla="*/ 1 w 119"/>
                  <a:gd name="T73" fmla="*/ 131 h 167"/>
                  <a:gd name="T74" fmla="*/ 12 w 119"/>
                  <a:gd name="T75" fmla="*/ 161 h 167"/>
                  <a:gd name="T76" fmla="*/ 26 w 119"/>
                  <a:gd name="T77" fmla="*/ 167 h 167"/>
                  <a:gd name="T78" fmla="*/ 26 w 119"/>
                  <a:gd name="T79" fmla="*/ 167 h 167"/>
                  <a:gd name="T80" fmla="*/ 29 w 119"/>
                  <a:gd name="T81" fmla="*/ 167 h 167"/>
                  <a:gd name="T82" fmla="*/ 87 w 119"/>
                  <a:gd name="T83" fmla="*/ 166 h 167"/>
                  <a:gd name="T84" fmla="*/ 88 w 119"/>
                  <a:gd name="T85" fmla="*/ 166 h 167"/>
                  <a:gd name="T86" fmla="*/ 115 w 119"/>
                  <a:gd name="T87" fmla="*/ 147 h 167"/>
                  <a:gd name="T88" fmla="*/ 118 w 119"/>
                  <a:gd name="T89" fmla="*/ 139 h 167"/>
                  <a:gd name="T90" fmla="*/ 114 w 119"/>
                  <a:gd name="T91" fmla="*/ 136 h 167"/>
                  <a:gd name="T92" fmla="*/ 119 w 119"/>
                  <a:gd name="T93" fmla="*/ 137 h 167"/>
                  <a:gd name="T94" fmla="*/ 119 w 119"/>
                  <a:gd name="T95" fmla="*/ 133 h 167"/>
                  <a:gd name="T96" fmla="*/ 119 w 119"/>
                  <a:gd name="T97" fmla="*/ 133 h 167"/>
                  <a:gd name="T98" fmla="*/ 118 w 119"/>
                  <a:gd name="T99" fmla="*/ 71 h 167"/>
                  <a:gd name="T100" fmla="*/ 118 w 119"/>
                  <a:gd name="T101" fmla="*/ 71 h 167"/>
                  <a:gd name="T102" fmla="*/ 113 w 119"/>
                  <a:gd name="T103" fmla="*/ 52 h 167"/>
                  <a:gd name="T104" fmla="*/ 96 w 119"/>
                  <a:gd name="T105" fmla="*/ 39 h 167"/>
                  <a:gd name="T106" fmla="*/ 86 w 119"/>
                  <a:gd name="T107" fmla="*/ 36 h 167"/>
                  <a:gd name="T108" fmla="*/ 86 w 119"/>
                  <a:gd name="T109" fmla="*/ 36 h 167"/>
                  <a:gd name="T110" fmla="*/ 60 w 119"/>
                  <a:gd name="T111" fmla="*/ 36 h 167"/>
                  <a:gd name="T112" fmla="*/ 79 w 119"/>
                  <a:gd name="T11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9" name="Freeform 1104">
                <a:extLst>
                  <a:ext uri="{FF2B5EF4-FFF2-40B4-BE49-F238E27FC236}">
                    <a16:creationId xmlns:a16="http://schemas.microsoft.com/office/drawing/2014/main" id="{25C75F51-8759-4531-BC11-F4A2DB690CA1}"/>
                  </a:ext>
                </a:extLst>
              </p:cNvPr>
              <p:cNvSpPr>
                <a:spLocks/>
              </p:cNvSpPr>
              <p:nvPr userDrawn="1"/>
            </p:nvSpPr>
            <p:spPr bwMode="auto">
              <a:xfrm>
                <a:off x="-1502" y="1578"/>
                <a:ext cx="3" cy="3"/>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0" name="Freeform 1105">
                <a:extLst>
                  <a:ext uri="{FF2B5EF4-FFF2-40B4-BE49-F238E27FC236}">
                    <a16:creationId xmlns:a16="http://schemas.microsoft.com/office/drawing/2014/main" id="{BB796EA8-7516-4B4D-BADE-C0A4376A3206}"/>
                  </a:ext>
                </a:extLst>
              </p:cNvPr>
              <p:cNvSpPr>
                <a:spLocks noEditPoints="1"/>
              </p:cNvSpPr>
              <p:nvPr userDrawn="1"/>
            </p:nvSpPr>
            <p:spPr bwMode="auto">
              <a:xfrm>
                <a:off x="-885" y="1504"/>
                <a:ext cx="164" cy="98"/>
              </a:xfrm>
              <a:custGeom>
                <a:avLst/>
                <a:gdLst>
                  <a:gd name="T0" fmla="*/ 15 w 219"/>
                  <a:gd name="T1" fmla="*/ 41 h 131"/>
                  <a:gd name="T2" fmla="*/ 17 w 219"/>
                  <a:gd name="T3" fmla="*/ 38 h 131"/>
                  <a:gd name="T4" fmla="*/ 15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4 h 131"/>
                  <a:gd name="T20" fmla="*/ 208 w 219"/>
                  <a:gd name="T21" fmla="*/ 115 h 131"/>
                  <a:gd name="T22" fmla="*/ 178 w 219"/>
                  <a:gd name="T23" fmla="*/ 125 h 131"/>
                  <a:gd name="T24" fmla="*/ 99 w 219"/>
                  <a:gd name="T25" fmla="*/ 125 h 131"/>
                  <a:gd name="T26" fmla="*/ 87 w 219"/>
                  <a:gd name="T27" fmla="*/ 120 h 131"/>
                  <a:gd name="T28" fmla="*/ 80 w 219"/>
                  <a:gd name="T29" fmla="*/ 111 h 131"/>
                  <a:gd name="T30" fmla="*/ 76 w 219"/>
                  <a:gd name="T31" fmla="*/ 95 h 131"/>
                  <a:gd name="T32" fmla="*/ 76 w 219"/>
                  <a:gd name="T33" fmla="*/ 94 h 131"/>
                  <a:gd name="T34" fmla="*/ 34 w 219"/>
                  <a:gd name="T35" fmla="*/ 51 h 131"/>
                  <a:gd name="T36" fmla="*/ 76 w 219"/>
                  <a:gd name="T37" fmla="*/ 74 h 131"/>
                  <a:gd name="T38" fmla="*/ 76 w 219"/>
                  <a:gd name="T39" fmla="*/ 35 h 131"/>
                  <a:gd name="T40" fmla="*/ 82 w 219"/>
                  <a:gd name="T41" fmla="*/ 20 h 131"/>
                  <a:gd name="T42" fmla="*/ 92 w 219"/>
                  <a:gd name="T43" fmla="*/ 11 h 131"/>
                  <a:gd name="T44" fmla="*/ 110 w 219"/>
                  <a:gd name="T45" fmla="*/ 6 h 131"/>
                  <a:gd name="T46" fmla="*/ 110 w 219"/>
                  <a:gd name="T47" fmla="*/ 6 h 131"/>
                  <a:gd name="T48" fmla="*/ 182 w 219"/>
                  <a:gd name="T49" fmla="*/ 0 h 131"/>
                  <a:gd name="T50" fmla="*/ 110 w 219"/>
                  <a:gd name="T51" fmla="*/ 0 h 131"/>
                  <a:gd name="T52" fmla="*/ 110 w 219"/>
                  <a:gd name="T53" fmla="*/ 0 h 131"/>
                  <a:gd name="T54" fmla="*/ 89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5 w 219"/>
                  <a:gd name="T67" fmla="*/ 40 h 131"/>
                  <a:gd name="T68" fmla="*/ 17 w 219"/>
                  <a:gd name="T69" fmla="*/ 38 h 131"/>
                  <a:gd name="T70" fmla="*/ 15 w 219"/>
                  <a:gd name="T71" fmla="*/ 40 h 131"/>
                  <a:gd name="T72" fmla="*/ 70 w 219"/>
                  <a:gd name="T73" fmla="*/ 97 h 131"/>
                  <a:gd name="T74" fmla="*/ 74 w 219"/>
                  <a:gd name="T75" fmla="*/ 114 h 131"/>
                  <a:gd name="T76" fmla="*/ 89 w 219"/>
                  <a:gd name="T77" fmla="*/ 128 h 131"/>
                  <a:gd name="T78" fmla="*/ 99 w 219"/>
                  <a:gd name="T79" fmla="*/ 131 h 131"/>
                  <a:gd name="T80" fmla="*/ 99 w 219"/>
                  <a:gd name="T81" fmla="*/ 131 h 131"/>
                  <a:gd name="T82" fmla="*/ 178 w 219"/>
                  <a:gd name="T83" fmla="*/ 131 h 131"/>
                  <a:gd name="T84" fmla="*/ 178 w 219"/>
                  <a:gd name="T85" fmla="*/ 131 h 131"/>
                  <a:gd name="T86" fmla="*/ 212 w 219"/>
                  <a:gd name="T87" fmla="*/ 119 h 131"/>
                  <a:gd name="T88" fmla="*/ 219 w 219"/>
                  <a:gd name="T89" fmla="*/ 104 h 131"/>
                  <a:gd name="T90" fmla="*/ 219 w 219"/>
                  <a:gd name="T91" fmla="*/ 101 h 131"/>
                  <a:gd name="T92" fmla="*/ 219 w 219"/>
                  <a:gd name="T93" fmla="*/ 36 h 131"/>
                  <a:gd name="T94" fmla="*/ 219 w 219"/>
                  <a:gd name="T95" fmla="*/ 36 h 131"/>
                  <a:gd name="T96" fmla="*/ 198 w 219"/>
                  <a:gd name="T97" fmla="*/ 5 h 131"/>
                  <a:gd name="T98" fmla="*/ 183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1" name="Freeform 1106">
                <a:extLst>
                  <a:ext uri="{FF2B5EF4-FFF2-40B4-BE49-F238E27FC236}">
                    <a16:creationId xmlns:a16="http://schemas.microsoft.com/office/drawing/2014/main" id="{C94ABFD9-CC71-49B9-9075-FAAF5440D6F3}"/>
                  </a:ext>
                </a:extLst>
              </p:cNvPr>
              <p:cNvSpPr>
                <a:spLocks noEditPoints="1"/>
              </p:cNvSpPr>
              <p:nvPr userDrawn="1"/>
            </p:nvSpPr>
            <p:spPr bwMode="auto">
              <a:xfrm>
                <a:off x="-710" y="1533"/>
                <a:ext cx="105" cy="10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5 h 137"/>
                  <a:gd name="T28" fmla="*/ 37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7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2" name="Freeform 1107">
                <a:extLst>
                  <a:ext uri="{FF2B5EF4-FFF2-40B4-BE49-F238E27FC236}">
                    <a16:creationId xmlns:a16="http://schemas.microsoft.com/office/drawing/2014/main" id="{AAE5A389-E189-45DB-A0A5-E430FF96D507}"/>
                  </a:ext>
                </a:extLst>
              </p:cNvPr>
              <p:cNvSpPr>
                <a:spLocks noEditPoints="1"/>
              </p:cNvSpPr>
              <p:nvPr userDrawn="1"/>
            </p:nvSpPr>
            <p:spPr bwMode="auto">
              <a:xfrm>
                <a:off x="-1232" y="1445"/>
                <a:ext cx="105" cy="10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3" name="Freeform 1108">
                <a:extLst>
                  <a:ext uri="{FF2B5EF4-FFF2-40B4-BE49-F238E27FC236}">
                    <a16:creationId xmlns:a16="http://schemas.microsoft.com/office/drawing/2014/main" id="{39A1F5D9-44D0-4069-9D50-783AECE038B1}"/>
                  </a:ext>
                </a:extLst>
              </p:cNvPr>
              <p:cNvSpPr>
                <a:spLocks/>
              </p:cNvSpPr>
              <p:nvPr userDrawn="1"/>
            </p:nvSpPr>
            <p:spPr bwMode="auto">
              <a:xfrm>
                <a:off x="-1172" y="1542"/>
                <a:ext cx="10" cy="4"/>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4" name="Freeform 1109">
                <a:extLst>
                  <a:ext uri="{FF2B5EF4-FFF2-40B4-BE49-F238E27FC236}">
                    <a16:creationId xmlns:a16="http://schemas.microsoft.com/office/drawing/2014/main" id="{19F04534-9AC4-4C91-B918-1E63095FA318}"/>
                  </a:ext>
                </a:extLst>
              </p:cNvPr>
              <p:cNvSpPr>
                <a:spLocks noEditPoints="1"/>
              </p:cNvSpPr>
              <p:nvPr userDrawn="1"/>
            </p:nvSpPr>
            <p:spPr bwMode="auto">
              <a:xfrm>
                <a:off x="-1311" y="1335"/>
                <a:ext cx="117" cy="115"/>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8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5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5" name="Freeform 1110">
                <a:extLst>
                  <a:ext uri="{FF2B5EF4-FFF2-40B4-BE49-F238E27FC236}">
                    <a16:creationId xmlns:a16="http://schemas.microsoft.com/office/drawing/2014/main" id="{514F96CC-D538-4415-8E6B-5AF1E821FCE7}"/>
                  </a:ext>
                </a:extLst>
              </p:cNvPr>
              <p:cNvSpPr>
                <a:spLocks noEditPoints="1"/>
              </p:cNvSpPr>
              <p:nvPr userDrawn="1"/>
            </p:nvSpPr>
            <p:spPr bwMode="auto">
              <a:xfrm>
                <a:off x="-601" y="151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6" name="Freeform 1111">
                <a:extLst>
                  <a:ext uri="{FF2B5EF4-FFF2-40B4-BE49-F238E27FC236}">
                    <a16:creationId xmlns:a16="http://schemas.microsoft.com/office/drawing/2014/main" id="{2FA7B2E4-1DD3-4339-A1BD-55320D5BBB31}"/>
                  </a:ext>
                </a:extLst>
              </p:cNvPr>
              <p:cNvSpPr>
                <a:spLocks noEditPoints="1"/>
              </p:cNvSpPr>
              <p:nvPr userDrawn="1"/>
            </p:nvSpPr>
            <p:spPr bwMode="auto">
              <a:xfrm>
                <a:off x="-456" y="1246"/>
                <a:ext cx="57" cy="86"/>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6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8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7 w 76"/>
                  <a:gd name="T69" fmla="*/ 8 h 115"/>
                  <a:gd name="T70" fmla="*/ 1 w 76"/>
                  <a:gd name="T71" fmla="*/ 22 h 115"/>
                  <a:gd name="T72" fmla="*/ 0 w 76"/>
                  <a:gd name="T73" fmla="*/ 39 h 115"/>
                  <a:gd name="T74" fmla="*/ 1 w 76"/>
                  <a:gd name="T75" fmla="*/ 61 h 115"/>
                  <a:gd name="T76" fmla="*/ 8 w 76"/>
                  <a:gd name="T77" fmla="*/ 81 h 115"/>
                  <a:gd name="T78" fmla="*/ 15 w 76"/>
                  <a:gd name="T79" fmla="*/ 88 h 115"/>
                  <a:gd name="T80" fmla="*/ 15 w 76"/>
                  <a:gd name="T81" fmla="*/ 88 h 115"/>
                  <a:gd name="T82" fmla="*/ 37 w 76"/>
                  <a:gd name="T83" fmla="*/ 89 h 115"/>
                  <a:gd name="T84" fmla="*/ 26 w 76"/>
                  <a:gd name="T85" fmla="*/ 115 h 115"/>
                  <a:gd name="T86" fmla="*/ 56 w 76"/>
                  <a:gd name="T87" fmla="*/ 90 h 115"/>
                  <a:gd name="T88" fmla="*/ 72 w 76"/>
                  <a:gd name="T89" fmla="*/ 85 h 115"/>
                  <a:gd name="T90" fmla="*/ 75 w 76"/>
                  <a:gd name="T91" fmla="*/ 80 h 115"/>
                  <a:gd name="T92" fmla="*/ 76 w 76"/>
                  <a:gd name="T93" fmla="*/ 77 h 115"/>
                  <a:gd name="T94" fmla="*/ 76 w 76"/>
                  <a:gd name="T95" fmla="*/ 76 h 115"/>
                  <a:gd name="T96" fmla="*/ 76 w 76"/>
                  <a:gd name="T97" fmla="*/ 28 h 115"/>
                  <a:gd name="T98" fmla="*/ 69 w 76"/>
                  <a:gd name="T99" fmla="*/ 4 h 115"/>
                  <a:gd name="T100" fmla="*/ 63 w 76"/>
                  <a:gd name="T101" fmla="*/ 1 h 115"/>
                  <a:gd name="T102" fmla="*/ 60 w 76"/>
                  <a:gd name="T10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7" name="Freeform 1112">
                <a:extLst>
                  <a:ext uri="{FF2B5EF4-FFF2-40B4-BE49-F238E27FC236}">
                    <a16:creationId xmlns:a16="http://schemas.microsoft.com/office/drawing/2014/main" id="{A0C8B453-C1AA-4E06-B5D3-1B34FFE1548D}"/>
                  </a:ext>
                </a:extLst>
              </p:cNvPr>
              <p:cNvSpPr>
                <a:spLocks noEditPoints="1"/>
              </p:cNvSpPr>
              <p:nvPr userDrawn="1"/>
            </p:nvSpPr>
            <p:spPr bwMode="auto">
              <a:xfrm>
                <a:off x="-1299" y="1466"/>
                <a:ext cx="57" cy="87"/>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8" name="Freeform 1113">
                <a:extLst>
                  <a:ext uri="{FF2B5EF4-FFF2-40B4-BE49-F238E27FC236}">
                    <a16:creationId xmlns:a16="http://schemas.microsoft.com/office/drawing/2014/main" id="{321FB9DA-77EC-44E6-8C02-0240316E2482}"/>
                  </a:ext>
                </a:extLst>
              </p:cNvPr>
              <p:cNvSpPr>
                <a:spLocks noEditPoints="1"/>
              </p:cNvSpPr>
              <p:nvPr userDrawn="1"/>
            </p:nvSpPr>
            <p:spPr bwMode="auto">
              <a:xfrm>
                <a:off x="-1643" y="1228"/>
                <a:ext cx="57" cy="86"/>
              </a:xfrm>
              <a:custGeom>
                <a:avLst/>
                <a:gdLst>
                  <a:gd name="T0" fmla="*/ 18 w 76"/>
                  <a:gd name="T1" fmla="*/ 82 h 115"/>
                  <a:gd name="T2" fmla="*/ 18 w 76"/>
                  <a:gd name="T3" fmla="*/ 82 h 115"/>
                  <a:gd name="T4" fmla="*/ 18 w 76"/>
                  <a:gd name="T5" fmla="*/ 82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6 h 115"/>
                  <a:gd name="T22" fmla="*/ 70 w 76"/>
                  <a:gd name="T23" fmla="*/ 77 h 115"/>
                  <a:gd name="T24" fmla="*/ 70 w 76"/>
                  <a:gd name="T25" fmla="*/ 78 h 115"/>
                  <a:gd name="T26" fmla="*/ 67 w 76"/>
                  <a:gd name="T27" fmla="*/ 81 h 115"/>
                  <a:gd name="T28" fmla="*/ 55 w 76"/>
                  <a:gd name="T29" fmla="*/ 83 h 115"/>
                  <a:gd name="T30" fmla="*/ 55 w 76"/>
                  <a:gd name="T31" fmla="*/ 83 h 115"/>
                  <a:gd name="T32" fmla="*/ 54 w 76"/>
                  <a:gd name="T33" fmla="*/ 83 h 115"/>
                  <a:gd name="T34" fmla="*/ 42 w 76"/>
                  <a:gd name="T35" fmla="*/ 93 h 115"/>
                  <a:gd name="T36" fmla="*/ 47 w 76"/>
                  <a:gd name="T37" fmla="*/ 84 h 115"/>
                  <a:gd name="T38" fmla="*/ 18 w 76"/>
                  <a:gd name="T39" fmla="*/ 82 h 115"/>
                  <a:gd name="T40" fmla="*/ 13 w 76"/>
                  <a:gd name="T41" fmla="*/ 77 h 115"/>
                  <a:gd name="T42" fmla="*/ 8 w 76"/>
                  <a:gd name="T43" fmla="*/ 60 h 115"/>
                  <a:gd name="T44" fmla="*/ 8 w 76"/>
                  <a:gd name="T45" fmla="*/ 60 h 115"/>
                  <a:gd name="T46" fmla="*/ 8 w 76"/>
                  <a:gd name="T47" fmla="*/ 60 h 115"/>
                  <a:gd name="T48" fmla="*/ 7 w 76"/>
                  <a:gd name="T49" fmla="*/ 58 h 115"/>
                  <a:gd name="T50" fmla="*/ 6 w 76"/>
                  <a:gd name="T51" fmla="*/ 39 h 115"/>
                  <a:gd name="T52" fmla="*/ 9 w 76"/>
                  <a:gd name="T53" fmla="*/ 18 h 115"/>
                  <a:gd name="T54" fmla="*/ 12 w 76"/>
                  <a:gd name="T55" fmla="*/ 11 h 115"/>
                  <a:gd name="T56" fmla="*/ 17 w 76"/>
                  <a:gd name="T57" fmla="*/ 9 h 115"/>
                  <a:gd name="T58" fmla="*/ 17 w 76"/>
                  <a:gd name="T59" fmla="*/ 9 h 115"/>
                  <a:gd name="T60" fmla="*/ 60 w 76"/>
                  <a:gd name="T61" fmla="*/ 0 h 115"/>
                  <a:gd name="T62" fmla="*/ 60 w 76"/>
                  <a:gd name="T63" fmla="*/ 0 h 115"/>
                  <a:gd name="T64" fmla="*/ 60 w 76"/>
                  <a:gd name="T65" fmla="*/ 0 h 115"/>
                  <a:gd name="T66" fmla="*/ 16 w 76"/>
                  <a:gd name="T67" fmla="*/ 3 h 115"/>
                  <a:gd name="T68" fmla="*/ 17 w 76"/>
                  <a:gd name="T69" fmla="*/ 6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7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6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2"/>
                    </a:move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9" name="Freeform 1114">
                <a:extLst>
                  <a:ext uri="{FF2B5EF4-FFF2-40B4-BE49-F238E27FC236}">
                    <a16:creationId xmlns:a16="http://schemas.microsoft.com/office/drawing/2014/main" id="{A075ED83-1A82-40E0-A423-229472A551D3}"/>
                  </a:ext>
                </a:extLst>
              </p:cNvPr>
              <p:cNvSpPr>
                <a:spLocks noEditPoints="1"/>
              </p:cNvSpPr>
              <p:nvPr userDrawn="1"/>
            </p:nvSpPr>
            <p:spPr bwMode="auto">
              <a:xfrm>
                <a:off x="-1071" y="163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0" name="Freeform 1115">
                <a:extLst>
                  <a:ext uri="{FF2B5EF4-FFF2-40B4-BE49-F238E27FC236}">
                    <a16:creationId xmlns:a16="http://schemas.microsoft.com/office/drawing/2014/main" id="{CF12D783-9766-4599-A6B4-F8B4286D92C3}"/>
                  </a:ext>
                </a:extLst>
              </p:cNvPr>
              <p:cNvSpPr>
                <a:spLocks noEditPoints="1"/>
              </p:cNvSpPr>
              <p:nvPr userDrawn="1"/>
            </p:nvSpPr>
            <p:spPr bwMode="auto">
              <a:xfrm>
                <a:off x="-1283" y="1644"/>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9 w 76"/>
                  <a:gd name="T79" fmla="*/ 82 h 116"/>
                  <a:gd name="T80" fmla="*/ 15 w 76"/>
                  <a:gd name="T81" fmla="*/ 88 h 116"/>
                  <a:gd name="T82" fmla="*/ 16 w 76"/>
                  <a:gd name="T83" fmla="*/ 89 h 116"/>
                  <a:gd name="T84" fmla="*/ 37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1" name="Freeform 1116">
                <a:extLst>
                  <a:ext uri="{FF2B5EF4-FFF2-40B4-BE49-F238E27FC236}">
                    <a16:creationId xmlns:a16="http://schemas.microsoft.com/office/drawing/2014/main" id="{DD296E51-843E-456B-B573-21461CE130BC}"/>
                  </a:ext>
                </a:extLst>
              </p:cNvPr>
              <p:cNvSpPr>
                <a:spLocks noEditPoints="1"/>
              </p:cNvSpPr>
              <p:nvPr userDrawn="1"/>
            </p:nvSpPr>
            <p:spPr bwMode="auto">
              <a:xfrm>
                <a:off x="-1529" y="174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4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2" name="Freeform 1117">
                <a:extLst>
                  <a:ext uri="{FF2B5EF4-FFF2-40B4-BE49-F238E27FC236}">
                    <a16:creationId xmlns:a16="http://schemas.microsoft.com/office/drawing/2014/main" id="{D2DE5188-E7D7-4393-993F-0C34ABA06CE2}"/>
                  </a:ext>
                </a:extLst>
              </p:cNvPr>
              <p:cNvSpPr>
                <a:spLocks noEditPoints="1"/>
              </p:cNvSpPr>
              <p:nvPr userDrawn="1"/>
            </p:nvSpPr>
            <p:spPr bwMode="auto">
              <a:xfrm>
                <a:off x="-1310" y="1871"/>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7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3" name="Freeform 1118">
                <a:extLst>
                  <a:ext uri="{FF2B5EF4-FFF2-40B4-BE49-F238E27FC236}">
                    <a16:creationId xmlns:a16="http://schemas.microsoft.com/office/drawing/2014/main" id="{F92CFF9D-BF84-4015-A664-F6767437E8A1}"/>
                  </a:ext>
                </a:extLst>
              </p:cNvPr>
              <p:cNvSpPr>
                <a:spLocks noEditPoints="1"/>
              </p:cNvSpPr>
              <p:nvPr userDrawn="1"/>
            </p:nvSpPr>
            <p:spPr bwMode="auto">
              <a:xfrm>
                <a:off x="-1715" y="1842"/>
                <a:ext cx="126" cy="185"/>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4" name="Freeform 1119">
                <a:extLst>
                  <a:ext uri="{FF2B5EF4-FFF2-40B4-BE49-F238E27FC236}">
                    <a16:creationId xmlns:a16="http://schemas.microsoft.com/office/drawing/2014/main" id="{E328D9E8-FD9B-4FB5-872E-60B18753135D}"/>
                  </a:ext>
                </a:extLst>
              </p:cNvPr>
              <p:cNvSpPr>
                <a:spLocks noEditPoints="1"/>
              </p:cNvSpPr>
              <p:nvPr userDrawn="1"/>
            </p:nvSpPr>
            <p:spPr bwMode="auto">
              <a:xfrm>
                <a:off x="-1284" y="1938"/>
                <a:ext cx="183" cy="73"/>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5" name="Freeform 1120">
                <a:extLst>
                  <a:ext uri="{FF2B5EF4-FFF2-40B4-BE49-F238E27FC236}">
                    <a16:creationId xmlns:a16="http://schemas.microsoft.com/office/drawing/2014/main" id="{F2EB388F-E9E1-4C3D-97D8-ADB848B37463}"/>
                  </a:ext>
                </a:extLst>
              </p:cNvPr>
              <p:cNvSpPr>
                <a:spLocks noEditPoints="1"/>
              </p:cNvSpPr>
              <p:nvPr userDrawn="1"/>
            </p:nvSpPr>
            <p:spPr bwMode="auto">
              <a:xfrm>
                <a:off x="-781" y="1628"/>
                <a:ext cx="149" cy="59"/>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6" name="Freeform 1121">
                <a:extLst>
                  <a:ext uri="{FF2B5EF4-FFF2-40B4-BE49-F238E27FC236}">
                    <a16:creationId xmlns:a16="http://schemas.microsoft.com/office/drawing/2014/main" id="{13C87113-F9B7-4F54-BBD4-D80A4A55AC25}"/>
                  </a:ext>
                </a:extLst>
              </p:cNvPr>
              <p:cNvSpPr>
                <a:spLocks noEditPoints="1"/>
              </p:cNvSpPr>
              <p:nvPr userDrawn="1"/>
            </p:nvSpPr>
            <p:spPr bwMode="auto">
              <a:xfrm>
                <a:off x="-1563" y="1153"/>
                <a:ext cx="193" cy="78"/>
              </a:xfrm>
              <a:custGeom>
                <a:avLst/>
                <a:gdLst>
                  <a:gd name="T0" fmla="*/ 187 w 258"/>
                  <a:gd name="T1" fmla="*/ 54 h 104"/>
                  <a:gd name="T2" fmla="*/ 187 w 258"/>
                  <a:gd name="T3" fmla="*/ 54 h 104"/>
                  <a:gd name="T4" fmla="*/ 25 w 258"/>
                  <a:gd name="T5" fmla="*/ 13 h 104"/>
                  <a:gd name="T6" fmla="*/ 94 w 258"/>
                  <a:gd name="T7" fmla="*/ 6 h 104"/>
                  <a:gd name="T8" fmla="*/ 177 w 258"/>
                  <a:gd name="T9" fmla="*/ 21 h 104"/>
                  <a:gd name="T10" fmla="*/ 182 w 258"/>
                  <a:gd name="T11" fmla="*/ 24 h 104"/>
                  <a:gd name="T12" fmla="*/ 184 w 258"/>
                  <a:gd name="T13" fmla="*/ 46 h 104"/>
                  <a:gd name="T14" fmla="*/ 182 w 258"/>
                  <a:gd name="T15" fmla="*/ 51 h 104"/>
                  <a:gd name="T16" fmla="*/ 182 w 258"/>
                  <a:gd name="T17" fmla="*/ 51 h 104"/>
                  <a:gd name="T18" fmla="*/ 176 w 258"/>
                  <a:gd name="T19" fmla="*/ 69 h 104"/>
                  <a:gd name="T20" fmla="*/ 184 w 258"/>
                  <a:gd name="T21" fmla="*/ 81 h 104"/>
                  <a:gd name="T22" fmla="*/ 187 w 258"/>
                  <a:gd name="T23" fmla="*/ 83 h 104"/>
                  <a:gd name="T24" fmla="*/ 115 w 258"/>
                  <a:gd name="T25" fmla="*/ 98 h 104"/>
                  <a:gd name="T26" fmla="*/ 100 w 258"/>
                  <a:gd name="T27" fmla="*/ 98 h 104"/>
                  <a:gd name="T28" fmla="*/ 99 w 258"/>
                  <a:gd name="T29" fmla="*/ 97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8 w 258"/>
                  <a:gd name="T55" fmla="*/ 103 h 104"/>
                  <a:gd name="T56" fmla="*/ 240 w 258"/>
                  <a:gd name="T57" fmla="*/ 84 h 104"/>
                  <a:gd name="T58" fmla="*/ 188 w 258"/>
                  <a:gd name="T59" fmla="*/ 77 h 104"/>
                  <a:gd name="T60" fmla="*/ 185 w 258"/>
                  <a:gd name="T61" fmla="*/ 75 h 104"/>
                  <a:gd name="T62" fmla="*/ 187 w 258"/>
                  <a:gd name="T63" fmla="*/ 54 h 104"/>
                  <a:gd name="T64" fmla="*/ 186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25" y="13"/>
                      <a:pt x="25" y="13"/>
                      <a:pt x="25" y="13"/>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7" name="Freeform 1122">
                <a:extLst>
                  <a:ext uri="{FF2B5EF4-FFF2-40B4-BE49-F238E27FC236}">
                    <a16:creationId xmlns:a16="http://schemas.microsoft.com/office/drawing/2014/main" id="{7DCFFC08-7AAA-4B1A-964F-9650026DF32B}"/>
                  </a:ext>
                </a:extLst>
              </p:cNvPr>
              <p:cNvSpPr>
                <a:spLocks noEditPoints="1"/>
              </p:cNvSpPr>
              <p:nvPr userDrawn="1"/>
            </p:nvSpPr>
            <p:spPr bwMode="auto">
              <a:xfrm>
                <a:off x="-1730" y="1741"/>
                <a:ext cx="208" cy="84"/>
              </a:xfrm>
              <a:custGeom>
                <a:avLst/>
                <a:gdLst>
                  <a:gd name="T0" fmla="*/ 11 w 277"/>
                  <a:gd name="T1" fmla="*/ 80 h 112"/>
                  <a:gd name="T2" fmla="*/ 11 w 277"/>
                  <a:gd name="T3" fmla="*/ 80 h 112"/>
                  <a:gd name="T4" fmla="*/ 11 w 277"/>
                  <a:gd name="T5" fmla="*/ 80 h 112"/>
                  <a:gd name="T6" fmla="*/ 101 w 277"/>
                  <a:gd name="T7" fmla="*/ 6 h 112"/>
                  <a:gd name="T8" fmla="*/ 191 w 277"/>
                  <a:gd name="T9" fmla="*/ 22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3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8" name="Freeform 1123">
                <a:extLst>
                  <a:ext uri="{FF2B5EF4-FFF2-40B4-BE49-F238E27FC236}">
                    <a16:creationId xmlns:a16="http://schemas.microsoft.com/office/drawing/2014/main" id="{38A96AEA-E090-4CE2-A9A9-007F48C81CA8}"/>
                  </a:ext>
                </a:extLst>
              </p:cNvPr>
              <p:cNvSpPr>
                <a:spLocks/>
              </p:cNvSpPr>
              <p:nvPr userDrawn="1"/>
            </p:nvSpPr>
            <p:spPr bwMode="auto">
              <a:xfrm>
                <a:off x="-1713" y="1748"/>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9" name="Freeform 1124">
                <a:extLst>
                  <a:ext uri="{FF2B5EF4-FFF2-40B4-BE49-F238E27FC236}">
                    <a16:creationId xmlns:a16="http://schemas.microsoft.com/office/drawing/2014/main" id="{CE318AEC-C6DD-430B-A23F-ED13A811010C}"/>
                  </a:ext>
                </a:extLst>
              </p:cNvPr>
              <p:cNvSpPr>
                <a:spLocks/>
              </p:cNvSpPr>
              <p:nvPr userDrawn="1"/>
            </p:nvSpPr>
            <p:spPr bwMode="auto">
              <a:xfrm>
                <a:off x="-1582" y="17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0" name="Freeform 1125">
                <a:extLst>
                  <a:ext uri="{FF2B5EF4-FFF2-40B4-BE49-F238E27FC236}">
                    <a16:creationId xmlns:a16="http://schemas.microsoft.com/office/drawing/2014/main" id="{1FD92724-DEA5-47CC-98B7-9268F42587B3}"/>
                  </a:ext>
                </a:extLst>
              </p:cNvPr>
              <p:cNvSpPr>
                <a:spLocks noEditPoints="1"/>
              </p:cNvSpPr>
              <p:nvPr userDrawn="1"/>
            </p:nvSpPr>
            <p:spPr bwMode="auto">
              <a:xfrm>
                <a:off x="-1331" y="1750"/>
                <a:ext cx="183" cy="121"/>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6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1" name="Freeform 1126">
                <a:extLst>
                  <a:ext uri="{FF2B5EF4-FFF2-40B4-BE49-F238E27FC236}">
                    <a16:creationId xmlns:a16="http://schemas.microsoft.com/office/drawing/2014/main" id="{9D522F2C-C640-4820-AF1E-D88B09B4480D}"/>
                  </a:ext>
                </a:extLst>
              </p:cNvPr>
              <p:cNvSpPr>
                <a:spLocks/>
              </p:cNvSpPr>
              <p:nvPr userDrawn="1"/>
            </p:nvSpPr>
            <p:spPr bwMode="auto">
              <a:xfrm>
                <a:off x="-1319" y="1770"/>
                <a:ext cx="6" cy="10"/>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2" name="Freeform 1127">
                <a:extLst>
                  <a:ext uri="{FF2B5EF4-FFF2-40B4-BE49-F238E27FC236}">
                    <a16:creationId xmlns:a16="http://schemas.microsoft.com/office/drawing/2014/main" id="{B295AFC4-1667-4A38-8EDC-603B03501C5F}"/>
                  </a:ext>
                </a:extLst>
              </p:cNvPr>
              <p:cNvSpPr>
                <a:spLocks noEditPoints="1"/>
              </p:cNvSpPr>
              <p:nvPr userDrawn="1"/>
            </p:nvSpPr>
            <p:spPr bwMode="auto">
              <a:xfrm>
                <a:off x="-1757" y="1022"/>
                <a:ext cx="129" cy="84"/>
              </a:xfrm>
              <a:custGeom>
                <a:avLst/>
                <a:gdLst>
                  <a:gd name="T0" fmla="*/ 19 w 171"/>
                  <a:gd name="T1" fmla="*/ 26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8 h 112"/>
                  <a:gd name="T28" fmla="*/ 160 w 171"/>
                  <a:gd name="T29" fmla="*/ 88 h 112"/>
                  <a:gd name="T30" fmla="*/ 160 w 171"/>
                  <a:gd name="T31" fmla="*/ 88 h 112"/>
                  <a:gd name="T32" fmla="*/ 163 w 171"/>
                  <a:gd name="T33" fmla="*/ 89 h 112"/>
                  <a:gd name="T34" fmla="*/ 159 w 171"/>
                  <a:gd name="T35" fmla="*/ 90 h 112"/>
                  <a:gd name="T36" fmla="*/ 140 w 171"/>
                  <a:gd name="T37" fmla="*/ 97 h 112"/>
                  <a:gd name="T38" fmla="*/ 140 w 171"/>
                  <a:gd name="T39" fmla="*/ 97 h 112"/>
                  <a:gd name="T40" fmla="*/ 140 w 171"/>
                  <a:gd name="T41" fmla="*/ 97 h 112"/>
                  <a:gd name="T42" fmla="*/ 140 w 171"/>
                  <a:gd name="T43" fmla="*/ 97 h 112"/>
                  <a:gd name="T44" fmla="*/ 77 w 171"/>
                  <a:gd name="T45" fmla="*/ 106 h 112"/>
                  <a:gd name="T46" fmla="*/ 77 w 171"/>
                  <a:gd name="T47" fmla="*/ 106 h 112"/>
                  <a:gd name="T48" fmla="*/ 77 w 171"/>
                  <a:gd name="T49" fmla="*/ 106 h 112"/>
                  <a:gd name="T50" fmla="*/ 26 w 171"/>
                  <a:gd name="T51" fmla="*/ 97 h 112"/>
                  <a:gd name="T52" fmla="*/ 26 w 171"/>
                  <a:gd name="T53" fmla="*/ 97 h 112"/>
                  <a:gd name="T54" fmla="*/ 26 w 171"/>
                  <a:gd name="T55" fmla="*/ 97 h 112"/>
                  <a:gd name="T56" fmla="*/ 26 w 171"/>
                  <a:gd name="T57" fmla="*/ 97 h 112"/>
                  <a:gd name="T58" fmla="*/ 16 w 171"/>
                  <a:gd name="T59" fmla="*/ 90 h 112"/>
                  <a:gd name="T60" fmla="*/ 6 w 171"/>
                  <a:gd name="T61" fmla="*/ 66 h 112"/>
                  <a:gd name="T62" fmla="*/ 19 w 171"/>
                  <a:gd name="T63" fmla="*/ 26 h 112"/>
                  <a:gd name="T64" fmla="*/ 58 w 171"/>
                  <a:gd name="T65" fmla="*/ 0 h 112"/>
                  <a:gd name="T66" fmla="*/ 58 w 171"/>
                  <a:gd name="T67" fmla="*/ 0 h 112"/>
                  <a:gd name="T68" fmla="*/ 25 w 171"/>
                  <a:gd name="T69" fmla="*/ 11 h 112"/>
                  <a:gd name="T70" fmla="*/ 14 w 171"/>
                  <a:gd name="T71" fmla="*/ 23 h 112"/>
                  <a:gd name="T72" fmla="*/ 14 w 171"/>
                  <a:gd name="T73" fmla="*/ 23 h 112"/>
                  <a:gd name="T74" fmla="*/ 13 w 171"/>
                  <a:gd name="T75" fmla="*/ 23 h 112"/>
                  <a:gd name="T76" fmla="*/ 0 w 171"/>
                  <a:gd name="T77" fmla="*/ 66 h 112"/>
                  <a:gd name="T78" fmla="*/ 12 w 171"/>
                  <a:gd name="T79" fmla="*/ 95 h 112"/>
                  <a:gd name="T80" fmla="*/ 24 w 171"/>
                  <a:gd name="T81" fmla="*/ 103 h 112"/>
                  <a:gd name="T82" fmla="*/ 77 w 171"/>
                  <a:gd name="T83" fmla="*/ 112 h 112"/>
                  <a:gd name="T84" fmla="*/ 142 w 171"/>
                  <a:gd name="T85" fmla="*/ 103 h 112"/>
                  <a:gd name="T86" fmla="*/ 142 w 171"/>
                  <a:gd name="T87" fmla="*/ 103 h 112"/>
                  <a:gd name="T88" fmla="*/ 165 w 171"/>
                  <a:gd name="T89" fmla="*/ 94 h 112"/>
                  <a:gd name="T90" fmla="*/ 169 w 171"/>
                  <a:gd name="T91" fmla="*/ 91 h 112"/>
                  <a:gd name="T92" fmla="*/ 171 w 171"/>
                  <a:gd name="T93" fmla="*/ 87 h 112"/>
                  <a:gd name="T94" fmla="*/ 170 w 171"/>
                  <a:gd name="T95" fmla="*/ 85 h 112"/>
                  <a:gd name="T96" fmla="*/ 169 w 171"/>
                  <a:gd name="T97" fmla="*/ 83 h 112"/>
                  <a:gd name="T98" fmla="*/ 167 w 171"/>
                  <a:gd name="T99" fmla="*/ 83 h 112"/>
                  <a:gd name="T100" fmla="*/ 160 w 171"/>
                  <a:gd name="T101" fmla="*/ 82 h 112"/>
                  <a:gd name="T102" fmla="*/ 138 w 171"/>
                  <a:gd name="T103" fmla="*/ 83 h 112"/>
                  <a:gd name="T104" fmla="*/ 125 w 171"/>
                  <a:gd name="T105" fmla="*/ 77 h 112"/>
                  <a:gd name="T106" fmla="*/ 113 w 171"/>
                  <a:gd name="T107" fmla="*/ 58 h 112"/>
                  <a:gd name="T108" fmla="*/ 111 w 171"/>
                  <a:gd name="T109" fmla="*/ 50 h 112"/>
                  <a:gd name="T110" fmla="*/ 111 w 171"/>
                  <a:gd name="T111" fmla="*/ 48 h 112"/>
                  <a:gd name="T112" fmla="*/ 110 w 171"/>
                  <a:gd name="T113" fmla="*/ 47 h 112"/>
                  <a:gd name="T114" fmla="*/ 110 w 171"/>
                  <a:gd name="T115" fmla="*/ 47 h 112"/>
                  <a:gd name="T116" fmla="*/ 95 w 171"/>
                  <a:gd name="T117" fmla="*/ 11 h 112"/>
                  <a:gd name="T118" fmla="*/ 95 w 171"/>
                  <a:gd name="T119" fmla="*/ 11 h 112"/>
                  <a:gd name="T120" fmla="*/ 95 w 171"/>
                  <a:gd name="T121" fmla="*/ 11 h 112"/>
                  <a:gd name="T122" fmla="*/ 58 w 171"/>
                  <a:gd name="T12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12">
                    <a:moveTo>
                      <a:pt x="19" y="26"/>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8"/>
                      <a:pt x="160" y="88"/>
                    </a:cubicBezTo>
                    <a:cubicBezTo>
                      <a:pt x="160" y="88"/>
                      <a:pt x="160" y="88"/>
                      <a:pt x="160" y="88"/>
                    </a:cubicBezTo>
                    <a:cubicBezTo>
                      <a:pt x="160" y="88"/>
                      <a:pt x="160" y="88"/>
                      <a:pt x="160" y="88"/>
                    </a:cubicBezTo>
                    <a:cubicBezTo>
                      <a:pt x="161" y="88"/>
                      <a:pt x="162" y="88"/>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6"/>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2" y="112"/>
                      <a:pt x="142"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5"/>
                      <a:pt x="170" y="85"/>
                    </a:cubicBezTo>
                    <a:cubicBezTo>
                      <a:pt x="170" y="84"/>
                      <a:pt x="169" y="84"/>
                      <a:pt x="169" y="83"/>
                    </a:cubicBezTo>
                    <a:cubicBezTo>
                      <a:pt x="168" y="83"/>
                      <a:pt x="168" y="83"/>
                      <a:pt x="167" y="83"/>
                    </a:cubicBezTo>
                    <a:cubicBezTo>
                      <a:pt x="165" y="83"/>
                      <a:pt x="163" y="82"/>
                      <a:pt x="160" y="82"/>
                    </a:cubicBezTo>
                    <a:cubicBezTo>
                      <a:pt x="151" y="82"/>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3" name="Freeform 1128">
                <a:extLst>
                  <a:ext uri="{FF2B5EF4-FFF2-40B4-BE49-F238E27FC236}">
                    <a16:creationId xmlns:a16="http://schemas.microsoft.com/office/drawing/2014/main" id="{3BA4790A-C757-4FFC-9DA3-065A9F25AA79}"/>
                  </a:ext>
                </a:extLst>
              </p:cNvPr>
              <p:cNvSpPr>
                <a:spLocks noEditPoints="1"/>
              </p:cNvSpPr>
              <p:nvPr userDrawn="1"/>
            </p:nvSpPr>
            <p:spPr bwMode="auto">
              <a:xfrm>
                <a:off x="-1146" y="1990"/>
                <a:ext cx="265" cy="174"/>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4" name="Freeform 1129">
                <a:extLst>
                  <a:ext uri="{FF2B5EF4-FFF2-40B4-BE49-F238E27FC236}">
                    <a16:creationId xmlns:a16="http://schemas.microsoft.com/office/drawing/2014/main" id="{C8864F9A-E317-4FC7-9496-1718001EA19B}"/>
                  </a:ext>
                </a:extLst>
              </p:cNvPr>
              <p:cNvSpPr>
                <a:spLocks noEditPoints="1"/>
              </p:cNvSpPr>
              <p:nvPr userDrawn="1"/>
            </p:nvSpPr>
            <p:spPr bwMode="auto">
              <a:xfrm>
                <a:off x="-974" y="1693"/>
                <a:ext cx="127" cy="100"/>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3 w 170"/>
                  <a:gd name="T61" fmla="*/ 86 h 133"/>
                  <a:gd name="T62" fmla="*/ 37 w 170"/>
                  <a:gd name="T63" fmla="*/ 92 h 133"/>
                  <a:gd name="T64" fmla="*/ 43 w 170"/>
                  <a:gd name="T65" fmla="*/ 133 h 133"/>
                  <a:gd name="T66" fmla="*/ 55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1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5" name="Freeform 1130">
                <a:extLst>
                  <a:ext uri="{FF2B5EF4-FFF2-40B4-BE49-F238E27FC236}">
                    <a16:creationId xmlns:a16="http://schemas.microsoft.com/office/drawing/2014/main" id="{1F715D14-D153-4BAF-A866-117FC6971347}"/>
                  </a:ext>
                </a:extLst>
              </p:cNvPr>
              <p:cNvSpPr>
                <a:spLocks noEditPoints="1"/>
              </p:cNvSpPr>
              <p:nvPr userDrawn="1"/>
            </p:nvSpPr>
            <p:spPr bwMode="auto">
              <a:xfrm>
                <a:off x="-491" y="1878"/>
                <a:ext cx="128" cy="99"/>
              </a:xfrm>
              <a:custGeom>
                <a:avLst/>
                <a:gdLst>
                  <a:gd name="T0" fmla="*/ 27 w 170"/>
                  <a:gd name="T1" fmla="*/ 7 h 132"/>
                  <a:gd name="T2" fmla="*/ 35 w 170"/>
                  <a:gd name="T3" fmla="*/ 7 h 132"/>
                  <a:gd name="T4" fmla="*/ 108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5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8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8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6" name="Freeform 1131">
                <a:extLst>
                  <a:ext uri="{FF2B5EF4-FFF2-40B4-BE49-F238E27FC236}">
                    <a16:creationId xmlns:a16="http://schemas.microsoft.com/office/drawing/2014/main" id="{0AC0074D-071C-40E0-A276-15C5E1FABBA9}"/>
                  </a:ext>
                </a:extLst>
              </p:cNvPr>
              <p:cNvSpPr>
                <a:spLocks/>
              </p:cNvSpPr>
              <p:nvPr userDrawn="1"/>
            </p:nvSpPr>
            <p:spPr bwMode="auto">
              <a:xfrm>
                <a:off x="-458" y="1977"/>
                <a:ext cx="0"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7" name="Freeform 1132">
                <a:extLst>
                  <a:ext uri="{FF2B5EF4-FFF2-40B4-BE49-F238E27FC236}">
                    <a16:creationId xmlns:a16="http://schemas.microsoft.com/office/drawing/2014/main" id="{1DDC5C62-57B9-4966-A3B5-F34CB39BF7E4}"/>
                  </a:ext>
                </a:extLst>
              </p:cNvPr>
              <p:cNvSpPr>
                <a:spLocks noEditPoints="1"/>
              </p:cNvSpPr>
              <p:nvPr userDrawn="1"/>
            </p:nvSpPr>
            <p:spPr bwMode="auto">
              <a:xfrm>
                <a:off x="-1112" y="1265"/>
                <a:ext cx="140" cy="122"/>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5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3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8" name="Freeform 1133">
                <a:extLst>
                  <a:ext uri="{FF2B5EF4-FFF2-40B4-BE49-F238E27FC236}">
                    <a16:creationId xmlns:a16="http://schemas.microsoft.com/office/drawing/2014/main" id="{006AB634-02B5-48B6-ADF7-9112FBB62BCA}"/>
                  </a:ext>
                </a:extLst>
              </p:cNvPr>
              <p:cNvSpPr>
                <a:spLocks noEditPoints="1"/>
              </p:cNvSpPr>
              <p:nvPr userDrawn="1"/>
            </p:nvSpPr>
            <p:spPr bwMode="auto">
              <a:xfrm>
                <a:off x="-490" y="1004"/>
                <a:ext cx="97" cy="84"/>
              </a:xfrm>
              <a:custGeom>
                <a:avLst/>
                <a:gdLst>
                  <a:gd name="T0" fmla="*/ 63 w 129"/>
                  <a:gd name="T1" fmla="*/ 16 h 112"/>
                  <a:gd name="T2" fmla="*/ 63 w 129"/>
                  <a:gd name="T3" fmla="*/ 16 h 112"/>
                  <a:gd name="T4" fmla="*/ 66 w 129"/>
                  <a:gd name="T5" fmla="*/ 15 h 112"/>
                  <a:gd name="T6" fmla="*/ 52 w 129"/>
                  <a:gd name="T7" fmla="*/ 7 h 112"/>
                  <a:gd name="T8" fmla="*/ 55 w 129"/>
                  <a:gd name="T9" fmla="*/ 6 h 112"/>
                  <a:gd name="T10" fmla="*/ 61 w 129"/>
                  <a:gd name="T11" fmla="*/ 22 h 112"/>
                  <a:gd name="T12" fmla="*/ 71 w 129"/>
                  <a:gd name="T13" fmla="*/ 13 h 112"/>
                  <a:gd name="T14" fmla="*/ 92 w 129"/>
                  <a:gd name="T15" fmla="*/ 10 h 112"/>
                  <a:gd name="T16" fmla="*/ 106 w 129"/>
                  <a:gd name="T17" fmla="*/ 28 h 112"/>
                  <a:gd name="T18" fmla="*/ 116 w 129"/>
                  <a:gd name="T19" fmla="*/ 45 h 112"/>
                  <a:gd name="T20" fmla="*/ 121 w 129"/>
                  <a:gd name="T21" fmla="*/ 45 h 112"/>
                  <a:gd name="T22" fmla="*/ 121 w 129"/>
                  <a:gd name="T23" fmla="*/ 60 h 112"/>
                  <a:gd name="T24" fmla="*/ 109 w 129"/>
                  <a:gd name="T25" fmla="*/ 66 h 112"/>
                  <a:gd name="T26" fmla="*/ 99 w 129"/>
                  <a:gd name="T27" fmla="*/ 75 h 112"/>
                  <a:gd name="T28" fmla="*/ 94 w 129"/>
                  <a:gd name="T29" fmla="*/ 85 h 112"/>
                  <a:gd name="T30" fmla="*/ 85 w 129"/>
                  <a:gd name="T31" fmla="*/ 94 h 112"/>
                  <a:gd name="T32" fmla="*/ 79 w 129"/>
                  <a:gd name="T33" fmla="*/ 91 h 112"/>
                  <a:gd name="T34" fmla="*/ 73 w 129"/>
                  <a:gd name="T35" fmla="*/ 89 h 112"/>
                  <a:gd name="T36" fmla="*/ 52 w 129"/>
                  <a:gd name="T37" fmla="*/ 100 h 112"/>
                  <a:gd name="T38" fmla="*/ 34 w 129"/>
                  <a:gd name="T39" fmla="*/ 91 h 112"/>
                  <a:gd name="T40" fmla="*/ 20 w 129"/>
                  <a:gd name="T41" fmla="*/ 75 h 112"/>
                  <a:gd name="T42" fmla="*/ 10 w 129"/>
                  <a:gd name="T43" fmla="*/ 74 h 112"/>
                  <a:gd name="T44" fmla="*/ 7 w 129"/>
                  <a:gd name="T45" fmla="*/ 62 h 112"/>
                  <a:gd name="T46" fmla="*/ 18 w 129"/>
                  <a:gd name="T47" fmla="*/ 49 h 112"/>
                  <a:gd name="T48" fmla="*/ 16 w 129"/>
                  <a:gd name="T49" fmla="*/ 25 h 112"/>
                  <a:gd name="T50" fmla="*/ 37 w 129"/>
                  <a:gd name="T51" fmla="*/ 22 h 112"/>
                  <a:gd name="T52" fmla="*/ 47 w 129"/>
                  <a:gd name="T53" fmla="*/ 14 h 112"/>
                  <a:gd name="T54" fmla="*/ 54 w 129"/>
                  <a:gd name="T55" fmla="*/ 0 h 112"/>
                  <a:gd name="T56" fmla="*/ 41 w 129"/>
                  <a:gd name="T57" fmla="*/ 9 h 112"/>
                  <a:gd name="T58" fmla="*/ 41 w 129"/>
                  <a:gd name="T59" fmla="*/ 14 h 112"/>
                  <a:gd name="T60" fmla="*/ 37 w 129"/>
                  <a:gd name="T61" fmla="*/ 16 h 112"/>
                  <a:gd name="T62" fmla="*/ 30 w 129"/>
                  <a:gd name="T63" fmla="*/ 15 h 112"/>
                  <a:gd name="T64" fmla="*/ 26 w 129"/>
                  <a:gd name="T65" fmla="*/ 14 h 112"/>
                  <a:gd name="T66" fmla="*/ 11 w 129"/>
                  <a:gd name="T67" fmla="*/ 22 h 112"/>
                  <a:gd name="T68" fmla="*/ 9 w 129"/>
                  <a:gd name="T69" fmla="*/ 41 h 112"/>
                  <a:gd name="T70" fmla="*/ 11 w 129"/>
                  <a:gd name="T71" fmla="*/ 52 h 112"/>
                  <a:gd name="T72" fmla="*/ 4 w 129"/>
                  <a:gd name="T73" fmla="*/ 56 h 112"/>
                  <a:gd name="T74" fmla="*/ 4 w 129"/>
                  <a:gd name="T75" fmla="*/ 56 h 112"/>
                  <a:gd name="T76" fmla="*/ 0 w 129"/>
                  <a:gd name="T77" fmla="*/ 67 h 112"/>
                  <a:gd name="T78" fmla="*/ 14 w 129"/>
                  <a:gd name="T79" fmla="*/ 82 h 112"/>
                  <a:gd name="T80" fmla="*/ 20 w 129"/>
                  <a:gd name="T81" fmla="*/ 81 h 112"/>
                  <a:gd name="T82" fmla="*/ 28 w 129"/>
                  <a:gd name="T83" fmla="*/ 91 h 112"/>
                  <a:gd name="T84" fmla="*/ 28 w 129"/>
                  <a:gd name="T85" fmla="*/ 94 h 112"/>
                  <a:gd name="T86" fmla="*/ 29 w 129"/>
                  <a:gd name="T87" fmla="*/ 97 h 112"/>
                  <a:gd name="T88" fmla="*/ 64 w 129"/>
                  <a:gd name="T89" fmla="*/ 104 h 112"/>
                  <a:gd name="T90" fmla="*/ 71 w 129"/>
                  <a:gd name="T91" fmla="*/ 96 h 112"/>
                  <a:gd name="T92" fmla="*/ 74 w 129"/>
                  <a:gd name="T93" fmla="*/ 95 h 112"/>
                  <a:gd name="T94" fmla="*/ 75 w 129"/>
                  <a:gd name="T95" fmla="*/ 96 h 112"/>
                  <a:gd name="T96" fmla="*/ 84 w 129"/>
                  <a:gd name="T97" fmla="*/ 100 h 112"/>
                  <a:gd name="T98" fmla="*/ 100 w 129"/>
                  <a:gd name="T99" fmla="*/ 93 h 112"/>
                  <a:gd name="T100" fmla="*/ 117 w 129"/>
                  <a:gd name="T101" fmla="*/ 107 h 112"/>
                  <a:gd name="T102" fmla="*/ 124 w 129"/>
                  <a:gd name="T103" fmla="*/ 111 h 112"/>
                  <a:gd name="T104" fmla="*/ 128 w 129"/>
                  <a:gd name="T105" fmla="*/ 111 h 112"/>
                  <a:gd name="T106" fmla="*/ 129 w 129"/>
                  <a:gd name="T107" fmla="*/ 107 h 112"/>
                  <a:gd name="T108" fmla="*/ 114 w 129"/>
                  <a:gd name="T109" fmla="*/ 84 h 112"/>
                  <a:gd name="T110" fmla="*/ 118 w 129"/>
                  <a:gd name="T111" fmla="*/ 69 h 112"/>
                  <a:gd name="T112" fmla="*/ 129 w 129"/>
                  <a:gd name="T113" fmla="*/ 52 h 112"/>
                  <a:gd name="T114" fmla="*/ 119 w 129"/>
                  <a:gd name="T115" fmla="*/ 39 h 112"/>
                  <a:gd name="T116" fmla="*/ 116 w 129"/>
                  <a:gd name="T117" fmla="*/ 39 h 112"/>
                  <a:gd name="T118" fmla="*/ 110 w 129"/>
                  <a:gd name="T119" fmla="*/ 32 h 112"/>
                  <a:gd name="T120" fmla="*/ 95 w 129"/>
                  <a:gd name="T121" fmla="*/ 5 h 112"/>
                  <a:gd name="T122" fmla="*/ 68 w 129"/>
                  <a:gd name="T123" fmla="*/ 8 h 112"/>
                  <a:gd name="T124" fmla="*/ 57 w 129"/>
                  <a:gd name="T125"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12">
                    <a:moveTo>
                      <a:pt x="99" y="80"/>
                    </a:moveTo>
                    <a:cubicBezTo>
                      <a:pt x="99" y="80"/>
                      <a:pt x="99" y="80"/>
                      <a:pt x="99" y="80"/>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8"/>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89"/>
                      <a:pt x="67" y="91"/>
                    </a:cubicBezTo>
                    <a:cubicBezTo>
                      <a:pt x="65" y="93"/>
                      <a:pt x="63" y="95"/>
                      <a:pt x="61" y="99"/>
                    </a:cubicBezTo>
                    <a:cubicBezTo>
                      <a:pt x="59" y="99"/>
                      <a:pt x="56" y="100"/>
                      <a:pt x="52" y="100"/>
                    </a:cubicBezTo>
                    <a:cubicBezTo>
                      <a:pt x="52" y="100"/>
                      <a:pt x="52" y="100"/>
                      <a:pt x="52" y="100"/>
                    </a:cubicBezTo>
                    <a:cubicBezTo>
                      <a:pt x="46" y="100"/>
                      <a:pt x="40" y="99"/>
                      <a:pt x="34" y="93"/>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3"/>
                      <a:pt x="8" y="73"/>
                      <a:pt x="7" y="71"/>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2"/>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1"/>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8"/>
                      <a:pt x="122" y="68"/>
                      <a:pt x="123" y="66"/>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9" name="Freeform 1134">
                <a:extLst>
                  <a:ext uri="{FF2B5EF4-FFF2-40B4-BE49-F238E27FC236}">
                    <a16:creationId xmlns:a16="http://schemas.microsoft.com/office/drawing/2014/main" id="{FE5CA647-55AA-421C-AABB-282B2DEF72D0}"/>
                  </a:ext>
                </a:extLst>
              </p:cNvPr>
              <p:cNvSpPr>
                <a:spLocks noEditPoints="1"/>
              </p:cNvSpPr>
              <p:nvPr userDrawn="1"/>
            </p:nvSpPr>
            <p:spPr bwMode="auto">
              <a:xfrm>
                <a:off x="-758" y="1286"/>
                <a:ext cx="141" cy="122"/>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7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7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2 w 188"/>
                  <a:gd name="T73" fmla="*/ 123 h 162"/>
                  <a:gd name="T74" fmla="*/ 1 w 188"/>
                  <a:gd name="T75" fmla="*/ 157 h 162"/>
                  <a:gd name="T76" fmla="*/ 0 w 188"/>
                  <a:gd name="T77" fmla="*/ 159 h 162"/>
                  <a:gd name="T78" fmla="*/ 3 w 188"/>
                  <a:gd name="T79" fmla="*/ 162 h 162"/>
                  <a:gd name="T80" fmla="*/ 15 w 188"/>
                  <a:gd name="T81" fmla="*/ 155 h 162"/>
                  <a:gd name="T82" fmla="*/ 43 w 188"/>
                  <a:gd name="T83" fmla="*/ 125 h 162"/>
                  <a:gd name="T84" fmla="*/ 44 w 188"/>
                  <a:gd name="T85" fmla="*/ 137 h 162"/>
                  <a:gd name="T86" fmla="*/ 64 w 188"/>
                  <a:gd name="T87" fmla="*/ 146 h 162"/>
                  <a:gd name="T88" fmla="*/ 77 w 188"/>
                  <a:gd name="T89" fmla="*/ 140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67 w 188"/>
                  <a:gd name="T101" fmla="*/ 118 h 162"/>
                  <a:gd name="T102" fmla="*/ 177 w 188"/>
                  <a:gd name="T103" fmla="*/ 115 h 162"/>
                  <a:gd name="T104" fmla="*/ 185 w 188"/>
                  <a:gd name="T105" fmla="*/ 85 h 162"/>
                  <a:gd name="T106" fmla="*/ 183 w 188"/>
                  <a:gd name="T107" fmla="*/ 83 h 162"/>
                  <a:gd name="T108" fmla="*/ 170 w 188"/>
                  <a:gd name="T109" fmla="*/ 71 h 162"/>
                  <a:gd name="T110" fmla="*/ 174 w 188"/>
                  <a:gd name="T111" fmla="*/ 59 h 162"/>
                  <a:gd name="T112" fmla="*/ 153 w 188"/>
                  <a:gd name="T113" fmla="*/ 20 h 162"/>
                  <a:gd name="T114" fmla="*/ 151 w 188"/>
                  <a:gd name="T115" fmla="*/ 20 h 162"/>
                  <a:gd name="T116" fmla="*/ 134 w 188"/>
                  <a:gd name="T117" fmla="*/ 23 h 162"/>
                  <a:gd name="T118" fmla="*/ 127 w 188"/>
                  <a:gd name="T119" fmla="*/ 19 h 162"/>
                  <a:gd name="T120" fmla="*/ 127 w 188"/>
                  <a:gd name="T121" fmla="*/ 13 h 162"/>
                  <a:gd name="T122" fmla="*/ 110 w 188"/>
                  <a:gd name="T1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0" name="Freeform 1135">
                <a:extLst>
                  <a:ext uri="{FF2B5EF4-FFF2-40B4-BE49-F238E27FC236}">
                    <a16:creationId xmlns:a16="http://schemas.microsoft.com/office/drawing/2014/main" id="{5FBC02AA-51F2-4030-96A4-43214841FCBC}"/>
                  </a:ext>
                </a:extLst>
              </p:cNvPr>
              <p:cNvSpPr>
                <a:spLocks noEditPoints="1"/>
              </p:cNvSpPr>
              <p:nvPr userDrawn="1"/>
            </p:nvSpPr>
            <p:spPr bwMode="auto">
              <a:xfrm>
                <a:off x="-1043" y="1834"/>
                <a:ext cx="141" cy="121"/>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49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8 w 188"/>
                  <a:gd name="T35" fmla="*/ 64 h 162"/>
                  <a:gd name="T36" fmla="*/ 30 w 188"/>
                  <a:gd name="T37" fmla="*/ 35 h 162"/>
                  <a:gd name="T38" fmla="*/ 64 w 188"/>
                  <a:gd name="T39" fmla="*/ 10 h 162"/>
                  <a:gd name="T40" fmla="*/ 94 w 188"/>
                  <a:gd name="T41" fmla="*/ 24 h 162"/>
                  <a:gd name="T42" fmla="*/ 99 w 188"/>
                  <a:gd name="T43" fmla="*/ 23 h 162"/>
                  <a:gd name="T44" fmla="*/ 95 w 188"/>
                  <a:gd name="T45" fmla="*/ 17 h 162"/>
                  <a:gd name="T46" fmla="*/ 50 w 188"/>
                  <a:gd name="T47" fmla="*/ 7 h 162"/>
                  <a:gd name="T48" fmla="*/ 30 w 188"/>
                  <a:gd name="T49" fmla="*/ 50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0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4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1" name="Freeform 1136">
                <a:extLst>
                  <a:ext uri="{FF2B5EF4-FFF2-40B4-BE49-F238E27FC236}">
                    <a16:creationId xmlns:a16="http://schemas.microsoft.com/office/drawing/2014/main" id="{322D8391-329B-40FC-B70A-65589E68C61F}"/>
                  </a:ext>
                </a:extLst>
              </p:cNvPr>
              <p:cNvSpPr>
                <a:spLocks noEditPoints="1"/>
              </p:cNvSpPr>
              <p:nvPr userDrawn="1"/>
            </p:nvSpPr>
            <p:spPr bwMode="auto">
              <a:xfrm>
                <a:off x="-906" y="1083"/>
                <a:ext cx="141" cy="122"/>
              </a:xfrm>
              <a:custGeom>
                <a:avLst/>
                <a:gdLst>
                  <a:gd name="T0" fmla="*/ 167 w 188"/>
                  <a:gd name="T1" fmla="*/ 112 h 162"/>
                  <a:gd name="T2" fmla="*/ 99 w 188"/>
                  <a:gd name="T3" fmla="*/ 23 h 162"/>
                  <a:gd name="T4" fmla="*/ 110 w 188"/>
                  <a:gd name="T5" fmla="*/ 6 h 162"/>
                  <a:gd name="T6" fmla="*/ 120 w 188"/>
                  <a:gd name="T7" fmla="*/ 12 h 162"/>
                  <a:gd name="T8" fmla="*/ 122 w 188"/>
                  <a:gd name="T9" fmla="*/ 24 h 162"/>
                  <a:gd name="T10" fmla="*/ 147 w 188"/>
                  <a:gd name="T11" fmla="*/ 27 h 162"/>
                  <a:gd name="T12" fmla="*/ 170 w 188"/>
                  <a:gd name="T13" fmla="*/ 47 h 162"/>
                  <a:gd name="T14" fmla="*/ 169 w 188"/>
                  <a:gd name="T15" fmla="*/ 56 h 162"/>
                  <a:gd name="T16" fmla="*/ 176 w 188"/>
                  <a:gd name="T17" fmla="*/ 87 h 162"/>
                  <a:gd name="T18" fmla="*/ 179 w 188"/>
                  <a:gd name="T19" fmla="*/ 105 h 162"/>
                  <a:gd name="T20" fmla="*/ 168 w 188"/>
                  <a:gd name="T21" fmla="*/ 112 h 162"/>
                  <a:gd name="T22" fmla="*/ 149 w 188"/>
                  <a:gd name="T23" fmla="*/ 113 h 162"/>
                  <a:gd name="T24" fmla="*/ 141 w 188"/>
                  <a:gd name="T25" fmla="*/ 137 h 162"/>
                  <a:gd name="T26" fmla="*/ 102 w 188"/>
                  <a:gd name="T27" fmla="*/ 146 h 162"/>
                  <a:gd name="T28" fmla="*/ 90 w 188"/>
                  <a:gd name="T29" fmla="*/ 134 h 162"/>
                  <a:gd name="T30" fmla="*/ 81 w 188"/>
                  <a:gd name="T31" fmla="*/ 130 h 162"/>
                  <a:gd name="T32" fmla="*/ 72 w 188"/>
                  <a:gd name="T33" fmla="*/ 136 h 162"/>
                  <a:gd name="T34" fmla="*/ 53 w 188"/>
                  <a:gd name="T35" fmla="*/ 136 h 162"/>
                  <a:gd name="T36" fmla="*/ 50 w 188"/>
                  <a:gd name="T37" fmla="*/ 124 h 162"/>
                  <a:gd name="T38" fmla="*/ 43 w 188"/>
                  <a:gd name="T39" fmla="*/ 111 h 162"/>
                  <a:gd name="T40" fmla="*/ 34 w 188"/>
                  <a:gd name="T41" fmla="*/ 110 h 162"/>
                  <a:gd name="T42" fmla="*/ 12 w 188"/>
                  <a:gd name="T43" fmla="*/ 91 h 162"/>
                  <a:gd name="T44" fmla="*/ 8 w 188"/>
                  <a:gd name="T45" fmla="*/ 66 h 162"/>
                  <a:gd name="T46" fmla="*/ 14 w 188"/>
                  <a:gd name="T47" fmla="*/ 63 h 162"/>
                  <a:gd name="T48" fmla="*/ 36 w 188"/>
                  <a:gd name="T49" fmla="*/ 50 h 162"/>
                  <a:gd name="T50" fmla="*/ 35 w 188"/>
                  <a:gd name="T51" fmla="*/ 24 h 162"/>
                  <a:gd name="T52" fmla="*/ 64 w 188"/>
                  <a:gd name="T53" fmla="*/ 10 h 162"/>
                  <a:gd name="T54" fmla="*/ 94 w 188"/>
                  <a:gd name="T55" fmla="*/ 24 h 162"/>
                  <a:gd name="T56" fmla="*/ 94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3 w 188"/>
                  <a:gd name="T69" fmla="*/ 57 h 162"/>
                  <a:gd name="T70" fmla="*/ 1 w 188"/>
                  <a:gd name="T71" fmla="*/ 66 h 162"/>
                  <a:gd name="T72" fmla="*/ 8 w 188"/>
                  <a:gd name="T73" fmla="*/ 95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3 w 188"/>
                  <a:gd name="T85" fmla="*/ 120 h 162"/>
                  <a:gd name="T86" fmla="*/ 43 w 188"/>
                  <a:gd name="T87" fmla="*/ 135 h 162"/>
                  <a:gd name="T88" fmla="*/ 64 w 188"/>
                  <a:gd name="T89" fmla="*/ 145 h 162"/>
                  <a:gd name="T90" fmla="*/ 77 w 188"/>
                  <a:gd name="T91" fmla="*/ 140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09"/>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4" y="147"/>
                      <a:pt x="102" y="146"/>
                    </a:cubicBezTo>
                    <a:cubicBezTo>
                      <a:pt x="100" y="146"/>
                      <a:pt x="99" y="145"/>
                      <a:pt x="99" y="145"/>
                    </a:cubicBezTo>
                    <a:cubicBezTo>
                      <a:pt x="98" y="145"/>
                      <a:pt x="98" y="145"/>
                      <a:pt x="98" y="145"/>
                    </a:cubicBezTo>
                    <a:cubicBezTo>
                      <a:pt x="95" y="140"/>
                      <a:pt x="92" y="136"/>
                      <a:pt x="90" y="134"/>
                    </a:cubicBezTo>
                    <a:cubicBezTo>
                      <a:pt x="87" y="132"/>
                      <a:pt x="84" y="130"/>
                      <a:pt x="81" y="130"/>
                    </a:cubicBezTo>
                    <a:cubicBezTo>
                      <a:pt x="81" y="130"/>
                      <a:pt x="81" y="130"/>
                      <a:pt x="81" y="130"/>
                    </a:cubicBezTo>
                    <a:cubicBezTo>
                      <a:pt x="81" y="130"/>
                      <a:pt x="81" y="130"/>
                      <a:pt x="81" y="130"/>
                    </a:cubicBezTo>
                    <a:cubicBezTo>
                      <a:pt x="80" y="130"/>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7"/>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6"/>
                      <a:pt x="81" y="136"/>
                    </a:cubicBezTo>
                    <a:cubicBezTo>
                      <a:pt x="82" y="136"/>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2" name="Freeform 1137">
                <a:extLst>
                  <a:ext uri="{FF2B5EF4-FFF2-40B4-BE49-F238E27FC236}">
                    <a16:creationId xmlns:a16="http://schemas.microsoft.com/office/drawing/2014/main" id="{EED67D76-261E-433D-9BF7-C57C53C5D3B0}"/>
                  </a:ext>
                </a:extLst>
              </p:cNvPr>
              <p:cNvSpPr>
                <a:spLocks noEditPoints="1"/>
              </p:cNvSpPr>
              <p:nvPr userDrawn="1"/>
            </p:nvSpPr>
            <p:spPr bwMode="auto">
              <a:xfrm>
                <a:off x="-371" y="1734"/>
                <a:ext cx="182" cy="157"/>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1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0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17 w 243"/>
                  <a:gd name="T103" fmla="*/ 151 h 208"/>
                  <a:gd name="T104" fmla="*/ 230 w 243"/>
                  <a:gd name="T105" fmla="*/ 147 h 208"/>
                  <a:gd name="T106" fmla="*/ 240 w 243"/>
                  <a:gd name="T107" fmla="*/ 110 h 208"/>
                  <a:gd name="T108" fmla="*/ 238 w 243"/>
                  <a:gd name="T109" fmla="*/ 108 h 208"/>
                  <a:gd name="T110" fmla="*/ 219 w 243"/>
                  <a:gd name="T111" fmla="*/ 91 h 208"/>
                  <a:gd name="T112" fmla="*/ 225 w 243"/>
                  <a:gd name="T113" fmla="*/ 75 h 208"/>
                  <a:gd name="T114" fmla="*/ 198 w 243"/>
                  <a:gd name="T115" fmla="*/ 26 h 208"/>
                  <a:gd name="T116" fmla="*/ 196 w 243"/>
                  <a:gd name="T117" fmla="*/ 26 h 208"/>
                  <a:gd name="T118" fmla="*/ 174 w 243"/>
                  <a:gd name="T119" fmla="*/ 30 h 208"/>
                  <a:gd name="T120" fmla="*/ 164 w 243"/>
                  <a:gd name="T121" fmla="*/ 23 h 208"/>
                  <a:gd name="T122" fmla="*/ 164 w 243"/>
                  <a:gd name="T123" fmla="*/ 16 h 208"/>
                  <a:gd name="T124" fmla="*/ 143 w 24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3" name="Freeform 1138">
                <a:extLst>
                  <a:ext uri="{FF2B5EF4-FFF2-40B4-BE49-F238E27FC236}">
                    <a16:creationId xmlns:a16="http://schemas.microsoft.com/office/drawing/2014/main" id="{03C06DAF-709D-4288-BD8C-25FCE487EB45}"/>
                  </a:ext>
                </a:extLst>
              </p:cNvPr>
              <p:cNvSpPr>
                <a:spLocks/>
              </p:cNvSpPr>
              <p:nvPr userDrawn="1"/>
            </p:nvSpPr>
            <p:spPr bwMode="auto">
              <a:xfrm>
                <a:off x="-371" y="1888"/>
                <a:ext cx="2" cy="3"/>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4" name="Freeform 1139">
                <a:extLst>
                  <a:ext uri="{FF2B5EF4-FFF2-40B4-BE49-F238E27FC236}">
                    <a16:creationId xmlns:a16="http://schemas.microsoft.com/office/drawing/2014/main" id="{B35252D1-08BC-4CBF-8A9B-87139AA68E6E}"/>
                  </a:ext>
                </a:extLst>
              </p:cNvPr>
              <p:cNvSpPr>
                <a:spLocks noEditPoints="1"/>
              </p:cNvSpPr>
              <p:nvPr userDrawn="1"/>
            </p:nvSpPr>
            <p:spPr bwMode="auto">
              <a:xfrm>
                <a:off x="-4541" y="2262"/>
                <a:ext cx="68" cy="64"/>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1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1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1"/>
                      <a:pt x="59" y="41"/>
                      <a:pt x="59" y="41"/>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1"/>
                      <a:pt x="31" y="41"/>
                      <a:pt x="31" y="41"/>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5" name="Freeform 1140">
                <a:extLst>
                  <a:ext uri="{FF2B5EF4-FFF2-40B4-BE49-F238E27FC236}">
                    <a16:creationId xmlns:a16="http://schemas.microsoft.com/office/drawing/2014/main" id="{93B7B335-CF87-4659-A024-98B7B98754D6}"/>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6" name="Freeform 1141">
                <a:extLst>
                  <a:ext uri="{FF2B5EF4-FFF2-40B4-BE49-F238E27FC236}">
                    <a16:creationId xmlns:a16="http://schemas.microsoft.com/office/drawing/2014/main" id="{6EA5305F-A42F-4827-8579-4436673FAB24}"/>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7" name="Freeform 1142">
                <a:extLst>
                  <a:ext uri="{FF2B5EF4-FFF2-40B4-BE49-F238E27FC236}">
                    <a16:creationId xmlns:a16="http://schemas.microsoft.com/office/drawing/2014/main" id="{6A287ACA-DBD0-4399-9326-F8909BB611C9}"/>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8" name="Freeform 1143">
                <a:extLst>
                  <a:ext uri="{FF2B5EF4-FFF2-40B4-BE49-F238E27FC236}">
                    <a16:creationId xmlns:a16="http://schemas.microsoft.com/office/drawing/2014/main" id="{5052B046-5BD7-4ED4-8F4F-BADC1345D942}"/>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9" name="Freeform 1144">
                <a:extLst>
                  <a:ext uri="{FF2B5EF4-FFF2-40B4-BE49-F238E27FC236}">
                    <a16:creationId xmlns:a16="http://schemas.microsoft.com/office/drawing/2014/main" id="{610A19A5-AD40-4D0F-84B2-CBF5CE601119}"/>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0" name="Freeform 1145">
                <a:extLst>
                  <a:ext uri="{FF2B5EF4-FFF2-40B4-BE49-F238E27FC236}">
                    <a16:creationId xmlns:a16="http://schemas.microsoft.com/office/drawing/2014/main" id="{788E4BF3-EFC8-4593-BB1C-35AFCC66E845}"/>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1" name="Freeform 1146">
                <a:extLst>
                  <a:ext uri="{FF2B5EF4-FFF2-40B4-BE49-F238E27FC236}">
                    <a16:creationId xmlns:a16="http://schemas.microsoft.com/office/drawing/2014/main" id="{E3E9C9B0-633C-4CF2-AB6D-7F73A2BADAE0}"/>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2" name="Freeform 1147">
                <a:extLst>
                  <a:ext uri="{FF2B5EF4-FFF2-40B4-BE49-F238E27FC236}">
                    <a16:creationId xmlns:a16="http://schemas.microsoft.com/office/drawing/2014/main" id="{90DB5739-83B0-4292-9E96-A39224C33967}"/>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3" name="Freeform 1148">
                <a:extLst>
                  <a:ext uri="{FF2B5EF4-FFF2-40B4-BE49-F238E27FC236}">
                    <a16:creationId xmlns:a16="http://schemas.microsoft.com/office/drawing/2014/main" id="{172D2198-3B0D-4058-A9D5-B6CDC9319B88}"/>
                  </a:ext>
                </a:extLst>
              </p:cNvPr>
              <p:cNvSpPr>
                <a:spLocks noEditPoints="1"/>
              </p:cNvSpPr>
              <p:nvPr userDrawn="1"/>
            </p:nvSpPr>
            <p:spPr bwMode="auto">
              <a:xfrm>
                <a:off x="-3584" y="3063"/>
                <a:ext cx="168" cy="164"/>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4 h 218"/>
                  <a:gd name="T22" fmla="*/ 103 w 224"/>
                  <a:gd name="T23" fmla="*/ 154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2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4"/>
                      <a:pt x="121" y="154"/>
                      <a:pt x="121" y="154"/>
                    </a:cubicBezTo>
                    <a:cubicBezTo>
                      <a:pt x="112" y="192"/>
                      <a:pt x="112" y="192"/>
                      <a:pt x="112" y="192"/>
                    </a:cubicBezTo>
                    <a:cubicBezTo>
                      <a:pt x="103" y="154"/>
                      <a:pt x="103" y="154"/>
                      <a:pt x="103" y="154"/>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2"/>
                      <a:pt x="191" y="32"/>
                      <a:pt x="191" y="32"/>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4" name="Freeform 1149">
                <a:extLst>
                  <a:ext uri="{FF2B5EF4-FFF2-40B4-BE49-F238E27FC236}">
                    <a16:creationId xmlns:a16="http://schemas.microsoft.com/office/drawing/2014/main" id="{E8558122-3D9D-4185-BAAE-AC332D5E7CD5}"/>
                  </a:ext>
                </a:extLst>
              </p:cNvPr>
              <p:cNvSpPr>
                <a:spLocks noEditPoints="1"/>
              </p:cNvSpPr>
              <p:nvPr userDrawn="1"/>
            </p:nvSpPr>
            <p:spPr bwMode="auto">
              <a:xfrm>
                <a:off x="-4223" y="2603"/>
                <a:ext cx="147" cy="14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5" name="Freeform 1150">
                <a:extLst>
                  <a:ext uri="{FF2B5EF4-FFF2-40B4-BE49-F238E27FC236}">
                    <a16:creationId xmlns:a16="http://schemas.microsoft.com/office/drawing/2014/main" id="{50B77623-56A9-4005-A2B0-F344E9BD6A56}"/>
                  </a:ext>
                </a:extLst>
              </p:cNvPr>
              <p:cNvSpPr>
                <a:spLocks noEditPoints="1"/>
              </p:cNvSpPr>
              <p:nvPr userDrawn="1"/>
            </p:nvSpPr>
            <p:spPr bwMode="auto">
              <a:xfrm>
                <a:off x="-3749" y="2617"/>
                <a:ext cx="97" cy="95"/>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4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1"/>
                      <a:pt x="64" y="101"/>
                      <a:pt x="64" y="101"/>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50"/>
                      <a:pt x="30" y="50"/>
                      <a:pt x="30" y="50"/>
                    </a:cubicBezTo>
                    <a:cubicBezTo>
                      <a:pt x="47" y="52"/>
                      <a:pt x="47" y="52"/>
                      <a:pt x="47" y="52"/>
                    </a:cubicBezTo>
                    <a:cubicBezTo>
                      <a:pt x="38" y="38"/>
                      <a:pt x="38" y="38"/>
                      <a:pt x="38" y="38"/>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6" name="Freeform 1151">
                <a:extLst>
                  <a:ext uri="{FF2B5EF4-FFF2-40B4-BE49-F238E27FC236}">
                    <a16:creationId xmlns:a16="http://schemas.microsoft.com/office/drawing/2014/main" id="{B8BBFFA2-E3E8-4816-9706-E5ADD4069EAE}"/>
                  </a:ext>
                </a:extLst>
              </p:cNvPr>
              <p:cNvSpPr>
                <a:spLocks noEditPoints="1"/>
              </p:cNvSpPr>
              <p:nvPr userDrawn="1"/>
            </p:nvSpPr>
            <p:spPr bwMode="auto">
              <a:xfrm>
                <a:off x="-3573" y="2294"/>
                <a:ext cx="97" cy="93"/>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7" name="Freeform 1152">
                <a:extLst>
                  <a:ext uri="{FF2B5EF4-FFF2-40B4-BE49-F238E27FC236}">
                    <a16:creationId xmlns:a16="http://schemas.microsoft.com/office/drawing/2014/main" id="{3946B535-C661-45B3-B6BA-8C8ED05F1F39}"/>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close/>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close/>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8" name="Freeform 1153">
                <a:extLst>
                  <a:ext uri="{FF2B5EF4-FFF2-40B4-BE49-F238E27FC236}">
                    <a16:creationId xmlns:a16="http://schemas.microsoft.com/office/drawing/2014/main" id="{CC25E7E6-F126-434F-A563-EE019299FB3F}"/>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9" name="Freeform 1154">
                <a:extLst>
                  <a:ext uri="{FF2B5EF4-FFF2-40B4-BE49-F238E27FC236}">
                    <a16:creationId xmlns:a16="http://schemas.microsoft.com/office/drawing/2014/main" id="{A943276F-5D97-4CCC-A50E-165D7D916761}"/>
                  </a:ext>
                </a:extLst>
              </p:cNvPr>
              <p:cNvSpPr>
                <a:spLocks noEditPoints="1"/>
              </p:cNvSpPr>
              <p:nvPr userDrawn="1"/>
            </p:nvSpPr>
            <p:spPr bwMode="auto">
              <a:xfrm>
                <a:off x="-3793" y="3039"/>
                <a:ext cx="62" cy="61"/>
              </a:xfrm>
              <a:custGeom>
                <a:avLst/>
                <a:gdLst>
                  <a:gd name="T0" fmla="*/ 75 w 83"/>
                  <a:gd name="T1" fmla="*/ 39 h 82"/>
                  <a:gd name="T2" fmla="*/ 74 w 83"/>
                  <a:gd name="T3" fmla="*/ 39 h 82"/>
                  <a:gd name="T4" fmla="*/ 39 w 83"/>
                  <a:gd name="T5" fmla="*/ 28 h 82"/>
                  <a:gd name="T6" fmla="*/ 44 w 83"/>
                  <a:gd name="T7" fmla="*/ 28 h 82"/>
                  <a:gd name="T8" fmla="*/ 49 w 83"/>
                  <a:gd name="T9" fmla="*/ 30 h 82"/>
                  <a:gd name="T10" fmla="*/ 52 w 83"/>
                  <a:gd name="T11" fmla="*/ 34 h 82"/>
                  <a:gd name="T12" fmla="*/ 54 w 83"/>
                  <a:gd name="T13" fmla="*/ 38 h 82"/>
                  <a:gd name="T14" fmla="*/ 54 w 83"/>
                  <a:gd name="T15" fmla="*/ 43 h 82"/>
                  <a:gd name="T16" fmla="*/ 52 w 83"/>
                  <a:gd name="T17" fmla="*/ 48 h 82"/>
                  <a:gd name="T18" fmla="*/ 49 w 83"/>
                  <a:gd name="T19" fmla="*/ 51 h 82"/>
                  <a:gd name="T20" fmla="*/ 44 w 83"/>
                  <a:gd name="T21" fmla="*/ 53 h 82"/>
                  <a:gd name="T22" fmla="*/ 39 w 83"/>
                  <a:gd name="T23" fmla="*/ 53 h 82"/>
                  <a:gd name="T24" fmla="*/ 34 w 83"/>
                  <a:gd name="T25" fmla="*/ 51 h 82"/>
                  <a:gd name="T26" fmla="*/ 31 w 83"/>
                  <a:gd name="T27" fmla="*/ 48 h 82"/>
                  <a:gd name="T28" fmla="*/ 29 w 83"/>
                  <a:gd name="T29" fmla="*/ 43 h 82"/>
                  <a:gd name="T30" fmla="*/ 29 w 83"/>
                  <a:gd name="T31" fmla="*/ 38 h 82"/>
                  <a:gd name="T32" fmla="*/ 31 w 83"/>
                  <a:gd name="T33" fmla="*/ 34 h 82"/>
                  <a:gd name="T34" fmla="*/ 34 w 83"/>
                  <a:gd name="T35" fmla="*/ 30 h 82"/>
                  <a:gd name="T36" fmla="*/ 39 w 83"/>
                  <a:gd name="T37" fmla="*/ 28 h 82"/>
                  <a:gd name="T38" fmla="*/ 37 w 83"/>
                  <a:gd name="T39" fmla="*/ 19 h 82"/>
                  <a:gd name="T40" fmla="*/ 29 w 83"/>
                  <a:gd name="T41" fmla="*/ 22 h 82"/>
                  <a:gd name="T42" fmla="*/ 14 w 83"/>
                  <a:gd name="T43" fmla="*/ 15 h 82"/>
                  <a:gd name="T44" fmla="*/ 3 w 83"/>
                  <a:gd name="T45" fmla="*/ 25 h 82"/>
                  <a:gd name="T46" fmla="*/ 0 w 83"/>
                  <a:gd name="T47" fmla="*/ 41 h 82"/>
                  <a:gd name="T48" fmla="*/ 3 w 83"/>
                  <a:gd name="T49" fmla="*/ 56 h 82"/>
                  <a:gd name="T50" fmla="*/ 12 w 83"/>
                  <a:gd name="T51" fmla="*/ 70 h 82"/>
                  <a:gd name="T52" fmla="*/ 26 w 83"/>
                  <a:gd name="T53" fmla="*/ 78 h 82"/>
                  <a:gd name="T54" fmla="*/ 42 w 83"/>
                  <a:gd name="T55" fmla="*/ 82 h 82"/>
                  <a:gd name="T56" fmla="*/ 58 w 83"/>
                  <a:gd name="T57" fmla="*/ 78 h 82"/>
                  <a:gd name="T58" fmla="*/ 71 w 83"/>
                  <a:gd name="T59" fmla="*/ 70 h 82"/>
                  <a:gd name="T60" fmla="*/ 77 w 83"/>
                  <a:gd name="T61" fmla="*/ 56 h 82"/>
                  <a:gd name="T62" fmla="*/ 64 w 83"/>
                  <a:gd name="T63" fmla="*/ 45 h 82"/>
                  <a:gd name="T64" fmla="*/ 75 w 83"/>
                  <a:gd name="T65" fmla="*/ 39 h 82"/>
                  <a:gd name="T66" fmla="*/ 80 w 83"/>
                  <a:gd name="T67" fmla="*/ 25 h 82"/>
                  <a:gd name="T68" fmla="*/ 71 w 83"/>
                  <a:gd name="T69" fmla="*/ 12 h 82"/>
                  <a:gd name="T70" fmla="*/ 58 w 83"/>
                  <a:gd name="T71" fmla="*/ 3 h 82"/>
                  <a:gd name="T72" fmla="*/ 42 w 83"/>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2">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2"/>
                      <a:pt x="42" y="82"/>
                      <a:pt x="42" y="82"/>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0" name="Freeform 1155">
                <a:extLst>
                  <a:ext uri="{FF2B5EF4-FFF2-40B4-BE49-F238E27FC236}">
                    <a16:creationId xmlns:a16="http://schemas.microsoft.com/office/drawing/2014/main" id="{23551816-7B80-4456-9A3E-C668E4BE8237}"/>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1" name="Freeform 1156">
                <a:extLst>
                  <a:ext uri="{FF2B5EF4-FFF2-40B4-BE49-F238E27FC236}">
                    <a16:creationId xmlns:a16="http://schemas.microsoft.com/office/drawing/2014/main" id="{5DA4FEA5-0C48-4171-B536-2A5B7A66A123}"/>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2" name="Freeform 1157">
                <a:extLst>
                  <a:ext uri="{FF2B5EF4-FFF2-40B4-BE49-F238E27FC236}">
                    <a16:creationId xmlns:a16="http://schemas.microsoft.com/office/drawing/2014/main" id="{532A4043-0730-480C-8799-03D9E77034DB}"/>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3" name="Freeform 1158">
                <a:extLst>
                  <a:ext uri="{FF2B5EF4-FFF2-40B4-BE49-F238E27FC236}">
                    <a16:creationId xmlns:a16="http://schemas.microsoft.com/office/drawing/2014/main" id="{0AE4EEF3-8BEF-4D70-AA48-FC61A10BBA6D}"/>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4" name="Freeform 1159">
                <a:extLst>
                  <a:ext uri="{FF2B5EF4-FFF2-40B4-BE49-F238E27FC236}">
                    <a16:creationId xmlns:a16="http://schemas.microsoft.com/office/drawing/2014/main" id="{A666CDC0-E251-425F-845E-8F0E05AE2AA0}"/>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5" name="Freeform 1160">
                <a:extLst>
                  <a:ext uri="{FF2B5EF4-FFF2-40B4-BE49-F238E27FC236}">
                    <a16:creationId xmlns:a16="http://schemas.microsoft.com/office/drawing/2014/main" id="{8AB597AD-D9E6-40D6-8E1C-F0E82BAB96EA}"/>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6" name="Freeform 1161">
                <a:extLst>
                  <a:ext uri="{FF2B5EF4-FFF2-40B4-BE49-F238E27FC236}">
                    <a16:creationId xmlns:a16="http://schemas.microsoft.com/office/drawing/2014/main" id="{CB7F949C-37BA-47FE-9FE6-F8261533AE2E}"/>
                  </a:ext>
                </a:extLst>
              </p:cNvPr>
              <p:cNvSpPr>
                <a:spLocks noEditPoints="1"/>
              </p:cNvSpPr>
              <p:nvPr userDrawn="1"/>
            </p:nvSpPr>
            <p:spPr bwMode="auto">
              <a:xfrm>
                <a:off x="-4715" y="2596"/>
                <a:ext cx="164" cy="161"/>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1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1 h 214"/>
                  <a:gd name="T36" fmla="*/ 101 w 219"/>
                  <a:gd name="T37" fmla="*/ 64 h 214"/>
                  <a:gd name="T38" fmla="*/ 98 w 219"/>
                  <a:gd name="T39" fmla="*/ 50 h 214"/>
                  <a:gd name="T40" fmla="*/ 76 w 219"/>
                  <a:gd name="T41" fmla="*/ 59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1"/>
                      <a:pt x="134" y="71"/>
                      <a:pt x="134" y="71"/>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1"/>
                      <a:pt x="84" y="71"/>
                      <a:pt x="84" y="71"/>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9"/>
                      <a:pt x="76" y="59"/>
                      <a:pt x="76" y="59"/>
                    </a:cubicBezTo>
                    <a:cubicBezTo>
                      <a:pt x="32" y="32"/>
                      <a:pt x="32" y="32"/>
                      <a:pt x="32" y="32"/>
                    </a:cubicBezTo>
                    <a:cubicBezTo>
                      <a:pt x="60" y="75"/>
                      <a:pt x="60" y="75"/>
                      <a:pt x="60" y="75"/>
                    </a:cubicBezTo>
                    <a:cubicBezTo>
                      <a:pt x="13" y="67"/>
                      <a:pt x="13" y="67"/>
                      <a:pt x="13" y="67"/>
                    </a:cubicBezTo>
                    <a:cubicBezTo>
                      <a:pt x="13" y="68"/>
                      <a:pt x="13" y="69"/>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9"/>
                      <a:pt x="143" y="59"/>
                      <a:pt x="143"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7" name="Freeform 1162">
                <a:extLst>
                  <a:ext uri="{FF2B5EF4-FFF2-40B4-BE49-F238E27FC236}">
                    <a16:creationId xmlns:a16="http://schemas.microsoft.com/office/drawing/2014/main" id="{5345E6D9-071F-4EE4-A32B-91BA02AD5266}"/>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8" name="Freeform 1163">
                <a:extLst>
                  <a:ext uri="{FF2B5EF4-FFF2-40B4-BE49-F238E27FC236}">
                    <a16:creationId xmlns:a16="http://schemas.microsoft.com/office/drawing/2014/main" id="{4AC6FC77-C3EA-406F-82FC-45B99F0E893E}"/>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9" name="Freeform 1164">
                <a:extLst>
                  <a:ext uri="{FF2B5EF4-FFF2-40B4-BE49-F238E27FC236}">
                    <a16:creationId xmlns:a16="http://schemas.microsoft.com/office/drawing/2014/main" id="{CE2E612E-5981-4ED2-94E1-029C8FDC7F18}"/>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0" name="Freeform 1165">
                <a:extLst>
                  <a:ext uri="{FF2B5EF4-FFF2-40B4-BE49-F238E27FC236}">
                    <a16:creationId xmlns:a16="http://schemas.microsoft.com/office/drawing/2014/main" id="{727564FA-5DB4-4E3C-9372-BF16DDB397C5}"/>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1" name="Freeform 1166">
                <a:extLst>
                  <a:ext uri="{FF2B5EF4-FFF2-40B4-BE49-F238E27FC236}">
                    <a16:creationId xmlns:a16="http://schemas.microsoft.com/office/drawing/2014/main" id="{F5FABD94-E659-47C2-A8FC-87EBD22145E9}"/>
                  </a:ext>
                </a:extLst>
              </p:cNvPr>
              <p:cNvSpPr>
                <a:spLocks noEditPoints="1"/>
              </p:cNvSpPr>
              <p:nvPr userDrawn="1"/>
            </p:nvSpPr>
            <p:spPr bwMode="auto">
              <a:xfrm>
                <a:off x="-4608" y="2430"/>
                <a:ext cx="59" cy="59"/>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2" name="Freeform 1167">
                <a:extLst>
                  <a:ext uri="{FF2B5EF4-FFF2-40B4-BE49-F238E27FC236}">
                    <a16:creationId xmlns:a16="http://schemas.microsoft.com/office/drawing/2014/main" id="{7EA2A47B-584B-4FFF-B239-8B1320E5D5C1}"/>
                  </a:ext>
                </a:extLst>
              </p:cNvPr>
              <p:cNvSpPr>
                <a:spLocks noEditPoints="1"/>
              </p:cNvSpPr>
              <p:nvPr userDrawn="1"/>
            </p:nvSpPr>
            <p:spPr bwMode="auto">
              <a:xfrm>
                <a:off x="-4575" y="2486"/>
                <a:ext cx="13" cy="14"/>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3" name="Freeform 1168">
                <a:extLst>
                  <a:ext uri="{FF2B5EF4-FFF2-40B4-BE49-F238E27FC236}">
                    <a16:creationId xmlns:a16="http://schemas.microsoft.com/office/drawing/2014/main" id="{8122248F-A0AD-41FE-B561-DD4CA18B5054}"/>
                  </a:ext>
                </a:extLst>
              </p:cNvPr>
              <p:cNvSpPr>
                <a:spLocks/>
              </p:cNvSpPr>
              <p:nvPr userDrawn="1"/>
            </p:nvSpPr>
            <p:spPr bwMode="auto">
              <a:xfrm>
                <a:off x="-4572" y="2486"/>
                <a:ext cx="4" cy="2"/>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4" name="Freeform 1169">
                <a:extLst>
                  <a:ext uri="{FF2B5EF4-FFF2-40B4-BE49-F238E27FC236}">
                    <a16:creationId xmlns:a16="http://schemas.microsoft.com/office/drawing/2014/main" id="{8D1A1424-81D1-428F-A251-C9A5ED8BE956}"/>
                  </a:ext>
                </a:extLst>
              </p:cNvPr>
              <p:cNvSpPr>
                <a:spLocks/>
              </p:cNvSpPr>
              <p:nvPr userDrawn="1"/>
            </p:nvSpPr>
            <p:spPr bwMode="auto">
              <a:xfrm>
                <a:off x="-4571" y="2498"/>
                <a:ext cx="11" cy="12"/>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5" name="Freeform 1170">
                <a:extLst>
                  <a:ext uri="{FF2B5EF4-FFF2-40B4-BE49-F238E27FC236}">
                    <a16:creationId xmlns:a16="http://schemas.microsoft.com/office/drawing/2014/main" id="{9653EAFC-310A-4077-9961-3A01601FBFA7}"/>
                  </a:ext>
                </a:extLst>
              </p:cNvPr>
              <p:cNvSpPr>
                <a:spLocks/>
              </p:cNvSpPr>
              <p:nvPr userDrawn="1"/>
            </p:nvSpPr>
            <p:spPr bwMode="auto">
              <a:xfrm>
                <a:off x="-4569" y="2498"/>
                <a:ext cx="5" cy="2"/>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6" name="Freeform 1171">
                <a:extLst>
                  <a:ext uri="{FF2B5EF4-FFF2-40B4-BE49-F238E27FC236}">
                    <a16:creationId xmlns:a16="http://schemas.microsoft.com/office/drawing/2014/main" id="{44D37FA7-FD8C-4534-859C-80284E430AAA}"/>
                  </a:ext>
                </a:extLst>
              </p:cNvPr>
              <p:cNvSpPr>
                <a:spLocks noEditPoints="1"/>
              </p:cNvSpPr>
              <p:nvPr userDrawn="1"/>
            </p:nvSpPr>
            <p:spPr bwMode="auto">
              <a:xfrm>
                <a:off x="-4561" y="2504"/>
                <a:ext cx="10" cy="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4"/>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7" name="Freeform 1172">
                <a:extLst>
                  <a:ext uri="{FF2B5EF4-FFF2-40B4-BE49-F238E27FC236}">
                    <a16:creationId xmlns:a16="http://schemas.microsoft.com/office/drawing/2014/main" id="{1F431A53-16BF-4452-888A-89391E3E6E21}"/>
                  </a:ext>
                </a:extLst>
              </p:cNvPr>
              <p:cNvSpPr>
                <a:spLocks/>
              </p:cNvSpPr>
              <p:nvPr userDrawn="1"/>
            </p:nvSpPr>
            <p:spPr bwMode="auto">
              <a:xfrm>
                <a:off x="-4561" y="2505"/>
                <a:ext cx="1"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8" name="Freeform 1173">
                <a:extLst>
                  <a:ext uri="{FF2B5EF4-FFF2-40B4-BE49-F238E27FC236}">
                    <a16:creationId xmlns:a16="http://schemas.microsoft.com/office/drawing/2014/main" id="{B8BEAF5B-7246-40E6-B5B6-36047238BCCC}"/>
                  </a:ext>
                </a:extLst>
              </p:cNvPr>
              <p:cNvSpPr>
                <a:spLocks noEditPoints="1"/>
              </p:cNvSpPr>
              <p:nvPr userDrawn="1"/>
            </p:nvSpPr>
            <p:spPr bwMode="auto">
              <a:xfrm>
                <a:off x="-3761" y="2906"/>
                <a:ext cx="59" cy="58"/>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9" name="Freeform 1174">
                <a:extLst>
                  <a:ext uri="{FF2B5EF4-FFF2-40B4-BE49-F238E27FC236}">
                    <a16:creationId xmlns:a16="http://schemas.microsoft.com/office/drawing/2014/main" id="{43B0AA5B-5858-49FE-AA24-73F437EB7C12}"/>
                  </a:ext>
                </a:extLst>
              </p:cNvPr>
              <p:cNvSpPr>
                <a:spLocks noEditPoints="1"/>
              </p:cNvSpPr>
              <p:nvPr userDrawn="1"/>
            </p:nvSpPr>
            <p:spPr bwMode="auto">
              <a:xfrm>
                <a:off x="-3763" y="2954"/>
                <a:ext cx="14" cy="14"/>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0" name="Freeform 1175">
                <a:extLst>
                  <a:ext uri="{FF2B5EF4-FFF2-40B4-BE49-F238E27FC236}">
                    <a16:creationId xmlns:a16="http://schemas.microsoft.com/office/drawing/2014/main" id="{93ED5A9D-2208-4F1E-89CA-F1868FD1ACB7}"/>
                  </a:ext>
                </a:extLst>
              </p:cNvPr>
              <p:cNvSpPr>
                <a:spLocks/>
              </p:cNvSpPr>
              <p:nvPr userDrawn="1"/>
            </p:nvSpPr>
            <p:spPr bwMode="auto">
              <a:xfrm>
                <a:off x="-3754" y="2954"/>
                <a:ext cx="4" cy="4"/>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1" name="Freeform 1176">
                <a:extLst>
                  <a:ext uri="{FF2B5EF4-FFF2-40B4-BE49-F238E27FC236}">
                    <a16:creationId xmlns:a16="http://schemas.microsoft.com/office/drawing/2014/main" id="{412007D0-3552-46E0-9BC5-076AF3E21426}"/>
                  </a:ext>
                </a:extLst>
              </p:cNvPr>
              <p:cNvSpPr>
                <a:spLocks noEditPoints="1"/>
              </p:cNvSpPr>
              <p:nvPr userDrawn="1"/>
            </p:nvSpPr>
            <p:spPr bwMode="auto">
              <a:xfrm>
                <a:off x="-3769" y="2964"/>
                <a:ext cx="11" cy="10"/>
              </a:xfrm>
              <a:custGeom>
                <a:avLst/>
                <a:gdLst>
                  <a:gd name="T0" fmla="*/ 8 w 15"/>
                  <a:gd name="T1" fmla="*/ 8 h 14"/>
                  <a:gd name="T2" fmla="*/ 8 w 15"/>
                  <a:gd name="T3" fmla="*/ 8 h 14"/>
                  <a:gd name="T4" fmla="*/ 8 w 15"/>
                  <a:gd name="T5" fmla="*/ 8 h 14"/>
                  <a:gd name="T6" fmla="*/ 7 w 15"/>
                  <a:gd name="T7" fmla="*/ 8 h 14"/>
                  <a:gd name="T8" fmla="*/ 6 w 15"/>
                  <a:gd name="T9" fmla="*/ 7 h 14"/>
                  <a:gd name="T10" fmla="*/ 7 w 15"/>
                  <a:gd name="T11" fmla="*/ 6 h 14"/>
                  <a:gd name="T12" fmla="*/ 8 w 15"/>
                  <a:gd name="T13" fmla="*/ 6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8 w 15"/>
                  <a:gd name="T27" fmla="*/ 0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2 w 15"/>
                  <a:gd name="T45" fmla="*/ 13 h 14"/>
                  <a:gd name="T46" fmla="*/ 15 w 15"/>
                  <a:gd name="T47" fmla="*/ 7 h 14"/>
                  <a:gd name="T48" fmla="*/ 14 w 15"/>
                  <a:gd name="T49" fmla="*/ 4 h 14"/>
                  <a:gd name="T50" fmla="*/ 10 w 15"/>
                  <a:gd name="T51" fmla="*/ 1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8" y="8"/>
                      <a:pt x="8" y="8"/>
                      <a:pt x="8" y="8"/>
                    </a:cubicBezTo>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1"/>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2" name="Freeform 1177">
                <a:extLst>
                  <a:ext uri="{FF2B5EF4-FFF2-40B4-BE49-F238E27FC236}">
                    <a16:creationId xmlns:a16="http://schemas.microsoft.com/office/drawing/2014/main" id="{6BFEB7B8-6EE8-4E94-9168-7EB5B5E91ECD}"/>
                  </a:ext>
                </a:extLst>
              </p:cNvPr>
              <p:cNvSpPr>
                <a:spLocks/>
              </p:cNvSpPr>
              <p:nvPr userDrawn="1"/>
            </p:nvSpPr>
            <p:spPr bwMode="auto">
              <a:xfrm>
                <a:off x="-3762" y="2964"/>
                <a:ext cx="3" cy="3"/>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1"/>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3" name="Freeform 1178">
                <a:extLst>
                  <a:ext uri="{FF2B5EF4-FFF2-40B4-BE49-F238E27FC236}">
                    <a16:creationId xmlns:a16="http://schemas.microsoft.com/office/drawing/2014/main" id="{5EAA2A1C-4631-4CA1-96E9-CE445AE96B36}"/>
                  </a:ext>
                </a:extLst>
              </p:cNvPr>
              <p:cNvSpPr>
                <a:spLocks noEditPoints="1"/>
              </p:cNvSpPr>
              <p:nvPr userDrawn="1"/>
            </p:nvSpPr>
            <p:spPr bwMode="auto">
              <a:xfrm>
                <a:off x="-3768" y="2974"/>
                <a:ext cx="10" cy="10"/>
              </a:xfrm>
              <a:custGeom>
                <a:avLst/>
                <a:gdLst>
                  <a:gd name="T0" fmla="*/ 6 w 13"/>
                  <a:gd name="T1" fmla="*/ 6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7 w 13"/>
                  <a:gd name="T17" fmla="*/ 7 h 13"/>
                  <a:gd name="T18" fmla="*/ 6 w 13"/>
                  <a:gd name="T19" fmla="*/ 7 h 13"/>
                  <a:gd name="T20" fmla="*/ 6 w 13"/>
                  <a:gd name="T21" fmla="*/ 6 h 13"/>
                  <a:gd name="T22" fmla="*/ 8 w 13"/>
                  <a:gd name="T23" fmla="*/ 0 h 13"/>
                  <a:gd name="T24" fmla="*/ 6 w 13"/>
                  <a:gd name="T25" fmla="*/ 0 h 13"/>
                  <a:gd name="T26" fmla="*/ 6 w 13"/>
                  <a:gd name="T27" fmla="*/ 0 h 13"/>
                  <a:gd name="T28" fmla="*/ 4 w 13"/>
                  <a:gd name="T29" fmla="*/ 0 h 13"/>
                  <a:gd name="T30" fmla="*/ 3 w 13"/>
                  <a:gd name="T31" fmla="*/ 1 h 13"/>
                  <a:gd name="T32" fmla="*/ 3 w 13"/>
                  <a:gd name="T33" fmla="*/ 1 h 13"/>
                  <a:gd name="T34" fmla="*/ 0 w 13"/>
                  <a:gd name="T35" fmla="*/ 6 h 13"/>
                  <a:gd name="T36" fmla="*/ 1 w 13"/>
                  <a:gd name="T37" fmla="*/ 10 h 13"/>
                  <a:gd name="T38" fmla="*/ 1 w 13"/>
                  <a:gd name="T39" fmla="*/ 10 h 13"/>
                  <a:gd name="T40" fmla="*/ 6 w 13"/>
                  <a:gd name="T41" fmla="*/ 13 h 13"/>
                  <a:gd name="T42" fmla="*/ 6 w 13"/>
                  <a:gd name="T43" fmla="*/ 13 h 13"/>
                  <a:gd name="T44" fmla="*/ 10 w 13"/>
                  <a:gd name="T45" fmla="*/ 12 h 13"/>
                  <a:gd name="T46" fmla="*/ 10 w 13"/>
                  <a:gd name="T47" fmla="*/ 12 h 13"/>
                  <a:gd name="T48" fmla="*/ 13 w 13"/>
                  <a:gd name="T49" fmla="*/ 6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6"/>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1"/>
                    </a:cubicBezTo>
                    <a:cubicBezTo>
                      <a:pt x="3" y="1"/>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4" name="Freeform 1179">
                <a:extLst>
                  <a:ext uri="{FF2B5EF4-FFF2-40B4-BE49-F238E27FC236}">
                    <a16:creationId xmlns:a16="http://schemas.microsoft.com/office/drawing/2014/main" id="{E63538BB-0251-453D-B33A-7B20C2EAB6EF}"/>
                  </a:ext>
                </a:extLst>
              </p:cNvPr>
              <p:cNvSpPr>
                <a:spLocks/>
              </p:cNvSpPr>
              <p:nvPr userDrawn="1"/>
            </p:nvSpPr>
            <p:spPr bwMode="auto">
              <a:xfrm>
                <a:off x="-3765" y="2974"/>
                <a:ext cx="3"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5" name="Freeform 1180">
                <a:extLst>
                  <a:ext uri="{FF2B5EF4-FFF2-40B4-BE49-F238E27FC236}">
                    <a16:creationId xmlns:a16="http://schemas.microsoft.com/office/drawing/2014/main" id="{08FFDD28-320D-42F2-B235-82D54565A12B}"/>
                  </a:ext>
                </a:extLst>
              </p:cNvPr>
              <p:cNvSpPr>
                <a:spLocks noEditPoints="1"/>
              </p:cNvSpPr>
              <p:nvPr userDrawn="1"/>
            </p:nvSpPr>
            <p:spPr bwMode="auto">
              <a:xfrm>
                <a:off x="-3664" y="2763"/>
                <a:ext cx="101" cy="98"/>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8"/>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6" name="Freeform 1181">
                <a:extLst>
                  <a:ext uri="{FF2B5EF4-FFF2-40B4-BE49-F238E27FC236}">
                    <a16:creationId xmlns:a16="http://schemas.microsoft.com/office/drawing/2014/main" id="{DF0E904A-D281-481B-A8C5-DDBDB48FF179}"/>
                  </a:ext>
                </a:extLst>
              </p:cNvPr>
              <p:cNvSpPr>
                <a:spLocks noEditPoints="1"/>
              </p:cNvSpPr>
              <p:nvPr userDrawn="1"/>
            </p:nvSpPr>
            <p:spPr bwMode="auto">
              <a:xfrm>
                <a:off x="-3667" y="2847"/>
                <a:ext cx="21" cy="21"/>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7"/>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7" name="Freeform 1182">
                <a:extLst>
                  <a:ext uri="{FF2B5EF4-FFF2-40B4-BE49-F238E27FC236}">
                    <a16:creationId xmlns:a16="http://schemas.microsoft.com/office/drawing/2014/main" id="{67B32725-42ED-405A-9AE9-3D8761ED5976}"/>
                  </a:ext>
                </a:extLst>
              </p:cNvPr>
              <p:cNvSpPr>
                <a:spLocks noEditPoints="1"/>
              </p:cNvSpPr>
              <p:nvPr userDrawn="1"/>
            </p:nvSpPr>
            <p:spPr bwMode="auto">
              <a:xfrm>
                <a:off x="-3678" y="2865"/>
                <a:ext cx="17" cy="16"/>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7 w 22"/>
                  <a:gd name="T37" fmla="*/ 20 h 21"/>
                  <a:gd name="T38" fmla="*/ 17 w 22"/>
                  <a:gd name="T39" fmla="*/ 20 h 21"/>
                  <a:gd name="T40" fmla="*/ 22 w 22"/>
                  <a:gd name="T41" fmla="*/ 11 h 21"/>
                  <a:gd name="T42" fmla="*/ 20 w 22"/>
                  <a:gd name="T43" fmla="*/ 5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8" name="Freeform 1183">
                <a:extLst>
                  <a:ext uri="{FF2B5EF4-FFF2-40B4-BE49-F238E27FC236}">
                    <a16:creationId xmlns:a16="http://schemas.microsoft.com/office/drawing/2014/main" id="{8AE72402-B9B7-43E6-8C3C-C332A75EA08B}"/>
                  </a:ext>
                </a:extLst>
              </p:cNvPr>
              <p:cNvSpPr>
                <a:spLocks noEditPoints="1"/>
              </p:cNvSpPr>
              <p:nvPr userDrawn="1"/>
            </p:nvSpPr>
            <p:spPr bwMode="auto">
              <a:xfrm>
                <a:off x="-3676" y="2883"/>
                <a:ext cx="14" cy="1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9" name="Freeform 1184">
                <a:extLst>
                  <a:ext uri="{FF2B5EF4-FFF2-40B4-BE49-F238E27FC236}">
                    <a16:creationId xmlns:a16="http://schemas.microsoft.com/office/drawing/2014/main" id="{50A78311-B081-434B-8DC4-2EF97CF33D86}"/>
                  </a:ext>
                </a:extLst>
              </p:cNvPr>
              <p:cNvSpPr>
                <a:spLocks noEditPoints="1"/>
              </p:cNvSpPr>
              <p:nvPr userDrawn="1"/>
            </p:nvSpPr>
            <p:spPr bwMode="auto">
              <a:xfrm>
                <a:off x="-3859" y="2167"/>
                <a:ext cx="60" cy="5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8 w 79"/>
                  <a:gd name="T17" fmla="*/ 69 h 78"/>
                  <a:gd name="T18" fmla="*/ 57 w 79"/>
                  <a:gd name="T19" fmla="*/ 67 h 78"/>
                  <a:gd name="T20" fmla="*/ 39 w 79"/>
                  <a:gd name="T21" fmla="*/ 72 h 78"/>
                  <a:gd name="T22" fmla="*/ 39 w 79"/>
                  <a:gd name="T23" fmla="*/ 0 h 78"/>
                  <a:gd name="T24" fmla="*/ 39 w 79"/>
                  <a:gd name="T25" fmla="*/ 0 h 78"/>
                  <a:gd name="T26" fmla="*/ 19 w 79"/>
                  <a:gd name="T27" fmla="*/ 6 h 78"/>
                  <a:gd name="T28" fmla="*/ 0 w 79"/>
                  <a:gd name="T29" fmla="*/ 39 h 78"/>
                  <a:gd name="T30" fmla="*/ 6 w 79"/>
                  <a:gd name="T31" fmla="*/ 59 h 78"/>
                  <a:gd name="T32" fmla="*/ 10 w 79"/>
                  <a:gd name="T33" fmla="*/ 65 h 78"/>
                  <a:gd name="T34" fmla="*/ 15 w 79"/>
                  <a:gd name="T35" fmla="*/ 69 h 78"/>
                  <a:gd name="T36" fmla="*/ 15 w 79"/>
                  <a:gd name="T37" fmla="*/ 70 h 78"/>
                  <a:gd name="T38" fmla="*/ 39 w 79"/>
                  <a:gd name="T39" fmla="*/ 78 h 78"/>
                  <a:gd name="T40" fmla="*/ 39 w 79"/>
                  <a:gd name="T41" fmla="*/ 78 h 78"/>
                  <a:gd name="T42" fmla="*/ 60 w 79"/>
                  <a:gd name="T43" fmla="*/ 72 h 78"/>
                  <a:gd name="T44" fmla="*/ 60 w 79"/>
                  <a:gd name="T45" fmla="*/ 72 h 78"/>
                  <a:gd name="T46" fmla="*/ 79 w 79"/>
                  <a:gd name="T47" fmla="*/ 39 h 78"/>
                  <a:gd name="T48" fmla="*/ 73 w 79"/>
                  <a:gd name="T49" fmla="*/ 19 h 78"/>
                  <a:gd name="T50" fmla="*/ 39 w 79"/>
                  <a:gd name="T5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8" y="69"/>
                      <a:pt x="58" y="69"/>
                      <a:pt x="58" y="69"/>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0" name="Freeform 1185">
                <a:extLst>
                  <a:ext uri="{FF2B5EF4-FFF2-40B4-BE49-F238E27FC236}">
                    <a16:creationId xmlns:a16="http://schemas.microsoft.com/office/drawing/2014/main" id="{A489426D-536F-4300-B8B7-2340128138A3}"/>
                  </a:ext>
                </a:extLst>
              </p:cNvPr>
              <p:cNvSpPr>
                <a:spLocks noEditPoints="1"/>
              </p:cNvSpPr>
              <p:nvPr userDrawn="1"/>
            </p:nvSpPr>
            <p:spPr bwMode="auto">
              <a:xfrm>
                <a:off x="-3860" y="2216"/>
                <a:ext cx="13" cy="13"/>
              </a:xfrm>
              <a:custGeom>
                <a:avLst/>
                <a:gdLst>
                  <a:gd name="T0" fmla="*/ 7 w 18"/>
                  <a:gd name="T1" fmla="*/ 6 h 18"/>
                  <a:gd name="T2" fmla="*/ 9 w 18"/>
                  <a:gd name="T3" fmla="*/ 6 h 18"/>
                  <a:gd name="T4" fmla="*/ 12 w 18"/>
                  <a:gd name="T5" fmla="*/ 7 h 18"/>
                  <a:gd name="T6" fmla="*/ 12 w 18"/>
                  <a:gd name="T7" fmla="*/ 9 h 18"/>
                  <a:gd name="T8" fmla="*/ 11 w 18"/>
                  <a:gd name="T9" fmla="*/ 11 h 18"/>
                  <a:gd name="T10" fmla="*/ 11 w 18"/>
                  <a:gd name="T11" fmla="*/ 11 h 18"/>
                  <a:gd name="T12" fmla="*/ 9 w 18"/>
                  <a:gd name="T13" fmla="*/ 12 h 18"/>
                  <a:gd name="T14" fmla="*/ 6 w 18"/>
                  <a:gd name="T15" fmla="*/ 10 h 18"/>
                  <a:gd name="T16" fmla="*/ 6 w 18"/>
                  <a:gd name="T17" fmla="*/ 9 h 18"/>
                  <a:gd name="T18" fmla="*/ 7 w 18"/>
                  <a:gd name="T19" fmla="*/ 6 h 18"/>
                  <a:gd name="T20" fmla="*/ 8 w 18"/>
                  <a:gd name="T21" fmla="*/ 6 h 18"/>
                  <a:gd name="T22" fmla="*/ 7 w 18"/>
                  <a:gd name="T23" fmla="*/ 6 h 18"/>
                  <a:gd name="T24" fmla="*/ 9 w 18"/>
                  <a:gd name="T25" fmla="*/ 0 h 18"/>
                  <a:gd name="T26" fmla="*/ 9 w 18"/>
                  <a:gd name="T27" fmla="*/ 0 h 18"/>
                  <a:gd name="T28" fmla="*/ 4 w 18"/>
                  <a:gd name="T29" fmla="*/ 1 h 18"/>
                  <a:gd name="T30" fmla="*/ 4 w 18"/>
                  <a:gd name="T31" fmla="*/ 1 h 18"/>
                  <a:gd name="T32" fmla="*/ 0 w 18"/>
                  <a:gd name="T33" fmla="*/ 9 h 18"/>
                  <a:gd name="T34" fmla="*/ 1 w 18"/>
                  <a:gd name="T35" fmla="*/ 13 h 18"/>
                  <a:gd name="T36" fmla="*/ 5 w 18"/>
                  <a:gd name="T37" fmla="*/ 16 h 18"/>
                  <a:gd name="T38" fmla="*/ 5 w 18"/>
                  <a:gd name="T39" fmla="*/ 17 h 18"/>
                  <a:gd name="T40" fmla="*/ 9 w 18"/>
                  <a:gd name="T41" fmla="*/ 18 h 18"/>
                  <a:gd name="T42" fmla="*/ 9 w 18"/>
                  <a:gd name="T43" fmla="*/ 18 h 18"/>
                  <a:gd name="T44" fmla="*/ 14 w 18"/>
                  <a:gd name="T45" fmla="*/ 16 h 18"/>
                  <a:gd name="T46" fmla="*/ 12 w 18"/>
                  <a:gd name="T47" fmla="*/ 14 h 18"/>
                  <a:gd name="T48" fmla="*/ 14 w 18"/>
                  <a:gd name="T49" fmla="*/ 16 h 18"/>
                  <a:gd name="T50" fmla="*/ 18 w 18"/>
                  <a:gd name="T51" fmla="*/ 9 h 18"/>
                  <a:gd name="T52" fmla="*/ 17 w 18"/>
                  <a:gd name="T53" fmla="*/ 5 h 18"/>
                  <a:gd name="T54" fmla="*/ 12 w 18"/>
                  <a:gd name="T55" fmla="*/ 0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7" y="6"/>
                    </a:move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cubicBezTo>
                      <a:pt x="8" y="12"/>
                      <a:pt x="7" y="11"/>
                      <a:pt x="6" y="10"/>
                    </a:cubicBezTo>
                    <a:cubicBezTo>
                      <a:pt x="6" y="10"/>
                      <a:pt x="6" y="9"/>
                      <a:pt x="6" y="9"/>
                    </a:cubicBezTo>
                    <a:cubicBezTo>
                      <a:pt x="6" y="8"/>
                      <a:pt x="6" y="7"/>
                      <a:pt x="7" y="6"/>
                    </a:cubicBezTo>
                    <a:cubicBezTo>
                      <a:pt x="8" y="6"/>
                      <a:pt x="8" y="6"/>
                      <a:pt x="8" y="6"/>
                    </a:cubicBezTo>
                    <a:cubicBezTo>
                      <a:pt x="7" y="6"/>
                      <a:pt x="7" y="6"/>
                      <a:pt x="7" y="6"/>
                    </a:cubicBezTo>
                    <a:moveTo>
                      <a:pt x="9" y="0"/>
                    </a:moveTo>
                    <a:cubicBezTo>
                      <a:pt x="9" y="0"/>
                      <a:pt x="9" y="0"/>
                      <a:pt x="9" y="0"/>
                    </a:cubicBezTo>
                    <a:cubicBezTo>
                      <a:pt x="8" y="0"/>
                      <a:pt x="6" y="0"/>
                      <a:pt x="4" y="1"/>
                    </a:cubicBezTo>
                    <a:cubicBezTo>
                      <a:pt x="4" y="1"/>
                      <a:pt x="4" y="1"/>
                      <a:pt x="4" y="1"/>
                    </a:cubicBezTo>
                    <a:cubicBezTo>
                      <a:pt x="2" y="3"/>
                      <a:pt x="0" y="6"/>
                      <a:pt x="0" y="9"/>
                    </a:cubicBezTo>
                    <a:cubicBezTo>
                      <a:pt x="0" y="10"/>
                      <a:pt x="0" y="12"/>
                      <a:pt x="1" y="13"/>
                    </a:cubicBezTo>
                    <a:cubicBezTo>
                      <a:pt x="3" y="14"/>
                      <a:pt x="4" y="15"/>
                      <a:pt x="5" y="16"/>
                    </a:cubicBezTo>
                    <a:cubicBezTo>
                      <a:pt x="5" y="16"/>
                      <a:pt x="5" y="17"/>
                      <a:pt x="5" y="17"/>
                    </a:cubicBezTo>
                    <a:cubicBezTo>
                      <a:pt x="7" y="17"/>
                      <a:pt x="8" y="18"/>
                      <a:pt x="9" y="18"/>
                    </a:cubicBezTo>
                    <a:cubicBezTo>
                      <a:pt x="9" y="18"/>
                      <a:pt x="9" y="18"/>
                      <a:pt x="9" y="18"/>
                    </a:cubicBezTo>
                    <a:cubicBezTo>
                      <a:pt x="11" y="18"/>
                      <a:pt x="12" y="17"/>
                      <a:pt x="14" y="16"/>
                    </a:cubicBezTo>
                    <a:cubicBezTo>
                      <a:pt x="12" y="14"/>
                      <a:pt x="12" y="14"/>
                      <a:pt x="12" y="14"/>
                    </a:cubicBezTo>
                    <a:cubicBezTo>
                      <a:pt x="14" y="16"/>
                      <a:pt x="14" y="16"/>
                      <a:pt x="14" y="16"/>
                    </a:cubicBezTo>
                    <a:cubicBezTo>
                      <a:pt x="17" y="15"/>
                      <a:pt x="18" y="12"/>
                      <a:pt x="18" y="9"/>
                    </a:cubicBezTo>
                    <a:cubicBezTo>
                      <a:pt x="18" y="7"/>
                      <a:pt x="18" y="6"/>
                      <a:pt x="17" y="5"/>
                    </a:cubicBezTo>
                    <a:cubicBezTo>
                      <a:pt x="16" y="3"/>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1" name="Freeform 1186">
                <a:extLst>
                  <a:ext uri="{FF2B5EF4-FFF2-40B4-BE49-F238E27FC236}">
                    <a16:creationId xmlns:a16="http://schemas.microsoft.com/office/drawing/2014/main" id="{5E2E1376-8DCE-433A-AB09-EBE060C739AF}"/>
                  </a:ext>
                </a:extLst>
              </p:cNvPr>
              <p:cNvSpPr>
                <a:spLocks/>
              </p:cNvSpPr>
              <p:nvPr userDrawn="1"/>
            </p:nvSpPr>
            <p:spPr bwMode="auto">
              <a:xfrm>
                <a:off x="-3851" y="2216"/>
                <a:ext cx="4" cy="3"/>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2" name="Freeform 1187">
                <a:extLst>
                  <a:ext uri="{FF2B5EF4-FFF2-40B4-BE49-F238E27FC236}">
                    <a16:creationId xmlns:a16="http://schemas.microsoft.com/office/drawing/2014/main" id="{17C79D83-7BA5-4387-ACC5-09346C6EB19C}"/>
                  </a:ext>
                </a:extLst>
              </p:cNvPr>
              <p:cNvSpPr>
                <a:spLocks noEditPoints="1"/>
              </p:cNvSpPr>
              <p:nvPr userDrawn="1"/>
            </p:nvSpPr>
            <p:spPr bwMode="auto">
              <a:xfrm>
                <a:off x="-3867" y="2225"/>
                <a:ext cx="11" cy="11"/>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0 h 14"/>
                  <a:gd name="T20" fmla="*/ 8 w 15"/>
                  <a:gd name="T21" fmla="*/ 0 h 14"/>
                  <a:gd name="T22" fmla="*/ 4 w 15"/>
                  <a:gd name="T23" fmla="*/ 1 h 14"/>
                  <a:gd name="T24" fmla="*/ 0 w 15"/>
                  <a:gd name="T25" fmla="*/ 7 h 14"/>
                  <a:gd name="T26" fmla="*/ 1 w 15"/>
                  <a:gd name="T27" fmla="*/ 11 h 14"/>
                  <a:gd name="T28" fmla="*/ 6 w 15"/>
                  <a:gd name="T29" fmla="*/ 14 h 14"/>
                  <a:gd name="T30" fmla="*/ 8 w 15"/>
                  <a:gd name="T31" fmla="*/ 13 h 14"/>
                  <a:gd name="T32" fmla="*/ 8 w 15"/>
                  <a:gd name="T33" fmla="*/ 13 h 14"/>
                  <a:gd name="T34" fmla="*/ 10 w 15"/>
                  <a:gd name="T35" fmla="*/ 14 h 14"/>
                  <a:gd name="T36" fmla="*/ 12 w 15"/>
                  <a:gd name="T37" fmla="*/ 13 h 14"/>
                  <a:gd name="T38" fmla="*/ 10 w 15"/>
                  <a:gd name="T39" fmla="*/ 11 h 14"/>
                  <a:gd name="T40" fmla="*/ 12 w 15"/>
                  <a:gd name="T41" fmla="*/ 13 h 14"/>
                  <a:gd name="T42" fmla="*/ 15 w 15"/>
                  <a:gd name="T43" fmla="*/ 7 h 14"/>
                  <a:gd name="T44" fmla="*/ 14 w 15"/>
                  <a:gd name="T45" fmla="*/ 4 h 14"/>
                  <a:gd name="T46" fmla="*/ 10 w 15"/>
                  <a:gd name="T47" fmla="*/ 0 h 14"/>
                  <a:gd name="T48" fmla="*/ 10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7"/>
                      <a:pt x="6" y="7"/>
                      <a:pt x="6" y="7"/>
                    </a:cubicBezTo>
                    <a:cubicBezTo>
                      <a:pt x="6"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10"/>
                      <a:pt x="1" y="11"/>
                    </a:cubicBezTo>
                    <a:cubicBezTo>
                      <a:pt x="3" y="12"/>
                      <a:pt x="4" y="13"/>
                      <a:pt x="6" y="14"/>
                    </a:cubicBezTo>
                    <a:cubicBezTo>
                      <a:pt x="7" y="14"/>
                      <a:pt x="8" y="13"/>
                      <a:pt x="8" y="13"/>
                    </a:cubicBezTo>
                    <a:cubicBezTo>
                      <a:pt x="8" y="13"/>
                      <a:pt x="8" y="13"/>
                      <a:pt x="8" y="13"/>
                    </a:cubicBezTo>
                    <a:cubicBezTo>
                      <a:pt x="9" y="13"/>
                      <a:pt x="10" y="14"/>
                      <a:pt x="10" y="14"/>
                    </a:cubicBezTo>
                    <a:cubicBezTo>
                      <a:pt x="11" y="14"/>
                      <a:pt x="11" y="13"/>
                      <a:pt x="12" y="13"/>
                    </a:cubicBezTo>
                    <a:cubicBezTo>
                      <a:pt x="10" y="11"/>
                      <a:pt x="10" y="11"/>
                      <a:pt x="10" y="11"/>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3" name="Freeform 1188">
                <a:extLst>
                  <a:ext uri="{FF2B5EF4-FFF2-40B4-BE49-F238E27FC236}">
                    <a16:creationId xmlns:a16="http://schemas.microsoft.com/office/drawing/2014/main" id="{026D3985-503E-42F7-AC28-EF154706FA2E}"/>
                  </a:ext>
                </a:extLst>
              </p:cNvPr>
              <p:cNvSpPr>
                <a:spLocks/>
              </p:cNvSpPr>
              <p:nvPr userDrawn="1"/>
            </p:nvSpPr>
            <p:spPr bwMode="auto">
              <a:xfrm>
                <a:off x="-3859" y="2225"/>
                <a:ext cx="3" cy="3"/>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4" name="Freeform 1189">
                <a:extLst>
                  <a:ext uri="{FF2B5EF4-FFF2-40B4-BE49-F238E27FC236}">
                    <a16:creationId xmlns:a16="http://schemas.microsoft.com/office/drawing/2014/main" id="{A2E26C21-40C3-47FF-814E-A6833BFBD07F}"/>
                  </a:ext>
                </a:extLst>
              </p:cNvPr>
              <p:cNvSpPr>
                <a:spLocks noEditPoints="1"/>
              </p:cNvSpPr>
              <p:nvPr userDrawn="1"/>
            </p:nvSpPr>
            <p:spPr bwMode="auto">
              <a:xfrm>
                <a:off x="-3865" y="2236"/>
                <a:ext cx="9" cy="9"/>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6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6"/>
                      <a:pt x="6" y="6"/>
                      <a:pt x="6" y="6"/>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5" name="Freeform 1190">
                <a:extLst>
                  <a:ext uri="{FF2B5EF4-FFF2-40B4-BE49-F238E27FC236}">
                    <a16:creationId xmlns:a16="http://schemas.microsoft.com/office/drawing/2014/main" id="{FDBDC890-BD7C-4E85-9CF6-BF61D8CED653}"/>
                  </a:ext>
                </a:extLst>
              </p:cNvPr>
              <p:cNvSpPr>
                <a:spLocks/>
              </p:cNvSpPr>
              <p:nvPr userDrawn="1"/>
            </p:nvSpPr>
            <p:spPr bwMode="auto">
              <a:xfrm>
                <a:off x="-3862" y="2235"/>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6" name="Freeform 1191">
                <a:extLst>
                  <a:ext uri="{FF2B5EF4-FFF2-40B4-BE49-F238E27FC236}">
                    <a16:creationId xmlns:a16="http://schemas.microsoft.com/office/drawing/2014/main" id="{62486C1C-72D3-475C-8E71-1E7DEF151867}"/>
                  </a:ext>
                </a:extLst>
              </p:cNvPr>
              <p:cNvSpPr>
                <a:spLocks noEditPoints="1"/>
              </p:cNvSpPr>
              <p:nvPr userDrawn="1"/>
            </p:nvSpPr>
            <p:spPr bwMode="auto">
              <a:xfrm>
                <a:off x="-4172" y="2374"/>
                <a:ext cx="82" cy="8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8"/>
                      <a:pt x="99" y="80"/>
                      <a:pt x="90" y="88"/>
                    </a:cubicBezTo>
                    <a:cubicBezTo>
                      <a:pt x="81" y="97"/>
                      <a:pt x="69" y="102"/>
                      <a:pt x="55" y="102"/>
                    </a:cubicBezTo>
                    <a:cubicBezTo>
                      <a:pt x="41" y="102"/>
                      <a:pt x="29" y="97"/>
                      <a:pt x="20" y="88"/>
                    </a:cubicBezTo>
                    <a:cubicBezTo>
                      <a:pt x="11" y="80"/>
                      <a:pt x="6" y="68"/>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7" name="Freeform 1192">
                <a:extLst>
                  <a:ext uri="{FF2B5EF4-FFF2-40B4-BE49-F238E27FC236}">
                    <a16:creationId xmlns:a16="http://schemas.microsoft.com/office/drawing/2014/main" id="{C1ECD7DC-05FB-4593-B134-E69916D8AF9B}"/>
                  </a:ext>
                </a:extLst>
              </p:cNvPr>
              <p:cNvSpPr>
                <a:spLocks noEditPoints="1"/>
              </p:cNvSpPr>
              <p:nvPr userDrawn="1"/>
            </p:nvSpPr>
            <p:spPr bwMode="auto">
              <a:xfrm>
                <a:off x="-4125" y="2454"/>
                <a:ext cx="18" cy="18"/>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8" name="Freeform 1193">
                <a:extLst>
                  <a:ext uri="{FF2B5EF4-FFF2-40B4-BE49-F238E27FC236}">
                    <a16:creationId xmlns:a16="http://schemas.microsoft.com/office/drawing/2014/main" id="{20C37DB3-EC69-4461-AB38-BFB9BBD73831}"/>
                  </a:ext>
                </a:extLst>
              </p:cNvPr>
              <p:cNvSpPr>
                <a:spLocks/>
              </p:cNvSpPr>
              <p:nvPr userDrawn="1"/>
            </p:nvSpPr>
            <p:spPr bwMode="auto">
              <a:xfrm>
                <a:off x="-4119" y="2472"/>
                <a:ext cx="14" cy="14"/>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9" name="Freeform 1194">
                <a:extLst>
                  <a:ext uri="{FF2B5EF4-FFF2-40B4-BE49-F238E27FC236}">
                    <a16:creationId xmlns:a16="http://schemas.microsoft.com/office/drawing/2014/main" id="{315EC9A3-A686-4DCB-8AB5-3032FF6F7DA5}"/>
                  </a:ext>
                </a:extLst>
              </p:cNvPr>
              <p:cNvSpPr>
                <a:spLocks noEditPoints="1"/>
              </p:cNvSpPr>
              <p:nvPr userDrawn="1"/>
            </p:nvSpPr>
            <p:spPr bwMode="auto">
              <a:xfrm>
                <a:off x="-4105" y="2480"/>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0" name="Freeform 1195">
                <a:extLst>
                  <a:ext uri="{FF2B5EF4-FFF2-40B4-BE49-F238E27FC236}">
                    <a16:creationId xmlns:a16="http://schemas.microsoft.com/office/drawing/2014/main" id="{050FD693-38D0-4AC0-B78A-EC2E5BC95DFA}"/>
                  </a:ext>
                </a:extLst>
              </p:cNvPr>
              <p:cNvSpPr>
                <a:spLocks noEditPoints="1"/>
              </p:cNvSpPr>
              <p:nvPr userDrawn="1"/>
            </p:nvSpPr>
            <p:spPr bwMode="auto">
              <a:xfrm>
                <a:off x="-4064" y="3085"/>
                <a:ext cx="94" cy="93"/>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2"/>
                      <a:pt x="79" y="118"/>
                      <a:pt x="63" y="118"/>
                    </a:cubicBezTo>
                    <a:cubicBezTo>
                      <a:pt x="47" y="118"/>
                      <a:pt x="33" y="112"/>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1" name="Freeform 1196">
                <a:extLst>
                  <a:ext uri="{FF2B5EF4-FFF2-40B4-BE49-F238E27FC236}">
                    <a16:creationId xmlns:a16="http://schemas.microsoft.com/office/drawing/2014/main" id="{D52C34E9-557B-4849-BB81-B26D7D0481AA}"/>
                  </a:ext>
                </a:extLst>
              </p:cNvPr>
              <p:cNvSpPr>
                <a:spLocks noEditPoints="1"/>
              </p:cNvSpPr>
              <p:nvPr userDrawn="1"/>
            </p:nvSpPr>
            <p:spPr bwMode="auto">
              <a:xfrm>
                <a:off x="-4010" y="3178"/>
                <a:ext cx="19" cy="19"/>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2" name="Freeform 1197">
                <a:extLst>
                  <a:ext uri="{FF2B5EF4-FFF2-40B4-BE49-F238E27FC236}">
                    <a16:creationId xmlns:a16="http://schemas.microsoft.com/office/drawing/2014/main" id="{AC98EDFC-1413-4ABE-9C2E-29401A90047E}"/>
                  </a:ext>
                </a:extLst>
              </p:cNvPr>
              <p:cNvSpPr>
                <a:spLocks/>
              </p:cNvSpPr>
              <p:nvPr userDrawn="1"/>
            </p:nvSpPr>
            <p:spPr bwMode="auto">
              <a:xfrm>
                <a:off x="-4003" y="3198"/>
                <a:ext cx="15" cy="15"/>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3"/>
                      <a:pt x="13" y="14"/>
                      <a:pt x="10" y="14"/>
                    </a:cubicBezTo>
                    <a:cubicBezTo>
                      <a:pt x="8" y="14"/>
                      <a:pt x="6" y="13"/>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3" name="Freeform 1198">
                <a:extLst>
                  <a:ext uri="{FF2B5EF4-FFF2-40B4-BE49-F238E27FC236}">
                    <a16:creationId xmlns:a16="http://schemas.microsoft.com/office/drawing/2014/main" id="{682DD571-4AF4-42CD-BF02-63CC1DC789D8}"/>
                  </a:ext>
                </a:extLst>
              </p:cNvPr>
              <p:cNvSpPr>
                <a:spLocks noEditPoints="1"/>
              </p:cNvSpPr>
              <p:nvPr userDrawn="1"/>
            </p:nvSpPr>
            <p:spPr bwMode="auto">
              <a:xfrm>
                <a:off x="-3987" y="3207"/>
                <a:ext cx="13" cy="1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4"/>
                      <a:pt x="4" y="17"/>
                      <a:pt x="8" y="17"/>
                    </a:cubicBezTo>
                    <a:cubicBezTo>
                      <a:pt x="13" y="17"/>
                      <a:pt x="17" y="14"/>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4" name="Freeform 1199">
                <a:extLst>
                  <a:ext uri="{FF2B5EF4-FFF2-40B4-BE49-F238E27FC236}">
                    <a16:creationId xmlns:a16="http://schemas.microsoft.com/office/drawing/2014/main" id="{53C099DD-B6D4-432F-8B2D-AF8B6750406B}"/>
                  </a:ext>
                </a:extLst>
              </p:cNvPr>
              <p:cNvSpPr>
                <a:spLocks noEditPoints="1"/>
              </p:cNvSpPr>
              <p:nvPr userDrawn="1"/>
            </p:nvSpPr>
            <p:spPr bwMode="auto">
              <a:xfrm>
                <a:off x="-4084" y="2684"/>
                <a:ext cx="84" cy="82"/>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5" name="Freeform 1200">
                <a:extLst>
                  <a:ext uri="{FF2B5EF4-FFF2-40B4-BE49-F238E27FC236}">
                    <a16:creationId xmlns:a16="http://schemas.microsoft.com/office/drawing/2014/main" id="{95A95B1F-3033-4778-AB70-AEEAF1DDC9E7}"/>
                  </a:ext>
                </a:extLst>
              </p:cNvPr>
              <p:cNvSpPr>
                <a:spLocks/>
              </p:cNvSpPr>
              <p:nvPr userDrawn="1"/>
            </p:nvSpPr>
            <p:spPr bwMode="auto">
              <a:xfrm>
                <a:off x="-4036" y="2764"/>
                <a:ext cx="17" cy="18"/>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6" name="Freeform 1201">
                <a:extLst>
                  <a:ext uri="{FF2B5EF4-FFF2-40B4-BE49-F238E27FC236}">
                    <a16:creationId xmlns:a16="http://schemas.microsoft.com/office/drawing/2014/main" id="{68AB2613-8A85-4506-A6C3-10545E376FF7}"/>
                  </a:ext>
                </a:extLst>
              </p:cNvPr>
              <p:cNvSpPr>
                <a:spLocks/>
              </p:cNvSpPr>
              <p:nvPr userDrawn="1"/>
            </p:nvSpPr>
            <p:spPr bwMode="auto">
              <a:xfrm>
                <a:off x="-4030" y="2782"/>
                <a:ext cx="14" cy="14"/>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7" name="Freeform 1202">
                <a:extLst>
                  <a:ext uri="{FF2B5EF4-FFF2-40B4-BE49-F238E27FC236}">
                    <a16:creationId xmlns:a16="http://schemas.microsoft.com/office/drawing/2014/main" id="{140658E7-5FC2-4CF4-BBE3-15670D6AC344}"/>
                  </a:ext>
                </a:extLst>
              </p:cNvPr>
              <p:cNvSpPr>
                <a:spLocks noEditPoints="1"/>
              </p:cNvSpPr>
              <p:nvPr userDrawn="1"/>
            </p:nvSpPr>
            <p:spPr bwMode="auto">
              <a:xfrm>
                <a:off x="-4017" y="2790"/>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8" name="Freeform 1203">
                <a:extLst>
                  <a:ext uri="{FF2B5EF4-FFF2-40B4-BE49-F238E27FC236}">
                    <a16:creationId xmlns:a16="http://schemas.microsoft.com/office/drawing/2014/main" id="{61710AE1-C92B-46B8-91B2-2645E10FC4D9}"/>
                  </a:ext>
                </a:extLst>
              </p:cNvPr>
              <p:cNvSpPr>
                <a:spLocks noEditPoints="1"/>
              </p:cNvSpPr>
              <p:nvPr userDrawn="1"/>
            </p:nvSpPr>
            <p:spPr bwMode="auto">
              <a:xfrm>
                <a:off x="-4284" y="2792"/>
                <a:ext cx="92" cy="90"/>
              </a:xfrm>
              <a:custGeom>
                <a:avLst/>
                <a:gdLst>
                  <a:gd name="T0" fmla="*/ 62 w 123"/>
                  <a:gd name="T1" fmla="*/ 114 h 120"/>
                  <a:gd name="T2" fmla="*/ 17 w 123"/>
                  <a:gd name="T3" fmla="*/ 93 h 120"/>
                  <a:gd name="T4" fmla="*/ 6 w 123"/>
                  <a:gd name="T5" fmla="*/ 60 h 120"/>
                  <a:gd name="T6" fmla="*/ 28 w 123"/>
                  <a:gd name="T7" fmla="*/ 17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4"/>
                      <a:pt x="14" y="27"/>
                      <a:pt x="28" y="17"/>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9" name="Freeform 1204">
                <a:extLst>
                  <a:ext uri="{FF2B5EF4-FFF2-40B4-BE49-F238E27FC236}">
                    <a16:creationId xmlns:a16="http://schemas.microsoft.com/office/drawing/2014/main" id="{309AF0B0-3A7E-46CD-A197-A1BCD813A414}"/>
                  </a:ext>
                </a:extLst>
              </p:cNvPr>
              <p:cNvSpPr>
                <a:spLocks noEditPoints="1"/>
              </p:cNvSpPr>
              <p:nvPr userDrawn="1"/>
            </p:nvSpPr>
            <p:spPr bwMode="auto">
              <a:xfrm>
                <a:off x="-4202" y="2862"/>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7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7"/>
                      <a:pt x="21" y="7"/>
                      <a:pt x="21" y="7"/>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9"/>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0" name="Freeform 1205">
                <a:extLst>
                  <a:ext uri="{FF2B5EF4-FFF2-40B4-BE49-F238E27FC236}">
                    <a16:creationId xmlns:a16="http://schemas.microsoft.com/office/drawing/2014/main" id="{0F50B450-9D4D-4CA8-B65F-DFBB838EBE18}"/>
                  </a:ext>
                </a:extLst>
              </p:cNvPr>
              <p:cNvSpPr>
                <a:spLocks noEditPoints="1"/>
              </p:cNvSpPr>
              <p:nvPr userDrawn="1"/>
            </p:nvSpPr>
            <p:spPr bwMode="auto">
              <a:xfrm>
                <a:off x="-4185" y="2875"/>
                <a:ext cx="15" cy="15"/>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4" y="8"/>
                    </a:moveTo>
                    <a:cubicBezTo>
                      <a:pt x="16" y="6"/>
                      <a:pt x="16" y="6"/>
                      <a:pt x="16" y="6"/>
                    </a:cubicBezTo>
                    <a:cubicBezTo>
                      <a:pt x="14" y="8"/>
                      <a:pt x="14" y="8"/>
                      <a:pt x="14" y="8"/>
                    </a:cubicBezTo>
                    <a:cubicBezTo>
                      <a:pt x="14" y="9"/>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7"/>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0" y="20"/>
                      <a:pt x="10" y="20"/>
                      <a:pt x="10" y="20"/>
                    </a:cubicBezTo>
                    <a:cubicBezTo>
                      <a:pt x="13"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1" name="Freeform 1206">
                <a:extLst>
                  <a:ext uri="{FF2B5EF4-FFF2-40B4-BE49-F238E27FC236}">
                    <a16:creationId xmlns:a16="http://schemas.microsoft.com/office/drawing/2014/main" id="{95F48013-2875-4A36-9C25-530E90B84E09}"/>
                  </a:ext>
                </a:extLst>
              </p:cNvPr>
              <p:cNvSpPr>
                <a:spLocks noEditPoints="1"/>
              </p:cNvSpPr>
              <p:nvPr userDrawn="1"/>
            </p:nvSpPr>
            <p:spPr bwMode="auto">
              <a:xfrm>
                <a:off x="-4167" y="2874"/>
                <a:ext cx="12" cy="13"/>
              </a:xfrm>
              <a:custGeom>
                <a:avLst/>
                <a:gdLst>
                  <a:gd name="T0" fmla="*/ 9 w 17"/>
                  <a:gd name="T1" fmla="*/ 11 h 17"/>
                  <a:gd name="T2" fmla="*/ 6 w 17"/>
                  <a:gd name="T3" fmla="*/ 10 h 17"/>
                  <a:gd name="T4" fmla="*/ 6 w 17"/>
                  <a:gd name="T5" fmla="*/ 8 h 17"/>
                  <a:gd name="T6" fmla="*/ 7 w 17"/>
                  <a:gd name="T7" fmla="*/ 6 h 17"/>
                  <a:gd name="T8" fmla="*/ 9 w 17"/>
                  <a:gd name="T9" fmla="*/ 6 h 17"/>
                  <a:gd name="T10" fmla="*/ 11 w 17"/>
                  <a:gd name="T11" fmla="*/ 7 h 17"/>
                  <a:gd name="T12" fmla="*/ 11 w 17"/>
                  <a:gd name="T13" fmla="*/ 7 h 17"/>
                  <a:gd name="T14" fmla="*/ 11 w 17"/>
                  <a:gd name="T15" fmla="*/ 8 h 17"/>
                  <a:gd name="T16" fmla="*/ 10 w 17"/>
                  <a:gd name="T17" fmla="*/ 10 h 17"/>
                  <a:gd name="T18" fmla="*/ 9 w 17"/>
                  <a:gd name="T19" fmla="*/ 11 h 17"/>
                  <a:gd name="T20" fmla="*/ 9 w 17"/>
                  <a:gd name="T21" fmla="*/ 0 h 17"/>
                  <a:gd name="T22" fmla="*/ 9 w 17"/>
                  <a:gd name="T23" fmla="*/ 0 h 17"/>
                  <a:gd name="T24" fmla="*/ 3 w 17"/>
                  <a:gd name="T25" fmla="*/ 1 h 17"/>
                  <a:gd name="T26" fmla="*/ 0 w 17"/>
                  <a:gd name="T27" fmla="*/ 8 h 17"/>
                  <a:gd name="T28" fmla="*/ 2 w 17"/>
                  <a:gd name="T29" fmla="*/ 13 h 17"/>
                  <a:gd name="T30" fmla="*/ 9 w 17"/>
                  <a:gd name="T31" fmla="*/ 17 h 17"/>
                  <a:gd name="T32" fmla="*/ 9 w 17"/>
                  <a:gd name="T33" fmla="*/ 17 h 17"/>
                  <a:gd name="T34" fmla="*/ 14 w 17"/>
                  <a:gd name="T35" fmla="*/ 15 h 17"/>
                  <a:gd name="T36" fmla="*/ 17 w 17"/>
                  <a:gd name="T37" fmla="*/ 8 h 17"/>
                  <a:gd name="T38" fmla="*/ 16 w 17"/>
                  <a:gd name="T39" fmla="*/ 3 h 17"/>
                  <a:gd name="T40" fmla="*/ 13 w 17"/>
                  <a:gd name="T41" fmla="*/ 5 h 17"/>
                  <a:gd name="T42" fmla="*/ 16 w 17"/>
                  <a:gd name="T43" fmla="*/ 3 h 17"/>
                  <a:gd name="T44" fmla="*/ 9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9" y="11"/>
                    </a:moveTo>
                    <a:cubicBezTo>
                      <a:pt x="8" y="11"/>
                      <a:pt x="7" y="10"/>
                      <a:pt x="6" y="10"/>
                    </a:cubicBezTo>
                    <a:cubicBezTo>
                      <a:pt x="6" y="9"/>
                      <a:pt x="6" y="9"/>
                      <a:pt x="6" y="8"/>
                    </a:cubicBezTo>
                    <a:cubicBezTo>
                      <a:pt x="6" y="7"/>
                      <a:pt x="6" y="7"/>
                      <a:pt x="7" y="6"/>
                    </a:cubicBezTo>
                    <a:cubicBezTo>
                      <a:pt x="8" y="6"/>
                      <a:pt x="8" y="6"/>
                      <a:pt x="9" y="6"/>
                    </a:cubicBezTo>
                    <a:cubicBezTo>
                      <a:pt x="10" y="6"/>
                      <a:pt x="10" y="6"/>
                      <a:pt x="11" y="7"/>
                    </a:cubicBezTo>
                    <a:cubicBezTo>
                      <a:pt x="11" y="7"/>
                      <a:pt x="11" y="7"/>
                      <a:pt x="11" y="7"/>
                    </a:cubicBezTo>
                    <a:cubicBezTo>
                      <a:pt x="11" y="7"/>
                      <a:pt x="11" y="8"/>
                      <a:pt x="11" y="8"/>
                    </a:cubicBezTo>
                    <a:cubicBezTo>
                      <a:pt x="11" y="9"/>
                      <a:pt x="11" y="10"/>
                      <a:pt x="10" y="10"/>
                    </a:cubicBezTo>
                    <a:cubicBezTo>
                      <a:pt x="10" y="11"/>
                      <a:pt x="9" y="11"/>
                      <a:pt x="9" y="11"/>
                    </a:cubicBezTo>
                    <a:moveTo>
                      <a:pt x="9" y="0"/>
                    </a:moveTo>
                    <a:cubicBezTo>
                      <a:pt x="9" y="0"/>
                      <a:pt x="9" y="0"/>
                      <a:pt x="9" y="0"/>
                    </a:cubicBezTo>
                    <a:cubicBezTo>
                      <a:pt x="7" y="0"/>
                      <a:pt x="5" y="0"/>
                      <a:pt x="3" y="1"/>
                    </a:cubicBezTo>
                    <a:cubicBezTo>
                      <a:pt x="1" y="3"/>
                      <a:pt x="0" y="6"/>
                      <a:pt x="0" y="8"/>
                    </a:cubicBezTo>
                    <a:cubicBezTo>
                      <a:pt x="0" y="10"/>
                      <a:pt x="1" y="12"/>
                      <a:pt x="2" y="13"/>
                    </a:cubicBezTo>
                    <a:cubicBezTo>
                      <a:pt x="3" y="16"/>
                      <a:pt x="6" y="17"/>
                      <a:pt x="9" y="17"/>
                    </a:cubicBezTo>
                    <a:cubicBezTo>
                      <a:pt x="9" y="17"/>
                      <a:pt x="9" y="17"/>
                      <a:pt x="9" y="17"/>
                    </a:cubicBezTo>
                    <a:cubicBezTo>
                      <a:pt x="10" y="17"/>
                      <a:pt x="12" y="16"/>
                      <a:pt x="14" y="15"/>
                    </a:cubicBezTo>
                    <a:cubicBezTo>
                      <a:pt x="16" y="13"/>
                      <a:pt x="17" y="11"/>
                      <a:pt x="17" y="8"/>
                    </a:cubicBezTo>
                    <a:cubicBezTo>
                      <a:pt x="17" y="6"/>
                      <a:pt x="17" y="4"/>
                      <a:pt x="16" y="3"/>
                    </a:cubicBezTo>
                    <a:cubicBezTo>
                      <a:pt x="13" y="5"/>
                      <a:pt x="13" y="5"/>
                      <a:pt x="13" y="5"/>
                    </a:cubicBezTo>
                    <a:cubicBezTo>
                      <a:pt x="16" y="3"/>
                      <a:pt x="16" y="3"/>
                      <a:pt x="16" y="3"/>
                    </a:cubicBezTo>
                    <a:cubicBezTo>
                      <a:pt x="14"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2" name="Freeform 1207">
                <a:extLst>
                  <a:ext uri="{FF2B5EF4-FFF2-40B4-BE49-F238E27FC236}">
                    <a16:creationId xmlns:a16="http://schemas.microsoft.com/office/drawing/2014/main" id="{6014C824-A05C-482F-A159-914F1BF57185}"/>
                  </a:ext>
                </a:extLst>
              </p:cNvPr>
              <p:cNvSpPr>
                <a:spLocks/>
              </p:cNvSpPr>
              <p:nvPr userDrawn="1"/>
            </p:nvSpPr>
            <p:spPr bwMode="auto">
              <a:xfrm>
                <a:off x="-4945" y="2613"/>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2"/>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4"/>
                      <a:pt x="192" y="163"/>
                      <a:pt x="166" y="182"/>
                    </a:cubicBezTo>
                    <a:cubicBezTo>
                      <a:pt x="148" y="196"/>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3" name="Freeform 1208">
                <a:extLst>
                  <a:ext uri="{FF2B5EF4-FFF2-40B4-BE49-F238E27FC236}">
                    <a16:creationId xmlns:a16="http://schemas.microsoft.com/office/drawing/2014/main" id="{7AFDEAD3-8467-415D-B2F1-8C2CAB32F84E}"/>
                  </a:ext>
                </a:extLst>
              </p:cNvPr>
              <p:cNvSpPr>
                <a:spLocks noEditPoints="1"/>
              </p:cNvSpPr>
              <p:nvPr userDrawn="1"/>
            </p:nvSpPr>
            <p:spPr bwMode="auto">
              <a:xfrm>
                <a:off x="-4800" y="2735"/>
                <a:ext cx="31" cy="31"/>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9"/>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7"/>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4" name="Freeform 1209">
                <a:extLst>
                  <a:ext uri="{FF2B5EF4-FFF2-40B4-BE49-F238E27FC236}">
                    <a16:creationId xmlns:a16="http://schemas.microsoft.com/office/drawing/2014/main" id="{BF8EDABF-4791-4805-803C-6AC84508F52C}"/>
                  </a:ext>
                </a:extLst>
              </p:cNvPr>
              <p:cNvSpPr>
                <a:spLocks/>
              </p:cNvSpPr>
              <p:nvPr userDrawn="1"/>
            </p:nvSpPr>
            <p:spPr bwMode="auto">
              <a:xfrm>
                <a:off x="-4770" y="2759"/>
                <a:ext cx="24" cy="22"/>
              </a:xfrm>
              <a:custGeom>
                <a:avLst/>
                <a:gdLst>
                  <a:gd name="T0" fmla="*/ 15 w 31"/>
                  <a:gd name="T1" fmla="*/ 0 h 30"/>
                  <a:gd name="T2" fmla="*/ 15 w 31"/>
                  <a:gd name="T3" fmla="*/ 0 h 30"/>
                  <a:gd name="T4" fmla="*/ 6 w 31"/>
                  <a:gd name="T5" fmla="*/ 3 h 30"/>
                  <a:gd name="T6" fmla="*/ 0 w 31"/>
                  <a:gd name="T7" fmla="*/ 15 h 30"/>
                  <a:gd name="T8" fmla="*/ 3 w 31"/>
                  <a:gd name="T9" fmla="*/ 24 h 30"/>
                  <a:gd name="T10" fmla="*/ 15 w 31"/>
                  <a:gd name="T11" fmla="*/ 30 h 30"/>
                  <a:gd name="T12" fmla="*/ 16 w 31"/>
                  <a:gd name="T13" fmla="*/ 30 h 30"/>
                  <a:gd name="T14" fmla="*/ 25 w 31"/>
                  <a:gd name="T15" fmla="*/ 27 h 30"/>
                  <a:gd name="T16" fmla="*/ 31 w 31"/>
                  <a:gd name="T17" fmla="*/ 15 h 30"/>
                  <a:gd name="T18" fmla="*/ 28 w 31"/>
                  <a:gd name="T19" fmla="*/ 6 h 30"/>
                  <a:gd name="T20" fmla="*/ 25 w 31"/>
                  <a:gd name="T21" fmla="*/ 7 h 30"/>
                  <a:gd name="T22" fmla="*/ 23 w 31"/>
                  <a:gd name="T23" fmla="*/ 9 h 30"/>
                  <a:gd name="T24" fmla="*/ 25 w 31"/>
                  <a:gd name="T25" fmla="*/ 15 h 30"/>
                  <a:gd name="T26" fmla="*/ 21 w 31"/>
                  <a:gd name="T27" fmla="*/ 22 h 30"/>
                  <a:gd name="T28" fmla="*/ 16 w 31"/>
                  <a:gd name="T29" fmla="*/ 24 h 30"/>
                  <a:gd name="T30" fmla="*/ 8 w 31"/>
                  <a:gd name="T31" fmla="*/ 20 h 30"/>
                  <a:gd name="T32" fmla="*/ 6 w 31"/>
                  <a:gd name="T33" fmla="*/ 15 h 30"/>
                  <a:gd name="T34" fmla="*/ 10 w 31"/>
                  <a:gd name="T35" fmla="*/ 7 h 30"/>
                  <a:gd name="T36" fmla="*/ 15 w 31"/>
                  <a:gd name="T37" fmla="*/ 6 h 30"/>
                  <a:gd name="T38" fmla="*/ 23 w 31"/>
                  <a:gd name="T39" fmla="*/ 9 h 30"/>
                  <a:gd name="T40" fmla="*/ 25 w 31"/>
                  <a:gd name="T41" fmla="*/ 7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cubicBezTo>
                      <a:pt x="13" y="24"/>
                      <a:pt x="10" y="23"/>
                      <a:pt x="8" y="20"/>
                    </a:cubicBezTo>
                    <a:cubicBezTo>
                      <a:pt x="7" y="19"/>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345" name="Freeform 1211">
              <a:extLst>
                <a:ext uri="{FF2B5EF4-FFF2-40B4-BE49-F238E27FC236}">
                  <a16:creationId xmlns:a16="http://schemas.microsoft.com/office/drawing/2014/main" id="{B179BE57-D389-4015-901B-DF04A50ED3C6}"/>
                </a:ext>
              </a:extLst>
            </p:cNvPr>
            <p:cNvSpPr>
              <a:spLocks/>
            </p:cNvSpPr>
            <p:nvPr userDrawn="1"/>
          </p:nvSpPr>
          <p:spPr bwMode="auto">
            <a:xfrm>
              <a:off x="210979" y="5124652"/>
              <a:ext cx="40138" cy="36124"/>
            </a:xfrm>
            <a:custGeom>
              <a:avLst/>
              <a:gdLst>
                <a:gd name="T0" fmla="*/ 13 w 26"/>
                <a:gd name="T1" fmla="*/ 0 h 25"/>
                <a:gd name="T2" fmla="*/ 13 w 26"/>
                <a:gd name="T3" fmla="*/ 0 h 25"/>
                <a:gd name="T4" fmla="*/ 5 w 26"/>
                <a:gd name="T5" fmla="*/ 2 h 25"/>
                <a:gd name="T6" fmla="*/ 0 w 26"/>
                <a:gd name="T7" fmla="*/ 12 h 25"/>
                <a:gd name="T8" fmla="*/ 2 w 26"/>
                <a:gd name="T9" fmla="*/ 20 h 25"/>
                <a:gd name="T10" fmla="*/ 13 w 26"/>
                <a:gd name="T11" fmla="*/ 25 h 25"/>
                <a:gd name="T12" fmla="*/ 13 w 26"/>
                <a:gd name="T13" fmla="*/ 25 h 25"/>
                <a:gd name="T14" fmla="*/ 21 w 26"/>
                <a:gd name="T15" fmla="*/ 23 h 25"/>
                <a:gd name="T16" fmla="*/ 26 w 26"/>
                <a:gd name="T17" fmla="*/ 12 h 25"/>
                <a:gd name="T18" fmla="*/ 23 w 26"/>
                <a:gd name="T19" fmla="*/ 5 h 25"/>
                <a:gd name="T20" fmla="*/ 21 w 26"/>
                <a:gd name="T21" fmla="*/ 6 h 25"/>
                <a:gd name="T22" fmla="*/ 19 w 26"/>
                <a:gd name="T23" fmla="*/ 8 h 25"/>
                <a:gd name="T24" fmla="*/ 20 w 26"/>
                <a:gd name="T25" fmla="*/ 12 h 25"/>
                <a:gd name="T26" fmla="*/ 17 w 26"/>
                <a:gd name="T27" fmla="*/ 18 h 25"/>
                <a:gd name="T28" fmla="*/ 13 w 26"/>
                <a:gd name="T29" fmla="*/ 19 h 25"/>
                <a:gd name="T30" fmla="*/ 7 w 26"/>
                <a:gd name="T31" fmla="*/ 17 h 25"/>
                <a:gd name="T32" fmla="*/ 6 w 26"/>
                <a:gd name="T33" fmla="*/ 12 h 25"/>
                <a:gd name="T34" fmla="*/ 9 w 26"/>
                <a:gd name="T35" fmla="*/ 7 h 25"/>
                <a:gd name="T36" fmla="*/ 13 w 26"/>
                <a:gd name="T37" fmla="*/ 6 h 25"/>
                <a:gd name="T38" fmla="*/ 19 w 26"/>
                <a:gd name="T39" fmla="*/ 8 h 25"/>
                <a:gd name="T40" fmla="*/ 21 w 26"/>
                <a:gd name="T41" fmla="*/ 6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0"/>
                  </a:moveTo>
                  <a:cubicBezTo>
                    <a:pt x="13" y="0"/>
                    <a:pt x="13" y="0"/>
                    <a:pt x="13" y="0"/>
                  </a:cubicBezTo>
                  <a:cubicBezTo>
                    <a:pt x="10" y="0"/>
                    <a:pt x="7" y="0"/>
                    <a:pt x="5" y="2"/>
                  </a:cubicBezTo>
                  <a:cubicBezTo>
                    <a:pt x="2" y="5"/>
                    <a:pt x="0" y="9"/>
                    <a:pt x="0" y="12"/>
                  </a:cubicBezTo>
                  <a:cubicBezTo>
                    <a:pt x="0" y="15"/>
                    <a:pt x="1" y="18"/>
                    <a:pt x="2" y="20"/>
                  </a:cubicBezTo>
                  <a:cubicBezTo>
                    <a:pt x="5" y="24"/>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7"/>
                    <a:pt x="17" y="18"/>
                  </a:cubicBezTo>
                  <a:cubicBezTo>
                    <a:pt x="16" y="19"/>
                    <a:pt x="14" y="19"/>
                    <a:pt x="13" y="19"/>
                  </a:cubicBezTo>
                  <a:cubicBezTo>
                    <a:pt x="11" y="19"/>
                    <a:pt x="9" y="18"/>
                    <a:pt x="7" y="17"/>
                  </a:cubicBezTo>
                  <a:cubicBezTo>
                    <a:pt x="6" y="15"/>
                    <a:pt x="6" y="14"/>
                    <a:pt x="6" y="12"/>
                  </a:cubicBezTo>
                  <a:cubicBezTo>
                    <a:pt x="6" y="10"/>
                    <a:pt x="7" y="8"/>
                    <a:pt x="9" y="7"/>
                  </a:cubicBezTo>
                  <a:cubicBezTo>
                    <a:pt x="10" y="6"/>
                    <a:pt x="11" y="6"/>
                    <a:pt x="13" y="6"/>
                  </a:cubicBezTo>
                  <a:cubicBezTo>
                    <a:pt x="15" y="6"/>
                    <a:pt x="17" y="7"/>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6" name="Freeform 1212">
              <a:extLst>
                <a:ext uri="{FF2B5EF4-FFF2-40B4-BE49-F238E27FC236}">
                  <a16:creationId xmlns:a16="http://schemas.microsoft.com/office/drawing/2014/main" id="{06B557D0-C2EA-46AF-BE91-6DB9EB681CCC}"/>
                </a:ext>
              </a:extLst>
            </p:cNvPr>
            <p:cNvSpPr>
              <a:spLocks/>
            </p:cNvSpPr>
            <p:nvPr userDrawn="1"/>
          </p:nvSpPr>
          <p:spPr bwMode="auto">
            <a:xfrm>
              <a:off x="1009730" y="4514550"/>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10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10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10"/>
                    <a:pt x="71" y="10"/>
                    <a:pt x="71" y="10"/>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10"/>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7" name="Freeform 1213">
              <a:extLst>
                <a:ext uri="{FF2B5EF4-FFF2-40B4-BE49-F238E27FC236}">
                  <a16:creationId xmlns:a16="http://schemas.microsoft.com/office/drawing/2014/main" id="{E71170AB-5843-49F2-89D2-8036265FEDFD}"/>
                </a:ext>
              </a:extLst>
            </p:cNvPr>
            <p:cNvSpPr>
              <a:spLocks/>
            </p:cNvSpPr>
            <p:nvPr userDrawn="1"/>
          </p:nvSpPr>
          <p:spPr bwMode="auto">
            <a:xfrm>
              <a:off x="989661" y="4516557"/>
              <a:ext cx="34118" cy="34118"/>
            </a:xfrm>
            <a:custGeom>
              <a:avLst/>
              <a:gdLst>
                <a:gd name="T0" fmla="*/ 11 w 23"/>
                <a:gd name="T1" fmla="*/ 0 h 23"/>
                <a:gd name="T2" fmla="*/ 5 w 23"/>
                <a:gd name="T3" fmla="*/ 2 h 23"/>
                <a:gd name="T4" fmla="*/ 0 w 23"/>
                <a:gd name="T5" fmla="*/ 8 h 23"/>
                <a:gd name="T6" fmla="*/ 0 w 23"/>
                <a:gd name="T7" fmla="*/ 11 h 23"/>
                <a:gd name="T8" fmla="*/ 8 w 23"/>
                <a:gd name="T9" fmla="*/ 22 h 23"/>
                <a:gd name="T10" fmla="*/ 12 w 23"/>
                <a:gd name="T11" fmla="*/ 23 h 23"/>
                <a:gd name="T12" fmla="*/ 18 w 23"/>
                <a:gd name="T13" fmla="*/ 21 h 23"/>
                <a:gd name="T14" fmla="*/ 23 w 23"/>
                <a:gd name="T15" fmla="*/ 16 h 23"/>
                <a:gd name="T16" fmla="*/ 23 w 23"/>
                <a:gd name="T17" fmla="*/ 12 h 23"/>
                <a:gd name="T18" fmla="*/ 15 w 23"/>
                <a:gd name="T19" fmla="*/ 1 h 23"/>
                <a:gd name="T20" fmla="*/ 14 w 23"/>
                <a:gd name="T21" fmla="*/ 4 h 23"/>
                <a:gd name="T22" fmla="*/ 13 w 23"/>
                <a:gd name="T23" fmla="*/ 7 h 23"/>
                <a:gd name="T24" fmla="*/ 17 w 23"/>
                <a:gd name="T25" fmla="*/ 12 h 23"/>
                <a:gd name="T26" fmla="*/ 17 w 23"/>
                <a:gd name="T27" fmla="*/ 14 h 23"/>
                <a:gd name="T28" fmla="*/ 15 w 23"/>
                <a:gd name="T29" fmla="*/ 16 h 23"/>
                <a:gd name="T30" fmla="*/ 12 w 23"/>
                <a:gd name="T31" fmla="*/ 17 h 23"/>
                <a:gd name="T32" fmla="*/ 10 w 23"/>
                <a:gd name="T33" fmla="*/ 17 h 23"/>
                <a:gd name="T34" fmla="*/ 6 w 23"/>
                <a:gd name="T35" fmla="*/ 11 h 23"/>
                <a:gd name="T36" fmla="*/ 6 w 23"/>
                <a:gd name="T37" fmla="*/ 10 h 23"/>
                <a:gd name="T38" fmla="*/ 8 w 23"/>
                <a:gd name="T39" fmla="*/ 7 h 23"/>
                <a:gd name="T40" fmla="*/ 11 w 23"/>
                <a:gd name="T41" fmla="*/ 6 h 23"/>
                <a:gd name="T42" fmla="*/ 13 w 23"/>
                <a:gd name="T43" fmla="*/ 7 h 23"/>
                <a:gd name="T44" fmla="*/ 14 w 23"/>
                <a:gd name="T45" fmla="*/ 4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1" y="0"/>
                  </a:moveTo>
                  <a:cubicBezTo>
                    <a:pt x="9" y="0"/>
                    <a:pt x="6" y="1"/>
                    <a:pt x="5" y="2"/>
                  </a:cubicBezTo>
                  <a:cubicBezTo>
                    <a:pt x="3" y="4"/>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cubicBezTo>
                    <a:pt x="14" y="4"/>
                    <a:pt x="14" y="4"/>
                    <a:pt x="14" y="4"/>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8" name="Freeform 1214">
              <a:extLst>
                <a:ext uri="{FF2B5EF4-FFF2-40B4-BE49-F238E27FC236}">
                  <a16:creationId xmlns:a16="http://schemas.microsoft.com/office/drawing/2014/main" id="{A3A9C57E-E715-42B9-9296-84FCED211454}"/>
                </a:ext>
              </a:extLst>
            </p:cNvPr>
            <p:cNvSpPr>
              <a:spLocks/>
            </p:cNvSpPr>
            <p:nvPr userDrawn="1"/>
          </p:nvSpPr>
          <p:spPr bwMode="auto">
            <a:xfrm>
              <a:off x="965578" y="4502509"/>
              <a:ext cx="28097" cy="26090"/>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3"/>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9" name="Freeform 1215">
              <a:extLst>
                <a:ext uri="{FF2B5EF4-FFF2-40B4-BE49-F238E27FC236}">
                  <a16:creationId xmlns:a16="http://schemas.microsoft.com/office/drawing/2014/main" id="{B99FA13E-40E5-4A03-8168-5D6DC02CECAE}"/>
                </a:ext>
              </a:extLst>
            </p:cNvPr>
            <p:cNvSpPr>
              <a:spLocks noEditPoints="1"/>
            </p:cNvSpPr>
            <p:nvPr userDrawn="1"/>
          </p:nvSpPr>
          <p:spPr bwMode="auto">
            <a:xfrm>
              <a:off x="963571" y="4478426"/>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3 w 16"/>
                <a:gd name="T33" fmla="*/ 1 h 15"/>
                <a:gd name="T34" fmla="*/ 0 w 16"/>
                <a:gd name="T35" fmla="*/ 5 h 15"/>
                <a:gd name="T36" fmla="*/ 0 w 16"/>
                <a:gd name="T37" fmla="*/ 7 h 15"/>
                <a:gd name="T38" fmla="*/ 5 w 16"/>
                <a:gd name="T39" fmla="*/ 15 h 15"/>
                <a:gd name="T40" fmla="*/ 8 w 16"/>
                <a:gd name="T41" fmla="*/ 15 h 15"/>
                <a:gd name="T42" fmla="*/ 8 w 16"/>
                <a:gd name="T43" fmla="*/ 15 h 15"/>
                <a:gd name="T44" fmla="*/ 13 w 16"/>
                <a:gd name="T45" fmla="*/ 14 h 15"/>
                <a:gd name="T46" fmla="*/ 15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1"/>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0" name="Freeform 1216">
              <a:extLst>
                <a:ext uri="{FF2B5EF4-FFF2-40B4-BE49-F238E27FC236}">
                  <a16:creationId xmlns:a16="http://schemas.microsoft.com/office/drawing/2014/main" id="{600344CB-3AC2-4DFB-B838-90A7A9E1FD93}"/>
                </a:ext>
              </a:extLst>
            </p:cNvPr>
            <p:cNvSpPr>
              <a:spLocks/>
            </p:cNvSpPr>
            <p:nvPr userDrawn="1"/>
          </p:nvSpPr>
          <p:spPr bwMode="auto">
            <a:xfrm>
              <a:off x="202951" y="3888394"/>
              <a:ext cx="118408" cy="110381"/>
            </a:xfrm>
            <a:custGeom>
              <a:avLst/>
              <a:gdLst>
                <a:gd name="T0" fmla="*/ 38 w 79"/>
                <a:gd name="T1" fmla="*/ 0 h 73"/>
                <a:gd name="T2" fmla="*/ 38 w 79"/>
                <a:gd name="T3" fmla="*/ 0 h 73"/>
                <a:gd name="T4" fmla="*/ 16 w 79"/>
                <a:gd name="T5" fmla="*/ 6 h 73"/>
                <a:gd name="T6" fmla="*/ 10 w 79"/>
                <a:gd name="T7" fmla="*/ 12 h 73"/>
                <a:gd name="T8" fmla="*/ 9 w 79"/>
                <a:gd name="T9" fmla="*/ 13 h 73"/>
                <a:gd name="T10" fmla="*/ 6 w 79"/>
                <a:gd name="T11" fmla="*/ 17 h 73"/>
                <a:gd name="T12" fmla="*/ 6 w 79"/>
                <a:gd name="T13" fmla="*/ 17 h 73"/>
                <a:gd name="T14" fmla="*/ 3 w 79"/>
                <a:gd name="T15" fmla="*/ 23 h 73"/>
                <a:gd name="T16" fmla="*/ 0 w 79"/>
                <a:gd name="T17" fmla="*/ 35 h 73"/>
                <a:gd name="T18" fmla="*/ 27 w 79"/>
                <a:gd name="T19" fmla="*/ 70 h 73"/>
                <a:gd name="T20" fmla="*/ 41 w 79"/>
                <a:gd name="T21" fmla="*/ 73 h 73"/>
                <a:gd name="T22" fmla="*/ 63 w 79"/>
                <a:gd name="T23" fmla="*/ 67 h 73"/>
                <a:gd name="T24" fmla="*/ 76 w 79"/>
                <a:gd name="T25" fmla="*/ 50 h 73"/>
                <a:gd name="T26" fmla="*/ 79 w 79"/>
                <a:gd name="T27" fmla="*/ 38 h 73"/>
                <a:gd name="T28" fmla="*/ 52 w 79"/>
                <a:gd name="T29" fmla="*/ 3 h 73"/>
                <a:gd name="T30" fmla="*/ 51 w 79"/>
                <a:gd name="T31" fmla="*/ 5 h 73"/>
                <a:gd name="T32" fmla="*/ 50 w 79"/>
                <a:gd name="T33" fmla="*/ 8 h 73"/>
                <a:gd name="T34" fmla="*/ 73 w 79"/>
                <a:gd name="T35" fmla="*/ 38 h 73"/>
                <a:gd name="T36" fmla="*/ 71 w 79"/>
                <a:gd name="T37" fmla="*/ 48 h 73"/>
                <a:gd name="T38" fmla="*/ 59 w 79"/>
                <a:gd name="T39" fmla="*/ 62 h 73"/>
                <a:gd name="T40" fmla="*/ 41 w 79"/>
                <a:gd name="T41" fmla="*/ 67 h 73"/>
                <a:gd name="T42" fmla="*/ 29 w 79"/>
                <a:gd name="T43" fmla="*/ 65 h 73"/>
                <a:gd name="T44" fmla="*/ 6 w 79"/>
                <a:gd name="T45" fmla="*/ 35 h 73"/>
                <a:gd name="T46" fmla="*/ 8 w 79"/>
                <a:gd name="T47" fmla="*/ 25 h 73"/>
                <a:gd name="T48" fmla="*/ 20 w 79"/>
                <a:gd name="T49" fmla="*/ 11 h 73"/>
                <a:gd name="T50" fmla="*/ 38 w 79"/>
                <a:gd name="T51" fmla="*/ 6 h 73"/>
                <a:gd name="T52" fmla="*/ 50 w 79"/>
                <a:gd name="T53" fmla="*/ 8 h 73"/>
                <a:gd name="T54" fmla="*/ 51 w 79"/>
                <a:gd name="T55" fmla="*/ 5 h 73"/>
                <a:gd name="T56" fmla="*/ 52 w 79"/>
                <a:gd name="T57" fmla="*/ 3 h 73"/>
                <a:gd name="T58" fmla="*/ 38 w 79"/>
                <a:gd name="T5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3">
                  <a:moveTo>
                    <a:pt x="38" y="0"/>
                  </a:moveTo>
                  <a:cubicBezTo>
                    <a:pt x="38" y="0"/>
                    <a:pt x="38" y="0"/>
                    <a:pt x="38" y="0"/>
                  </a:cubicBez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4"/>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5"/>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1" name="Freeform 1217">
              <a:extLst>
                <a:ext uri="{FF2B5EF4-FFF2-40B4-BE49-F238E27FC236}">
                  <a16:creationId xmlns:a16="http://schemas.microsoft.com/office/drawing/2014/main" id="{83692BA7-4568-407B-A1C7-EF3EA841F2C8}"/>
                </a:ext>
              </a:extLst>
            </p:cNvPr>
            <p:cNvSpPr>
              <a:spLocks/>
            </p:cNvSpPr>
            <p:nvPr userDrawn="1"/>
          </p:nvSpPr>
          <p:spPr bwMode="auto">
            <a:xfrm>
              <a:off x="188902" y="3890400"/>
              <a:ext cx="28097" cy="26090"/>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0 w 19"/>
                <a:gd name="T19" fmla="*/ 17 h 17"/>
                <a:gd name="T20" fmla="*/ 15 w 19"/>
                <a:gd name="T21" fmla="*/ 16 h 17"/>
                <a:gd name="T22" fmla="*/ 19 w 19"/>
                <a:gd name="T23" fmla="*/ 11 h 17"/>
                <a:gd name="T24" fmla="*/ 19 w 19"/>
                <a:gd name="T25" fmla="*/ 9 h 17"/>
                <a:gd name="T26" fmla="*/ 13 w 19"/>
                <a:gd name="T27" fmla="*/ 0 h 17"/>
                <a:gd name="T28" fmla="*/ 12 w 19"/>
                <a:gd name="T29" fmla="*/ 3 h 17"/>
                <a:gd name="T30" fmla="*/ 11 w 19"/>
                <a:gd name="T31" fmla="*/ 6 h 17"/>
                <a:gd name="T32" fmla="*/ 13 w 19"/>
                <a:gd name="T33" fmla="*/ 9 h 17"/>
                <a:gd name="T34" fmla="*/ 13 w 19"/>
                <a:gd name="T35" fmla="*/ 10 h 17"/>
                <a:gd name="T36" fmla="*/ 12 w 19"/>
                <a:gd name="T37" fmla="*/ 11 h 17"/>
                <a:gd name="T38" fmla="*/ 10 w 19"/>
                <a:gd name="T39" fmla="*/ 11 h 17"/>
                <a:gd name="T40" fmla="*/ 10 w 19"/>
                <a:gd name="T41" fmla="*/ 11 h 17"/>
                <a:gd name="T42" fmla="*/ 9 w 19"/>
                <a:gd name="T43" fmla="*/ 11 h 17"/>
                <a:gd name="T44" fmla="*/ 6 w 19"/>
                <a:gd name="T45" fmla="*/ 8 h 17"/>
                <a:gd name="T46" fmla="*/ 7 w 19"/>
                <a:gd name="T47" fmla="*/ 8 h 17"/>
                <a:gd name="T48" fmla="*/ 8 w 19"/>
                <a:gd name="T49" fmla="*/ 6 h 17"/>
                <a:gd name="T50" fmla="*/ 9 w 19"/>
                <a:gd name="T51" fmla="*/ 6 h 17"/>
                <a:gd name="T52" fmla="*/ 9 w 19"/>
                <a:gd name="T53" fmla="*/ 6 h 17"/>
                <a:gd name="T54" fmla="*/ 11 w 19"/>
                <a:gd name="T55" fmla="*/ 6 h 17"/>
                <a:gd name="T56" fmla="*/ 12 w 19"/>
                <a:gd name="T57" fmla="*/ 3 h 17"/>
                <a:gd name="T58" fmla="*/ 13 w 19"/>
                <a:gd name="T59" fmla="*/ 0 h 17"/>
                <a:gd name="T60" fmla="*/ 9 w 19"/>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0" y="17"/>
                    <a:pt x="10" y="17"/>
                    <a:pt x="10" y="17"/>
                  </a:cubicBezTo>
                  <a:cubicBezTo>
                    <a:pt x="12" y="17"/>
                    <a:pt x="13" y="17"/>
                    <a:pt x="15" y="16"/>
                  </a:cubicBezTo>
                  <a:cubicBezTo>
                    <a:pt x="16" y="14"/>
                    <a:pt x="17" y="12"/>
                    <a:pt x="19" y="11"/>
                  </a:cubicBezTo>
                  <a:cubicBezTo>
                    <a:pt x="19" y="10"/>
                    <a:pt x="19" y="10"/>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1"/>
                    <a:pt x="6" y="9"/>
                    <a:pt x="6" y="8"/>
                  </a:cubicBezTo>
                  <a:cubicBezTo>
                    <a:pt x="7" y="8"/>
                    <a:pt x="7" y="8"/>
                    <a:pt x="7" y="8"/>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2" name="Freeform 1218">
              <a:extLst>
                <a:ext uri="{FF2B5EF4-FFF2-40B4-BE49-F238E27FC236}">
                  <a16:creationId xmlns:a16="http://schemas.microsoft.com/office/drawing/2014/main" id="{27B92047-DD32-4AA1-B9F4-0A9342880EA0}"/>
                </a:ext>
              </a:extLst>
            </p:cNvPr>
            <p:cNvSpPr>
              <a:spLocks/>
            </p:cNvSpPr>
            <p:nvPr userDrawn="1"/>
          </p:nvSpPr>
          <p:spPr bwMode="auto">
            <a:xfrm>
              <a:off x="210979" y="3906455"/>
              <a:ext cx="6021" cy="8028"/>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3" name="Freeform 1219">
              <a:extLst>
                <a:ext uri="{FF2B5EF4-FFF2-40B4-BE49-F238E27FC236}">
                  <a16:creationId xmlns:a16="http://schemas.microsoft.com/office/drawing/2014/main" id="{C8416416-32A2-45CB-B794-7AAF2DB39A87}"/>
                </a:ext>
              </a:extLst>
            </p:cNvPr>
            <p:cNvSpPr>
              <a:spLocks/>
            </p:cNvSpPr>
            <p:nvPr userDrawn="1"/>
          </p:nvSpPr>
          <p:spPr bwMode="auto">
            <a:xfrm>
              <a:off x="174854" y="3880366"/>
              <a:ext cx="20069" cy="20069"/>
            </a:xfrm>
            <a:custGeom>
              <a:avLst/>
              <a:gdLst>
                <a:gd name="T0" fmla="*/ 8 w 14"/>
                <a:gd name="T1" fmla="*/ 0 h 14"/>
                <a:gd name="T2" fmla="*/ 5 w 14"/>
                <a:gd name="T3" fmla="*/ 1 h 14"/>
                <a:gd name="T4" fmla="*/ 3 w 14"/>
                <a:gd name="T5" fmla="*/ 1 h 14"/>
                <a:gd name="T6" fmla="*/ 3 w 14"/>
                <a:gd name="T7" fmla="*/ 1 h 14"/>
                <a:gd name="T8" fmla="*/ 0 w 14"/>
                <a:gd name="T9" fmla="*/ 4 h 14"/>
                <a:gd name="T10" fmla="*/ 0 w 14"/>
                <a:gd name="T11" fmla="*/ 7 h 14"/>
                <a:gd name="T12" fmla="*/ 5 w 14"/>
                <a:gd name="T13" fmla="*/ 13 h 14"/>
                <a:gd name="T14" fmla="*/ 7 w 14"/>
                <a:gd name="T15" fmla="*/ 14 h 14"/>
                <a:gd name="T16" fmla="*/ 11 w 14"/>
                <a:gd name="T17" fmla="*/ 13 h 14"/>
                <a:gd name="T18" fmla="*/ 11 w 14"/>
                <a:gd name="T19" fmla="*/ 12 h 14"/>
                <a:gd name="T20" fmla="*/ 14 w 14"/>
                <a:gd name="T21" fmla="*/ 8 h 14"/>
                <a:gd name="T22" fmla="*/ 14 w 14"/>
                <a:gd name="T23" fmla="*/ 7 h 14"/>
                <a:gd name="T24" fmla="*/ 9 w 14"/>
                <a:gd name="T25" fmla="*/ 0 h 14"/>
                <a:gd name="T26" fmla="*/ 8 w 14"/>
                <a:gd name="T27" fmla="*/ 3 h 14"/>
                <a:gd name="T28" fmla="*/ 7 w 14"/>
                <a:gd name="T29" fmla="*/ 6 h 14"/>
                <a:gd name="T30" fmla="*/ 8 w 14"/>
                <a:gd name="T31" fmla="*/ 7 h 14"/>
                <a:gd name="T32" fmla="*/ 8 w 14"/>
                <a:gd name="T33" fmla="*/ 7 h 14"/>
                <a:gd name="T34" fmla="*/ 8 w 14"/>
                <a:gd name="T35" fmla="*/ 8 h 14"/>
                <a:gd name="T36" fmla="*/ 7 w 14"/>
                <a:gd name="T37" fmla="*/ 8 h 14"/>
                <a:gd name="T38" fmla="*/ 7 w 14"/>
                <a:gd name="T39" fmla="*/ 8 h 14"/>
                <a:gd name="T40" fmla="*/ 6 w 14"/>
                <a:gd name="T41" fmla="*/ 7 h 14"/>
                <a:gd name="T42" fmla="*/ 6 w 14"/>
                <a:gd name="T43" fmla="*/ 6 h 14"/>
                <a:gd name="T44" fmla="*/ 6 w 14"/>
                <a:gd name="T45" fmla="*/ 6 h 14"/>
                <a:gd name="T46" fmla="*/ 7 w 14"/>
                <a:gd name="T47" fmla="*/ 6 h 14"/>
                <a:gd name="T48" fmla="*/ 7 w 14"/>
                <a:gd name="T49" fmla="*/ 6 h 14"/>
                <a:gd name="T50" fmla="*/ 8 w 14"/>
                <a:gd name="T51" fmla="*/ 3 h 14"/>
                <a:gd name="T52" fmla="*/ 9 w 14"/>
                <a:gd name="T53" fmla="*/ 0 h 14"/>
                <a:gd name="T54" fmla="*/ 8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0"/>
                  </a:moveTo>
                  <a:cubicBezTo>
                    <a:pt x="7" y="1"/>
                    <a:pt x="6"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4" name="Freeform 1220">
              <a:extLst>
                <a:ext uri="{FF2B5EF4-FFF2-40B4-BE49-F238E27FC236}">
                  <a16:creationId xmlns:a16="http://schemas.microsoft.com/office/drawing/2014/main" id="{7D3DA8D4-E0AA-45FA-B0CA-186F6C7A3B61}"/>
                </a:ext>
              </a:extLst>
            </p:cNvPr>
            <p:cNvSpPr>
              <a:spLocks/>
            </p:cNvSpPr>
            <p:nvPr userDrawn="1"/>
          </p:nvSpPr>
          <p:spPr bwMode="auto">
            <a:xfrm>
              <a:off x="190910" y="3892407"/>
              <a:ext cx="4014" cy="6021"/>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5" name="Freeform 1221">
              <a:extLst>
                <a:ext uri="{FF2B5EF4-FFF2-40B4-BE49-F238E27FC236}">
                  <a16:creationId xmlns:a16="http://schemas.microsoft.com/office/drawing/2014/main" id="{19197572-3E97-467A-A084-95C405CD28F2}"/>
                </a:ext>
              </a:extLst>
            </p:cNvPr>
            <p:cNvSpPr>
              <a:spLocks noEditPoints="1"/>
            </p:cNvSpPr>
            <p:nvPr userDrawn="1"/>
          </p:nvSpPr>
          <p:spPr bwMode="auto">
            <a:xfrm>
              <a:off x="170841" y="3862303"/>
              <a:ext cx="20069" cy="18063"/>
            </a:xfrm>
            <a:custGeom>
              <a:avLst/>
              <a:gdLst>
                <a:gd name="T0" fmla="*/ 6 w 13"/>
                <a:gd name="T1" fmla="*/ 7 h 13"/>
                <a:gd name="T2" fmla="*/ 6 w 13"/>
                <a:gd name="T3" fmla="*/ 7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7 h 13"/>
                <a:gd name="T20" fmla="*/ 7 w 13"/>
                <a:gd name="T21" fmla="*/ 0 h 13"/>
                <a:gd name="T22" fmla="*/ 3 w 13"/>
                <a:gd name="T23" fmla="*/ 1 h 13"/>
                <a:gd name="T24" fmla="*/ 1 w 13"/>
                <a:gd name="T25" fmla="*/ 4 h 13"/>
                <a:gd name="T26" fmla="*/ 0 w 13"/>
                <a:gd name="T27" fmla="*/ 7 h 13"/>
                <a:gd name="T28" fmla="*/ 5 w 13"/>
                <a:gd name="T29" fmla="*/ 13 h 13"/>
                <a:gd name="T30" fmla="*/ 5 w 13"/>
                <a:gd name="T31" fmla="*/ 13 h 13"/>
                <a:gd name="T32" fmla="*/ 9 w 13"/>
                <a:gd name="T33" fmla="*/ 12 h 13"/>
                <a:gd name="T34" fmla="*/ 9 w 13"/>
                <a:gd name="T35" fmla="*/ 12 h 13"/>
                <a:gd name="T36" fmla="*/ 10 w 13"/>
                <a:gd name="T37" fmla="*/ 12 h 13"/>
                <a:gd name="T38" fmla="*/ 10 w 13"/>
                <a:gd name="T39" fmla="*/ 12 h 13"/>
                <a:gd name="T40" fmla="*/ 13 w 13"/>
                <a:gd name="T41" fmla="*/ 9 h 13"/>
                <a:gd name="T42" fmla="*/ 13 w 13"/>
                <a:gd name="T43" fmla="*/ 7 h 13"/>
                <a:gd name="T44" fmla="*/ 9 w 13"/>
                <a:gd name="T45" fmla="*/ 1 h 13"/>
                <a:gd name="T46" fmla="*/ 8 w 13"/>
                <a:gd name="T47" fmla="*/ 4 h 13"/>
                <a:gd name="T48" fmla="*/ 9 w 13"/>
                <a:gd name="T49" fmla="*/ 1 h 13"/>
                <a:gd name="T50" fmla="*/ 7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6" y="7"/>
                  </a:moveTo>
                  <a:cubicBezTo>
                    <a:pt x="6" y="7"/>
                    <a:pt x="6" y="7"/>
                    <a:pt x="6" y="7"/>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moveTo>
                    <a:pt x="7" y="0"/>
                  </a:moveTo>
                  <a:cubicBezTo>
                    <a:pt x="5" y="0"/>
                    <a:pt x="4" y="1"/>
                    <a:pt x="3" y="1"/>
                  </a:cubicBezTo>
                  <a:cubicBezTo>
                    <a:pt x="2" y="2"/>
                    <a:pt x="1" y="3"/>
                    <a:pt x="1" y="4"/>
                  </a:cubicBezTo>
                  <a:cubicBezTo>
                    <a:pt x="0" y="5"/>
                    <a:pt x="0" y="6"/>
                    <a:pt x="0" y="7"/>
                  </a:cubicBezTo>
                  <a:cubicBezTo>
                    <a:pt x="0" y="9"/>
                    <a:pt x="2" y="12"/>
                    <a:pt x="5" y="13"/>
                  </a:cubicBezTo>
                  <a:cubicBezTo>
                    <a:pt x="5" y="13"/>
                    <a:pt x="5" y="13"/>
                    <a:pt x="5" y="13"/>
                  </a:cubicBezTo>
                  <a:cubicBezTo>
                    <a:pt x="6" y="12"/>
                    <a:pt x="8" y="12"/>
                    <a:pt x="9" y="12"/>
                  </a:cubicBezTo>
                  <a:cubicBezTo>
                    <a:pt x="9" y="12"/>
                    <a:pt x="9" y="12"/>
                    <a:pt x="9" y="12"/>
                  </a:cubicBezTo>
                  <a:cubicBezTo>
                    <a:pt x="9" y="12"/>
                    <a:pt x="10" y="12"/>
                    <a:pt x="10" y="12"/>
                  </a:cubicBezTo>
                  <a:cubicBezTo>
                    <a:pt x="10" y="12"/>
                    <a:pt x="10" y="12"/>
                    <a:pt x="10" y="12"/>
                  </a:cubicBezTo>
                  <a:cubicBezTo>
                    <a:pt x="11" y="11"/>
                    <a:pt x="12" y="10"/>
                    <a:pt x="13" y="9"/>
                  </a:cubicBezTo>
                  <a:cubicBezTo>
                    <a:pt x="13" y="8"/>
                    <a:pt x="13" y="8"/>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6" name="Freeform 1222">
              <a:extLst>
                <a:ext uri="{FF2B5EF4-FFF2-40B4-BE49-F238E27FC236}">
                  <a16:creationId xmlns:a16="http://schemas.microsoft.com/office/drawing/2014/main" id="{D0ABC53F-C719-4357-92C0-15990938201E}"/>
                </a:ext>
              </a:extLst>
            </p:cNvPr>
            <p:cNvSpPr>
              <a:spLocks/>
            </p:cNvSpPr>
            <p:nvPr userDrawn="1"/>
          </p:nvSpPr>
          <p:spPr bwMode="auto">
            <a:xfrm>
              <a:off x="178868" y="3880366"/>
              <a:ext cx="8028" cy="0"/>
            </a:xfrm>
            <a:custGeom>
              <a:avLst/>
              <a:gdLst>
                <a:gd name="T0" fmla="*/ 4 w 5"/>
                <a:gd name="T1" fmla="*/ 0 h 1"/>
                <a:gd name="T2" fmla="*/ 4 w 5"/>
                <a:gd name="T3" fmla="*/ 0 h 1"/>
                <a:gd name="T4" fmla="*/ 0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4" y="0"/>
                    <a:pt x="4" y="0"/>
                    <a:pt x="4" y="0"/>
                  </a:cubicBezTo>
                  <a:cubicBezTo>
                    <a:pt x="3" y="0"/>
                    <a:pt x="1" y="0"/>
                    <a:pt x="0" y="1"/>
                  </a:cubicBezTo>
                  <a:cubicBezTo>
                    <a:pt x="1" y="1"/>
                    <a:pt x="1"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7" name="Freeform 1223">
              <a:extLst>
                <a:ext uri="{FF2B5EF4-FFF2-40B4-BE49-F238E27FC236}">
                  <a16:creationId xmlns:a16="http://schemas.microsoft.com/office/drawing/2014/main" id="{869311B0-13FC-4D39-B8A7-2EA898BD438C}"/>
                </a:ext>
              </a:extLst>
            </p:cNvPr>
            <p:cNvSpPr>
              <a:spLocks noEditPoints="1"/>
            </p:cNvSpPr>
            <p:nvPr userDrawn="1"/>
          </p:nvSpPr>
          <p:spPr bwMode="auto">
            <a:xfrm>
              <a:off x="909384" y="4259672"/>
              <a:ext cx="152525" cy="146505"/>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6 w 101"/>
                <a:gd name="T23" fmla="*/ 27 h 98"/>
                <a:gd name="T24" fmla="*/ 6 w 101"/>
                <a:gd name="T25" fmla="*/ 27 h 98"/>
                <a:gd name="T26" fmla="*/ 0 w 101"/>
                <a:gd name="T27" fmla="*/ 49 h 98"/>
                <a:gd name="T28" fmla="*/ 28 w 101"/>
                <a:gd name="T29" fmla="*/ 93 h 98"/>
                <a:gd name="T30" fmla="*/ 51 w 101"/>
                <a:gd name="T31" fmla="*/ 98 h 98"/>
                <a:gd name="T32" fmla="*/ 96 w 101"/>
                <a:gd name="T33" fmla="*/ 71 h 98"/>
                <a:gd name="T34" fmla="*/ 101 w 101"/>
                <a:gd name="T35" fmla="*/ 49 h 98"/>
                <a:gd name="T36" fmla="*/ 74 w 101"/>
                <a:gd name="T37" fmla="*/ 5 h 98"/>
                <a:gd name="T38" fmla="*/ 75 w 101"/>
                <a:gd name="T39" fmla="*/ 12 h 98"/>
                <a:gd name="T40" fmla="*/ 71 w 101"/>
                <a:gd name="T41" fmla="*/ 4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32" y="0"/>
                    <a:pt x="14"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8"/>
                    <a:pt x="87" y="88"/>
                    <a:pt x="96" y="71"/>
                  </a:cubicBezTo>
                  <a:cubicBezTo>
                    <a:pt x="99" y="64"/>
                    <a:pt x="101" y="56"/>
                    <a:pt x="101" y="49"/>
                  </a:cubicBezTo>
                  <a:cubicBezTo>
                    <a:pt x="101" y="31"/>
                    <a:pt x="91" y="14"/>
                    <a:pt x="74" y="5"/>
                  </a:cubicBezTo>
                  <a:cubicBezTo>
                    <a:pt x="75" y="12"/>
                    <a:pt x="75" y="12"/>
                    <a:pt x="75" y="12"/>
                  </a:cubicBezTo>
                  <a:cubicBezTo>
                    <a:pt x="71" y="4"/>
                    <a:pt x="71" y="4"/>
                    <a:pt x="71" y="4"/>
                  </a:cubicBezTo>
                  <a:cubicBezTo>
                    <a:pt x="65"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8" name="Freeform 1224">
              <a:extLst>
                <a:ext uri="{FF2B5EF4-FFF2-40B4-BE49-F238E27FC236}">
                  <a16:creationId xmlns:a16="http://schemas.microsoft.com/office/drawing/2014/main" id="{D73B1778-B880-41C7-AB54-3AF7EC8612C2}"/>
                </a:ext>
              </a:extLst>
            </p:cNvPr>
            <p:cNvSpPr>
              <a:spLocks noEditPoints="1"/>
            </p:cNvSpPr>
            <p:nvPr userDrawn="1"/>
          </p:nvSpPr>
          <p:spPr bwMode="auto">
            <a:xfrm>
              <a:off x="905371" y="4384100"/>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9" name="Freeform 1225">
              <a:extLst>
                <a:ext uri="{FF2B5EF4-FFF2-40B4-BE49-F238E27FC236}">
                  <a16:creationId xmlns:a16="http://schemas.microsoft.com/office/drawing/2014/main" id="{92CF6326-BFDD-4B55-9DF4-DFB61AECBF74}"/>
                </a:ext>
              </a:extLst>
            </p:cNvPr>
            <p:cNvSpPr>
              <a:spLocks noEditPoints="1"/>
            </p:cNvSpPr>
            <p:nvPr userDrawn="1"/>
          </p:nvSpPr>
          <p:spPr bwMode="auto">
            <a:xfrm>
              <a:off x="889315" y="4410191"/>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0" name="Freeform 1226">
              <a:extLst>
                <a:ext uri="{FF2B5EF4-FFF2-40B4-BE49-F238E27FC236}">
                  <a16:creationId xmlns:a16="http://schemas.microsoft.com/office/drawing/2014/main" id="{C7AD528F-9E44-446F-84AE-FA9C2B3F0949}"/>
                </a:ext>
              </a:extLst>
            </p:cNvPr>
            <p:cNvSpPr>
              <a:spLocks noEditPoints="1"/>
            </p:cNvSpPr>
            <p:nvPr userDrawn="1"/>
          </p:nvSpPr>
          <p:spPr bwMode="auto">
            <a:xfrm>
              <a:off x="865232" y="4412197"/>
              <a:ext cx="22077" cy="24083"/>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3"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1" name="Freeform 1227">
              <a:extLst>
                <a:ext uri="{FF2B5EF4-FFF2-40B4-BE49-F238E27FC236}">
                  <a16:creationId xmlns:a16="http://schemas.microsoft.com/office/drawing/2014/main" id="{3893116E-D61B-4CEB-BEE3-BBD0F00D21C5}"/>
                </a:ext>
              </a:extLst>
            </p:cNvPr>
            <p:cNvSpPr>
              <a:spLocks noEditPoints="1"/>
            </p:cNvSpPr>
            <p:nvPr userDrawn="1"/>
          </p:nvSpPr>
          <p:spPr bwMode="auto">
            <a:xfrm>
              <a:off x="1399071" y="5626380"/>
              <a:ext cx="152525" cy="150519"/>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9 h 99"/>
                <a:gd name="T34" fmla="*/ 51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3"/>
                    <a:pt x="51" y="93"/>
                  </a:cubicBezTo>
                  <a:cubicBezTo>
                    <a:pt x="44" y="93"/>
                    <a:pt x="37" y="91"/>
                    <a:pt x="31" y="88"/>
                  </a:cubicBezTo>
                  <a:cubicBezTo>
                    <a:pt x="15" y="80"/>
                    <a:pt x="6" y="65"/>
                    <a:pt x="6" y="49"/>
                  </a:cubicBezTo>
                  <a:cubicBezTo>
                    <a:pt x="6" y="43"/>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9"/>
                    <a:pt x="51" y="99"/>
                  </a:cubicBezTo>
                  <a:cubicBezTo>
                    <a:pt x="51" y="99"/>
                    <a:pt x="51" y="99"/>
                    <a:pt x="51" y="99"/>
                  </a:cubicBezTo>
                  <a:cubicBezTo>
                    <a:pt x="69" y="99"/>
                    <a:pt x="87" y="89"/>
                    <a:pt x="96" y="71"/>
                  </a:cubicBezTo>
                  <a:cubicBezTo>
                    <a:pt x="100" y="64"/>
                    <a:pt x="101" y="57"/>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2" name="Freeform 1228">
              <a:extLst>
                <a:ext uri="{FF2B5EF4-FFF2-40B4-BE49-F238E27FC236}">
                  <a16:creationId xmlns:a16="http://schemas.microsoft.com/office/drawing/2014/main" id="{FD572E20-25DD-446F-AE42-94D44F916CB3}"/>
                </a:ext>
              </a:extLst>
            </p:cNvPr>
            <p:cNvSpPr>
              <a:spLocks noEditPoints="1"/>
            </p:cNvSpPr>
            <p:nvPr userDrawn="1"/>
          </p:nvSpPr>
          <p:spPr bwMode="auto">
            <a:xfrm>
              <a:off x="1395057" y="5752815"/>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8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8"/>
                    <a:pt x="17" y="9"/>
                    <a:pt x="17" y="11"/>
                  </a:cubicBezTo>
                  <a:cubicBezTo>
                    <a:pt x="17" y="12"/>
                    <a:pt x="17" y="13"/>
                    <a:pt x="16" y="13"/>
                  </a:cubicBezTo>
                  <a:cubicBezTo>
                    <a:pt x="15" y="15"/>
                    <a:pt x="13" y="16"/>
                    <a:pt x="12" y="16"/>
                  </a:cubicBezTo>
                  <a:cubicBezTo>
                    <a:pt x="11" y="16"/>
                    <a:pt x="10" y="16"/>
                    <a:pt x="9" y="15"/>
                  </a:cubicBezTo>
                  <a:cubicBezTo>
                    <a:pt x="7" y="15"/>
                    <a:pt x="6" y="13"/>
                    <a:pt x="6" y="11"/>
                  </a:cubicBezTo>
                  <a:cubicBezTo>
                    <a:pt x="6" y="10"/>
                    <a:pt x="7" y="10"/>
                    <a:pt x="7" y="9"/>
                  </a:cubicBezTo>
                  <a:cubicBezTo>
                    <a:pt x="4" y="8"/>
                    <a:pt x="4" y="8"/>
                    <a:pt x="4" y="8"/>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3" name="Freeform 1229">
              <a:extLst>
                <a:ext uri="{FF2B5EF4-FFF2-40B4-BE49-F238E27FC236}">
                  <a16:creationId xmlns:a16="http://schemas.microsoft.com/office/drawing/2014/main" id="{7A686EB2-6861-416A-ABC1-3F59C4E403CD}"/>
                </a:ext>
              </a:extLst>
            </p:cNvPr>
            <p:cNvSpPr>
              <a:spLocks noEditPoints="1"/>
            </p:cNvSpPr>
            <p:nvPr userDrawn="1"/>
          </p:nvSpPr>
          <p:spPr bwMode="auto">
            <a:xfrm>
              <a:off x="1379002" y="5776898"/>
              <a:ext cx="26091" cy="26090"/>
            </a:xfrm>
            <a:custGeom>
              <a:avLst/>
              <a:gdLst>
                <a:gd name="T0" fmla="*/ 6 w 18"/>
                <a:gd name="T1" fmla="*/ 8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8 h 17"/>
                <a:gd name="T18" fmla="*/ 6 w 18"/>
                <a:gd name="T19" fmla="*/ 8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17 w 18"/>
                <a:gd name="T33" fmla="*/ 12 h 17"/>
                <a:gd name="T34" fmla="*/ 18 w 18"/>
                <a:gd name="T35" fmla="*/ 9 h 17"/>
                <a:gd name="T36" fmla="*/ 13 w 18"/>
                <a:gd name="T37" fmla="*/ 1 h 17"/>
                <a:gd name="T38" fmla="*/ 9 w 18"/>
                <a:gd name="T39" fmla="*/ 0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8"/>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8"/>
                  </a:cubicBezTo>
                  <a:cubicBezTo>
                    <a:pt x="6" y="8"/>
                    <a:pt x="6" y="8"/>
                    <a:pt x="6" y="8"/>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6"/>
                    <a:pt x="17" y="12"/>
                  </a:cubicBezTo>
                  <a:cubicBezTo>
                    <a:pt x="17" y="11"/>
                    <a:pt x="18" y="10"/>
                    <a:pt x="18" y="9"/>
                  </a:cubicBezTo>
                  <a:cubicBezTo>
                    <a:pt x="18"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4" name="Freeform 1230">
              <a:extLst>
                <a:ext uri="{FF2B5EF4-FFF2-40B4-BE49-F238E27FC236}">
                  <a16:creationId xmlns:a16="http://schemas.microsoft.com/office/drawing/2014/main" id="{8D3B7CCD-B749-48E3-AF80-F156742B165A}"/>
                </a:ext>
              </a:extLst>
            </p:cNvPr>
            <p:cNvSpPr>
              <a:spLocks noEditPoints="1"/>
            </p:cNvSpPr>
            <p:nvPr userDrawn="1"/>
          </p:nvSpPr>
          <p:spPr bwMode="auto">
            <a:xfrm>
              <a:off x="1354919" y="5780912"/>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9"/>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5"/>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5" name="Freeform 1231">
              <a:extLst>
                <a:ext uri="{FF2B5EF4-FFF2-40B4-BE49-F238E27FC236}">
                  <a16:creationId xmlns:a16="http://schemas.microsoft.com/office/drawing/2014/main" id="{3A18D9E2-C226-4203-A829-93F5C64408EB}"/>
                </a:ext>
              </a:extLst>
            </p:cNvPr>
            <p:cNvSpPr>
              <a:spLocks noEditPoints="1"/>
            </p:cNvSpPr>
            <p:nvPr userDrawn="1"/>
          </p:nvSpPr>
          <p:spPr bwMode="auto">
            <a:xfrm>
              <a:off x="817066" y="5794961"/>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6" name="Freeform 1232">
              <a:extLst>
                <a:ext uri="{FF2B5EF4-FFF2-40B4-BE49-F238E27FC236}">
                  <a16:creationId xmlns:a16="http://schemas.microsoft.com/office/drawing/2014/main" id="{7441543F-7D0D-4ACB-8638-9EF768C2AD25}"/>
                </a:ext>
              </a:extLst>
            </p:cNvPr>
            <p:cNvSpPr>
              <a:spLocks noEditPoints="1"/>
            </p:cNvSpPr>
            <p:nvPr userDrawn="1"/>
          </p:nvSpPr>
          <p:spPr bwMode="auto">
            <a:xfrm>
              <a:off x="813053" y="5921396"/>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1"/>
                    <a:pt x="6" y="10"/>
                    <a:pt x="6" y="9"/>
                  </a:cubicBezTo>
                  <a:cubicBezTo>
                    <a:pt x="4" y="8"/>
                    <a:pt x="4" y="8"/>
                    <a:pt x="4" y="8"/>
                  </a:cubicBezTo>
                  <a:cubicBezTo>
                    <a:pt x="6" y="9"/>
                    <a:pt x="6" y="9"/>
                    <a:pt x="6"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9"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7" name="Freeform 1233">
              <a:extLst>
                <a:ext uri="{FF2B5EF4-FFF2-40B4-BE49-F238E27FC236}">
                  <a16:creationId xmlns:a16="http://schemas.microsoft.com/office/drawing/2014/main" id="{D7F41382-E818-40E9-897D-E1824327C4FE}"/>
                </a:ext>
              </a:extLst>
            </p:cNvPr>
            <p:cNvSpPr>
              <a:spLocks noEditPoints="1"/>
            </p:cNvSpPr>
            <p:nvPr userDrawn="1"/>
          </p:nvSpPr>
          <p:spPr bwMode="auto">
            <a:xfrm>
              <a:off x="794990" y="5945479"/>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8" name="Freeform 1234">
              <a:extLst>
                <a:ext uri="{FF2B5EF4-FFF2-40B4-BE49-F238E27FC236}">
                  <a16:creationId xmlns:a16="http://schemas.microsoft.com/office/drawing/2014/main" id="{41254B1A-B90E-4962-A050-47FFBEACCABD}"/>
                </a:ext>
              </a:extLst>
            </p:cNvPr>
            <p:cNvSpPr>
              <a:spLocks noEditPoints="1"/>
            </p:cNvSpPr>
            <p:nvPr userDrawn="1"/>
          </p:nvSpPr>
          <p:spPr bwMode="auto">
            <a:xfrm>
              <a:off x="770907" y="5949492"/>
              <a:ext cx="22077" cy="22077"/>
            </a:xfrm>
            <a:custGeom>
              <a:avLst/>
              <a:gdLst>
                <a:gd name="T0" fmla="*/ 6 w 15"/>
                <a:gd name="T1" fmla="*/ 7 h 15"/>
                <a:gd name="T2" fmla="*/ 8 w 15"/>
                <a:gd name="T3" fmla="*/ 6 h 15"/>
                <a:gd name="T4" fmla="*/ 8 w 15"/>
                <a:gd name="T5" fmla="*/ 6 h 15"/>
                <a:gd name="T6" fmla="*/ 9 w 15"/>
                <a:gd name="T7" fmla="*/ 8 h 15"/>
                <a:gd name="T8" fmla="*/ 9 w 15"/>
                <a:gd name="T9" fmla="*/ 8 h 15"/>
                <a:gd name="T10" fmla="*/ 8 w 15"/>
                <a:gd name="T11" fmla="*/ 9 h 15"/>
                <a:gd name="T12" fmla="*/ 7 w 15"/>
                <a:gd name="T13" fmla="*/ 9 h 15"/>
                <a:gd name="T14" fmla="*/ 6 w 15"/>
                <a:gd name="T15" fmla="*/ 8 h 15"/>
                <a:gd name="T16" fmla="*/ 6 w 15"/>
                <a:gd name="T17" fmla="*/ 7 h 15"/>
                <a:gd name="T18" fmla="*/ 6 w 15"/>
                <a:gd name="T19" fmla="*/ 7 h 15"/>
                <a:gd name="T20" fmla="*/ 8 w 15"/>
                <a:gd name="T21" fmla="*/ 0 h 15"/>
                <a:gd name="T22" fmla="*/ 1 w 15"/>
                <a:gd name="T23" fmla="*/ 4 h 15"/>
                <a:gd name="T24" fmla="*/ 4 w 15"/>
                <a:gd name="T25" fmla="*/ 6 h 15"/>
                <a:gd name="T26" fmla="*/ 1 w 15"/>
                <a:gd name="T27" fmla="*/ 4 h 15"/>
                <a:gd name="T28" fmla="*/ 0 w 15"/>
                <a:gd name="T29" fmla="*/ 8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8 h 15"/>
                <a:gd name="T42" fmla="*/ 11 w 15"/>
                <a:gd name="T43" fmla="*/ 1 h 15"/>
                <a:gd name="T44" fmla="*/ 8 w 15"/>
                <a:gd name="T45" fmla="*/ 0 h 15"/>
                <a:gd name="T46" fmla="*/ 8 w 15"/>
                <a:gd name="T47" fmla="*/ 0 h 15"/>
                <a:gd name="T48" fmla="*/ 8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6" y="7"/>
                  </a:moveTo>
                  <a:cubicBezTo>
                    <a:pt x="7" y="6"/>
                    <a:pt x="7" y="6"/>
                    <a:pt x="8" y="6"/>
                  </a:cubicBezTo>
                  <a:cubicBezTo>
                    <a:pt x="8" y="6"/>
                    <a:pt x="8" y="6"/>
                    <a:pt x="8" y="6"/>
                  </a:cubicBezTo>
                  <a:cubicBezTo>
                    <a:pt x="9" y="6"/>
                    <a:pt x="9" y="7"/>
                    <a:pt x="9" y="8"/>
                  </a:cubicBezTo>
                  <a:cubicBezTo>
                    <a:pt x="9" y="8"/>
                    <a:pt x="9" y="8"/>
                    <a:pt x="9" y="8"/>
                  </a:cubicBezTo>
                  <a:cubicBezTo>
                    <a:pt x="9" y="9"/>
                    <a:pt x="8" y="9"/>
                    <a:pt x="8" y="9"/>
                  </a:cubicBezTo>
                  <a:cubicBezTo>
                    <a:pt x="7" y="9"/>
                    <a:pt x="7" y="9"/>
                    <a:pt x="7" y="9"/>
                  </a:cubicBezTo>
                  <a:cubicBezTo>
                    <a:pt x="6" y="9"/>
                    <a:pt x="6" y="8"/>
                    <a:pt x="6" y="8"/>
                  </a:cubicBezTo>
                  <a:cubicBezTo>
                    <a:pt x="6" y="7"/>
                    <a:pt x="6" y="7"/>
                    <a:pt x="6" y="7"/>
                  </a:cubicBezTo>
                  <a:cubicBezTo>
                    <a:pt x="6" y="7"/>
                    <a:pt x="6" y="7"/>
                    <a:pt x="6" y="7"/>
                  </a:cubicBezTo>
                  <a:moveTo>
                    <a:pt x="8" y="0"/>
                  </a:moveTo>
                  <a:cubicBezTo>
                    <a:pt x="5" y="0"/>
                    <a:pt x="2" y="1"/>
                    <a:pt x="1" y="4"/>
                  </a:cubicBezTo>
                  <a:cubicBezTo>
                    <a:pt x="4" y="6"/>
                    <a:pt x="4" y="6"/>
                    <a:pt x="4" y="6"/>
                  </a:cubicBezTo>
                  <a:cubicBezTo>
                    <a:pt x="1" y="4"/>
                    <a:pt x="1" y="4"/>
                    <a:pt x="1" y="4"/>
                  </a:cubicBezTo>
                  <a:cubicBezTo>
                    <a:pt x="0" y="5"/>
                    <a:pt x="0" y="6"/>
                    <a:pt x="0" y="8"/>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9" name="Freeform 1235">
              <a:extLst>
                <a:ext uri="{FF2B5EF4-FFF2-40B4-BE49-F238E27FC236}">
                  <a16:creationId xmlns:a16="http://schemas.microsoft.com/office/drawing/2014/main" id="{83672528-7D25-4607-B622-A56DD56CA281}"/>
                </a:ext>
              </a:extLst>
            </p:cNvPr>
            <p:cNvSpPr>
              <a:spLocks noEditPoints="1"/>
            </p:cNvSpPr>
            <p:nvPr userDrawn="1"/>
          </p:nvSpPr>
          <p:spPr bwMode="auto">
            <a:xfrm>
              <a:off x="1858654" y="5373509"/>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0" name="Freeform 1236">
              <a:extLst>
                <a:ext uri="{FF2B5EF4-FFF2-40B4-BE49-F238E27FC236}">
                  <a16:creationId xmlns:a16="http://schemas.microsoft.com/office/drawing/2014/main" id="{3FDC2577-FCAC-4134-9118-A1CC700A7A24}"/>
                </a:ext>
              </a:extLst>
            </p:cNvPr>
            <p:cNvSpPr>
              <a:spLocks noEditPoints="1"/>
            </p:cNvSpPr>
            <p:nvPr userDrawn="1"/>
          </p:nvSpPr>
          <p:spPr bwMode="auto">
            <a:xfrm>
              <a:off x="1842598" y="5481882"/>
              <a:ext cx="34118" cy="32111"/>
            </a:xfrm>
            <a:custGeom>
              <a:avLst/>
              <a:gdLst>
                <a:gd name="T0" fmla="*/ 11 w 22"/>
                <a:gd name="T1" fmla="*/ 15 h 21"/>
                <a:gd name="T2" fmla="*/ 8 w 22"/>
                <a:gd name="T3" fmla="*/ 14 h 21"/>
                <a:gd name="T4" fmla="*/ 6 w 22"/>
                <a:gd name="T5" fmla="*/ 10 h 21"/>
                <a:gd name="T6" fmla="*/ 7 w 22"/>
                <a:gd name="T7" fmla="*/ 7 h 21"/>
                <a:gd name="T8" fmla="*/ 5 w 22"/>
                <a:gd name="T9" fmla="*/ 6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6"/>
                    <a:pt x="5" y="6"/>
                    <a:pt x="5" y="6"/>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1" name="Freeform 1237">
              <a:extLst>
                <a:ext uri="{FF2B5EF4-FFF2-40B4-BE49-F238E27FC236}">
                  <a16:creationId xmlns:a16="http://schemas.microsoft.com/office/drawing/2014/main" id="{57A16303-0118-48E0-B25A-823F222E30CF}"/>
                </a:ext>
              </a:extLst>
            </p:cNvPr>
            <p:cNvSpPr>
              <a:spLocks noEditPoints="1"/>
            </p:cNvSpPr>
            <p:nvPr userDrawn="1"/>
          </p:nvSpPr>
          <p:spPr bwMode="auto">
            <a:xfrm>
              <a:off x="1822529" y="5501952"/>
              <a:ext cx="26091" cy="26090"/>
            </a:xfrm>
            <a:custGeom>
              <a:avLst/>
              <a:gdLst>
                <a:gd name="T0" fmla="*/ 7 w 17"/>
                <a:gd name="T1" fmla="*/ 7 h 17"/>
                <a:gd name="T2" fmla="*/ 9 w 17"/>
                <a:gd name="T3" fmla="*/ 6 h 17"/>
                <a:gd name="T4" fmla="*/ 10 w 17"/>
                <a:gd name="T5" fmla="*/ 7 h 17"/>
                <a:gd name="T6" fmla="*/ 10 w 17"/>
                <a:gd name="T7" fmla="*/ 7 h 17"/>
                <a:gd name="T8" fmla="*/ 10 w 17"/>
                <a:gd name="T9" fmla="*/ 7 h 17"/>
                <a:gd name="T10" fmla="*/ 11 w 17"/>
                <a:gd name="T11" fmla="*/ 8 h 17"/>
                <a:gd name="T12" fmla="*/ 11 w 17"/>
                <a:gd name="T13" fmla="*/ 10 h 17"/>
                <a:gd name="T14" fmla="*/ 9 w 17"/>
                <a:gd name="T15" fmla="*/ 11 h 17"/>
                <a:gd name="T16" fmla="*/ 7 w 17"/>
                <a:gd name="T17" fmla="*/ 10 h 17"/>
                <a:gd name="T18" fmla="*/ 6 w 17"/>
                <a:gd name="T19" fmla="*/ 8 h 17"/>
                <a:gd name="T20" fmla="*/ 7 w 17"/>
                <a:gd name="T21" fmla="*/ 7 h 17"/>
                <a:gd name="T22" fmla="*/ 7 w 17"/>
                <a:gd name="T23" fmla="*/ 7 h 17"/>
                <a:gd name="T24" fmla="*/ 9 w 17"/>
                <a:gd name="T25" fmla="*/ 0 h 17"/>
                <a:gd name="T26" fmla="*/ 2 w 17"/>
                <a:gd name="T27" fmla="*/ 3 h 17"/>
                <a:gd name="T28" fmla="*/ 2 w 17"/>
                <a:gd name="T29" fmla="*/ 3 h 17"/>
                <a:gd name="T30" fmla="*/ 0 w 17"/>
                <a:gd name="T31" fmla="*/ 8 h 17"/>
                <a:gd name="T32" fmla="*/ 4 w 17"/>
                <a:gd name="T33" fmla="*/ 15 h 17"/>
                <a:gd name="T34" fmla="*/ 9 w 17"/>
                <a:gd name="T35" fmla="*/ 17 h 17"/>
                <a:gd name="T36" fmla="*/ 9 w 17"/>
                <a:gd name="T37" fmla="*/ 17 h 17"/>
                <a:gd name="T38" fmla="*/ 15 w 17"/>
                <a:gd name="T39" fmla="*/ 13 h 17"/>
                <a:gd name="T40" fmla="*/ 17 w 17"/>
                <a:gd name="T41" fmla="*/ 8 h 17"/>
                <a:gd name="T42" fmla="*/ 14 w 17"/>
                <a:gd name="T43" fmla="*/ 2 h 17"/>
                <a:gd name="T44" fmla="*/ 14 w 17"/>
                <a:gd name="T45" fmla="*/ 2 h 17"/>
                <a:gd name="T46" fmla="*/ 9 w 17"/>
                <a:gd name="T47" fmla="*/ 0 h 17"/>
                <a:gd name="T48" fmla="*/ 9 w 17"/>
                <a:gd name="T49" fmla="*/ 0 h 17"/>
                <a:gd name="T50" fmla="*/ 9 w 17"/>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7">
                  <a:moveTo>
                    <a:pt x="7" y="7"/>
                  </a:moveTo>
                  <a:cubicBezTo>
                    <a:pt x="7" y="6"/>
                    <a:pt x="8" y="6"/>
                    <a:pt x="9" y="6"/>
                  </a:cubicBezTo>
                  <a:cubicBezTo>
                    <a:pt x="9" y="6"/>
                    <a:pt x="10" y="6"/>
                    <a:pt x="10" y="7"/>
                  </a:cubicBezTo>
                  <a:cubicBezTo>
                    <a:pt x="10" y="7"/>
                    <a:pt x="10" y="7"/>
                    <a:pt x="10" y="7"/>
                  </a:cubicBezTo>
                  <a:cubicBezTo>
                    <a:pt x="10" y="7"/>
                    <a:pt x="10" y="7"/>
                    <a:pt x="10" y="7"/>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2" name="Freeform 1238">
              <a:extLst>
                <a:ext uri="{FF2B5EF4-FFF2-40B4-BE49-F238E27FC236}">
                  <a16:creationId xmlns:a16="http://schemas.microsoft.com/office/drawing/2014/main" id="{3A94BD59-5138-4B2E-AECF-11494161BF77}"/>
                </a:ext>
              </a:extLst>
            </p:cNvPr>
            <p:cNvSpPr>
              <a:spLocks noEditPoints="1"/>
            </p:cNvSpPr>
            <p:nvPr userDrawn="1"/>
          </p:nvSpPr>
          <p:spPr bwMode="auto">
            <a:xfrm>
              <a:off x="1800454" y="5499944"/>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8 w 15"/>
                <a:gd name="T21" fmla="*/ 8 h 14"/>
                <a:gd name="T22" fmla="*/ 7 w 15"/>
                <a:gd name="T23" fmla="*/ 8 h 14"/>
                <a:gd name="T24" fmla="*/ 7 w 15"/>
                <a:gd name="T25" fmla="*/ 0 h 14"/>
                <a:gd name="T26" fmla="*/ 1 w 15"/>
                <a:gd name="T27" fmla="*/ 3 h 14"/>
                <a:gd name="T28" fmla="*/ 1 w 15"/>
                <a:gd name="T29" fmla="*/ 3 h 14"/>
                <a:gd name="T30" fmla="*/ 0 w 15"/>
                <a:gd name="T31" fmla="*/ 7 h 14"/>
                <a:gd name="T32" fmla="*/ 3 w 15"/>
                <a:gd name="T33" fmla="*/ 13 h 14"/>
                <a:gd name="T34" fmla="*/ 7 w 15"/>
                <a:gd name="T35" fmla="*/ 14 h 14"/>
                <a:gd name="T36" fmla="*/ 7 w 15"/>
                <a:gd name="T37" fmla="*/ 14 h 14"/>
                <a:gd name="T38" fmla="*/ 13 w 15"/>
                <a:gd name="T39" fmla="*/ 11 h 14"/>
                <a:gd name="T40" fmla="*/ 13 w 15"/>
                <a:gd name="T41" fmla="*/ 11 h 14"/>
                <a:gd name="T42" fmla="*/ 15 w 15"/>
                <a:gd name="T43" fmla="*/ 7 h 14"/>
                <a:gd name="T44" fmla="*/ 12 w 15"/>
                <a:gd name="T45" fmla="*/ 1 h 14"/>
                <a:gd name="T46" fmla="*/ 7 w 15"/>
                <a:gd name="T47" fmla="*/ 0 h 14"/>
                <a:gd name="T48" fmla="*/ 7 w 15"/>
                <a:gd name="T49" fmla="*/ 0 h 14"/>
                <a:gd name="T50" fmla="*/ 7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8" y="8"/>
                  </a:cubicBezTo>
                  <a:cubicBezTo>
                    <a:pt x="8" y="8"/>
                    <a:pt x="8" y="8"/>
                    <a:pt x="7" y="8"/>
                  </a:cubicBezTo>
                  <a:moveTo>
                    <a:pt x="7" y="0"/>
                  </a:moveTo>
                  <a:cubicBezTo>
                    <a:pt x="5" y="0"/>
                    <a:pt x="3" y="1"/>
                    <a:pt x="1" y="3"/>
                  </a:cubicBezTo>
                  <a:cubicBezTo>
                    <a:pt x="1" y="3"/>
                    <a:pt x="1" y="3"/>
                    <a:pt x="1" y="3"/>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3"/>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3" name="Freeform 1239">
              <a:extLst>
                <a:ext uri="{FF2B5EF4-FFF2-40B4-BE49-F238E27FC236}">
                  <a16:creationId xmlns:a16="http://schemas.microsoft.com/office/drawing/2014/main" id="{EAE509EF-0E51-4CC6-B8B1-B8EA85A4915A}"/>
                </a:ext>
              </a:extLst>
            </p:cNvPr>
            <p:cNvSpPr>
              <a:spLocks noEditPoints="1"/>
            </p:cNvSpPr>
            <p:nvPr userDrawn="1"/>
          </p:nvSpPr>
          <p:spPr bwMode="auto">
            <a:xfrm>
              <a:off x="696652" y="3960642"/>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74 w 241"/>
                <a:gd name="T11" fmla="*/ 8 h 203"/>
                <a:gd name="T12" fmla="*/ 191 w 241"/>
                <a:gd name="T13" fmla="*/ 9 h 203"/>
                <a:gd name="T14" fmla="*/ 201 w 241"/>
                <a:gd name="T15" fmla="*/ 17 h 203"/>
                <a:gd name="T16" fmla="*/ 198 w 241"/>
                <a:gd name="T17" fmla="*/ 48 h 203"/>
                <a:gd name="T18" fmla="*/ 209 w 241"/>
                <a:gd name="T19" fmla="*/ 60 h 203"/>
                <a:gd name="T20" fmla="*/ 219 w 241"/>
                <a:gd name="T21" fmla="*/ 60 h 203"/>
                <a:gd name="T22" fmla="*/ 235 w 241"/>
                <a:gd name="T23" fmla="*/ 81 h 203"/>
                <a:gd name="T24" fmla="*/ 202 w 241"/>
                <a:gd name="T25" fmla="*/ 108 h 203"/>
                <a:gd name="T26" fmla="*/ 206 w 241"/>
                <a:gd name="T27" fmla="*/ 173 h 203"/>
                <a:gd name="T28" fmla="*/ 179 w 241"/>
                <a:gd name="T29" fmla="*/ 139 h 203"/>
                <a:gd name="T30" fmla="*/ 159 w 241"/>
                <a:gd name="T31" fmla="*/ 155 h 203"/>
                <a:gd name="T32" fmla="*/ 154 w 241"/>
                <a:gd name="T33" fmla="*/ 155 h 203"/>
                <a:gd name="T34" fmla="*/ 126 w 241"/>
                <a:gd name="T35" fmla="*/ 141 h 203"/>
                <a:gd name="T36" fmla="*/ 128 w 241"/>
                <a:gd name="T37" fmla="*/ 152 h 203"/>
                <a:gd name="T38" fmla="*/ 78 w 241"/>
                <a:gd name="T39" fmla="*/ 171 h 203"/>
                <a:gd name="T40" fmla="*/ 59 w 241"/>
                <a:gd name="T41" fmla="*/ 164 h 203"/>
                <a:gd name="T42" fmla="*/ 59 w 241"/>
                <a:gd name="T43" fmla="*/ 143 h 203"/>
                <a:gd name="T44" fmla="*/ 29 w 241"/>
                <a:gd name="T45" fmla="*/ 119 h 203"/>
                <a:gd name="T46" fmla="*/ 9 w 241"/>
                <a:gd name="T47" fmla="*/ 91 h 203"/>
                <a:gd name="T48" fmla="*/ 27 w 241"/>
                <a:gd name="T49" fmla="*/ 81 h 203"/>
                <a:gd name="T50" fmla="*/ 24 w 241"/>
                <a:gd name="T51" fmla="*/ 66 h 203"/>
                <a:gd name="T52" fmla="*/ 34 w 241"/>
                <a:gd name="T53" fmla="*/ 15 h 203"/>
                <a:gd name="T54" fmla="*/ 68 w 241"/>
                <a:gd name="T55" fmla="*/ 22 h 203"/>
                <a:gd name="T56" fmla="*/ 81 w 241"/>
                <a:gd name="T57" fmla="*/ 11 h 203"/>
                <a:gd name="T58" fmla="*/ 106 w 241"/>
                <a:gd name="T59" fmla="*/ 6 h 203"/>
                <a:gd name="T60" fmla="*/ 79 w 241"/>
                <a:gd name="T61" fmla="*/ 4 h 203"/>
                <a:gd name="T62" fmla="*/ 76 w 241"/>
                <a:gd name="T63" fmla="*/ 6 h 203"/>
                <a:gd name="T64" fmla="*/ 68 w 241"/>
                <a:gd name="T65" fmla="*/ 16 h 203"/>
                <a:gd name="T66" fmla="*/ 41 w 241"/>
                <a:gd name="T67" fmla="*/ 5 h 203"/>
                <a:gd name="T68" fmla="*/ 30 w 241"/>
                <a:gd name="T69" fmla="*/ 11 h 203"/>
                <a:gd name="T70" fmla="*/ 18 w 241"/>
                <a:gd name="T71" fmla="*/ 67 h 203"/>
                <a:gd name="T72" fmla="*/ 22 w 241"/>
                <a:gd name="T73" fmla="*/ 78 h 203"/>
                <a:gd name="T74" fmla="*/ 2 w 241"/>
                <a:gd name="T75" fmla="*/ 90 h 203"/>
                <a:gd name="T76" fmla="*/ 15 w 241"/>
                <a:gd name="T77" fmla="*/ 127 h 203"/>
                <a:gd name="T78" fmla="*/ 19 w 241"/>
                <a:gd name="T79" fmla="*/ 126 h 203"/>
                <a:gd name="T80" fmla="*/ 29 w 241"/>
                <a:gd name="T81" fmla="*/ 125 h 203"/>
                <a:gd name="T82" fmla="*/ 51 w 241"/>
                <a:gd name="T83" fmla="*/ 134 h 203"/>
                <a:gd name="T84" fmla="*/ 51 w 241"/>
                <a:gd name="T85" fmla="*/ 158 h 203"/>
                <a:gd name="T86" fmla="*/ 78 w 241"/>
                <a:gd name="T87" fmla="*/ 177 h 203"/>
                <a:gd name="T88" fmla="*/ 133 w 241"/>
                <a:gd name="T89" fmla="*/ 156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8"/>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10"/>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10"/>
                    <a:pt x="192" y="10"/>
                    <a:pt x="192" y="10"/>
                  </a:cubicBezTo>
                  <a:cubicBezTo>
                    <a:pt x="193" y="11"/>
                    <a:pt x="195" y="12"/>
                    <a:pt x="196" y="12"/>
                  </a:cubicBezTo>
                  <a:cubicBezTo>
                    <a:pt x="198" y="14"/>
                    <a:pt x="200" y="15"/>
                    <a:pt x="201" y="17"/>
                  </a:cubicBezTo>
                  <a:cubicBezTo>
                    <a:pt x="203" y="18"/>
                    <a:pt x="204" y="21"/>
                    <a:pt x="204" y="24"/>
                  </a:cubicBezTo>
                  <a:cubicBezTo>
                    <a:pt x="204" y="27"/>
                    <a:pt x="203" y="32"/>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9"/>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6"/>
                    <a:pt x="177" y="148"/>
                  </a:cubicBezTo>
                  <a:cubicBezTo>
                    <a:pt x="175" y="151"/>
                    <a:pt x="172" y="152"/>
                    <a:pt x="169" y="154"/>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9"/>
                    <a:pt x="129" y="149"/>
                    <a:pt x="129" y="150"/>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1"/>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6"/>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7"/>
                    <a:pt x="125" y="164"/>
                    <a:pt x="129" y="161"/>
                  </a:cubicBezTo>
                  <a:cubicBezTo>
                    <a:pt x="130" y="159"/>
                    <a:pt x="132" y="157"/>
                    <a:pt x="133" y="156"/>
                  </a:cubicBezTo>
                  <a:cubicBezTo>
                    <a:pt x="134" y="154"/>
                    <a:pt x="134" y="153"/>
                    <a:pt x="134" y="151"/>
                  </a:cubicBezTo>
                  <a:cubicBezTo>
                    <a:pt x="136" y="152"/>
                    <a:pt x="139" y="153"/>
                    <a:pt x="142" y="155"/>
                  </a:cubicBezTo>
                  <a:cubicBezTo>
                    <a:pt x="145" y="156"/>
                    <a:pt x="149" y="158"/>
                    <a:pt x="151" y="160"/>
                  </a:cubicBezTo>
                  <a:cubicBezTo>
                    <a:pt x="152" y="161"/>
                    <a:pt x="152" y="161"/>
                    <a:pt x="152" y="161"/>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8"/>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1"/>
                    <a:pt x="209" y="17"/>
                    <a:pt x="207" y="15"/>
                  </a:cubicBezTo>
                  <a:cubicBezTo>
                    <a:pt x="205" y="11"/>
                    <a:pt x="202" y="9"/>
                    <a:pt x="200" y="8"/>
                  </a:cubicBezTo>
                  <a:cubicBezTo>
                    <a:pt x="198" y="7"/>
                    <a:pt x="197" y="6"/>
                    <a:pt x="196" y="6"/>
                  </a:cubicBezTo>
                  <a:cubicBezTo>
                    <a:pt x="196" y="6"/>
                    <a:pt x="196" y="5"/>
                    <a:pt x="195" y="5"/>
                  </a:cubicBezTo>
                  <a:cubicBezTo>
                    <a:pt x="195" y="5"/>
                    <a:pt x="195" y="5"/>
                    <a:pt x="195" y="5"/>
                  </a:cubicBezTo>
                  <a:cubicBezTo>
                    <a:pt x="195" y="4"/>
                    <a:pt x="194" y="4"/>
                    <a:pt x="193" y="4"/>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4" name="Freeform 1240">
              <a:extLst>
                <a:ext uri="{FF2B5EF4-FFF2-40B4-BE49-F238E27FC236}">
                  <a16:creationId xmlns:a16="http://schemas.microsoft.com/office/drawing/2014/main" id="{165FF79A-AD7A-448B-A3FB-98F0B61C5725}"/>
                </a:ext>
              </a:extLst>
            </p:cNvPr>
            <p:cNvSpPr>
              <a:spLocks/>
            </p:cNvSpPr>
            <p:nvPr userDrawn="1"/>
          </p:nvSpPr>
          <p:spPr bwMode="auto">
            <a:xfrm>
              <a:off x="724749" y="4149292"/>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5" name="Freeform 1241">
              <a:extLst>
                <a:ext uri="{FF2B5EF4-FFF2-40B4-BE49-F238E27FC236}">
                  <a16:creationId xmlns:a16="http://schemas.microsoft.com/office/drawing/2014/main" id="{15C0C37D-DCF9-4966-8CBB-4A6CD2B3139A}"/>
                </a:ext>
              </a:extLst>
            </p:cNvPr>
            <p:cNvSpPr>
              <a:spLocks/>
            </p:cNvSpPr>
            <p:nvPr userDrawn="1"/>
          </p:nvSpPr>
          <p:spPr bwMode="auto">
            <a:xfrm>
              <a:off x="1017758" y="4265693"/>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6" name="Freeform 1242">
              <a:extLst>
                <a:ext uri="{FF2B5EF4-FFF2-40B4-BE49-F238E27FC236}">
                  <a16:creationId xmlns:a16="http://schemas.microsoft.com/office/drawing/2014/main" id="{CA93DA90-78A2-4641-BFCB-00A1219655C5}"/>
                </a:ext>
              </a:extLst>
            </p:cNvPr>
            <p:cNvSpPr>
              <a:spLocks noEditPoints="1"/>
            </p:cNvSpPr>
            <p:nvPr userDrawn="1"/>
          </p:nvSpPr>
          <p:spPr bwMode="auto">
            <a:xfrm>
              <a:off x="331394" y="5780912"/>
              <a:ext cx="361244" cy="315086"/>
            </a:xfrm>
            <a:custGeom>
              <a:avLst/>
              <a:gdLst>
                <a:gd name="T0" fmla="*/ 211 w 240"/>
                <a:gd name="T1" fmla="*/ 191 h 209"/>
                <a:gd name="T2" fmla="*/ 105 w 240"/>
                <a:gd name="T3" fmla="*/ 6 h 209"/>
                <a:gd name="T4" fmla="*/ 113 w 240"/>
                <a:gd name="T5" fmla="*/ 7 h 209"/>
                <a:gd name="T6" fmla="*/ 120 w 240"/>
                <a:gd name="T7" fmla="*/ 12 h 209"/>
                <a:gd name="T8" fmla="*/ 126 w 240"/>
                <a:gd name="T9" fmla="*/ 9 h 209"/>
                <a:gd name="T10" fmla="*/ 186 w 240"/>
                <a:gd name="T11" fmla="*/ 8 h 209"/>
                <a:gd name="T12" fmla="*/ 192 w 240"/>
                <a:gd name="T13" fmla="*/ 10 h 209"/>
                <a:gd name="T14" fmla="*/ 204 w 240"/>
                <a:gd name="T15" fmla="*/ 24 h 209"/>
                <a:gd name="T16" fmla="*/ 200 w 240"/>
                <a:gd name="T17" fmla="*/ 54 h 209"/>
                <a:gd name="T18" fmla="*/ 215 w 240"/>
                <a:gd name="T19" fmla="*/ 59 h 209"/>
                <a:gd name="T20" fmla="*/ 225 w 240"/>
                <a:gd name="T21" fmla="*/ 60 h 209"/>
                <a:gd name="T22" fmla="*/ 231 w 240"/>
                <a:gd name="T23" fmla="*/ 91 h 209"/>
                <a:gd name="T24" fmla="*/ 198 w 240"/>
                <a:gd name="T25" fmla="*/ 119 h 209"/>
                <a:gd name="T26" fmla="*/ 182 w 240"/>
                <a:gd name="T27" fmla="*/ 124 h 209"/>
                <a:gd name="T28" fmla="*/ 177 w 240"/>
                <a:gd name="T29" fmla="*/ 147 h 209"/>
                <a:gd name="T30" fmla="*/ 158 w 240"/>
                <a:gd name="T31" fmla="*/ 154 h 209"/>
                <a:gd name="T32" fmla="*/ 140 w 240"/>
                <a:gd name="T33" fmla="*/ 147 h 209"/>
                <a:gd name="T34" fmla="*/ 128 w 240"/>
                <a:gd name="T35" fmla="*/ 147 h 209"/>
                <a:gd name="T36" fmla="*/ 121 w 240"/>
                <a:gd name="T37" fmla="*/ 158 h 209"/>
                <a:gd name="T38" fmla="*/ 78 w 240"/>
                <a:gd name="T39" fmla="*/ 170 h 209"/>
                <a:gd name="T40" fmla="*/ 57 w 240"/>
                <a:gd name="T41" fmla="*/ 157 h 209"/>
                <a:gd name="T42" fmla="*/ 56 w 240"/>
                <a:gd name="T43" fmla="*/ 130 h 209"/>
                <a:gd name="T44" fmla="*/ 17 w 240"/>
                <a:gd name="T45" fmla="*/ 119 h 209"/>
                <a:gd name="T46" fmla="*/ 19 w 240"/>
                <a:gd name="T47" fmla="*/ 85 h 209"/>
                <a:gd name="T48" fmla="*/ 28 w 240"/>
                <a:gd name="T49" fmla="*/ 77 h 209"/>
                <a:gd name="T50" fmla="*/ 23 w 240"/>
                <a:gd name="T51" fmla="*/ 54 h 209"/>
                <a:gd name="T52" fmla="*/ 41 w 240"/>
                <a:gd name="T53" fmla="*/ 10 h 209"/>
                <a:gd name="T54" fmla="*/ 68 w 240"/>
                <a:gd name="T55" fmla="*/ 21 h 209"/>
                <a:gd name="T56" fmla="*/ 82 w 240"/>
                <a:gd name="T57" fmla="*/ 9 h 209"/>
                <a:gd name="T58" fmla="*/ 105 w 240"/>
                <a:gd name="T59" fmla="*/ 6 h 209"/>
                <a:gd name="T60" fmla="*/ 76 w 240"/>
                <a:gd name="T61" fmla="*/ 4 h 209"/>
                <a:gd name="T62" fmla="*/ 74 w 240"/>
                <a:gd name="T63" fmla="*/ 11 h 209"/>
                <a:gd name="T64" fmla="*/ 67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4 w 240"/>
                <a:gd name="T97" fmla="*/ 123 h 209"/>
                <a:gd name="T98" fmla="*/ 204 w 240"/>
                <a:gd name="T99" fmla="*/ 119 h 209"/>
                <a:gd name="T100" fmla="*/ 236 w 240"/>
                <a:gd name="T101" fmla="*/ 94 h 209"/>
                <a:gd name="T102" fmla="*/ 233 w 240"/>
                <a:gd name="T103" fmla="*/ 58 h 209"/>
                <a:gd name="T104" fmla="*/ 215 w 240"/>
                <a:gd name="T105" fmla="*/ 53 h 209"/>
                <a:gd name="T106" fmla="*/ 205 w 240"/>
                <a:gd name="T107" fmla="*/ 51 h 209"/>
                <a:gd name="T108" fmla="*/ 210 w 240"/>
                <a:gd name="T109" fmla="*/ 24 h 209"/>
                <a:gd name="T110" fmla="*/ 196 w 240"/>
                <a:gd name="T111" fmla="*/ 5 h 209"/>
                <a:gd name="T112" fmla="*/ 193 w 240"/>
                <a:gd name="T113" fmla="*/ 3 h 209"/>
                <a:gd name="T114" fmla="*/ 124 w 240"/>
                <a:gd name="T115" fmla="*/ 3 h 209"/>
                <a:gd name="T116" fmla="*/ 122 w 240"/>
                <a:gd name="T117" fmla="*/ 4 h 209"/>
                <a:gd name="T118" fmla="*/ 120 w 240"/>
                <a:gd name="T119" fmla="*/ 6 h 209"/>
                <a:gd name="T120" fmla="*/ 112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1"/>
                  </a:moveTo>
                  <a:cubicBezTo>
                    <a:pt x="214" y="189"/>
                    <a:pt x="214" y="189"/>
                    <a:pt x="214" y="189"/>
                  </a:cubicBezTo>
                  <a:cubicBezTo>
                    <a:pt x="211" y="191"/>
                    <a:pt x="211" y="191"/>
                    <a:pt x="211" y="191"/>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5"/>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9"/>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5"/>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5"/>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9"/>
                    <a:pt x="82" y="8"/>
                    <a:pt x="82" y="8"/>
                  </a:cubicBezTo>
                  <a:cubicBezTo>
                    <a:pt x="87" y="8"/>
                    <a:pt x="98" y="6"/>
                    <a:pt x="105" y="6"/>
                  </a:cubicBezTo>
                  <a:cubicBezTo>
                    <a:pt x="105" y="6"/>
                    <a:pt x="105" y="6"/>
                    <a:pt x="105" y="6"/>
                  </a:cubicBezTo>
                  <a:moveTo>
                    <a:pt x="105" y="0"/>
                  </a:moveTo>
                  <a:cubicBezTo>
                    <a:pt x="94" y="0"/>
                    <a:pt x="79" y="3"/>
                    <a:pt x="78" y="3"/>
                  </a:cubicBezTo>
                  <a:cubicBezTo>
                    <a:pt x="76" y="4"/>
                    <a:pt x="76" y="4"/>
                    <a:pt x="76" y="4"/>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8" y="124"/>
                  </a:cubicBezTo>
                  <a:cubicBezTo>
                    <a:pt x="28" y="124"/>
                    <a:pt x="28"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6"/>
                    <a:pt x="73" y="176"/>
                    <a:pt x="78" y="176"/>
                  </a:cubicBezTo>
                  <a:cubicBezTo>
                    <a:pt x="90" y="176"/>
                    <a:pt x="104" y="173"/>
                    <a:pt x="115" y="168"/>
                  </a:cubicBezTo>
                  <a:cubicBezTo>
                    <a:pt x="120" y="166"/>
                    <a:pt x="125" y="163"/>
                    <a:pt x="128" y="160"/>
                  </a:cubicBezTo>
                  <a:cubicBezTo>
                    <a:pt x="130" y="158"/>
                    <a:pt x="132" y="157"/>
                    <a:pt x="133" y="155"/>
                  </a:cubicBezTo>
                  <a:cubicBezTo>
                    <a:pt x="133" y="154"/>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5"/>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6"/>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1"/>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7" name="Freeform 1243">
              <a:extLst>
                <a:ext uri="{FF2B5EF4-FFF2-40B4-BE49-F238E27FC236}">
                  <a16:creationId xmlns:a16="http://schemas.microsoft.com/office/drawing/2014/main" id="{19A1E4D6-DDC1-44A3-AAED-91D5E616B177}"/>
                </a:ext>
              </a:extLst>
            </p:cNvPr>
            <p:cNvSpPr>
              <a:spLocks noEditPoints="1"/>
            </p:cNvSpPr>
            <p:nvPr userDrawn="1"/>
          </p:nvSpPr>
          <p:spPr bwMode="auto">
            <a:xfrm>
              <a:off x="1081979" y="4002787"/>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128 w 239"/>
                <a:gd name="T31" fmla="*/ 130 h 165"/>
                <a:gd name="T32" fmla="*/ 105 w 239"/>
                <a:gd name="T33" fmla="*/ 146 h 165"/>
                <a:gd name="T34" fmla="*/ 115 w 239"/>
                <a:gd name="T35" fmla="*/ 128 h 165"/>
                <a:gd name="T36" fmla="*/ 32 w 239"/>
                <a:gd name="T37" fmla="*/ 128 h 165"/>
                <a:gd name="T38" fmla="*/ 10 w 239"/>
                <a:gd name="T39" fmla="*/ 98 h 165"/>
                <a:gd name="T40" fmla="*/ 6 w 239"/>
                <a:gd name="T41" fmla="*/ 73 h 165"/>
                <a:gd name="T42" fmla="*/ 6 w 239"/>
                <a:gd name="T43" fmla="*/ 70 h 165"/>
                <a:gd name="T44" fmla="*/ 6 w 239"/>
                <a:gd name="T45" fmla="*/ 70 h 165"/>
                <a:gd name="T46" fmla="*/ 6 w 239"/>
                <a:gd name="T47" fmla="*/ 70 h 165"/>
                <a:gd name="T48" fmla="*/ 6 w 239"/>
                <a:gd name="T49" fmla="*/ 69 h 165"/>
                <a:gd name="T50" fmla="*/ 6 w 239"/>
                <a:gd name="T51" fmla="*/ 69 h 165"/>
                <a:gd name="T52" fmla="*/ 6 w 239"/>
                <a:gd name="T53" fmla="*/ 63 h 165"/>
                <a:gd name="T54" fmla="*/ 18 w 239"/>
                <a:gd name="T55" fmla="*/ 14 h 165"/>
                <a:gd name="T56" fmla="*/ 26 w 239"/>
                <a:gd name="T57" fmla="*/ 7 h 165"/>
                <a:gd name="T58" fmla="*/ 28 w 239"/>
                <a:gd name="T59" fmla="*/ 6 h 165"/>
                <a:gd name="T60" fmla="*/ 29 w 239"/>
                <a:gd name="T61" fmla="*/ 6 h 165"/>
                <a:gd name="T62" fmla="*/ 207 w 239"/>
                <a:gd name="T63" fmla="*/ 6 h 165"/>
                <a:gd name="T64" fmla="*/ 207 w 239"/>
                <a:gd name="T65" fmla="*/ 3 h 165"/>
                <a:gd name="T66" fmla="*/ 207 w 239"/>
                <a:gd name="T67" fmla="*/ 6 h 165"/>
                <a:gd name="T68" fmla="*/ 208 w 239"/>
                <a:gd name="T69" fmla="*/ 0 h 165"/>
                <a:gd name="T70" fmla="*/ 207 w 239"/>
                <a:gd name="T71" fmla="*/ 0 h 165"/>
                <a:gd name="T72" fmla="*/ 28 w 239"/>
                <a:gd name="T73" fmla="*/ 0 h 165"/>
                <a:gd name="T74" fmla="*/ 28 w 239"/>
                <a:gd name="T75" fmla="*/ 0 h 165"/>
                <a:gd name="T76" fmla="*/ 14 w 239"/>
                <a:gd name="T77" fmla="*/ 10 h 165"/>
                <a:gd name="T78" fmla="*/ 0 w 239"/>
                <a:gd name="T79" fmla="*/ 63 h 165"/>
                <a:gd name="T80" fmla="*/ 0 w 239"/>
                <a:gd name="T81" fmla="*/ 69 h 165"/>
                <a:gd name="T82" fmla="*/ 0 w 239"/>
                <a:gd name="T83" fmla="*/ 73 h 165"/>
                <a:gd name="T84" fmla="*/ 5 w 239"/>
                <a:gd name="T85" fmla="*/ 100 h 165"/>
                <a:gd name="T86" fmla="*/ 29 w 239"/>
                <a:gd name="T87" fmla="*/ 134 h 165"/>
                <a:gd name="T88" fmla="*/ 30 w 239"/>
                <a:gd name="T89" fmla="*/ 134 h 165"/>
                <a:gd name="T90" fmla="*/ 105 w 239"/>
                <a:gd name="T91" fmla="*/ 134 h 165"/>
                <a:gd name="T92" fmla="*/ 88 w 239"/>
                <a:gd name="T93" fmla="*/ 165 h 165"/>
                <a:gd name="T94" fmla="*/ 130 w 239"/>
                <a:gd name="T95" fmla="*/ 136 h 165"/>
                <a:gd name="T96" fmla="*/ 207 w 239"/>
                <a:gd name="T97" fmla="*/ 136 h 165"/>
                <a:gd name="T98" fmla="*/ 207 w 239"/>
                <a:gd name="T99" fmla="*/ 136 h 165"/>
                <a:gd name="T100" fmla="*/ 214 w 239"/>
                <a:gd name="T101" fmla="*/ 134 h 165"/>
                <a:gd name="T102" fmla="*/ 230 w 239"/>
                <a:gd name="T103" fmla="*/ 119 h 165"/>
                <a:gd name="T104" fmla="*/ 239 w 239"/>
                <a:gd name="T105" fmla="*/ 72 h 165"/>
                <a:gd name="T106" fmla="*/ 239 w 239"/>
                <a:gd name="T107" fmla="*/ 64 h 165"/>
                <a:gd name="T108" fmla="*/ 234 w 239"/>
                <a:gd name="T109" fmla="*/ 28 h 165"/>
                <a:gd name="T110" fmla="*/ 225 w 239"/>
                <a:gd name="T111" fmla="*/ 10 h 165"/>
                <a:gd name="T112" fmla="*/ 208 w 239"/>
                <a:gd name="T113" fmla="*/ 0 h 165"/>
                <a:gd name="T114" fmla="*/ 208 w 239"/>
                <a:gd name="T11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8"/>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5"/>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8" name="Freeform 1244">
              <a:extLst>
                <a:ext uri="{FF2B5EF4-FFF2-40B4-BE49-F238E27FC236}">
                  <a16:creationId xmlns:a16="http://schemas.microsoft.com/office/drawing/2014/main" id="{934BCACF-5337-4CB0-B96F-968D04BF95FD}"/>
                </a:ext>
              </a:extLst>
            </p:cNvPr>
            <p:cNvSpPr>
              <a:spLocks noEditPoints="1"/>
            </p:cNvSpPr>
            <p:nvPr userDrawn="1"/>
          </p:nvSpPr>
          <p:spPr bwMode="auto">
            <a:xfrm>
              <a:off x="2322251" y="3966663"/>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30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30"/>
                    <a:pt x="113" y="130"/>
                    <a:pt x="113" y="130"/>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7"/>
                    <a:pt x="0" y="67"/>
                    <a:pt x="0" y="68"/>
                  </a:cubicBezTo>
                  <a:cubicBezTo>
                    <a:pt x="0" y="69"/>
                    <a:pt x="0" y="71"/>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5"/>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9" name="Freeform 1245">
              <a:extLst>
                <a:ext uri="{FF2B5EF4-FFF2-40B4-BE49-F238E27FC236}">
                  <a16:creationId xmlns:a16="http://schemas.microsoft.com/office/drawing/2014/main" id="{F307F78A-4FFB-4FAF-B881-5CB0A88C6535}"/>
                </a:ext>
              </a:extLst>
            </p:cNvPr>
            <p:cNvSpPr>
              <a:spLocks noEditPoints="1"/>
            </p:cNvSpPr>
            <p:nvPr userDrawn="1"/>
          </p:nvSpPr>
          <p:spPr bwMode="auto">
            <a:xfrm>
              <a:off x="2368410" y="4757386"/>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1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0 w 298"/>
                <a:gd name="T47" fmla="*/ 125 h 268"/>
                <a:gd name="T48" fmla="*/ 12 w 298"/>
                <a:gd name="T49" fmla="*/ 146 h 268"/>
                <a:gd name="T50" fmla="*/ 86 w 298"/>
                <a:gd name="T51" fmla="*/ 195 h 268"/>
                <a:gd name="T52" fmla="*/ 109 w 298"/>
                <a:gd name="T53" fmla="*/ 213 h 268"/>
                <a:gd name="T54" fmla="*/ 206 w 298"/>
                <a:gd name="T55" fmla="*/ 268 h 268"/>
                <a:gd name="T56" fmla="*/ 233 w 298"/>
                <a:gd name="T57" fmla="*/ 259 h 268"/>
                <a:gd name="T58" fmla="*/ 284 w 298"/>
                <a:gd name="T59" fmla="*/ 196 h 268"/>
                <a:gd name="T60" fmla="*/ 287 w 298"/>
                <a:gd name="T61" fmla="*/ 123 h 268"/>
                <a:gd name="T62" fmla="*/ 286 w 298"/>
                <a:gd name="T63" fmla="*/ 123 h 268"/>
                <a:gd name="T64" fmla="*/ 283 w 298"/>
                <a:gd name="T65" fmla="*/ 127 h 268"/>
                <a:gd name="T66" fmla="*/ 286 w 298"/>
                <a:gd name="T67" fmla="*/ 123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3"/>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1"/>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9"/>
                  </a:cubicBezTo>
                  <a:cubicBezTo>
                    <a:pt x="270" y="218"/>
                    <a:pt x="277" y="209"/>
                    <a:pt x="284" y="196"/>
                  </a:cubicBezTo>
                  <a:cubicBezTo>
                    <a:pt x="291" y="183"/>
                    <a:pt x="298" y="166"/>
                    <a:pt x="298" y="151"/>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0" name="Freeform 1246">
              <a:extLst>
                <a:ext uri="{FF2B5EF4-FFF2-40B4-BE49-F238E27FC236}">
                  <a16:creationId xmlns:a16="http://schemas.microsoft.com/office/drawing/2014/main" id="{E5EB8E0A-D8D5-4587-98DF-C5936CE93004}"/>
                </a:ext>
              </a:extLst>
            </p:cNvPr>
            <p:cNvSpPr>
              <a:spLocks noEditPoints="1"/>
            </p:cNvSpPr>
            <p:nvPr userDrawn="1"/>
          </p:nvSpPr>
          <p:spPr bwMode="auto">
            <a:xfrm>
              <a:off x="2368410" y="4903891"/>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1" name="Freeform 1247">
              <a:extLst>
                <a:ext uri="{FF2B5EF4-FFF2-40B4-BE49-F238E27FC236}">
                  <a16:creationId xmlns:a16="http://schemas.microsoft.com/office/drawing/2014/main" id="{8B28E99E-70B0-4E71-B2FD-986971D1DC72}"/>
                </a:ext>
              </a:extLst>
            </p:cNvPr>
            <p:cNvSpPr>
              <a:spLocks noEditPoints="1"/>
            </p:cNvSpPr>
            <p:nvPr userDrawn="1"/>
          </p:nvSpPr>
          <p:spPr bwMode="auto">
            <a:xfrm>
              <a:off x="1300732" y="4225555"/>
              <a:ext cx="180622" cy="108373"/>
            </a:xfrm>
            <a:custGeom>
              <a:avLst/>
              <a:gdLst>
                <a:gd name="T0" fmla="*/ 49 w 119"/>
                <a:gd name="T1" fmla="*/ 6 h 73"/>
                <a:gd name="T2" fmla="*/ 100 w 119"/>
                <a:gd name="T3" fmla="*/ 6 h 73"/>
                <a:gd name="T4" fmla="*/ 106 w 119"/>
                <a:gd name="T5" fmla="*/ 10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4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5"/>
                    <a:pt x="106" y="65"/>
                  </a:cubicBezTo>
                  <a:cubicBezTo>
                    <a:pt x="104" y="66"/>
                    <a:pt x="103" y="67"/>
                    <a:pt x="101" y="67"/>
                  </a:cubicBezTo>
                  <a:cubicBezTo>
                    <a:pt x="41" y="67"/>
                    <a:pt x="41" y="67"/>
                    <a:pt x="41" y="67"/>
                  </a:cubicBezTo>
                  <a:cubicBezTo>
                    <a:pt x="41" y="67"/>
                    <a:pt x="38" y="67"/>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4"/>
                    <a:pt x="26" y="54"/>
                    <a:pt x="26" y="54"/>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2" name="Freeform 1248">
              <a:extLst>
                <a:ext uri="{FF2B5EF4-FFF2-40B4-BE49-F238E27FC236}">
                  <a16:creationId xmlns:a16="http://schemas.microsoft.com/office/drawing/2014/main" id="{76897846-FBDD-46FB-830D-8E99EB8726C9}"/>
                </a:ext>
              </a:extLst>
            </p:cNvPr>
            <p:cNvSpPr>
              <a:spLocks noEditPoints="1"/>
            </p:cNvSpPr>
            <p:nvPr userDrawn="1"/>
          </p:nvSpPr>
          <p:spPr bwMode="auto">
            <a:xfrm>
              <a:off x="52432" y="4458357"/>
              <a:ext cx="224774" cy="136470"/>
            </a:xfrm>
            <a:custGeom>
              <a:avLst/>
              <a:gdLst>
                <a:gd name="T0" fmla="*/ 60 w 149"/>
                <a:gd name="T1" fmla="*/ 6 h 91"/>
                <a:gd name="T2" fmla="*/ 126 w 149"/>
                <a:gd name="T3" fmla="*/ 6 h 91"/>
                <a:gd name="T4" fmla="*/ 134 w 149"/>
                <a:gd name="T5" fmla="*/ 11 h 91"/>
                <a:gd name="T6" fmla="*/ 140 w 149"/>
                <a:gd name="T7" fmla="*/ 17 h 91"/>
                <a:gd name="T8" fmla="*/ 143 w 149"/>
                <a:gd name="T9" fmla="*/ 25 h 91"/>
                <a:gd name="T10" fmla="*/ 142 w 149"/>
                <a:gd name="T11" fmla="*/ 73 h 91"/>
                <a:gd name="T12" fmla="*/ 138 w 149"/>
                <a:gd name="T13" fmla="*/ 79 h 91"/>
                <a:gd name="T14" fmla="*/ 134 w 149"/>
                <a:gd name="T15" fmla="*/ 83 h 91"/>
                <a:gd name="T16" fmla="*/ 127 w 149"/>
                <a:gd name="T17" fmla="*/ 85 h 91"/>
                <a:gd name="T18" fmla="*/ 50 w 149"/>
                <a:gd name="T19" fmla="*/ 85 h 91"/>
                <a:gd name="T20" fmla="*/ 44 w 149"/>
                <a:gd name="T21" fmla="*/ 83 h 91"/>
                <a:gd name="T22" fmla="*/ 40 w 149"/>
                <a:gd name="T23" fmla="*/ 79 h 91"/>
                <a:gd name="T24" fmla="*/ 38 w 149"/>
                <a:gd name="T25" fmla="*/ 70 h 91"/>
                <a:gd name="T26" fmla="*/ 38 w 149"/>
                <a:gd name="T27" fmla="*/ 67 h 91"/>
                <a:gd name="T28" fmla="*/ 38 w 149"/>
                <a:gd name="T29" fmla="*/ 65 h 91"/>
                <a:gd name="T30" fmla="*/ 21 w 149"/>
                <a:gd name="T31" fmla="*/ 44 h 91"/>
                <a:gd name="T32" fmla="*/ 39 w 149"/>
                <a:gd name="T33" fmla="*/ 52 h 91"/>
                <a:gd name="T34" fmla="*/ 40 w 149"/>
                <a:gd name="T35" fmla="*/ 24 h 91"/>
                <a:gd name="T36" fmla="*/ 43 w 149"/>
                <a:gd name="T37" fmla="*/ 16 h 91"/>
                <a:gd name="T38" fmla="*/ 60 w 149"/>
                <a:gd name="T39" fmla="*/ 6 h 91"/>
                <a:gd name="T40" fmla="*/ 127 w 149"/>
                <a:gd name="T41" fmla="*/ 0 h 91"/>
                <a:gd name="T42" fmla="*/ 59 w 149"/>
                <a:gd name="T43" fmla="*/ 0 h 91"/>
                <a:gd name="T44" fmla="*/ 59 w 149"/>
                <a:gd name="T45" fmla="*/ 0 h 91"/>
                <a:gd name="T46" fmla="*/ 38 w 149"/>
                <a:gd name="T47" fmla="*/ 13 h 91"/>
                <a:gd name="T48" fmla="*/ 34 w 149"/>
                <a:gd name="T49" fmla="*/ 23 h 91"/>
                <a:gd name="T50" fmla="*/ 34 w 149"/>
                <a:gd name="T51" fmla="*/ 23 h 91"/>
                <a:gd name="T52" fmla="*/ 33 w 149"/>
                <a:gd name="T53" fmla="*/ 43 h 91"/>
                <a:gd name="T54" fmla="*/ 0 w 149"/>
                <a:gd name="T55" fmla="*/ 27 h 91"/>
                <a:gd name="T56" fmla="*/ 32 w 149"/>
                <a:gd name="T57" fmla="*/ 67 h 91"/>
                <a:gd name="T58" fmla="*/ 32 w 149"/>
                <a:gd name="T59" fmla="*/ 70 h 91"/>
                <a:gd name="T60" fmla="*/ 35 w 149"/>
                <a:gd name="T61" fmla="*/ 82 h 91"/>
                <a:gd name="T62" fmla="*/ 44 w 149"/>
                <a:gd name="T63" fmla="*/ 90 h 91"/>
                <a:gd name="T64" fmla="*/ 50 w 149"/>
                <a:gd name="T65" fmla="*/ 91 h 91"/>
                <a:gd name="T66" fmla="*/ 50 w 149"/>
                <a:gd name="T67" fmla="*/ 91 h 91"/>
                <a:gd name="T68" fmla="*/ 127 w 149"/>
                <a:gd name="T69" fmla="*/ 91 h 91"/>
                <a:gd name="T70" fmla="*/ 127 w 149"/>
                <a:gd name="T71" fmla="*/ 91 h 91"/>
                <a:gd name="T72" fmla="*/ 137 w 149"/>
                <a:gd name="T73" fmla="*/ 88 h 91"/>
                <a:gd name="T74" fmla="*/ 146 w 149"/>
                <a:gd name="T75" fmla="*/ 79 h 91"/>
                <a:gd name="T76" fmla="*/ 148 w 149"/>
                <a:gd name="T77" fmla="*/ 74 h 91"/>
                <a:gd name="T78" fmla="*/ 148 w 149"/>
                <a:gd name="T79" fmla="*/ 74 h 91"/>
                <a:gd name="T80" fmla="*/ 149 w 149"/>
                <a:gd name="T81" fmla="*/ 24 h 91"/>
                <a:gd name="T82" fmla="*/ 149 w 149"/>
                <a:gd name="T83" fmla="*/ 24 h 91"/>
                <a:gd name="T84" fmla="*/ 145 w 149"/>
                <a:gd name="T85" fmla="*/ 13 h 91"/>
                <a:gd name="T86" fmla="*/ 134 w 149"/>
                <a:gd name="T87" fmla="*/ 3 h 91"/>
                <a:gd name="T88" fmla="*/ 127 w 149"/>
                <a:gd name="T89" fmla="*/ 0 h 91"/>
                <a:gd name="T90" fmla="*/ 127 w 14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91">
                  <a:moveTo>
                    <a:pt x="60" y="6"/>
                  </a:moveTo>
                  <a:cubicBezTo>
                    <a:pt x="126" y="6"/>
                    <a:pt x="126" y="6"/>
                    <a:pt x="126" y="6"/>
                  </a:cubicBezTo>
                  <a:cubicBezTo>
                    <a:pt x="127" y="6"/>
                    <a:pt x="131" y="8"/>
                    <a:pt x="134" y="11"/>
                  </a:cubicBezTo>
                  <a:cubicBezTo>
                    <a:pt x="137" y="12"/>
                    <a:pt x="139" y="14"/>
                    <a:pt x="140" y="17"/>
                  </a:cubicBezTo>
                  <a:cubicBezTo>
                    <a:pt x="142" y="19"/>
                    <a:pt x="143" y="22"/>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8"/>
                    <a:pt x="60" y="6"/>
                  </a:cubicBezTo>
                  <a:moveTo>
                    <a:pt x="127" y="0"/>
                  </a:moveTo>
                  <a:cubicBezTo>
                    <a:pt x="59" y="0"/>
                    <a:pt x="59" y="0"/>
                    <a:pt x="59" y="0"/>
                  </a:cubicBezTo>
                  <a:cubicBezTo>
                    <a:pt x="59" y="0"/>
                    <a:pt x="59" y="0"/>
                    <a:pt x="59" y="0"/>
                  </a:cubicBezTo>
                  <a:cubicBezTo>
                    <a:pt x="48" y="2"/>
                    <a:pt x="41" y="8"/>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7"/>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3" name="Freeform 1249">
              <a:extLst>
                <a:ext uri="{FF2B5EF4-FFF2-40B4-BE49-F238E27FC236}">
                  <a16:creationId xmlns:a16="http://schemas.microsoft.com/office/drawing/2014/main" id="{9BE89544-88DE-40B1-8219-E2C3740008E9}"/>
                </a:ext>
              </a:extLst>
            </p:cNvPr>
            <p:cNvSpPr>
              <a:spLocks noEditPoints="1"/>
            </p:cNvSpPr>
            <p:nvPr userDrawn="1"/>
          </p:nvSpPr>
          <p:spPr bwMode="auto">
            <a:xfrm>
              <a:off x="1696094" y="5168804"/>
              <a:ext cx="178616" cy="110381"/>
            </a:xfrm>
            <a:custGeom>
              <a:avLst/>
              <a:gdLst>
                <a:gd name="T0" fmla="*/ 49 w 119"/>
                <a:gd name="T1" fmla="*/ 6 h 73"/>
                <a:gd name="T2" fmla="*/ 101 w 119"/>
                <a:gd name="T3" fmla="*/ 6 h 73"/>
                <a:gd name="T4" fmla="*/ 107 w 119"/>
                <a:gd name="T5" fmla="*/ 9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2 w 119"/>
                <a:gd name="T17" fmla="*/ 67 h 73"/>
                <a:gd name="T18" fmla="*/ 42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7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3 h 73"/>
                <a:gd name="T58" fmla="*/ 27 w 119"/>
                <a:gd name="T59" fmla="*/ 55 h 73"/>
                <a:gd name="T60" fmla="*/ 29 w 119"/>
                <a:gd name="T61" fmla="*/ 65 h 73"/>
                <a:gd name="T62" fmla="*/ 37 w 119"/>
                <a:gd name="T63" fmla="*/ 72 h 73"/>
                <a:gd name="T64" fmla="*/ 41 w 119"/>
                <a:gd name="T65" fmla="*/ 73 h 73"/>
                <a:gd name="T66" fmla="*/ 42 w 119"/>
                <a:gd name="T67" fmla="*/ 73 h 73"/>
                <a:gd name="T68" fmla="*/ 102 w 119"/>
                <a:gd name="T69" fmla="*/ 73 h 73"/>
                <a:gd name="T70" fmla="*/ 102 w 119"/>
                <a:gd name="T71" fmla="*/ 73 h 73"/>
                <a:gd name="T72" fmla="*/ 110 w 119"/>
                <a:gd name="T73" fmla="*/ 70 h 73"/>
                <a:gd name="T74" fmla="*/ 117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1" y="6"/>
                    <a:pt x="101" y="6"/>
                    <a:pt x="101" y="6"/>
                  </a:cubicBezTo>
                  <a:cubicBezTo>
                    <a:pt x="102" y="6"/>
                    <a:pt x="104" y="7"/>
                    <a:pt x="107" y="9"/>
                  </a:cubicBezTo>
                  <a:cubicBezTo>
                    <a:pt x="109" y="11"/>
                    <a:pt x="110" y="12"/>
                    <a:pt x="111" y="14"/>
                  </a:cubicBezTo>
                  <a:cubicBezTo>
                    <a:pt x="112" y="16"/>
                    <a:pt x="113" y="18"/>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4" name="Freeform 1250">
              <a:extLst>
                <a:ext uri="{FF2B5EF4-FFF2-40B4-BE49-F238E27FC236}">
                  <a16:creationId xmlns:a16="http://schemas.microsoft.com/office/drawing/2014/main" id="{129AD54F-8783-49B3-AD3D-D9406F7631D6}"/>
                </a:ext>
              </a:extLst>
            </p:cNvPr>
            <p:cNvSpPr>
              <a:spLocks noEditPoints="1"/>
            </p:cNvSpPr>
            <p:nvPr userDrawn="1"/>
          </p:nvSpPr>
          <p:spPr bwMode="auto">
            <a:xfrm>
              <a:off x="477898" y="4725276"/>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5" name="Freeform 1251">
              <a:extLst>
                <a:ext uri="{FF2B5EF4-FFF2-40B4-BE49-F238E27FC236}">
                  <a16:creationId xmlns:a16="http://schemas.microsoft.com/office/drawing/2014/main" id="{130F8405-1778-49DA-AD4F-5DE15DABDF7B}"/>
                </a:ext>
              </a:extLst>
            </p:cNvPr>
            <p:cNvSpPr>
              <a:spLocks noEditPoints="1"/>
            </p:cNvSpPr>
            <p:nvPr userDrawn="1"/>
          </p:nvSpPr>
          <p:spPr bwMode="auto">
            <a:xfrm>
              <a:off x="1635887" y="3958635"/>
              <a:ext cx="266920" cy="164567"/>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2 w 177"/>
                <a:gd name="T17" fmla="*/ 104 h 110"/>
                <a:gd name="T18" fmla="*/ 58 w 177"/>
                <a:gd name="T19" fmla="*/ 104 h 110"/>
                <a:gd name="T20" fmla="*/ 50 w 177"/>
                <a:gd name="T21" fmla="*/ 101 h 110"/>
                <a:gd name="T22" fmla="*/ 45 w 177"/>
                <a:gd name="T23" fmla="*/ 95 h 110"/>
                <a:gd name="T24" fmla="*/ 43 w 177"/>
                <a:gd name="T25" fmla="*/ 84 h 110"/>
                <a:gd name="T26" fmla="*/ 43 w 177"/>
                <a:gd name="T27" fmla="*/ 80 h 110"/>
                <a:gd name="T28" fmla="*/ 43 w 177"/>
                <a:gd name="T29" fmla="*/ 79 h 110"/>
                <a:gd name="T30" fmla="*/ 21 w 177"/>
                <a:gd name="T31" fmla="*/ 51 h 110"/>
                <a:gd name="T32" fmla="*/ 44 w 177"/>
                <a:gd name="T33" fmla="*/ 62 h 110"/>
                <a:gd name="T34" fmla="*/ 45 w 177"/>
                <a:gd name="T35" fmla="*/ 28 h 110"/>
                <a:gd name="T36" fmla="*/ 49 w 177"/>
                <a:gd name="T37" fmla="*/ 18 h 110"/>
                <a:gd name="T38" fmla="*/ 70 w 177"/>
                <a:gd name="T39" fmla="*/ 6 h 110"/>
                <a:gd name="T40" fmla="*/ 151 w 177"/>
                <a:gd name="T41" fmla="*/ 0 h 110"/>
                <a:gd name="T42" fmla="*/ 70 w 177"/>
                <a:gd name="T43" fmla="*/ 0 h 110"/>
                <a:gd name="T44" fmla="*/ 69 w 177"/>
                <a:gd name="T45" fmla="*/ 0 h 110"/>
                <a:gd name="T46" fmla="*/ 44 w 177"/>
                <a:gd name="T47" fmla="*/ 15 h 110"/>
                <a:gd name="T48" fmla="*/ 39 w 177"/>
                <a:gd name="T49" fmla="*/ 27 h 110"/>
                <a:gd name="T50" fmla="*/ 39 w 177"/>
                <a:gd name="T51" fmla="*/ 28 h 110"/>
                <a:gd name="T52" fmla="*/ 38 w 177"/>
                <a:gd name="T53" fmla="*/ 52 h 110"/>
                <a:gd name="T54" fmla="*/ 0 w 177"/>
                <a:gd name="T55" fmla="*/ 34 h 110"/>
                <a:gd name="T56" fmla="*/ 37 w 177"/>
                <a:gd name="T57" fmla="*/ 81 h 110"/>
                <a:gd name="T58" fmla="*/ 37 w 177"/>
                <a:gd name="T59" fmla="*/ 84 h 110"/>
                <a:gd name="T60" fmla="*/ 40 w 177"/>
                <a:gd name="T61" fmla="*/ 98 h 110"/>
                <a:gd name="T62" fmla="*/ 51 w 177"/>
                <a:gd name="T63" fmla="*/ 108 h 110"/>
                <a:gd name="T64" fmla="*/ 58 w 177"/>
                <a:gd name="T65" fmla="*/ 110 h 110"/>
                <a:gd name="T66" fmla="*/ 58 w 177"/>
                <a:gd name="T67" fmla="*/ 110 h 110"/>
                <a:gd name="T68" fmla="*/ 152 w 177"/>
                <a:gd name="T69" fmla="*/ 110 h 110"/>
                <a:gd name="T70" fmla="*/ 152 w 177"/>
                <a:gd name="T71" fmla="*/ 110 h 110"/>
                <a:gd name="T72" fmla="*/ 163 w 177"/>
                <a:gd name="T73" fmla="*/ 106 h 110"/>
                <a:gd name="T74" fmla="*/ 173 w 177"/>
                <a:gd name="T75" fmla="*/ 95 h 110"/>
                <a:gd name="T76" fmla="*/ 176 w 177"/>
                <a:gd name="T77" fmla="*/ 89 h 110"/>
                <a:gd name="T78" fmla="*/ 177 w 177"/>
                <a:gd name="T79" fmla="*/ 89 h 110"/>
                <a:gd name="T80" fmla="*/ 177 w 177"/>
                <a:gd name="T81" fmla="*/ 29 h 110"/>
                <a:gd name="T82" fmla="*/ 177 w 177"/>
                <a:gd name="T83" fmla="*/ 29 h 110"/>
                <a:gd name="T84" fmla="*/ 173 w 177"/>
                <a:gd name="T85" fmla="*/ 16 h 110"/>
                <a:gd name="T86" fmla="*/ 159 w 177"/>
                <a:gd name="T87" fmla="*/ 4 h 110"/>
                <a:gd name="T88" fmla="*/ 152 w 177"/>
                <a:gd name="T89" fmla="*/ 0 h 110"/>
                <a:gd name="T90" fmla="*/ 151 w 177"/>
                <a:gd name="T9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10">
                  <a:moveTo>
                    <a:pt x="70" y="6"/>
                  </a:moveTo>
                  <a:cubicBezTo>
                    <a:pt x="150" y="6"/>
                    <a:pt x="150" y="6"/>
                    <a:pt x="150" y="6"/>
                  </a:cubicBezTo>
                  <a:cubicBezTo>
                    <a:pt x="152" y="7"/>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3"/>
                    <a:pt x="155" y="103"/>
                    <a:pt x="152"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9"/>
                    <a:pt x="177" y="89"/>
                    <a:pt x="177" y="89"/>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6" name="Freeform 1252">
              <a:extLst>
                <a:ext uri="{FF2B5EF4-FFF2-40B4-BE49-F238E27FC236}">
                  <a16:creationId xmlns:a16="http://schemas.microsoft.com/office/drawing/2014/main" id="{A2FABCF5-0072-4435-8CA5-B37E8DBDBA8A}"/>
                </a:ext>
              </a:extLst>
            </p:cNvPr>
            <p:cNvSpPr>
              <a:spLocks noEditPoints="1"/>
            </p:cNvSpPr>
            <p:nvPr userDrawn="1"/>
          </p:nvSpPr>
          <p:spPr bwMode="auto">
            <a:xfrm>
              <a:off x="1475334" y="4143271"/>
              <a:ext cx="638198" cy="192664"/>
            </a:xfrm>
            <a:custGeom>
              <a:avLst/>
              <a:gdLst>
                <a:gd name="T0" fmla="*/ 91 w 425"/>
                <a:gd name="T1" fmla="*/ 25 h 128"/>
                <a:gd name="T2" fmla="*/ 345 w 425"/>
                <a:gd name="T3" fmla="*/ 6 h 128"/>
                <a:gd name="T4" fmla="*/ 371 w 425"/>
                <a:gd name="T5" fmla="*/ 7 h 128"/>
                <a:gd name="T6" fmla="*/ 372 w 425"/>
                <a:gd name="T7" fmla="*/ 7 h 128"/>
                <a:gd name="T8" fmla="*/ 419 w 425"/>
                <a:gd name="T9" fmla="*/ 45 h 128"/>
                <a:gd name="T10" fmla="*/ 419 w 425"/>
                <a:gd name="T11" fmla="*/ 46 h 128"/>
                <a:gd name="T12" fmla="*/ 419 w 425"/>
                <a:gd name="T13" fmla="*/ 46 h 128"/>
                <a:gd name="T14" fmla="*/ 411 w 425"/>
                <a:gd name="T15" fmla="*/ 80 h 128"/>
                <a:gd name="T16" fmla="*/ 372 w 425"/>
                <a:gd name="T17" fmla="*/ 106 h 128"/>
                <a:gd name="T18" fmla="*/ 368 w 425"/>
                <a:gd name="T19" fmla="*/ 107 h 128"/>
                <a:gd name="T20" fmla="*/ 102 w 425"/>
                <a:gd name="T21" fmla="*/ 113 h 128"/>
                <a:gd name="T22" fmla="*/ 85 w 425"/>
                <a:gd name="T23" fmla="*/ 114 h 128"/>
                <a:gd name="T24" fmla="*/ 90 w 425"/>
                <a:gd name="T25" fmla="*/ 106 h 128"/>
                <a:gd name="T26" fmla="*/ 52 w 425"/>
                <a:gd name="T27" fmla="*/ 100 h 128"/>
                <a:gd name="T28" fmla="*/ 37 w 425"/>
                <a:gd name="T29" fmla="*/ 77 h 128"/>
                <a:gd name="T30" fmla="*/ 36 w 425"/>
                <a:gd name="T31" fmla="*/ 74 h 128"/>
                <a:gd name="T32" fmla="*/ 36 w 425"/>
                <a:gd name="T33" fmla="*/ 71 h 128"/>
                <a:gd name="T34" fmla="*/ 68 w 425"/>
                <a:gd name="T35" fmla="*/ 29 h 128"/>
                <a:gd name="T36" fmla="*/ 82 w 425"/>
                <a:gd name="T37" fmla="*/ 26 h 128"/>
                <a:gd name="T38" fmla="*/ 83 w 425"/>
                <a:gd name="T39" fmla="*/ 26 h 128"/>
                <a:gd name="T40" fmla="*/ 83 w 425"/>
                <a:gd name="T41" fmla="*/ 26 h 128"/>
                <a:gd name="T42" fmla="*/ 184 w 425"/>
                <a:gd name="T43" fmla="*/ 10 h 128"/>
                <a:gd name="T44" fmla="*/ 57 w 425"/>
                <a:gd name="T45" fmla="*/ 27 h 128"/>
                <a:gd name="T46" fmla="*/ 30 w 425"/>
                <a:gd name="T47" fmla="*/ 71 h 128"/>
                <a:gd name="T48" fmla="*/ 30 w 425"/>
                <a:gd name="T49" fmla="*/ 74 h 128"/>
                <a:gd name="T50" fmla="*/ 36 w 425"/>
                <a:gd name="T51" fmla="*/ 92 h 128"/>
                <a:gd name="T52" fmla="*/ 58 w 425"/>
                <a:gd name="T53" fmla="*/ 109 h 128"/>
                <a:gd name="T54" fmla="*/ 29 w 425"/>
                <a:gd name="T55" fmla="*/ 125 h 128"/>
                <a:gd name="T56" fmla="*/ 74 w 425"/>
                <a:gd name="T57" fmla="*/ 121 h 128"/>
                <a:gd name="T58" fmla="*/ 101 w 425"/>
                <a:gd name="T59" fmla="*/ 119 h 128"/>
                <a:gd name="T60" fmla="*/ 101 w 425"/>
                <a:gd name="T61" fmla="*/ 119 h 128"/>
                <a:gd name="T62" fmla="*/ 102 w 425"/>
                <a:gd name="T63" fmla="*/ 119 h 128"/>
                <a:gd name="T64" fmla="*/ 368 w 425"/>
                <a:gd name="T65" fmla="*/ 113 h 128"/>
                <a:gd name="T66" fmla="*/ 416 w 425"/>
                <a:gd name="T67" fmla="*/ 83 h 128"/>
                <a:gd name="T68" fmla="*/ 425 w 425"/>
                <a:gd name="T69" fmla="*/ 45 h 128"/>
                <a:gd name="T70" fmla="*/ 373 w 425"/>
                <a:gd name="T71" fmla="*/ 1 h 128"/>
                <a:gd name="T72" fmla="*/ 372 w 425"/>
                <a:gd name="T73" fmla="*/ 1 h 128"/>
                <a:gd name="T74" fmla="*/ 345 w 425"/>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7"/>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6"/>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7"/>
                  </a:cubicBezTo>
                  <a:cubicBezTo>
                    <a:pt x="368" y="107"/>
                    <a:pt x="368" y="107"/>
                    <a:pt x="368" y="107"/>
                  </a:cubicBezTo>
                  <a:cubicBezTo>
                    <a:pt x="368" y="107"/>
                    <a:pt x="368" y="107"/>
                    <a:pt x="368" y="107"/>
                  </a:cubicBezTo>
                  <a:cubicBezTo>
                    <a:pt x="102" y="113"/>
                    <a:pt x="102" y="113"/>
                    <a:pt x="102" y="113"/>
                  </a:cubicBezTo>
                  <a:cubicBezTo>
                    <a:pt x="101" y="113"/>
                    <a:pt x="101" y="113"/>
                    <a:pt x="101" y="113"/>
                  </a:cubicBezTo>
                  <a:cubicBezTo>
                    <a:pt x="98" y="113"/>
                    <a:pt x="93" y="113"/>
                    <a:pt x="85" y="114"/>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5" y="20"/>
                    <a:pt x="83" y="20"/>
                  </a:cubicBezTo>
                  <a:cubicBezTo>
                    <a:pt x="81" y="20"/>
                    <a:pt x="69" y="21"/>
                    <a:pt x="57" y="27"/>
                  </a:cubicBezTo>
                  <a:cubicBezTo>
                    <a:pt x="50" y="30"/>
                    <a:pt x="43" y="35"/>
                    <a:pt x="38" y="42"/>
                  </a:cubicBezTo>
                  <a:cubicBezTo>
                    <a:pt x="33" y="50"/>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0" y="120"/>
                    <a:pt x="86" y="119"/>
                    <a:pt x="91" y="119"/>
                  </a:cubicBezTo>
                  <a:cubicBezTo>
                    <a:pt x="96" y="119"/>
                    <a:pt x="99" y="119"/>
                    <a:pt x="101" y="119"/>
                  </a:cubicBezTo>
                  <a:cubicBezTo>
                    <a:pt x="101" y="119"/>
                    <a:pt x="101" y="119"/>
                    <a:pt x="101" y="119"/>
                  </a:cubicBezTo>
                  <a:cubicBezTo>
                    <a:pt x="101" y="119"/>
                    <a:pt x="101" y="119"/>
                    <a:pt x="101" y="119"/>
                  </a:cubicBezTo>
                  <a:cubicBezTo>
                    <a:pt x="101" y="119"/>
                    <a:pt x="101" y="119"/>
                    <a:pt x="101" y="119"/>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7"/>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7" name="Freeform 1253">
              <a:extLst>
                <a:ext uri="{FF2B5EF4-FFF2-40B4-BE49-F238E27FC236}">
                  <a16:creationId xmlns:a16="http://schemas.microsoft.com/office/drawing/2014/main" id="{AFB19525-0A41-4C4E-9E2E-9A9E21FF1053}"/>
                </a:ext>
              </a:extLst>
            </p:cNvPr>
            <p:cNvSpPr>
              <a:spLocks/>
            </p:cNvSpPr>
            <p:nvPr userDrawn="1"/>
          </p:nvSpPr>
          <p:spPr bwMode="auto">
            <a:xfrm>
              <a:off x="66481" y="4239603"/>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3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368 w 425"/>
                <a:gd name="T47" fmla="*/ 106 h 127"/>
                <a:gd name="T48" fmla="*/ 101 w 425"/>
                <a:gd name="T49" fmla="*/ 112 h 127"/>
                <a:gd name="T50" fmla="*/ 57 w 425"/>
                <a:gd name="T51" fmla="*/ 116 h 127"/>
                <a:gd name="T52" fmla="*/ 72 w 425"/>
                <a:gd name="T53" fmla="*/ 105 h 127"/>
                <a:gd name="T54" fmla="*/ 39 w 425"/>
                <a:gd name="T55" fmla="*/ 83 h 127"/>
                <a:gd name="T56" fmla="*/ 36 w 425"/>
                <a:gd name="T57" fmla="*/ 74 h 127"/>
                <a:gd name="T58" fmla="*/ 36 w 425"/>
                <a:gd name="T59" fmla="*/ 73 h 127"/>
                <a:gd name="T60" fmla="*/ 43 w 425"/>
                <a:gd name="T61" fmla="*/ 45 h 127"/>
                <a:gd name="T62" fmla="*/ 79 w 425"/>
                <a:gd name="T63" fmla="*/ 26 h 127"/>
                <a:gd name="T64" fmla="*/ 83 w 425"/>
                <a:gd name="T65" fmla="*/ 25 h 127"/>
                <a:gd name="T66" fmla="*/ 83 w 425"/>
                <a:gd name="T67" fmla="*/ 25 h 127"/>
                <a:gd name="T68" fmla="*/ 91 w 425"/>
                <a:gd name="T69" fmla="*/ 24 h 127"/>
                <a:gd name="T70" fmla="*/ 346 w 425"/>
                <a:gd name="T71" fmla="*/ 6 h 127"/>
                <a:gd name="T72" fmla="*/ 373 w 425"/>
                <a:gd name="T73" fmla="*/ 7 h 127"/>
                <a:gd name="T74" fmla="*/ 391 w 425"/>
                <a:gd name="T75" fmla="*/ 5 h 127"/>
                <a:gd name="T76" fmla="*/ 375 w 425"/>
                <a:gd name="T77" fmla="*/ 2 h 127"/>
                <a:gd name="T78" fmla="*/ 373 w 425"/>
                <a:gd name="T79" fmla="*/ 1 h 127"/>
                <a:gd name="T80" fmla="*/ 345 w 425"/>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3"/>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6"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4"/>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8" name="Freeform 1254">
              <a:extLst>
                <a:ext uri="{FF2B5EF4-FFF2-40B4-BE49-F238E27FC236}">
                  <a16:creationId xmlns:a16="http://schemas.microsoft.com/office/drawing/2014/main" id="{088052ED-7EDE-4936-A061-E5705FA42A25}"/>
                </a:ext>
              </a:extLst>
            </p:cNvPr>
            <p:cNvSpPr>
              <a:spLocks noEditPoints="1"/>
            </p:cNvSpPr>
            <p:nvPr userDrawn="1"/>
          </p:nvSpPr>
          <p:spPr bwMode="auto">
            <a:xfrm>
              <a:off x="630423" y="4241610"/>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9" name="Freeform 1255">
              <a:extLst>
                <a:ext uri="{FF2B5EF4-FFF2-40B4-BE49-F238E27FC236}">
                  <a16:creationId xmlns:a16="http://schemas.microsoft.com/office/drawing/2014/main" id="{16EAAC50-EF02-4509-A00F-2A9D5908DC17}"/>
                </a:ext>
              </a:extLst>
            </p:cNvPr>
            <p:cNvSpPr>
              <a:spLocks noEditPoints="1"/>
            </p:cNvSpPr>
            <p:nvPr userDrawn="1"/>
          </p:nvSpPr>
          <p:spPr bwMode="auto">
            <a:xfrm>
              <a:off x="620389" y="4817594"/>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6 h 128"/>
                <a:gd name="T64" fmla="*/ 83 w 425"/>
                <a:gd name="T65" fmla="*/ 26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8 w 425"/>
                <a:gd name="T77" fmla="*/ 21 h 128"/>
                <a:gd name="T78" fmla="*/ 409 w 425"/>
                <a:gd name="T79" fmla="*/ 15 h 128"/>
                <a:gd name="T80" fmla="*/ 373 w 425"/>
                <a:gd name="T81" fmla="*/ 1 h 128"/>
                <a:gd name="T82" fmla="*/ 373 w 425"/>
                <a:gd name="T83" fmla="*/ 1 h 128"/>
                <a:gd name="T84" fmla="*/ 345 w 425"/>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5" h="128">
                  <a:moveTo>
                    <a:pt x="210" y="8"/>
                  </a:moveTo>
                  <a:cubicBezTo>
                    <a:pt x="201" y="8"/>
                    <a:pt x="192" y="9"/>
                    <a:pt x="184" y="10"/>
                  </a:cubicBezTo>
                  <a:cubicBezTo>
                    <a:pt x="129" y="15"/>
                    <a:pt x="85" y="19"/>
                    <a:pt x="83" y="20"/>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4"/>
                    <a:pt x="411" y="24"/>
                    <a:pt x="411" y="24"/>
                  </a:cubicBezTo>
                  <a:cubicBezTo>
                    <a:pt x="411" y="24"/>
                    <a:pt x="412" y="25"/>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2"/>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6"/>
                    <a:pt x="41" y="89"/>
                    <a:pt x="39" y="83"/>
                  </a:cubicBezTo>
                  <a:cubicBezTo>
                    <a:pt x="38" y="81"/>
                    <a:pt x="37" y="78"/>
                    <a:pt x="37" y="76"/>
                  </a:cubicBezTo>
                  <a:cubicBezTo>
                    <a:pt x="37"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8"/>
                  </a:cubicBezTo>
                  <a:cubicBezTo>
                    <a:pt x="72" y="27"/>
                    <a:pt x="76" y="26"/>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5" y="17"/>
                    <a:pt x="221" y="13"/>
                  </a:cubicBezTo>
                  <a:cubicBezTo>
                    <a:pt x="210" y="8"/>
                    <a:pt x="210" y="8"/>
                    <a:pt x="210" y="8"/>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5"/>
                    <a:pt x="409" y="14"/>
                  </a:cubicBezTo>
                  <a:cubicBezTo>
                    <a:pt x="402" y="8"/>
                    <a:pt x="390" y="4"/>
                    <a:pt x="373" y="1"/>
                  </a:cubicBezTo>
                  <a:cubicBezTo>
                    <a:pt x="373" y="1"/>
                    <a:pt x="373" y="1"/>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0" name="Freeform 1256">
              <a:extLst>
                <a:ext uri="{FF2B5EF4-FFF2-40B4-BE49-F238E27FC236}">
                  <a16:creationId xmlns:a16="http://schemas.microsoft.com/office/drawing/2014/main" id="{6F6A6972-1164-466F-A712-6A6C357050C0}"/>
                </a:ext>
              </a:extLst>
            </p:cNvPr>
            <p:cNvSpPr>
              <a:spLocks noEditPoints="1"/>
            </p:cNvSpPr>
            <p:nvPr userDrawn="1"/>
          </p:nvSpPr>
          <p:spPr bwMode="auto">
            <a:xfrm>
              <a:off x="2193809" y="4984168"/>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70"/>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5"/>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1" name="Freeform 1257">
              <a:extLst>
                <a:ext uri="{FF2B5EF4-FFF2-40B4-BE49-F238E27FC236}">
                  <a16:creationId xmlns:a16="http://schemas.microsoft.com/office/drawing/2014/main" id="{DD320106-ADF2-4EDA-A46C-A24956DAEED8}"/>
                </a:ext>
              </a:extLst>
            </p:cNvPr>
            <p:cNvSpPr>
              <a:spLocks noEditPoints="1"/>
            </p:cNvSpPr>
            <p:nvPr userDrawn="1"/>
          </p:nvSpPr>
          <p:spPr bwMode="auto">
            <a:xfrm>
              <a:off x="2250002" y="4237596"/>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6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9"/>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3"/>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5"/>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1" y="62"/>
                  </a:cubicBezTo>
                  <a:cubicBezTo>
                    <a:pt x="71" y="61"/>
                    <a:pt x="71" y="54"/>
                    <a:pt x="67" y="46"/>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2" name="Freeform 1258">
              <a:extLst>
                <a:ext uri="{FF2B5EF4-FFF2-40B4-BE49-F238E27FC236}">
                  <a16:creationId xmlns:a16="http://schemas.microsoft.com/office/drawing/2014/main" id="{AA73DCD3-C97F-4118-8C04-A0FE1D018D3D}"/>
                </a:ext>
              </a:extLst>
            </p:cNvPr>
            <p:cNvSpPr>
              <a:spLocks noEditPoints="1"/>
            </p:cNvSpPr>
            <p:nvPr userDrawn="1"/>
          </p:nvSpPr>
          <p:spPr bwMode="auto">
            <a:xfrm>
              <a:off x="1519486" y="5572193"/>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7"/>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7"/>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3" name="Freeform 1259">
              <a:extLst>
                <a:ext uri="{FF2B5EF4-FFF2-40B4-BE49-F238E27FC236}">
                  <a16:creationId xmlns:a16="http://schemas.microsoft.com/office/drawing/2014/main" id="{076E5413-2561-46E4-803E-F52174940271}"/>
                </a:ext>
              </a:extLst>
            </p:cNvPr>
            <p:cNvSpPr>
              <a:spLocks/>
            </p:cNvSpPr>
            <p:nvPr userDrawn="1"/>
          </p:nvSpPr>
          <p:spPr bwMode="auto">
            <a:xfrm>
              <a:off x="2129588" y="5708663"/>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4" name="Freeform 1260">
              <a:extLst>
                <a:ext uri="{FF2B5EF4-FFF2-40B4-BE49-F238E27FC236}">
                  <a16:creationId xmlns:a16="http://schemas.microsoft.com/office/drawing/2014/main" id="{54A8CA88-5CC3-468C-905B-D91C556E85A3}"/>
                </a:ext>
              </a:extLst>
            </p:cNvPr>
            <p:cNvSpPr>
              <a:spLocks noEditPoints="1"/>
            </p:cNvSpPr>
            <p:nvPr userDrawn="1"/>
          </p:nvSpPr>
          <p:spPr bwMode="auto">
            <a:xfrm>
              <a:off x="2067373" y="4303824"/>
              <a:ext cx="148512" cy="471625"/>
            </a:xfrm>
            <a:custGeom>
              <a:avLst/>
              <a:gdLst>
                <a:gd name="T0" fmla="*/ 19 w 99"/>
                <a:gd name="T1" fmla="*/ 247 h 313"/>
                <a:gd name="T2" fmla="*/ 19 w 99"/>
                <a:gd name="T3" fmla="*/ 247 h 313"/>
                <a:gd name="T4" fmla="*/ 89 w 99"/>
                <a:gd name="T5" fmla="*/ 233 h 313"/>
                <a:gd name="T6" fmla="*/ 22 w 99"/>
                <a:gd name="T7" fmla="*/ 246 h 313"/>
                <a:gd name="T8" fmla="*/ 12 w 99"/>
                <a:gd name="T9" fmla="*/ 157 h 313"/>
                <a:gd name="T10" fmla="*/ 7 w 99"/>
                <a:gd name="T11" fmla="*/ 41 h 313"/>
                <a:gd name="T12" fmla="*/ 20 w 99"/>
                <a:gd name="T13" fmla="*/ 11 h 313"/>
                <a:gd name="T14" fmla="*/ 34 w 99"/>
                <a:gd name="T15" fmla="*/ 6 h 313"/>
                <a:gd name="T16" fmla="*/ 34 w 99"/>
                <a:gd name="T17" fmla="*/ 6 h 313"/>
                <a:gd name="T18" fmla="*/ 35 w 99"/>
                <a:gd name="T19" fmla="*/ 6 h 313"/>
                <a:gd name="T20" fmla="*/ 59 w 99"/>
                <a:gd name="T21" fmla="*/ 12 h 313"/>
                <a:gd name="T22" fmla="*/ 79 w 99"/>
                <a:gd name="T23" fmla="*/ 39 h 313"/>
                <a:gd name="T24" fmla="*/ 79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1 w 99"/>
                <a:gd name="T55" fmla="*/ 266 h 313"/>
                <a:gd name="T56" fmla="*/ 55 w 99"/>
                <a:gd name="T57" fmla="*/ 285 h 313"/>
                <a:gd name="T58" fmla="*/ 57 w 99"/>
                <a:gd name="T59" fmla="*/ 285 h 313"/>
                <a:gd name="T60" fmla="*/ 57 w 99"/>
                <a:gd name="T61" fmla="*/ 285 h 313"/>
                <a:gd name="T62" fmla="*/ 81 w 99"/>
                <a:gd name="T63" fmla="*/ 271 h 313"/>
                <a:gd name="T64" fmla="*/ 99 w 99"/>
                <a:gd name="T65" fmla="*/ 313 h 313"/>
                <a:gd name="T66" fmla="*/ 95 w 99"/>
                <a:gd name="T67" fmla="*/ 278 h 313"/>
                <a:gd name="T68" fmla="*/ 91 w 99"/>
                <a:gd name="T69" fmla="*/ 240 h 313"/>
                <a:gd name="T70" fmla="*/ 91 w 99"/>
                <a:gd name="T71" fmla="*/ 233 h 313"/>
                <a:gd name="T72" fmla="*/ 85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22" y="246"/>
                  </a:moveTo>
                  <a:cubicBezTo>
                    <a:pt x="22" y="246"/>
                    <a:pt x="21" y="244"/>
                    <a:pt x="21" y="240"/>
                  </a:cubicBezTo>
                  <a:cubicBezTo>
                    <a:pt x="19" y="227"/>
                    <a:pt x="16" y="194"/>
                    <a:pt x="12" y="157"/>
                  </a:cubicBezTo>
                  <a:cubicBezTo>
                    <a:pt x="9" y="121"/>
                    <a:pt x="6" y="81"/>
                    <a:pt x="6" y="57"/>
                  </a:cubicBezTo>
                  <a:cubicBezTo>
                    <a:pt x="6" y="50"/>
                    <a:pt x="6" y="44"/>
                    <a:pt x="7" y="41"/>
                  </a:cubicBezTo>
                  <a:cubicBezTo>
                    <a:pt x="7" y="40"/>
                    <a:pt x="7" y="40"/>
                    <a:pt x="7" y="39"/>
                  </a:cubicBez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9"/>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5"/>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5" name="Freeform 1261">
              <a:extLst>
                <a:ext uri="{FF2B5EF4-FFF2-40B4-BE49-F238E27FC236}">
                  <a16:creationId xmlns:a16="http://schemas.microsoft.com/office/drawing/2014/main" id="{6CD1CC71-B433-4121-BF82-BA650A018673}"/>
                </a:ext>
              </a:extLst>
            </p:cNvPr>
            <p:cNvSpPr>
              <a:spLocks noEditPoints="1"/>
            </p:cNvSpPr>
            <p:nvPr userDrawn="1"/>
          </p:nvSpPr>
          <p:spPr bwMode="auto">
            <a:xfrm>
              <a:off x="-150266" y="4311852"/>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39 w 116"/>
                <a:gd name="T19" fmla="*/ 6 h 365"/>
                <a:gd name="T20" fmla="*/ 40 w 116"/>
                <a:gd name="T21" fmla="*/ 6 h 365"/>
                <a:gd name="T22" fmla="*/ 40 w 116"/>
                <a:gd name="T23" fmla="*/ 6 h 365"/>
                <a:gd name="T24" fmla="*/ 40 w 116"/>
                <a:gd name="T25" fmla="*/ 6 h 365"/>
                <a:gd name="T26" fmla="*/ 90 w 116"/>
                <a:gd name="T27" fmla="*/ 36 h 365"/>
                <a:gd name="T28" fmla="*/ 94 w 116"/>
                <a:gd name="T29" fmla="*/ 48 h 365"/>
                <a:gd name="T30" fmla="*/ 94 w 116"/>
                <a:gd name="T31" fmla="*/ 49 h 365"/>
                <a:gd name="T32" fmla="*/ 100 w 116"/>
                <a:gd name="T33" fmla="*/ 276 h 365"/>
                <a:gd name="T34" fmla="*/ 104 w 116"/>
                <a:gd name="T35" fmla="*/ 310 h 365"/>
                <a:gd name="T36" fmla="*/ 94 w 116"/>
                <a:gd name="T37" fmla="*/ 301 h 365"/>
                <a:gd name="T38" fmla="*/ 75 w 116"/>
                <a:gd name="T39" fmla="*/ 328 h 365"/>
                <a:gd name="T40" fmla="*/ 67 w 116"/>
                <a:gd name="T41" fmla="*/ 330 h 365"/>
                <a:gd name="T42" fmla="*/ 67 w 116"/>
                <a:gd name="T43" fmla="*/ 331 h 365"/>
                <a:gd name="T44" fmla="*/ 42 w 116"/>
                <a:gd name="T45" fmla="*/ 325 h 365"/>
                <a:gd name="T46" fmla="*/ 25 w 116"/>
                <a:gd name="T47" fmla="*/ 295 h 365"/>
                <a:gd name="T48" fmla="*/ 24 w 116"/>
                <a:gd name="T49" fmla="*/ 292 h 365"/>
                <a:gd name="T50" fmla="*/ 24 w 116"/>
                <a:gd name="T51" fmla="*/ 291 h 365"/>
                <a:gd name="T52" fmla="*/ 39 w 116"/>
                <a:gd name="T53" fmla="*/ 0 h 365"/>
                <a:gd name="T54" fmla="*/ 1 w 116"/>
                <a:gd name="T55" fmla="*/ 45 h 365"/>
                <a:gd name="T56" fmla="*/ 0 w 116"/>
                <a:gd name="T57" fmla="*/ 66 h 365"/>
                <a:gd name="T58" fmla="*/ 18 w 116"/>
                <a:gd name="T59" fmla="*/ 292 h 365"/>
                <a:gd name="T60" fmla="*/ 39 w 116"/>
                <a:gd name="T61" fmla="*/ 330 h 365"/>
                <a:gd name="T62" fmla="*/ 64 w 116"/>
                <a:gd name="T63" fmla="*/ 337 h 365"/>
                <a:gd name="T64" fmla="*/ 67 w 116"/>
                <a:gd name="T65" fmla="*/ 337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6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39" y="6"/>
                    <a:pt x="39"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1"/>
                    <a:pt x="67" y="331"/>
                    <a:pt x="67" y="331"/>
                  </a:cubicBezTo>
                  <a:cubicBezTo>
                    <a:pt x="67" y="331"/>
                    <a:pt x="67" y="331"/>
                    <a:pt x="67" y="331"/>
                  </a:cubicBezTo>
                  <a:cubicBezTo>
                    <a:pt x="66" y="331"/>
                    <a:pt x="65" y="331"/>
                    <a:pt x="64" y="331"/>
                  </a:cubicBezTo>
                  <a:cubicBezTo>
                    <a:pt x="55" y="331"/>
                    <a:pt x="47" y="328"/>
                    <a:pt x="42" y="325"/>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30"/>
                  </a:cubicBezTo>
                  <a:cubicBezTo>
                    <a:pt x="45" y="334"/>
                    <a:pt x="54" y="337"/>
                    <a:pt x="64" y="337"/>
                  </a:cubicBezTo>
                  <a:cubicBezTo>
                    <a:pt x="64" y="337"/>
                    <a:pt x="64" y="337"/>
                    <a:pt x="64" y="337"/>
                  </a:cubicBezTo>
                  <a:cubicBezTo>
                    <a:pt x="65" y="337"/>
                    <a:pt x="66" y="337"/>
                    <a:pt x="67" y="337"/>
                  </a:cubicBezTo>
                  <a:cubicBezTo>
                    <a:pt x="67" y="337"/>
                    <a:pt x="67" y="337"/>
                    <a:pt x="67" y="337"/>
                  </a:cubicBezTo>
                  <a:cubicBezTo>
                    <a:pt x="67" y="337"/>
                    <a:pt x="67" y="337"/>
                    <a:pt x="67" y="337"/>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6"/>
                    <a:pt x="106" y="276"/>
                    <a:pt x="106" y="276"/>
                  </a:cubicBezTo>
                  <a:cubicBezTo>
                    <a:pt x="106" y="275"/>
                    <a:pt x="106" y="275"/>
                    <a:pt x="106" y="275"/>
                  </a:cubicBezTo>
                  <a:cubicBezTo>
                    <a:pt x="100" y="49"/>
                    <a:pt x="100" y="49"/>
                    <a:pt x="100" y="49"/>
                  </a:cubicBezTo>
                  <a:cubicBezTo>
                    <a:pt x="100" y="49"/>
                    <a:pt x="100" y="49"/>
                    <a:pt x="100" y="49"/>
                  </a:cubicBezTo>
                  <a:cubicBezTo>
                    <a:pt x="100" y="49"/>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6" name="Freeform 1262">
              <a:extLst>
                <a:ext uri="{FF2B5EF4-FFF2-40B4-BE49-F238E27FC236}">
                  <a16:creationId xmlns:a16="http://schemas.microsoft.com/office/drawing/2014/main" id="{C86C199A-165B-42F1-B605-DC3C77A0D65A}"/>
                </a:ext>
              </a:extLst>
            </p:cNvPr>
            <p:cNvSpPr>
              <a:spLocks/>
            </p:cNvSpPr>
            <p:nvPr userDrawn="1"/>
          </p:nvSpPr>
          <p:spPr bwMode="auto">
            <a:xfrm>
              <a:off x="18315" y="4845690"/>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7" name="Freeform 1263">
              <a:extLst>
                <a:ext uri="{FF2B5EF4-FFF2-40B4-BE49-F238E27FC236}">
                  <a16:creationId xmlns:a16="http://schemas.microsoft.com/office/drawing/2014/main" id="{6D94019A-B8C8-48B2-94AD-829EF52D33F9}"/>
                </a:ext>
              </a:extLst>
            </p:cNvPr>
            <p:cNvSpPr>
              <a:spLocks noEditPoints="1"/>
            </p:cNvSpPr>
            <p:nvPr userDrawn="1"/>
          </p:nvSpPr>
          <p:spPr bwMode="auto">
            <a:xfrm>
              <a:off x="1543569" y="4351990"/>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5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1"/>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5"/>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8" name="Freeform 1264">
              <a:extLst>
                <a:ext uri="{FF2B5EF4-FFF2-40B4-BE49-F238E27FC236}">
                  <a16:creationId xmlns:a16="http://schemas.microsoft.com/office/drawing/2014/main" id="{372268FB-A417-48B0-BBAD-A653736C1A89}"/>
                </a:ext>
              </a:extLst>
            </p:cNvPr>
            <p:cNvSpPr>
              <a:spLocks noEditPoints="1"/>
            </p:cNvSpPr>
            <p:nvPr userDrawn="1"/>
          </p:nvSpPr>
          <p:spPr bwMode="auto">
            <a:xfrm>
              <a:off x="-180370" y="3992753"/>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3"/>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2" y="13"/>
                    <a:pt x="16" y="10"/>
                    <a:pt x="19" y="8"/>
                  </a:cubicBezTo>
                  <a:cubicBezTo>
                    <a:pt x="21" y="7"/>
                    <a:pt x="23" y="7"/>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9"/>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9" name="Freeform 1265">
              <a:extLst>
                <a:ext uri="{FF2B5EF4-FFF2-40B4-BE49-F238E27FC236}">
                  <a16:creationId xmlns:a16="http://schemas.microsoft.com/office/drawing/2014/main" id="{4BF2830E-663E-45C7-8823-9354CE785D81}"/>
                </a:ext>
              </a:extLst>
            </p:cNvPr>
            <p:cNvSpPr>
              <a:spLocks noEditPoints="1"/>
            </p:cNvSpPr>
            <p:nvPr userDrawn="1"/>
          </p:nvSpPr>
          <p:spPr bwMode="auto">
            <a:xfrm>
              <a:off x="1888758" y="5160776"/>
              <a:ext cx="238823" cy="180622"/>
            </a:xfrm>
            <a:custGeom>
              <a:avLst/>
              <a:gdLst>
                <a:gd name="T0" fmla="*/ 45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4 h 121"/>
                <a:gd name="T38" fmla="*/ 6 w 159"/>
                <a:gd name="T39" fmla="*/ 45 h 121"/>
                <a:gd name="T40" fmla="*/ 12 w 159"/>
                <a:gd name="T41" fmla="*/ 39 h 121"/>
                <a:gd name="T42" fmla="*/ 36 w 159"/>
                <a:gd name="T43" fmla="*/ 31 h 121"/>
                <a:gd name="T44" fmla="*/ 45 w 159"/>
                <a:gd name="T45" fmla="*/ 32 h 121"/>
                <a:gd name="T46" fmla="*/ 45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4"/>
                    <a:pt x="6" y="94"/>
                    <a:pt x="6" y="94"/>
                  </a:cubicBezTo>
                  <a:cubicBezTo>
                    <a:pt x="6" y="45"/>
                    <a:pt x="6" y="45"/>
                    <a:pt x="6" y="45"/>
                  </a:cubicBezTo>
                  <a:cubicBezTo>
                    <a:pt x="7" y="44"/>
                    <a:pt x="8" y="41"/>
                    <a:pt x="12" y="39"/>
                  </a:cubicBezTo>
                  <a:cubicBezTo>
                    <a:pt x="16" y="35"/>
                    <a:pt x="23" y="31"/>
                    <a:pt x="36" y="31"/>
                  </a:cubicBezTo>
                  <a:cubicBezTo>
                    <a:pt x="39" y="31"/>
                    <a:pt x="42" y="32"/>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8"/>
                    <a:pt x="159" y="57"/>
                    <a:pt x="159" y="56"/>
                  </a:cubicBezTo>
                  <a:cubicBezTo>
                    <a:pt x="159" y="49"/>
                    <a:pt x="157" y="44"/>
                    <a:pt x="153" y="40"/>
                  </a:cubicBezTo>
                  <a:cubicBezTo>
                    <a:pt x="148" y="35"/>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0" name="Freeform 1266">
              <a:extLst>
                <a:ext uri="{FF2B5EF4-FFF2-40B4-BE49-F238E27FC236}">
                  <a16:creationId xmlns:a16="http://schemas.microsoft.com/office/drawing/2014/main" id="{0B1FD555-2B4B-41B6-AF75-8A4AD707ABE6}"/>
                </a:ext>
              </a:extLst>
            </p:cNvPr>
            <p:cNvSpPr>
              <a:spLocks noEditPoints="1"/>
            </p:cNvSpPr>
            <p:nvPr userDrawn="1"/>
          </p:nvSpPr>
          <p:spPr bwMode="auto">
            <a:xfrm>
              <a:off x="1527514" y="4502509"/>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8"/>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20"/>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1" name="Freeform 1267">
              <a:extLst>
                <a:ext uri="{FF2B5EF4-FFF2-40B4-BE49-F238E27FC236}">
                  <a16:creationId xmlns:a16="http://schemas.microsoft.com/office/drawing/2014/main" id="{798BC504-AA93-48D0-A95F-A121B0FA6B0B}"/>
                </a:ext>
              </a:extLst>
            </p:cNvPr>
            <p:cNvSpPr>
              <a:spLocks noEditPoints="1"/>
            </p:cNvSpPr>
            <p:nvPr userDrawn="1"/>
          </p:nvSpPr>
          <p:spPr bwMode="auto">
            <a:xfrm>
              <a:off x="2336299" y="5674546"/>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2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8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5"/>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8"/>
                    <a:pt x="21" y="18"/>
                    <a:pt x="21" y="18"/>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2" name="Freeform 1268">
              <a:extLst>
                <a:ext uri="{FF2B5EF4-FFF2-40B4-BE49-F238E27FC236}">
                  <a16:creationId xmlns:a16="http://schemas.microsoft.com/office/drawing/2014/main" id="{82A78E65-B491-41E9-AF88-BB48C1B92AE7}"/>
                </a:ext>
              </a:extLst>
            </p:cNvPr>
            <p:cNvSpPr>
              <a:spLocks/>
            </p:cNvSpPr>
            <p:nvPr userDrawn="1"/>
          </p:nvSpPr>
          <p:spPr bwMode="auto">
            <a:xfrm>
              <a:off x="2545018" y="5839113"/>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3" name="Freeform 1269">
              <a:extLst>
                <a:ext uri="{FF2B5EF4-FFF2-40B4-BE49-F238E27FC236}">
                  <a16:creationId xmlns:a16="http://schemas.microsoft.com/office/drawing/2014/main" id="{A4F90EDC-7027-4364-A224-CE897193135B}"/>
                </a:ext>
              </a:extLst>
            </p:cNvPr>
            <p:cNvSpPr>
              <a:spLocks noEditPoints="1"/>
            </p:cNvSpPr>
            <p:nvPr userDrawn="1"/>
          </p:nvSpPr>
          <p:spPr bwMode="auto">
            <a:xfrm>
              <a:off x="1515472" y="5281191"/>
              <a:ext cx="313078" cy="280968"/>
            </a:xfrm>
            <a:custGeom>
              <a:avLst/>
              <a:gdLst>
                <a:gd name="T0" fmla="*/ 84 w 209"/>
                <a:gd name="T1" fmla="*/ 8 h 187"/>
                <a:gd name="T2" fmla="*/ 108 w 209"/>
                <a:gd name="T3" fmla="*/ 6 h 187"/>
                <a:gd name="T4" fmla="*/ 198 w 209"/>
                <a:gd name="T5" fmla="*/ 50 h 187"/>
                <a:gd name="T6" fmla="*/ 193 w 209"/>
                <a:gd name="T7" fmla="*/ 116 h 187"/>
                <a:gd name="T8" fmla="*/ 154 w 209"/>
                <a:gd name="T9" fmla="*/ 156 h 187"/>
                <a:gd name="T10" fmla="*/ 111 w 209"/>
                <a:gd name="T11" fmla="*/ 165 h 187"/>
                <a:gd name="T12" fmla="*/ 88 w 209"/>
                <a:gd name="T13" fmla="*/ 160 h 187"/>
                <a:gd name="T14" fmla="*/ 88 w 209"/>
                <a:gd name="T15" fmla="*/ 159 h 187"/>
                <a:gd name="T16" fmla="*/ 61 w 209"/>
                <a:gd name="T17" fmla="*/ 147 h 187"/>
                <a:gd name="T18" fmla="*/ 38 w 209"/>
                <a:gd name="T19" fmla="*/ 134 h 187"/>
                <a:gd name="T20" fmla="*/ 21 w 209"/>
                <a:gd name="T21" fmla="*/ 152 h 187"/>
                <a:gd name="T22" fmla="*/ 13 w 209"/>
                <a:gd name="T23" fmla="*/ 115 h 187"/>
                <a:gd name="T24" fmla="*/ 13 w 209"/>
                <a:gd name="T25" fmla="*/ 115 h 187"/>
                <a:gd name="T26" fmla="*/ 6 w 209"/>
                <a:gd name="T27" fmla="*/ 96 h 187"/>
                <a:gd name="T28" fmla="*/ 14 w 209"/>
                <a:gd name="T29" fmla="*/ 69 h 187"/>
                <a:gd name="T30" fmla="*/ 14 w 209"/>
                <a:gd name="T31" fmla="*/ 69 h 187"/>
                <a:gd name="T32" fmla="*/ 84 w 209"/>
                <a:gd name="T33" fmla="*/ 8 h 187"/>
                <a:gd name="T34" fmla="*/ 83 w 209"/>
                <a:gd name="T35" fmla="*/ 2 h 187"/>
                <a:gd name="T36" fmla="*/ 83 w 209"/>
                <a:gd name="T37" fmla="*/ 2 h 187"/>
                <a:gd name="T38" fmla="*/ 8 w 209"/>
                <a:gd name="T39" fmla="*/ 67 h 187"/>
                <a:gd name="T40" fmla="*/ 4 w 209"/>
                <a:gd name="T41" fmla="*/ 113 h 187"/>
                <a:gd name="T42" fmla="*/ 15 w 209"/>
                <a:gd name="T43" fmla="*/ 152 h 187"/>
                <a:gd name="T44" fmla="*/ 13 w 209"/>
                <a:gd name="T45" fmla="*/ 172 h 187"/>
                <a:gd name="T46" fmla="*/ 13 w 209"/>
                <a:gd name="T47" fmla="*/ 173 h 187"/>
                <a:gd name="T48" fmla="*/ 19 w 209"/>
                <a:gd name="T49" fmla="*/ 175 h 187"/>
                <a:gd name="T50" fmla="*/ 50 w 209"/>
                <a:gd name="T51" fmla="*/ 148 h 187"/>
                <a:gd name="T52" fmla="*/ 111 w 209"/>
                <a:gd name="T53" fmla="*/ 171 h 187"/>
                <a:gd name="T54" fmla="*/ 156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5" y="31"/>
                    <a:pt x="198" y="50"/>
                  </a:cubicBezTo>
                  <a:cubicBezTo>
                    <a:pt x="198" y="52"/>
                    <a:pt x="203" y="63"/>
                    <a:pt x="203" y="79"/>
                  </a:cubicBezTo>
                  <a:cubicBezTo>
                    <a:pt x="203" y="89"/>
                    <a:pt x="201" y="102"/>
                    <a:pt x="193"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59"/>
                    <a:pt x="88" y="159"/>
                    <a:pt x="88" y="159"/>
                  </a:cubicBezTo>
                  <a:cubicBezTo>
                    <a:pt x="88" y="159"/>
                    <a:pt x="88" y="159"/>
                    <a:pt x="88" y="159"/>
                  </a:cubicBezTo>
                  <a:cubicBezTo>
                    <a:pt x="88" y="159"/>
                    <a:pt x="86" y="158"/>
                    <a:pt x="82" y="157"/>
                  </a:cubicBezTo>
                  <a:cubicBezTo>
                    <a:pt x="77" y="154"/>
                    <a:pt x="69" y="151"/>
                    <a:pt x="61" y="147"/>
                  </a:cubicBezTo>
                  <a:cubicBezTo>
                    <a:pt x="53" y="143"/>
                    <a:pt x="45" y="139"/>
                    <a:pt x="41" y="136"/>
                  </a:cubicBezTo>
                  <a:cubicBezTo>
                    <a:pt x="38" y="134"/>
                    <a:pt x="38" y="134"/>
                    <a:pt x="38" y="134"/>
                  </a:cubicBezTo>
                  <a:cubicBezTo>
                    <a:pt x="20" y="162"/>
                    <a:pt x="20" y="162"/>
                    <a:pt x="20" y="162"/>
                  </a:cubicBezTo>
                  <a:cubicBezTo>
                    <a:pt x="21" y="159"/>
                    <a:pt x="21" y="156"/>
                    <a:pt x="21" y="152"/>
                  </a:cubicBezTo>
                  <a:cubicBezTo>
                    <a:pt x="21" y="141"/>
                    <a:pt x="19" y="127"/>
                    <a:pt x="14"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2" y="54"/>
                    <a:pt x="9" y="65"/>
                    <a:pt x="8" y="67"/>
                  </a:cubicBezTo>
                  <a:cubicBezTo>
                    <a:pt x="2" y="79"/>
                    <a:pt x="0" y="88"/>
                    <a:pt x="0" y="96"/>
                  </a:cubicBezTo>
                  <a:cubicBezTo>
                    <a:pt x="0" y="104"/>
                    <a:pt x="2" y="110"/>
                    <a:pt x="4" y="113"/>
                  </a:cubicBezTo>
                  <a:cubicBezTo>
                    <a:pt x="6" y="116"/>
                    <a:pt x="8" y="118"/>
                    <a:pt x="8" y="119"/>
                  </a:cubicBezTo>
                  <a:cubicBezTo>
                    <a:pt x="13" y="129"/>
                    <a:pt x="15" y="142"/>
                    <a:pt x="15" y="152"/>
                  </a:cubicBezTo>
                  <a:cubicBezTo>
                    <a:pt x="15" y="158"/>
                    <a:pt x="14" y="164"/>
                    <a:pt x="14" y="167"/>
                  </a:cubicBezTo>
                  <a:cubicBezTo>
                    <a:pt x="14" y="169"/>
                    <a:pt x="13" y="171"/>
                    <a:pt x="13" y="172"/>
                  </a:cubicBezTo>
                  <a:cubicBezTo>
                    <a:pt x="13" y="172"/>
                    <a:pt x="13"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6" y="146"/>
                    <a:pt x="50" y="148"/>
                  </a:cubicBezTo>
                  <a:cubicBezTo>
                    <a:pt x="64" y="156"/>
                    <a:pt x="83" y="164"/>
                    <a:pt x="85" y="165"/>
                  </a:cubicBezTo>
                  <a:cubicBezTo>
                    <a:pt x="93" y="170"/>
                    <a:pt x="102" y="171"/>
                    <a:pt x="111" y="171"/>
                  </a:cubicBezTo>
                  <a:cubicBezTo>
                    <a:pt x="133" y="171"/>
                    <a:pt x="156" y="161"/>
                    <a:pt x="156" y="161"/>
                  </a:cubicBezTo>
                  <a:cubicBezTo>
                    <a:pt x="156" y="161"/>
                    <a:pt x="156" y="161"/>
                    <a:pt x="156"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4" name="Freeform 1270">
              <a:extLst>
                <a:ext uri="{FF2B5EF4-FFF2-40B4-BE49-F238E27FC236}">
                  <a16:creationId xmlns:a16="http://schemas.microsoft.com/office/drawing/2014/main" id="{8226BC44-EB05-417B-8275-9F28D8107983}"/>
                </a:ext>
              </a:extLst>
            </p:cNvPr>
            <p:cNvSpPr>
              <a:spLocks noEditPoints="1"/>
            </p:cNvSpPr>
            <p:nvPr userDrawn="1"/>
          </p:nvSpPr>
          <p:spPr bwMode="auto">
            <a:xfrm>
              <a:off x="1866681" y="5768870"/>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5" name="Freeform 1271">
              <a:extLst>
                <a:ext uri="{FF2B5EF4-FFF2-40B4-BE49-F238E27FC236}">
                  <a16:creationId xmlns:a16="http://schemas.microsoft.com/office/drawing/2014/main" id="{DDDC5317-88E5-4B60-BE7A-1CFA28C1F659}"/>
                </a:ext>
              </a:extLst>
            </p:cNvPr>
            <p:cNvSpPr>
              <a:spLocks noEditPoints="1"/>
            </p:cNvSpPr>
            <p:nvPr userDrawn="1"/>
          </p:nvSpPr>
          <p:spPr bwMode="auto">
            <a:xfrm>
              <a:off x="355477" y="5106589"/>
              <a:ext cx="315086" cy="284982"/>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6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8"/>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2"/>
                    <a:pt x="111" y="172"/>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6" name="Freeform 1272">
              <a:extLst>
                <a:ext uri="{FF2B5EF4-FFF2-40B4-BE49-F238E27FC236}">
                  <a16:creationId xmlns:a16="http://schemas.microsoft.com/office/drawing/2014/main" id="{A9A18FC2-92FA-4517-B992-6274350DA00D}"/>
                </a:ext>
              </a:extLst>
            </p:cNvPr>
            <p:cNvSpPr>
              <a:spLocks/>
            </p:cNvSpPr>
            <p:nvPr userDrawn="1"/>
          </p:nvSpPr>
          <p:spPr bwMode="auto">
            <a:xfrm>
              <a:off x="487933" y="5108597"/>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7" name="Freeform 1273">
              <a:extLst>
                <a:ext uri="{FF2B5EF4-FFF2-40B4-BE49-F238E27FC236}">
                  <a16:creationId xmlns:a16="http://schemas.microsoft.com/office/drawing/2014/main" id="{C9B98063-03C3-44CC-AF20-76CC7910F90D}"/>
                </a:ext>
              </a:extLst>
            </p:cNvPr>
            <p:cNvSpPr>
              <a:spLocks/>
            </p:cNvSpPr>
            <p:nvPr userDrawn="1"/>
          </p:nvSpPr>
          <p:spPr bwMode="auto">
            <a:xfrm>
              <a:off x="1216442" y="4576764"/>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1"/>
                    <a:pt x="5" y="114"/>
                  </a:cubicBezTo>
                  <a:cubicBezTo>
                    <a:pt x="6" y="117"/>
                    <a:pt x="8" y="119"/>
                    <a:pt x="9" y="120"/>
                  </a:cubicBezTo>
                  <a:cubicBezTo>
                    <a:pt x="13" y="130"/>
                    <a:pt x="15" y="143"/>
                    <a:pt x="15" y="153"/>
                  </a:cubicBezTo>
                  <a:cubicBezTo>
                    <a:pt x="15" y="159"/>
                    <a:pt x="14" y="164"/>
                    <a:pt x="14" y="168"/>
                  </a:cubicBezTo>
                  <a:cubicBezTo>
                    <a:pt x="14" y="170"/>
                    <a:pt x="14" y="172"/>
                    <a:pt x="14" y="173"/>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6"/>
                  </a:cubicBezTo>
                  <a:cubicBezTo>
                    <a:pt x="93" y="171"/>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3"/>
                    <a:pt x="21" y="163"/>
                    <a:pt x="21" y="163"/>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7"/>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8" name="Freeform 1274">
              <a:extLst>
                <a:ext uri="{FF2B5EF4-FFF2-40B4-BE49-F238E27FC236}">
                  <a16:creationId xmlns:a16="http://schemas.microsoft.com/office/drawing/2014/main" id="{64C6CA8B-083A-46C1-84AB-A188389A8EE8}"/>
                </a:ext>
              </a:extLst>
            </p:cNvPr>
            <p:cNvSpPr>
              <a:spLocks/>
            </p:cNvSpPr>
            <p:nvPr userDrawn="1"/>
          </p:nvSpPr>
          <p:spPr bwMode="auto">
            <a:xfrm>
              <a:off x="1391044" y="4825621"/>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9" name="Freeform 1275">
              <a:extLst>
                <a:ext uri="{FF2B5EF4-FFF2-40B4-BE49-F238E27FC236}">
                  <a16:creationId xmlns:a16="http://schemas.microsoft.com/office/drawing/2014/main" id="{50F1F6EE-6DC1-4DB2-9328-D17B33F4C3EA}"/>
                </a:ext>
              </a:extLst>
            </p:cNvPr>
            <p:cNvSpPr>
              <a:spLocks/>
            </p:cNvSpPr>
            <p:nvPr userDrawn="1"/>
          </p:nvSpPr>
          <p:spPr bwMode="auto">
            <a:xfrm>
              <a:off x="1232497" y="4847698"/>
              <a:ext cx="6021" cy="12041"/>
            </a:xfrm>
            <a:custGeom>
              <a:avLst/>
              <a:gdLst>
                <a:gd name="T0" fmla="*/ 1 w 4"/>
                <a:gd name="T1" fmla="*/ 0 h 8"/>
                <a:gd name="T2" fmla="*/ 0 w 4"/>
                <a:gd name="T3" fmla="*/ 8 h 8"/>
                <a:gd name="T4" fmla="*/ 4 w 4"/>
                <a:gd name="T5" fmla="*/ 3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3"/>
                    <a:pt x="4" y="3"/>
                    <a:pt x="4" y="3"/>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0" name="Freeform 1276">
              <a:extLst>
                <a:ext uri="{FF2B5EF4-FFF2-40B4-BE49-F238E27FC236}">
                  <a16:creationId xmlns:a16="http://schemas.microsoft.com/office/drawing/2014/main" id="{0E7E533F-6330-42A2-BFA0-2CB9BECDAB56}"/>
                </a:ext>
              </a:extLst>
            </p:cNvPr>
            <p:cNvSpPr>
              <a:spLocks/>
            </p:cNvSpPr>
            <p:nvPr userDrawn="1"/>
          </p:nvSpPr>
          <p:spPr bwMode="auto">
            <a:xfrm>
              <a:off x="1234504" y="4837663"/>
              <a:ext cx="8028" cy="16055"/>
            </a:xfrm>
            <a:custGeom>
              <a:avLst/>
              <a:gdLst>
                <a:gd name="T0" fmla="*/ 1 w 6"/>
                <a:gd name="T1" fmla="*/ 0 h 10"/>
                <a:gd name="T2" fmla="*/ 1 w 6"/>
                <a:gd name="T3" fmla="*/ 1 h 10"/>
                <a:gd name="T4" fmla="*/ 1 w 6"/>
                <a:gd name="T5" fmla="*/ 1 h 10"/>
                <a:gd name="T6" fmla="*/ 0 w 6"/>
                <a:gd name="T7" fmla="*/ 7 h 10"/>
                <a:gd name="T8" fmla="*/ 3 w 6"/>
                <a:gd name="T9" fmla="*/ 10 h 10"/>
                <a:gd name="T10" fmla="*/ 6 w 6"/>
                <a:gd name="T11" fmla="*/ 4 h 10"/>
                <a:gd name="T12" fmla="*/ 1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0"/>
                  </a:moveTo>
                  <a:cubicBezTo>
                    <a:pt x="1" y="1"/>
                    <a:pt x="1" y="1"/>
                    <a:pt x="1" y="1"/>
                  </a:cubicBezTo>
                  <a:cubicBezTo>
                    <a:pt x="1" y="1"/>
                    <a:pt x="1" y="1"/>
                    <a:pt x="1" y="1"/>
                  </a:cubicBezTo>
                  <a:cubicBezTo>
                    <a:pt x="0" y="7"/>
                    <a:pt x="0" y="7"/>
                    <a:pt x="0" y="7"/>
                  </a:cubicBezTo>
                  <a:cubicBezTo>
                    <a:pt x="1" y="8"/>
                    <a:pt x="2" y="9"/>
                    <a:pt x="3" y="10"/>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1" name="Freeform 1277">
              <a:extLst>
                <a:ext uri="{FF2B5EF4-FFF2-40B4-BE49-F238E27FC236}">
                  <a16:creationId xmlns:a16="http://schemas.microsoft.com/office/drawing/2014/main" id="{1BCD5D43-E21C-43DD-9326-52A258C795FE}"/>
                </a:ext>
              </a:extLst>
            </p:cNvPr>
            <p:cNvSpPr>
              <a:spLocks noEditPoints="1"/>
            </p:cNvSpPr>
            <p:nvPr userDrawn="1"/>
          </p:nvSpPr>
          <p:spPr bwMode="auto">
            <a:xfrm>
              <a:off x="2370417" y="4378080"/>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1"/>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40"/>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2" name="Freeform 1278">
              <a:extLst>
                <a:ext uri="{FF2B5EF4-FFF2-40B4-BE49-F238E27FC236}">
                  <a16:creationId xmlns:a16="http://schemas.microsoft.com/office/drawing/2014/main" id="{836AC95A-96D3-4433-BFF5-E2347618F777}"/>
                </a:ext>
              </a:extLst>
            </p:cNvPr>
            <p:cNvSpPr>
              <a:spLocks noEditPoints="1"/>
            </p:cNvSpPr>
            <p:nvPr userDrawn="1"/>
          </p:nvSpPr>
          <p:spPr bwMode="auto">
            <a:xfrm>
              <a:off x="2613253" y="4378080"/>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3" name="Freeform 1279">
              <a:extLst>
                <a:ext uri="{FF2B5EF4-FFF2-40B4-BE49-F238E27FC236}">
                  <a16:creationId xmlns:a16="http://schemas.microsoft.com/office/drawing/2014/main" id="{E6EF1C98-59FB-4409-95ED-09014D8EB94E}"/>
                </a:ext>
              </a:extLst>
            </p:cNvPr>
            <p:cNvSpPr>
              <a:spLocks/>
            </p:cNvSpPr>
            <p:nvPr userDrawn="1"/>
          </p:nvSpPr>
          <p:spPr bwMode="auto">
            <a:xfrm>
              <a:off x="2370417"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4" name="Freeform 1280">
              <a:extLst>
                <a:ext uri="{FF2B5EF4-FFF2-40B4-BE49-F238E27FC236}">
                  <a16:creationId xmlns:a16="http://schemas.microsoft.com/office/drawing/2014/main" id="{79FC8B2A-0933-4399-9FA7-9BD3E42B8D97}"/>
                </a:ext>
              </a:extLst>
            </p:cNvPr>
            <p:cNvSpPr>
              <a:spLocks noEditPoints="1"/>
            </p:cNvSpPr>
            <p:nvPr userDrawn="1"/>
          </p:nvSpPr>
          <p:spPr bwMode="auto">
            <a:xfrm>
              <a:off x="202951" y="5439737"/>
              <a:ext cx="351210" cy="313078"/>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8 h 208"/>
                <a:gd name="T54" fmla="*/ 15 w 233"/>
                <a:gd name="T55" fmla="*/ 78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3 h 208"/>
                <a:gd name="T74" fmla="*/ 25 w 233"/>
                <a:gd name="T75" fmla="*/ 46 h 208"/>
                <a:gd name="T76" fmla="*/ 9 w 233"/>
                <a:gd name="T77" fmla="*/ 75 h 208"/>
                <a:gd name="T78" fmla="*/ 0 w 233"/>
                <a:gd name="T79" fmla="*/ 108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3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5"/>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8"/>
                  </a:cubicBezTo>
                  <a:cubicBezTo>
                    <a:pt x="6" y="100"/>
                    <a:pt x="8" y="90"/>
                    <a:pt x="15" y="78"/>
                  </a:cubicBezTo>
                  <a:cubicBezTo>
                    <a:pt x="15" y="77"/>
                    <a:pt x="15" y="77"/>
                    <a:pt x="15" y="77"/>
                  </a:cubicBezTo>
                  <a:cubicBezTo>
                    <a:pt x="15" y="77"/>
                    <a:pt x="15" y="77"/>
                    <a:pt x="15" y="77"/>
                  </a:cubicBezTo>
                  <a:cubicBezTo>
                    <a:pt x="15" y="77"/>
                    <a:pt x="15" y="77"/>
                    <a:pt x="15" y="77"/>
                  </a:cubicBezTo>
                  <a:cubicBezTo>
                    <a:pt x="15" y="76"/>
                    <a:pt x="19" y="63"/>
                    <a:pt x="31" y="48"/>
                  </a:cubicBezTo>
                  <a:cubicBezTo>
                    <a:pt x="42" y="34"/>
                    <a:pt x="62" y="17"/>
                    <a:pt x="94" y="8"/>
                  </a:cubicBezTo>
                  <a:moveTo>
                    <a:pt x="120" y="0"/>
                  </a:moveTo>
                  <a:cubicBezTo>
                    <a:pt x="104" y="0"/>
                    <a:pt x="93" y="2"/>
                    <a:pt x="93" y="2"/>
                  </a:cubicBezTo>
                  <a:cubicBezTo>
                    <a:pt x="92" y="2"/>
                    <a:pt x="92" y="2"/>
                    <a:pt x="92" y="2"/>
                  </a:cubicBezTo>
                  <a:cubicBezTo>
                    <a:pt x="92" y="3"/>
                    <a:pt x="92" y="3"/>
                    <a:pt x="92" y="3"/>
                  </a:cubicBezTo>
                  <a:cubicBezTo>
                    <a:pt x="58" y="12"/>
                    <a:pt x="37" y="30"/>
                    <a:pt x="25" y="46"/>
                  </a:cubicBezTo>
                  <a:cubicBezTo>
                    <a:pt x="14" y="60"/>
                    <a:pt x="10" y="73"/>
                    <a:pt x="9" y="75"/>
                  </a:cubicBezTo>
                  <a:cubicBezTo>
                    <a:pt x="3" y="88"/>
                    <a:pt x="0" y="99"/>
                    <a:pt x="0" y="108"/>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4"/>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3"/>
                    <a:pt x="226" y="53"/>
                    <a:pt x="226" y="53"/>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5" name="Freeform 1281">
              <a:extLst>
                <a:ext uri="{FF2B5EF4-FFF2-40B4-BE49-F238E27FC236}">
                  <a16:creationId xmlns:a16="http://schemas.microsoft.com/office/drawing/2014/main" id="{1780C6DD-6F08-4858-B2B9-CB3E3F13F05D}"/>
                </a:ext>
              </a:extLst>
            </p:cNvPr>
            <p:cNvSpPr>
              <a:spLocks noEditPoints="1"/>
            </p:cNvSpPr>
            <p:nvPr userDrawn="1"/>
          </p:nvSpPr>
          <p:spPr bwMode="auto">
            <a:xfrm>
              <a:off x="1774363" y="4606868"/>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7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6 h 117"/>
                <a:gd name="T50" fmla="*/ 136 w 169"/>
                <a:gd name="T51" fmla="*/ 6 h 117"/>
                <a:gd name="T52" fmla="*/ 136 w 169"/>
                <a:gd name="T53" fmla="*/ 6 h 117"/>
                <a:gd name="T54" fmla="*/ 136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7"/>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7"/>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6" name="Freeform 1282">
              <a:extLst>
                <a:ext uri="{FF2B5EF4-FFF2-40B4-BE49-F238E27FC236}">
                  <a16:creationId xmlns:a16="http://schemas.microsoft.com/office/drawing/2014/main" id="{C0534DD6-246F-44F6-8A48-0E59CE0167C0}"/>
                </a:ext>
              </a:extLst>
            </p:cNvPr>
            <p:cNvSpPr>
              <a:spLocks noEditPoints="1"/>
            </p:cNvSpPr>
            <p:nvPr userDrawn="1"/>
          </p:nvSpPr>
          <p:spPr bwMode="auto">
            <a:xfrm>
              <a:off x="538105" y="5664511"/>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20 h 70"/>
                <a:gd name="T20" fmla="*/ 30 w 104"/>
                <a:gd name="T21" fmla="*/ 20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3 w 104"/>
                <a:gd name="T65" fmla="*/ 6 h 70"/>
                <a:gd name="T66" fmla="*/ 83 w 104"/>
                <a:gd name="T67" fmla="*/ 6 h 70"/>
                <a:gd name="T68" fmla="*/ 83 w 104"/>
                <a:gd name="T69" fmla="*/ 6 h 70"/>
                <a:gd name="T70" fmla="*/ 83 w 104"/>
                <a:gd name="T71" fmla="*/ 6 h 70"/>
                <a:gd name="T72" fmla="*/ 84 w 104"/>
                <a:gd name="T73" fmla="*/ 0 h 70"/>
                <a:gd name="T74" fmla="*/ 46 w 104"/>
                <a:gd name="T75" fmla="*/ 0 h 70"/>
                <a:gd name="T76" fmla="*/ 46 w 104"/>
                <a:gd name="T77" fmla="*/ 0 h 70"/>
                <a:gd name="T78" fmla="*/ 35 w 104"/>
                <a:gd name="T79" fmla="*/ 3 h 70"/>
                <a:gd name="T80" fmla="*/ 26 w 104"/>
                <a:gd name="T81" fmla="*/ 13 h 70"/>
                <a:gd name="T82" fmla="*/ 24 w 104"/>
                <a:gd name="T83" fmla="*/ 19 h 70"/>
                <a:gd name="T84" fmla="*/ 24 w 104"/>
                <a:gd name="T85" fmla="*/ 19 h 70"/>
                <a:gd name="T86" fmla="*/ 24 w 104"/>
                <a:gd name="T87" fmla="*/ 32 h 70"/>
                <a:gd name="T88" fmla="*/ 0 w 104"/>
                <a:gd name="T89" fmla="*/ 19 h 70"/>
                <a:gd name="T90" fmla="*/ 8 w 104"/>
                <a:gd name="T91" fmla="*/ 30 h 70"/>
                <a:gd name="T92" fmla="*/ 10 w 104"/>
                <a:gd name="T93" fmla="*/ 28 h 70"/>
                <a:gd name="T94" fmla="*/ 8 w 104"/>
                <a:gd name="T95" fmla="*/ 30 h 70"/>
                <a:gd name="T96" fmla="*/ 24 w 104"/>
                <a:gd name="T97" fmla="*/ 51 h 70"/>
                <a:gd name="T98" fmla="*/ 27 w 104"/>
                <a:gd name="T99" fmla="*/ 61 h 70"/>
                <a:gd name="T100" fmla="*/ 35 w 104"/>
                <a:gd name="T101" fmla="*/ 69 h 70"/>
                <a:gd name="T102" fmla="*/ 40 w 104"/>
                <a:gd name="T103" fmla="*/ 70 h 70"/>
                <a:gd name="T104" fmla="*/ 40 w 104"/>
                <a:gd name="T105" fmla="*/ 70 h 70"/>
                <a:gd name="T106" fmla="*/ 81 w 104"/>
                <a:gd name="T107" fmla="*/ 70 h 70"/>
                <a:gd name="T108" fmla="*/ 81 w 104"/>
                <a:gd name="T109" fmla="*/ 70 h 70"/>
                <a:gd name="T110" fmla="*/ 100 w 104"/>
                <a:gd name="T111" fmla="*/ 64 h 70"/>
                <a:gd name="T112" fmla="*/ 104 w 104"/>
                <a:gd name="T113" fmla="*/ 55 h 70"/>
                <a:gd name="T114" fmla="*/ 104 w 104"/>
                <a:gd name="T115" fmla="*/ 53 h 70"/>
                <a:gd name="T116" fmla="*/ 104 w 104"/>
                <a:gd name="T117" fmla="*/ 20 h 70"/>
                <a:gd name="T118" fmla="*/ 104 w 104"/>
                <a:gd name="T119" fmla="*/ 19 h 70"/>
                <a:gd name="T120" fmla="*/ 93 w 104"/>
                <a:gd name="T121" fmla="*/ 3 h 70"/>
                <a:gd name="T122" fmla="*/ 84 w 104"/>
                <a:gd name="T123" fmla="*/ 0 h 70"/>
                <a:gd name="T124" fmla="*/ 84 w 104"/>
                <a:gd name="T1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20"/>
                  </a:moveTo>
                  <a:cubicBezTo>
                    <a:pt x="30" y="20"/>
                    <a:pt x="30" y="20"/>
                    <a:pt x="30" y="20"/>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3" y="6"/>
                  </a:moveTo>
                  <a:cubicBezTo>
                    <a:pt x="83" y="6"/>
                    <a:pt x="83" y="6"/>
                    <a:pt x="83" y="6"/>
                  </a:cubicBezTo>
                  <a:cubicBezTo>
                    <a:pt x="83" y="6"/>
                    <a:pt x="83" y="6"/>
                    <a:pt x="83" y="6"/>
                  </a:cubicBezTo>
                  <a:cubicBezTo>
                    <a:pt x="83" y="6"/>
                    <a:pt x="83" y="6"/>
                    <a:pt x="83"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7" name="Freeform 1283">
              <a:extLst>
                <a:ext uri="{FF2B5EF4-FFF2-40B4-BE49-F238E27FC236}">
                  <a16:creationId xmlns:a16="http://schemas.microsoft.com/office/drawing/2014/main" id="{B692F55E-DC4C-470E-99A1-BEC671CCCD8C}"/>
                </a:ext>
              </a:extLst>
            </p:cNvPr>
            <p:cNvSpPr>
              <a:spLocks noEditPoints="1"/>
            </p:cNvSpPr>
            <p:nvPr userDrawn="1"/>
          </p:nvSpPr>
          <p:spPr bwMode="auto">
            <a:xfrm>
              <a:off x="-17809" y="5794961"/>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7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7"/>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2"/>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7"/>
                    <a:pt x="32" y="27"/>
                    <a:pt x="32" y="27"/>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8"/>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8" name="Freeform 1284">
              <a:extLst>
                <a:ext uri="{FF2B5EF4-FFF2-40B4-BE49-F238E27FC236}">
                  <a16:creationId xmlns:a16="http://schemas.microsoft.com/office/drawing/2014/main" id="{0BEBA504-8ACE-4F3A-97BC-CB4013F030D9}"/>
                </a:ext>
              </a:extLst>
            </p:cNvPr>
            <p:cNvSpPr>
              <a:spLocks noEditPoints="1"/>
            </p:cNvSpPr>
            <p:nvPr userDrawn="1"/>
          </p:nvSpPr>
          <p:spPr bwMode="auto">
            <a:xfrm>
              <a:off x="869246" y="5285205"/>
              <a:ext cx="168581" cy="114395"/>
            </a:xfrm>
            <a:custGeom>
              <a:avLst/>
              <a:gdLst>
                <a:gd name="T0" fmla="*/ 43 w 112"/>
                <a:gd name="T1" fmla="*/ 70 h 76"/>
                <a:gd name="T2" fmla="*/ 43 w 112"/>
                <a:gd name="T3" fmla="*/ 70 h 76"/>
                <a:gd name="T4" fmla="*/ 10 w 112"/>
                <a:gd name="T5" fmla="*/ 30 h 76"/>
                <a:gd name="T6" fmla="*/ 32 w 112"/>
                <a:gd name="T7" fmla="*/ 21 h 76"/>
                <a:gd name="T8" fmla="*/ 32 w 112"/>
                <a:gd name="T9" fmla="*/ 21 h 76"/>
                <a:gd name="T10" fmla="*/ 32 w 112"/>
                <a:gd name="T11" fmla="*/ 21 h 76"/>
                <a:gd name="T12" fmla="*/ 49 w 112"/>
                <a:gd name="T13" fmla="*/ 6 h 76"/>
                <a:gd name="T14" fmla="*/ 97 w 112"/>
                <a:gd name="T15" fmla="*/ 9 h 76"/>
                <a:gd name="T16" fmla="*/ 105 w 112"/>
                <a:gd name="T17" fmla="*/ 58 h 76"/>
                <a:gd name="T18" fmla="*/ 106 w 112"/>
                <a:gd name="T19" fmla="*/ 59 h 76"/>
                <a:gd name="T20" fmla="*/ 87 w 112"/>
                <a:gd name="T21" fmla="*/ 70 h 76"/>
                <a:gd name="T22" fmla="*/ 37 w 112"/>
                <a:gd name="T23" fmla="*/ 67 h 76"/>
                <a:gd name="T24" fmla="*/ 32 w 112"/>
                <a:gd name="T25" fmla="*/ 55 h 76"/>
                <a:gd name="T26" fmla="*/ 21 w 112"/>
                <a:gd name="T27" fmla="*/ 39 h 76"/>
                <a:gd name="T28" fmla="*/ 32 w 112"/>
                <a:gd name="T29" fmla="*/ 21 h 76"/>
                <a:gd name="T30" fmla="*/ 40 w 112"/>
                <a:gd name="T31" fmla="*/ 8 h 76"/>
                <a:gd name="T32" fmla="*/ 49 w 112"/>
                <a:gd name="T33" fmla="*/ 6 h 76"/>
                <a:gd name="T34" fmla="*/ 90 w 112"/>
                <a:gd name="T35" fmla="*/ 6 h 76"/>
                <a:gd name="T36" fmla="*/ 90 w 112"/>
                <a:gd name="T37" fmla="*/ 6 h 76"/>
                <a:gd name="T38" fmla="*/ 49 w 112"/>
                <a:gd name="T39" fmla="*/ 0 h 76"/>
                <a:gd name="T40" fmla="*/ 37 w 112"/>
                <a:gd name="T41" fmla="*/ 3 h 76"/>
                <a:gd name="T42" fmla="*/ 26 w 112"/>
                <a:gd name="T43" fmla="*/ 20 h 76"/>
                <a:gd name="T44" fmla="*/ 26 w 112"/>
                <a:gd name="T45" fmla="*/ 35 h 76"/>
                <a:gd name="T46" fmla="*/ 8 w 112"/>
                <a:gd name="T47" fmla="*/ 32 h 76"/>
                <a:gd name="T48" fmla="*/ 8 w 112"/>
                <a:gd name="T49" fmla="*/ 32 h 76"/>
                <a:gd name="T50" fmla="*/ 28 w 112"/>
                <a:gd name="T51" fmla="*/ 66 h 76"/>
                <a:gd name="T52" fmla="*/ 43 w 112"/>
                <a:gd name="T53" fmla="*/ 76 h 76"/>
                <a:gd name="T54" fmla="*/ 87 w 112"/>
                <a:gd name="T55" fmla="*/ 76 h 76"/>
                <a:gd name="T56" fmla="*/ 107 w 112"/>
                <a:gd name="T57" fmla="*/ 69 h 76"/>
                <a:gd name="T58" fmla="*/ 111 w 112"/>
                <a:gd name="T59" fmla="*/ 58 h 76"/>
                <a:gd name="T60" fmla="*/ 111 w 112"/>
                <a:gd name="T61" fmla="*/ 21 h 76"/>
                <a:gd name="T62" fmla="*/ 90 w 112"/>
                <a:gd name="T6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76">
                  <a:moveTo>
                    <a:pt x="43" y="70"/>
                  </a:moveTo>
                  <a:cubicBezTo>
                    <a:pt x="43" y="70"/>
                    <a:pt x="43" y="70"/>
                    <a:pt x="43" y="70"/>
                  </a:cubicBezTo>
                  <a:cubicBezTo>
                    <a:pt x="43" y="70"/>
                    <a:pt x="43" y="70"/>
                    <a:pt x="43" y="70"/>
                  </a:cubicBezTo>
                  <a:cubicBezTo>
                    <a:pt x="43" y="70"/>
                    <a:pt x="43" y="70"/>
                    <a:pt x="43" y="70"/>
                  </a:cubicBezTo>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2" y="7"/>
                    <a:pt x="45" y="6"/>
                    <a:pt x="49" y="6"/>
                  </a:cubicBezTo>
                  <a:cubicBezTo>
                    <a:pt x="49" y="6"/>
                    <a:pt x="49" y="6"/>
                    <a:pt x="49" y="6"/>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6"/>
                    <a:pt x="26" y="56"/>
                    <a:pt x="26" y="56"/>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9" name="Freeform 1285">
              <a:extLst>
                <a:ext uri="{FF2B5EF4-FFF2-40B4-BE49-F238E27FC236}">
                  <a16:creationId xmlns:a16="http://schemas.microsoft.com/office/drawing/2014/main" id="{5EFFB1A5-F175-47E1-B81C-7EAC2B356C2D}"/>
                </a:ext>
              </a:extLst>
            </p:cNvPr>
            <p:cNvSpPr>
              <a:spLocks noEditPoints="1"/>
            </p:cNvSpPr>
            <p:nvPr userDrawn="1"/>
          </p:nvSpPr>
          <p:spPr bwMode="auto">
            <a:xfrm>
              <a:off x="855197" y="5010257"/>
              <a:ext cx="252871" cy="234809"/>
            </a:xfrm>
            <a:custGeom>
              <a:avLst/>
              <a:gdLst>
                <a:gd name="T0" fmla="*/ 71 w 167"/>
                <a:gd name="T1" fmla="*/ 0 h 155"/>
                <a:gd name="T2" fmla="*/ 71 w 167"/>
                <a:gd name="T3" fmla="*/ 0 h 155"/>
                <a:gd name="T4" fmla="*/ 71 w 167"/>
                <a:gd name="T5" fmla="*/ 0 h 155"/>
                <a:gd name="T6" fmla="*/ 71 w 167"/>
                <a:gd name="T7" fmla="*/ 0 h 155"/>
                <a:gd name="T8" fmla="*/ 7 w 167"/>
                <a:gd name="T9" fmla="*/ 64 h 155"/>
                <a:gd name="T10" fmla="*/ 9 w 167"/>
                <a:gd name="T11" fmla="*/ 61 h 155"/>
                <a:gd name="T12" fmla="*/ 7 w 167"/>
                <a:gd name="T13" fmla="*/ 64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8 h 155"/>
                <a:gd name="T46" fmla="*/ 41 w 167"/>
                <a:gd name="T47" fmla="*/ 41 h 155"/>
                <a:gd name="T48" fmla="*/ 46 w 167"/>
                <a:gd name="T49" fmla="*/ 22 h 155"/>
                <a:gd name="T50" fmla="*/ 56 w 167"/>
                <a:gd name="T51" fmla="*/ 11 h 155"/>
                <a:gd name="T52" fmla="*/ 71 w 167"/>
                <a:gd name="T53" fmla="*/ 6 h 155"/>
                <a:gd name="T54" fmla="*/ 71 w 167"/>
                <a:gd name="T55" fmla="*/ 6 h 155"/>
                <a:gd name="T56" fmla="*/ 135 w 167"/>
                <a:gd name="T57" fmla="*/ 0 h 155"/>
                <a:gd name="T58" fmla="*/ 71 w 167"/>
                <a:gd name="T59" fmla="*/ 0 h 155"/>
                <a:gd name="T60" fmla="*/ 51 w 167"/>
                <a:gd name="T61" fmla="*/ 6 h 155"/>
                <a:gd name="T62" fmla="*/ 38 w 167"/>
                <a:gd name="T63" fmla="*/ 28 h 155"/>
                <a:gd name="T64" fmla="*/ 35 w 167"/>
                <a:gd name="T65" fmla="*/ 40 h 155"/>
                <a:gd name="T66" fmla="*/ 35 w 167"/>
                <a:gd name="T67" fmla="*/ 40 h 155"/>
                <a:gd name="T68" fmla="*/ 35 w 167"/>
                <a:gd name="T69" fmla="*/ 76 h 155"/>
                <a:gd name="T70" fmla="*/ 0 w 167"/>
                <a:gd name="T71" fmla="*/ 51 h 155"/>
                <a:gd name="T72" fmla="*/ 6 w 167"/>
                <a:gd name="T73" fmla="*/ 63 h 155"/>
                <a:gd name="T74" fmla="*/ 9 w 167"/>
                <a:gd name="T75" fmla="*/ 61 h 155"/>
                <a:gd name="T76" fmla="*/ 6 w 167"/>
                <a:gd name="T77" fmla="*/ 63 h 155"/>
                <a:gd name="T78" fmla="*/ 35 w 167"/>
                <a:gd name="T79" fmla="*/ 114 h 155"/>
                <a:gd name="T80" fmla="*/ 47 w 167"/>
                <a:gd name="T81" fmla="*/ 148 h 155"/>
                <a:gd name="T82" fmla="*/ 60 w 167"/>
                <a:gd name="T83" fmla="*/ 155 h 155"/>
                <a:gd name="T84" fmla="*/ 61 w 167"/>
                <a:gd name="T85" fmla="*/ 155 h 155"/>
                <a:gd name="T86" fmla="*/ 131 w 167"/>
                <a:gd name="T87" fmla="*/ 155 h 155"/>
                <a:gd name="T88" fmla="*/ 131 w 167"/>
                <a:gd name="T89" fmla="*/ 155 h 155"/>
                <a:gd name="T90" fmla="*/ 162 w 167"/>
                <a:gd name="T91" fmla="*/ 141 h 155"/>
                <a:gd name="T92" fmla="*/ 167 w 167"/>
                <a:gd name="T93" fmla="*/ 123 h 155"/>
                <a:gd name="T94" fmla="*/ 167 w 167"/>
                <a:gd name="T95" fmla="*/ 120 h 155"/>
                <a:gd name="T96" fmla="*/ 167 w 167"/>
                <a:gd name="T97" fmla="*/ 42 h 155"/>
                <a:gd name="T98" fmla="*/ 167 w 167"/>
                <a:gd name="T99" fmla="*/ 42 h 155"/>
                <a:gd name="T100" fmla="*/ 149 w 167"/>
                <a:gd name="T101" fmla="*/ 6 h 155"/>
                <a:gd name="T102" fmla="*/ 135 w 167"/>
                <a:gd name="T103" fmla="*/ 0 h 155"/>
                <a:gd name="T104" fmla="*/ 135 w 167"/>
                <a:gd name="T10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5">
                  <a:moveTo>
                    <a:pt x="71" y="0"/>
                  </a:moveTo>
                  <a:cubicBezTo>
                    <a:pt x="71" y="0"/>
                    <a:pt x="71" y="0"/>
                    <a:pt x="71" y="0"/>
                  </a:cubicBezTo>
                  <a:cubicBezTo>
                    <a:pt x="71" y="0"/>
                    <a:pt x="71" y="0"/>
                    <a:pt x="71" y="0"/>
                  </a:cubicBezTo>
                  <a:cubicBezTo>
                    <a:pt x="71" y="0"/>
                    <a:pt x="71" y="0"/>
                    <a:pt x="71" y="0"/>
                  </a:cubicBezTo>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0" name="Freeform 1286">
              <a:extLst>
                <a:ext uri="{FF2B5EF4-FFF2-40B4-BE49-F238E27FC236}">
                  <a16:creationId xmlns:a16="http://schemas.microsoft.com/office/drawing/2014/main" id="{FB31AB82-DBBF-45F0-BBC6-D54C57ED80EE}"/>
                </a:ext>
              </a:extLst>
            </p:cNvPr>
            <p:cNvSpPr>
              <a:spLocks noEditPoints="1"/>
            </p:cNvSpPr>
            <p:nvPr userDrawn="1"/>
          </p:nvSpPr>
          <p:spPr bwMode="auto">
            <a:xfrm>
              <a:off x="233054" y="4548667"/>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1 h 156"/>
                <a:gd name="T96" fmla="*/ 167 w 167"/>
                <a:gd name="T97" fmla="*/ 43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9"/>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1"/>
                  </a:cubicBezTo>
                  <a:cubicBezTo>
                    <a:pt x="167" y="43"/>
                    <a:pt x="167" y="43"/>
                    <a:pt x="167" y="43"/>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1" name="Freeform 1287">
              <a:extLst>
                <a:ext uri="{FF2B5EF4-FFF2-40B4-BE49-F238E27FC236}">
                  <a16:creationId xmlns:a16="http://schemas.microsoft.com/office/drawing/2014/main" id="{05DF84DD-A4F3-4FF3-82EA-4074E4F8DF04}"/>
                </a:ext>
              </a:extLst>
            </p:cNvPr>
            <p:cNvSpPr>
              <a:spLocks/>
            </p:cNvSpPr>
            <p:nvPr userDrawn="1"/>
          </p:nvSpPr>
          <p:spPr bwMode="auto">
            <a:xfrm>
              <a:off x="473884"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2" name="Freeform 1288">
              <a:extLst>
                <a:ext uri="{FF2B5EF4-FFF2-40B4-BE49-F238E27FC236}">
                  <a16:creationId xmlns:a16="http://schemas.microsoft.com/office/drawing/2014/main" id="{37300EA0-01CE-4B33-9828-07FAD74741D6}"/>
                </a:ext>
              </a:extLst>
            </p:cNvPr>
            <p:cNvSpPr>
              <a:spLocks noEditPoints="1"/>
            </p:cNvSpPr>
            <p:nvPr userDrawn="1"/>
          </p:nvSpPr>
          <p:spPr bwMode="auto">
            <a:xfrm>
              <a:off x="1005716" y="5349426"/>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7 w 120"/>
                <a:gd name="T43" fmla="*/ 160 h 166"/>
                <a:gd name="T44" fmla="*/ 17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3 w 120"/>
                <a:gd name="T65" fmla="*/ 53 h 166"/>
                <a:gd name="T66" fmla="*/ 0 w 120"/>
                <a:gd name="T67" fmla="*/ 61 h 166"/>
                <a:gd name="T68" fmla="*/ 0 w 120"/>
                <a:gd name="T69" fmla="*/ 62 h 166"/>
                <a:gd name="T70" fmla="*/ 1 w 120"/>
                <a:gd name="T71" fmla="*/ 130 h 166"/>
                <a:gd name="T72" fmla="*/ 1 w 120"/>
                <a:gd name="T73" fmla="*/ 131 h 166"/>
                <a:gd name="T74" fmla="*/ 12 w 120"/>
                <a:gd name="T75" fmla="*/ 160 h 166"/>
                <a:gd name="T76" fmla="*/ 27 w 120"/>
                <a:gd name="T77" fmla="*/ 166 h 166"/>
                <a:gd name="T78" fmla="*/ 27 w 120"/>
                <a:gd name="T79" fmla="*/ 166 h 166"/>
                <a:gd name="T80" fmla="*/ 29 w 120"/>
                <a:gd name="T81" fmla="*/ 166 h 166"/>
                <a:gd name="T82" fmla="*/ 88 w 120"/>
                <a:gd name="T83" fmla="*/ 165 h 166"/>
                <a:gd name="T84" fmla="*/ 88 w 120"/>
                <a:gd name="T85" fmla="*/ 165 h 166"/>
                <a:gd name="T86" fmla="*/ 116 w 120"/>
                <a:gd name="T87" fmla="*/ 146 h 166"/>
                <a:gd name="T88" fmla="*/ 120 w 120"/>
                <a:gd name="T89" fmla="*/ 133 h 166"/>
                <a:gd name="T90" fmla="*/ 120 w 120"/>
                <a:gd name="T91" fmla="*/ 132 h 166"/>
                <a:gd name="T92" fmla="*/ 119 w 120"/>
                <a:gd name="T93" fmla="*/ 70 h 166"/>
                <a:gd name="T94" fmla="*/ 119 w 120"/>
                <a:gd name="T95" fmla="*/ 70 h 166"/>
                <a:gd name="T96" fmla="*/ 114 w 120"/>
                <a:gd name="T97" fmla="*/ 51 h 166"/>
                <a:gd name="T98" fmla="*/ 97 w 120"/>
                <a:gd name="T99" fmla="*/ 38 h 166"/>
                <a:gd name="T100" fmla="*/ 87 w 120"/>
                <a:gd name="T101" fmla="*/ 35 h 166"/>
                <a:gd name="T102" fmla="*/ 87 w 120"/>
                <a:gd name="T103" fmla="*/ 35 h 166"/>
                <a:gd name="T104" fmla="*/ 61 w 120"/>
                <a:gd name="T105" fmla="*/ 35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3"/>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6"/>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3" name="Freeform 1289">
              <a:extLst>
                <a:ext uri="{FF2B5EF4-FFF2-40B4-BE49-F238E27FC236}">
                  <a16:creationId xmlns:a16="http://schemas.microsoft.com/office/drawing/2014/main" id="{34BA627B-AA1C-4138-81BA-65BB0F36AE54}"/>
                </a:ext>
              </a:extLst>
            </p:cNvPr>
            <p:cNvSpPr>
              <a:spLocks noEditPoints="1"/>
            </p:cNvSpPr>
            <p:nvPr userDrawn="1"/>
          </p:nvSpPr>
          <p:spPr bwMode="auto">
            <a:xfrm>
              <a:off x="102605" y="4697179"/>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2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3 h 166"/>
                <a:gd name="T64" fmla="*/ 0 w 120"/>
                <a:gd name="T65" fmla="*/ 61 h 166"/>
                <a:gd name="T66" fmla="*/ 0 w 120"/>
                <a:gd name="T67" fmla="*/ 62 h 166"/>
                <a:gd name="T68" fmla="*/ 1 w 120"/>
                <a:gd name="T69" fmla="*/ 130 h 166"/>
                <a:gd name="T70" fmla="*/ 1 w 120"/>
                <a:gd name="T71" fmla="*/ 130 h 166"/>
                <a:gd name="T72" fmla="*/ 12 w 120"/>
                <a:gd name="T73" fmla="*/ 160 h 166"/>
                <a:gd name="T74" fmla="*/ 27 w 120"/>
                <a:gd name="T75" fmla="*/ 166 h 166"/>
                <a:gd name="T76" fmla="*/ 27 w 120"/>
                <a:gd name="T77" fmla="*/ 166 h 166"/>
                <a:gd name="T78" fmla="*/ 29 w 120"/>
                <a:gd name="T79" fmla="*/ 166 h 166"/>
                <a:gd name="T80" fmla="*/ 88 w 120"/>
                <a:gd name="T81" fmla="*/ 165 h 166"/>
                <a:gd name="T82" fmla="*/ 88 w 120"/>
                <a:gd name="T83" fmla="*/ 165 h 166"/>
                <a:gd name="T84" fmla="*/ 116 w 120"/>
                <a:gd name="T85" fmla="*/ 146 h 166"/>
                <a:gd name="T86" fmla="*/ 119 w 120"/>
                <a:gd name="T87" fmla="*/ 138 h 166"/>
                <a:gd name="T88" fmla="*/ 114 w 120"/>
                <a:gd name="T89" fmla="*/ 135 h 166"/>
                <a:gd name="T90" fmla="*/ 119 w 120"/>
                <a:gd name="T91" fmla="*/ 136 h 166"/>
                <a:gd name="T92" fmla="*/ 120 w 120"/>
                <a:gd name="T93" fmla="*/ 132 h 166"/>
                <a:gd name="T94" fmla="*/ 120 w 120"/>
                <a:gd name="T95" fmla="*/ 132 h 166"/>
                <a:gd name="T96" fmla="*/ 119 w 120"/>
                <a:gd name="T97" fmla="*/ 70 h 166"/>
                <a:gd name="T98" fmla="*/ 119 w 120"/>
                <a:gd name="T99" fmla="*/ 70 h 166"/>
                <a:gd name="T100" fmla="*/ 114 w 120"/>
                <a:gd name="T101" fmla="*/ 51 h 166"/>
                <a:gd name="T102" fmla="*/ 97 w 120"/>
                <a:gd name="T103" fmla="*/ 38 h 166"/>
                <a:gd name="T104" fmla="*/ 87 w 120"/>
                <a:gd name="T105" fmla="*/ 35 h 166"/>
                <a:gd name="T106" fmla="*/ 87 w 120"/>
                <a:gd name="T107" fmla="*/ 35 h 166"/>
                <a:gd name="T108" fmla="*/ 61 w 120"/>
                <a:gd name="T109" fmla="*/ 35 h 166"/>
                <a:gd name="T110" fmla="*/ 80 w 12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2"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59"/>
                    <a:pt x="16"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17" y="143"/>
                    <a:pt x="118" y="141"/>
                    <a:pt x="119" y="138"/>
                  </a:cubicBezTo>
                  <a:cubicBezTo>
                    <a:pt x="114" y="135"/>
                    <a:pt x="114" y="135"/>
                    <a:pt x="114" y="135"/>
                  </a:cubicBezTo>
                  <a:cubicBezTo>
                    <a:pt x="119" y="136"/>
                    <a:pt x="119" y="136"/>
                    <a:pt x="119" y="136"/>
                  </a:cubicBezTo>
                  <a:cubicBezTo>
                    <a:pt x="120" y="134"/>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4" name="Freeform 1290">
              <a:extLst>
                <a:ext uri="{FF2B5EF4-FFF2-40B4-BE49-F238E27FC236}">
                  <a16:creationId xmlns:a16="http://schemas.microsoft.com/office/drawing/2014/main" id="{A4E7B47B-E5A2-4FE3-AF91-62B8F59312EA}"/>
                </a:ext>
              </a:extLst>
            </p:cNvPr>
            <p:cNvSpPr>
              <a:spLocks/>
            </p:cNvSpPr>
            <p:nvPr userDrawn="1"/>
          </p:nvSpPr>
          <p:spPr bwMode="auto">
            <a:xfrm>
              <a:off x="273192" y="4901884"/>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5" name="Freeform 1291">
              <a:extLst>
                <a:ext uri="{FF2B5EF4-FFF2-40B4-BE49-F238E27FC236}">
                  <a16:creationId xmlns:a16="http://schemas.microsoft.com/office/drawing/2014/main" id="{98148EFD-8042-4B2D-A408-A42E26F724FC}"/>
                </a:ext>
              </a:extLst>
            </p:cNvPr>
            <p:cNvSpPr>
              <a:spLocks noEditPoints="1"/>
            </p:cNvSpPr>
            <p:nvPr userDrawn="1"/>
          </p:nvSpPr>
          <p:spPr bwMode="auto">
            <a:xfrm>
              <a:off x="1513465"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6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6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5"/>
                    <a:pt x="70" y="35"/>
                  </a:cubicBezTo>
                  <a:cubicBezTo>
                    <a:pt x="70" y="35"/>
                    <a:pt x="70" y="35"/>
                    <a:pt x="70" y="35"/>
                  </a:cubicBezTo>
                  <a:cubicBezTo>
                    <a:pt x="70" y="64"/>
                    <a:pt x="70" y="64"/>
                    <a:pt x="70" y="64"/>
                  </a:cubicBezTo>
                  <a:cubicBezTo>
                    <a:pt x="0" y="26"/>
                    <a:pt x="0" y="26"/>
                    <a:pt x="0" y="26"/>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6"/>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6" name="Freeform 1292">
              <a:extLst>
                <a:ext uri="{FF2B5EF4-FFF2-40B4-BE49-F238E27FC236}">
                  <a16:creationId xmlns:a16="http://schemas.microsoft.com/office/drawing/2014/main" id="{59F4AC23-3CE6-45B1-9A87-C30E798B99ED}"/>
                </a:ext>
              </a:extLst>
            </p:cNvPr>
            <p:cNvSpPr>
              <a:spLocks noEditPoints="1"/>
            </p:cNvSpPr>
            <p:nvPr userDrawn="1"/>
          </p:nvSpPr>
          <p:spPr bwMode="auto">
            <a:xfrm>
              <a:off x="1864675"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6 h 137"/>
                <a:gd name="T36" fmla="*/ 37 w 140"/>
                <a:gd name="T37" fmla="*/ 106 h 137"/>
                <a:gd name="T38" fmla="*/ 37 w 140"/>
                <a:gd name="T39" fmla="*/ 106 h 137"/>
                <a:gd name="T40" fmla="*/ 21 w 140"/>
                <a:gd name="T41" fmla="*/ 104 h 137"/>
                <a:gd name="T42" fmla="*/ 13 w 140"/>
                <a:gd name="T43" fmla="*/ 100 h 137"/>
                <a:gd name="T44" fmla="*/ 8 w 140"/>
                <a:gd name="T45" fmla="*/ 95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1 h 137"/>
                <a:gd name="T76" fmla="*/ 37 w 140"/>
                <a:gd name="T77" fmla="*/ 112 h 137"/>
                <a:gd name="T78" fmla="*/ 41 w 140"/>
                <a:gd name="T79" fmla="*/ 112 h 137"/>
                <a:gd name="T80" fmla="*/ 94 w 140"/>
                <a:gd name="T81" fmla="*/ 137 h 137"/>
                <a:gd name="T82" fmla="*/ 75 w 140"/>
                <a:gd name="T83" fmla="*/ 110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6"/>
                    <a:pt x="41" y="106"/>
                    <a:pt x="41" y="106"/>
                  </a:cubicBezTo>
                  <a:cubicBezTo>
                    <a:pt x="41" y="106"/>
                    <a:pt x="39" y="106"/>
                    <a:pt x="37" y="106"/>
                  </a:cubicBezTo>
                  <a:cubicBezTo>
                    <a:pt x="37" y="106"/>
                    <a:pt x="37" y="106"/>
                    <a:pt x="37" y="106"/>
                  </a:cubicBezTo>
                  <a:cubicBezTo>
                    <a:pt x="33" y="106"/>
                    <a:pt x="27" y="105"/>
                    <a:pt x="21" y="104"/>
                  </a:cubicBezTo>
                  <a:cubicBezTo>
                    <a:pt x="18" y="103"/>
                    <a:pt x="16" y="102"/>
                    <a:pt x="13" y="100"/>
                  </a:cubicBezTo>
                  <a:cubicBezTo>
                    <a:pt x="11" y="98"/>
                    <a:pt x="10" y="97"/>
                    <a:pt x="8" y="95"/>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1"/>
                  </a:cubicBezTo>
                  <a:cubicBezTo>
                    <a:pt x="29" y="111"/>
                    <a:pt x="34" y="112"/>
                    <a:pt x="37" y="112"/>
                  </a:cubicBezTo>
                  <a:cubicBezTo>
                    <a:pt x="39" y="112"/>
                    <a:pt x="40" y="112"/>
                    <a:pt x="41" y="112"/>
                  </a:cubicBezTo>
                  <a:cubicBezTo>
                    <a:pt x="94" y="137"/>
                    <a:pt x="94" y="137"/>
                    <a:pt x="94" y="137"/>
                  </a:cubicBezTo>
                  <a:cubicBezTo>
                    <a:pt x="75" y="110"/>
                    <a:pt x="75" y="110"/>
                    <a:pt x="75" y="110"/>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7" name="Freeform 1293">
              <a:extLst>
                <a:ext uri="{FF2B5EF4-FFF2-40B4-BE49-F238E27FC236}">
                  <a16:creationId xmlns:a16="http://schemas.microsoft.com/office/drawing/2014/main" id="{667E75E6-FAD9-4078-8EFD-4BF7F6A7B652}"/>
                </a:ext>
              </a:extLst>
            </p:cNvPr>
            <p:cNvSpPr>
              <a:spLocks noEditPoints="1"/>
            </p:cNvSpPr>
            <p:nvPr userDrawn="1"/>
          </p:nvSpPr>
          <p:spPr bwMode="auto">
            <a:xfrm>
              <a:off x="817066" y="4632958"/>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6 h 137"/>
                <a:gd name="T46" fmla="*/ 38 w 141"/>
                <a:gd name="T47" fmla="*/ 106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2 h 137"/>
                <a:gd name="T86" fmla="*/ 42 w 141"/>
                <a:gd name="T87" fmla="*/ 111 h 137"/>
                <a:gd name="T88" fmla="*/ 79 w 141"/>
                <a:gd name="T89" fmla="*/ 130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6"/>
                    <a:pt x="38" y="106"/>
                  </a:cubicBezTo>
                  <a:cubicBezTo>
                    <a:pt x="38" y="106"/>
                    <a:pt x="38" y="106"/>
                    <a:pt x="38" y="106"/>
                  </a:cubicBezTo>
                  <a:cubicBezTo>
                    <a:pt x="34" y="106"/>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2"/>
                    <a:pt x="38" y="112"/>
                  </a:cubicBezTo>
                  <a:cubicBezTo>
                    <a:pt x="40" y="112"/>
                    <a:pt x="41" y="111"/>
                    <a:pt x="42" y="111"/>
                  </a:cubicBezTo>
                  <a:cubicBezTo>
                    <a:pt x="79" y="130"/>
                    <a:pt x="79" y="130"/>
                    <a:pt x="79" y="130"/>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3"/>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8" name="Freeform 1294">
              <a:extLst>
                <a:ext uri="{FF2B5EF4-FFF2-40B4-BE49-F238E27FC236}">
                  <a16:creationId xmlns:a16="http://schemas.microsoft.com/office/drawing/2014/main" id="{C0E98B69-7216-49DE-B190-D6BB1B1B411B}"/>
                </a:ext>
              </a:extLst>
            </p:cNvPr>
            <p:cNvSpPr>
              <a:spLocks/>
            </p:cNvSpPr>
            <p:nvPr userDrawn="1"/>
          </p:nvSpPr>
          <p:spPr bwMode="auto">
            <a:xfrm>
              <a:off x="935474" y="4827629"/>
              <a:ext cx="22077" cy="8028"/>
            </a:xfrm>
            <a:custGeom>
              <a:avLst/>
              <a:gdLst>
                <a:gd name="T0" fmla="*/ 10 w 14"/>
                <a:gd name="T1" fmla="*/ 0 h 6"/>
                <a:gd name="T2" fmla="*/ 0 w 14"/>
                <a:gd name="T3" fmla="*/ 1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1"/>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9" name="Freeform 1295">
              <a:extLst>
                <a:ext uri="{FF2B5EF4-FFF2-40B4-BE49-F238E27FC236}">
                  <a16:creationId xmlns:a16="http://schemas.microsoft.com/office/drawing/2014/main" id="{D05A1417-9E29-4AA4-BF9C-19E4F6F8B2FA}"/>
                </a:ext>
              </a:extLst>
            </p:cNvPr>
            <p:cNvSpPr>
              <a:spLocks noEditPoints="1"/>
            </p:cNvSpPr>
            <p:nvPr userDrawn="1"/>
          </p:nvSpPr>
          <p:spPr bwMode="auto">
            <a:xfrm>
              <a:off x="658520" y="4412197"/>
              <a:ext cx="232802" cy="230796"/>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9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6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10"/>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9"/>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6"/>
                    <a:pt x="123" y="76"/>
                    <a:pt x="123" y="76"/>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0" name="Freeform 1296">
              <a:extLst>
                <a:ext uri="{FF2B5EF4-FFF2-40B4-BE49-F238E27FC236}">
                  <a16:creationId xmlns:a16="http://schemas.microsoft.com/office/drawing/2014/main" id="{ECAA1EAE-DE8B-4F2F-A451-C453B42E4EFC}"/>
                </a:ext>
              </a:extLst>
            </p:cNvPr>
            <p:cNvSpPr>
              <a:spLocks noEditPoints="1"/>
            </p:cNvSpPr>
            <p:nvPr userDrawn="1"/>
          </p:nvSpPr>
          <p:spPr bwMode="auto">
            <a:xfrm>
              <a:off x="2083428" y="476942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1" name="Freeform 1297">
              <a:extLst>
                <a:ext uri="{FF2B5EF4-FFF2-40B4-BE49-F238E27FC236}">
                  <a16:creationId xmlns:a16="http://schemas.microsoft.com/office/drawing/2014/main" id="{EFEA7232-7DAD-4955-B73A-0378172ABF2D}"/>
                </a:ext>
              </a:extLst>
            </p:cNvPr>
            <p:cNvSpPr>
              <a:spLocks noEditPoints="1"/>
            </p:cNvSpPr>
            <p:nvPr userDrawn="1"/>
          </p:nvSpPr>
          <p:spPr bwMode="auto">
            <a:xfrm>
              <a:off x="2374431" y="4233583"/>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6 h 115"/>
                <a:gd name="T56" fmla="*/ 59 w 76"/>
                <a:gd name="T57" fmla="*/ 6 h 115"/>
                <a:gd name="T58" fmla="*/ 59 w 76"/>
                <a:gd name="T59" fmla="*/ 6 h 115"/>
                <a:gd name="T60" fmla="*/ 59 w 76"/>
                <a:gd name="T61" fmla="*/ 6 h 115"/>
                <a:gd name="T62" fmla="*/ 59 w 76"/>
                <a:gd name="T63" fmla="*/ 0 h 115"/>
                <a:gd name="T64" fmla="*/ 59 w 76"/>
                <a:gd name="T65" fmla="*/ 0 h 115"/>
                <a:gd name="T66" fmla="*/ 59 w 76"/>
                <a:gd name="T67" fmla="*/ 0 h 115"/>
                <a:gd name="T68" fmla="*/ 16 w 76"/>
                <a:gd name="T69" fmla="*/ 3 h 115"/>
                <a:gd name="T70" fmla="*/ 16 w 76"/>
                <a:gd name="T71" fmla="*/ 6 h 115"/>
                <a:gd name="T72" fmla="*/ 16 w 76"/>
                <a:gd name="T73" fmla="*/ 3 h 115"/>
                <a:gd name="T74" fmla="*/ 7 w 76"/>
                <a:gd name="T75" fmla="*/ 8 h 115"/>
                <a:gd name="T76" fmla="*/ 1 w 76"/>
                <a:gd name="T77" fmla="*/ 22 h 115"/>
                <a:gd name="T78" fmla="*/ 0 w 76"/>
                <a:gd name="T79" fmla="*/ 39 h 115"/>
                <a:gd name="T80" fmla="*/ 1 w 76"/>
                <a:gd name="T81" fmla="*/ 61 h 115"/>
                <a:gd name="T82" fmla="*/ 8 w 76"/>
                <a:gd name="T83" fmla="*/ 81 h 115"/>
                <a:gd name="T84" fmla="*/ 14 w 76"/>
                <a:gd name="T85" fmla="*/ 88 h 115"/>
                <a:gd name="T86" fmla="*/ 15 w 76"/>
                <a:gd name="T87" fmla="*/ 88 h 115"/>
                <a:gd name="T88" fmla="*/ 37 w 76"/>
                <a:gd name="T89" fmla="*/ 89 h 115"/>
                <a:gd name="T90" fmla="*/ 25 w 76"/>
                <a:gd name="T91" fmla="*/ 115 h 115"/>
                <a:gd name="T92" fmla="*/ 56 w 76"/>
                <a:gd name="T93" fmla="*/ 90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1 h 115"/>
                <a:gd name="T108" fmla="*/ 59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6"/>
                    <a:pt x="10" y="13"/>
                    <a:pt x="12" y="12"/>
                  </a:cubicBezTo>
                  <a:cubicBezTo>
                    <a:pt x="13" y="10"/>
                    <a:pt x="14" y="9"/>
                    <a:pt x="16" y="9"/>
                  </a:cubicBezTo>
                  <a:cubicBezTo>
                    <a:pt x="16" y="9"/>
                    <a:pt x="16" y="9"/>
                    <a:pt x="16" y="9"/>
                  </a:cubicBezTo>
                  <a:moveTo>
                    <a:pt x="59" y="6"/>
                  </a:moveTo>
                  <a:cubicBezTo>
                    <a:pt x="59" y="6"/>
                    <a:pt x="59" y="6"/>
                    <a:pt x="59" y="6"/>
                  </a:cubicBezTo>
                  <a:moveTo>
                    <a:pt x="59" y="6"/>
                  </a:moveTo>
                  <a:cubicBezTo>
                    <a:pt x="59" y="6"/>
                    <a:pt x="59" y="6"/>
                    <a:pt x="59" y="6"/>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4"/>
                    <a:pt x="9" y="5"/>
                    <a:pt x="7" y="8"/>
                  </a:cubicBezTo>
                  <a:cubicBezTo>
                    <a:pt x="4" y="11"/>
                    <a:pt x="2" y="16"/>
                    <a:pt x="1" y="22"/>
                  </a:cubicBezTo>
                  <a:cubicBezTo>
                    <a:pt x="0" y="27"/>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2" name="Freeform 1298">
              <a:extLst>
                <a:ext uri="{FF2B5EF4-FFF2-40B4-BE49-F238E27FC236}">
                  <a16:creationId xmlns:a16="http://schemas.microsoft.com/office/drawing/2014/main" id="{D0EBDE33-3CB9-44ED-8034-7C94B9A731B7}"/>
                </a:ext>
              </a:extLst>
            </p:cNvPr>
            <p:cNvSpPr>
              <a:spLocks noEditPoints="1"/>
            </p:cNvSpPr>
            <p:nvPr userDrawn="1"/>
          </p:nvSpPr>
          <p:spPr bwMode="auto">
            <a:xfrm>
              <a:off x="682603" y="4677110"/>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3" name="Freeform 1299">
              <a:extLst>
                <a:ext uri="{FF2B5EF4-FFF2-40B4-BE49-F238E27FC236}">
                  <a16:creationId xmlns:a16="http://schemas.microsoft.com/office/drawing/2014/main" id="{DCACA2F9-EA12-4948-B354-6675049BBAFC}"/>
                </a:ext>
              </a:extLst>
            </p:cNvPr>
            <p:cNvSpPr>
              <a:spLocks noEditPoints="1"/>
            </p:cNvSpPr>
            <p:nvPr userDrawn="1"/>
          </p:nvSpPr>
          <p:spPr bwMode="auto">
            <a:xfrm>
              <a:off x="-5768" y="4197458"/>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7"/>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4" name="Freeform 1300">
              <a:extLst>
                <a:ext uri="{FF2B5EF4-FFF2-40B4-BE49-F238E27FC236}">
                  <a16:creationId xmlns:a16="http://schemas.microsoft.com/office/drawing/2014/main" id="{737E03A7-3BA0-4413-BF62-C101BBE539CD}"/>
                </a:ext>
              </a:extLst>
            </p:cNvPr>
            <p:cNvSpPr>
              <a:spLocks noEditPoints="1"/>
            </p:cNvSpPr>
            <p:nvPr userDrawn="1"/>
          </p:nvSpPr>
          <p:spPr bwMode="auto">
            <a:xfrm>
              <a:off x="1491389" y="3952615"/>
              <a:ext cx="114395" cy="174602"/>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6 h 116"/>
                <a:gd name="T54" fmla="*/ 16 w 76"/>
                <a:gd name="T55" fmla="*/ 9 h 116"/>
                <a:gd name="T56" fmla="*/ 59 w 76"/>
                <a:gd name="T57" fmla="*/ 0 h 116"/>
                <a:gd name="T58" fmla="*/ 59 w 76"/>
                <a:gd name="T59" fmla="*/ 0 h 116"/>
                <a:gd name="T60" fmla="*/ 59 w 76"/>
                <a:gd name="T61" fmla="*/ 0 h 116"/>
                <a:gd name="T62" fmla="*/ 16 w 76"/>
                <a:gd name="T63" fmla="*/ 3 h 116"/>
                <a:gd name="T64" fmla="*/ 7 w 76"/>
                <a:gd name="T65" fmla="*/ 8 h 116"/>
                <a:gd name="T66" fmla="*/ 1 w 76"/>
                <a:gd name="T67" fmla="*/ 22 h 116"/>
                <a:gd name="T68" fmla="*/ 0 w 76"/>
                <a:gd name="T69" fmla="*/ 39 h 116"/>
                <a:gd name="T70" fmla="*/ 1 w 76"/>
                <a:gd name="T71" fmla="*/ 61 h 116"/>
                <a:gd name="T72" fmla="*/ 8 w 76"/>
                <a:gd name="T73" fmla="*/ 81 h 116"/>
                <a:gd name="T74" fmla="*/ 14 w 76"/>
                <a:gd name="T75" fmla="*/ 88 h 116"/>
                <a:gd name="T76" fmla="*/ 15 w 76"/>
                <a:gd name="T77" fmla="*/ 88 h 116"/>
                <a:gd name="T78" fmla="*/ 37 w 76"/>
                <a:gd name="T79" fmla="*/ 90 h 116"/>
                <a:gd name="T80" fmla="*/ 25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8 w 76"/>
                <a:gd name="T95" fmla="*/ 4 h 116"/>
                <a:gd name="T96" fmla="*/ 63 w 76"/>
                <a:gd name="T97" fmla="*/ 1 h 116"/>
                <a:gd name="T98" fmla="*/ 59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6"/>
                    <a:pt x="16" y="6"/>
                    <a:pt x="16" y="6"/>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5" name="Freeform 1301">
              <a:extLst>
                <a:ext uri="{FF2B5EF4-FFF2-40B4-BE49-F238E27FC236}">
                  <a16:creationId xmlns:a16="http://schemas.microsoft.com/office/drawing/2014/main" id="{888E2C27-8A2E-49BE-901F-C1B5796EF500}"/>
                </a:ext>
              </a:extLst>
            </p:cNvPr>
            <p:cNvSpPr>
              <a:spLocks noEditPoints="1"/>
            </p:cNvSpPr>
            <p:nvPr userDrawn="1"/>
          </p:nvSpPr>
          <p:spPr bwMode="auto">
            <a:xfrm>
              <a:off x="1140179" y="50102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5 h 116"/>
                <a:gd name="T64" fmla="*/ 60 w 76"/>
                <a:gd name="T65" fmla="*/ 5 h 116"/>
                <a:gd name="T66" fmla="*/ 60 w 76"/>
                <a:gd name="T67" fmla="*/ 0 h 116"/>
                <a:gd name="T68" fmla="*/ 60 w 76"/>
                <a:gd name="T69" fmla="*/ 0 h 116"/>
                <a:gd name="T70" fmla="*/ 60 w 76"/>
                <a:gd name="T71" fmla="*/ 0 h 116"/>
                <a:gd name="T72" fmla="*/ 16 w 76"/>
                <a:gd name="T73" fmla="*/ 4 h 116"/>
                <a:gd name="T74" fmla="*/ 8 w 76"/>
                <a:gd name="T75" fmla="*/ 8 h 116"/>
                <a:gd name="T76" fmla="*/ 2 w 76"/>
                <a:gd name="T77" fmla="*/ 22 h 116"/>
                <a:gd name="T78" fmla="*/ 0 w 76"/>
                <a:gd name="T79" fmla="*/ 39 h 116"/>
                <a:gd name="T80" fmla="*/ 2 w 76"/>
                <a:gd name="T81" fmla="*/ 61 h 116"/>
                <a:gd name="T82" fmla="*/ 9 w 76"/>
                <a:gd name="T83" fmla="*/ 81 h 116"/>
                <a:gd name="T84" fmla="*/ 15 w 76"/>
                <a:gd name="T85" fmla="*/ 88 h 116"/>
                <a:gd name="T86" fmla="*/ 16 w 76"/>
                <a:gd name="T87" fmla="*/ 89 h 116"/>
                <a:gd name="T88" fmla="*/ 38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6" name="Freeform 1302">
              <a:extLst>
                <a:ext uri="{FF2B5EF4-FFF2-40B4-BE49-F238E27FC236}">
                  <a16:creationId xmlns:a16="http://schemas.microsoft.com/office/drawing/2014/main" id="{C7BA2F32-2EDF-47F6-BF8A-B62CB12AFC41}"/>
                </a:ext>
              </a:extLst>
            </p:cNvPr>
            <p:cNvSpPr>
              <a:spLocks noEditPoints="1"/>
            </p:cNvSpPr>
            <p:nvPr userDrawn="1"/>
          </p:nvSpPr>
          <p:spPr bwMode="auto">
            <a:xfrm>
              <a:off x="714713" y="5034340"/>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6 h 116"/>
                <a:gd name="T64" fmla="*/ 59 w 76"/>
                <a:gd name="T65" fmla="*/ 6 h 116"/>
                <a:gd name="T66" fmla="*/ 59 w 76"/>
                <a:gd name="T67" fmla="*/ 5 h 116"/>
                <a:gd name="T68" fmla="*/ 59 w 76"/>
                <a:gd name="T69" fmla="*/ 5 h 116"/>
                <a:gd name="T70" fmla="*/ 59 w 76"/>
                <a:gd name="T71" fmla="*/ 0 h 116"/>
                <a:gd name="T72" fmla="*/ 59 w 76"/>
                <a:gd name="T73" fmla="*/ 0 h 116"/>
                <a:gd name="T74" fmla="*/ 59 w 76"/>
                <a:gd name="T75" fmla="*/ 0 h 116"/>
                <a:gd name="T76" fmla="*/ 16 w 76"/>
                <a:gd name="T77" fmla="*/ 4 h 116"/>
                <a:gd name="T78" fmla="*/ 7 w 76"/>
                <a:gd name="T79" fmla="*/ 8 h 116"/>
                <a:gd name="T80" fmla="*/ 1 w 76"/>
                <a:gd name="T81" fmla="*/ 22 h 116"/>
                <a:gd name="T82" fmla="*/ 0 w 76"/>
                <a:gd name="T83" fmla="*/ 40 h 116"/>
                <a:gd name="T84" fmla="*/ 1 w 76"/>
                <a:gd name="T85" fmla="*/ 61 h 116"/>
                <a:gd name="T86" fmla="*/ 8 w 76"/>
                <a:gd name="T87" fmla="*/ 82 h 116"/>
                <a:gd name="T88" fmla="*/ 15 w 76"/>
                <a:gd name="T89" fmla="*/ 88 h 116"/>
                <a:gd name="T90" fmla="*/ 15 w 76"/>
                <a:gd name="T91" fmla="*/ 89 h 116"/>
                <a:gd name="T92" fmla="*/ 37 w 76"/>
                <a:gd name="T93" fmla="*/ 90 h 116"/>
                <a:gd name="T94" fmla="*/ 25 w 76"/>
                <a:gd name="T95" fmla="*/ 116 h 116"/>
                <a:gd name="T96" fmla="*/ 56 w 76"/>
                <a:gd name="T97" fmla="*/ 90 h 116"/>
                <a:gd name="T98" fmla="*/ 72 w 76"/>
                <a:gd name="T99" fmla="*/ 85 h 116"/>
                <a:gd name="T100" fmla="*/ 75 w 76"/>
                <a:gd name="T101" fmla="*/ 81 h 116"/>
                <a:gd name="T102" fmla="*/ 76 w 76"/>
                <a:gd name="T103" fmla="*/ 77 h 116"/>
                <a:gd name="T104" fmla="*/ 76 w 76"/>
                <a:gd name="T105" fmla="*/ 76 h 116"/>
                <a:gd name="T106" fmla="*/ 76 w 76"/>
                <a:gd name="T107" fmla="*/ 28 h 116"/>
                <a:gd name="T108" fmla="*/ 69 w 76"/>
                <a:gd name="T109" fmla="*/ 5 h 116"/>
                <a:gd name="T110" fmla="*/ 63 w 76"/>
                <a:gd name="T111" fmla="*/ 1 h 116"/>
                <a:gd name="T112" fmla="*/ 59 w 76"/>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cubicBezTo>
                    <a:pt x="59" y="6"/>
                    <a:pt x="59" y="6"/>
                    <a:pt x="59" y="6"/>
                  </a:cubicBez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7" name="Freeform 1303">
              <a:extLst>
                <a:ext uri="{FF2B5EF4-FFF2-40B4-BE49-F238E27FC236}">
                  <a16:creationId xmlns:a16="http://schemas.microsoft.com/office/drawing/2014/main" id="{8078DDFF-9B82-4858-AD4E-9D329D57DC50}"/>
                </a:ext>
              </a:extLst>
            </p:cNvPr>
            <p:cNvSpPr>
              <a:spLocks noEditPoints="1"/>
            </p:cNvSpPr>
            <p:nvPr userDrawn="1"/>
          </p:nvSpPr>
          <p:spPr bwMode="auto">
            <a:xfrm>
              <a:off x="221013" y="5229011"/>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6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7 w 76"/>
                <a:gd name="T43" fmla="*/ 60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7 w 76"/>
                <a:gd name="T57" fmla="*/ 10 h 116"/>
                <a:gd name="T58" fmla="*/ 17 w 76"/>
                <a:gd name="T59" fmla="*/ 10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8" name="Freeform 1304">
              <a:extLst>
                <a:ext uri="{FF2B5EF4-FFF2-40B4-BE49-F238E27FC236}">
                  <a16:creationId xmlns:a16="http://schemas.microsoft.com/office/drawing/2014/main" id="{BD862012-EBF6-42DF-BF14-356D5A6B99CE}"/>
                </a:ext>
              </a:extLst>
            </p:cNvPr>
            <p:cNvSpPr>
              <a:spLocks noEditPoints="1"/>
            </p:cNvSpPr>
            <p:nvPr userDrawn="1"/>
          </p:nvSpPr>
          <p:spPr bwMode="auto">
            <a:xfrm>
              <a:off x="662534" y="5487903"/>
              <a:ext cx="114395" cy="174602"/>
            </a:xfrm>
            <a:custGeom>
              <a:avLst/>
              <a:gdLst>
                <a:gd name="T0" fmla="*/ 18 w 76"/>
                <a:gd name="T1" fmla="*/ 83 h 116"/>
                <a:gd name="T2" fmla="*/ 18 w 76"/>
                <a:gd name="T3" fmla="*/ 83 h 116"/>
                <a:gd name="T4" fmla="*/ 18 w 76"/>
                <a:gd name="T5" fmla="*/ 83 h 116"/>
                <a:gd name="T6" fmla="*/ 16 w 76"/>
                <a:gd name="T7" fmla="*/ 10 h 116"/>
                <a:gd name="T8" fmla="*/ 59 w 76"/>
                <a:gd name="T9" fmla="*/ 6 h 116"/>
                <a:gd name="T10" fmla="*/ 61 w 76"/>
                <a:gd name="T11" fmla="*/ 7 h 116"/>
                <a:gd name="T12" fmla="*/ 66 w 76"/>
                <a:gd name="T13" fmla="*/ 11 h 116"/>
                <a:gd name="T14" fmla="*/ 70 w 76"/>
                <a:gd name="T15" fmla="*/ 28 h 116"/>
                <a:gd name="T16" fmla="*/ 70 w 76"/>
                <a:gd name="T17" fmla="*/ 77 h 116"/>
                <a:gd name="T18" fmla="*/ 70 w 76"/>
                <a:gd name="T19" fmla="*/ 77 h 116"/>
                <a:gd name="T20" fmla="*/ 70 w 76"/>
                <a:gd name="T21" fmla="*/ 77 h 116"/>
                <a:gd name="T22" fmla="*/ 70 w 76"/>
                <a:gd name="T23" fmla="*/ 77 h 116"/>
                <a:gd name="T24" fmla="*/ 69 w 76"/>
                <a:gd name="T25" fmla="*/ 79 h 116"/>
                <a:gd name="T26" fmla="*/ 66 w 76"/>
                <a:gd name="T27" fmla="*/ 82 h 116"/>
                <a:gd name="T28" fmla="*/ 55 w 76"/>
                <a:gd name="T29" fmla="*/ 84 h 116"/>
                <a:gd name="T30" fmla="*/ 54 w 76"/>
                <a:gd name="T31" fmla="*/ 84 h 116"/>
                <a:gd name="T32" fmla="*/ 53 w 76"/>
                <a:gd name="T33" fmla="*/ 84 h 116"/>
                <a:gd name="T34" fmla="*/ 42 w 76"/>
                <a:gd name="T35" fmla="*/ 94 h 116"/>
                <a:gd name="T36" fmla="*/ 46 w 76"/>
                <a:gd name="T37" fmla="*/ 84 h 116"/>
                <a:gd name="T38" fmla="*/ 17 w 76"/>
                <a:gd name="T39" fmla="*/ 83 h 116"/>
                <a:gd name="T40" fmla="*/ 13 w 76"/>
                <a:gd name="T41" fmla="*/ 78 h 116"/>
                <a:gd name="T42" fmla="*/ 7 w 76"/>
                <a:gd name="T43" fmla="*/ 61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6 w 76"/>
                <a:gd name="T57" fmla="*/ 10 h 116"/>
                <a:gd name="T58" fmla="*/ 16 w 76"/>
                <a:gd name="T59" fmla="*/ 10 h 116"/>
                <a:gd name="T60" fmla="*/ 59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2 h 116"/>
                <a:gd name="T78" fmla="*/ 15 w 76"/>
                <a:gd name="T79" fmla="*/ 88 h 116"/>
                <a:gd name="T80" fmla="*/ 15 w 76"/>
                <a:gd name="T81" fmla="*/ 89 h 116"/>
                <a:gd name="T82" fmla="*/ 37 w 76"/>
                <a:gd name="T83" fmla="*/ 90 h 116"/>
                <a:gd name="T84" fmla="*/ 25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59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6" y="10"/>
                  </a:moveTo>
                  <a:cubicBezTo>
                    <a:pt x="59" y="6"/>
                    <a:pt x="59" y="6"/>
                    <a:pt x="59" y="6"/>
                  </a:cubicBezTo>
                  <a:cubicBezTo>
                    <a:pt x="60" y="6"/>
                    <a:pt x="60" y="7"/>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80"/>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9" name="Freeform 1305">
              <a:extLst>
                <a:ext uri="{FF2B5EF4-FFF2-40B4-BE49-F238E27FC236}">
                  <a16:creationId xmlns:a16="http://schemas.microsoft.com/office/drawing/2014/main" id="{86BA2573-FBF0-46EC-960C-8154B496B736}"/>
                </a:ext>
              </a:extLst>
            </p:cNvPr>
            <p:cNvSpPr>
              <a:spLocks noEditPoints="1"/>
            </p:cNvSpPr>
            <p:nvPr userDrawn="1"/>
          </p:nvSpPr>
          <p:spPr bwMode="auto">
            <a:xfrm>
              <a:off x="-150266" y="5429703"/>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2 w 167"/>
                <a:gd name="T65" fmla="*/ 0 h 247"/>
                <a:gd name="T66" fmla="*/ 34 w 167"/>
                <a:gd name="T67" fmla="*/ 8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9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4"/>
                    <a:pt x="160" y="175"/>
                    <a:pt x="160" y="177"/>
                  </a:cubicBezTo>
                  <a:cubicBezTo>
                    <a:pt x="158" y="180"/>
                    <a:pt x="156" y="184"/>
                    <a:pt x="151" y="187"/>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8"/>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2" y="0"/>
                    <a:pt x="132" y="0"/>
                    <a:pt x="132" y="0"/>
                  </a:cubicBezTo>
                  <a:cubicBezTo>
                    <a:pt x="34" y="8"/>
                    <a:pt x="34" y="8"/>
                    <a:pt x="34" y="8"/>
                  </a:cubicBezTo>
                  <a:cubicBezTo>
                    <a:pt x="27" y="8"/>
                    <a:pt x="21" y="11"/>
                    <a:pt x="16" y="16"/>
                  </a:cubicBezTo>
                  <a:cubicBezTo>
                    <a:pt x="9" y="24"/>
                    <a:pt x="5" y="35"/>
                    <a:pt x="3" y="47"/>
                  </a:cubicBezTo>
                  <a:cubicBezTo>
                    <a:pt x="1" y="60"/>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9"/>
                  </a:cubicBezTo>
                  <a:cubicBezTo>
                    <a:pt x="143"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0" name="Freeform 1306">
              <a:extLst>
                <a:ext uri="{FF2B5EF4-FFF2-40B4-BE49-F238E27FC236}">
                  <a16:creationId xmlns:a16="http://schemas.microsoft.com/office/drawing/2014/main" id="{82FE26AE-B485-493D-ADEC-E28A9C279160}"/>
                </a:ext>
              </a:extLst>
            </p:cNvPr>
            <p:cNvSpPr>
              <a:spLocks noEditPoints="1"/>
            </p:cNvSpPr>
            <p:nvPr userDrawn="1"/>
          </p:nvSpPr>
          <p:spPr bwMode="auto">
            <a:xfrm>
              <a:off x="712707" y="5622366"/>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156" y="0"/>
                    <a:pt x="156" y="0"/>
                    <a:pt x="156" y="0"/>
                  </a:cubicBez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2"/>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1" name="Freeform 1307">
              <a:extLst>
                <a:ext uri="{FF2B5EF4-FFF2-40B4-BE49-F238E27FC236}">
                  <a16:creationId xmlns:a16="http://schemas.microsoft.com/office/drawing/2014/main" id="{05B35C17-616C-4A08-AB87-53DEF7A22999}"/>
                </a:ext>
              </a:extLst>
            </p:cNvPr>
            <p:cNvSpPr>
              <a:spLocks noEditPoints="1"/>
            </p:cNvSpPr>
            <p:nvPr userDrawn="1"/>
          </p:nvSpPr>
          <p:spPr bwMode="auto">
            <a:xfrm>
              <a:off x="1720177" y="5000223"/>
              <a:ext cx="301037" cy="118408"/>
            </a:xfrm>
            <a:custGeom>
              <a:avLst/>
              <a:gdLst>
                <a:gd name="T0" fmla="*/ 71 w 199"/>
                <a:gd name="T1" fmla="*/ 6 h 79"/>
                <a:gd name="T2" fmla="*/ 134 w 199"/>
                <a:gd name="T3" fmla="*/ 17 h 79"/>
                <a:gd name="T4" fmla="*/ 137 w 199"/>
                <a:gd name="T5" fmla="*/ 19 h 79"/>
                <a:gd name="T6" fmla="*/ 138 w 199"/>
                <a:gd name="T7" fmla="*/ 35 h 79"/>
                <a:gd name="T8" fmla="*/ 137 w 199"/>
                <a:gd name="T9" fmla="*/ 38 h 79"/>
                <a:gd name="T10" fmla="*/ 137 w 199"/>
                <a:gd name="T11" fmla="*/ 38 h 79"/>
                <a:gd name="T12" fmla="*/ 137 w 199"/>
                <a:gd name="T13" fmla="*/ 38 h 79"/>
                <a:gd name="T14" fmla="*/ 134 w 199"/>
                <a:gd name="T15" fmla="*/ 58 h 79"/>
                <a:gd name="T16" fmla="*/ 141 w 199"/>
                <a:gd name="T17" fmla="*/ 63 h 79"/>
                <a:gd name="T18" fmla="*/ 161 w 199"/>
                <a:gd name="T19" fmla="*/ 64 h 79"/>
                <a:gd name="T20" fmla="*/ 78 w 199"/>
                <a:gd name="T21" fmla="*/ 73 h 79"/>
                <a:gd name="T22" fmla="*/ 75 w 199"/>
                <a:gd name="T23" fmla="*/ 73 h 79"/>
                <a:gd name="T24" fmla="*/ 75 w 199"/>
                <a:gd name="T25" fmla="*/ 73 h 79"/>
                <a:gd name="T26" fmla="*/ 21 w 199"/>
                <a:gd name="T27" fmla="*/ 64 h 79"/>
                <a:gd name="T28" fmla="*/ 10 w 199"/>
                <a:gd name="T29" fmla="*/ 56 h 79"/>
                <a:gd name="T30" fmla="*/ 6 w 199"/>
                <a:gd name="T31" fmla="*/ 35 h 79"/>
                <a:gd name="T32" fmla="*/ 18 w 199"/>
                <a:gd name="T33" fmla="*/ 12 h 79"/>
                <a:gd name="T34" fmla="*/ 20 w 199"/>
                <a:gd name="T35" fmla="*/ 11 h 79"/>
                <a:gd name="T36" fmla="*/ 71 w 199"/>
                <a:gd name="T37" fmla="*/ 0 h 79"/>
                <a:gd name="T38" fmla="*/ 18 w 199"/>
                <a:gd name="T39" fmla="*/ 5 h 79"/>
                <a:gd name="T40" fmla="*/ 9 w 199"/>
                <a:gd name="T41" fmla="*/ 11 h 79"/>
                <a:gd name="T42" fmla="*/ 4 w 199"/>
                <a:gd name="T43" fmla="*/ 58 h 79"/>
                <a:gd name="T44" fmla="*/ 5 w 199"/>
                <a:gd name="T45" fmla="*/ 59 h 79"/>
                <a:gd name="T46" fmla="*/ 71 w 199"/>
                <a:gd name="T47" fmla="*/ 79 h 79"/>
                <a:gd name="T48" fmla="*/ 75 w 199"/>
                <a:gd name="T49" fmla="*/ 79 h 79"/>
                <a:gd name="T50" fmla="*/ 182 w 199"/>
                <a:gd name="T51" fmla="*/ 64 h 79"/>
                <a:gd name="T52" fmla="*/ 142 w 199"/>
                <a:gd name="T53" fmla="*/ 57 h 79"/>
                <a:gd name="T54" fmla="*/ 139 w 199"/>
                <a:gd name="T55" fmla="*/ 55 h 79"/>
                <a:gd name="T56" fmla="*/ 142 w 199"/>
                <a:gd name="T57" fmla="*/ 41 h 79"/>
                <a:gd name="T58" fmla="*/ 146 w 199"/>
                <a:gd name="T59" fmla="*/ 27 h 79"/>
                <a:gd name="T60" fmla="*/ 141 w 199"/>
                <a:gd name="T61" fmla="*/ 14 h 79"/>
                <a:gd name="T62" fmla="*/ 139 w 199"/>
                <a:gd name="T63" fmla="*/ 17 h 79"/>
                <a:gd name="T64" fmla="*/ 139 w 199"/>
                <a:gd name="T65" fmla="*/ 17 h 79"/>
                <a:gd name="T66" fmla="*/ 71 w 199"/>
                <a:gd name="T6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5"/>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9"/>
                    <a:pt x="133" y="52"/>
                  </a:cubicBezTo>
                  <a:cubicBezTo>
                    <a:pt x="133" y="54"/>
                    <a:pt x="133" y="56"/>
                    <a:pt x="134" y="58"/>
                  </a:cubicBezTo>
                  <a:cubicBezTo>
                    <a:pt x="135" y="60"/>
                    <a:pt x="137" y="62"/>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2"/>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6"/>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6"/>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2" name="Freeform 1308">
              <a:extLst>
                <a:ext uri="{FF2B5EF4-FFF2-40B4-BE49-F238E27FC236}">
                  <a16:creationId xmlns:a16="http://schemas.microsoft.com/office/drawing/2014/main" id="{BD2C89FE-A8E0-486F-9E77-8449838C1BEB}"/>
                </a:ext>
              </a:extLst>
            </p:cNvPr>
            <p:cNvSpPr>
              <a:spLocks noEditPoints="1"/>
            </p:cNvSpPr>
            <p:nvPr userDrawn="1"/>
          </p:nvSpPr>
          <p:spPr bwMode="auto">
            <a:xfrm>
              <a:off x="152778" y="4046939"/>
              <a:ext cx="387335" cy="156539"/>
            </a:xfrm>
            <a:custGeom>
              <a:avLst/>
              <a:gdLst>
                <a:gd name="T0" fmla="*/ 187 w 257"/>
                <a:gd name="T1" fmla="*/ 54 h 104"/>
                <a:gd name="T2" fmla="*/ 187 w 257"/>
                <a:gd name="T3" fmla="*/ 54 h 104"/>
                <a:gd name="T4" fmla="*/ 93 w 257"/>
                <a:gd name="T5" fmla="*/ 6 h 104"/>
                <a:gd name="T6" fmla="*/ 177 w 257"/>
                <a:gd name="T7" fmla="*/ 22 h 104"/>
                <a:gd name="T8" fmla="*/ 182 w 257"/>
                <a:gd name="T9" fmla="*/ 24 h 104"/>
                <a:gd name="T10" fmla="*/ 184 w 257"/>
                <a:gd name="T11" fmla="*/ 47 h 104"/>
                <a:gd name="T12" fmla="*/ 182 w 257"/>
                <a:gd name="T13" fmla="*/ 51 h 104"/>
                <a:gd name="T14" fmla="*/ 182 w 257"/>
                <a:gd name="T15" fmla="*/ 51 h 104"/>
                <a:gd name="T16" fmla="*/ 176 w 257"/>
                <a:gd name="T17" fmla="*/ 69 h 104"/>
                <a:gd name="T18" fmla="*/ 183 w 257"/>
                <a:gd name="T19" fmla="*/ 82 h 104"/>
                <a:gd name="T20" fmla="*/ 187 w 257"/>
                <a:gd name="T21" fmla="*/ 83 h 104"/>
                <a:gd name="T22" fmla="*/ 114 w 257"/>
                <a:gd name="T23" fmla="*/ 98 h 104"/>
                <a:gd name="T24" fmla="*/ 100 w 257"/>
                <a:gd name="T25" fmla="*/ 98 h 104"/>
                <a:gd name="T26" fmla="*/ 99 w 257"/>
                <a:gd name="T27" fmla="*/ 98 h 104"/>
                <a:gd name="T28" fmla="*/ 98 w 257"/>
                <a:gd name="T29" fmla="*/ 98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8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2"/>
                  </a:cubicBezTo>
                  <a:cubicBezTo>
                    <a:pt x="179" y="22"/>
                    <a:pt x="180" y="23"/>
                    <a:pt x="181" y="23"/>
                  </a:cubicBezTo>
                  <a:cubicBezTo>
                    <a:pt x="181" y="24"/>
                    <a:pt x="181" y="24"/>
                    <a:pt x="182" y="24"/>
                  </a:cubicBezTo>
                  <a:cubicBezTo>
                    <a:pt x="184" y="28"/>
                    <a:pt x="185" y="32"/>
                    <a:pt x="185" y="36"/>
                  </a:cubicBezTo>
                  <a:cubicBezTo>
                    <a:pt x="185" y="40"/>
                    <a:pt x="184" y="44"/>
                    <a:pt x="184" y="47"/>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2"/>
                  </a:cubicBezTo>
                  <a:cubicBezTo>
                    <a:pt x="185" y="82"/>
                    <a:pt x="187" y="83"/>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8"/>
                    <a:pt x="99" y="98"/>
                  </a:cubicBezTo>
                  <a:cubicBezTo>
                    <a:pt x="99" y="98"/>
                    <a:pt x="99" y="98"/>
                    <a:pt x="99" y="98"/>
                  </a:cubicBezTo>
                  <a:cubicBezTo>
                    <a:pt x="98" y="98"/>
                    <a:pt x="98" y="98"/>
                    <a:pt x="98" y="98"/>
                  </a:cubicBezTo>
                  <a:cubicBezTo>
                    <a:pt x="98" y="98"/>
                    <a:pt x="98" y="98"/>
                    <a:pt x="98" y="98"/>
                  </a:cubicBezTo>
                  <a:cubicBezTo>
                    <a:pt x="96" y="98"/>
                    <a:pt x="94" y="98"/>
                    <a:pt x="93" y="98"/>
                  </a:cubicBezTo>
                  <a:cubicBezTo>
                    <a:pt x="59" y="98"/>
                    <a:pt x="38" y="92"/>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8"/>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4"/>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3" name="Freeform 1309">
              <a:extLst>
                <a:ext uri="{FF2B5EF4-FFF2-40B4-BE49-F238E27FC236}">
                  <a16:creationId xmlns:a16="http://schemas.microsoft.com/office/drawing/2014/main" id="{0F8B7ED2-CEEB-4E50-A910-10FE93391F93}"/>
                </a:ext>
              </a:extLst>
            </p:cNvPr>
            <p:cNvSpPr>
              <a:spLocks noEditPoints="1"/>
            </p:cNvSpPr>
            <p:nvPr userDrawn="1"/>
          </p:nvSpPr>
          <p:spPr bwMode="auto">
            <a:xfrm>
              <a:off x="-180370" y="5227004"/>
              <a:ext cx="415432" cy="170588"/>
            </a:xfrm>
            <a:custGeom>
              <a:avLst/>
              <a:gdLst>
                <a:gd name="T0" fmla="*/ 11 w 276"/>
                <a:gd name="T1" fmla="*/ 80 h 112"/>
                <a:gd name="T2" fmla="*/ 11 w 276"/>
                <a:gd name="T3" fmla="*/ 80 h 112"/>
                <a:gd name="T4" fmla="*/ 11 w 276"/>
                <a:gd name="T5" fmla="*/ 80 h 112"/>
                <a:gd name="T6" fmla="*/ 101 w 276"/>
                <a:gd name="T7" fmla="*/ 6 h 112"/>
                <a:gd name="T8" fmla="*/ 191 w 276"/>
                <a:gd name="T9" fmla="*/ 23 h 112"/>
                <a:gd name="T10" fmla="*/ 196 w 276"/>
                <a:gd name="T11" fmla="*/ 25 h 112"/>
                <a:gd name="T12" fmla="*/ 198 w 276"/>
                <a:gd name="T13" fmla="*/ 50 h 112"/>
                <a:gd name="T14" fmla="*/ 197 w 276"/>
                <a:gd name="T15" fmla="*/ 54 h 112"/>
                <a:gd name="T16" fmla="*/ 196 w 276"/>
                <a:gd name="T17" fmla="*/ 54 h 112"/>
                <a:gd name="T18" fmla="*/ 190 w 276"/>
                <a:gd name="T19" fmla="*/ 74 h 112"/>
                <a:gd name="T20" fmla="*/ 198 w 276"/>
                <a:gd name="T21" fmla="*/ 87 h 112"/>
                <a:gd name="T22" fmla="*/ 202 w 276"/>
                <a:gd name="T23" fmla="*/ 88 h 112"/>
                <a:gd name="T24" fmla="*/ 124 w 276"/>
                <a:gd name="T25" fmla="*/ 106 h 112"/>
                <a:gd name="T26" fmla="*/ 107 w 276"/>
                <a:gd name="T27" fmla="*/ 105 h 112"/>
                <a:gd name="T28" fmla="*/ 106 w 276"/>
                <a:gd name="T29" fmla="*/ 105 h 112"/>
                <a:gd name="T30" fmla="*/ 100 w 276"/>
                <a:gd name="T31" fmla="*/ 105 h 112"/>
                <a:gd name="T32" fmla="*/ 14 w 276"/>
                <a:gd name="T33" fmla="*/ 84 h 112"/>
                <a:gd name="T34" fmla="*/ 11 w 276"/>
                <a:gd name="T35" fmla="*/ 80 h 112"/>
                <a:gd name="T36" fmla="*/ 16 w 276"/>
                <a:gd name="T37" fmla="*/ 20 h 112"/>
                <a:gd name="T38" fmla="*/ 25 w 276"/>
                <a:gd name="T39" fmla="*/ 14 h 112"/>
                <a:gd name="T40" fmla="*/ 26 w 276"/>
                <a:gd name="T41" fmla="*/ 14 h 112"/>
                <a:gd name="T42" fmla="*/ 101 w 276"/>
                <a:gd name="T43" fmla="*/ 0 h 112"/>
                <a:gd name="T44" fmla="*/ 25 w 276"/>
                <a:gd name="T45" fmla="*/ 8 h 112"/>
                <a:gd name="T46" fmla="*/ 12 w 276"/>
                <a:gd name="T47" fmla="*/ 16 h 112"/>
                <a:gd name="T48" fmla="*/ 6 w 276"/>
                <a:gd name="T49" fmla="*/ 82 h 112"/>
                <a:gd name="T50" fmla="*/ 6 w 276"/>
                <a:gd name="T51" fmla="*/ 83 h 112"/>
                <a:gd name="T52" fmla="*/ 100 w 276"/>
                <a:gd name="T53" fmla="*/ 111 h 112"/>
                <a:gd name="T54" fmla="*/ 106 w 276"/>
                <a:gd name="T55" fmla="*/ 111 h 112"/>
                <a:gd name="T56" fmla="*/ 259 w 276"/>
                <a:gd name="T57" fmla="*/ 90 h 112"/>
                <a:gd name="T58" fmla="*/ 202 w 276"/>
                <a:gd name="T59" fmla="*/ 82 h 112"/>
                <a:gd name="T60" fmla="*/ 198 w 276"/>
                <a:gd name="T61" fmla="*/ 80 h 112"/>
                <a:gd name="T62" fmla="*/ 202 w 276"/>
                <a:gd name="T63" fmla="*/ 57 h 112"/>
                <a:gd name="T64" fmla="*/ 206 w 276"/>
                <a:gd name="T65" fmla="*/ 39 h 112"/>
                <a:gd name="T66" fmla="*/ 200 w 276"/>
                <a:gd name="T67" fmla="*/ 21 h 112"/>
                <a:gd name="T68" fmla="*/ 198 w 276"/>
                <a:gd name="T69" fmla="*/ 23 h 112"/>
                <a:gd name="T70" fmla="*/ 198 w 276"/>
                <a:gd name="T71" fmla="*/ 23 h 112"/>
                <a:gd name="T72" fmla="*/ 101 w 276"/>
                <a:gd name="T7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79" y="6"/>
                    <a:pt x="101" y="6"/>
                  </a:cubicBezTo>
                  <a:cubicBezTo>
                    <a:pt x="133" y="6"/>
                    <a:pt x="157" y="11"/>
                    <a:pt x="173" y="16"/>
                  </a:cubicBezTo>
                  <a:cubicBezTo>
                    <a:pt x="181" y="18"/>
                    <a:pt x="187" y="21"/>
                    <a:pt x="191" y="23"/>
                  </a:cubicBezTo>
                  <a:cubicBezTo>
                    <a:pt x="193" y="23"/>
                    <a:pt x="194" y="24"/>
                    <a:pt x="195" y="25"/>
                  </a:cubicBezTo>
                  <a:cubicBezTo>
                    <a:pt x="196" y="25"/>
                    <a:pt x="196" y="25"/>
                    <a:pt x="196" y="25"/>
                  </a:cubicBezTo>
                  <a:cubicBezTo>
                    <a:pt x="199" y="29"/>
                    <a:pt x="200" y="34"/>
                    <a:pt x="200" y="39"/>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9"/>
                    <a:pt x="28" y="92"/>
                  </a:cubicBezTo>
                  <a:cubicBezTo>
                    <a:pt x="21" y="89"/>
                    <a:pt x="17" y="86"/>
                    <a:pt x="14" y="84"/>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9"/>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4" name="Freeform 1310">
              <a:extLst>
                <a:ext uri="{FF2B5EF4-FFF2-40B4-BE49-F238E27FC236}">
                  <a16:creationId xmlns:a16="http://schemas.microsoft.com/office/drawing/2014/main" id="{15DB95F4-58D2-4943-8BCD-E426A50FFDB3}"/>
                </a:ext>
              </a:extLst>
            </p:cNvPr>
            <p:cNvSpPr>
              <a:spLocks noEditPoints="1"/>
            </p:cNvSpPr>
            <p:nvPr userDrawn="1"/>
          </p:nvSpPr>
          <p:spPr bwMode="auto">
            <a:xfrm>
              <a:off x="618381" y="5245067"/>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1"/>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4"/>
                    <a:pt x="32" y="147"/>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5"/>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5" name="Freeform 1311">
              <a:extLst>
                <a:ext uri="{FF2B5EF4-FFF2-40B4-BE49-F238E27FC236}">
                  <a16:creationId xmlns:a16="http://schemas.microsoft.com/office/drawing/2014/main" id="{6769C7E9-C00A-44A8-8319-19F660B10DD0}"/>
                </a:ext>
              </a:extLst>
            </p:cNvPr>
            <p:cNvSpPr>
              <a:spLocks/>
            </p:cNvSpPr>
            <p:nvPr userDrawn="1"/>
          </p:nvSpPr>
          <p:spPr bwMode="auto">
            <a:xfrm>
              <a:off x="642464" y="5287211"/>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6" name="Freeform 1312">
              <a:extLst>
                <a:ext uri="{FF2B5EF4-FFF2-40B4-BE49-F238E27FC236}">
                  <a16:creationId xmlns:a16="http://schemas.microsoft.com/office/drawing/2014/main" id="{1CA0270F-6EAC-4B87-AF02-E6EC28279807}"/>
                </a:ext>
              </a:extLst>
            </p:cNvPr>
            <p:cNvSpPr>
              <a:spLocks noEditPoints="1"/>
            </p:cNvSpPr>
            <p:nvPr userDrawn="1"/>
          </p:nvSpPr>
          <p:spPr bwMode="auto">
            <a:xfrm>
              <a:off x="989661" y="5728732"/>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159 w 353"/>
                <a:gd name="T47" fmla="*/ 225 h 231"/>
                <a:gd name="T48" fmla="*/ 159 w 353"/>
                <a:gd name="T49" fmla="*/ 225 h 231"/>
                <a:gd name="T50" fmla="*/ 50 w 353"/>
                <a:gd name="T51" fmla="*/ 206 h 231"/>
                <a:gd name="T52" fmla="*/ 50 w 353"/>
                <a:gd name="T53" fmla="*/ 206 h 231"/>
                <a:gd name="T54" fmla="*/ 50 w 353"/>
                <a:gd name="T55" fmla="*/ 206 h 231"/>
                <a:gd name="T56" fmla="*/ 50 w 353"/>
                <a:gd name="T57" fmla="*/ 206 h 231"/>
                <a:gd name="T58" fmla="*/ 27 w 353"/>
                <a:gd name="T59" fmla="*/ 190 h 231"/>
                <a:gd name="T60" fmla="*/ 6 w 353"/>
                <a:gd name="T61" fmla="*/ 137 h 231"/>
                <a:gd name="T62" fmla="*/ 33 w 353"/>
                <a:gd name="T63" fmla="*/ 52 h 231"/>
                <a:gd name="T64" fmla="*/ 119 w 353"/>
                <a:gd name="T65" fmla="*/ 0 h 231"/>
                <a:gd name="T66" fmla="*/ 119 w 353"/>
                <a:gd name="T67" fmla="*/ 0 h 231"/>
                <a:gd name="T68" fmla="*/ 51 w 353"/>
                <a:gd name="T69" fmla="*/ 24 h 231"/>
                <a:gd name="T70" fmla="*/ 28 w 353"/>
                <a:gd name="T71" fmla="*/ 49 h 231"/>
                <a:gd name="T72" fmla="*/ 28 w 353"/>
                <a:gd name="T73" fmla="*/ 49 h 231"/>
                <a:gd name="T74" fmla="*/ 27 w 353"/>
                <a:gd name="T75" fmla="*/ 49 h 231"/>
                <a:gd name="T76" fmla="*/ 0 w 353"/>
                <a:gd name="T77" fmla="*/ 137 h 231"/>
                <a:gd name="T78" fmla="*/ 24 w 353"/>
                <a:gd name="T79" fmla="*/ 196 h 231"/>
                <a:gd name="T80" fmla="*/ 48 w 353"/>
                <a:gd name="T81" fmla="*/ 211 h 231"/>
                <a:gd name="T82" fmla="*/ 159 w 353"/>
                <a:gd name="T83" fmla="*/ 231 h 231"/>
                <a:gd name="T84" fmla="*/ 295 w 353"/>
                <a:gd name="T85" fmla="*/ 211 h 231"/>
                <a:gd name="T86" fmla="*/ 295 w 353"/>
                <a:gd name="T87" fmla="*/ 211 h 231"/>
                <a:gd name="T88" fmla="*/ 341 w 353"/>
                <a:gd name="T89" fmla="*/ 194 h 231"/>
                <a:gd name="T90" fmla="*/ 350 w 353"/>
                <a:gd name="T91" fmla="*/ 187 h 231"/>
                <a:gd name="T92" fmla="*/ 353 w 353"/>
                <a:gd name="T93" fmla="*/ 181 h 231"/>
                <a:gd name="T94" fmla="*/ 353 w 353"/>
                <a:gd name="T95" fmla="*/ 178 h 231"/>
                <a:gd name="T96" fmla="*/ 351 w 353"/>
                <a:gd name="T97" fmla="*/ 177 h 231"/>
                <a:gd name="T98" fmla="*/ 348 w 353"/>
                <a:gd name="T99" fmla="*/ 176 h 231"/>
                <a:gd name="T100" fmla="*/ 333 w 353"/>
                <a:gd name="T101" fmla="*/ 175 h 231"/>
                <a:gd name="T102" fmla="*/ 287 w 353"/>
                <a:gd name="T103" fmla="*/ 177 h 231"/>
                <a:gd name="T104" fmla="*/ 257 w 353"/>
                <a:gd name="T105" fmla="*/ 163 h 231"/>
                <a:gd name="T106" fmla="*/ 232 w 353"/>
                <a:gd name="T107" fmla="*/ 122 h 231"/>
                <a:gd name="T108" fmla="*/ 227 w 353"/>
                <a:gd name="T109" fmla="*/ 105 h 231"/>
                <a:gd name="T110" fmla="*/ 226 w 353"/>
                <a:gd name="T111" fmla="*/ 100 h 231"/>
                <a:gd name="T112" fmla="*/ 226 w 353"/>
                <a:gd name="T113" fmla="*/ 98 h 231"/>
                <a:gd name="T114" fmla="*/ 226 w 353"/>
                <a:gd name="T115" fmla="*/ 98 h 231"/>
                <a:gd name="T116" fmla="*/ 195 w 353"/>
                <a:gd name="T117" fmla="*/ 23 h 231"/>
                <a:gd name="T118" fmla="*/ 194 w 353"/>
                <a:gd name="T119" fmla="*/ 23 h 231"/>
                <a:gd name="T120" fmla="*/ 194 w 353"/>
                <a:gd name="T121" fmla="*/ 23 h 231"/>
                <a:gd name="T122" fmla="*/ 119 w 353"/>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3"/>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6"/>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7"/>
                  </a:cubicBezTo>
                  <a:cubicBezTo>
                    <a:pt x="350" y="176"/>
                    <a:pt x="349" y="176"/>
                    <a:pt x="348" y="176"/>
                  </a:cubicBezTo>
                  <a:cubicBezTo>
                    <a:pt x="344" y="175"/>
                    <a:pt x="339" y="175"/>
                    <a:pt x="333" y="175"/>
                  </a:cubicBezTo>
                  <a:cubicBezTo>
                    <a:pt x="315" y="175"/>
                    <a:pt x="290" y="177"/>
                    <a:pt x="287" y="177"/>
                  </a:cubicBezTo>
                  <a:cubicBezTo>
                    <a:pt x="275" y="176"/>
                    <a:pt x="265" y="171"/>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7" name="Freeform 1313">
              <a:extLst>
                <a:ext uri="{FF2B5EF4-FFF2-40B4-BE49-F238E27FC236}">
                  <a16:creationId xmlns:a16="http://schemas.microsoft.com/office/drawing/2014/main" id="{F1110C0B-7CA8-42C0-B4A6-F21335094C67}"/>
                </a:ext>
              </a:extLst>
            </p:cNvPr>
            <p:cNvSpPr>
              <a:spLocks noEditPoints="1"/>
            </p:cNvSpPr>
            <p:nvPr userDrawn="1"/>
          </p:nvSpPr>
          <p:spPr bwMode="auto">
            <a:xfrm>
              <a:off x="1332842" y="5130672"/>
              <a:ext cx="254879" cy="200691"/>
            </a:xfrm>
            <a:custGeom>
              <a:avLst/>
              <a:gdLst>
                <a:gd name="T0" fmla="*/ 28 w 170"/>
                <a:gd name="T1" fmla="*/ 7 h 133"/>
                <a:gd name="T2" fmla="*/ 35 w 170"/>
                <a:gd name="T3" fmla="*/ 7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7"/>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1"/>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8" name="Freeform 1314">
              <a:extLst>
                <a:ext uri="{FF2B5EF4-FFF2-40B4-BE49-F238E27FC236}">
                  <a16:creationId xmlns:a16="http://schemas.microsoft.com/office/drawing/2014/main" id="{EE9B53FD-ADC3-4484-A090-B4A8C37BA117}"/>
                </a:ext>
              </a:extLst>
            </p:cNvPr>
            <p:cNvSpPr>
              <a:spLocks noEditPoints="1"/>
            </p:cNvSpPr>
            <p:nvPr userDrawn="1"/>
          </p:nvSpPr>
          <p:spPr bwMode="auto">
            <a:xfrm>
              <a:off x="2304188" y="5501952"/>
              <a:ext cx="254879" cy="200691"/>
            </a:xfrm>
            <a:custGeom>
              <a:avLst/>
              <a:gdLst>
                <a:gd name="T0" fmla="*/ 27 w 169"/>
                <a:gd name="T1" fmla="*/ 7 h 133"/>
                <a:gd name="T2" fmla="*/ 35 w 169"/>
                <a:gd name="T3" fmla="*/ 7 h 133"/>
                <a:gd name="T4" fmla="*/ 108 w 169"/>
                <a:gd name="T5" fmla="*/ 6 h 133"/>
                <a:gd name="T6" fmla="*/ 131 w 169"/>
                <a:gd name="T7" fmla="*/ 7 h 133"/>
                <a:gd name="T8" fmla="*/ 138 w 169"/>
                <a:gd name="T9" fmla="*/ 7 h 133"/>
                <a:gd name="T10" fmla="*/ 142 w 169"/>
                <a:gd name="T11" fmla="*/ 7 h 133"/>
                <a:gd name="T12" fmla="*/ 147 w 169"/>
                <a:gd name="T13" fmla="*/ 10 h 133"/>
                <a:gd name="T14" fmla="*/ 158 w 169"/>
                <a:gd name="T15" fmla="*/ 23 h 133"/>
                <a:gd name="T16" fmla="*/ 163 w 169"/>
                <a:gd name="T17" fmla="*/ 42 h 133"/>
                <a:gd name="T18" fmla="*/ 155 w 169"/>
                <a:gd name="T19" fmla="*/ 65 h 133"/>
                <a:gd name="T20" fmla="*/ 124 w 169"/>
                <a:gd name="T21" fmla="*/ 88 h 133"/>
                <a:gd name="T22" fmla="*/ 51 w 169"/>
                <a:gd name="T23" fmla="*/ 88 h 133"/>
                <a:gd name="T24" fmla="*/ 45 w 169"/>
                <a:gd name="T25" fmla="*/ 107 h 133"/>
                <a:gd name="T26" fmla="*/ 42 w 169"/>
                <a:gd name="T27" fmla="*/ 88 h 133"/>
                <a:gd name="T28" fmla="*/ 40 w 169"/>
                <a:gd name="T29" fmla="*/ 88 h 133"/>
                <a:gd name="T30" fmla="*/ 40 w 169"/>
                <a:gd name="T31" fmla="*/ 88 h 133"/>
                <a:gd name="T32" fmla="*/ 26 w 169"/>
                <a:gd name="T33" fmla="*/ 82 h 133"/>
                <a:gd name="T34" fmla="*/ 8 w 169"/>
                <a:gd name="T35" fmla="*/ 45 h 133"/>
                <a:gd name="T36" fmla="*/ 7 w 169"/>
                <a:gd name="T37" fmla="*/ 45 h 133"/>
                <a:gd name="T38" fmla="*/ 7 w 169"/>
                <a:gd name="T39" fmla="*/ 44 h 133"/>
                <a:gd name="T40" fmla="*/ 7 w 169"/>
                <a:gd name="T41" fmla="*/ 44 h 133"/>
                <a:gd name="T42" fmla="*/ 6 w 169"/>
                <a:gd name="T43" fmla="*/ 33 h 133"/>
                <a:gd name="T44" fmla="*/ 10 w 169"/>
                <a:gd name="T45" fmla="*/ 18 h 133"/>
                <a:gd name="T46" fmla="*/ 27 w 169"/>
                <a:gd name="T47" fmla="*/ 7 h 133"/>
                <a:gd name="T48" fmla="*/ 108 w 169"/>
                <a:gd name="T49" fmla="*/ 0 h 133"/>
                <a:gd name="T50" fmla="*/ 27 w 169"/>
                <a:gd name="T51" fmla="*/ 1 h 133"/>
                <a:gd name="T52" fmla="*/ 26 w 169"/>
                <a:gd name="T53" fmla="*/ 1 h 133"/>
                <a:gd name="T54" fmla="*/ 26 w 169"/>
                <a:gd name="T55" fmla="*/ 2 h 133"/>
                <a:gd name="T56" fmla="*/ 5 w 169"/>
                <a:gd name="T57" fmla="*/ 15 h 133"/>
                <a:gd name="T58" fmla="*/ 0 w 169"/>
                <a:gd name="T59" fmla="*/ 33 h 133"/>
                <a:gd name="T60" fmla="*/ 2 w 169"/>
                <a:gd name="T61" fmla="*/ 46 h 133"/>
                <a:gd name="T62" fmla="*/ 23 w 169"/>
                <a:gd name="T63" fmla="*/ 87 h 133"/>
                <a:gd name="T64" fmla="*/ 37 w 169"/>
                <a:gd name="T65" fmla="*/ 93 h 133"/>
                <a:gd name="T66" fmla="*/ 42 w 169"/>
                <a:gd name="T67" fmla="*/ 133 h 133"/>
                <a:gd name="T68" fmla="*/ 43 w 169"/>
                <a:gd name="T69" fmla="*/ 132 h 133"/>
                <a:gd name="T70" fmla="*/ 55 w 169"/>
                <a:gd name="T71" fmla="*/ 94 h 133"/>
                <a:gd name="T72" fmla="*/ 125 w 169"/>
                <a:gd name="T73" fmla="*/ 94 h 133"/>
                <a:gd name="T74" fmla="*/ 126 w 169"/>
                <a:gd name="T75" fmla="*/ 94 h 133"/>
                <a:gd name="T76" fmla="*/ 160 w 169"/>
                <a:gd name="T77" fmla="*/ 68 h 133"/>
                <a:gd name="T78" fmla="*/ 169 w 169"/>
                <a:gd name="T79" fmla="*/ 42 h 133"/>
                <a:gd name="T80" fmla="*/ 161 w 169"/>
                <a:gd name="T81" fmla="*/ 17 h 133"/>
                <a:gd name="T82" fmla="*/ 161 w 169"/>
                <a:gd name="T83" fmla="*/ 17 h 133"/>
                <a:gd name="T84" fmla="*/ 160 w 169"/>
                <a:gd name="T85" fmla="*/ 15 h 133"/>
                <a:gd name="T86" fmla="*/ 160 w 169"/>
                <a:gd name="T87" fmla="*/ 15 h 133"/>
                <a:gd name="T88" fmla="*/ 159 w 169"/>
                <a:gd name="T89" fmla="*/ 14 h 133"/>
                <a:gd name="T90" fmla="*/ 151 w 169"/>
                <a:gd name="T91" fmla="*/ 6 h 133"/>
                <a:gd name="T92" fmla="*/ 144 w 169"/>
                <a:gd name="T93" fmla="*/ 2 h 133"/>
                <a:gd name="T94" fmla="*/ 139 w 169"/>
                <a:gd name="T95" fmla="*/ 1 h 133"/>
                <a:gd name="T96" fmla="*/ 108 w 169"/>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3">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8"/>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8"/>
                    <a:pt x="40" y="88"/>
                    <a:pt x="40" y="88"/>
                  </a:cubicBezTo>
                  <a:cubicBezTo>
                    <a:pt x="40" y="88"/>
                    <a:pt x="40" y="88"/>
                    <a:pt x="40" y="88"/>
                  </a:cubicBezTo>
                  <a:cubicBezTo>
                    <a:pt x="39" y="88"/>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40"/>
                    <a:pt x="1" y="45"/>
                    <a:pt x="2" y="46"/>
                  </a:cubicBezTo>
                  <a:cubicBezTo>
                    <a:pt x="6" y="69"/>
                    <a:pt x="15" y="81"/>
                    <a:pt x="23" y="87"/>
                  </a:cubicBezTo>
                  <a:cubicBezTo>
                    <a:pt x="29" y="91"/>
                    <a:pt x="34" y="93"/>
                    <a:pt x="37" y="93"/>
                  </a:cubicBezTo>
                  <a:cubicBezTo>
                    <a:pt x="42" y="133"/>
                    <a:pt x="42" y="133"/>
                    <a:pt x="42" y="133"/>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5"/>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9" name="Freeform 1315">
              <a:extLst>
                <a:ext uri="{FF2B5EF4-FFF2-40B4-BE49-F238E27FC236}">
                  <a16:creationId xmlns:a16="http://schemas.microsoft.com/office/drawing/2014/main" id="{9DBB5DC7-12E0-40FC-BFEA-7941EA0F418B}"/>
                </a:ext>
              </a:extLst>
            </p:cNvPr>
            <p:cNvSpPr>
              <a:spLocks/>
            </p:cNvSpPr>
            <p:nvPr userDrawn="1"/>
          </p:nvSpPr>
          <p:spPr bwMode="auto">
            <a:xfrm>
              <a:off x="2368410" y="5700635"/>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0" name="Freeform 1316">
              <a:extLst>
                <a:ext uri="{FF2B5EF4-FFF2-40B4-BE49-F238E27FC236}">
                  <a16:creationId xmlns:a16="http://schemas.microsoft.com/office/drawing/2014/main" id="{4E8E5790-062F-47E1-916E-9FA185868B31}"/>
                </a:ext>
              </a:extLst>
            </p:cNvPr>
            <p:cNvSpPr>
              <a:spLocks noEditPoints="1"/>
            </p:cNvSpPr>
            <p:nvPr userDrawn="1"/>
          </p:nvSpPr>
          <p:spPr bwMode="auto">
            <a:xfrm>
              <a:off x="1055889" y="4273721"/>
              <a:ext cx="282975" cy="242837"/>
            </a:xfrm>
            <a:custGeom>
              <a:avLst/>
              <a:gdLst>
                <a:gd name="T0" fmla="*/ 91 w 188"/>
                <a:gd name="T1" fmla="*/ 23 h 162"/>
                <a:gd name="T2" fmla="*/ 94 w 188"/>
                <a:gd name="T3" fmla="*/ 22 h 162"/>
                <a:gd name="T4" fmla="*/ 74 w 188"/>
                <a:gd name="T5" fmla="*/ 8 h 162"/>
                <a:gd name="T6" fmla="*/ 84 w 188"/>
                <a:gd name="T7" fmla="*/ 12 h 162"/>
                <a:gd name="T8" fmla="*/ 94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1 h 162"/>
                <a:gd name="T20" fmla="*/ 142 w 188"/>
                <a:gd name="T21" fmla="*/ 112 h 162"/>
                <a:gd name="T22" fmla="*/ 134 w 188"/>
                <a:gd name="T23" fmla="*/ 137 h 162"/>
                <a:gd name="T24" fmla="*/ 114 w 188"/>
                <a:gd name="T25" fmla="*/ 134 h 162"/>
                <a:gd name="T26" fmla="*/ 98 w 188"/>
                <a:gd name="T27" fmla="*/ 135 h 162"/>
                <a:gd name="T28" fmla="*/ 47 w 188"/>
                <a:gd name="T29" fmla="*/ 138 h 162"/>
                <a:gd name="T30" fmla="*/ 29 w 188"/>
                <a:gd name="T31" fmla="*/ 111 h 162"/>
                <a:gd name="T32" fmla="*/ 8 w 188"/>
                <a:gd name="T33" fmla="*/ 105 h 162"/>
                <a:gd name="T34" fmla="*/ 21 w 188"/>
                <a:gd name="T35" fmla="*/ 81 h 162"/>
                <a:gd name="T36" fmla="*/ 21 w 188"/>
                <a:gd name="T37" fmla="*/ 36 h 162"/>
                <a:gd name="T38" fmla="*/ 62 w 188"/>
                <a:gd name="T39" fmla="*/ 28 h 162"/>
                <a:gd name="T40" fmla="*/ 78 w 188"/>
                <a:gd name="T41" fmla="*/ 0 h 162"/>
                <a:gd name="T42" fmla="*/ 61 w 188"/>
                <a:gd name="T43" fmla="*/ 13 h 162"/>
                <a:gd name="T44" fmla="*/ 61 w 188"/>
                <a:gd name="T45" fmla="*/ 21 h 162"/>
                <a:gd name="T46" fmla="*/ 53 w 188"/>
                <a:gd name="T47" fmla="*/ 24 h 162"/>
                <a:gd name="T48" fmla="*/ 37 w 188"/>
                <a:gd name="T49" fmla="*/ 20 h 162"/>
                <a:gd name="T50" fmla="*/ 12 w 188"/>
                <a:gd name="T51" fmla="*/ 48 h 162"/>
                <a:gd name="T52" fmla="*/ 18 w 188"/>
                <a:gd name="T53" fmla="*/ 71 h 162"/>
                <a:gd name="T54" fmla="*/ 5 w 188"/>
                <a:gd name="T55" fmla="*/ 83 h 162"/>
                <a:gd name="T56" fmla="*/ 2 w 188"/>
                <a:gd name="T57" fmla="*/ 86 h 162"/>
                <a:gd name="T58" fmla="*/ 20 w 188"/>
                <a:gd name="T59" fmla="*/ 118 h 162"/>
                <a:gd name="T60" fmla="*/ 35 w 188"/>
                <a:gd name="T61" fmla="*/ 118 h 162"/>
                <a:gd name="T62" fmla="*/ 41 w 188"/>
                <a:gd name="T63" fmla="*/ 138 h 162"/>
                <a:gd name="T64" fmla="*/ 42 w 188"/>
                <a:gd name="T65" fmla="*/ 141 h 162"/>
                <a:gd name="T66" fmla="*/ 94 w 188"/>
                <a:gd name="T67" fmla="*/ 150 h 162"/>
                <a:gd name="T68" fmla="*/ 108 w 188"/>
                <a:gd name="T69" fmla="*/ 137 h 162"/>
                <a:gd name="T70" fmla="*/ 110 w 188"/>
                <a:gd name="T71" fmla="*/ 140 h 162"/>
                <a:gd name="T72" fmla="*/ 123 w 188"/>
                <a:gd name="T73" fmla="*/ 146 h 162"/>
                <a:gd name="T74" fmla="*/ 145 w 188"/>
                <a:gd name="T75" fmla="*/ 134 h 162"/>
                <a:gd name="T76" fmla="*/ 173 w 188"/>
                <a:gd name="T77" fmla="*/ 155 h 162"/>
                <a:gd name="T78" fmla="*/ 184 w 188"/>
                <a:gd name="T79" fmla="*/ 162 h 162"/>
                <a:gd name="T80" fmla="*/ 187 w 188"/>
                <a:gd name="T81" fmla="*/ 158 h 162"/>
                <a:gd name="T82" fmla="*/ 160 w 188"/>
                <a:gd name="T83" fmla="*/ 111 h 162"/>
                <a:gd name="T84" fmla="*/ 186 w 188"/>
                <a:gd name="T85" fmla="*/ 87 h 162"/>
                <a:gd name="T86" fmla="*/ 175 w 188"/>
                <a:gd name="T87" fmla="*/ 58 h 162"/>
                <a:gd name="T88" fmla="*/ 160 w 188"/>
                <a:gd name="T89" fmla="*/ 56 h 162"/>
                <a:gd name="T90" fmla="*/ 158 w 188"/>
                <a:gd name="T91" fmla="*/ 21 h 162"/>
                <a:gd name="T92" fmla="*/ 99 w 188"/>
                <a:gd name="T93" fmla="*/ 13 h 162"/>
                <a:gd name="T94" fmla="*/ 78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1"/>
                  </a:cubicBezTo>
                  <a:cubicBezTo>
                    <a:pt x="154" y="116"/>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6"/>
                  </a:cubicBezTo>
                  <a:cubicBezTo>
                    <a:pt x="139" y="117"/>
                    <a:pt x="138" y="120"/>
                    <a:pt x="138" y="125"/>
                  </a:cubicBezTo>
                  <a:cubicBezTo>
                    <a:pt x="138" y="127"/>
                    <a:pt x="139" y="130"/>
                    <a:pt x="139" y="134"/>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2"/>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8"/>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6"/>
                    <a:pt x="60" y="16"/>
                    <a:pt x="60" y="16"/>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8"/>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4"/>
                    <a:pt x="5" y="84"/>
                    <a:pt x="5" y="84"/>
                  </a:cubicBezTo>
                  <a:cubicBezTo>
                    <a:pt x="5" y="84"/>
                    <a:pt x="5" y="84"/>
                    <a:pt x="5" y="84"/>
                  </a:cubicBezTo>
                  <a:cubicBezTo>
                    <a:pt x="3" y="84"/>
                    <a:pt x="3" y="84"/>
                    <a:pt x="3" y="84"/>
                  </a:cubicBezTo>
                  <a:cubicBezTo>
                    <a:pt x="2" y="86"/>
                    <a:pt x="2" y="86"/>
                    <a:pt x="2" y="86"/>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2"/>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60"/>
                    <a:pt x="188" y="159"/>
                  </a:cubicBezTo>
                  <a:cubicBezTo>
                    <a:pt x="188" y="159"/>
                    <a:pt x="187" y="158"/>
                    <a:pt x="187" y="158"/>
                  </a:cubicBezTo>
                  <a:cubicBezTo>
                    <a:pt x="187" y="158"/>
                    <a:pt x="187" y="157"/>
                    <a:pt x="187" y="157"/>
                  </a:cubicBezTo>
                  <a:cubicBezTo>
                    <a:pt x="165" y="124"/>
                    <a:pt x="165" y="124"/>
                    <a:pt x="165" y="124"/>
                  </a:cubicBezTo>
                  <a:cubicBezTo>
                    <a:pt x="165" y="124"/>
                    <a:pt x="165" y="124"/>
                    <a:pt x="165" y="124"/>
                  </a:cubicBezTo>
                  <a:cubicBezTo>
                    <a:pt x="162" y="118"/>
                    <a:pt x="160" y="114"/>
                    <a:pt x="160" y="111"/>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1" name="Freeform 1317">
              <a:extLst>
                <a:ext uri="{FF2B5EF4-FFF2-40B4-BE49-F238E27FC236}">
                  <a16:creationId xmlns:a16="http://schemas.microsoft.com/office/drawing/2014/main" id="{95CE7283-6102-4D25-9BC0-21ABA01E611E}"/>
                </a:ext>
              </a:extLst>
            </p:cNvPr>
            <p:cNvSpPr>
              <a:spLocks noEditPoints="1"/>
            </p:cNvSpPr>
            <p:nvPr userDrawn="1"/>
          </p:nvSpPr>
          <p:spPr bwMode="auto">
            <a:xfrm>
              <a:off x="1766336" y="4315865"/>
              <a:ext cx="282975" cy="242837"/>
            </a:xfrm>
            <a:custGeom>
              <a:avLst/>
              <a:gdLst>
                <a:gd name="T0" fmla="*/ 168 w 188"/>
                <a:gd name="T1" fmla="*/ 112 h 162"/>
                <a:gd name="T2" fmla="*/ 100 w 188"/>
                <a:gd name="T3" fmla="*/ 23 h 162"/>
                <a:gd name="T4" fmla="*/ 111 w 188"/>
                <a:gd name="T5" fmla="*/ 6 h 162"/>
                <a:gd name="T6" fmla="*/ 120 w 188"/>
                <a:gd name="T7" fmla="*/ 13 h 162"/>
                <a:gd name="T8" fmla="*/ 123 w 188"/>
                <a:gd name="T9" fmla="*/ 24 h 162"/>
                <a:gd name="T10" fmla="*/ 148 w 188"/>
                <a:gd name="T11" fmla="*/ 28 h 162"/>
                <a:gd name="T12" fmla="*/ 171 w 188"/>
                <a:gd name="T13" fmla="*/ 48 h 162"/>
                <a:gd name="T14" fmla="*/ 169 w 188"/>
                <a:gd name="T15" fmla="*/ 57 h 162"/>
                <a:gd name="T16" fmla="*/ 177 w 188"/>
                <a:gd name="T17" fmla="*/ 88 h 162"/>
                <a:gd name="T18" fmla="*/ 180 w 188"/>
                <a:gd name="T19" fmla="*/ 105 h 162"/>
                <a:gd name="T20" fmla="*/ 168 w 188"/>
                <a:gd name="T21" fmla="*/ 112 h 162"/>
                <a:gd name="T22" fmla="*/ 150 w 188"/>
                <a:gd name="T23" fmla="*/ 113 h 162"/>
                <a:gd name="T24" fmla="*/ 141 w 188"/>
                <a:gd name="T25" fmla="*/ 137 h 162"/>
                <a:gd name="T26" fmla="*/ 99 w 188"/>
                <a:gd name="T27" fmla="*/ 146 h 162"/>
                <a:gd name="T28" fmla="*/ 82 w 188"/>
                <a:gd name="T29" fmla="*/ 131 h 162"/>
                <a:gd name="T30" fmla="*/ 78 w 188"/>
                <a:gd name="T31" fmla="*/ 132 h 162"/>
                <a:gd name="T32" fmla="*/ 65 w 188"/>
                <a:gd name="T33" fmla="*/ 140 h 162"/>
                <a:gd name="T34" fmla="*/ 50 w 188"/>
                <a:gd name="T35" fmla="*/ 134 h 162"/>
                <a:gd name="T36" fmla="*/ 49 w 188"/>
                <a:gd name="T37" fmla="*/ 115 h 162"/>
                <a:gd name="T38" fmla="*/ 17 w 188"/>
                <a:gd name="T39" fmla="*/ 144 h 162"/>
                <a:gd name="T40" fmla="*/ 28 w 188"/>
                <a:gd name="T41" fmla="*/ 97 h 162"/>
                <a:gd name="T42" fmla="*/ 8 w 188"/>
                <a:gd name="T43" fmla="*/ 85 h 162"/>
                <a:gd name="T44" fmla="*/ 11 w 188"/>
                <a:gd name="T45" fmla="*/ 64 h 162"/>
                <a:gd name="T46" fmla="*/ 19 w 188"/>
                <a:gd name="T47" fmla="*/ 64 h 162"/>
                <a:gd name="T48" fmla="*/ 32 w 188"/>
                <a:gd name="T49" fmla="*/ 41 h 162"/>
                <a:gd name="T50" fmla="*/ 53 w 188"/>
                <a:gd name="T51" fmla="*/ 13 h 162"/>
                <a:gd name="T52" fmla="*/ 86 w 188"/>
                <a:gd name="T53" fmla="*/ 17 h 162"/>
                <a:gd name="T54" fmla="*/ 95 w 188"/>
                <a:gd name="T55" fmla="*/ 24 h 162"/>
                <a:gd name="T56" fmla="*/ 99 w 188"/>
                <a:gd name="T57" fmla="*/ 28 h 162"/>
                <a:gd name="T58" fmla="*/ 106 w 188"/>
                <a:gd name="T59" fmla="*/ 2 h 162"/>
                <a:gd name="T60" fmla="*/ 89 w 188"/>
                <a:gd name="T61" fmla="*/ 12 h 162"/>
                <a:gd name="T62" fmla="*/ 51 w 188"/>
                <a:gd name="T63" fmla="*/ 7 h 162"/>
                <a:gd name="T64" fmla="*/ 28 w 188"/>
                <a:gd name="T65" fmla="*/ 45 h 162"/>
                <a:gd name="T66" fmla="*/ 19 w 188"/>
                <a:gd name="T67" fmla="*/ 58 h 162"/>
                <a:gd name="T68" fmla="*/ 14 w 188"/>
                <a:gd name="T69" fmla="*/ 58 h 162"/>
                <a:gd name="T70" fmla="*/ 0 w 188"/>
                <a:gd name="T71" fmla="*/ 75 h 162"/>
                <a:gd name="T72" fmla="*/ 15 w 188"/>
                <a:gd name="T73" fmla="*/ 99 h 162"/>
                <a:gd name="T74" fmla="*/ 23 w 188"/>
                <a:gd name="T75" fmla="*/ 123 h 162"/>
                <a:gd name="T76" fmla="*/ 1 w 188"/>
                <a:gd name="T77" fmla="*/ 157 h 162"/>
                <a:gd name="T78" fmla="*/ 1 w 188"/>
                <a:gd name="T79" fmla="*/ 159 h 162"/>
                <a:gd name="T80" fmla="*/ 4 w 188"/>
                <a:gd name="T81" fmla="*/ 162 h 162"/>
                <a:gd name="T82" fmla="*/ 15 w 188"/>
                <a:gd name="T83" fmla="*/ 155 h 162"/>
                <a:gd name="T84" fmla="*/ 44 w 188"/>
                <a:gd name="T85" fmla="*/ 125 h 162"/>
                <a:gd name="T86" fmla="*/ 44 w 188"/>
                <a:gd name="T87" fmla="*/ 137 h 162"/>
                <a:gd name="T88" fmla="*/ 65 w 188"/>
                <a:gd name="T89" fmla="*/ 146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8" y="112"/>
                  </a:moveTo>
                  <a:cubicBezTo>
                    <a:pt x="168" y="112"/>
                    <a:pt x="168" y="112"/>
                    <a:pt x="168" y="112"/>
                  </a:cubicBezTo>
                  <a:cubicBezTo>
                    <a:pt x="168" y="112"/>
                    <a:pt x="168" y="112"/>
                    <a:pt x="168" y="112"/>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9"/>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8"/>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3"/>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5"/>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4"/>
                  </a:cubicBezTo>
                  <a:cubicBezTo>
                    <a:pt x="50" y="133"/>
                    <a:pt x="50" y="133"/>
                    <a:pt x="50" y="133"/>
                  </a:cubicBezTo>
                  <a:cubicBezTo>
                    <a:pt x="50" y="130"/>
                    <a:pt x="50" y="127"/>
                    <a:pt x="50" y="125"/>
                  </a:cubicBezTo>
                  <a:cubicBezTo>
                    <a:pt x="50" y="120"/>
                    <a:pt x="50" y="117"/>
                    <a:pt x="49" y="115"/>
                  </a:cubicBezTo>
                  <a:cubicBezTo>
                    <a:pt x="48" y="114"/>
                    <a:pt x="47" y="113"/>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3"/>
                    <a:pt x="13" y="92"/>
                    <a:pt x="12" y="91"/>
                  </a:cubicBezTo>
                  <a:cubicBezTo>
                    <a:pt x="11" y="90"/>
                    <a:pt x="9" y="88"/>
                    <a:pt x="8" y="85"/>
                  </a:cubicBezTo>
                  <a:cubicBezTo>
                    <a:pt x="7" y="82"/>
                    <a:pt x="6" y="78"/>
                    <a:pt x="6" y="75"/>
                  </a:cubicBezTo>
                  <a:cubicBezTo>
                    <a:pt x="6" y="72"/>
                    <a:pt x="7" y="69"/>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5"/>
                    <a:pt x="95" y="25"/>
                    <a:pt x="95" y="25"/>
                  </a:cubicBezTo>
                  <a:cubicBezTo>
                    <a:pt x="95" y="25"/>
                    <a:pt x="95" y="25"/>
                    <a:pt x="95" y="25"/>
                  </a:cubicBezTo>
                  <a:cubicBezTo>
                    <a:pt x="99" y="28"/>
                    <a:pt x="99" y="28"/>
                    <a:pt x="99" y="28"/>
                  </a:cubicBezTo>
                  <a:cubicBezTo>
                    <a:pt x="100" y="23"/>
                    <a:pt x="100" y="23"/>
                    <a:pt x="100" y="23"/>
                  </a:cubicBezTo>
                  <a:moveTo>
                    <a:pt x="111" y="0"/>
                  </a:moveTo>
                  <a:cubicBezTo>
                    <a:pt x="109" y="0"/>
                    <a:pt x="107" y="1"/>
                    <a:pt x="106" y="2"/>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6"/>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2"/>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50"/>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8"/>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9"/>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3"/>
                    <a:pt x="176" y="81"/>
                  </a:cubicBezTo>
                  <a:cubicBezTo>
                    <a:pt x="175" y="80"/>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2" name="Freeform 1318">
              <a:extLst>
                <a:ext uri="{FF2B5EF4-FFF2-40B4-BE49-F238E27FC236}">
                  <a16:creationId xmlns:a16="http://schemas.microsoft.com/office/drawing/2014/main" id="{A6C2E727-6D67-44C4-81D8-15C25451ABA3}"/>
                </a:ext>
              </a:extLst>
            </p:cNvPr>
            <p:cNvSpPr>
              <a:spLocks noEditPoints="1"/>
            </p:cNvSpPr>
            <p:nvPr userDrawn="1"/>
          </p:nvSpPr>
          <p:spPr bwMode="auto">
            <a:xfrm>
              <a:off x="1196372" y="5413647"/>
              <a:ext cx="282975" cy="242837"/>
            </a:xfrm>
            <a:custGeom>
              <a:avLst/>
              <a:gdLst>
                <a:gd name="T0" fmla="*/ 100 w 188"/>
                <a:gd name="T1" fmla="*/ 23 h 162"/>
                <a:gd name="T2" fmla="*/ 111 w 188"/>
                <a:gd name="T3" fmla="*/ 6 h 162"/>
                <a:gd name="T4" fmla="*/ 120 w 188"/>
                <a:gd name="T5" fmla="*/ 12 h 162"/>
                <a:gd name="T6" fmla="*/ 123 w 188"/>
                <a:gd name="T7" fmla="*/ 24 h 162"/>
                <a:gd name="T8" fmla="*/ 148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8 w 188"/>
                <a:gd name="T29" fmla="*/ 132 h 162"/>
                <a:gd name="T30" fmla="*/ 65 w 188"/>
                <a:gd name="T31" fmla="*/ 139 h 162"/>
                <a:gd name="T32" fmla="*/ 50 w 188"/>
                <a:gd name="T33" fmla="*/ 133 h 162"/>
                <a:gd name="T34" fmla="*/ 49 w 188"/>
                <a:gd name="T35" fmla="*/ 115 h 162"/>
                <a:gd name="T36" fmla="*/ 17 w 188"/>
                <a:gd name="T37" fmla="*/ 144 h 162"/>
                <a:gd name="T38" fmla="*/ 29 w 188"/>
                <a:gd name="T39" fmla="*/ 97 h 162"/>
                <a:gd name="T40" fmla="*/ 8 w 188"/>
                <a:gd name="T41" fmla="*/ 84 h 162"/>
                <a:gd name="T42" fmla="*/ 11 w 188"/>
                <a:gd name="T43" fmla="*/ 64 h 162"/>
                <a:gd name="T44" fmla="*/ 19 w 188"/>
                <a:gd name="T45" fmla="*/ 64 h 162"/>
                <a:gd name="T46" fmla="*/ 32 w 188"/>
                <a:gd name="T47" fmla="*/ 40 h 162"/>
                <a:gd name="T48" fmla="*/ 53 w 188"/>
                <a:gd name="T49" fmla="*/ 12 h 162"/>
                <a:gd name="T50" fmla="*/ 86 w 188"/>
                <a:gd name="T51" fmla="*/ 17 h 162"/>
                <a:gd name="T52" fmla="*/ 95 w 188"/>
                <a:gd name="T53" fmla="*/ 24 h 162"/>
                <a:gd name="T54" fmla="*/ 99 w 188"/>
                <a:gd name="T55" fmla="*/ 28 h 162"/>
                <a:gd name="T56" fmla="*/ 106 w 188"/>
                <a:gd name="T57" fmla="*/ 1 h 162"/>
                <a:gd name="T58" fmla="*/ 89 w 188"/>
                <a:gd name="T59" fmla="*/ 12 h 162"/>
                <a:gd name="T60" fmla="*/ 51 w 188"/>
                <a:gd name="T61" fmla="*/ 7 h 162"/>
                <a:gd name="T62" fmla="*/ 28 w 188"/>
                <a:gd name="T63" fmla="*/ 45 h 162"/>
                <a:gd name="T64" fmla="*/ 19 w 188"/>
                <a:gd name="T65" fmla="*/ 58 h 162"/>
                <a:gd name="T66" fmla="*/ 14 w 188"/>
                <a:gd name="T67" fmla="*/ 57 h 162"/>
                <a:gd name="T68" fmla="*/ 0 w 188"/>
                <a:gd name="T69" fmla="*/ 75 h 162"/>
                <a:gd name="T70" fmla="*/ 15 w 188"/>
                <a:gd name="T71" fmla="*/ 98 h 162"/>
                <a:gd name="T72" fmla="*/ 23 w 188"/>
                <a:gd name="T73" fmla="*/ 123 h 162"/>
                <a:gd name="T74" fmla="*/ 2 w 188"/>
                <a:gd name="T75" fmla="*/ 157 h 162"/>
                <a:gd name="T76" fmla="*/ 1 w 188"/>
                <a:gd name="T77" fmla="*/ 159 h 162"/>
                <a:gd name="T78" fmla="*/ 4 w 188"/>
                <a:gd name="T79" fmla="*/ 162 h 162"/>
                <a:gd name="T80" fmla="*/ 16 w 188"/>
                <a:gd name="T81" fmla="*/ 155 h 162"/>
                <a:gd name="T82" fmla="*/ 44 w 188"/>
                <a:gd name="T83" fmla="*/ 124 h 162"/>
                <a:gd name="T84" fmla="*/ 45 w 188"/>
                <a:gd name="T85" fmla="*/ 137 h 162"/>
                <a:gd name="T86" fmla="*/ 65 w 188"/>
                <a:gd name="T87" fmla="*/ 145 h 162"/>
                <a:gd name="T88" fmla="*/ 78 w 188"/>
                <a:gd name="T89" fmla="*/ 139 h 162"/>
                <a:gd name="T90" fmla="*/ 79 w 188"/>
                <a:gd name="T91" fmla="*/ 138 h 162"/>
                <a:gd name="T92" fmla="*/ 95 w 188"/>
                <a:gd name="T93" fmla="*/ 149 h 162"/>
                <a:gd name="T94" fmla="*/ 114 w 188"/>
                <a:gd name="T95" fmla="*/ 154 h 162"/>
                <a:gd name="T96" fmla="*/ 148 w 188"/>
                <a:gd name="T97" fmla="*/ 139 h 162"/>
                <a:gd name="T98" fmla="*/ 147 w 188"/>
                <a:gd name="T99" fmla="*/ 132 h 162"/>
                <a:gd name="T100" fmla="*/ 160 w 188"/>
                <a:gd name="T101" fmla="*/ 116 h 162"/>
                <a:gd name="T102" fmla="*/ 168 w 188"/>
                <a:gd name="T103" fmla="*/ 118 h 162"/>
                <a:gd name="T104" fmla="*/ 188 w 188"/>
                <a:gd name="T105" fmla="*/ 97 h 162"/>
                <a:gd name="T106" fmla="*/ 184 w 188"/>
                <a:gd name="T107" fmla="*/ 83 h 162"/>
                <a:gd name="T108" fmla="*/ 172 w 188"/>
                <a:gd name="T109" fmla="*/ 76 h 162"/>
                <a:gd name="T110" fmla="*/ 175 w 188"/>
                <a:gd name="T111" fmla="*/ 59 h 162"/>
                <a:gd name="T112" fmla="*/ 172 w 188"/>
                <a:gd name="T113" fmla="*/ 32 h 162"/>
                <a:gd name="T114" fmla="*/ 152 w 188"/>
                <a:gd name="T115" fmla="*/ 20 h 162"/>
                <a:gd name="T116" fmla="*/ 135 w 188"/>
                <a:gd name="T117" fmla="*/ 23 h 162"/>
                <a:gd name="T118" fmla="*/ 128 w 188"/>
                <a:gd name="T119" fmla="*/ 21 h 162"/>
                <a:gd name="T120" fmla="*/ 129 w 188"/>
                <a:gd name="T121" fmla="*/ 14 h 162"/>
                <a:gd name="T122" fmla="*/ 118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8" y="139"/>
                  </a:moveTo>
                  <a:cubicBezTo>
                    <a:pt x="78" y="139"/>
                    <a:pt x="78" y="139"/>
                    <a:pt x="78" y="139"/>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1"/>
                  </a:cubicBezTo>
                  <a:cubicBezTo>
                    <a:pt x="171" y="111"/>
                    <a:pt x="170" y="111"/>
                    <a:pt x="169" y="111"/>
                  </a:cubicBezTo>
                  <a:cubicBezTo>
                    <a:pt x="169" y="112"/>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9"/>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4"/>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4"/>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3"/>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7" y="25"/>
                    <a:pt x="24" y="30"/>
                    <a:pt x="24" y="35"/>
                  </a:cubicBezTo>
                  <a:cubicBezTo>
                    <a:pt x="24" y="39"/>
                    <a:pt x="26" y="42"/>
                    <a:pt x="28" y="45"/>
                  </a:cubicBezTo>
                  <a:cubicBezTo>
                    <a:pt x="30" y="46"/>
                    <a:pt x="30" y="49"/>
                    <a:pt x="30" y="50"/>
                  </a:cubicBezTo>
                  <a:cubicBezTo>
                    <a:pt x="30" y="52"/>
                    <a:pt x="30" y="54"/>
                    <a:pt x="28" y="55"/>
                  </a:cubicBezTo>
                  <a:cubicBezTo>
                    <a:pt x="27" y="56"/>
                    <a:pt x="24" y="58"/>
                    <a:pt x="19" y="58"/>
                  </a:cubicBezTo>
                  <a:cubicBezTo>
                    <a:pt x="18" y="58"/>
                    <a:pt x="17" y="58"/>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6"/>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1"/>
                    <a:pt x="44" y="121"/>
                    <a:pt x="44" y="121"/>
                  </a:cubicBezTo>
                  <a:cubicBezTo>
                    <a:pt x="44" y="122"/>
                    <a:pt x="44" y="123"/>
                    <a:pt x="44" y="124"/>
                  </a:cubicBezTo>
                  <a:cubicBezTo>
                    <a:pt x="44" y="127"/>
                    <a:pt x="44" y="130"/>
                    <a:pt x="44" y="134"/>
                  </a:cubicBezTo>
                  <a:cubicBezTo>
                    <a:pt x="43" y="136"/>
                    <a:pt x="43" y="136"/>
                    <a:pt x="43" y="136"/>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3" name="Freeform 1319">
              <a:extLst>
                <a:ext uri="{FF2B5EF4-FFF2-40B4-BE49-F238E27FC236}">
                  <a16:creationId xmlns:a16="http://schemas.microsoft.com/office/drawing/2014/main" id="{BB838EDE-EE63-4FF5-8B52-40611AB0620F}"/>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close/>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4" name="Freeform 1320">
              <a:extLst>
                <a:ext uri="{FF2B5EF4-FFF2-40B4-BE49-F238E27FC236}">
                  <a16:creationId xmlns:a16="http://schemas.microsoft.com/office/drawing/2014/main" id="{C0E77415-638A-45F7-8995-BCDC6FC68FAB}"/>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5" name="Freeform 1321">
              <a:extLst>
                <a:ext uri="{FF2B5EF4-FFF2-40B4-BE49-F238E27FC236}">
                  <a16:creationId xmlns:a16="http://schemas.microsoft.com/office/drawing/2014/main" id="{89F84EAA-1FF7-46BA-B8B4-944C27BD832F}"/>
                </a:ext>
              </a:extLst>
            </p:cNvPr>
            <p:cNvSpPr>
              <a:spLocks noEditPoints="1"/>
            </p:cNvSpPr>
            <p:nvPr userDrawn="1"/>
          </p:nvSpPr>
          <p:spPr bwMode="auto">
            <a:xfrm>
              <a:off x="2964463" y="5100569"/>
              <a:ext cx="152525" cy="146505"/>
            </a:xfrm>
            <a:custGeom>
              <a:avLst/>
              <a:gdLst>
                <a:gd name="T0" fmla="*/ 87 w 101"/>
                <a:gd name="T1" fmla="*/ 49 h 98"/>
                <a:gd name="T2" fmla="*/ 87 w 101"/>
                <a:gd name="T3" fmla="*/ 49 h 98"/>
                <a:gd name="T4" fmla="*/ 87 w 101"/>
                <a:gd name="T5" fmla="*/ 49 h 98"/>
                <a:gd name="T6" fmla="*/ 51 w 101"/>
                <a:gd name="T7" fmla="*/ 26 h 98"/>
                <a:gd name="T8" fmla="*/ 60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60 w 101"/>
                <a:gd name="T23" fmla="*/ 70 h 98"/>
                <a:gd name="T24" fmla="*/ 51 w 101"/>
                <a:gd name="T25" fmla="*/ 72 h 98"/>
                <a:gd name="T26" fmla="*/ 42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4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7"/>
                    <a:pt x="85" y="17"/>
                    <a:pt x="85"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6" name="Freeform 1322">
              <a:extLst>
                <a:ext uri="{FF2B5EF4-FFF2-40B4-BE49-F238E27FC236}">
                  <a16:creationId xmlns:a16="http://schemas.microsoft.com/office/drawing/2014/main" id="{727D6B39-8A23-4740-A949-175A40445DB8}"/>
                </a:ext>
              </a:extLst>
            </p:cNvPr>
            <p:cNvSpPr>
              <a:spLocks noEditPoints="1"/>
            </p:cNvSpPr>
            <p:nvPr userDrawn="1"/>
          </p:nvSpPr>
          <p:spPr bwMode="auto">
            <a:xfrm>
              <a:off x="2737682" y="4069016"/>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7" name="Freeform 1323">
              <a:extLst>
                <a:ext uri="{FF2B5EF4-FFF2-40B4-BE49-F238E27FC236}">
                  <a16:creationId xmlns:a16="http://schemas.microsoft.com/office/drawing/2014/main" id="{E54AE599-62E6-4654-9CA6-F2A0757D5FE2}"/>
                </a:ext>
              </a:extLst>
            </p:cNvPr>
            <p:cNvSpPr>
              <a:spLocks noEditPoints="1"/>
            </p:cNvSpPr>
            <p:nvPr userDrawn="1"/>
          </p:nvSpPr>
          <p:spPr bwMode="auto">
            <a:xfrm>
              <a:off x="2735675" y="4165348"/>
              <a:ext cx="26091" cy="28097"/>
            </a:xfrm>
            <a:custGeom>
              <a:avLst/>
              <a:gdLst>
                <a:gd name="T0" fmla="*/ 9 w 18"/>
                <a:gd name="T1" fmla="*/ 12 h 18"/>
                <a:gd name="T2" fmla="*/ 6 w 18"/>
                <a:gd name="T3" fmla="*/ 11 h 18"/>
                <a:gd name="T4" fmla="*/ 6 w 18"/>
                <a:gd name="T5" fmla="*/ 9 h 18"/>
                <a:gd name="T6" fmla="*/ 7 w 18"/>
                <a:gd name="T7" fmla="*/ 7 h 18"/>
                <a:gd name="T8" fmla="*/ 7 w 18"/>
                <a:gd name="T9" fmla="*/ 7 h 18"/>
                <a:gd name="T10" fmla="*/ 9 w 18"/>
                <a:gd name="T11" fmla="*/ 6 h 18"/>
                <a:gd name="T12" fmla="*/ 12 w 18"/>
                <a:gd name="T13" fmla="*/ 8 h 18"/>
                <a:gd name="T14" fmla="*/ 12 w 18"/>
                <a:gd name="T15" fmla="*/ 9 h 18"/>
                <a:gd name="T16" fmla="*/ 11 w 18"/>
                <a:gd name="T17" fmla="*/ 12 h 18"/>
                <a:gd name="T18" fmla="*/ 12 w 18"/>
                <a:gd name="T19" fmla="*/ 15 h 18"/>
                <a:gd name="T20" fmla="*/ 11 w 18"/>
                <a:gd name="T21" fmla="*/ 12 h 18"/>
                <a:gd name="T22" fmla="*/ 9 w 18"/>
                <a:gd name="T23" fmla="*/ 12 h 18"/>
                <a:gd name="T24" fmla="*/ 9 w 18"/>
                <a:gd name="T25" fmla="*/ 0 h 18"/>
                <a:gd name="T26" fmla="*/ 9 w 18"/>
                <a:gd name="T27" fmla="*/ 0 h 18"/>
                <a:gd name="T28" fmla="*/ 4 w 18"/>
                <a:gd name="T29" fmla="*/ 2 h 18"/>
                <a:gd name="T30" fmla="*/ 4 w 18"/>
                <a:gd name="T31" fmla="*/ 2 h 18"/>
                <a:gd name="T32" fmla="*/ 0 w 18"/>
                <a:gd name="T33" fmla="*/ 9 h 18"/>
                <a:gd name="T34" fmla="*/ 1 w 18"/>
                <a:gd name="T35" fmla="*/ 14 h 18"/>
                <a:gd name="T36" fmla="*/ 5 w 18"/>
                <a:gd name="T37" fmla="*/ 17 h 18"/>
                <a:gd name="T38" fmla="*/ 5 w 18"/>
                <a:gd name="T39" fmla="*/ 17 h 18"/>
                <a:gd name="T40" fmla="*/ 5 w 18"/>
                <a:gd name="T41" fmla="*/ 18 h 18"/>
                <a:gd name="T42" fmla="*/ 9 w 18"/>
                <a:gd name="T43" fmla="*/ 18 h 18"/>
                <a:gd name="T44" fmla="*/ 9 w 18"/>
                <a:gd name="T45" fmla="*/ 18 h 18"/>
                <a:gd name="T46" fmla="*/ 14 w 18"/>
                <a:gd name="T47" fmla="*/ 17 h 18"/>
                <a:gd name="T48" fmla="*/ 14 w 18"/>
                <a:gd name="T49" fmla="*/ 17 h 18"/>
                <a:gd name="T50" fmla="*/ 18 w 18"/>
                <a:gd name="T51" fmla="*/ 9 h 18"/>
                <a:gd name="T52" fmla="*/ 17 w 18"/>
                <a:gd name="T53" fmla="*/ 5 h 18"/>
                <a:gd name="T54" fmla="*/ 12 w 18"/>
                <a:gd name="T55" fmla="*/ 1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8" name="Freeform 1324">
              <a:extLst>
                <a:ext uri="{FF2B5EF4-FFF2-40B4-BE49-F238E27FC236}">
                  <a16:creationId xmlns:a16="http://schemas.microsoft.com/office/drawing/2014/main" id="{FC88F8A6-693B-43E3-8A81-D950A0EF27AC}"/>
                </a:ext>
              </a:extLst>
            </p:cNvPr>
            <p:cNvSpPr>
              <a:spLocks/>
            </p:cNvSpPr>
            <p:nvPr userDrawn="1"/>
          </p:nvSpPr>
          <p:spPr bwMode="auto">
            <a:xfrm>
              <a:off x="2753737" y="4167354"/>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9" name="Freeform 1325">
              <a:extLst>
                <a:ext uri="{FF2B5EF4-FFF2-40B4-BE49-F238E27FC236}">
                  <a16:creationId xmlns:a16="http://schemas.microsoft.com/office/drawing/2014/main" id="{C331F215-BAA7-4A92-9412-2729DEB1496D}"/>
                </a:ext>
              </a:extLst>
            </p:cNvPr>
            <p:cNvSpPr>
              <a:spLocks noEditPoints="1"/>
            </p:cNvSpPr>
            <p:nvPr userDrawn="1"/>
          </p:nvSpPr>
          <p:spPr bwMode="auto">
            <a:xfrm>
              <a:off x="2721626" y="4185417"/>
              <a:ext cx="22077" cy="22077"/>
            </a:xfrm>
            <a:custGeom>
              <a:avLst/>
              <a:gdLst>
                <a:gd name="T0" fmla="*/ 8 w 15"/>
                <a:gd name="T1" fmla="*/ 9 h 15"/>
                <a:gd name="T2" fmla="*/ 8 w 15"/>
                <a:gd name="T3" fmla="*/ 9 h 15"/>
                <a:gd name="T4" fmla="*/ 8 w 15"/>
                <a:gd name="T5" fmla="*/ 9 h 15"/>
                <a:gd name="T6" fmla="*/ 6 w 15"/>
                <a:gd name="T7" fmla="*/ 8 h 15"/>
                <a:gd name="T8" fmla="*/ 6 w 15"/>
                <a:gd name="T9" fmla="*/ 8 h 15"/>
                <a:gd name="T10" fmla="*/ 7 w 15"/>
                <a:gd name="T11" fmla="*/ 7 h 15"/>
                <a:gd name="T12" fmla="*/ 8 w 15"/>
                <a:gd name="T13" fmla="*/ 6 h 15"/>
                <a:gd name="T14" fmla="*/ 9 w 15"/>
                <a:gd name="T15" fmla="*/ 7 h 15"/>
                <a:gd name="T16" fmla="*/ 9 w 15"/>
                <a:gd name="T17" fmla="*/ 7 h 15"/>
                <a:gd name="T18" fmla="*/ 9 w 15"/>
                <a:gd name="T19" fmla="*/ 8 h 15"/>
                <a:gd name="T20" fmla="*/ 8 w 15"/>
                <a:gd name="T21" fmla="*/ 9 h 15"/>
                <a:gd name="T22" fmla="*/ 8 w 15"/>
                <a:gd name="T23" fmla="*/ 9 h 15"/>
                <a:gd name="T24" fmla="*/ 8 w 15"/>
                <a:gd name="T25" fmla="*/ 0 h 15"/>
                <a:gd name="T26" fmla="*/ 8 w 15"/>
                <a:gd name="T27" fmla="*/ 0 h 15"/>
                <a:gd name="T28" fmla="*/ 4 w 15"/>
                <a:gd name="T29" fmla="*/ 1 h 15"/>
                <a:gd name="T30" fmla="*/ 0 w 15"/>
                <a:gd name="T31" fmla="*/ 8 h 15"/>
                <a:gd name="T32" fmla="*/ 1 w 15"/>
                <a:gd name="T33" fmla="*/ 11 h 15"/>
                <a:gd name="T34" fmla="*/ 6 w 15"/>
                <a:gd name="T35" fmla="*/ 15 h 15"/>
                <a:gd name="T36" fmla="*/ 8 w 15"/>
                <a:gd name="T37" fmla="*/ 14 h 15"/>
                <a:gd name="T38" fmla="*/ 8 w 15"/>
                <a:gd name="T39" fmla="*/ 14 h 15"/>
                <a:gd name="T40" fmla="*/ 10 w 15"/>
                <a:gd name="T41" fmla="*/ 14 h 15"/>
                <a:gd name="T42" fmla="*/ 11 w 15"/>
                <a:gd name="T43" fmla="*/ 14 h 15"/>
                <a:gd name="T44" fmla="*/ 11 w 15"/>
                <a:gd name="T45" fmla="*/ 14 h 15"/>
                <a:gd name="T46" fmla="*/ 15 w 15"/>
                <a:gd name="T47" fmla="*/ 8 h 15"/>
                <a:gd name="T48" fmla="*/ 14 w 15"/>
                <a:gd name="T49" fmla="*/ 5 h 15"/>
                <a:gd name="T50" fmla="*/ 10 w 15"/>
                <a:gd name="T51" fmla="*/ 1 h 15"/>
                <a:gd name="T52" fmla="*/ 10 w 15"/>
                <a:gd name="T53" fmla="*/ 1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8" y="9"/>
                  </a:moveTo>
                  <a:cubicBezTo>
                    <a:pt x="8" y="9"/>
                    <a:pt x="8" y="9"/>
                    <a:pt x="8" y="9"/>
                  </a:cubicBezTo>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0" name="Freeform 1326">
              <a:extLst>
                <a:ext uri="{FF2B5EF4-FFF2-40B4-BE49-F238E27FC236}">
                  <a16:creationId xmlns:a16="http://schemas.microsoft.com/office/drawing/2014/main" id="{E3A75107-51F2-4AC5-86B3-AD95B8365E8E}"/>
                </a:ext>
              </a:extLst>
            </p:cNvPr>
            <p:cNvSpPr>
              <a:spLocks/>
            </p:cNvSpPr>
            <p:nvPr userDrawn="1"/>
          </p:nvSpPr>
          <p:spPr bwMode="auto">
            <a:xfrm>
              <a:off x="2737682" y="4187423"/>
              <a:ext cx="6021" cy="6021"/>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1" name="Freeform 1327">
              <a:extLst>
                <a:ext uri="{FF2B5EF4-FFF2-40B4-BE49-F238E27FC236}">
                  <a16:creationId xmlns:a16="http://schemas.microsoft.com/office/drawing/2014/main" id="{BA0DB726-FC61-45FF-8F3E-CAF726DE8842}"/>
                </a:ext>
              </a:extLst>
            </p:cNvPr>
            <p:cNvSpPr>
              <a:spLocks noEditPoints="1"/>
            </p:cNvSpPr>
            <p:nvPr userDrawn="1"/>
          </p:nvSpPr>
          <p:spPr bwMode="auto">
            <a:xfrm>
              <a:off x="2725640" y="4207492"/>
              <a:ext cx="18063"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7 w 13"/>
                <a:gd name="T15" fmla="*/ 7 h 13"/>
                <a:gd name="T16" fmla="*/ 7 w 13"/>
                <a:gd name="T17" fmla="*/ 7 h 13"/>
                <a:gd name="T18" fmla="*/ 6 w 13"/>
                <a:gd name="T19" fmla="*/ 7 h 13"/>
                <a:gd name="T20" fmla="*/ 8 w 13"/>
                <a:gd name="T21" fmla="*/ 0 h 13"/>
                <a:gd name="T22" fmla="*/ 6 w 13"/>
                <a:gd name="T23" fmla="*/ 1 h 13"/>
                <a:gd name="T24" fmla="*/ 6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0 w 13"/>
                <a:gd name="T43" fmla="*/ 12 h 13"/>
                <a:gd name="T44" fmla="*/ 10 w 13"/>
                <a:gd name="T45" fmla="*/ 12 h 13"/>
                <a:gd name="T46" fmla="*/ 13 w 13"/>
                <a:gd name="T47" fmla="*/ 7 h 13"/>
                <a:gd name="T48" fmla="*/ 12 w 13"/>
                <a:gd name="T49" fmla="*/ 3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2" name="Freeform 1328">
              <a:extLst>
                <a:ext uri="{FF2B5EF4-FFF2-40B4-BE49-F238E27FC236}">
                  <a16:creationId xmlns:a16="http://schemas.microsoft.com/office/drawing/2014/main" id="{C54285FC-8C23-4AC5-BF6B-1A4BE19EA80F}"/>
                </a:ext>
              </a:extLst>
            </p:cNvPr>
            <p:cNvSpPr>
              <a:spLocks/>
            </p:cNvSpPr>
            <p:nvPr userDrawn="1"/>
          </p:nvSpPr>
          <p:spPr bwMode="auto">
            <a:xfrm>
              <a:off x="2731661" y="4207492"/>
              <a:ext cx="6021" cy="0"/>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3" name="Freeform 1329">
              <a:extLst>
                <a:ext uri="{FF2B5EF4-FFF2-40B4-BE49-F238E27FC236}">
                  <a16:creationId xmlns:a16="http://schemas.microsoft.com/office/drawing/2014/main" id="{0DBB18CE-5FCA-4D7D-8867-7F4BC55A6983}"/>
                </a:ext>
              </a:extLst>
            </p:cNvPr>
            <p:cNvSpPr>
              <a:spLocks/>
            </p:cNvSpPr>
            <p:nvPr userDrawn="1"/>
          </p:nvSpPr>
          <p:spPr bwMode="auto">
            <a:xfrm>
              <a:off x="2739689" y="42255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4" name="Freeform 1330">
              <a:extLst>
                <a:ext uri="{FF2B5EF4-FFF2-40B4-BE49-F238E27FC236}">
                  <a16:creationId xmlns:a16="http://schemas.microsoft.com/office/drawing/2014/main" id="{0746DB45-1CCE-4875-8C55-40CAB08EC4F8}"/>
                </a:ext>
              </a:extLst>
            </p:cNvPr>
            <p:cNvSpPr>
              <a:spLocks noEditPoints="1"/>
            </p:cNvSpPr>
            <p:nvPr userDrawn="1"/>
          </p:nvSpPr>
          <p:spPr bwMode="auto">
            <a:xfrm>
              <a:off x="2352354" y="3773999"/>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9"/>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5" name="Freeform 1331">
              <a:extLst>
                <a:ext uri="{FF2B5EF4-FFF2-40B4-BE49-F238E27FC236}">
                  <a16:creationId xmlns:a16="http://schemas.microsoft.com/office/drawing/2014/main" id="{A186D397-C15E-49BC-A200-B02F83A2CB3B}"/>
                </a:ext>
              </a:extLst>
            </p:cNvPr>
            <p:cNvSpPr>
              <a:spLocks noEditPoints="1"/>
            </p:cNvSpPr>
            <p:nvPr userDrawn="1"/>
          </p:nvSpPr>
          <p:spPr bwMode="auto">
            <a:xfrm>
              <a:off x="2348340" y="3870331"/>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5 w 19"/>
                <a:gd name="T23" fmla="*/ 1 h 18"/>
                <a:gd name="T24" fmla="*/ 0 w 19"/>
                <a:gd name="T25" fmla="*/ 9 h 18"/>
                <a:gd name="T26" fmla="*/ 1 w 19"/>
                <a:gd name="T27" fmla="*/ 13 h 18"/>
                <a:gd name="T28" fmla="*/ 5 w 19"/>
                <a:gd name="T29" fmla="*/ 17 h 18"/>
                <a:gd name="T30" fmla="*/ 6 w 19"/>
                <a:gd name="T31" fmla="*/ 17 h 18"/>
                <a:gd name="T32" fmla="*/ 9 w 19"/>
                <a:gd name="T33" fmla="*/ 18 h 18"/>
                <a:gd name="T34" fmla="*/ 9 w 19"/>
                <a:gd name="T35" fmla="*/ 18 h 18"/>
                <a:gd name="T36" fmla="*/ 14 w 19"/>
                <a:gd name="T37" fmla="*/ 17 h 18"/>
                <a:gd name="T38" fmla="*/ 13 w 19"/>
                <a:gd name="T39" fmla="*/ 14 h 18"/>
                <a:gd name="T40" fmla="*/ 14 w 19"/>
                <a:gd name="T41" fmla="*/ 17 h 18"/>
                <a:gd name="T42" fmla="*/ 19 w 19"/>
                <a:gd name="T43" fmla="*/ 9 h 18"/>
                <a:gd name="T44" fmla="*/ 18 w 19"/>
                <a:gd name="T45" fmla="*/ 5 h 18"/>
                <a:gd name="T46" fmla="*/ 13 w 19"/>
                <a:gd name="T47" fmla="*/ 1 h 18"/>
                <a:gd name="T48" fmla="*/ 9 w 19"/>
                <a:gd name="T49" fmla="*/ 0 h 18"/>
                <a:gd name="T50" fmla="*/ 9 w 19"/>
                <a:gd name="T51" fmla="*/ 0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7"/>
                    <a:pt x="12" y="7"/>
                  </a:cubicBezTo>
                  <a:cubicBezTo>
                    <a:pt x="13" y="8"/>
                    <a:pt x="13" y="9"/>
                    <a:pt x="13" y="9"/>
                  </a:cubicBezTo>
                  <a:cubicBezTo>
                    <a:pt x="13" y="10"/>
                    <a:pt x="12" y="11"/>
                    <a:pt x="11" y="12"/>
                  </a:cubicBezTo>
                  <a:cubicBezTo>
                    <a:pt x="11" y="12"/>
                    <a:pt x="11" y="12"/>
                    <a:pt x="11" y="12"/>
                  </a:cubicBezTo>
                  <a:cubicBezTo>
                    <a:pt x="11" y="12"/>
                    <a:pt x="10" y="12"/>
                    <a:pt x="9" y="12"/>
                  </a:cubicBezTo>
                  <a:moveTo>
                    <a:pt x="9" y="0"/>
                  </a:moveTo>
                  <a:cubicBezTo>
                    <a:pt x="8" y="0"/>
                    <a:pt x="6" y="0"/>
                    <a:pt x="5" y="1"/>
                  </a:cubicBezTo>
                  <a:cubicBezTo>
                    <a:pt x="2" y="3"/>
                    <a:pt x="0" y="6"/>
                    <a:pt x="0" y="9"/>
                  </a:cubicBezTo>
                  <a:cubicBezTo>
                    <a:pt x="0" y="11"/>
                    <a:pt x="1" y="12"/>
                    <a:pt x="1" y="13"/>
                  </a:cubicBezTo>
                  <a:cubicBezTo>
                    <a:pt x="3" y="14"/>
                    <a:pt x="4" y="15"/>
                    <a:pt x="5" y="17"/>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6" name="Freeform 1332">
              <a:extLst>
                <a:ext uri="{FF2B5EF4-FFF2-40B4-BE49-F238E27FC236}">
                  <a16:creationId xmlns:a16="http://schemas.microsoft.com/office/drawing/2014/main" id="{AB0C6EB6-C50C-4C08-8E73-98126BCFC5BA}"/>
                </a:ext>
              </a:extLst>
            </p:cNvPr>
            <p:cNvSpPr>
              <a:spLocks/>
            </p:cNvSpPr>
            <p:nvPr userDrawn="1"/>
          </p:nvSpPr>
          <p:spPr bwMode="auto">
            <a:xfrm>
              <a:off x="2368410" y="3872338"/>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7" name="Freeform 1333">
              <a:extLst>
                <a:ext uri="{FF2B5EF4-FFF2-40B4-BE49-F238E27FC236}">
                  <a16:creationId xmlns:a16="http://schemas.microsoft.com/office/drawing/2014/main" id="{4810EDE8-82A7-413A-AFA5-5C13FCD54C44}"/>
                </a:ext>
              </a:extLst>
            </p:cNvPr>
            <p:cNvSpPr>
              <a:spLocks noEditPoints="1"/>
            </p:cNvSpPr>
            <p:nvPr userDrawn="1"/>
          </p:nvSpPr>
          <p:spPr bwMode="auto">
            <a:xfrm>
              <a:off x="2336299" y="3890400"/>
              <a:ext cx="22077" cy="20069"/>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8 w 14"/>
                <a:gd name="T21" fmla="*/ 8 h 14"/>
                <a:gd name="T22" fmla="*/ 8 w 14"/>
                <a:gd name="T23" fmla="*/ 8 h 14"/>
                <a:gd name="T24" fmla="*/ 8 w 14"/>
                <a:gd name="T25" fmla="*/ 8 h 14"/>
                <a:gd name="T26" fmla="*/ 7 w 14"/>
                <a:gd name="T27" fmla="*/ 9 h 14"/>
                <a:gd name="T28" fmla="*/ 7 w 14"/>
                <a:gd name="T29" fmla="*/ 0 h 14"/>
                <a:gd name="T30" fmla="*/ 7 w 14"/>
                <a:gd name="T31" fmla="*/ 0 h 14"/>
                <a:gd name="T32" fmla="*/ 3 w 14"/>
                <a:gd name="T33" fmla="*/ 1 h 14"/>
                <a:gd name="T34" fmla="*/ 3 w 14"/>
                <a:gd name="T35" fmla="*/ 1 h 14"/>
                <a:gd name="T36" fmla="*/ 3 w 14"/>
                <a:gd name="T37" fmla="*/ 1 h 14"/>
                <a:gd name="T38" fmla="*/ 0 w 14"/>
                <a:gd name="T39" fmla="*/ 7 h 14"/>
                <a:gd name="T40" fmla="*/ 1 w 14"/>
                <a:gd name="T41" fmla="*/ 11 h 14"/>
                <a:gd name="T42" fmla="*/ 5 w 14"/>
                <a:gd name="T43" fmla="*/ 14 h 14"/>
                <a:gd name="T44" fmla="*/ 8 w 14"/>
                <a:gd name="T45" fmla="*/ 14 h 14"/>
                <a:gd name="T46" fmla="*/ 8 w 14"/>
                <a:gd name="T47" fmla="*/ 14 h 14"/>
                <a:gd name="T48" fmla="*/ 10 w 14"/>
                <a:gd name="T49" fmla="*/ 14 h 14"/>
                <a:gd name="T50" fmla="*/ 11 w 14"/>
                <a:gd name="T51" fmla="*/ 14 h 14"/>
                <a:gd name="T52" fmla="*/ 11 w 14"/>
                <a:gd name="T53" fmla="*/ 14 h 14"/>
                <a:gd name="T54" fmla="*/ 14 w 14"/>
                <a:gd name="T55" fmla="*/ 7 h 14"/>
                <a:gd name="T56" fmla="*/ 14 w 14"/>
                <a:gd name="T57" fmla="*/ 4 h 14"/>
                <a:gd name="T58" fmla="*/ 10 w 14"/>
                <a:gd name="T59" fmla="*/ 1 h 14"/>
                <a:gd name="T60" fmla="*/ 9 w 14"/>
                <a:gd name="T61" fmla="*/ 0 h 14"/>
                <a:gd name="T62" fmla="*/ 7 w 14"/>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3" y="1"/>
                    <a:pt x="3" y="1"/>
                    <a:pt x="3" y="1"/>
                  </a:cubicBezTo>
                  <a:cubicBezTo>
                    <a:pt x="1" y="3"/>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8" name="Freeform 1334">
              <a:extLst>
                <a:ext uri="{FF2B5EF4-FFF2-40B4-BE49-F238E27FC236}">
                  <a16:creationId xmlns:a16="http://schemas.microsoft.com/office/drawing/2014/main" id="{8D8852B5-CFCB-4465-A307-BE341B355926}"/>
                </a:ext>
              </a:extLst>
            </p:cNvPr>
            <p:cNvSpPr>
              <a:spLocks/>
            </p:cNvSpPr>
            <p:nvPr userDrawn="1"/>
          </p:nvSpPr>
          <p:spPr bwMode="auto">
            <a:xfrm>
              <a:off x="2350348" y="3890400"/>
              <a:ext cx="8028" cy="6021"/>
            </a:xfrm>
            <a:custGeom>
              <a:avLst/>
              <a:gdLst>
                <a:gd name="T0" fmla="*/ 0 w 5"/>
                <a:gd name="T1" fmla="*/ 0 h 4"/>
                <a:gd name="T2" fmla="*/ 1 w 5"/>
                <a:gd name="T3" fmla="*/ 1 h 4"/>
                <a:gd name="T4" fmla="*/ 5 w 5"/>
                <a:gd name="T5" fmla="*/ 4 h 4"/>
                <a:gd name="T6" fmla="*/ 4 w 5"/>
                <a:gd name="T7" fmla="*/ 4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9" name="Freeform 1335">
              <a:extLst>
                <a:ext uri="{FF2B5EF4-FFF2-40B4-BE49-F238E27FC236}">
                  <a16:creationId xmlns:a16="http://schemas.microsoft.com/office/drawing/2014/main" id="{1612188F-9FC9-4EB0-ADB8-D713693261E1}"/>
                </a:ext>
              </a:extLst>
            </p:cNvPr>
            <p:cNvSpPr>
              <a:spLocks noEditPoints="1"/>
            </p:cNvSpPr>
            <p:nvPr userDrawn="1"/>
          </p:nvSpPr>
          <p:spPr bwMode="auto">
            <a:xfrm>
              <a:off x="2338307" y="3910469"/>
              <a:ext cx="20069" cy="20069"/>
            </a:xfrm>
            <a:custGeom>
              <a:avLst/>
              <a:gdLst>
                <a:gd name="T0" fmla="*/ 7 w 13"/>
                <a:gd name="T1" fmla="*/ 7 h 13"/>
                <a:gd name="T2" fmla="*/ 7 w 13"/>
                <a:gd name="T3" fmla="*/ 7 h 13"/>
                <a:gd name="T4" fmla="*/ 6 w 13"/>
                <a:gd name="T5" fmla="*/ 6 h 13"/>
                <a:gd name="T6" fmla="*/ 7 w 13"/>
                <a:gd name="T7" fmla="*/ 6 h 13"/>
                <a:gd name="T8" fmla="*/ 7 w 13"/>
                <a:gd name="T9" fmla="*/ 6 h 13"/>
                <a:gd name="T10" fmla="*/ 7 w 13"/>
                <a:gd name="T11" fmla="*/ 6 h 13"/>
                <a:gd name="T12" fmla="*/ 7 w 13"/>
                <a:gd name="T13" fmla="*/ 7 h 13"/>
                <a:gd name="T14" fmla="*/ 7 w 13"/>
                <a:gd name="T15" fmla="*/ 7 h 13"/>
                <a:gd name="T16" fmla="*/ 6 w 13"/>
                <a:gd name="T17" fmla="*/ 7 h 13"/>
                <a:gd name="T18" fmla="*/ 6 w 13"/>
                <a:gd name="T19" fmla="*/ 6 h 13"/>
                <a:gd name="T20" fmla="*/ 6 w 13"/>
                <a:gd name="T21" fmla="*/ 6 h 13"/>
                <a:gd name="T22" fmla="*/ 6 w 13"/>
                <a:gd name="T23" fmla="*/ 6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cubicBezTo>
                    <a:pt x="6" y="6"/>
                    <a:pt x="6" y="6"/>
                    <a:pt x="6" y="6"/>
                  </a:cubicBezTo>
                  <a:cubicBezTo>
                    <a:pt x="6" y="6"/>
                    <a:pt x="6" y="6"/>
                    <a:pt x="6" y="6"/>
                  </a:cubicBezTo>
                  <a:moveTo>
                    <a:pt x="9" y="0"/>
                  </a:moveTo>
                  <a:cubicBezTo>
                    <a:pt x="8" y="0"/>
                    <a:pt x="7" y="1"/>
                    <a:pt x="6" y="1"/>
                  </a:cubicBezTo>
                  <a:cubicBezTo>
                    <a:pt x="6" y="1"/>
                    <a:pt x="6" y="1"/>
                    <a:pt x="6" y="1"/>
                  </a:cubicBezTo>
                  <a:cubicBezTo>
                    <a:pt x="5" y="1"/>
                    <a:pt x="5" y="1"/>
                    <a:pt x="4" y="0"/>
                  </a:cubicBezTo>
                  <a:cubicBezTo>
                    <a:pt x="4" y="1"/>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0" name="Freeform 1336">
              <a:extLst>
                <a:ext uri="{FF2B5EF4-FFF2-40B4-BE49-F238E27FC236}">
                  <a16:creationId xmlns:a16="http://schemas.microsoft.com/office/drawing/2014/main" id="{664846F1-AAE8-47C5-917C-B0AF96662676}"/>
                </a:ext>
              </a:extLst>
            </p:cNvPr>
            <p:cNvSpPr>
              <a:spLocks/>
            </p:cNvSpPr>
            <p:nvPr userDrawn="1"/>
          </p:nvSpPr>
          <p:spPr bwMode="auto">
            <a:xfrm>
              <a:off x="2344327" y="3910469"/>
              <a:ext cx="8028" cy="2008"/>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1" name="Freeform 1337">
              <a:extLst>
                <a:ext uri="{FF2B5EF4-FFF2-40B4-BE49-F238E27FC236}">
                  <a16:creationId xmlns:a16="http://schemas.microsoft.com/office/drawing/2014/main" id="{5DDA628C-27C8-40C9-9E15-20EE166A5D18}"/>
                </a:ext>
              </a:extLst>
            </p:cNvPr>
            <p:cNvSpPr>
              <a:spLocks noEditPoints="1"/>
            </p:cNvSpPr>
            <p:nvPr userDrawn="1"/>
          </p:nvSpPr>
          <p:spPr bwMode="auto">
            <a:xfrm>
              <a:off x="2928339" y="5355446"/>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 w 101"/>
                <a:gd name="T23" fmla="*/ 27 h 99"/>
                <a:gd name="T24" fmla="*/ 5 w 101"/>
                <a:gd name="T25" fmla="*/ 27 h 99"/>
                <a:gd name="T26" fmla="*/ 0 w 101"/>
                <a:gd name="T27" fmla="*/ 49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0" y="88"/>
                  </a:cubicBezTo>
                  <a:cubicBezTo>
                    <a:pt x="15" y="81"/>
                    <a:pt x="6" y="65"/>
                    <a:pt x="6" y="49"/>
                  </a:cubicBezTo>
                  <a:cubicBezTo>
                    <a:pt x="6" y="43"/>
                    <a:pt x="7" y="36"/>
                    <a:pt x="11" y="30"/>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5"/>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2" name="Freeform 1338">
              <a:extLst>
                <a:ext uri="{FF2B5EF4-FFF2-40B4-BE49-F238E27FC236}">
                  <a16:creationId xmlns:a16="http://schemas.microsoft.com/office/drawing/2014/main" id="{B62C4691-BB6E-46AD-8AD0-AAA5DFE37A39}"/>
                </a:ext>
              </a:extLst>
            </p:cNvPr>
            <p:cNvSpPr>
              <a:spLocks noEditPoints="1"/>
            </p:cNvSpPr>
            <p:nvPr userDrawn="1"/>
          </p:nvSpPr>
          <p:spPr bwMode="auto">
            <a:xfrm>
              <a:off x="2924325" y="5481882"/>
              <a:ext cx="32111" cy="32111"/>
            </a:xfrm>
            <a:custGeom>
              <a:avLst/>
              <a:gdLst>
                <a:gd name="T0" fmla="*/ 6 w 22"/>
                <a:gd name="T1" fmla="*/ 20 h 21"/>
                <a:gd name="T2" fmla="*/ 6 w 22"/>
                <a:gd name="T3" fmla="*/ 20 h 21"/>
                <a:gd name="T4" fmla="*/ 6 w 22"/>
                <a:gd name="T5" fmla="*/ 20 h 21"/>
                <a:gd name="T6" fmla="*/ 6 w 22"/>
                <a:gd name="T7" fmla="*/ 20 h 21"/>
                <a:gd name="T8" fmla="*/ 6 w 22"/>
                <a:gd name="T9" fmla="*/ 8 h 21"/>
                <a:gd name="T10" fmla="*/ 11 w 22"/>
                <a:gd name="T11" fmla="*/ 6 h 21"/>
                <a:gd name="T12" fmla="*/ 13 w 22"/>
                <a:gd name="T13" fmla="*/ 6 h 21"/>
                <a:gd name="T14" fmla="*/ 13 w 22"/>
                <a:gd name="T15" fmla="*/ 6 h 21"/>
                <a:gd name="T16" fmla="*/ 16 w 22"/>
                <a:gd name="T17" fmla="*/ 11 h 21"/>
                <a:gd name="T18" fmla="*/ 16 w 22"/>
                <a:gd name="T19" fmla="*/ 13 h 21"/>
                <a:gd name="T20" fmla="*/ 11 w 22"/>
                <a:gd name="T21" fmla="*/ 15 h 21"/>
                <a:gd name="T22" fmla="*/ 9 w 22"/>
                <a:gd name="T23" fmla="*/ 15 h 21"/>
                <a:gd name="T24" fmla="*/ 9 w 22"/>
                <a:gd name="T25" fmla="*/ 15 h 21"/>
                <a:gd name="T26" fmla="*/ 6 w 22"/>
                <a:gd name="T27" fmla="*/ 11 h 21"/>
                <a:gd name="T28" fmla="*/ 6 w 22"/>
                <a:gd name="T29" fmla="*/ 8 h 21"/>
                <a:gd name="T30" fmla="*/ 4 w 22"/>
                <a:gd name="T31" fmla="*/ 7 h 21"/>
                <a:gd name="T32" fmla="*/ 6 w 22"/>
                <a:gd name="T33" fmla="*/ 8 h 21"/>
                <a:gd name="T34" fmla="*/ 11 w 22"/>
                <a:gd name="T35" fmla="*/ 0 h 21"/>
                <a:gd name="T36" fmla="*/ 11 w 22"/>
                <a:gd name="T37" fmla="*/ 0 h 21"/>
                <a:gd name="T38" fmla="*/ 1 w 22"/>
                <a:gd name="T39" fmla="*/ 6 h 21"/>
                <a:gd name="T40" fmla="*/ 1 w 22"/>
                <a:gd name="T41" fmla="*/ 6 h 21"/>
                <a:gd name="T42" fmla="*/ 0 w 22"/>
                <a:gd name="T43" fmla="*/ 11 h 21"/>
                <a:gd name="T44" fmla="*/ 6 w 22"/>
                <a:gd name="T45" fmla="*/ 20 h 21"/>
                <a:gd name="T46" fmla="*/ 6 w 22"/>
                <a:gd name="T47" fmla="*/ 20 h 21"/>
                <a:gd name="T48" fmla="*/ 11 w 22"/>
                <a:gd name="T49" fmla="*/ 21 h 21"/>
                <a:gd name="T50" fmla="*/ 11 w 22"/>
                <a:gd name="T51" fmla="*/ 21 h 21"/>
                <a:gd name="T52" fmla="*/ 21 w 22"/>
                <a:gd name="T53" fmla="*/ 15 h 21"/>
                <a:gd name="T54" fmla="*/ 22 w 22"/>
                <a:gd name="T55" fmla="*/ 11 h 21"/>
                <a:gd name="T56" fmla="*/ 16 w 22"/>
                <a:gd name="T57" fmla="*/ 1 h 21"/>
                <a:gd name="T58" fmla="*/ 16 w 22"/>
                <a:gd name="T59" fmla="*/ 1 h 21"/>
                <a:gd name="T60" fmla="*/ 11 w 22"/>
                <a:gd name="T6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1">
                  <a:moveTo>
                    <a:pt x="6" y="20"/>
                  </a:moveTo>
                  <a:cubicBezTo>
                    <a:pt x="6" y="20"/>
                    <a:pt x="6" y="20"/>
                    <a:pt x="6" y="20"/>
                  </a:cubicBezTo>
                  <a:cubicBezTo>
                    <a:pt x="6" y="20"/>
                    <a:pt x="6" y="20"/>
                    <a:pt x="6" y="20"/>
                  </a:cubicBezTo>
                  <a:cubicBezTo>
                    <a:pt x="6" y="20"/>
                    <a:pt x="6" y="20"/>
                    <a:pt x="6" y="20"/>
                  </a:cubicBezTo>
                  <a:moveTo>
                    <a:pt x="6"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8"/>
                    <a:pt x="6" y="20"/>
                  </a:cubicBezTo>
                  <a:cubicBezTo>
                    <a:pt x="6" y="20"/>
                    <a:pt x="6" y="20"/>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3" name="Freeform 1339">
              <a:extLst>
                <a:ext uri="{FF2B5EF4-FFF2-40B4-BE49-F238E27FC236}">
                  <a16:creationId xmlns:a16="http://schemas.microsoft.com/office/drawing/2014/main" id="{71A84AFB-D09F-405B-8CA7-94C3E0D29E60}"/>
                </a:ext>
              </a:extLst>
            </p:cNvPr>
            <p:cNvSpPr>
              <a:spLocks noEditPoints="1"/>
            </p:cNvSpPr>
            <p:nvPr userDrawn="1"/>
          </p:nvSpPr>
          <p:spPr bwMode="auto">
            <a:xfrm>
              <a:off x="2906262" y="5507972"/>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8 w 17"/>
                <a:gd name="T13" fmla="*/ 11 h 17"/>
                <a:gd name="T14" fmla="*/ 7 w 17"/>
                <a:gd name="T15" fmla="*/ 10 h 17"/>
                <a:gd name="T16" fmla="*/ 6 w 17"/>
                <a:gd name="T17" fmla="*/ 8 h 17"/>
                <a:gd name="T18" fmla="*/ 6 w 17"/>
                <a:gd name="T19" fmla="*/ 7 h 17"/>
                <a:gd name="T20" fmla="*/ 6 w 17"/>
                <a:gd name="T21" fmla="*/ 7 h 17"/>
                <a:gd name="T22" fmla="*/ 8 w 17"/>
                <a:gd name="T23" fmla="*/ 0 h 17"/>
                <a:gd name="T24" fmla="*/ 8 w 17"/>
                <a:gd name="T25" fmla="*/ 0 h 17"/>
                <a:gd name="T26" fmla="*/ 1 w 17"/>
                <a:gd name="T27" fmla="*/ 4 h 17"/>
                <a:gd name="T28" fmla="*/ 3 w 17"/>
                <a:gd name="T29" fmla="*/ 6 h 17"/>
                <a:gd name="T30" fmla="*/ 1 w 17"/>
                <a:gd name="T31" fmla="*/ 4 h 17"/>
                <a:gd name="T32" fmla="*/ 0 w 17"/>
                <a:gd name="T33" fmla="*/ 8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8 h 17"/>
                <a:gd name="T48" fmla="*/ 12 w 17"/>
                <a:gd name="T49" fmla="*/ 0 h 17"/>
                <a:gd name="T50" fmla="*/ 12 w 17"/>
                <a:gd name="T51" fmla="*/ 0 h 17"/>
                <a:gd name="T52" fmla="*/ 8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7"/>
                  </a:moveTo>
                  <a:cubicBezTo>
                    <a:pt x="6" y="6"/>
                    <a:pt x="7" y="6"/>
                    <a:pt x="8" y="6"/>
                  </a:cubicBezTo>
                  <a:cubicBezTo>
                    <a:pt x="9" y="6"/>
                    <a:pt x="9" y="6"/>
                    <a:pt x="10" y="6"/>
                  </a:cubicBezTo>
                  <a:cubicBezTo>
                    <a:pt x="10" y="6"/>
                    <a:pt x="10" y="6"/>
                    <a:pt x="10"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cubicBezTo>
                    <a:pt x="6" y="7"/>
                    <a:pt x="6" y="7"/>
                    <a:pt x="6" y="7"/>
                  </a:cubicBezTo>
                  <a:moveTo>
                    <a:pt x="8" y="0"/>
                  </a:moveTo>
                  <a:cubicBezTo>
                    <a:pt x="8" y="0"/>
                    <a:pt x="8" y="0"/>
                    <a:pt x="8" y="0"/>
                  </a:cubicBezTo>
                  <a:cubicBezTo>
                    <a:pt x="5" y="0"/>
                    <a:pt x="2" y="1"/>
                    <a:pt x="1" y="4"/>
                  </a:cubicBezTo>
                  <a:cubicBezTo>
                    <a:pt x="3" y="6"/>
                    <a:pt x="3" y="6"/>
                    <a:pt x="3" y="6"/>
                  </a:cubicBezTo>
                  <a:cubicBezTo>
                    <a:pt x="1" y="4"/>
                    <a:pt x="1" y="4"/>
                    <a:pt x="1" y="4"/>
                  </a:cubicBezTo>
                  <a:cubicBezTo>
                    <a:pt x="0" y="5"/>
                    <a:pt x="0" y="7"/>
                    <a:pt x="0" y="8"/>
                  </a:cubicBezTo>
                  <a:cubicBezTo>
                    <a:pt x="0" y="11"/>
                    <a:pt x="1" y="14"/>
                    <a:pt x="4" y="16"/>
                  </a:cubicBezTo>
                  <a:cubicBezTo>
                    <a:pt x="4" y="16"/>
                    <a:pt x="4" y="16"/>
                    <a:pt x="4" y="16"/>
                  </a:cubicBezTo>
                  <a:cubicBezTo>
                    <a:pt x="6" y="16"/>
                    <a:pt x="7" y="17"/>
                    <a:pt x="8" y="17"/>
                  </a:cubicBezTo>
                  <a:cubicBezTo>
                    <a:pt x="8" y="17"/>
                    <a:pt x="8" y="17"/>
                    <a:pt x="8" y="17"/>
                  </a:cubicBezTo>
                  <a:cubicBezTo>
                    <a:pt x="8" y="17"/>
                    <a:pt x="8" y="17"/>
                    <a:pt x="8" y="17"/>
                  </a:cubicBezTo>
                  <a:cubicBezTo>
                    <a:pt x="11" y="17"/>
                    <a:pt x="15" y="15"/>
                    <a:pt x="16" y="12"/>
                  </a:cubicBezTo>
                  <a:cubicBezTo>
                    <a:pt x="17" y="11"/>
                    <a:pt x="17" y="9"/>
                    <a:pt x="17" y="8"/>
                  </a:cubicBezTo>
                  <a:cubicBezTo>
                    <a:pt x="17" y="5"/>
                    <a:pt x="15" y="2"/>
                    <a:pt x="12" y="0"/>
                  </a:cubicBezTo>
                  <a:cubicBezTo>
                    <a:pt x="12" y="0"/>
                    <a:pt x="12" y="0"/>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4" name="Freeform 1340">
              <a:extLst>
                <a:ext uri="{FF2B5EF4-FFF2-40B4-BE49-F238E27FC236}">
                  <a16:creationId xmlns:a16="http://schemas.microsoft.com/office/drawing/2014/main" id="{6F62348C-8544-497F-A3B3-78B2C122B636}"/>
                </a:ext>
              </a:extLst>
            </p:cNvPr>
            <p:cNvSpPr>
              <a:spLocks noEditPoints="1"/>
            </p:cNvSpPr>
            <p:nvPr userDrawn="1"/>
          </p:nvSpPr>
          <p:spPr bwMode="auto">
            <a:xfrm>
              <a:off x="2882179" y="5509979"/>
              <a:ext cx="24083" cy="22077"/>
            </a:xfrm>
            <a:custGeom>
              <a:avLst/>
              <a:gdLst>
                <a:gd name="T0" fmla="*/ 9 w 16"/>
                <a:gd name="T1" fmla="*/ 8 h 15"/>
                <a:gd name="T2" fmla="*/ 9 w 16"/>
                <a:gd name="T3" fmla="*/ 8 h 15"/>
                <a:gd name="T4" fmla="*/ 9 w 16"/>
                <a:gd name="T5" fmla="*/ 8 h 15"/>
                <a:gd name="T6" fmla="*/ 9 w 16"/>
                <a:gd name="T7" fmla="*/ 8 h 15"/>
                <a:gd name="T8" fmla="*/ 8 w 16"/>
                <a:gd name="T9" fmla="*/ 9 h 15"/>
                <a:gd name="T10" fmla="*/ 7 w 16"/>
                <a:gd name="T11" fmla="*/ 9 h 15"/>
                <a:gd name="T12" fmla="*/ 6 w 16"/>
                <a:gd name="T13" fmla="*/ 8 h 15"/>
                <a:gd name="T14" fmla="*/ 6 w 16"/>
                <a:gd name="T15" fmla="*/ 7 h 15"/>
                <a:gd name="T16" fmla="*/ 4 w 16"/>
                <a:gd name="T17" fmla="*/ 6 h 15"/>
                <a:gd name="T18" fmla="*/ 6 w 16"/>
                <a:gd name="T19" fmla="*/ 7 h 15"/>
                <a:gd name="T20" fmla="*/ 8 w 16"/>
                <a:gd name="T21" fmla="*/ 6 h 15"/>
                <a:gd name="T22" fmla="*/ 9 w 16"/>
                <a:gd name="T23" fmla="*/ 6 h 15"/>
                <a:gd name="T24" fmla="*/ 10 w 16"/>
                <a:gd name="T25" fmla="*/ 8 h 15"/>
                <a:gd name="T26" fmla="*/ 9 w 16"/>
                <a:gd name="T27" fmla="*/ 8 h 15"/>
                <a:gd name="T28" fmla="*/ 9 w 16"/>
                <a:gd name="T29" fmla="*/ 8 h 15"/>
                <a:gd name="T30" fmla="*/ 9 w 16"/>
                <a:gd name="T31" fmla="*/ 8 h 15"/>
                <a:gd name="T32" fmla="*/ 9 w 16"/>
                <a:gd name="T33" fmla="*/ 8 h 15"/>
                <a:gd name="T34" fmla="*/ 9 w 16"/>
                <a:gd name="T35" fmla="*/ 9 h 15"/>
                <a:gd name="T36" fmla="*/ 9 w 16"/>
                <a:gd name="T37" fmla="*/ 8 h 15"/>
                <a:gd name="T38" fmla="*/ 8 w 16"/>
                <a:gd name="T39" fmla="*/ 9 h 15"/>
                <a:gd name="T40" fmla="*/ 8 w 16"/>
                <a:gd name="T41" fmla="*/ 0 h 15"/>
                <a:gd name="T42" fmla="*/ 1 w 16"/>
                <a:gd name="T43" fmla="*/ 4 h 15"/>
                <a:gd name="T44" fmla="*/ 1 w 16"/>
                <a:gd name="T45" fmla="*/ 4 h 15"/>
                <a:gd name="T46" fmla="*/ 0 w 16"/>
                <a:gd name="T47" fmla="*/ 8 h 15"/>
                <a:gd name="T48" fmla="*/ 5 w 16"/>
                <a:gd name="T49" fmla="*/ 15 h 15"/>
                <a:gd name="T50" fmla="*/ 8 w 16"/>
                <a:gd name="T51" fmla="*/ 15 h 15"/>
                <a:gd name="T52" fmla="*/ 8 w 16"/>
                <a:gd name="T53" fmla="*/ 15 h 15"/>
                <a:gd name="T54" fmla="*/ 15 w 16"/>
                <a:gd name="T55" fmla="*/ 11 h 15"/>
                <a:gd name="T56" fmla="*/ 15 w 16"/>
                <a:gd name="T57" fmla="*/ 11 h 15"/>
                <a:gd name="T58" fmla="*/ 16 w 16"/>
                <a:gd name="T59" fmla="*/ 8 h 15"/>
                <a:gd name="T60" fmla="*/ 11 w 16"/>
                <a:gd name="T61" fmla="*/ 1 h 15"/>
                <a:gd name="T62" fmla="*/ 8 w 16"/>
                <a:gd name="T63" fmla="*/ 0 h 15"/>
                <a:gd name="T64" fmla="*/ 8 w 16"/>
                <a:gd name="T65" fmla="*/ 0 h 15"/>
                <a:gd name="T66" fmla="*/ 8 w 16"/>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5">
                  <a:moveTo>
                    <a:pt x="9" y="8"/>
                  </a:moveTo>
                  <a:cubicBezTo>
                    <a:pt x="9" y="8"/>
                    <a:pt x="9" y="8"/>
                    <a:pt x="9" y="8"/>
                  </a:cubicBezTo>
                  <a:cubicBezTo>
                    <a:pt x="9" y="8"/>
                    <a:pt x="9" y="8"/>
                    <a:pt x="9" y="8"/>
                  </a:cubicBezTo>
                  <a:cubicBezTo>
                    <a:pt x="9" y="8"/>
                    <a:pt x="9" y="8"/>
                    <a:pt x="9" y="8"/>
                  </a:cubicBezTo>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5" name="Freeform 1341">
              <a:extLst>
                <a:ext uri="{FF2B5EF4-FFF2-40B4-BE49-F238E27FC236}">
                  <a16:creationId xmlns:a16="http://schemas.microsoft.com/office/drawing/2014/main" id="{6B81F5F4-4B24-4A5F-9AA0-6BFDC2DA870C}"/>
                </a:ext>
              </a:extLst>
            </p:cNvPr>
            <p:cNvSpPr>
              <a:spLocks noEditPoints="1"/>
            </p:cNvSpPr>
            <p:nvPr userDrawn="1"/>
          </p:nvSpPr>
          <p:spPr bwMode="auto">
            <a:xfrm>
              <a:off x="2842041" y="4787491"/>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2 h 276"/>
                <a:gd name="T16" fmla="*/ 73 w 80"/>
                <a:gd name="T17" fmla="*/ 243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4 h 276"/>
                <a:gd name="T60" fmla="*/ 79 w 80"/>
                <a:gd name="T61" fmla="*/ 242 h 276"/>
                <a:gd name="T62" fmla="*/ 80 w 80"/>
                <a:gd name="T63" fmla="*/ 217 h 276"/>
                <a:gd name="T64" fmla="*/ 67 w 80"/>
                <a:gd name="T65" fmla="*/ 46 h 276"/>
                <a:gd name="T66" fmla="*/ 37 w 80"/>
                <a:gd name="T67" fmla="*/ 29 h 276"/>
                <a:gd name="T68" fmla="*/ 36 w 80"/>
                <a:gd name="T69" fmla="*/ 29 h 276"/>
                <a:gd name="T70" fmla="*/ 36 w 80"/>
                <a:gd name="T71" fmla="*/ 29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70"/>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6"/>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4"/>
                  </a:cubicBezTo>
                  <a:cubicBezTo>
                    <a:pt x="79" y="243"/>
                    <a:pt x="79" y="243"/>
                    <a:pt x="79" y="243"/>
                  </a:cubicBezTo>
                  <a:cubicBezTo>
                    <a:pt x="79" y="242"/>
                    <a:pt x="79" y="242"/>
                    <a:pt x="79" y="242"/>
                  </a:cubicBezTo>
                  <a:cubicBezTo>
                    <a:pt x="79" y="242"/>
                    <a:pt x="79" y="242"/>
                    <a:pt x="79" y="242"/>
                  </a:cubicBezTo>
                  <a:cubicBezTo>
                    <a:pt x="80" y="236"/>
                    <a:pt x="80" y="228"/>
                    <a:pt x="80" y="217"/>
                  </a:cubicBezTo>
                  <a:cubicBezTo>
                    <a:pt x="80" y="164"/>
                    <a:pt x="72" y="66"/>
                    <a:pt x="72" y="63"/>
                  </a:cubicBezTo>
                  <a:cubicBezTo>
                    <a:pt x="71" y="62"/>
                    <a:pt x="71" y="54"/>
                    <a:pt x="67" y="46"/>
                  </a:cubicBezTo>
                  <a:cubicBezTo>
                    <a:pt x="65" y="42"/>
                    <a:pt x="62"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6" name="Freeform 1342">
              <a:extLst>
                <a:ext uri="{FF2B5EF4-FFF2-40B4-BE49-F238E27FC236}">
                  <a16:creationId xmlns:a16="http://schemas.microsoft.com/office/drawing/2014/main" id="{E74734FF-9151-4CCF-B518-7C1B353D175B}"/>
                </a:ext>
              </a:extLst>
            </p:cNvPr>
            <p:cNvSpPr>
              <a:spLocks noEditPoints="1"/>
            </p:cNvSpPr>
            <p:nvPr userDrawn="1"/>
          </p:nvSpPr>
          <p:spPr bwMode="auto">
            <a:xfrm>
              <a:off x="2890207"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7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7" name="Freeform 1343">
              <a:extLst>
                <a:ext uri="{FF2B5EF4-FFF2-40B4-BE49-F238E27FC236}">
                  <a16:creationId xmlns:a16="http://schemas.microsoft.com/office/drawing/2014/main" id="{16A4B659-7161-40F4-A805-C8AA5C32B10C}"/>
                </a:ext>
              </a:extLst>
            </p:cNvPr>
            <p:cNvSpPr>
              <a:spLocks noEditPoints="1"/>
            </p:cNvSpPr>
            <p:nvPr userDrawn="1"/>
          </p:nvSpPr>
          <p:spPr bwMode="auto">
            <a:xfrm>
              <a:off x="2878165" y="4121195"/>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9 h 116"/>
                <a:gd name="T50" fmla="*/ 6 w 76"/>
                <a:gd name="T51" fmla="*/ 40 h 116"/>
                <a:gd name="T52" fmla="*/ 9 w 76"/>
                <a:gd name="T53" fmla="*/ 19 h 116"/>
                <a:gd name="T54" fmla="*/ 12 w 76"/>
                <a:gd name="T55" fmla="*/ 12 h 116"/>
                <a:gd name="T56" fmla="*/ 17 w 76"/>
                <a:gd name="T57" fmla="*/ 10 h 116"/>
                <a:gd name="T58" fmla="*/ 17 w 76"/>
                <a:gd name="T59" fmla="*/ 10 h 116"/>
                <a:gd name="T60" fmla="*/ 60 w 76"/>
                <a:gd name="T61" fmla="*/ 0 h 116"/>
                <a:gd name="T62" fmla="*/ 60 w 76"/>
                <a:gd name="T63" fmla="*/ 0 h 116"/>
                <a:gd name="T64" fmla="*/ 60 w 76"/>
                <a:gd name="T65" fmla="*/ 0 h 116"/>
                <a:gd name="T66" fmla="*/ 16 w 76"/>
                <a:gd name="T67" fmla="*/ 4 h 116"/>
                <a:gd name="T68" fmla="*/ 8 w 76"/>
                <a:gd name="T69" fmla="*/ 8 h 116"/>
                <a:gd name="T70" fmla="*/ 2 w 76"/>
                <a:gd name="T71" fmla="*/ 22 h 116"/>
                <a:gd name="T72" fmla="*/ 0 w 76"/>
                <a:gd name="T73" fmla="*/ 40 h 116"/>
                <a:gd name="T74" fmla="*/ 2 w 76"/>
                <a:gd name="T75" fmla="*/ 61 h 116"/>
                <a:gd name="T76" fmla="*/ 9 w 76"/>
                <a:gd name="T77" fmla="*/ 82 h 116"/>
                <a:gd name="T78" fmla="*/ 15 w 76"/>
                <a:gd name="T79" fmla="*/ 88 h 116"/>
                <a:gd name="T80" fmla="*/ 16 w 76"/>
                <a:gd name="T81" fmla="*/ 89 h 116"/>
                <a:gd name="T82" fmla="*/ 38 w 76"/>
                <a:gd name="T83" fmla="*/ 90 h 116"/>
                <a:gd name="T84" fmla="*/ 26 w 76"/>
                <a:gd name="T85" fmla="*/ 116 h 116"/>
                <a:gd name="T86" fmla="*/ 56 w 76"/>
                <a:gd name="T87" fmla="*/ 90 h 116"/>
                <a:gd name="T88" fmla="*/ 72 w 76"/>
                <a:gd name="T89" fmla="*/ 85 h 116"/>
                <a:gd name="T90" fmla="*/ 76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8" name="Freeform 1344">
              <a:extLst>
                <a:ext uri="{FF2B5EF4-FFF2-40B4-BE49-F238E27FC236}">
                  <a16:creationId xmlns:a16="http://schemas.microsoft.com/office/drawing/2014/main" id="{9C0D96C2-0975-4AEB-9179-E1AD0E9C2980}"/>
                </a:ext>
              </a:extLst>
            </p:cNvPr>
            <p:cNvSpPr>
              <a:spLocks noEditPoints="1"/>
            </p:cNvSpPr>
            <p:nvPr userDrawn="1"/>
          </p:nvSpPr>
          <p:spPr bwMode="auto">
            <a:xfrm>
              <a:off x="2791869" y="4333928"/>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58 w 165"/>
                <a:gd name="T31" fmla="*/ 59 h 65"/>
                <a:gd name="T32" fmla="*/ 11 w 165"/>
                <a:gd name="T33" fmla="*/ 47 h 65"/>
                <a:gd name="T34" fmla="*/ 9 w 165"/>
                <a:gd name="T35" fmla="*/ 46 h 65"/>
                <a:gd name="T36" fmla="*/ 12 w 165"/>
                <a:gd name="T37" fmla="*/ 13 h 65"/>
                <a:gd name="T38" fmla="*/ 17 w 165"/>
                <a:gd name="T39" fmla="*/ 10 h 65"/>
                <a:gd name="T40" fmla="*/ 58 w 165"/>
                <a:gd name="T41" fmla="*/ 0 h 65"/>
                <a:gd name="T42" fmla="*/ 15 w 165"/>
                <a:gd name="T43" fmla="*/ 4 h 65"/>
                <a:gd name="T44" fmla="*/ 15 w 165"/>
                <a:gd name="T45" fmla="*/ 4 h 65"/>
                <a:gd name="T46" fmla="*/ 0 w 165"/>
                <a:gd name="T47" fmla="*/ 29 h 65"/>
                <a:gd name="T48" fmla="*/ 4 w 165"/>
                <a:gd name="T49" fmla="*/ 48 h 65"/>
                <a:gd name="T50" fmla="*/ 15 w 165"/>
                <a:gd name="T51" fmla="*/ 57 h 65"/>
                <a:gd name="T52" fmla="*/ 58 w 165"/>
                <a:gd name="T53" fmla="*/ 65 h 65"/>
                <a:gd name="T54" fmla="*/ 71 w 165"/>
                <a:gd name="T55" fmla="*/ 65 h 65"/>
                <a:gd name="T56" fmla="*/ 165 w 165"/>
                <a:gd name="T57" fmla="*/ 48 h 65"/>
                <a:gd name="T58" fmla="*/ 116 w 165"/>
                <a:gd name="T59" fmla="*/ 46 h 65"/>
                <a:gd name="T60" fmla="*/ 114 w 165"/>
                <a:gd name="T61" fmla="*/ 43 h 65"/>
                <a:gd name="T62" fmla="*/ 119 w 165"/>
                <a:gd name="T63" fmla="*/ 23 h 65"/>
                <a:gd name="T64" fmla="*/ 115 w 165"/>
                <a:gd name="T65" fmla="*/ 12 h 65"/>
                <a:gd name="T66" fmla="*/ 113 w 165"/>
                <a:gd name="T67" fmla="*/ 14 h 65"/>
                <a:gd name="T68" fmla="*/ 113 w 165"/>
                <a:gd name="T69" fmla="*/ 14 h 65"/>
                <a:gd name="T70" fmla="*/ 58 w 165"/>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1"/>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8"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9" name="Freeform 1345">
              <a:extLst>
                <a:ext uri="{FF2B5EF4-FFF2-40B4-BE49-F238E27FC236}">
                  <a16:creationId xmlns:a16="http://schemas.microsoft.com/office/drawing/2014/main" id="{69ED5084-4705-45B1-85A7-5706C9F2E142}"/>
                </a:ext>
              </a:extLst>
            </p:cNvPr>
            <p:cNvSpPr>
              <a:spLocks noEditPoints="1"/>
            </p:cNvSpPr>
            <p:nvPr userDrawn="1"/>
          </p:nvSpPr>
          <p:spPr bwMode="auto">
            <a:xfrm>
              <a:off x="3118995" y="3846248"/>
              <a:ext cx="248857" cy="98339"/>
            </a:xfrm>
            <a:custGeom>
              <a:avLst/>
              <a:gdLst>
                <a:gd name="T0" fmla="*/ 116 w 165"/>
                <a:gd name="T1" fmla="*/ 34 h 65"/>
                <a:gd name="T2" fmla="*/ 116 w 165"/>
                <a:gd name="T3" fmla="*/ 34 h 65"/>
                <a:gd name="T4" fmla="*/ 112 w 165"/>
                <a:gd name="T5" fmla="*/ 17 h 65"/>
                <a:gd name="T6" fmla="*/ 112 w 165"/>
                <a:gd name="T7" fmla="*/ 17 h 65"/>
                <a:gd name="T8" fmla="*/ 16 w 165"/>
                <a:gd name="T9" fmla="*/ 9 h 65"/>
                <a:gd name="T10" fmla="*/ 58 w 165"/>
                <a:gd name="T11" fmla="*/ 6 h 65"/>
                <a:gd name="T12" fmla="*/ 109 w 165"/>
                <a:gd name="T13" fmla="*/ 15 h 65"/>
                <a:gd name="T14" fmla="*/ 111 w 165"/>
                <a:gd name="T15" fmla="*/ 16 h 65"/>
                <a:gd name="T16" fmla="*/ 112 w 165"/>
                <a:gd name="T17" fmla="*/ 29 h 65"/>
                <a:gd name="T18" fmla="*/ 111 w 165"/>
                <a:gd name="T19" fmla="*/ 31 h 65"/>
                <a:gd name="T20" fmla="*/ 111 w 165"/>
                <a:gd name="T21" fmla="*/ 31 h 65"/>
                <a:gd name="T22" fmla="*/ 111 w 165"/>
                <a:gd name="T23" fmla="*/ 31 h 65"/>
                <a:gd name="T24" fmla="*/ 109 w 165"/>
                <a:gd name="T25" fmla="*/ 48 h 65"/>
                <a:gd name="T26" fmla="*/ 115 w 165"/>
                <a:gd name="T27" fmla="*/ 52 h 65"/>
                <a:gd name="T28" fmla="*/ 127 w 165"/>
                <a:gd name="T29" fmla="*/ 53 h 65"/>
                <a:gd name="T30" fmla="*/ 64 w 165"/>
                <a:gd name="T31" fmla="*/ 59 h 65"/>
                <a:gd name="T32" fmla="*/ 62 w 165"/>
                <a:gd name="T33" fmla="*/ 59 h 65"/>
                <a:gd name="T34" fmla="*/ 61 w 165"/>
                <a:gd name="T35" fmla="*/ 59 h 65"/>
                <a:gd name="T36" fmla="*/ 18 w 165"/>
                <a:gd name="T37" fmla="*/ 52 h 65"/>
                <a:gd name="T38" fmla="*/ 9 w 165"/>
                <a:gd name="T39" fmla="*/ 46 h 65"/>
                <a:gd name="T40" fmla="*/ 6 w 165"/>
                <a:gd name="T41" fmla="*/ 29 h 65"/>
                <a:gd name="T42" fmla="*/ 15 w 165"/>
                <a:gd name="T43" fmla="*/ 11 h 65"/>
                <a:gd name="T44" fmla="*/ 17 w 165"/>
                <a:gd name="T45" fmla="*/ 10 h 65"/>
                <a:gd name="T46" fmla="*/ 58 w 165"/>
                <a:gd name="T47" fmla="*/ 0 h 65"/>
                <a:gd name="T48" fmla="*/ 15 w 165"/>
                <a:gd name="T49" fmla="*/ 4 h 65"/>
                <a:gd name="T50" fmla="*/ 7 w 165"/>
                <a:gd name="T51" fmla="*/ 9 h 65"/>
                <a:gd name="T52" fmla="*/ 3 w 165"/>
                <a:gd name="T53" fmla="*/ 48 h 65"/>
                <a:gd name="T54" fmla="*/ 4 w 165"/>
                <a:gd name="T55" fmla="*/ 49 h 65"/>
                <a:gd name="T56" fmla="*/ 58 w 165"/>
                <a:gd name="T57" fmla="*/ 65 h 65"/>
                <a:gd name="T58" fmla="*/ 61 w 165"/>
                <a:gd name="T59" fmla="*/ 65 h 65"/>
                <a:gd name="T60" fmla="*/ 148 w 165"/>
                <a:gd name="T61" fmla="*/ 53 h 65"/>
                <a:gd name="T62" fmla="*/ 116 w 165"/>
                <a:gd name="T63" fmla="*/ 46 h 65"/>
                <a:gd name="T64" fmla="*/ 114 w 165"/>
                <a:gd name="T65" fmla="*/ 45 h 65"/>
                <a:gd name="T66" fmla="*/ 116 w 165"/>
                <a:gd name="T67" fmla="*/ 34 h 65"/>
                <a:gd name="T68" fmla="*/ 116 w 165"/>
                <a:gd name="T69" fmla="*/ 12 h 65"/>
                <a:gd name="T70" fmla="*/ 115 w 165"/>
                <a:gd name="T71" fmla="*/ 12 h 65"/>
                <a:gd name="T72" fmla="*/ 111 w 165"/>
                <a:gd name="T73" fmla="*/ 16 h 65"/>
                <a:gd name="T74" fmla="*/ 115 w 165"/>
                <a:gd name="T75"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12" y="17"/>
                  </a:moveTo>
                  <a:cubicBezTo>
                    <a:pt x="112" y="17"/>
                    <a:pt x="112" y="17"/>
                    <a:pt x="112" y="17"/>
                  </a:cubicBezTo>
                  <a:cubicBezTo>
                    <a:pt x="112" y="17"/>
                    <a:pt x="112" y="17"/>
                    <a:pt x="112" y="17"/>
                  </a:cubicBezTo>
                  <a:cubicBezTo>
                    <a:pt x="112" y="17"/>
                    <a:pt x="112" y="17"/>
                    <a:pt x="112" y="17"/>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7"/>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9"/>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5"/>
                    <a:pt x="11" y="6"/>
                    <a:pt x="7" y="9"/>
                  </a:cubicBezTo>
                  <a:cubicBezTo>
                    <a:pt x="4" y="13"/>
                    <a:pt x="0" y="19"/>
                    <a:pt x="0" y="29"/>
                  </a:cubicBezTo>
                  <a:cubicBezTo>
                    <a:pt x="0" y="35"/>
                    <a:pt x="1" y="41"/>
                    <a:pt x="3" y="48"/>
                  </a:cubicBezTo>
                  <a:cubicBezTo>
                    <a:pt x="4" y="49"/>
                    <a:pt x="4" y="49"/>
                    <a:pt x="4" y="49"/>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0" name="Freeform 1346">
              <a:extLst>
                <a:ext uri="{FF2B5EF4-FFF2-40B4-BE49-F238E27FC236}">
                  <a16:creationId xmlns:a16="http://schemas.microsoft.com/office/drawing/2014/main" id="{EF730A06-4A36-4A6A-A4F8-8DBA3B46CC2A}"/>
                </a:ext>
              </a:extLst>
            </p:cNvPr>
            <p:cNvSpPr>
              <a:spLocks noEditPoints="1"/>
            </p:cNvSpPr>
            <p:nvPr userDrawn="1"/>
          </p:nvSpPr>
          <p:spPr bwMode="auto">
            <a:xfrm>
              <a:off x="2683496" y="5538076"/>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3 w 170"/>
                <a:gd name="T13" fmla="*/ 7 h 134"/>
                <a:gd name="T14" fmla="*/ 148 w 170"/>
                <a:gd name="T15" fmla="*/ 10 h 134"/>
                <a:gd name="T16" fmla="*/ 159 w 170"/>
                <a:gd name="T17" fmla="*/ 23 h 134"/>
                <a:gd name="T18" fmla="*/ 164 w 170"/>
                <a:gd name="T19" fmla="*/ 42 h 134"/>
                <a:gd name="T20" fmla="*/ 156 w 170"/>
                <a:gd name="T21" fmla="*/ 64 h 134"/>
                <a:gd name="T22" fmla="*/ 124 w 170"/>
                <a:gd name="T23" fmla="*/ 88 h 134"/>
                <a:gd name="T24" fmla="*/ 51 w 170"/>
                <a:gd name="T25" fmla="*/ 88 h 134"/>
                <a:gd name="T26" fmla="*/ 45 w 170"/>
                <a:gd name="T27" fmla="*/ 107 h 134"/>
                <a:gd name="T28" fmla="*/ 43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44 w 170"/>
                <a:gd name="T85" fmla="*/ 1 h 134"/>
                <a:gd name="T86" fmla="*/ 144 w 170"/>
                <a:gd name="T87" fmla="*/ 1 h 134"/>
                <a:gd name="T88" fmla="*/ 139 w 170"/>
                <a:gd name="T89" fmla="*/ 1 h 134"/>
                <a:gd name="T90" fmla="*/ 109 w 170"/>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3" y="7"/>
                    <a:pt x="143"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4" y="1"/>
                    <a:pt x="144" y="1"/>
                    <a:pt x="144" y="1"/>
                  </a:cubicBezTo>
                  <a:cubicBezTo>
                    <a:pt x="144" y="1"/>
                    <a:pt x="144" y="1"/>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1" name="Freeform 1347">
              <a:extLst>
                <a:ext uri="{FF2B5EF4-FFF2-40B4-BE49-F238E27FC236}">
                  <a16:creationId xmlns:a16="http://schemas.microsoft.com/office/drawing/2014/main" id="{2D87A9AD-5D1F-4B2A-A65B-B80E1CA01B0A}"/>
                </a:ext>
              </a:extLst>
            </p:cNvPr>
            <p:cNvSpPr>
              <a:spLocks noEditPoints="1"/>
            </p:cNvSpPr>
            <p:nvPr userDrawn="1"/>
          </p:nvSpPr>
          <p:spPr bwMode="auto">
            <a:xfrm>
              <a:off x="2793875" y="4560709"/>
              <a:ext cx="282975" cy="244843"/>
            </a:xfrm>
            <a:custGeom>
              <a:avLst/>
              <a:gdLst>
                <a:gd name="T0" fmla="*/ 100 w 188"/>
                <a:gd name="T1" fmla="*/ 23 h 162"/>
                <a:gd name="T2" fmla="*/ 111 w 188"/>
                <a:gd name="T3" fmla="*/ 6 h 162"/>
                <a:gd name="T4" fmla="*/ 120 w 188"/>
                <a:gd name="T5" fmla="*/ 12 h 162"/>
                <a:gd name="T6" fmla="*/ 123 w 188"/>
                <a:gd name="T7" fmla="*/ 24 h 162"/>
                <a:gd name="T8" fmla="*/ 147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7 w 188"/>
                <a:gd name="T29" fmla="*/ 132 h 162"/>
                <a:gd name="T30" fmla="*/ 65 w 188"/>
                <a:gd name="T31" fmla="*/ 139 h 162"/>
                <a:gd name="T32" fmla="*/ 50 w 188"/>
                <a:gd name="T33" fmla="*/ 133 h 162"/>
                <a:gd name="T34" fmla="*/ 49 w 188"/>
                <a:gd name="T35" fmla="*/ 115 h 162"/>
                <a:gd name="T36" fmla="*/ 17 w 188"/>
                <a:gd name="T37" fmla="*/ 144 h 162"/>
                <a:gd name="T38" fmla="*/ 28 w 188"/>
                <a:gd name="T39" fmla="*/ 97 h 162"/>
                <a:gd name="T40" fmla="*/ 8 w 188"/>
                <a:gd name="T41" fmla="*/ 84 h 162"/>
                <a:gd name="T42" fmla="*/ 10 w 188"/>
                <a:gd name="T43" fmla="*/ 64 h 162"/>
                <a:gd name="T44" fmla="*/ 15 w 188"/>
                <a:gd name="T45" fmla="*/ 63 h 162"/>
                <a:gd name="T46" fmla="*/ 36 w 188"/>
                <a:gd name="T47" fmla="*/ 51 h 162"/>
                <a:gd name="T48" fmla="*/ 35 w 188"/>
                <a:gd name="T49" fmla="*/ 24 h 162"/>
                <a:gd name="T50" fmla="*/ 64 w 188"/>
                <a:gd name="T51" fmla="*/ 10 h 162"/>
                <a:gd name="T52" fmla="*/ 94 w 188"/>
                <a:gd name="T53" fmla="*/ 24 h 162"/>
                <a:gd name="T54" fmla="*/ 95 w 188"/>
                <a:gd name="T55" fmla="*/ 24 h 162"/>
                <a:gd name="T56" fmla="*/ 111 w 188"/>
                <a:gd name="T57" fmla="*/ 0 h 162"/>
                <a:gd name="T58" fmla="*/ 95 w 188"/>
                <a:gd name="T59" fmla="*/ 17 h 162"/>
                <a:gd name="T60" fmla="*/ 64 w 188"/>
                <a:gd name="T61" fmla="*/ 4 h 162"/>
                <a:gd name="T62" fmla="*/ 24 w 188"/>
                <a:gd name="T63" fmla="*/ 35 h 162"/>
                <a:gd name="T64" fmla="*/ 28 w 188"/>
                <a:gd name="T65" fmla="*/ 55 h 162"/>
                <a:gd name="T66" fmla="*/ 16 w 188"/>
                <a:gd name="T67" fmla="*/ 57 h 162"/>
                <a:gd name="T68" fmla="*/ 8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0 h 162"/>
                <a:gd name="T90" fmla="*/ 78 w 188"/>
                <a:gd name="T91" fmla="*/ 139 h 162"/>
                <a:gd name="T92" fmla="*/ 86 w 188"/>
                <a:gd name="T93" fmla="*/ 139 h 162"/>
                <a:gd name="T94" fmla="*/ 96 w 188"/>
                <a:gd name="T95" fmla="*/ 150 h 162"/>
                <a:gd name="T96" fmla="*/ 147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2"/>
                    <a:pt x="167" y="35"/>
                  </a:cubicBezTo>
                  <a:cubicBezTo>
                    <a:pt x="170" y="39"/>
                    <a:pt x="171" y="44"/>
                    <a:pt x="171" y="47"/>
                  </a:cubicBezTo>
                  <a:cubicBezTo>
                    <a:pt x="171"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6"/>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3"/>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2" name="Freeform 1348">
              <a:extLst>
                <a:ext uri="{FF2B5EF4-FFF2-40B4-BE49-F238E27FC236}">
                  <a16:creationId xmlns:a16="http://schemas.microsoft.com/office/drawing/2014/main" id="{6BE91B24-2DC6-4F38-AEE8-EC4C7C405450}"/>
                </a:ext>
              </a:extLst>
            </p:cNvPr>
            <p:cNvSpPr>
              <a:spLocks noEditPoints="1"/>
            </p:cNvSpPr>
            <p:nvPr userDrawn="1"/>
          </p:nvSpPr>
          <p:spPr bwMode="auto">
            <a:xfrm>
              <a:off x="2545018" y="5214962"/>
              <a:ext cx="363252" cy="313078"/>
            </a:xfrm>
            <a:custGeom>
              <a:avLst/>
              <a:gdLst>
                <a:gd name="T0" fmla="*/ 3 w 242"/>
                <a:gd name="T1" fmla="*/ 203 h 208"/>
                <a:gd name="T2" fmla="*/ 135 w 242"/>
                <a:gd name="T3" fmla="*/ 10 h 208"/>
                <a:gd name="T4" fmla="*/ 148 w 242"/>
                <a:gd name="T5" fmla="*/ 8 h 208"/>
                <a:gd name="T6" fmla="*/ 157 w 242"/>
                <a:gd name="T7" fmla="*/ 23 h 208"/>
                <a:gd name="T8" fmla="*/ 190 w 242"/>
                <a:gd name="T9" fmla="*/ 34 h 208"/>
                <a:gd name="T10" fmla="*/ 220 w 242"/>
                <a:gd name="T11" fmla="*/ 69 h 208"/>
                <a:gd name="T12" fmla="*/ 217 w 242"/>
                <a:gd name="T13" fmla="*/ 103 h 208"/>
                <a:gd name="T14" fmla="*/ 233 w 242"/>
                <a:gd name="T15" fmla="*/ 136 h 208"/>
                <a:gd name="T16" fmla="*/ 206 w 242"/>
                <a:gd name="T17" fmla="*/ 143 h 208"/>
                <a:gd name="T18" fmla="*/ 183 w 242"/>
                <a:gd name="T19" fmla="*/ 171 h 208"/>
                <a:gd name="T20" fmla="*/ 127 w 242"/>
                <a:gd name="T21" fmla="*/ 189 h 208"/>
                <a:gd name="T22" fmla="*/ 105 w 242"/>
                <a:gd name="T23" fmla="*/ 170 h 208"/>
                <a:gd name="T24" fmla="*/ 94 w 242"/>
                <a:gd name="T25" fmla="*/ 177 h 208"/>
                <a:gd name="T26" fmla="*/ 63 w 242"/>
                <a:gd name="T27" fmla="*/ 173 h 208"/>
                <a:gd name="T28" fmla="*/ 58 w 242"/>
                <a:gd name="T29" fmla="*/ 145 h 208"/>
                <a:gd name="T30" fmla="*/ 34 w 242"/>
                <a:gd name="T31" fmla="*/ 163 h 208"/>
                <a:gd name="T32" fmla="*/ 14 w 242"/>
                <a:gd name="T33" fmla="*/ 118 h 208"/>
                <a:gd name="T34" fmla="*/ 12 w 242"/>
                <a:gd name="T35" fmla="*/ 82 h 208"/>
                <a:gd name="T36" fmla="*/ 39 w 242"/>
                <a:gd name="T37" fmla="*/ 76 h 208"/>
                <a:gd name="T38" fmla="*/ 44 w 242"/>
                <a:gd name="T39" fmla="*/ 30 h 208"/>
                <a:gd name="T40" fmla="*/ 111 w 242"/>
                <a:gd name="T41" fmla="*/ 21 h 208"/>
                <a:gd name="T42" fmla="*/ 122 w 242"/>
                <a:gd name="T43" fmla="*/ 30 h 208"/>
                <a:gd name="T44" fmla="*/ 142 w 242"/>
                <a:gd name="T45" fmla="*/ 0 h 208"/>
                <a:gd name="T46" fmla="*/ 114 w 242"/>
                <a:gd name="T47" fmla="*/ 15 h 208"/>
                <a:gd name="T48" fmla="*/ 31 w 242"/>
                <a:gd name="T49" fmla="*/ 45 h 208"/>
                <a:gd name="T50" fmla="*/ 23 w 242"/>
                <a:gd name="T51" fmla="*/ 75 h 208"/>
                <a:gd name="T52" fmla="*/ 9 w 242"/>
                <a:gd name="T53" fmla="*/ 76 h 208"/>
                <a:gd name="T54" fmla="*/ 10 w 242"/>
                <a:gd name="T55" fmla="*/ 122 h 208"/>
                <a:gd name="T56" fmla="*/ 29 w 242"/>
                <a:gd name="T57" fmla="*/ 160 h 208"/>
                <a:gd name="T58" fmla="*/ 1 w 242"/>
                <a:gd name="T59" fmla="*/ 203 h 208"/>
                <a:gd name="T60" fmla="*/ 2 w 242"/>
                <a:gd name="T61" fmla="*/ 208 h 208"/>
                <a:gd name="T62" fmla="*/ 18 w 242"/>
                <a:gd name="T63" fmla="*/ 200 h 208"/>
                <a:gd name="T64" fmla="*/ 56 w 242"/>
                <a:gd name="T65" fmla="*/ 173 h 208"/>
                <a:gd name="T66" fmla="*/ 83 w 242"/>
                <a:gd name="T67" fmla="*/ 187 h 208"/>
                <a:gd name="T68" fmla="*/ 99 w 242"/>
                <a:gd name="T69" fmla="*/ 180 h 208"/>
                <a:gd name="T70" fmla="*/ 111 w 242"/>
                <a:gd name="T71" fmla="*/ 179 h 208"/>
                <a:gd name="T72" fmla="*/ 146 w 242"/>
                <a:gd name="T73" fmla="*/ 198 h 208"/>
                <a:gd name="T74" fmla="*/ 189 w 242"/>
                <a:gd name="T75" fmla="*/ 178 h 208"/>
                <a:gd name="T76" fmla="*/ 197 w 242"/>
                <a:gd name="T77" fmla="*/ 151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5" y="206"/>
                  </a:moveTo>
                  <a:cubicBezTo>
                    <a:pt x="5" y="206"/>
                    <a:pt x="5" y="206"/>
                    <a:pt x="5" y="206"/>
                  </a:cubicBezTo>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50"/>
                    <a:pt x="221" y="55"/>
                    <a:pt x="221" y="61"/>
                  </a:cubicBezTo>
                  <a:cubicBezTo>
                    <a:pt x="221" y="64"/>
                    <a:pt x="221" y="67"/>
                    <a:pt x="220"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0" y="107"/>
                    <a:pt x="225" y="110"/>
                    <a:pt x="229" y="112"/>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90"/>
                    <a:pt x="128" y="189"/>
                    <a:pt x="127" y="189"/>
                  </a:cubicBezTo>
                  <a:cubicBezTo>
                    <a:pt x="127" y="189"/>
                    <a:pt x="127" y="189"/>
                    <a:pt x="127" y="189"/>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1"/>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1"/>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70"/>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6"/>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5"/>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6"/>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3" name="Freeform 1349">
              <a:extLst>
                <a:ext uri="{FF2B5EF4-FFF2-40B4-BE49-F238E27FC236}">
                  <a16:creationId xmlns:a16="http://schemas.microsoft.com/office/drawing/2014/main" id="{B42B8313-935D-40FB-A6B3-AD7F5AF3EEF2}"/>
                </a:ext>
              </a:extLst>
            </p:cNvPr>
            <p:cNvSpPr>
              <a:spLocks/>
            </p:cNvSpPr>
            <p:nvPr userDrawn="1"/>
          </p:nvSpPr>
          <p:spPr bwMode="auto">
            <a:xfrm>
              <a:off x="2545018" y="5524027"/>
              <a:ext cx="2008" cy="401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2"/>
                    <a:pt x="1" y="2"/>
                  </a:cubicBezTo>
                  <a:cubicBezTo>
                    <a:pt x="1" y="2"/>
                    <a:pt x="1" y="2"/>
                    <a:pt x="1" y="2"/>
                  </a:cubicBezTo>
                  <a:cubicBezTo>
                    <a:pt x="1"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4" name="Freeform 1350">
              <a:extLst>
                <a:ext uri="{FF2B5EF4-FFF2-40B4-BE49-F238E27FC236}">
                  <a16:creationId xmlns:a16="http://schemas.microsoft.com/office/drawing/2014/main" id="{8644F54D-5849-440F-9EAB-692EE252571E}"/>
                </a:ext>
              </a:extLst>
            </p:cNvPr>
            <p:cNvSpPr>
              <a:spLocks noEditPoints="1"/>
            </p:cNvSpPr>
            <p:nvPr userDrawn="1"/>
          </p:nvSpPr>
          <p:spPr bwMode="auto">
            <a:xfrm>
              <a:off x="3827436" y="4131229"/>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1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5" name="Freeform 1351">
              <a:extLst>
                <a:ext uri="{FF2B5EF4-FFF2-40B4-BE49-F238E27FC236}">
                  <a16:creationId xmlns:a16="http://schemas.microsoft.com/office/drawing/2014/main" id="{B076446B-EFA2-4141-9B70-691CE8BF4FB4}"/>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close/>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close/>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6" name="Freeform 1352">
              <a:extLst>
                <a:ext uri="{FF2B5EF4-FFF2-40B4-BE49-F238E27FC236}">
                  <a16:creationId xmlns:a16="http://schemas.microsoft.com/office/drawing/2014/main" id="{B09FCF6A-DECB-49CA-8349-209CB72AE1FA}"/>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7" name="Freeform 1353">
              <a:extLst>
                <a:ext uri="{FF2B5EF4-FFF2-40B4-BE49-F238E27FC236}">
                  <a16:creationId xmlns:a16="http://schemas.microsoft.com/office/drawing/2014/main" id="{40859E9A-995B-41B0-8886-EBDBDAC3DE6A}"/>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close/>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8" name="Freeform 1354">
              <a:extLst>
                <a:ext uri="{FF2B5EF4-FFF2-40B4-BE49-F238E27FC236}">
                  <a16:creationId xmlns:a16="http://schemas.microsoft.com/office/drawing/2014/main" id="{FAD3D18E-BFE4-4482-B9B2-F01096722EA6}"/>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9" name="Freeform 1355">
              <a:extLst>
                <a:ext uri="{FF2B5EF4-FFF2-40B4-BE49-F238E27FC236}">
                  <a16:creationId xmlns:a16="http://schemas.microsoft.com/office/drawing/2014/main" id="{D73F39F4-8358-4F03-B1C4-24F7A18E7AD4}"/>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0" name="Freeform 1356">
              <a:extLst>
                <a:ext uri="{FF2B5EF4-FFF2-40B4-BE49-F238E27FC236}">
                  <a16:creationId xmlns:a16="http://schemas.microsoft.com/office/drawing/2014/main" id="{26DC2836-A639-4DAA-A3D7-11C9D64FC133}"/>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1" name="Freeform 1357">
              <a:extLst>
                <a:ext uri="{FF2B5EF4-FFF2-40B4-BE49-F238E27FC236}">
                  <a16:creationId xmlns:a16="http://schemas.microsoft.com/office/drawing/2014/main" id="{C8ADBD76-B73C-4894-B58F-DF0A45BF995E}"/>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2" name="Freeform 1358">
              <a:extLst>
                <a:ext uri="{FF2B5EF4-FFF2-40B4-BE49-F238E27FC236}">
                  <a16:creationId xmlns:a16="http://schemas.microsoft.com/office/drawing/2014/main" id="{AE558F89-7AC9-4F2E-8CFD-B26CB8C9CA42}"/>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3" name="Freeform 1359">
              <a:extLst>
                <a:ext uri="{FF2B5EF4-FFF2-40B4-BE49-F238E27FC236}">
                  <a16:creationId xmlns:a16="http://schemas.microsoft.com/office/drawing/2014/main" id="{B71046E4-15D2-4DD6-B3BE-C9F373080C71}"/>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4" name="Freeform 1360">
              <a:extLst>
                <a:ext uri="{FF2B5EF4-FFF2-40B4-BE49-F238E27FC236}">
                  <a16:creationId xmlns:a16="http://schemas.microsoft.com/office/drawing/2014/main" id="{3541E6FE-1AA6-461B-8E9F-E58D6357ADB3}"/>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5" name="Freeform 1361">
              <a:extLst>
                <a:ext uri="{FF2B5EF4-FFF2-40B4-BE49-F238E27FC236}">
                  <a16:creationId xmlns:a16="http://schemas.microsoft.com/office/drawing/2014/main" id="{1E5D3A4A-0633-49C8-A651-50595AE912AC}"/>
                </a:ext>
              </a:extLst>
            </p:cNvPr>
            <p:cNvSpPr>
              <a:spLocks noEditPoints="1"/>
            </p:cNvSpPr>
            <p:nvPr userDrawn="1"/>
          </p:nvSpPr>
          <p:spPr bwMode="auto">
            <a:xfrm>
              <a:off x="5748051"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7" name="Freeform 1363">
              <a:extLst>
                <a:ext uri="{FF2B5EF4-FFF2-40B4-BE49-F238E27FC236}">
                  <a16:creationId xmlns:a16="http://schemas.microsoft.com/office/drawing/2014/main" id="{52B82F7F-274C-466C-A5F8-F5D88480165F}"/>
                </a:ext>
              </a:extLst>
            </p:cNvPr>
            <p:cNvSpPr>
              <a:spLocks noEditPoints="1"/>
            </p:cNvSpPr>
            <p:nvPr userDrawn="1"/>
          </p:nvSpPr>
          <p:spPr bwMode="auto">
            <a:xfrm>
              <a:off x="5414903" y="4843684"/>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8 h 127"/>
                <a:gd name="T14" fmla="*/ 100 w 130"/>
                <a:gd name="T15" fmla="*/ 50 h 127"/>
                <a:gd name="T16" fmla="*/ 102 w 130"/>
                <a:gd name="T17" fmla="*/ 64 h 127"/>
                <a:gd name="T18" fmla="*/ 100 w 130"/>
                <a:gd name="T19" fmla="*/ 78 h 127"/>
                <a:gd name="T20" fmla="*/ 92 w 130"/>
                <a:gd name="T21" fmla="*/ 90 h 127"/>
                <a:gd name="T22" fmla="*/ 79 w 130"/>
                <a:gd name="T23" fmla="*/ 98 h 127"/>
                <a:gd name="T24" fmla="*/ 65 w 130"/>
                <a:gd name="T25" fmla="*/ 101 h 127"/>
                <a:gd name="T26" fmla="*/ 50 w 130"/>
                <a:gd name="T27" fmla="*/ 98 h 127"/>
                <a:gd name="T28" fmla="*/ 38 w 130"/>
                <a:gd name="T29" fmla="*/ 90 h 127"/>
                <a:gd name="T30" fmla="*/ 30 w 130"/>
                <a:gd name="T31" fmla="*/ 78 h 127"/>
                <a:gd name="T32" fmla="*/ 27 w 130"/>
                <a:gd name="T33" fmla="*/ 64 h 127"/>
                <a:gd name="T34" fmla="*/ 30 w 130"/>
                <a:gd name="T35" fmla="*/ 50 h 127"/>
                <a:gd name="T36" fmla="*/ 38 w 130"/>
                <a:gd name="T37" fmla="*/ 38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8"/>
                    <a:pt x="92" y="38"/>
                    <a:pt x="92" y="38"/>
                  </a:cubicBezTo>
                  <a:cubicBezTo>
                    <a:pt x="82" y="52"/>
                    <a:pt x="82" y="52"/>
                    <a:pt x="82" y="52"/>
                  </a:cubicBezTo>
                  <a:cubicBezTo>
                    <a:pt x="100" y="50"/>
                    <a:pt x="100" y="50"/>
                    <a:pt x="100" y="50"/>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8" name="Freeform 1364">
              <a:extLst>
                <a:ext uri="{FF2B5EF4-FFF2-40B4-BE49-F238E27FC236}">
                  <a16:creationId xmlns:a16="http://schemas.microsoft.com/office/drawing/2014/main" id="{0B5774A2-5B67-4BF4-A791-3C7C485F32BD}"/>
                </a:ext>
              </a:extLst>
            </p:cNvPr>
            <p:cNvSpPr>
              <a:spLocks noEditPoints="1"/>
            </p:cNvSpPr>
            <p:nvPr userDrawn="1"/>
          </p:nvSpPr>
          <p:spPr bwMode="auto">
            <a:xfrm>
              <a:off x="5770128" y="4195451"/>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9" name="Freeform 1365">
              <a:extLst>
                <a:ext uri="{FF2B5EF4-FFF2-40B4-BE49-F238E27FC236}">
                  <a16:creationId xmlns:a16="http://schemas.microsoft.com/office/drawing/2014/main" id="{41F74D94-4F22-4F22-BB08-5D613A716AF6}"/>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close/>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0" name="Freeform 1366">
              <a:extLst>
                <a:ext uri="{FF2B5EF4-FFF2-40B4-BE49-F238E27FC236}">
                  <a16:creationId xmlns:a16="http://schemas.microsoft.com/office/drawing/2014/main" id="{EECBBDB7-CDBE-4FF4-A7E6-FB469B20E202}"/>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1" name="Freeform 1367">
              <a:extLst>
                <a:ext uri="{FF2B5EF4-FFF2-40B4-BE49-F238E27FC236}">
                  <a16:creationId xmlns:a16="http://schemas.microsoft.com/office/drawing/2014/main" id="{C8C9B40A-6E96-46BC-AF85-291435CF8805}"/>
                </a:ext>
              </a:extLst>
            </p:cNvPr>
            <p:cNvSpPr>
              <a:spLocks noEditPoints="1"/>
            </p:cNvSpPr>
            <p:nvPr userDrawn="1"/>
          </p:nvSpPr>
          <p:spPr bwMode="auto">
            <a:xfrm>
              <a:off x="5326599" y="5690601"/>
              <a:ext cx="126436" cy="122422"/>
            </a:xfrm>
            <a:custGeom>
              <a:avLst/>
              <a:gdLst>
                <a:gd name="T0" fmla="*/ 75 w 84"/>
                <a:gd name="T1" fmla="*/ 39 h 82"/>
                <a:gd name="T2" fmla="*/ 74 w 84"/>
                <a:gd name="T3" fmla="*/ 39 h 82"/>
                <a:gd name="T4" fmla="*/ 40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40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40 w 84"/>
                <a:gd name="T37" fmla="*/ 28 h 82"/>
                <a:gd name="T38" fmla="*/ 38 w 84"/>
                <a:gd name="T39" fmla="*/ 19 h 82"/>
                <a:gd name="T40" fmla="*/ 29 w 84"/>
                <a:gd name="T41" fmla="*/ 22 h 82"/>
                <a:gd name="T42" fmla="*/ 15 w 84"/>
                <a:gd name="T43" fmla="*/ 15 h 82"/>
                <a:gd name="T44" fmla="*/ 4 w 84"/>
                <a:gd name="T45" fmla="*/ 25 h 82"/>
                <a:gd name="T46" fmla="*/ 0 w 84"/>
                <a:gd name="T47" fmla="*/ 41 h 82"/>
                <a:gd name="T48" fmla="*/ 4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1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2" name="Freeform 1368">
              <a:extLst>
                <a:ext uri="{FF2B5EF4-FFF2-40B4-BE49-F238E27FC236}">
                  <a16:creationId xmlns:a16="http://schemas.microsoft.com/office/drawing/2014/main" id="{9FA4560F-BD74-4C50-B596-9B83BC358D8E}"/>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3" name="Freeform 1369">
              <a:extLst>
                <a:ext uri="{FF2B5EF4-FFF2-40B4-BE49-F238E27FC236}">
                  <a16:creationId xmlns:a16="http://schemas.microsoft.com/office/drawing/2014/main" id="{3CCE0DB8-16EA-4041-AB55-CA73DF3F552D}"/>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4" name="Freeform 1370">
              <a:extLst>
                <a:ext uri="{FF2B5EF4-FFF2-40B4-BE49-F238E27FC236}">
                  <a16:creationId xmlns:a16="http://schemas.microsoft.com/office/drawing/2014/main" id="{34E9BC10-F5B9-4340-AC04-F31306C6986B}"/>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5" name="Freeform 1371">
              <a:extLst>
                <a:ext uri="{FF2B5EF4-FFF2-40B4-BE49-F238E27FC236}">
                  <a16:creationId xmlns:a16="http://schemas.microsoft.com/office/drawing/2014/main" id="{218FE103-75E6-4A67-B93E-CE0403FD4535}"/>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6" name="Freeform 1372">
              <a:extLst>
                <a:ext uri="{FF2B5EF4-FFF2-40B4-BE49-F238E27FC236}">
                  <a16:creationId xmlns:a16="http://schemas.microsoft.com/office/drawing/2014/main" id="{068813BB-1CC0-47A5-95FD-DCDAAD1DDBA4}"/>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7" name="Freeform 1373">
              <a:extLst>
                <a:ext uri="{FF2B5EF4-FFF2-40B4-BE49-F238E27FC236}">
                  <a16:creationId xmlns:a16="http://schemas.microsoft.com/office/drawing/2014/main" id="{7223ED2B-DCC8-4507-BB74-3C814E93E451}"/>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8" name="Freeform 1374">
              <a:extLst>
                <a:ext uri="{FF2B5EF4-FFF2-40B4-BE49-F238E27FC236}">
                  <a16:creationId xmlns:a16="http://schemas.microsoft.com/office/drawing/2014/main" id="{578861AE-9897-4A1A-BFE4-3C9EDE541C4F}"/>
                </a:ext>
              </a:extLst>
            </p:cNvPr>
            <p:cNvSpPr>
              <a:spLocks noEditPoints="1"/>
            </p:cNvSpPr>
            <p:nvPr userDrawn="1"/>
          </p:nvSpPr>
          <p:spPr bwMode="auto">
            <a:xfrm>
              <a:off x="3478233" y="4801538"/>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1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1 h 214"/>
                <a:gd name="T36" fmla="*/ 100 w 218"/>
                <a:gd name="T37" fmla="*/ 64 h 214"/>
                <a:gd name="T38" fmla="*/ 97 w 218"/>
                <a:gd name="T39" fmla="*/ 50 h 214"/>
                <a:gd name="T40" fmla="*/ 76 w 218"/>
                <a:gd name="T41" fmla="*/ 59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1"/>
                    <a:pt x="134" y="71"/>
                    <a:pt x="134" y="71"/>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1"/>
                    <a:pt x="84" y="71"/>
                    <a:pt x="84" y="71"/>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9"/>
                    <a:pt x="76" y="59"/>
                    <a:pt x="76" y="59"/>
                  </a:cubicBezTo>
                  <a:cubicBezTo>
                    <a:pt x="32" y="32"/>
                    <a:pt x="32" y="32"/>
                    <a:pt x="32" y="32"/>
                  </a:cubicBezTo>
                  <a:cubicBezTo>
                    <a:pt x="59" y="75"/>
                    <a:pt x="59" y="75"/>
                    <a:pt x="59" y="75"/>
                  </a:cubicBezTo>
                  <a:cubicBezTo>
                    <a:pt x="13" y="67"/>
                    <a:pt x="13" y="67"/>
                    <a:pt x="13" y="67"/>
                  </a:cubicBezTo>
                  <a:cubicBezTo>
                    <a:pt x="13" y="68"/>
                    <a:pt x="13" y="69"/>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9"/>
                    <a:pt x="142" y="59"/>
                    <a:pt x="142"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9" name="Freeform 1375">
              <a:extLst>
                <a:ext uri="{FF2B5EF4-FFF2-40B4-BE49-F238E27FC236}">
                  <a16:creationId xmlns:a16="http://schemas.microsoft.com/office/drawing/2014/main" id="{EF985CE9-9F7A-47C8-B071-969A2F921E40}"/>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close/>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close/>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0" name="Freeform 1376">
              <a:extLst>
                <a:ext uri="{FF2B5EF4-FFF2-40B4-BE49-F238E27FC236}">
                  <a16:creationId xmlns:a16="http://schemas.microsoft.com/office/drawing/2014/main" id="{867B373C-FFB5-48CC-9289-7C16BC4DF59D}"/>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1" name="Freeform 1377">
              <a:extLst>
                <a:ext uri="{FF2B5EF4-FFF2-40B4-BE49-F238E27FC236}">
                  <a16:creationId xmlns:a16="http://schemas.microsoft.com/office/drawing/2014/main" id="{5EA4CFD8-0779-4D31-A51C-A5F9B689F578}"/>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2" name="Freeform 1378">
              <a:extLst>
                <a:ext uri="{FF2B5EF4-FFF2-40B4-BE49-F238E27FC236}">
                  <a16:creationId xmlns:a16="http://schemas.microsoft.com/office/drawing/2014/main" id="{A0747591-6AB6-4958-A3AE-B3FB614BBC84}"/>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3" name="Freeform 1379">
              <a:extLst>
                <a:ext uri="{FF2B5EF4-FFF2-40B4-BE49-F238E27FC236}">
                  <a16:creationId xmlns:a16="http://schemas.microsoft.com/office/drawing/2014/main" id="{5C1BE2E3-DDF1-49E5-A2E1-85978AA75CAA}"/>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4" name="Freeform 1380">
              <a:extLst>
                <a:ext uri="{FF2B5EF4-FFF2-40B4-BE49-F238E27FC236}">
                  <a16:creationId xmlns:a16="http://schemas.microsoft.com/office/drawing/2014/main" id="{DF66F64C-CCF9-4B96-B357-F6EA58D519B8}"/>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5" name="Freeform 1381">
              <a:extLst>
                <a:ext uri="{FF2B5EF4-FFF2-40B4-BE49-F238E27FC236}">
                  <a16:creationId xmlns:a16="http://schemas.microsoft.com/office/drawing/2014/main" id="{476965CE-3988-4F3E-963C-4D98985DF124}"/>
                </a:ext>
              </a:extLst>
            </p:cNvPr>
            <p:cNvSpPr>
              <a:spLocks noEditPoints="1"/>
            </p:cNvSpPr>
            <p:nvPr userDrawn="1"/>
          </p:nvSpPr>
          <p:spPr bwMode="auto">
            <a:xfrm>
              <a:off x="3692972" y="4468391"/>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6" name="Freeform 1382">
              <a:extLst>
                <a:ext uri="{FF2B5EF4-FFF2-40B4-BE49-F238E27FC236}">
                  <a16:creationId xmlns:a16="http://schemas.microsoft.com/office/drawing/2014/main" id="{0849FCB9-DA02-435E-A9E2-C917A76F6006}"/>
                </a:ext>
              </a:extLst>
            </p:cNvPr>
            <p:cNvSpPr>
              <a:spLocks noEditPoints="1"/>
            </p:cNvSpPr>
            <p:nvPr userDrawn="1"/>
          </p:nvSpPr>
          <p:spPr bwMode="auto">
            <a:xfrm>
              <a:off x="3759201" y="4580778"/>
              <a:ext cx="26091" cy="28097"/>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7" name="Freeform 1383">
              <a:extLst>
                <a:ext uri="{FF2B5EF4-FFF2-40B4-BE49-F238E27FC236}">
                  <a16:creationId xmlns:a16="http://schemas.microsoft.com/office/drawing/2014/main" id="{164392C0-E110-4C94-87C1-463C7D6CE2DC}"/>
                </a:ext>
              </a:extLst>
            </p:cNvPr>
            <p:cNvSpPr>
              <a:spLocks/>
            </p:cNvSpPr>
            <p:nvPr userDrawn="1"/>
          </p:nvSpPr>
          <p:spPr bwMode="auto">
            <a:xfrm>
              <a:off x="3763215" y="4580778"/>
              <a:ext cx="10035"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8" name="Freeform 1384">
              <a:extLst>
                <a:ext uri="{FF2B5EF4-FFF2-40B4-BE49-F238E27FC236}">
                  <a16:creationId xmlns:a16="http://schemas.microsoft.com/office/drawing/2014/main" id="{450EE8FE-11EB-49B5-8B4E-D8BFB555481E}"/>
                </a:ext>
              </a:extLst>
            </p:cNvPr>
            <p:cNvSpPr>
              <a:spLocks/>
            </p:cNvSpPr>
            <p:nvPr userDrawn="1"/>
          </p:nvSpPr>
          <p:spPr bwMode="auto">
            <a:xfrm>
              <a:off x="3767229" y="4604861"/>
              <a:ext cx="22077"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9" name="Freeform 1385">
              <a:extLst>
                <a:ext uri="{FF2B5EF4-FFF2-40B4-BE49-F238E27FC236}">
                  <a16:creationId xmlns:a16="http://schemas.microsoft.com/office/drawing/2014/main" id="{B28614EE-817B-4EE3-A67A-0E0CD9F7517C}"/>
                </a:ext>
              </a:extLst>
            </p:cNvPr>
            <p:cNvSpPr>
              <a:spLocks/>
            </p:cNvSpPr>
            <p:nvPr userDrawn="1"/>
          </p:nvSpPr>
          <p:spPr bwMode="auto">
            <a:xfrm>
              <a:off x="3771242" y="4604861"/>
              <a:ext cx="8028"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0" name="Freeform 1386">
              <a:extLst>
                <a:ext uri="{FF2B5EF4-FFF2-40B4-BE49-F238E27FC236}">
                  <a16:creationId xmlns:a16="http://schemas.microsoft.com/office/drawing/2014/main" id="{9E373CB8-BF13-40C7-B85B-61FEC18D180B}"/>
                </a:ext>
              </a:extLst>
            </p:cNvPr>
            <p:cNvSpPr>
              <a:spLocks noEditPoints="1"/>
            </p:cNvSpPr>
            <p:nvPr userDrawn="1"/>
          </p:nvSpPr>
          <p:spPr bwMode="auto">
            <a:xfrm>
              <a:off x="3785290" y="4616902"/>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1" name="Freeform 1387">
              <a:extLst>
                <a:ext uri="{FF2B5EF4-FFF2-40B4-BE49-F238E27FC236}">
                  <a16:creationId xmlns:a16="http://schemas.microsoft.com/office/drawing/2014/main" id="{8717CA9F-082B-485D-BE1D-3BA14FA0F3BA}"/>
                </a:ext>
              </a:extLst>
            </p:cNvPr>
            <p:cNvSpPr>
              <a:spLocks/>
            </p:cNvSpPr>
            <p:nvPr userDrawn="1"/>
          </p:nvSpPr>
          <p:spPr bwMode="auto">
            <a:xfrm>
              <a:off x="3785290" y="4618910"/>
              <a:ext cx="4014"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2" name="Freeform 1388">
              <a:extLst>
                <a:ext uri="{FF2B5EF4-FFF2-40B4-BE49-F238E27FC236}">
                  <a16:creationId xmlns:a16="http://schemas.microsoft.com/office/drawing/2014/main" id="{39C1DDC3-D852-4A2E-BEEC-00BEA549ED0C}"/>
                </a:ext>
              </a:extLst>
            </p:cNvPr>
            <p:cNvSpPr>
              <a:spLocks noEditPoints="1"/>
            </p:cNvSpPr>
            <p:nvPr userDrawn="1"/>
          </p:nvSpPr>
          <p:spPr bwMode="auto">
            <a:xfrm>
              <a:off x="5390820" y="5423681"/>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3" name="Freeform 1389">
              <a:extLst>
                <a:ext uri="{FF2B5EF4-FFF2-40B4-BE49-F238E27FC236}">
                  <a16:creationId xmlns:a16="http://schemas.microsoft.com/office/drawing/2014/main" id="{072151CF-1DA5-4AE4-B4F8-09AA13D3C7DD}"/>
                </a:ext>
              </a:extLst>
            </p:cNvPr>
            <p:cNvSpPr>
              <a:spLocks noEditPoints="1"/>
            </p:cNvSpPr>
            <p:nvPr userDrawn="1"/>
          </p:nvSpPr>
          <p:spPr bwMode="auto">
            <a:xfrm>
              <a:off x="5388814" y="5520013"/>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4" name="Freeform 1390">
              <a:extLst>
                <a:ext uri="{FF2B5EF4-FFF2-40B4-BE49-F238E27FC236}">
                  <a16:creationId xmlns:a16="http://schemas.microsoft.com/office/drawing/2014/main" id="{CFE39A40-2CFD-4E98-AC25-FF3C982B59E7}"/>
                </a:ext>
              </a:extLst>
            </p:cNvPr>
            <p:cNvSpPr>
              <a:spLocks/>
            </p:cNvSpPr>
            <p:nvPr userDrawn="1"/>
          </p:nvSpPr>
          <p:spPr bwMode="auto">
            <a:xfrm>
              <a:off x="5408883" y="5520013"/>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5" name="Freeform 1391">
              <a:extLst>
                <a:ext uri="{FF2B5EF4-FFF2-40B4-BE49-F238E27FC236}">
                  <a16:creationId xmlns:a16="http://schemas.microsoft.com/office/drawing/2014/main" id="{BCCE661C-9235-46B7-A943-0F6A0DE64E5B}"/>
                </a:ext>
              </a:extLst>
            </p:cNvPr>
            <p:cNvSpPr>
              <a:spLocks noEditPoints="1"/>
            </p:cNvSpPr>
            <p:nvPr userDrawn="1"/>
          </p:nvSpPr>
          <p:spPr bwMode="auto">
            <a:xfrm>
              <a:off x="5376773" y="5540082"/>
              <a:ext cx="20069" cy="20069"/>
            </a:xfrm>
            <a:custGeom>
              <a:avLst/>
              <a:gdLst>
                <a:gd name="T0" fmla="*/ 8 w 14"/>
                <a:gd name="T1" fmla="*/ 8 h 14"/>
                <a:gd name="T2" fmla="*/ 8 w 14"/>
                <a:gd name="T3" fmla="*/ 8 h 14"/>
                <a:gd name="T4" fmla="*/ 7 w 14"/>
                <a:gd name="T5" fmla="*/ 8 h 14"/>
                <a:gd name="T6" fmla="*/ 6 w 14"/>
                <a:gd name="T7" fmla="*/ 8 h 14"/>
                <a:gd name="T8" fmla="*/ 6 w 14"/>
                <a:gd name="T9" fmla="*/ 7 h 14"/>
                <a:gd name="T10" fmla="*/ 6 w 14"/>
                <a:gd name="T11" fmla="*/ 6 h 14"/>
                <a:gd name="T12" fmla="*/ 7 w 14"/>
                <a:gd name="T13" fmla="*/ 6 h 14"/>
                <a:gd name="T14" fmla="*/ 8 w 14"/>
                <a:gd name="T15" fmla="*/ 7 h 14"/>
                <a:gd name="T16" fmla="*/ 8 w 14"/>
                <a:gd name="T17" fmla="*/ 7 h 14"/>
                <a:gd name="T18" fmla="*/ 8 w 14"/>
                <a:gd name="T19" fmla="*/ 8 h 14"/>
                <a:gd name="T20" fmla="*/ 7 w 14"/>
                <a:gd name="T21" fmla="*/ 8 h 14"/>
                <a:gd name="T22" fmla="*/ 7 w 14"/>
                <a:gd name="T23" fmla="*/ 0 h 14"/>
                <a:gd name="T24" fmla="*/ 7 w 14"/>
                <a:gd name="T25" fmla="*/ 0 h 14"/>
                <a:gd name="T26" fmla="*/ 7 w 14"/>
                <a:gd name="T27" fmla="*/ 0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0 w 14"/>
                <a:gd name="T51" fmla="*/ 1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8"/>
                  </a:moveTo>
                  <a:cubicBezTo>
                    <a:pt x="8" y="8"/>
                    <a:pt x="8" y="8"/>
                    <a:pt x="8" y="8"/>
                  </a:cubicBezTo>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11" y="13"/>
                    <a:pt x="11" y="13"/>
                    <a:pt x="11" y="13"/>
                  </a:cubicBezTo>
                  <a:cubicBezTo>
                    <a:pt x="13" y="12"/>
                    <a:pt x="14" y="10"/>
                    <a:pt x="14" y="7"/>
                  </a:cubicBezTo>
                  <a:cubicBezTo>
                    <a:pt x="14" y="6"/>
                    <a:pt x="14" y="5"/>
                    <a:pt x="14" y="4"/>
                  </a:cubicBezTo>
                  <a:cubicBezTo>
                    <a:pt x="12" y="3"/>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6" name="Freeform 1392">
              <a:extLst>
                <a:ext uri="{FF2B5EF4-FFF2-40B4-BE49-F238E27FC236}">
                  <a16:creationId xmlns:a16="http://schemas.microsoft.com/office/drawing/2014/main" id="{6E89D82F-42BC-42CB-A852-51BBCBD1E557}"/>
                </a:ext>
              </a:extLst>
            </p:cNvPr>
            <p:cNvSpPr>
              <a:spLocks/>
            </p:cNvSpPr>
            <p:nvPr userDrawn="1"/>
          </p:nvSpPr>
          <p:spPr bwMode="auto">
            <a:xfrm>
              <a:off x="5390820" y="5540082"/>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7" name="Freeform 1393">
              <a:extLst>
                <a:ext uri="{FF2B5EF4-FFF2-40B4-BE49-F238E27FC236}">
                  <a16:creationId xmlns:a16="http://schemas.microsoft.com/office/drawing/2014/main" id="{6D03A6FE-DEC8-4731-A600-131C06835C00}"/>
                </a:ext>
              </a:extLst>
            </p:cNvPr>
            <p:cNvSpPr>
              <a:spLocks noEditPoints="1"/>
            </p:cNvSpPr>
            <p:nvPr userDrawn="1"/>
          </p:nvSpPr>
          <p:spPr bwMode="auto">
            <a:xfrm>
              <a:off x="5378779" y="5560151"/>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6" y="0"/>
                    <a:pt x="5" y="0"/>
                    <a:pt x="4" y="0"/>
                  </a:cubicBezTo>
                  <a:cubicBezTo>
                    <a:pt x="4" y="0"/>
                    <a:pt x="4" y="0"/>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8" name="Freeform 1394">
              <a:extLst>
                <a:ext uri="{FF2B5EF4-FFF2-40B4-BE49-F238E27FC236}">
                  <a16:creationId xmlns:a16="http://schemas.microsoft.com/office/drawing/2014/main" id="{B365232E-ED79-4C51-8A68-91315A45ECA7}"/>
                </a:ext>
              </a:extLst>
            </p:cNvPr>
            <p:cNvSpPr>
              <a:spLocks/>
            </p:cNvSpPr>
            <p:nvPr userDrawn="1"/>
          </p:nvSpPr>
          <p:spPr bwMode="auto">
            <a:xfrm>
              <a:off x="5384800" y="5560151"/>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2"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9" name="Freeform 1395">
              <a:extLst>
                <a:ext uri="{FF2B5EF4-FFF2-40B4-BE49-F238E27FC236}">
                  <a16:creationId xmlns:a16="http://schemas.microsoft.com/office/drawing/2014/main" id="{DF5C724E-5944-4DF7-92BE-5B9F1736C80A}"/>
                </a:ext>
              </a:extLst>
            </p:cNvPr>
            <p:cNvSpPr>
              <a:spLocks noEditPoints="1"/>
            </p:cNvSpPr>
            <p:nvPr userDrawn="1"/>
          </p:nvSpPr>
          <p:spPr bwMode="auto">
            <a:xfrm>
              <a:off x="5587498" y="5136693"/>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0" name="Freeform 1396">
              <a:extLst>
                <a:ext uri="{FF2B5EF4-FFF2-40B4-BE49-F238E27FC236}">
                  <a16:creationId xmlns:a16="http://schemas.microsoft.com/office/drawing/2014/main" id="{060D9455-79E5-45BE-A810-6B5E9D7885C4}"/>
                </a:ext>
              </a:extLst>
            </p:cNvPr>
            <p:cNvSpPr>
              <a:spLocks noEditPoints="1"/>
            </p:cNvSpPr>
            <p:nvPr userDrawn="1"/>
          </p:nvSpPr>
          <p:spPr bwMode="auto">
            <a:xfrm>
              <a:off x="5583484"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7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1" name="Freeform 1397">
              <a:extLst>
                <a:ext uri="{FF2B5EF4-FFF2-40B4-BE49-F238E27FC236}">
                  <a16:creationId xmlns:a16="http://schemas.microsoft.com/office/drawing/2014/main" id="{D005F04E-E64B-45B4-8253-A119F835E7C0}"/>
                </a:ext>
              </a:extLst>
            </p:cNvPr>
            <p:cNvSpPr>
              <a:spLocks noEditPoints="1"/>
            </p:cNvSpPr>
            <p:nvPr userDrawn="1"/>
          </p:nvSpPr>
          <p:spPr bwMode="auto">
            <a:xfrm>
              <a:off x="5559401"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6 w 21"/>
                <a:gd name="T37" fmla="*/ 20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2" name="Freeform 1398">
              <a:extLst>
                <a:ext uri="{FF2B5EF4-FFF2-40B4-BE49-F238E27FC236}">
                  <a16:creationId xmlns:a16="http://schemas.microsoft.com/office/drawing/2014/main" id="{E38F8BDB-AF2A-4E6E-8E30-64802F98B42B}"/>
                </a:ext>
              </a:extLst>
            </p:cNvPr>
            <p:cNvSpPr>
              <a:spLocks noEditPoints="1"/>
            </p:cNvSpPr>
            <p:nvPr userDrawn="1"/>
          </p:nvSpPr>
          <p:spPr bwMode="auto">
            <a:xfrm>
              <a:off x="5563415" y="5377523"/>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0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10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10" y="13"/>
                  </a:moveTo>
                  <a:cubicBezTo>
                    <a:pt x="8" y="13"/>
                    <a:pt x="7" y="12"/>
                    <a:pt x="7" y="11"/>
                  </a:cubicBezTo>
                  <a:cubicBezTo>
                    <a:pt x="6" y="11"/>
                    <a:pt x="6" y="10"/>
                    <a:pt x="6" y="10"/>
                  </a:cubicBezTo>
                  <a:cubicBezTo>
                    <a:pt x="6" y="9"/>
                    <a:pt x="7" y="8"/>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3" name="Freeform 1399">
              <a:extLst>
                <a:ext uri="{FF2B5EF4-FFF2-40B4-BE49-F238E27FC236}">
                  <a16:creationId xmlns:a16="http://schemas.microsoft.com/office/drawing/2014/main" id="{7745FA90-5806-4972-92D0-17D56C07C8D1}"/>
                </a:ext>
              </a:extLst>
            </p:cNvPr>
            <p:cNvSpPr>
              <a:spLocks noEditPoints="1"/>
            </p:cNvSpPr>
            <p:nvPr userDrawn="1"/>
          </p:nvSpPr>
          <p:spPr bwMode="auto">
            <a:xfrm>
              <a:off x="5190129" y="3954621"/>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9"/>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4" name="Freeform 1400">
              <a:extLst>
                <a:ext uri="{FF2B5EF4-FFF2-40B4-BE49-F238E27FC236}">
                  <a16:creationId xmlns:a16="http://schemas.microsoft.com/office/drawing/2014/main" id="{E571DC33-677B-474F-93A2-8F430DF071ED}"/>
                </a:ext>
              </a:extLst>
            </p:cNvPr>
            <p:cNvSpPr>
              <a:spLocks noEditPoints="1"/>
            </p:cNvSpPr>
            <p:nvPr userDrawn="1"/>
          </p:nvSpPr>
          <p:spPr bwMode="auto">
            <a:xfrm>
              <a:off x="5186115" y="4050953"/>
              <a:ext cx="30104" cy="28097"/>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7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9"/>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7"/>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5" name="Freeform 1401">
              <a:extLst>
                <a:ext uri="{FF2B5EF4-FFF2-40B4-BE49-F238E27FC236}">
                  <a16:creationId xmlns:a16="http://schemas.microsoft.com/office/drawing/2014/main" id="{56C374D1-78DF-40B6-BD2A-69D60ACF20AC}"/>
                </a:ext>
              </a:extLst>
            </p:cNvPr>
            <p:cNvSpPr>
              <a:spLocks/>
            </p:cNvSpPr>
            <p:nvPr userDrawn="1"/>
          </p:nvSpPr>
          <p:spPr bwMode="auto">
            <a:xfrm>
              <a:off x="5206184" y="4052960"/>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6" name="Freeform 1402">
              <a:extLst>
                <a:ext uri="{FF2B5EF4-FFF2-40B4-BE49-F238E27FC236}">
                  <a16:creationId xmlns:a16="http://schemas.microsoft.com/office/drawing/2014/main" id="{EFD7B050-E8D1-4B8B-AAEB-FE6BD68D096C}"/>
                </a:ext>
              </a:extLst>
            </p:cNvPr>
            <p:cNvSpPr>
              <a:spLocks noEditPoints="1"/>
            </p:cNvSpPr>
            <p:nvPr userDrawn="1"/>
          </p:nvSpPr>
          <p:spPr bwMode="auto">
            <a:xfrm>
              <a:off x="5174074" y="4071022"/>
              <a:ext cx="24083" cy="22077"/>
            </a:xfrm>
            <a:custGeom>
              <a:avLst/>
              <a:gdLst>
                <a:gd name="T0" fmla="*/ 11 w 15"/>
                <a:gd name="T1" fmla="*/ 14 h 14"/>
                <a:gd name="T2" fmla="*/ 11 w 15"/>
                <a:gd name="T3" fmla="*/ 14 h 14"/>
                <a:gd name="T4" fmla="*/ 11 w 15"/>
                <a:gd name="T5" fmla="*/ 14 h 14"/>
                <a:gd name="T6" fmla="*/ 11 w 15"/>
                <a:gd name="T7" fmla="*/ 14 h 14"/>
                <a:gd name="T8" fmla="*/ 8 w 15"/>
                <a:gd name="T9" fmla="*/ 8 h 14"/>
                <a:gd name="T10" fmla="*/ 8 w 15"/>
                <a:gd name="T11" fmla="*/ 8 h 14"/>
                <a:gd name="T12" fmla="*/ 7 w 15"/>
                <a:gd name="T13" fmla="*/ 9 h 14"/>
                <a:gd name="T14" fmla="*/ 6 w 15"/>
                <a:gd name="T15" fmla="*/ 8 h 14"/>
                <a:gd name="T16" fmla="*/ 6 w 15"/>
                <a:gd name="T17" fmla="*/ 7 h 14"/>
                <a:gd name="T18" fmla="*/ 6 w 15"/>
                <a:gd name="T19" fmla="*/ 6 h 14"/>
                <a:gd name="T20" fmla="*/ 7 w 15"/>
                <a:gd name="T21" fmla="*/ 6 h 14"/>
                <a:gd name="T22" fmla="*/ 8 w 15"/>
                <a:gd name="T23" fmla="*/ 7 h 14"/>
                <a:gd name="T24" fmla="*/ 9 w 15"/>
                <a:gd name="T25" fmla="*/ 7 h 14"/>
                <a:gd name="T26" fmla="*/ 8 w 15"/>
                <a:gd name="T27" fmla="*/ 8 h 14"/>
                <a:gd name="T28" fmla="*/ 7 w 15"/>
                <a:gd name="T29" fmla="*/ 9 h 14"/>
                <a:gd name="T30" fmla="*/ 7 w 15"/>
                <a:gd name="T31" fmla="*/ 0 h 14"/>
                <a:gd name="T32" fmla="*/ 7 w 15"/>
                <a:gd name="T33" fmla="*/ 0 h 14"/>
                <a:gd name="T34" fmla="*/ 3 w 15"/>
                <a:gd name="T35" fmla="*/ 1 h 14"/>
                <a:gd name="T36" fmla="*/ 0 w 15"/>
                <a:gd name="T37" fmla="*/ 7 h 14"/>
                <a:gd name="T38" fmla="*/ 1 w 15"/>
                <a:gd name="T39" fmla="*/ 11 h 14"/>
                <a:gd name="T40" fmla="*/ 5 w 15"/>
                <a:gd name="T41" fmla="*/ 14 h 14"/>
                <a:gd name="T42" fmla="*/ 8 w 15"/>
                <a:gd name="T43" fmla="*/ 14 h 14"/>
                <a:gd name="T44" fmla="*/ 8 w 15"/>
                <a:gd name="T45" fmla="*/ 14 h 14"/>
                <a:gd name="T46" fmla="*/ 10 w 15"/>
                <a:gd name="T47" fmla="*/ 14 h 14"/>
                <a:gd name="T48" fmla="*/ 11 w 15"/>
                <a:gd name="T49" fmla="*/ 14 h 14"/>
                <a:gd name="T50" fmla="*/ 11 w 15"/>
                <a:gd name="T51" fmla="*/ 14 h 14"/>
                <a:gd name="T52" fmla="*/ 11 w 15"/>
                <a:gd name="T53" fmla="*/ 14 h 14"/>
                <a:gd name="T54" fmla="*/ 11 w 15"/>
                <a:gd name="T55" fmla="*/ 14 h 14"/>
                <a:gd name="T56" fmla="*/ 11 w 15"/>
                <a:gd name="T57" fmla="*/ 14 h 14"/>
                <a:gd name="T58" fmla="*/ 11 w 15"/>
                <a:gd name="T59" fmla="*/ 14 h 14"/>
                <a:gd name="T60" fmla="*/ 15 w 15"/>
                <a:gd name="T61" fmla="*/ 7 h 14"/>
                <a:gd name="T62" fmla="*/ 14 w 15"/>
                <a:gd name="T63" fmla="*/ 4 h 14"/>
                <a:gd name="T64" fmla="*/ 10 w 15"/>
                <a:gd name="T65" fmla="*/ 1 h 14"/>
                <a:gd name="T66" fmla="*/ 10 w 15"/>
                <a:gd name="T67" fmla="*/ 0 h 14"/>
                <a:gd name="T68" fmla="*/ 7 w 15"/>
                <a:gd name="T6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4">
                  <a:moveTo>
                    <a:pt x="11" y="14"/>
                  </a:moveTo>
                  <a:cubicBezTo>
                    <a:pt x="11" y="14"/>
                    <a:pt x="11" y="14"/>
                    <a:pt x="11" y="14"/>
                  </a:cubicBezTo>
                  <a:cubicBezTo>
                    <a:pt x="11" y="14"/>
                    <a:pt x="11" y="14"/>
                    <a:pt x="11" y="14"/>
                  </a:cubicBezTo>
                  <a:cubicBezTo>
                    <a:pt x="11" y="14"/>
                    <a:pt x="11" y="14"/>
                    <a:pt x="11" y="14"/>
                  </a:cubicBezTo>
                  <a:moveTo>
                    <a:pt x="8" y="8"/>
                  </a:moveTo>
                  <a:cubicBezTo>
                    <a:pt x="8" y="8"/>
                    <a:pt x="8" y="8"/>
                    <a:pt x="8" y="8"/>
                  </a:cubicBezTo>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7" y="9"/>
                    <a:pt x="7" y="9"/>
                    <a:pt x="7" y="9"/>
                  </a:cubicBezTo>
                  <a:moveTo>
                    <a:pt x="7" y="0"/>
                  </a:moveTo>
                  <a:cubicBezTo>
                    <a:pt x="7" y="0"/>
                    <a:pt x="7" y="0"/>
                    <a:pt x="7" y="0"/>
                  </a:cubicBezTo>
                  <a:cubicBezTo>
                    <a:pt x="6" y="0"/>
                    <a:pt x="5" y="0"/>
                    <a:pt x="3" y="1"/>
                  </a:cubicBezTo>
                  <a:cubicBezTo>
                    <a:pt x="1" y="3"/>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7" name="Freeform 1403">
              <a:extLst>
                <a:ext uri="{FF2B5EF4-FFF2-40B4-BE49-F238E27FC236}">
                  <a16:creationId xmlns:a16="http://schemas.microsoft.com/office/drawing/2014/main" id="{6BD33A76-3A65-43A5-8035-D9ED41670E33}"/>
                </a:ext>
              </a:extLst>
            </p:cNvPr>
            <p:cNvSpPr>
              <a:spLocks/>
            </p:cNvSpPr>
            <p:nvPr userDrawn="1"/>
          </p:nvSpPr>
          <p:spPr bwMode="auto">
            <a:xfrm>
              <a:off x="5190129" y="4071022"/>
              <a:ext cx="6021" cy="6021"/>
            </a:xfrm>
            <a:custGeom>
              <a:avLst/>
              <a:gdLst>
                <a:gd name="T0" fmla="*/ 0 w 4"/>
                <a:gd name="T1" fmla="*/ 0 h 4"/>
                <a:gd name="T2" fmla="*/ 0 w 4"/>
                <a:gd name="T3" fmla="*/ 1 h 4"/>
                <a:gd name="T4" fmla="*/ 4 w 4"/>
                <a:gd name="T5" fmla="*/ 4 h 4"/>
                <a:gd name="T6" fmla="*/ 3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4"/>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8" name="Freeform 1404">
              <a:extLst>
                <a:ext uri="{FF2B5EF4-FFF2-40B4-BE49-F238E27FC236}">
                  <a16:creationId xmlns:a16="http://schemas.microsoft.com/office/drawing/2014/main" id="{3E65F892-8510-4377-A05A-66B5CFEA19C2}"/>
                </a:ext>
              </a:extLst>
            </p:cNvPr>
            <p:cNvSpPr>
              <a:spLocks noEditPoints="1"/>
            </p:cNvSpPr>
            <p:nvPr userDrawn="1"/>
          </p:nvSpPr>
          <p:spPr bwMode="auto">
            <a:xfrm>
              <a:off x="5176081" y="4093099"/>
              <a:ext cx="20069" cy="18063"/>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9 w 13"/>
                <a:gd name="T19" fmla="*/ 9 h 13"/>
                <a:gd name="T20" fmla="*/ 7 w 13"/>
                <a:gd name="T21" fmla="*/ 7 h 13"/>
                <a:gd name="T22" fmla="*/ 7 w 13"/>
                <a:gd name="T23" fmla="*/ 7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1"/>
                    <a:pt x="4" y="1"/>
                    <a:pt x="3" y="1"/>
                  </a:cubicBezTo>
                  <a:cubicBezTo>
                    <a:pt x="3" y="1"/>
                    <a:pt x="3"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9" name="Freeform 1405">
              <a:extLst>
                <a:ext uri="{FF2B5EF4-FFF2-40B4-BE49-F238E27FC236}">
                  <a16:creationId xmlns:a16="http://schemas.microsoft.com/office/drawing/2014/main" id="{E15FFA41-7EB8-4A14-B639-9C47430CCC81}"/>
                </a:ext>
              </a:extLst>
            </p:cNvPr>
            <p:cNvSpPr>
              <a:spLocks/>
            </p:cNvSpPr>
            <p:nvPr userDrawn="1"/>
          </p:nvSpPr>
          <p:spPr bwMode="auto">
            <a:xfrm>
              <a:off x="5182102" y="4093099"/>
              <a:ext cx="8028" cy="0"/>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0" name="Freeform 1406">
              <a:extLst>
                <a:ext uri="{FF2B5EF4-FFF2-40B4-BE49-F238E27FC236}">
                  <a16:creationId xmlns:a16="http://schemas.microsoft.com/office/drawing/2014/main" id="{A0C5D1E5-3F2B-4A8F-B40F-D3271C3BD3A1}"/>
                </a:ext>
              </a:extLst>
            </p:cNvPr>
            <p:cNvSpPr>
              <a:spLocks noEditPoints="1"/>
            </p:cNvSpPr>
            <p:nvPr userDrawn="1"/>
          </p:nvSpPr>
          <p:spPr bwMode="auto">
            <a:xfrm>
              <a:off x="4567986" y="4356004"/>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1" y="88"/>
                  </a:cubicBezTo>
                  <a:cubicBezTo>
                    <a:pt x="12" y="80"/>
                    <a:pt x="6" y="68"/>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1" name="Freeform 1407">
              <a:extLst>
                <a:ext uri="{FF2B5EF4-FFF2-40B4-BE49-F238E27FC236}">
                  <a16:creationId xmlns:a16="http://schemas.microsoft.com/office/drawing/2014/main" id="{2D5EB4A7-E272-4A7F-AF4A-5D4AE8162671}"/>
                </a:ext>
              </a:extLst>
            </p:cNvPr>
            <p:cNvSpPr>
              <a:spLocks noEditPoints="1"/>
            </p:cNvSpPr>
            <p:nvPr userDrawn="1"/>
          </p:nvSpPr>
          <p:spPr bwMode="auto">
            <a:xfrm>
              <a:off x="4662312" y="4516557"/>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2" name="Freeform 1408">
              <a:extLst>
                <a:ext uri="{FF2B5EF4-FFF2-40B4-BE49-F238E27FC236}">
                  <a16:creationId xmlns:a16="http://schemas.microsoft.com/office/drawing/2014/main" id="{9D0B38CD-B1DB-453E-8CEA-8E4C14BEA2AC}"/>
                </a:ext>
              </a:extLst>
            </p:cNvPr>
            <p:cNvSpPr>
              <a:spLocks/>
            </p:cNvSpPr>
            <p:nvPr userDrawn="1"/>
          </p:nvSpPr>
          <p:spPr bwMode="auto">
            <a:xfrm>
              <a:off x="4674353" y="455268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3" name="Freeform 1409">
              <a:extLst>
                <a:ext uri="{FF2B5EF4-FFF2-40B4-BE49-F238E27FC236}">
                  <a16:creationId xmlns:a16="http://schemas.microsoft.com/office/drawing/2014/main" id="{DB3E7400-AA22-4351-8B2E-CF84680A87C9}"/>
                </a:ext>
              </a:extLst>
            </p:cNvPr>
            <p:cNvSpPr>
              <a:spLocks noEditPoints="1"/>
            </p:cNvSpPr>
            <p:nvPr userDrawn="1"/>
          </p:nvSpPr>
          <p:spPr bwMode="auto">
            <a:xfrm>
              <a:off x="4700442" y="456873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4" name="Freeform 1410">
              <a:extLst>
                <a:ext uri="{FF2B5EF4-FFF2-40B4-BE49-F238E27FC236}">
                  <a16:creationId xmlns:a16="http://schemas.microsoft.com/office/drawing/2014/main" id="{C25A91F7-FCAD-4176-9E2D-C88E61BCC740}"/>
                </a:ext>
              </a:extLst>
            </p:cNvPr>
            <p:cNvSpPr>
              <a:spLocks noEditPoints="1"/>
            </p:cNvSpPr>
            <p:nvPr userDrawn="1"/>
          </p:nvSpPr>
          <p:spPr bwMode="auto">
            <a:xfrm>
              <a:off x="4784733" y="5782919"/>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 name="Freeform 1412">
              <a:extLst>
                <a:ext uri="{FF2B5EF4-FFF2-40B4-BE49-F238E27FC236}">
                  <a16:creationId xmlns:a16="http://schemas.microsoft.com/office/drawing/2014/main" id="{ACFDF0D4-265D-41C1-9170-1EC83FE816F2}"/>
                </a:ext>
              </a:extLst>
            </p:cNvPr>
            <p:cNvSpPr>
              <a:spLocks noEditPoints="1"/>
            </p:cNvSpPr>
            <p:nvPr userDrawn="1"/>
          </p:nvSpPr>
          <p:spPr bwMode="auto">
            <a:xfrm>
              <a:off x="4895114" y="5975583"/>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 name="Freeform 1413">
              <a:extLst>
                <a:ext uri="{FF2B5EF4-FFF2-40B4-BE49-F238E27FC236}">
                  <a16:creationId xmlns:a16="http://schemas.microsoft.com/office/drawing/2014/main" id="{7EBB998F-8470-4D53-8333-2495BAAD255D}"/>
                </a:ext>
              </a:extLst>
            </p:cNvPr>
            <p:cNvSpPr>
              <a:spLocks/>
            </p:cNvSpPr>
            <p:nvPr userDrawn="1"/>
          </p:nvSpPr>
          <p:spPr bwMode="auto">
            <a:xfrm>
              <a:off x="4911169" y="6017729"/>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 name="Freeform 1414">
              <a:extLst>
                <a:ext uri="{FF2B5EF4-FFF2-40B4-BE49-F238E27FC236}">
                  <a16:creationId xmlns:a16="http://schemas.microsoft.com/office/drawing/2014/main" id="{EC22E232-6108-480C-9476-CA6008CBC2D9}"/>
                </a:ext>
              </a:extLst>
            </p:cNvPr>
            <p:cNvSpPr>
              <a:spLocks noEditPoints="1"/>
            </p:cNvSpPr>
            <p:nvPr userDrawn="1"/>
          </p:nvSpPr>
          <p:spPr bwMode="auto">
            <a:xfrm>
              <a:off x="4943280" y="6035790"/>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 name="Freeform 1415">
              <a:extLst>
                <a:ext uri="{FF2B5EF4-FFF2-40B4-BE49-F238E27FC236}">
                  <a16:creationId xmlns:a16="http://schemas.microsoft.com/office/drawing/2014/main" id="{F9E9A1A4-6EDD-4FF5-94A3-C5F70A82140B}"/>
                </a:ext>
              </a:extLst>
            </p:cNvPr>
            <p:cNvSpPr>
              <a:spLocks noEditPoints="1"/>
            </p:cNvSpPr>
            <p:nvPr userDrawn="1"/>
          </p:nvSpPr>
          <p:spPr bwMode="auto">
            <a:xfrm>
              <a:off x="4746602" y="4978148"/>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40"/>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 name="Freeform 1416">
              <a:extLst>
                <a:ext uri="{FF2B5EF4-FFF2-40B4-BE49-F238E27FC236}">
                  <a16:creationId xmlns:a16="http://schemas.microsoft.com/office/drawing/2014/main" id="{7D9F5BBA-5095-4CB2-806D-E2A9721A5483}"/>
                </a:ext>
              </a:extLst>
            </p:cNvPr>
            <p:cNvSpPr>
              <a:spLocks/>
            </p:cNvSpPr>
            <p:nvPr userDrawn="1"/>
          </p:nvSpPr>
          <p:spPr bwMode="auto">
            <a:xfrm>
              <a:off x="4838920" y="5138701"/>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 name="Freeform 1417">
              <a:extLst>
                <a:ext uri="{FF2B5EF4-FFF2-40B4-BE49-F238E27FC236}">
                  <a16:creationId xmlns:a16="http://schemas.microsoft.com/office/drawing/2014/main" id="{419F6491-AE69-4F47-B0CA-C1C043E62E3F}"/>
                </a:ext>
              </a:extLst>
            </p:cNvPr>
            <p:cNvSpPr>
              <a:spLocks/>
            </p:cNvSpPr>
            <p:nvPr userDrawn="1"/>
          </p:nvSpPr>
          <p:spPr bwMode="auto">
            <a:xfrm>
              <a:off x="4852968" y="5174825"/>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 name="Freeform 1418">
              <a:extLst>
                <a:ext uri="{FF2B5EF4-FFF2-40B4-BE49-F238E27FC236}">
                  <a16:creationId xmlns:a16="http://schemas.microsoft.com/office/drawing/2014/main" id="{6CA87C6F-1519-4785-BC39-9FC31EBA75CF}"/>
                </a:ext>
              </a:extLst>
            </p:cNvPr>
            <p:cNvSpPr>
              <a:spLocks noEditPoints="1"/>
            </p:cNvSpPr>
            <p:nvPr userDrawn="1"/>
          </p:nvSpPr>
          <p:spPr bwMode="auto">
            <a:xfrm>
              <a:off x="4879058" y="5190881"/>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 name="Freeform 1419">
              <a:extLst>
                <a:ext uri="{FF2B5EF4-FFF2-40B4-BE49-F238E27FC236}">
                  <a16:creationId xmlns:a16="http://schemas.microsoft.com/office/drawing/2014/main" id="{F135DF5D-0D8C-491B-A696-D2132CB7A4B8}"/>
                </a:ext>
              </a:extLst>
            </p:cNvPr>
            <p:cNvSpPr>
              <a:spLocks noEditPoints="1"/>
            </p:cNvSpPr>
            <p:nvPr userDrawn="1"/>
          </p:nvSpPr>
          <p:spPr bwMode="auto">
            <a:xfrm>
              <a:off x="4343212" y="5194894"/>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 name="Freeform 1420">
              <a:extLst>
                <a:ext uri="{FF2B5EF4-FFF2-40B4-BE49-F238E27FC236}">
                  <a16:creationId xmlns:a16="http://schemas.microsoft.com/office/drawing/2014/main" id="{5C7DCDCE-9844-44D0-AC79-CCDEA408899D}"/>
                </a:ext>
              </a:extLst>
            </p:cNvPr>
            <p:cNvSpPr>
              <a:spLocks noEditPoints="1"/>
            </p:cNvSpPr>
            <p:nvPr userDrawn="1"/>
          </p:nvSpPr>
          <p:spPr bwMode="auto">
            <a:xfrm>
              <a:off x="4507779" y="5335378"/>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1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9"/>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 name="Freeform 1421">
              <a:extLst>
                <a:ext uri="{FF2B5EF4-FFF2-40B4-BE49-F238E27FC236}">
                  <a16:creationId xmlns:a16="http://schemas.microsoft.com/office/drawing/2014/main" id="{66580AD4-F9AC-4A23-BD03-B3E3281BA541}"/>
                </a:ext>
              </a:extLst>
            </p:cNvPr>
            <p:cNvSpPr>
              <a:spLocks noEditPoints="1"/>
            </p:cNvSpPr>
            <p:nvPr userDrawn="1"/>
          </p:nvSpPr>
          <p:spPr bwMode="auto">
            <a:xfrm>
              <a:off x="4543903" y="5361468"/>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3" y="8"/>
                  </a:moveTo>
                  <a:cubicBezTo>
                    <a:pt x="15" y="6"/>
                    <a:pt x="15" y="6"/>
                    <a:pt x="15" y="6"/>
                  </a:cubicBezTo>
                  <a:cubicBezTo>
                    <a:pt x="13" y="8"/>
                    <a:pt x="13" y="8"/>
                    <a:pt x="13" y="8"/>
                  </a:cubicBezTo>
                  <a:cubicBezTo>
                    <a:pt x="14" y="9"/>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 name="Freeform 1422">
              <a:extLst>
                <a:ext uri="{FF2B5EF4-FFF2-40B4-BE49-F238E27FC236}">
                  <a16:creationId xmlns:a16="http://schemas.microsoft.com/office/drawing/2014/main" id="{0C695DF4-A175-4C9A-B773-ECE31E3D3E8A}"/>
                </a:ext>
              </a:extLst>
            </p:cNvPr>
            <p:cNvSpPr>
              <a:spLocks noEditPoints="1"/>
            </p:cNvSpPr>
            <p:nvPr userDrawn="1"/>
          </p:nvSpPr>
          <p:spPr bwMode="auto">
            <a:xfrm>
              <a:off x="4576014" y="5359461"/>
              <a:ext cx="28097" cy="26090"/>
            </a:xfrm>
            <a:custGeom>
              <a:avLst/>
              <a:gdLst>
                <a:gd name="T0" fmla="*/ 7 w 18"/>
                <a:gd name="T1" fmla="*/ 10 h 17"/>
                <a:gd name="T2" fmla="*/ 6 w 18"/>
                <a:gd name="T3" fmla="*/ 8 h 17"/>
                <a:gd name="T4" fmla="*/ 7 w 18"/>
                <a:gd name="T5" fmla="*/ 6 h 17"/>
                <a:gd name="T6" fmla="*/ 7 w 18"/>
                <a:gd name="T7" fmla="*/ 6 h 17"/>
                <a:gd name="T8" fmla="*/ 9 w 18"/>
                <a:gd name="T9" fmla="*/ 6 h 17"/>
                <a:gd name="T10" fmla="*/ 11 w 18"/>
                <a:gd name="T11" fmla="*/ 7 h 17"/>
                <a:gd name="T12" fmla="*/ 11 w 18"/>
                <a:gd name="T13" fmla="*/ 7 h 17"/>
                <a:gd name="T14" fmla="*/ 12 w 18"/>
                <a:gd name="T15" fmla="*/ 8 h 17"/>
                <a:gd name="T16" fmla="*/ 11 w 18"/>
                <a:gd name="T17" fmla="*/ 10 h 17"/>
                <a:gd name="T18" fmla="*/ 9 w 18"/>
                <a:gd name="T19" fmla="*/ 11 h 17"/>
                <a:gd name="T20" fmla="*/ 7 w 18"/>
                <a:gd name="T21" fmla="*/ 10 h 17"/>
                <a:gd name="T22" fmla="*/ 7 w 18"/>
                <a:gd name="T23" fmla="*/ 10 h 17"/>
                <a:gd name="T24" fmla="*/ 9 w 18"/>
                <a:gd name="T25" fmla="*/ 0 h 17"/>
                <a:gd name="T26" fmla="*/ 9 w 18"/>
                <a:gd name="T27" fmla="*/ 0 h 17"/>
                <a:gd name="T28" fmla="*/ 4 w 18"/>
                <a:gd name="T29" fmla="*/ 1 h 17"/>
                <a:gd name="T30" fmla="*/ 4 w 18"/>
                <a:gd name="T31" fmla="*/ 1 h 17"/>
                <a:gd name="T32" fmla="*/ 0 w 18"/>
                <a:gd name="T33" fmla="*/ 8 h 17"/>
                <a:gd name="T34" fmla="*/ 2 w 18"/>
                <a:gd name="T35" fmla="*/ 13 h 17"/>
                <a:gd name="T36" fmla="*/ 2 w 18"/>
                <a:gd name="T37" fmla="*/ 13 h 17"/>
                <a:gd name="T38" fmla="*/ 9 w 18"/>
                <a:gd name="T39" fmla="*/ 17 h 17"/>
                <a:gd name="T40" fmla="*/ 9 w 18"/>
                <a:gd name="T41" fmla="*/ 17 h 17"/>
                <a:gd name="T42" fmla="*/ 14 w 18"/>
                <a:gd name="T43" fmla="*/ 15 h 17"/>
                <a:gd name="T44" fmla="*/ 18 w 18"/>
                <a:gd name="T45" fmla="*/ 8 h 17"/>
                <a:gd name="T46" fmla="*/ 16 w 18"/>
                <a:gd name="T47" fmla="*/ 3 h 17"/>
                <a:gd name="T48" fmla="*/ 14 w 18"/>
                <a:gd name="T49" fmla="*/ 5 h 17"/>
                <a:gd name="T50" fmla="*/ 16 w 18"/>
                <a:gd name="T51" fmla="*/ 3 h 17"/>
                <a:gd name="T52" fmla="*/ 9 w 18"/>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7">
                  <a:moveTo>
                    <a:pt x="7" y="10"/>
                  </a:moveTo>
                  <a:cubicBezTo>
                    <a:pt x="7" y="9"/>
                    <a:pt x="6" y="9"/>
                    <a:pt x="6" y="8"/>
                  </a:cubicBezTo>
                  <a:cubicBezTo>
                    <a:pt x="6" y="7"/>
                    <a:pt x="7" y="7"/>
                    <a:pt x="7" y="6"/>
                  </a:cubicBezTo>
                  <a:cubicBezTo>
                    <a:pt x="7" y="6"/>
                    <a:pt x="7" y="6"/>
                    <a:pt x="7" y="6"/>
                  </a:cubicBezTo>
                  <a:cubicBezTo>
                    <a:pt x="8" y="6"/>
                    <a:pt x="8" y="6"/>
                    <a:pt x="9" y="6"/>
                  </a:cubicBezTo>
                  <a:cubicBezTo>
                    <a:pt x="10" y="6"/>
                    <a:pt x="11" y="6"/>
                    <a:pt x="11" y="7"/>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moveTo>
                    <a:pt x="9" y="0"/>
                  </a:moveTo>
                  <a:cubicBezTo>
                    <a:pt x="9" y="0"/>
                    <a:pt x="9" y="0"/>
                    <a:pt x="9" y="0"/>
                  </a:cubicBezTo>
                  <a:cubicBezTo>
                    <a:pt x="7" y="0"/>
                    <a:pt x="5" y="0"/>
                    <a:pt x="4" y="1"/>
                  </a:cubicBezTo>
                  <a:cubicBezTo>
                    <a:pt x="4" y="1"/>
                    <a:pt x="4" y="1"/>
                    <a:pt x="4" y="1"/>
                  </a:cubicBezTo>
                  <a:cubicBezTo>
                    <a:pt x="2"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7" y="13"/>
                    <a:pt x="18" y="11"/>
                    <a:pt x="18" y="8"/>
                  </a:cubicBezTo>
                  <a:cubicBezTo>
                    <a:pt x="18" y="6"/>
                    <a:pt x="17" y="4"/>
                    <a:pt x="16" y="3"/>
                  </a:cubicBezTo>
                  <a:cubicBezTo>
                    <a:pt x="14" y="5"/>
                    <a:pt x="14" y="5"/>
                    <a:pt x="14" y="5"/>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 name="Freeform 1423">
              <a:extLst>
                <a:ext uri="{FF2B5EF4-FFF2-40B4-BE49-F238E27FC236}">
                  <a16:creationId xmlns:a16="http://schemas.microsoft.com/office/drawing/2014/main" id="{8D0D4422-615E-453F-AE30-A3C0A2F1B325}"/>
                </a:ext>
              </a:extLst>
            </p:cNvPr>
            <p:cNvSpPr>
              <a:spLocks/>
            </p:cNvSpPr>
            <p:nvPr userDrawn="1"/>
          </p:nvSpPr>
          <p:spPr bwMode="auto">
            <a:xfrm>
              <a:off x="3014636"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3"/>
                    <a:pt x="51" y="193"/>
                    <a:pt x="51"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3"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 name="Freeform 1424">
              <a:extLst>
                <a:ext uri="{FF2B5EF4-FFF2-40B4-BE49-F238E27FC236}">
                  <a16:creationId xmlns:a16="http://schemas.microsoft.com/office/drawing/2014/main" id="{13C8202C-4911-482A-9584-99182A59853D}"/>
                </a:ext>
              </a:extLst>
            </p:cNvPr>
            <p:cNvSpPr>
              <a:spLocks noEditPoints="1"/>
            </p:cNvSpPr>
            <p:nvPr userDrawn="1"/>
          </p:nvSpPr>
          <p:spPr bwMode="auto">
            <a:xfrm>
              <a:off x="3068823" y="5104583"/>
              <a:ext cx="24083" cy="20069"/>
            </a:xfrm>
            <a:custGeom>
              <a:avLst/>
              <a:gdLst>
                <a:gd name="T0" fmla="*/ 17 w 17"/>
                <a:gd name="T1" fmla="*/ 11 h 14"/>
                <a:gd name="T2" fmla="*/ 14 w 17"/>
                <a:gd name="T3" fmla="*/ 13 h 14"/>
                <a:gd name="T4" fmla="*/ 16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6"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 name="Freeform 1425">
              <a:extLst>
                <a:ext uri="{FF2B5EF4-FFF2-40B4-BE49-F238E27FC236}">
                  <a16:creationId xmlns:a16="http://schemas.microsoft.com/office/drawing/2014/main" id="{88B6D40D-3B4B-4278-8E47-A87E5FAFAA6A}"/>
                </a:ext>
              </a:extLst>
            </p:cNvPr>
            <p:cNvSpPr>
              <a:spLocks noEditPoints="1"/>
            </p:cNvSpPr>
            <p:nvPr userDrawn="1"/>
          </p:nvSpPr>
          <p:spPr bwMode="auto">
            <a:xfrm>
              <a:off x="3307645" y="5080500"/>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1 w 41"/>
                <a:gd name="T21" fmla="*/ 35 h 41"/>
                <a:gd name="T22" fmla="*/ 21 w 41"/>
                <a:gd name="T23" fmla="*/ 0 h 41"/>
                <a:gd name="T24" fmla="*/ 21 w 41"/>
                <a:gd name="T25" fmla="*/ 0 h 41"/>
                <a:gd name="T26" fmla="*/ 8 w 41"/>
                <a:gd name="T27" fmla="*/ 5 h 41"/>
                <a:gd name="T28" fmla="*/ 0 w 41"/>
                <a:gd name="T29" fmla="*/ 21 h 41"/>
                <a:gd name="T30" fmla="*/ 4 w 41"/>
                <a:gd name="T31" fmla="*/ 33 h 41"/>
                <a:gd name="T32" fmla="*/ 21 w 41"/>
                <a:gd name="T33" fmla="*/ 41 h 41"/>
                <a:gd name="T34" fmla="*/ 21 w 41"/>
                <a:gd name="T35" fmla="*/ 41 h 41"/>
                <a:gd name="T36" fmla="*/ 33 w 41"/>
                <a:gd name="T37" fmla="*/ 37 h 41"/>
                <a:gd name="T38" fmla="*/ 41 w 41"/>
                <a:gd name="T39" fmla="*/ 21 h 41"/>
                <a:gd name="T40" fmla="*/ 37 w 41"/>
                <a:gd name="T41" fmla="*/ 9 h 41"/>
                <a:gd name="T42" fmla="*/ 37 w 41"/>
                <a:gd name="T43" fmla="*/ 9 h 41"/>
                <a:gd name="T44" fmla="*/ 21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9"/>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 name="Freeform 1426">
              <a:extLst>
                <a:ext uri="{FF2B5EF4-FFF2-40B4-BE49-F238E27FC236}">
                  <a16:creationId xmlns:a16="http://schemas.microsoft.com/office/drawing/2014/main" id="{6C9AEFB2-86FB-4283-9C34-5FBAA8EF3F43}"/>
                </a:ext>
              </a:extLst>
            </p:cNvPr>
            <p:cNvSpPr>
              <a:spLocks noEditPoints="1"/>
            </p:cNvSpPr>
            <p:nvPr userDrawn="1"/>
          </p:nvSpPr>
          <p:spPr bwMode="auto">
            <a:xfrm>
              <a:off x="3369860" y="5128666"/>
              <a:ext cx="44152" cy="44152"/>
            </a:xfrm>
            <a:custGeom>
              <a:avLst/>
              <a:gdLst>
                <a:gd name="T0" fmla="*/ 9 w 30"/>
                <a:gd name="T1" fmla="*/ 7 h 30"/>
                <a:gd name="T2" fmla="*/ 15 w 30"/>
                <a:gd name="T3" fmla="*/ 6 h 30"/>
                <a:gd name="T4" fmla="*/ 22 w 30"/>
                <a:gd name="T5" fmla="*/ 9 h 30"/>
                <a:gd name="T6" fmla="*/ 22 w 30"/>
                <a:gd name="T7" fmla="*/ 9 h 30"/>
                <a:gd name="T8" fmla="*/ 24 w 30"/>
                <a:gd name="T9" fmla="*/ 15 h 30"/>
                <a:gd name="T10" fmla="*/ 21 w 30"/>
                <a:gd name="T11" fmla="*/ 22 h 30"/>
                <a:gd name="T12" fmla="*/ 21 w 30"/>
                <a:gd name="T13" fmla="*/ 22 h 30"/>
                <a:gd name="T14" fmla="*/ 15 w 30"/>
                <a:gd name="T15" fmla="*/ 24 h 30"/>
                <a:gd name="T16" fmla="*/ 7 w 30"/>
                <a:gd name="T17" fmla="*/ 20 h 30"/>
                <a:gd name="T18" fmla="*/ 7 w 30"/>
                <a:gd name="T19" fmla="*/ 20 h 30"/>
                <a:gd name="T20" fmla="*/ 6 w 30"/>
                <a:gd name="T21" fmla="*/ 15 h 30"/>
                <a:gd name="T22" fmla="*/ 9 w 30"/>
                <a:gd name="T23" fmla="*/ 7 h 30"/>
                <a:gd name="T24" fmla="*/ 9 w 30"/>
                <a:gd name="T25" fmla="*/ 7 h 30"/>
                <a:gd name="T26" fmla="*/ 15 w 30"/>
                <a:gd name="T27" fmla="*/ 0 h 30"/>
                <a:gd name="T28" fmla="*/ 15 w 30"/>
                <a:gd name="T29" fmla="*/ 0 h 30"/>
                <a:gd name="T30" fmla="*/ 6 w 30"/>
                <a:gd name="T31" fmla="*/ 3 h 30"/>
                <a:gd name="T32" fmla="*/ 6 w 30"/>
                <a:gd name="T33" fmla="*/ 3 h 30"/>
                <a:gd name="T34" fmla="*/ 0 w 30"/>
                <a:gd name="T35" fmla="*/ 15 h 30"/>
                <a:gd name="T36" fmla="*/ 3 w 30"/>
                <a:gd name="T37" fmla="*/ 24 h 30"/>
                <a:gd name="T38" fmla="*/ 3 w 30"/>
                <a:gd name="T39" fmla="*/ 24 h 30"/>
                <a:gd name="T40" fmla="*/ 15 w 30"/>
                <a:gd name="T41" fmla="*/ 30 h 30"/>
                <a:gd name="T42" fmla="*/ 15 w 30"/>
                <a:gd name="T43" fmla="*/ 30 h 30"/>
                <a:gd name="T44" fmla="*/ 24 w 30"/>
                <a:gd name="T45" fmla="*/ 27 h 30"/>
                <a:gd name="T46" fmla="*/ 24 w 30"/>
                <a:gd name="T47" fmla="*/ 27 h 30"/>
                <a:gd name="T48" fmla="*/ 24 w 30"/>
                <a:gd name="T49" fmla="*/ 27 h 30"/>
                <a:gd name="T50" fmla="*/ 30 w 30"/>
                <a:gd name="T51" fmla="*/ 15 h 30"/>
                <a:gd name="T52" fmla="*/ 27 w 30"/>
                <a:gd name="T53" fmla="*/ 6 h 30"/>
                <a:gd name="T54" fmla="*/ 25 w 30"/>
                <a:gd name="T55" fmla="*/ 7 h 30"/>
                <a:gd name="T56" fmla="*/ 27 w 30"/>
                <a:gd name="T57" fmla="*/ 6 h 30"/>
                <a:gd name="T58" fmla="*/ 15 w 30"/>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0">
                  <a:moveTo>
                    <a:pt x="9" y="7"/>
                  </a:moveTo>
                  <a:cubicBezTo>
                    <a:pt x="11" y="6"/>
                    <a:pt x="13" y="6"/>
                    <a:pt x="15" y="6"/>
                  </a:cubicBezTo>
                  <a:cubicBezTo>
                    <a:pt x="18" y="6"/>
                    <a:pt x="21" y="7"/>
                    <a:pt x="22" y="9"/>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9"/>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 name="Freeform 1427">
              <a:extLst>
                <a:ext uri="{FF2B5EF4-FFF2-40B4-BE49-F238E27FC236}">
                  <a16:creationId xmlns:a16="http://schemas.microsoft.com/office/drawing/2014/main" id="{3CEE2761-D314-46F4-9582-281E18EF8561}"/>
                </a:ext>
              </a:extLst>
            </p:cNvPr>
            <p:cNvSpPr>
              <a:spLocks noEditPoints="1"/>
            </p:cNvSpPr>
            <p:nvPr userDrawn="1"/>
          </p:nvSpPr>
          <p:spPr bwMode="auto">
            <a:xfrm>
              <a:off x="3428060" y="5124652"/>
              <a:ext cx="38132" cy="36124"/>
            </a:xfrm>
            <a:custGeom>
              <a:avLst/>
              <a:gdLst>
                <a:gd name="T0" fmla="*/ 21 w 26"/>
                <a:gd name="T1" fmla="*/ 23 h 25"/>
                <a:gd name="T2" fmla="*/ 21 w 26"/>
                <a:gd name="T3" fmla="*/ 23 h 25"/>
                <a:gd name="T4" fmla="*/ 21 w 26"/>
                <a:gd name="T5" fmla="*/ 23 h 25"/>
                <a:gd name="T6" fmla="*/ 21 w 26"/>
                <a:gd name="T7" fmla="*/ 23 h 25"/>
                <a:gd name="T8" fmla="*/ 3 w 26"/>
                <a:gd name="T9" fmla="*/ 20 h 25"/>
                <a:gd name="T10" fmla="*/ 3 w 26"/>
                <a:gd name="T11" fmla="*/ 20 h 25"/>
                <a:gd name="T12" fmla="*/ 3 w 26"/>
                <a:gd name="T13" fmla="*/ 20 h 25"/>
                <a:gd name="T14" fmla="*/ 3 w 26"/>
                <a:gd name="T15" fmla="*/ 20 h 25"/>
                <a:gd name="T16" fmla="*/ 13 w 26"/>
                <a:gd name="T17" fmla="*/ 0 h 25"/>
                <a:gd name="T18" fmla="*/ 13 w 26"/>
                <a:gd name="T19" fmla="*/ 0 h 25"/>
                <a:gd name="T20" fmla="*/ 6 w 26"/>
                <a:gd name="T21" fmla="*/ 2 h 25"/>
                <a:gd name="T22" fmla="*/ 5 w 26"/>
                <a:gd name="T23" fmla="*/ 2 h 25"/>
                <a:gd name="T24" fmla="*/ 6 w 26"/>
                <a:gd name="T25" fmla="*/ 2 h 25"/>
                <a:gd name="T26" fmla="*/ 0 w 26"/>
                <a:gd name="T27" fmla="*/ 12 h 25"/>
                <a:gd name="T28" fmla="*/ 3 w 26"/>
                <a:gd name="T29" fmla="*/ 20 h 25"/>
                <a:gd name="T30" fmla="*/ 3 w 26"/>
                <a:gd name="T31" fmla="*/ 20 h 25"/>
                <a:gd name="T32" fmla="*/ 13 w 26"/>
                <a:gd name="T33" fmla="*/ 25 h 25"/>
                <a:gd name="T34" fmla="*/ 13 w 26"/>
                <a:gd name="T35" fmla="*/ 25 h 25"/>
                <a:gd name="T36" fmla="*/ 21 w 26"/>
                <a:gd name="T37" fmla="*/ 23 h 25"/>
                <a:gd name="T38" fmla="*/ 21 w 26"/>
                <a:gd name="T39" fmla="*/ 23 h 25"/>
                <a:gd name="T40" fmla="*/ 26 w 26"/>
                <a:gd name="T41" fmla="*/ 12 h 25"/>
                <a:gd name="T42" fmla="*/ 24 w 26"/>
                <a:gd name="T43" fmla="*/ 5 h 25"/>
                <a:gd name="T44" fmla="*/ 21 w 26"/>
                <a:gd name="T45" fmla="*/ 6 h 25"/>
                <a:gd name="T46" fmla="*/ 19 w 26"/>
                <a:gd name="T47" fmla="*/ 8 h 25"/>
                <a:gd name="T48" fmla="*/ 20 w 26"/>
                <a:gd name="T49" fmla="*/ 12 h 25"/>
                <a:gd name="T50" fmla="*/ 18 w 26"/>
                <a:gd name="T51" fmla="*/ 18 h 25"/>
                <a:gd name="T52" fmla="*/ 17 w 26"/>
                <a:gd name="T53" fmla="*/ 18 h 25"/>
                <a:gd name="T54" fmla="*/ 18 w 26"/>
                <a:gd name="T55" fmla="*/ 18 h 25"/>
                <a:gd name="T56" fmla="*/ 13 w 26"/>
                <a:gd name="T57" fmla="*/ 19 h 25"/>
                <a:gd name="T58" fmla="*/ 8 w 26"/>
                <a:gd name="T59" fmla="*/ 17 h 25"/>
                <a:gd name="T60" fmla="*/ 8 w 26"/>
                <a:gd name="T61" fmla="*/ 17 h 25"/>
                <a:gd name="T62" fmla="*/ 6 w 26"/>
                <a:gd name="T63" fmla="*/ 12 h 25"/>
                <a:gd name="T64" fmla="*/ 9 w 26"/>
                <a:gd name="T65" fmla="*/ 7 h 25"/>
                <a:gd name="T66" fmla="*/ 9 w 26"/>
                <a:gd name="T67" fmla="*/ 7 h 25"/>
                <a:gd name="T68" fmla="*/ 13 w 26"/>
                <a:gd name="T69" fmla="*/ 6 h 25"/>
                <a:gd name="T70" fmla="*/ 19 w 26"/>
                <a:gd name="T71" fmla="*/ 8 h 25"/>
                <a:gd name="T72" fmla="*/ 21 w 26"/>
                <a:gd name="T73" fmla="*/ 6 h 25"/>
                <a:gd name="T74" fmla="*/ 24 w 26"/>
                <a:gd name="T75" fmla="*/ 5 h 25"/>
                <a:gd name="T76" fmla="*/ 13 w 26"/>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25">
                  <a:moveTo>
                    <a:pt x="21" y="23"/>
                  </a:moveTo>
                  <a:cubicBezTo>
                    <a:pt x="21" y="23"/>
                    <a:pt x="21" y="23"/>
                    <a:pt x="21" y="23"/>
                  </a:cubicBezTo>
                  <a:cubicBezTo>
                    <a:pt x="21" y="23"/>
                    <a:pt x="21" y="23"/>
                    <a:pt x="21" y="23"/>
                  </a:cubicBezTo>
                  <a:cubicBezTo>
                    <a:pt x="21" y="23"/>
                    <a:pt x="21" y="23"/>
                    <a:pt x="21" y="23"/>
                  </a:cubicBezTo>
                  <a:moveTo>
                    <a:pt x="3" y="20"/>
                  </a:moveTo>
                  <a:cubicBezTo>
                    <a:pt x="3" y="20"/>
                    <a:pt x="3" y="20"/>
                    <a:pt x="3" y="20"/>
                  </a:cubicBezTo>
                  <a:cubicBezTo>
                    <a:pt x="3" y="20"/>
                    <a:pt x="3" y="20"/>
                    <a:pt x="3" y="20"/>
                  </a:cubicBezTo>
                  <a:cubicBezTo>
                    <a:pt x="3" y="20"/>
                    <a:pt x="3" y="20"/>
                    <a:pt x="3" y="20"/>
                  </a:cubicBezTo>
                  <a:moveTo>
                    <a:pt x="13" y="0"/>
                  </a:moveTo>
                  <a:cubicBezTo>
                    <a:pt x="13" y="0"/>
                    <a:pt x="13" y="0"/>
                    <a:pt x="13" y="0"/>
                  </a:cubicBezTo>
                  <a:cubicBezTo>
                    <a:pt x="11" y="0"/>
                    <a:pt x="8" y="0"/>
                    <a:pt x="6" y="2"/>
                  </a:cubicBezTo>
                  <a:cubicBezTo>
                    <a:pt x="5" y="2"/>
                    <a:pt x="5" y="2"/>
                    <a:pt x="5" y="2"/>
                  </a:cubicBezTo>
                  <a:cubicBezTo>
                    <a:pt x="6" y="2"/>
                    <a:pt x="6" y="2"/>
                    <a:pt x="6" y="2"/>
                  </a:cubicBezTo>
                  <a:cubicBezTo>
                    <a:pt x="2" y="5"/>
                    <a:pt x="0" y="9"/>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1" y="6"/>
                    <a:pt x="21" y="6"/>
                    <a:pt x="21" y="6"/>
                  </a:cubicBezTo>
                  <a:cubicBezTo>
                    <a:pt x="19" y="8"/>
                    <a:pt x="19" y="8"/>
                    <a:pt x="19" y="8"/>
                  </a:cubicBezTo>
                  <a:cubicBezTo>
                    <a:pt x="20" y="10"/>
                    <a:pt x="20" y="11"/>
                    <a:pt x="20" y="12"/>
                  </a:cubicBezTo>
                  <a:cubicBezTo>
                    <a:pt x="20" y="14"/>
                    <a:pt x="19" y="17"/>
                    <a:pt x="18" y="18"/>
                  </a:cubicBezTo>
                  <a:cubicBezTo>
                    <a:pt x="17" y="18"/>
                    <a:pt x="17" y="18"/>
                    <a:pt x="17" y="18"/>
                  </a:cubicBezTo>
                  <a:cubicBezTo>
                    <a:pt x="18" y="18"/>
                    <a:pt x="18" y="18"/>
                    <a:pt x="18" y="18"/>
                  </a:cubicBezTo>
                  <a:cubicBezTo>
                    <a:pt x="16" y="19"/>
                    <a:pt x="15" y="19"/>
                    <a:pt x="13" y="19"/>
                  </a:cubicBezTo>
                  <a:cubicBezTo>
                    <a:pt x="11" y="19"/>
                    <a:pt x="9" y="18"/>
                    <a:pt x="8" y="17"/>
                  </a:cubicBezTo>
                  <a:cubicBezTo>
                    <a:pt x="8" y="17"/>
                    <a:pt x="8" y="17"/>
                    <a:pt x="8" y="17"/>
                  </a:cubicBezTo>
                  <a:cubicBezTo>
                    <a:pt x="7" y="15"/>
                    <a:pt x="6" y="14"/>
                    <a:pt x="6" y="12"/>
                  </a:cubicBezTo>
                  <a:cubicBezTo>
                    <a:pt x="6" y="10"/>
                    <a:pt x="7" y="8"/>
                    <a:pt x="9" y="7"/>
                  </a:cubicBezTo>
                  <a:cubicBezTo>
                    <a:pt x="9" y="7"/>
                    <a:pt x="9" y="7"/>
                    <a:pt x="9" y="7"/>
                  </a:cubicBezTo>
                  <a:cubicBezTo>
                    <a:pt x="10" y="6"/>
                    <a:pt x="12" y="6"/>
                    <a:pt x="13" y="6"/>
                  </a:cubicBezTo>
                  <a:cubicBezTo>
                    <a:pt x="16" y="6"/>
                    <a:pt x="18" y="7"/>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 name="Freeform 1428">
              <a:extLst>
                <a:ext uri="{FF2B5EF4-FFF2-40B4-BE49-F238E27FC236}">
                  <a16:creationId xmlns:a16="http://schemas.microsoft.com/office/drawing/2014/main" id="{6A7DF287-A6B3-4734-A5C4-F6A558231122}"/>
                </a:ext>
              </a:extLst>
            </p:cNvPr>
            <p:cNvSpPr>
              <a:spLocks/>
            </p:cNvSpPr>
            <p:nvPr userDrawn="1"/>
          </p:nvSpPr>
          <p:spPr bwMode="auto">
            <a:xfrm>
              <a:off x="4224805" y="4514550"/>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10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10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10"/>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 name="Freeform 1429">
              <a:extLst>
                <a:ext uri="{FF2B5EF4-FFF2-40B4-BE49-F238E27FC236}">
                  <a16:creationId xmlns:a16="http://schemas.microsoft.com/office/drawing/2014/main" id="{92D3C85A-8F22-460F-8D9A-28B991D53E39}"/>
                </a:ext>
              </a:extLst>
            </p:cNvPr>
            <p:cNvSpPr>
              <a:spLocks noEditPoints="1"/>
            </p:cNvSpPr>
            <p:nvPr userDrawn="1"/>
          </p:nvSpPr>
          <p:spPr bwMode="auto">
            <a:xfrm>
              <a:off x="4206742" y="4516558"/>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 name="Freeform 1430">
              <a:extLst>
                <a:ext uri="{FF2B5EF4-FFF2-40B4-BE49-F238E27FC236}">
                  <a16:creationId xmlns:a16="http://schemas.microsoft.com/office/drawing/2014/main" id="{24280C73-8878-46CD-9373-2DB1A0B41C50}"/>
                </a:ext>
              </a:extLst>
            </p:cNvPr>
            <p:cNvSpPr>
              <a:spLocks/>
            </p:cNvSpPr>
            <p:nvPr userDrawn="1"/>
          </p:nvSpPr>
          <p:spPr bwMode="auto">
            <a:xfrm>
              <a:off x="4182659" y="4502509"/>
              <a:ext cx="28097" cy="26090"/>
            </a:xfrm>
            <a:custGeom>
              <a:avLst/>
              <a:gdLst>
                <a:gd name="T0" fmla="*/ 9 w 19"/>
                <a:gd name="T1" fmla="*/ 0 h 18"/>
                <a:gd name="T2" fmla="*/ 4 w 19"/>
                <a:gd name="T3" fmla="*/ 2 h 18"/>
                <a:gd name="T4" fmla="*/ 1 w 19"/>
                <a:gd name="T5" fmla="*/ 6 h 18"/>
                <a:gd name="T6" fmla="*/ 1 w 19"/>
                <a:gd name="T7" fmla="*/ 6 h 18"/>
                <a:gd name="T8" fmla="*/ 0 w 19"/>
                <a:gd name="T9" fmla="*/ 9 h 18"/>
                <a:gd name="T10" fmla="*/ 7 w 19"/>
                <a:gd name="T11" fmla="*/ 17 h 18"/>
                <a:gd name="T12" fmla="*/ 7 w 19"/>
                <a:gd name="T13" fmla="*/ 17 h 18"/>
                <a:gd name="T14" fmla="*/ 10 w 19"/>
                <a:gd name="T15" fmla="*/ 18 h 18"/>
                <a:gd name="T16" fmla="*/ 15 w 19"/>
                <a:gd name="T17" fmla="*/ 16 h 18"/>
                <a:gd name="T18" fmla="*/ 18 w 19"/>
                <a:gd name="T19" fmla="*/ 12 h 18"/>
                <a:gd name="T20" fmla="*/ 19 w 19"/>
                <a:gd name="T21" fmla="*/ 9 h 18"/>
                <a:gd name="T22" fmla="*/ 13 w 19"/>
                <a:gd name="T23" fmla="*/ 1 h 18"/>
                <a:gd name="T24" fmla="*/ 12 w 19"/>
                <a:gd name="T25" fmla="*/ 4 h 18"/>
                <a:gd name="T26" fmla="*/ 11 w 19"/>
                <a:gd name="T27" fmla="*/ 6 h 18"/>
                <a:gd name="T28" fmla="*/ 13 w 19"/>
                <a:gd name="T29" fmla="*/ 9 h 18"/>
                <a:gd name="T30" fmla="*/ 13 w 19"/>
                <a:gd name="T31" fmla="*/ 10 h 18"/>
                <a:gd name="T32" fmla="*/ 12 w 19"/>
                <a:gd name="T33" fmla="*/ 11 h 18"/>
                <a:gd name="T34" fmla="*/ 10 w 19"/>
                <a:gd name="T35" fmla="*/ 12 h 18"/>
                <a:gd name="T36" fmla="*/ 10 w 19"/>
                <a:gd name="T37" fmla="*/ 12 h 18"/>
                <a:gd name="T38" fmla="*/ 9 w 19"/>
                <a:gd name="T39" fmla="*/ 12 h 18"/>
                <a:gd name="T40" fmla="*/ 9 w 19"/>
                <a:gd name="T41" fmla="*/ 12 h 18"/>
                <a:gd name="T42" fmla="*/ 6 w 19"/>
                <a:gd name="T43" fmla="*/ 9 h 18"/>
                <a:gd name="T44" fmla="*/ 6 w 19"/>
                <a:gd name="T45" fmla="*/ 8 h 18"/>
                <a:gd name="T46" fmla="*/ 6 w 19"/>
                <a:gd name="T47" fmla="*/ 8 h 18"/>
                <a:gd name="T48" fmla="*/ 7 w 19"/>
                <a:gd name="T49" fmla="*/ 7 h 18"/>
                <a:gd name="T50" fmla="*/ 9 w 19"/>
                <a:gd name="T51" fmla="*/ 6 h 18"/>
                <a:gd name="T52" fmla="*/ 9 w 19"/>
                <a:gd name="T53" fmla="*/ 6 h 18"/>
                <a:gd name="T54" fmla="*/ 11 w 19"/>
                <a:gd name="T55" fmla="*/ 6 h 18"/>
                <a:gd name="T56" fmla="*/ 12 w 19"/>
                <a:gd name="T57" fmla="*/ 4 h 18"/>
                <a:gd name="T58" fmla="*/ 13 w 19"/>
                <a:gd name="T59" fmla="*/ 1 h 18"/>
                <a:gd name="T60" fmla="*/ 9 w 19"/>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8">
                  <a:moveTo>
                    <a:pt x="9" y="0"/>
                  </a:moveTo>
                  <a:cubicBezTo>
                    <a:pt x="7" y="0"/>
                    <a:pt x="6" y="1"/>
                    <a:pt x="4" y="2"/>
                  </a:cubicBezTo>
                  <a:cubicBezTo>
                    <a:pt x="3" y="3"/>
                    <a:pt x="1" y="4"/>
                    <a:pt x="1" y="6"/>
                  </a:cubicBezTo>
                  <a:cubicBezTo>
                    <a:pt x="1" y="6"/>
                    <a:pt x="1" y="6"/>
                    <a:pt x="1" y="6"/>
                  </a:cubicBezTo>
                  <a:cubicBezTo>
                    <a:pt x="0" y="7"/>
                    <a:pt x="0" y="8"/>
                    <a:pt x="0" y="9"/>
                  </a:cubicBezTo>
                  <a:cubicBezTo>
                    <a:pt x="0" y="13"/>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9" y="12"/>
                    <a:pt x="9" y="12"/>
                    <a:pt x="9"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 name="Freeform 1431">
              <a:extLst>
                <a:ext uri="{FF2B5EF4-FFF2-40B4-BE49-F238E27FC236}">
                  <a16:creationId xmlns:a16="http://schemas.microsoft.com/office/drawing/2014/main" id="{F967F2AE-054C-4979-879F-19309C5ADF93}"/>
                </a:ext>
              </a:extLst>
            </p:cNvPr>
            <p:cNvSpPr>
              <a:spLocks noEditPoints="1"/>
            </p:cNvSpPr>
            <p:nvPr userDrawn="1"/>
          </p:nvSpPr>
          <p:spPr bwMode="auto">
            <a:xfrm>
              <a:off x="4178645"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4 w 16"/>
                <a:gd name="T35" fmla="*/ 1 h 15"/>
                <a:gd name="T36" fmla="*/ 1 w 16"/>
                <a:gd name="T37" fmla="*/ 5 h 15"/>
                <a:gd name="T38" fmla="*/ 0 w 16"/>
                <a:gd name="T39" fmla="*/ 7 h 15"/>
                <a:gd name="T40" fmla="*/ 6 w 16"/>
                <a:gd name="T41" fmla="*/ 15 h 15"/>
                <a:gd name="T42" fmla="*/ 6 w 16"/>
                <a:gd name="T43" fmla="*/ 15 h 15"/>
                <a:gd name="T44" fmla="*/ 9 w 16"/>
                <a:gd name="T45" fmla="*/ 15 h 15"/>
                <a:gd name="T46" fmla="*/ 9 w 16"/>
                <a:gd name="T47" fmla="*/ 15 h 15"/>
                <a:gd name="T48" fmla="*/ 13 w 16"/>
                <a:gd name="T49" fmla="*/ 14 h 15"/>
                <a:gd name="T50" fmla="*/ 16 w 16"/>
                <a:gd name="T51" fmla="*/ 10 h 15"/>
                <a:gd name="T52" fmla="*/ 16 w 16"/>
                <a:gd name="T53" fmla="*/ 8 h 15"/>
                <a:gd name="T54" fmla="*/ 11 w 16"/>
                <a:gd name="T55" fmla="*/ 0 h 15"/>
                <a:gd name="T56" fmla="*/ 11 w 16"/>
                <a:gd name="T57" fmla="*/ 0 h 15"/>
                <a:gd name="T58" fmla="*/ 8 w 1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 name="Freeform 1432">
              <a:extLst>
                <a:ext uri="{FF2B5EF4-FFF2-40B4-BE49-F238E27FC236}">
                  <a16:creationId xmlns:a16="http://schemas.microsoft.com/office/drawing/2014/main" id="{C274B88B-6A8D-4154-8A78-12E62A7EA2AB}"/>
                </a:ext>
              </a:extLst>
            </p:cNvPr>
            <p:cNvSpPr>
              <a:spLocks noEditPoints="1"/>
            </p:cNvSpPr>
            <p:nvPr userDrawn="1"/>
          </p:nvSpPr>
          <p:spPr bwMode="auto">
            <a:xfrm>
              <a:off x="4128473" y="4259673"/>
              <a:ext cx="150519"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1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1" y="4"/>
                    <a:pt x="71" y="4"/>
                    <a:pt x="71"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 name="Freeform 1433">
              <a:extLst>
                <a:ext uri="{FF2B5EF4-FFF2-40B4-BE49-F238E27FC236}">
                  <a16:creationId xmlns:a16="http://schemas.microsoft.com/office/drawing/2014/main" id="{E4015915-5047-4A6F-8903-359A553093CD}"/>
                </a:ext>
              </a:extLst>
            </p:cNvPr>
            <p:cNvSpPr>
              <a:spLocks noEditPoints="1"/>
            </p:cNvSpPr>
            <p:nvPr userDrawn="1"/>
          </p:nvSpPr>
          <p:spPr bwMode="auto">
            <a:xfrm>
              <a:off x="4122451" y="4384102"/>
              <a:ext cx="34118" cy="34118"/>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6 w 22"/>
                <a:gd name="T19" fmla="*/ 11 h 22"/>
                <a:gd name="T20" fmla="*/ 6 w 22"/>
                <a:gd name="T21" fmla="*/ 9 h 22"/>
                <a:gd name="T22" fmla="*/ 6 w 22"/>
                <a:gd name="T23" fmla="*/ 9 h 22"/>
                <a:gd name="T24" fmla="*/ 11 w 22"/>
                <a:gd name="T25" fmla="*/ 0 h 22"/>
                <a:gd name="T26" fmla="*/ 1 w 22"/>
                <a:gd name="T27" fmla="*/ 6 h 22"/>
                <a:gd name="T28" fmla="*/ 1 w 22"/>
                <a:gd name="T29" fmla="*/ 6 h 22"/>
                <a:gd name="T30" fmla="*/ 0 w 22"/>
                <a:gd name="T31" fmla="*/ 11 h 22"/>
                <a:gd name="T32" fmla="*/ 6 w 22"/>
                <a:gd name="T33" fmla="*/ 21 h 22"/>
                <a:gd name="T34" fmla="*/ 6 w 22"/>
                <a:gd name="T35" fmla="*/ 21 h 22"/>
                <a:gd name="T36" fmla="*/ 11 w 22"/>
                <a:gd name="T37" fmla="*/ 22 h 22"/>
                <a:gd name="T38" fmla="*/ 11 w 22"/>
                <a:gd name="T39" fmla="*/ 22 h 22"/>
                <a:gd name="T40" fmla="*/ 21 w 22"/>
                <a:gd name="T41" fmla="*/ 16 h 22"/>
                <a:gd name="T42" fmla="*/ 22 w 22"/>
                <a:gd name="T43" fmla="*/ 11 h 22"/>
                <a:gd name="T44" fmla="*/ 16 w 22"/>
                <a:gd name="T45" fmla="*/ 1 h 22"/>
                <a:gd name="T46" fmla="*/ 16 w 22"/>
                <a:gd name="T47" fmla="*/ 1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 name="Freeform 1434">
              <a:extLst>
                <a:ext uri="{FF2B5EF4-FFF2-40B4-BE49-F238E27FC236}">
                  <a16:creationId xmlns:a16="http://schemas.microsoft.com/office/drawing/2014/main" id="{0270DB39-3805-491A-814E-E6E50C79351C}"/>
                </a:ext>
              </a:extLst>
            </p:cNvPr>
            <p:cNvSpPr>
              <a:spLocks noEditPoints="1"/>
            </p:cNvSpPr>
            <p:nvPr userDrawn="1"/>
          </p:nvSpPr>
          <p:spPr bwMode="auto">
            <a:xfrm>
              <a:off x="4106396" y="4410191"/>
              <a:ext cx="26091" cy="26090"/>
            </a:xfrm>
            <a:custGeom>
              <a:avLst/>
              <a:gdLst>
                <a:gd name="T0" fmla="*/ 4 w 17"/>
                <a:gd name="T1" fmla="*/ 16 h 17"/>
                <a:gd name="T2" fmla="*/ 5 w 17"/>
                <a:gd name="T3" fmla="*/ 17 h 17"/>
                <a:gd name="T4" fmla="*/ 4 w 17"/>
                <a:gd name="T5" fmla="*/ 16 h 17"/>
                <a:gd name="T6" fmla="*/ 4 w 17"/>
                <a:gd name="T7" fmla="*/ 16 h 17"/>
                <a:gd name="T8" fmla="*/ 6 w 17"/>
                <a:gd name="T9" fmla="*/ 7 h 17"/>
                <a:gd name="T10" fmla="*/ 8 w 17"/>
                <a:gd name="T11" fmla="*/ 6 h 17"/>
                <a:gd name="T12" fmla="*/ 9 w 17"/>
                <a:gd name="T13" fmla="*/ 6 h 17"/>
                <a:gd name="T14" fmla="*/ 10 w 17"/>
                <a:gd name="T15" fmla="*/ 7 h 17"/>
                <a:gd name="T16" fmla="*/ 9 w 17"/>
                <a:gd name="T17" fmla="*/ 6 h 17"/>
                <a:gd name="T18" fmla="*/ 11 w 17"/>
                <a:gd name="T19" fmla="*/ 9 h 17"/>
                <a:gd name="T20" fmla="*/ 11 w 17"/>
                <a:gd name="T21" fmla="*/ 10 h 17"/>
                <a:gd name="T22" fmla="*/ 8 w 17"/>
                <a:gd name="T23" fmla="*/ 11 h 17"/>
                <a:gd name="T24" fmla="*/ 7 w 17"/>
                <a:gd name="T25" fmla="*/ 11 h 17"/>
                <a:gd name="T26" fmla="*/ 7 w 17"/>
                <a:gd name="T27" fmla="*/ 11 h 17"/>
                <a:gd name="T28" fmla="*/ 6 w 17"/>
                <a:gd name="T29" fmla="*/ 9 h 17"/>
                <a:gd name="T30" fmla="*/ 6 w 17"/>
                <a:gd name="T31" fmla="*/ 7 h 17"/>
                <a:gd name="T32" fmla="*/ 6 w 17"/>
                <a:gd name="T33" fmla="*/ 7 h 17"/>
                <a:gd name="T34" fmla="*/ 8 w 17"/>
                <a:gd name="T35" fmla="*/ 0 h 17"/>
                <a:gd name="T36" fmla="*/ 0 w 17"/>
                <a:gd name="T37" fmla="*/ 5 h 17"/>
                <a:gd name="T38" fmla="*/ 3 w 17"/>
                <a:gd name="T39" fmla="*/ 6 h 17"/>
                <a:gd name="T40" fmla="*/ 0 w 17"/>
                <a:gd name="T41" fmla="*/ 5 h 17"/>
                <a:gd name="T42" fmla="*/ 0 w 17"/>
                <a:gd name="T43" fmla="*/ 9 h 17"/>
                <a:gd name="T44" fmla="*/ 4 w 17"/>
                <a:gd name="T45" fmla="*/ 16 h 17"/>
                <a:gd name="T46" fmla="*/ 4 w 17"/>
                <a:gd name="T47" fmla="*/ 16 h 17"/>
                <a:gd name="T48" fmla="*/ 8 w 17"/>
                <a:gd name="T49" fmla="*/ 17 h 17"/>
                <a:gd name="T50" fmla="*/ 8 w 17"/>
                <a:gd name="T51" fmla="*/ 17 h 17"/>
                <a:gd name="T52" fmla="*/ 8 w 17"/>
                <a:gd name="T53" fmla="*/ 17 h 17"/>
                <a:gd name="T54" fmla="*/ 16 w 17"/>
                <a:gd name="T55" fmla="*/ 12 h 17"/>
                <a:gd name="T56" fmla="*/ 17 w 17"/>
                <a:gd name="T57" fmla="*/ 9 h 17"/>
                <a:gd name="T58" fmla="*/ 12 w 17"/>
                <a:gd name="T59" fmla="*/ 1 h 17"/>
                <a:gd name="T60" fmla="*/ 12 w 17"/>
                <a:gd name="T61" fmla="*/ 1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4" y="16"/>
                  </a:moveTo>
                  <a:cubicBezTo>
                    <a:pt x="5" y="17"/>
                    <a:pt x="5" y="17"/>
                    <a:pt x="5" y="17"/>
                  </a:cubicBezTo>
                  <a:cubicBezTo>
                    <a:pt x="4" y="16"/>
                    <a:pt x="4" y="16"/>
                    <a:pt x="4" y="16"/>
                  </a:cubicBezTo>
                  <a:cubicBezTo>
                    <a:pt x="4" y="16"/>
                    <a:pt x="4" y="16"/>
                    <a:pt x="4" y="16"/>
                  </a:cubicBezTo>
                  <a:moveTo>
                    <a:pt x="6" y="7"/>
                  </a:moveTo>
                  <a:cubicBezTo>
                    <a:pt x="6" y="7"/>
                    <a:pt x="7" y="6"/>
                    <a:pt x="8" y="6"/>
                  </a:cubicBezTo>
                  <a:cubicBezTo>
                    <a:pt x="9" y="6"/>
                    <a:pt x="9" y="6"/>
                    <a:pt x="9" y="6"/>
                  </a:cubicBezTo>
                  <a:cubicBezTo>
                    <a:pt x="10" y="7"/>
                    <a:pt x="10" y="7"/>
                    <a:pt x="10" y="7"/>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 name="Freeform 1435">
              <a:extLst>
                <a:ext uri="{FF2B5EF4-FFF2-40B4-BE49-F238E27FC236}">
                  <a16:creationId xmlns:a16="http://schemas.microsoft.com/office/drawing/2014/main" id="{64B18054-6BFF-4A15-871D-AA3D6650FD85}"/>
                </a:ext>
              </a:extLst>
            </p:cNvPr>
            <p:cNvSpPr>
              <a:spLocks noEditPoints="1"/>
            </p:cNvSpPr>
            <p:nvPr userDrawn="1"/>
          </p:nvSpPr>
          <p:spPr bwMode="auto">
            <a:xfrm>
              <a:off x="4080307" y="4412198"/>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8 w 15"/>
                <a:gd name="T33" fmla="*/ 15 h 15"/>
                <a:gd name="T34" fmla="*/ 15 w 15"/>
                <a:gd name="T35" fmla="*/ 11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6" y="15"/>
                    <a:pt x="7" y="15"/>
                    <a:pt x="8" y="15"/>
                  </a:cubicBezTo>
                  <a:cubicBezTo>
                    <a:pt x="11" y="15"/>
                    <a:pt x="13" y="13"/>
                    <a:pt x="15" y="11"/>
                  </a:cubicBezTo>
                  <a:cubicBezTo>
                    <a:pt x="15" y="11"/>
                    <a:pt x="15" y="11"/>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 name="Freeform 1436">
              <a:extLst>
                <a:ext uri="{FF2B5EF4-FFF2-40B4-BE49-F238E27FC236}">
                  <a16:creationId xmlns:a16="http://schemas.microsoft.com/office/drawing/2014/main" id="{136A7D11-6847-4929-A4B9-FD1153B29426}"/>
                </a:ext>
              </a:extLst>
            </p:cNvPr>
            <p:cNvSpPr>
              <a:spLocks noEditPoints="1"/>
            </p:cNvSpPr>
            <p:nvPr userDrawn="1"/>
          </p:nvSpPr>
          <p:spPr bwMode="auto">
            <a:xfrm>
              <a:off x="3381901" y="3826180"/>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50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50 h 99"/>
                <a:gd name="T30" fmla="*/ 28 w 101"/>
                <a:gd name="T31" fmla="*/ 94 h 99"/>
                <a:gd name="T32" fmla="*/ 50 w 101"/>
                <a:gd name="T33" fmla="*/ 99 h 99"/>
                <a:gd name="T34" fmla="*/ 96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50"/>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5"/>
                    <a:pt x="0" y="42"/>
                    <a:pt x="0" y="50"/>
                  </a:cubicBezTo>
                  <a:cubicBezTo>
                    <a:pt x="0" y="68"/>
                    <a:pt x="10" y="85"/>
                    <a:pt x="28" y="94"/>
                  </a:cubicBezTo>
                  <a:cubicBezTo>
                    <a:pt x="35" y="97"/>
                    <a:pt x="43"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 name="Freeform 1437">
              <a:extLst>
                <a:ext uri="{FF2B5EF4-FFF2-40B4-BE49-F238E27FC236}">
                  <a16:creationId xmlns:a16="http://schemas.microsoft.com/office/drawing/2014/main" id="{211F16EF-143C-4BC8-ABA6-C8332AF0FE5B}"/>
                </a:ext>
              </a:extLst>
            </p:cNvPr>
            <p:cNvSpPr>
              <a:spLocks noEditPoints="1"/>
            </p:cNvSpPr>
            <p:nvPr userDrawn="1"/>
          </p:nvSpPr>
          <p:spPr bwMode="auto">
            <a:xfrm>
              <a:off x="3377887" y="3954622"/>
              <a:ext cx="34118" cy="30104"/>
            </a:xfrm>
            <a:custGeom>
              <a:avLst/>
              <a:gdLst>
                <a:gd name="T0" fmla="*/ 7 w 22"/>
                <a:gd name="T1" fmla="*/ 8 h 21"/>
                <a:gd name="T2" fmla="*/ 11 w 22"/>
                <a:gd name="T3" fmla="*/ 6 h 21"/>
                <a:gd name="T4" fmla="*/ 13 w 22"/>
                <a:gd name="T5" fmla="*/ 6 h 21"/>
                <a:gd name="T6" fmla="*/ 16 w 22"/>
                <a:gd name="T7" fmla="*/ 11 h 21"/>
                <a:gd name="T8" fmla="*/ 16 w 22"/>
                <a:gd name="T9" fmla="*/ 13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1 w 22"/>
                <a:gd name="T43" fmla="*/ 15 h 21"/>
                <a:gd name="T44" fmla="*/ 22 w 22"/>
                <a:gd name="T45" fmla="*/ 1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5" y="7"/>
                    <a:pt x="16" y="9"/>
                    <a:pt x="16" y="11"/>
                  </a:cubicBezTo>
                  <a:cubicBezTo>
                    <a:pt x="16" y="11"/>
                    <a:pt x="16" y="12"/>
                    <a:pt x="16" y="13"/>
                  </a:cubicBezTo>
                  <a:cubicBezTo>
                    <a:pt x="16" y="13"/>
                    <a:pt x="16" y="13"/>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1" y="15"/>
                    <a:pt x="21" y="15"/>
                    <a:pt x="21" y="15"/>
                  </a:cubicBezTo>
                  <a:cubicBezTo>
                    <a:pt x="22" y="14"/>
                    <a:pt x="22" y="12"/>
                    <a:pt x="22" y="11"/>
                  </a:cubicBezTo>
                  <a:cubicBezTo>
                    <a:pt x="22" y="7"/>
                    <a:pt x="20" y="3"/>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 name="Freeform 1438">
              <a:extLst>
                <a:ext uri="{FF2B5EF4-FFF2-40B4-BE49-F238E27FC236}">
                  <a16:creationId xmlns:a16="http://schemas.microsoft.com/office/drawing/2014/main" id="{058D86F0-10F7-4173-9832-9B575F71EC20}"/>
                </a:ext>
              </a:extLst>
            </p:cNvPr>
            <p:cNvSpPr>
              <a:spLocks noEditPoints="1"/>
            </p:cNvSpPr>
            <p:nvPr userDrawn="1"/>
          </p:nvSpPr>
          <p:spPr bwMode="auto">
            <a:xfrm>
              <a:off x="3361832" y="3978705"/>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11 w 17"/>
                <a:gd name="T13" fmla="*/ 9 h 17"/>
                <a:gd name="T14" fmla="*/ 8 w 17"/>
                <a:gd name="T15" fmla="*/ 11 h 17"/>
                <a:gd name="T16" fmla="*/ 7 w 17"/>
                <a:gd name="T17" fmla="*/ 10 h 17"/>
                <a:gd name="T18" fmla="*/ 7 w 17"/>
                <a:gd name="T19" fmla="*/ 10 h 17"/>
                <a:gd name="T20" fmla="*/ 6 w 17"/>
                <a:gd name="T21" fmla="*/ 8 h 17"/>
                <a:gd name="T22" fmla="*/ 6 w 17"/>
                <a:gd name="T23" fmla="*/ 7 h 17"/>
                <a:gd name="T24" fmla="*/ 6 w 17"/>
                <a:gd name="T25" fmla="*/ 7 h 17"/>
                <a:gd name="T26" fmla="*/ 1 w 17"/>
                <a:gd name="T27" fmla="*/ 4 h 17"/>
                <a:gd name="T28" fmla="*/ 1 w 17"/>
                <a:gd name="T29" fmla="*/ 4 h 17"/>
                <a:gd name="T30" fmla="*/ 1 w 17"/>
                <a:gd name="T31" fmla="*/ 4 h 17"/>
                <a:gd name="T32" fmla="*/ 1 w 17"/>
                <a:gd name="T33" fmla="*/ 4 h 17"/>
                <a:gd name="T34" fmla="*/ 8 w 17"/>
                <a:gd name="T35" fmla="*/ 0 h 17"/>
                <a:gd name="T36" fmla="*/ 1 w 17"/>
                <a:gd name="T37" fmla="*/ 4 h 17"/>
                <a:gd name="T38" fmla="*/ 1 w 17"/>
                <a:gd name="T39" fmla="*/ 4 h 17"/>
                <a:gd name="T40" fmla="*/ 0 w 17"/>
                <a:gd name="T41" fmla="*/ 8 h 17"/>
                <a:gd name="T42" fmla="*/ 5 w 17"/>
                <a:gd name="T43" fmla="*/ 16 h 17"/>
                <a:gd name="T44" fmla="*/ 5 w 17"/>
                <a:gd name="T45" fmla="*/ 16 h 17"/>
                <a:gd name="T46" fmla="*/ 8 w 17"/>
                <a:gd name="T47" fmla="*/ 17 h 17"/>
                <a:gd name="T48" fmla="*/ 8 w 17"/>
                <a:gd name="T49" fmla="*/ 17 h 17"/>
                <a:gd name="T50" fmla="*/ 8 w 17"/>
                <a:gd name="T51" fmla="*/ 17 h 17"/>
                <a:gd name="T52" fmla="*/ 16 w 17"/>
                <a:gd name="T53" fmla="*/ 12 h 17"/>
                <a:gd name="T54" fmla="*/ 16 w 17"/>
                <a:gd name="T55" fmla="*/ 12 h 17"/>
                <a:gd name="T56" fmla="*/ 17 w 17"/>
                <a:gd name="T57" fmla="*/ 8 h 17"/>
                <a:gd name="T58" fmla="*/ 12 w 17"/>
                <a:gd name="T59" fmla="*/ 0 h 17"/>
                <a:gd name="T60" fmla="*/ 12 w 17"/>
                <a:gd name="T61" fmla="*/ 0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6" y="7"/>
                  </a:moveTo>
                  <a:cubicBezTo>
                    <a:pt x="6" y="6"/>
                    <a:pt x="7" y="6"/>
                    <a:pt x="8" y="6"/>
                  </a:cubicBezTo>
                  <a:cubicBezTo>
                    <a:pt x="9" y="6"/>
                    <a:pt x="9" y="6"/>
                    <a:pt x="10" y="6"/>
                  </a:cubicBezTo>
                  <a:cubicBezTo>
                    <a:pt x="10" y="6"/>
                    <a:pt x="10" y="6"/>
                    <a:pt x="10" y="6"/>
                  </a:cubicBezTo>
                  <a:cubicBezTo>
                    <a:pt x="11" y="6"/>
                    <a:pt x="11" y="7"/>
                    <a:pt x="11" y="8"/>
                  </a:cubicBezTo>
                  <a:cubicBezTo>
                    <a:pt x="11" y="9"/>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6"/>
                    <a:pt x="0" y="7"/>
                    <a:pt x="0" y="8"/>
                  </a:cubicBezTo>
                  <a:cubicBezTo>
                    <a:pt x="0" y="11"/>
                    <a:pt x="2" y="14"/>
                    <a:pt x="5" y="16"/>
                  </a:cubicBezTo>
                  <a:cubicBezTo>
                    <a:pt x="5" y="16"/>
                    <a:pt x="5" y="16"/>
                    <a:pt x="5" y="16"/>
                  </a:cubicBezTo>
                  <a:cubicBezTo>
                    <a:pt x="6" y="16"/>
                    <a:pt x="7" y="17"/>
                    <a:pt x="8" y="17"/>
                  </a:cubicBezTo>
                  <a:cubicBezTo>
                    <a:pt x="8" y="17"/>
                    <a:pt x="8"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2" y="0"/>
                    <a:pt x="12" y="0"/>
                    <a:pt x="12" y="0"/>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 name="Freeform 1439">
              <a:extLst>
                <a:ext uri="{FF2B5EF4-FFF2-40B4-BE49-F238E27FC236}">
                  <a16:creationId xmlns:a16="http://schemas.microsoft.com/office/drawing/2014/main" id="{543C6D0A-FB1D-4FED-B7FA-AB3AA1DFF5F6}"/>
                </a:ext>
              </a:extLst>
            </p:cNvPr>
            <p:cNvSpPr>
              <a:spLocks noEditPoints="1"/>
            </p:cNvSpPr>
            <p:nvPr userDrawn="1"/>
          </p:nvSpPr>
          <p:spPr bwMode="auto">
            <a:xfrm>
              <a:off x="3335742" y="3980712"/>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1 w 16"/>
                <a:gd name="T23" fmla="*/ 4 h 15"/>
                <a:gd name="T24" fmla="*/ 1 w 16"/>
                <a:gd name="T25" fmla="*/ 4 h 15"/>
                <a:gd name="T26" fmla="*/ 1 w 16"/>
                <a:gd name="T27" fmla="*/ 4 h 15"/>
                <a:gd name="T28" fmla="*/ 1 w 16"/>
                <a:gd name="T29" fmla="*/ 4 h 15"/>
                <a:gd name="T30" fmla="*/ 1 w 16"/>
                <a:gd name="T31" fmla="*/ 4 h 15"/>
                <a:gd name="T32" fmla="*/ 0 w 16"/>
                <a:gd name="T33" fmla="*/ 8 h 15"/>
                <a:gd name="T34" fmla="*/ 5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11" y="15"/>
                    <a:pt x="14" y="14"/>
                    <a:pt x="15" y="11"/>
                  </a:cubicBezTo>
                  <a:cubicBezTo>
                    <a:pt x="15" y="10"/>
                    <a:pt x="16" y="9"/>
                    <a:pt x="16" y="8"/>
                  </a:cubicBezTo>
                  <a:cubicBezTo>
                    <a:pt x="16" y="5"/>
                    <a:pt x="14" y="2"/>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 name="Freeform 1440">
              <a:extLst>
                <a:ext uri="{FF2B5EF4-FFF2-40B4-BE49-F238E27FC236}">
                  <a16:creationId xmlns:a16="http://schemas.microsoft.com/office/drawing/2014/main" id="{1AC567A3-A3D9-4B58-A3AB-E693E3CB5162}"/>
                </a:ext>
              </a:extLst>
            </p:cNvPr>
            <p:cNvSpPr>
              <a:spLocks noEditPoints="1"/>
            </p:cNvSpPr>
            <p:nvPr userDrawn="1"/>
          </p:nvSpPr>
          <p:spPr bwMode="auto">
            <a:xfrm>
              <a:off x="4616152" y="5626380"/>
              <a:ext cx="152525"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8 w 101"/>
                <a:gd name="T19" fmla="*/ 28 h 99"/>
                <a:gd name="T20" fmla="*/ 10 w 101"/>
                <a:gd name="T21" fmla="*/ 30 h 99"/>
                <a:gd name="T22" fmla="*/ 50 w 101"/>
                <a:gd name="T23" fmla="*/ 0 h 99"/>
                <a:gd name="T24" fmla="*/ 50 w 101"/>
                <a:gd name="T25" fmla="*/ 0 h 99"/>
                <a:gd name="T26" fmla="*/ 5 w 101"/>
                <a:gd name="T27" fmla="*/ 27 h 99"/>
                <a:gd name="T28" fmla="*/ 5 w 101"/>
                <a:gd name="T29" fmla="*/ 27 h 99"/>
                <a:gd name="T30" fmla="*/ 0 w 101"/>
                <a:gd name="T31" fmla="*/ 49 h 99"/>
                <a:gd name="T32" fmla="*/ 28 w 101"/>
                <a:gd name="T33" fmla="*/ 93 h 99"/>
                <a:gd name="T34" fmla="*/ 50 w 101"/>
                <a:gd name="T35" fmla="*/ 99 h 99"/>
                <a:gd name="T36" fmla="*/ 50 w 101"/>
                <a:gd name="T37" fmla="*/ 99 h 99"/>
                <a:gd name="T38" fmla="*/ 95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3"/>
                    <a:pt x="50" y="93"/>
                  </a:cubicBezTo>
                  <a:cubicBezTo>
                    <a:pt x="44" y="93"/>
                    <a:pt x="37" y="91"/>
                    <a:pt x="30" y="88"/>
                  </a:cubicBezTo>
                  <a:cubicBezTo>
                    <a:pt x="15" y="80"/>
                    <a:pt x="6" y="65"/>
                    <a:pt x="6" y="49"/>
                  </a:cubicBezTo>
                  <a:cubicBezTo>
                    <a:pt x="6" y="43"/>
                    <a:pt x="7" y="36"/>
                    <a:pt x="10" y="30"/>
                  </a:cubicBezTo>
                  <a:cubicBezTo>
                    <a:pt x="8" y="28"/>
                    <a:pt x="8" y="28"/>
                    <a:pt x="8" y="28"/>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9"/>
                    <a:pt x="50" y="99"/>
                  </a:cubicBezTo>
                  <a:cubicBezTo>
                    <a:pt x="50" y="99"/>
                    <a:pt x="50" y="99"/>
                    <a:pt x="50" y="99"/>
                  </a:cubicBezTo>
                  <a:cubicBezTo>
                    <a:pt x="69" y="99"/>
                    <a:pt x="87"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 name="Freeform 1441">
              <a:extLst>
                <a:ext uri="{FF2B5EF4-FFF2-40B4-BE49-F238E27FC236}">
                  <a16:creationId xmlns:a16="http://schemas.microsoft.com/office/drawing/2014/main" id="{BA16C1CE-F0D9-4EEC-9D42-BEAC8CBD9E40}"/>
                </a:ext>
              </a:extLst>
            </p:cNvPr>
            <p:cNvSpPr>
              <a:spLocks noEditPoints="1"/>
            </p:cNvSpPr>
            <p:nvPr userDrawn="1"/>
          </p:nvSpPr>
          <p:spPr bwMode="auto">
            <a:xfrm>
              <a:off x="4612138" y="5752816"/>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3" y="7"/>
                    <a:pt x="13" y="7"/>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5" name="Freeform 1442">
              <a:extLst>
                <a:ext uri="{FF2B5EF4-FFF2-40B4-BE49-F238E27FC236}">
                  <a16:creationId xmlns:a16="http://schemas.microsoft.com/office/drawing/2014/main" id="{E8E5E705-C1B1-492A-823B-49FC5497091E}"/>
                </a:ext>
              </a:extLst>
            </p:cNvPr>
            <p:cNvSpPr>
              <a:spLocks noEditPoints="1"/>
            </p:cNvSpPr>
            <p:nvPr userDrawn="1"/>
          </p:nvSpPr>
          <p:spPr bwMode="auto">
            <a:xfrm>
              <a:off x="4596083" y="5776899"/>
              <a:ext cx="26091" cy="26090"/>
            </a:xfrm>
            <a:custGeom>
              <a:avLst/>
              <a:gdLst>
                <a:gd name="T0" fmla="*/ 6 w 17"/>
                <a:gd name="T1" fmla="*/ 8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8 w 17"/>
                <a:gd name="T19" fmla="*/ 0 h 17"/>
                <a:gd name="T20" fmla="*/ 0 w 17"/>
                <a:gd name="T21" fmla="*/ 5 h 17"/>
                <a:gd name="T22" fmla="*/ 3 w 17"/>
                <a:gd name="T23" fmla="*/ 6 h 17"/>
                <a:gd name="T24" fmla="*/ 0 w 17"/>
                <a:gd name="T25" fmla="*/ 5 h 17"/>
                <a:gd name="T26" fmla="*/ 0 w 17"/>
                <a:gd name="T27" fmla="*/ 9 h 17"/>
                <a:gd name="T28" fmla="*/ 4 w 17"/>
                <a:gd name="T29" fmla="*/ 16 h 17"/>
                <a:gd name="T30" fmla="*/ 8 w 17"/>
                <a:gd name="T31" fmla="*/ 17 h 17"/>
                <a:gd name="T32" fmla="*/ 16 w 17"/>
                <a:gd name="T33" fmla="*/ 12 h 17"/>
                <a:gd name="T34" fmla="*/ 17 w 17"/>
                <a:gd name="T35" fmla="*/ 9 h 17"/>
                <a:gd name="T36" fmla="*/ 12 w 17"/>
                <a:gd name="T37" fmla="*/ 1 h 17"/>
                <a:gd name="T38" fmla="*/ 8 w 17"/>
                <a:gd name="T39" fmla="*/ 0 h 17"/>
                <a:gd name="T40" fmla="*/ 8 w 17"/>
                <a:gd name="T41" fmla="*/ 0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8"/>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11" y="17"/>
                    <a:pt x="14" y="16"/>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6" name="Freeform 1443">
              <a:extLst>
                <a:ext uri="{FF2B5EF4-FFF2-40B4-BE49-F238E27FC236}">
                  <a16:creationId xmlns:a16="http://schemas.microsoft.com/office/drawing/2014/main" id="{A6756629-0AF9-4079-9F9C-7C166A9000CE}"/>
                </a:ext>
              </a:extLst>
            </p:cNvPr>
            <p:cNvSpPr>
              <a:spLocks noEditPoints="1"/>
            </p:cNvSpPr>
            <p:nvPr userDrawn="1"/>
          </p:nvSpPr>
          <p:spPr bwMode="auto">
            <a:xfrm>
              <a:off x="4569994" y="5780913"/>
              <a:ext cx="24083" cy="22077"/>
            </a:xfrm>
            <a:custGeom>
              <a:avLst/>
              <a:gdLst>
                <a:gd name="T0" fmla="*/ 6 w 16"/>
                <a:gd name="T1" fmla="*/ 7 h 15"/>
                <a:gd name="T2" fmla="*/ 8 w 16"/>
                <a:gd name="T3" fmla="*/ 6 h 15"/>
                <a:gd name="T4" fmla="*/ 9 w 16"/>
                <a:gd name="T5" fmla="*/ 6 h 15"/>
                <a:gd name="T6" fmla="*/ 9 w 16"/>
                <a:gd name="T7" fmla="*/ 6 h 15"/>
                <a:gd name="T8" fmla="*/ 10 w 16"/>
                <a:gd name="T9" fmla="*/ 7 h 15"/>
                <a:gd name="T10" fmla="*/ 9 w 16"/>
                <a:gd name="T11" fmla="*/ 8 h 15"/>
                <a:gd name="T12" fmla="*/ 8 w 16"/>
                <a:gd name="T13" fmla="*/ 9 h 15"/>
                <a:gd name="T14" fmla="*/ 7 w 16"/>
                <a:gd name="T15" fmla="*/ 9 h 15"/>
                <a:gd name="T16" fmla="*/ 6 w 16"/>
                <a:gd name="T17" fmla="*/ 7 h 15"/>
                <a:gd name="T18" fmla="*/ 6 w 16"/>
                <a:gd name="T19" fmla="*/ 7 h 15"/>
                <a:gd name="T20" fmla="*/ 6 w 16"/>
                <a:gd name="T21" fmla="*/ 7 h 15"/>
                <a:gd name="T22" fmla="*/ 8 w 16"/>
                <a:gd name="T23" fmla="*/ 0 h 15"/>
                <a:gd name="T24" fmla="*/ 1 w 16"/>
                <a:gd name="T25" fmla="*/ 4 h 15"/>
                <a:gd name="T26" fmla="*/ 4 w 16"/>
                <a:gd name="T27" fmla="*/ 5 h 15"/>
                <a:gd name="T28" fmla="*/ 1 w 16"/>
                <a:gd name="T29" fmla="*/ 4 h 15"/>
                <a:gd name="T30" fmla="*/ 0 w 16"/>
                <a:gd name="T31" fmla="*/ 7 h 15"/>
                <a:gd name="T32" fmla="*/ 5 w 16"/>
                <a:gd name="T33" fmla="*/ 14 h 15"/>
                <a:gd name="T34" fmla="*/ 8 w 16"/>
                <a:gd name="T35" fmla="*/ 15 h 15"/>
                <a:gd name="T36" fmla="*/ 8 w 16"/>
                <a:gd name="T37" fmla="*/ 15 h 15"/>
                <a:gd name="T38" fmla="*/ 15 w 16"/>
                <a:gd name="T39" fmla="*/ 11 h 15"/>
                <a:gd name="T40" fmla="*/ 15 w 16"/>
                <a:gd name="T41" fmla="*/ 11 h 15"/>
                <a:gd name="T42" fmla="*/ 16 w 16"/>
                <a:gd name="T43" fmla="*/ 7 h 15"/>
                <a:gd name="T44" fmla="*/ 11 w 16"/>
                <a:gd name="T45" fmla="*/ 1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6" y="7"/>
                  </a:move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9"/>
                    <a:pt x="9"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6" y="8"/>
                    <a:pt x="16" y="7"/>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7" name="Freeform 1444">
              <a:extLst>
                <a:ext uri="{FF2B5EF4-FFF2-40B4-BE49-F238E27FC236}">
                  <a16:creationId xmlns:a16="http://schemas.microsoft.com/office/drawing/2014/main" id="{CA0B67CE-91E7-4277-A409-FB02F1F31F0F}"/>
                </a:ext>
              </a:extLst>
            </p:cNvPr>
            <p:cNvSpPr>
              <a:spLocks noEditPoints="1"/>
            </p:cNvSpPr>
            <p:nvPr userDrawn="1"/>
          </p:nvSpPr>
          <p:spPr bwMode="auto">
            <a:xfrm>
              <a:off x="4032141" y="5794961"/>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8" name="Freeform 1445">
              <a:extLst>
                <a:ext uri="{FF2B5EF4-FFF2-40B4-BE49-F238E27FC236}">
                  <a16:creationId xmlns:a16="http://schemas.microsoft.com/office/drawing/2014/main" id="{800D6AA2-EC97-440A-AFEB-91E32856BC92}"/>
                </a:ext>
              </a:extLst>
            </p:cNvPr>
            <p:cNvSpPr>
              <a:spLocks noEditPoints="1"/>
            </p:cNvSpPr>
            <p:nvPr userDrawn="1"/>
          </p:nvSpPr>
          <p:spPr bwMode="auto">
            <a:xfrm>
              <a:off x="4028127" y="5921397"/>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6 w 22"/>
                <a:gd name="T17" fmla="*/ 11 h 22"/>
                <a:gd name="T18" fmla="*/ 7 w 22"/>
                <a:gd name="T19" fmla="*/ 9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1"/>
                    <a:pt x="6" y="10"/>
                    <a:pt x="7" y="9"/>
                  </a:cubicBezTo>
                  <a:cubicBezTo>
                    <a:pt x="7" y="9"/>
                    <a:pt x="7" y="9"/>
                    <a:pt x="7" y="9"/>
                  </a:cubicBezTo>
                  <a:moveTo>
                    <a:pt x="11" y="0"/>
                  </a:moveTo>
                  <a:cubicBezTo>
                    <a:pt x="11" y="0"/>
                    <a:pt x="11" y="0"/>
                    <a:pt x="11" y="0"/>
                  </a:cubicBezTo>
                  <a:cubicBezTo>
                    <a:pt x="7" y="0"/>
                    <a:pt x="3" y="3"/>
                    <a:pt x="1" y="6"/>
                  </a:cubicBezTo>
                  <a:cubicBezTo>
                    <a:pt x="1" y="6"/>
                    <a:pt x="1" y="6"/>
                    <a:pt x="1" y="6"/>
                  </a:cubicBezTo>
                  <a:cubicBezTo>
                    <a:pt x="1"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9" name="Freeform 1446">
              <a:extLst>
                <a:ext uri="{FF2B5EF4-FFF2-40B4-BE49-F238E27FC236}">
                  <a16:creationId xmlns:a16="http://schemas.microsoft.com/office/drawing/2014/main" id="{560AB10B-D389-486B-955E-A7A96985E228}"/>
                </a:ext>
              </a:extLst>
            </p:cNvPr>
            <p:cNvSpPr>
              <a:spLocks noEditPoints="1"/>
            </p:cNvSpPr>
            <p:nvPr userDrawn="1"/>
          </p:nvSpPr>
          <p:spPr bwMode="auto">
            <a:xfrm>
              <a:off x="4012072" y="5945480"/>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3 w 17"/>
                <a:gd name="T23" fmla="*/ 6 h 17"/>
                <a:gd name="T24" fmla="*/ 6 w 17"/>
                <a:gd name="T25" fmla="*/ 8 h 17"/>
                <a:gd name="T26" fmla="*/ 9 w 17"/>
                <a:gd name="T27" fmla="*/ 0 h 17"/>
                <a:gd name="T28" fmla="*/ 1 w 17"/>
                <a:gd name="T29" fmla="*/ 5 h 17"/>
                <a:gd name="T30" fmla="*/ 1 w 17"/>
                <a:gd name="T31" fmla="*/ 5 h 17"/>
                <a:gd name="T32" fmla="*/ 0 w 17"/>
                <a:gd name="T33" fmla="*/ 9 h 17"/>
                <a:gd name="T34" fmla="*/ 5 w 17"/>
                <a:gd name="T35" fmla="*/ 17 h 17"/>
                <a:gd name="T36" fmla="*/ 5 w 17"/>
                <a:gd name="T37" fmla="*/ 17 h 17"/>
                <a:gd name="T38" fmla="*/ 9 w 17"/>
                <a:gd name="T39" fmla="*/ 17 h 17"/>
                <a:gd name="T40" fmla="*/ 9 w 17"/>
                <a:gd name="T41" fmla="*/ 17 h 17"/>
                <a:gd name="T42" fmla="*/ 9 w 17"/>
                <a:gd name="T43" fmla="*/ 17 h 17"/>
                <a:gd name="T44" fmla="*/ 16 w 17"/>
                <a:gd name="T45" fmla="*/ 13 h 17"/>
                <a:gd name="T46" fmla="*/ 17 w 17"/>
                <a:gd name="T47" fmla="*/ 9 h 17"/>
                <a:gd name="T48" fmla="*/ 12 w 17"/>
                <a:gd name="T49" fmla="*/ 1 h 17"/>
                <a:gd name="T50" fmla="*/ 12 w 17"/>
                <a:gd name="T51" fmla="*/ 1 h 17"/>
                <a:gd name="T52" fmla="*/ 9 w 17"/>
                <a:gd name="T53" fmla="*/ 0 h 17"/>
                <a:gd name="T54" fmla="*/ 9 w 17"/>
                <a:gd name="T55" fmla="*/ 0 h 17"/>
                <a:gd name="T56" fmla="*/ 9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3" y="6"/>
                    <a:pt x="3" y="6"/>
                    <a:pt x="3" y="6"/>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0" name="Freeform 1447">
              <a:extLst>
                <a:ext uri="{FF2B5EF4-FFF2-40B4-BE49-F238E27FC236}">
                  <a16:creationId xmlns:a16="http://schemas.microsoft.com/office/drawing/2014/main" id="{EC2AE34B-EE27-4867-A78A-4548C246195F}"/>
                </a:ext>
              </a:extLst>
            </p:cNvPr>
            <p:cNvSpPr>
              <a:spLocks noEditPoints="1"/>
            </p:cNvSpPr>
            <p:nvPr userDrawn="1"/>
          </p:nvSpPr>
          <p:spPr bwMode="auto">
            <a:xfrm>
              <a:off x="3987989" y="5949494"/>
              <a:ext cx="22077" cy="22077"/>
            </a:xfrm>
            <a:custGeom>
              <a:avLst/>
              <a:gdLst>
                <a:gd name="T0" fmla="*/ 6 w 15"/>
                <a:gd name="T1" fmla="*/ 9 h 15"/>
                <a:gd name="T2" fmla="*/ 6 w 15"/>
                <a:gd name="T3" fmla="*/ 8 h 15"/>
                <a:gd name="T4" fmla="*/ 6 w 15"/>
                <a:gd name="T5" fmla="*/ 7 h 15"/>
                <a:gd name="T6" fmla="*/ 3 w 15"/>
                <a:gd name="T7" fmla="*/ 6 h 15"/>
                <a:gd name="T8" fmla="*/ 6 w 15"/>
                <a:gd name="T9" fmla="*/ 7 h 15"/>
                <a:gd name="T10" fmla="*/ 7 w 15"/>
                <a:gd name="T11" fmla="*/ 6 h 15"/>
                <a:gd name="T12" fmla="*/ 8 w 15"/>
                <a:gd name="T13" fmla="*/ 6 h 15"/>
                <a:gd name="T14" fmla="*/ 8 w 15"/>
                <a:gd name="T15" fmla="*/ 6 h 15"/>
                <a:gd name="T16" fmla="*/ 9 w 15"/>
                <a:gd name="T17" fmla="*/ 8 h 15"/>
                <a:gd name="T18" fmla="*/ 9 w 15"/>
                <a:gd name="T19" fmla="*/ 8 h 15"/>
                <a:gd name="T20" fmla="*/ 9 w 15"/>
                <a:gd name="T21" fmla="*/ 8 h 15"/>
                <a:gd name="T22" fmla="*/ 7 w 15"/>
                <a:gd name="T23" fmla="*/ 9 h 15"/>
                <a:gd name="T24" fmla="*/ 6 w 15"/>
                <a:gd name="T25" fmla="*/ 9 h 15"/>
                <a:gd name="T26" fmla="*/ 7 w 15"/>
                <a:gd name="T27" fmla="*/ 0 h 15"/>
                <a:gd name="T28" fmla="*/ 0 w 15"/>
                <a:gd name="T29" fmla="*/ 4 h 15"/>
                <a:gd name="T30" fmla="*/ 0 w 15"/>
                <a:gd name="T31" fmla="*/ 4 h 15"/>
                <a:gd name="T32" fmla="*/ 0 w 15"/>
                <a:gd name="T33" fmla="*/ 8 h 15"/>
                <a:gd name="T34" fmla="*/ 4 w 15"/>
                <a:gd name="T35" fmla="*/ 14 h 15"/>
                <a:gd name="T36" fmla="*/ 4 w 15"/>
                <a:gd name="T37" fmla="*/ 15 h 15"/>
                <a:gd name="T38" fmla="*/ 4 w 15"/>
                <a:gd name="T39" fmla="*/ 14 h 15"/>
                <a:gd name="T40" fmla="*/ 7 w 15"/>
                <a:gd name="T41" fmla="*/ 15 h 15"/>
                <a:gd name="T42" fmla="*/ 7 w 15"/>
                <a:gd name="T43" fmla="*/ 15 h 15"/>
                <a:gd name="T44" fmla="*/ 7 w 15"/>
                <a:gd name="T45" fmla="*/ 15 h 15"/>
                <a:gd name="T46" fmla="*/ 14 w 15"/>
                <a:gd name="T47" fmla="*/ 11 h 15"/>
                <a:gd name="T48" fmla="*/ 14 w 15"/>
                <a:gd name="T49" fmla="*/ 11 h 15"/>
                <a:gd name="T50" fmla="*/ 15 w 15"/>
                <a:gd name="T51" fmla="*/ 8 h 15"/>
                <a:gd name="T52" fmla="*/ 11 w 15"/>
                <a:gd name="T53" fmla="*/ 1 h 15"/>
                <a:gd name="T54" fmla="*/ 11 w 15"/>
                <a:gd name="T55" fmla="*/ 1 h 15"/>
                <a:gd name="T56" fmla="*/ 7 w 15"/>
                <a:gd name="T57" fmla="*/ 0 h 15"/>
                <a:gd name="T58" fmla="*/ 7 w 15"/>
                <a:gd name="T59" fmla="*/ 0 h 15"/>
                <a:gd name="T60" fmla="*/ 7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6" y="9"/>
                  </a:moveTo>
                  <a:cubicBezTo>
                    <a:pt x="6" y="9"/>
                    <a:pt x="6" y="8"/>
                    <a:pt x="6" y="8"/>
                  </a:cubicBezTo>
                  <a:cubicBezTo>
                    <a:pt x="6" y="7"/>
                    <a:pt x="6" y="7"/>
                    <a:pt x="6" y="7"/>
                  </a:cubicBezTo>
                  <a:cubicBezTo>
                    <a:pt x="3" y="6"/>
                    <a:pt x="3" y="6"/>
                    <a:pt x="3" y="6"/>
                  </a:cubicBezTo>
                  <a:cubicBezTo>
                    <a:pt x="6" y="7"/>
                    <a:pt x="6" y="7"/>
                    <a:pt x="6" y="7"/>
                  </a:cubicBezTo>
                  <a:cubicBezTo>
                    <a:pt x="6" y="6"/>
                    <a:pt x="7" y="6"/>
                    <a:pt x="7" y="6"/>
                  </a:cubicBezTo>
                  <a:cubicBezTo>
                    <a:pt x="8" y="6"/>
                    <a:pt x="8" y="6"/>
                    <a:pt x="8" y="6"/>
                  </a:cubicBezTo>
                  <a:cubicBezTo>
                    <a:pt x="8" y="6"/>
                    <a:pt x="8" y="6"/>
                    <a:pt x="8" y="6"/>
                  </a:cubicBezTo>
                  <a:cubicBezTo>
                    <a:pt x="8" y="6"/>
                    <a:pt x="9" y="7"/>
                    <a:pt x="9" y="8"/>
                  </a:cubicBezTo>
                  <a:cubicBezTo>
                    <a:pt x="9" y="8"/>
                    <a:pt x="9" y="8"/>
                    <a:pt x="9" y="8"/>
                  </a:cubicBezTo>
                  <a:cubicBezTo>
                    <a:pt x="9" y="8"/>
                    <a:pt x="9" y="8"/>
                    <a:pt x="9" y="8"/>
                  </a:cubicBezTo>
                  <a:cubicBezTo>
                    <a:pt x="8" y="9"/>
                    <a:pt x="8" y="9"/>
                    <a:pt x="7" y="9"/>
                  </a:cubicBezTo>
                  <a:cubicBezTo>
                    <a:pt x="6" y="9"/>
                    <a:pt x="6" y="9"/>
                    <a:pt x="6" y="9"/>
                  </a:cubicBezTo>
                  <a:moveTo>
                    <a:pt x="7" y="0"/>
                  </a:moveTo>
                  <a:cubicBezTo>
                    <a:pt x="4" y="0"/>
                    <a:pt x="2" y="1"/>
                    <a:pt x="0" y="4"/>
                  </a:cubicBezTo>
                  <a:cubicBezTo>
                    <a:pt x="0" y="4"/>
                    <a:pt x="0" y="4"/>
                    <a:pt x="0" y="4"/>
                  </a:cubicBezTo>
                  <a:cubicBezTo>
                    <a:pt x="0" y="5"/>
                    <a:pt x="0" y="6"/>
                    <a:pt x="0" y="8"/>
                  </a:cubicBezTo>
                  <a:cubicBezTo>
                    <a:pt x="0" y="10"/>
                    <a:pt x="1" y="13"/>
                    <a:pt x="4" y="14"/>
                  </a:cubicBezTo>
                  <a:cubicBezTo>
                    <a:pt x="4" y="15"/>
                    <a:pt x="4" y="15"/>
                    <a:pt x="4" y="15"/>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4" y="11"/>
                    <a:pt x="14" y="11"/>
                    <a:pt x="14" y="11"/>
                  </a:cubicBezTo>
                  <a:cubicBezTo>
                    <a:pt x="15" y="10"/>
                    <a:pt x="15" y="9"/>
                    <a:pt x="15" y="8"/>
                  </a:cubicBezTo>
                  <a:cubicBezTo>
                    <a:pt x="15" y="5"/>
                    <a:pt x="13" y="2"/>
                    <a:pt x="11" y="1"/>
                  </a:cubicBezTo>
                  <a:cubicBezTo>
                    <a:pt x="11" y="1"/>
                    <a:pt x="11" y="1"/>
                    <a:pt x="11" y="1"/>
                  </a:cubicBezTo>
                  <a:cubicBezTo>
                    <a:pt x="9" y="0"/>
                    <a:pt x="8"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1" name="Freeform 1448">
              <a:extLst>
                <a:ext uri="{FF2B5EF4-FFF2-40B4-BE49-F238E27FC236}">
                  <a16:creationId xmlns:a16="http://schemas.microsoft.com/office/drawing/2014/main" id="{E3B9563B-F01B-4CD5-A56F-FC047C132773}"/>
                </a:ext>
              </a:extLst>
            </p:cNvPr>
            <p:cNvSpPr>
              <a:spLocks noEditPoints="1"/>
            </p:cNvSpPr>
            <p:nvPr userDrawn="1"/>
          </p:nvSpPr>
          <p:spPr bwMode="auto">
            <a:xfrm>
              <a:off x="5075736"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2" name="Freeform 1449">
              <a:extLst>
                <a:ext uri="{FF2B5EF4-FFF2-40B4-BE49-F238E27FC236}">
                  <a16:creationId xmlns:a16="http://schemas.microsoft.com/office/drawing/2014/main" id="{7919453D-88BD-4F4C-AB97-4B46A3394246}"/>
                </a:ext>
              </a:extLst>
            </p:cNvPr>
            <p:cNvSpPr>
              <a:spLocks noEditPoints="1"/>
            </p:cNvSpPr>
            <p:nvPr userDrawn="1"/>
          </p:nvSpPr>
          <p:spPr bwMode="auto">
            <a:xfrm>
              <a:off x="5059680"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3" name="Freeform 1450">
              <a:extLst>
                <a:ext uri="{FF2B5EF4-FFF2-40B4-BE49-F238E27FC236}">
                  <a16:creationId xmlns:a16="http://schemas.microsoft.com/office/drawing/2014/main" id="{ECBCAC87-817F-4A64-8FE4-4ACFA9618718}"/>
                </a:ext>
              </a:extLst>
            </p:cNvPr>
            <p:cNvSpPr>
              <a:spLocks noEditPoints="1"/>
            </p:cNvSpPr>
            <p:nvPr userDrawn="1"/>
          </p:nvSpPr>
          <p:spPr bwMode="auto">
            <a:xfrm>
              <a:off x="5041618" y="5501952"/>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9 w 16"/>
                <a:gd name="T13" fmla="*/ 7 h 17"/>
                <a:gd name="T14" fmla="*/ 10 w 16"/>
                <a:gd name="T15" fmla="*/ 7 h 17"/>
                <a:gd name="T16" fmla="*/ 10 w 16"/>
                <a:gd name="T17" fmla="*/ 8 h 17"/>
                <a:gd name="T18" fmla="*/ 10 w 16"/>
                <a:gd name="T19" fmla="*/ 10 h 17"/>
                <a:gd name="T20" fmla="*/ 8 w 16"/>
                <a:gd name="T21" fmla="*/ 11 h 17"/>
                <a:gd name="T22" fmla="*/ 7 w 16"/>
                <a:gd name="T23" fmla="*/ 10 h 17"/>
                <a:gd name="T24" fmla="*/ 7 w 16"/>
                <a:gd name="T25" fmla="*/ 1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8 w 16"/>
                <a:gd name="T51" fmla="*/ 0 h 17"/>
                <a:gd name="T52" fmla="*/ 8 w 16"/>
                <a:gd name="T53" fmla="*/ 0 h 17"/>
                <a:gd name="T54" fmla="*/ 8 w 16"/>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7"/>
                  </a:cubicBezTo>
                  <a:cubicBezTo>
                    <a:pt x="10" y="7"/>
                    <a:pt x="10" y="7"/>
                    <a:pt x="10" y="7"/>
                  </a:cubicBezTo>
                  <a:cubicBezTo>
                    <a:pt x="10" y="7"/>
                    <a:pt x="10" y="8"/>
                    <a:pt x="10" y="8"/>
                  </a:cubicBezTo>
                  <a:cubicBezTo>
                    <a:pt x="10" y="9"/>
                    <a:pt x="10" y="9"/>
                    <a:pt x="10" y="10"/>
                  </a:cubicBezTo>
                  <a:cubicBezTo>
                    <a:pt x="9" y="10"/>
                    <a:pt x="9" y="11"/>
                    <a:pt x="8" y="11"/>
                  </a:cubicBezTo>
                  <a:cubicBezTo>
                    <a:pt x="8" y="11"/>
                    <a:pt x="7" y="10"/>
                    <a:pt x="7" y="10"/>
                  </a:cubicBezTo>
                  <a:cubicBezTo>
                    <a:pt x="7" y="10"/>
                    <a:pt x="7" y="10"/>
                    <a:pt x="7" y="10"/>
                  </a:cubicBezTo>
                  <a:moveTo>
                    <a:pt x="8" y="0"/>
                  </a:move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2"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4" name="Freeform 1451">
              <a:extLst>
                <a:ext uri="{FF2B5EF4-FFF2-40B4-BE49-F238E27FC236}">
                  <a16:creationId xmlns:a16="http://schemas.microsoft.com/office/drawing/2014/main" id="{A5AD2D4F-DC55-49A4-8585-C5B42A0D90DA}"/>
                </a:ext>
              </a:extLst>
            </p:cNvPr>
            <p:cNvSpPr>
              <a:spLocks noEditPoints="1"/>
            </p:cNvSpPr>
            <p:nvPr userDrawn="1"/>
          </p:nvSpPr>
          <p:spPr bwMode="auto">
            <a:xfrm>
              <a:off x="5017535" y="5499945"/>
              <a:ext cx="22077" cy="22077"/>
            </a:xfrm>
            <a:custGeom>
              <a:avLst/>
              <a:gdLst>
                <a:gd name="T0" fmla="*/ 7 w 15"/>
                <a:gd name="T1" fmla="*/ 8 h 14"/>
                <a:gd name="T2" fmla="*/ 6 w 15"/>
                <a:gd name="T3" fmla="*/ 7 h 14"/>
                <a:gd name="T4" fmla="*/ 7 w 15"/>
                <a:gd name="T5" fmla="*/ 6 h 14"/>
                <a:gd name="T6" fmla="*/ 4 w 15"/>
                <a:gd name="T7" fmla="*/ 4 h 14"/>
                <a:gd name="T8" fmla="*/ 7 w 15"/>
                <a:gd name="T9" fmla="*/ 6 h 14"/>
                <a:gd name="T10" fmla="*/ 8 w 15"/>
                <a:gd name="T11" fmla="*/ 6 h 14"/>
                <a:gd name="T12" fmla="*/ 9 w 15"/>
                <a:gd name="T13" fmla="*/ 6 h 14"/>
                <a:gd name="T14" fmla="*/ 9 w 15"/>
                <a:gd name="T15" fmla="*/ 7 h 14"/>
                <a:gd name="T16" fmla="*/ 9 w 15"/>
                <a:gd name="T17" fmla="*/ 8 h 14"/>
                <a:gd name="T18" fmla="*/ 9 w 15"/>
                <a:gd name="T19" fmla="*/ 8 h 14"/>
                <a:gd name="T20" fmla="*/ 8 w 15"/>
                <a:gd name="T21" fmla="*/ 8 h 14"/>
                <a:gd name="T22" fmla="*/ 7 w 15"/>
                <a:gd name="T23" fmla="*/ 8 h 14"/>
                <a:gd name="T24" fmla="*/ 8 w 15"/>
                <a:gd name="T25" fmla="*/ 0 h 14"/>
                <a:gd name="T26" fmla="*/ 2 w 15"/>
                <a:gd name="T27" fmla="*/ 3 h 14"/>
                <a:gd name="T28" fmla="*/ 2 w 15"/>
                <a:gd name="T29" fmla="*/ 3 h 14"/>
                <a:gd name="T30" fmla="*/ 0 w 15"/>
                <a:gd name="T31" fmla="*/ 7 h 14"/>
                <a:gd name="T32" fmla="*/ 3 w 15"/>
                <a:gd name="T33" fmla="*/ 13 h 14"/>
                <a:gd name="T34" fmla="*/ 3 w 15"/>
                <a:gd name="T35" fmla="*/ 13 h 14"/>
                <a:gd name="T36" fmla="*/ 8 w 15"/>
                <a:gd name="T37" fmla="*/ 14 h 14"/>
                <a:gd name="T38" fmla="*/ 8 w 15"/>
                <a:gd name="T39" fmla="*/ 14 h 14"/>
                <a:gd name="T40" fmla="*/ 14 w 15"/>
                <a:gd name="T41" fmla="*/ 11 h 14"/>
                <a:gd name="T42" fmla="*/ 14 w 15"/>
                <a:gd name="T43" fmla="*/ 11 h 14"/>
                <a:gd name="T44" fmla="*/ 15 w 15"/>
                <a:gd name="T45" fmla="*/ 7 h 14"/>
                <a:gd name="T46" fmla="*/ 12 w 15"/>
                <a:gd name="T47" fmla="*/ 1 h 14"/>
                <a:gd name="T48" fmla="*/ 8 w 15"/>
                <a:gd name="T49" fmla="*/ 0 h 14"/>
                <a:gd name="T50" fmla="*/ 8 w 15"/>
                <a:gd name="T51" fmla="*/ 0 h 14"/>
                <a:gd name="T52" fmla="*/ 8 w 1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4">
                  <a:moveTo>
                    <a:pt x="7" y="8"/>
                  </a:move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cubicBezTo>
                    <a:pt x="7" y="8"/>
                    <a:pt x="7" y="8"/>
                    <a:pt x="7" y="8"/>
                  </a:cubicBezTo>
                  <a:moveTo>
                    <a:pt x="8" y="0"/>
                  </a:moveTo>
                  <a:cubicBezTo>
                    <a:pt x="6" y="0"/>
                    <a:pt x="3" y="1"/>
                    <a:pt x="2" y="3"/>
                  </a:cubicBezTo>
                  <a:cubicBezTo>
                    <a:pt x="2" y="3"/>
                    <a:pt x="2" y="3"/>
                    <a:pt x="2" y="3"/>
                  </a:cubicBezTo>
                  <a:cubicBezTo>
                    <a:pt x="1" y="4"/>
                    <a:pt x="0" y="5"/>
                    <a:pt x="0" y="7"/>
                  </a:cubicBezTo>
                  <a:cubicBezTo>
                    <a:pt x="0" y="9"/>
                    <a:pt x="1" y="11"/>
                    <a:pt x="3" y="13"/>
                  </a:cubicBezTo>
                  <a:cubicBezTo>
                    <a:pt x="3" y="13"/>
                    <a:pt x="3" y="13"/>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5" name="Freeform 1452">
              <a:extLst>
                <a:ext uri="{FF2B5EF4-FFF2-40B4-BE49-F238E27FC236}">
                  <a16:creationId xmlns:a16="http://schemas.microsoft.com/office/drawing/2014/main" id="{41C5711C-3A5E-4CCA-9E53-C4485A8D3297}"/>
                </a:ext>
              </a:extLst>
            </p:cNvPr>
            <p:cNvSpPr>
              <a:spLocks noEditPoints="1"/>
            </p:cNvSpPr>
            <p:nvPr userDrawn="1"/>
          </p:nvSpPr>
          <p:spPr bwMode="auto">
            <a:xfrm>
              <a:off x="3913733"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74 w 240"/>
                <a:gd name="T11" fmla="*/ 8 h 203"/>
                <a:gd name="T12" fmla="*/ 190 w 240"/>
                <a:gd name="T13" fmla="*/ 9 h 203"/>
                <a:gd name="T14" fmla="*/ 201 w 240"/>
                <a:gd name="T15" fmla="*/ 17 h 203"/>
                <a:gd name="T16" fmla="*/ 198 w 240"/>
                <a:gd name="T17" fmla="*/ 48 h 203"/>
                <a:gd name="T18" fmla="*/ 209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4 w 240"/>
                <a:gd name="T33" fmla="*/ 155 h 203"/>
                <a:gd name="T34" fmla="*/ 125 w 240"/>
                <a:gd name="T35" fmla="*/ 141 h 203"/>
                <a:gd name="T36" fmla="*/ 127 w 240"/>
                <a:gd name="T37" fmla="*/ 152 h 203"/>
                <a:gd name="T38" fmla="*/ 78 w 240"/>
                <a:gd name="T39" fmla="*/ 171 h 203"/>
                <a:gd name="T40" fmla="*/ 58 w 240"/>
                <a:gd name="T41" fmla="*/ 164 h 203"/>
                <a:gd name="T42" fmla="*/ 59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1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10"/>
                    <a:pt x="129" y="9"/>
                  </a:cubicBezTo>
                  <a:cubicBezTo>
                    <a:pt x="138" y="9"/>
                    <a:pt x="158" y="8"/>
                    <a:pt x="173" y="8"/>
                  </a:cubicBezTo>
                  <a:cubicBezTo>
                    <a:pt x="173" y="8"/>
                    <a:pt x="173" y="8"/>
                    <a:pt x="174"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6"/>
                    <a:pt x="177"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5"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2" y="9"/>
                    <a:pt x="199" y="8"/>
                  </a:cubicBezTo>
                  <a:cubicBezTo>
                    <a:pt x="198" y="7"/>
                    <a:pt x="197" y="6"/>
                    <a:pt x="196" y="6"/>
                  </a:cubicBezTo>
                  <a:cubicBezTo>
                    <a:pt x="195" y="6"/>
                    <a:pt x="195" y="5"/>
                    <a:pt x="195" y="5"/>
                  </a:cubicBezTo>
                  <a:cubicBezTo>
                    <a:pt x="195" y="5"/>
                    <a:pt x="195" y="5"/>
                    <a:pt x="195" y="5"/>
                  </a:cubicBezTo>
                  <a:cubicBezTo>
                    <a:pt x="194" y="4"/>
                    <a:pt x="193" y="4"/>
                    <a:pt x="193" y="4"/>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6" name="Freeform 1453">
              <a:extLst>
                <a:ext uri="{FF2B5EF4-FFF2-40B4-BE49-F238E27FC236}">
                  <a16:creationId xmlns:a16="http://schemas.microsoft.com/office/drawing/2014/main" id="{30254D67-6D28-43BC-892C-CD1D416730FD}"/>
                </a:ext>
              </a:extLst>
            </p:cNvPr>
            <p:cNvSpPr>
              <a:spLocks/>
            </p:cNvSpPr>
            <p:nvPr userDrawn="1"/>
          </p:nvSpPr>
          <p:spPr bwMode="auto">
            <a:xfrm>
              <a:off x="3941829" y="4149292"/>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7" name="Freeform 1454">
              <a:extLst>
                <a:ext uri="{FF2B5EF4-FFF2-40B4-BE49-F238E27FC236}">
                  <a16:creationId xmlns:a16="http://schemas.microsoft.com/office/drawing/2014/main" id="{09030836-481A-4A53-8424-F877827A1E88}"/>
                </a:ext>
              </a:extLst>
            </p:cNvPr>
            <p:cNvSpPr>
              <a:spLocks/>
            </p:cNvSpPr>
            <p:nvPr userDrawn="1"/>
          </p:nvSpPr>
          <p:spPr bwMode="auto">
            <a:xfrm>
              <a:off x="4234839" y="4265693"/>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8" name="Freeform 1455">
              <a:extLst>
                <a:ext uri="{FF2B5EF4-FFF2-40B4-BE49-F238E27FC236}">
                  <a16:creationId xmlns:a16="http://schemas.microsoft.com/office/drawing/2014/main" id="{FAFC63C8-FFCF-4FA6-A246-79CDF06CB222}"/>
                </a:ext>
              </a:extLst>
            </p:cNvPr>
            <p:cNvSpPr>
              <a:spLocks noEditPoints="1"/>
            </p:cNvSpPr>
            <p:nvPr userDrawn="1"/>
          </p:nvSpPr>
          <p:spPr bwMode="auto">
            <a:xfrm>
              <a:off x="3550482" y="5780913"/>
              <a:ext cx="361244" cy="315086"/>
            </a:xfrm>
            <a:custGeom>
              <a:avLst/>
              <a:gdLst>
                <a:gd name="T0" fmla="*/ 118 w 240"/>
                <a:gd name="T1" fmla="*/ 5 h 209"/>
                <a:gd name="T2" fmla="*/ 213 w 240"/>
                <a:gd name="T3" fmla="*/ 189 h 209"/>
                <a:gd name="T4" fmla="*/ 111 w 240"/>
                <a:gd name="T5" fmla="*/ 6 h 209"/>
                <a:gd name="T6" fmla="*/ 119 w 240"/>
                <a:gd name="T7" fmla="*/ 12 h 209"/>
                <a:gd name="T8" fmla="*/ 129 w 240"/>
                <a:gd name="T9" fmla="*/ 9 h 209"/>
                <a:gd name="T10" fmla="*/ 190 w 240"/>
                <a:gd name="T11" fmla="*/ 8 h 209"/>
                <a:gd name="T12" fmla="*/ 203 w 240"/>
                <a:gd name="T13" fmla="*/ 24 h 209"/>
                <a:gd name="T14" fmla="*/ 202 w 240"/>
                <a:gd name="T15" fmla="*/ 57 h 209"/>
                <a:gd name="T16" fmla="*/ 218 w 240"/>
                <a:gd name="T17" fmla="*/ 59 h 209"/>
                <a:gd name="T18" fmla="*/ 231 w 240"/>
                <a:gd name="T19" fmla="*/ 91 h 209"/>
                <a:gd name="T20" fmla="*/ 197 w 240"/>
                <a:gd name="T21" fmla="*/ 119 h 209"/>
                <a:gd name="T22" fmla="*/ 176 w 240"/>
                <a:gd name="T23" fmla="*/ 126 h 209"/>
                <a:gd name="T24" fmla="*/ 158 w 240"/>
                <a:gd name="T25" fmla="*/ 154 h 209"/>
                <a:gd name="T26" fmla="*/ 140 w 240"/>
                <a:gd name="T27" fmla="*/ 147 h 209"/>
                <a:gd name="T28" fmla="*/ 128 w 240"/>
                <a:gd name="T29" fmla="*/ 149 h 209"/>
                <a:gd name="T30" fmla="*/ 78 w 240"/>
                <a:gd name="T31" fmla="*/ 170 h 209"/>
                <a:gd name="T32" fmla="*/ 56 w 240"/>
                <a:gd name="T33" fmla="*/ 157 h 209"/>
                <a:gd name="T34" fmla="*/ 43 w 240"/>
                <a:gd name="T35" fmla="*/ 121 h 209"/>
                <a:gd name="T36" fmla="*/ 8 w 240"/>
                <a:gd name="T37" fmla="*/ 91 h 209"/>
                <a:gd name="T38" fmla="*/ 27 w 240"/>
                <a:gd name="T39" fmla="*/ 77 h 209"/>
                <a:gd name="T40" fmla="*/ 27 w 240"/>
                <a:gd name="T41" fmla="*/ 24 h 209"/>
                <a:gd name="T42" fmla="*/ 67 w 240"/>
                <a:gd name="T43" fmla="*/ 21 h 209"/>
                <a:gd name="T44" fmla="*/ 81 w 240"/>
                <a:gd name="T45" fmla="*/ 9 h 209"/>
                <a:gd name="T46" fmla="*/ 195 w 240"/>
                <a:gd name="T47" fmla="*/ 4 h 209"/>
                <a:gd name="T48" fmla="*/ 105 w 240"/>
                <a:gd name="T49" fmla="*/ 0 h 209"/>
                <a:gd name="T50" fmla="*/ 75 w 240"/>
                <a:gd name="T51" fmla="*/ 6 h 209"/>
                <a:gd name="T52" fmla="*/ 67 w 240"/>
                <a:gd name="T53" fmla="*/ 15 h 209"/>
                <a:gd name="T54" fmla="*/ 40 w 240"/>
                <a:gd name="T55" fmla="*/ 4 h 209"/>
                <a:gd name="T56" fmla="*/ 17 w 240"/>
                <a:gd name="T57" fmla="*/ 66 h 209"/>
                <a:gd name="T58" fmla="*/ 21 w 240"/>
                <a:gd name="T59" fmla="*/ 77 h 209"/>
                <a:gd name="T60" fmla="*/ 0 w 240"/>
                <a:gd name="T61" fmla="*/ 97 h 209"/>
                <a:gd name="T62" fmla="*/ 16 w 240"/>
                <a:gd name="T63" fmla="*/ 126 h 209"/>
                <a:gd name="T64" fmla="*/ 45 w 240"/>
                <a:gd name="T65" fmla="*/ 128 h 209"/>
                <a:gd name="T66" fmla="*/ 50 w 240"/>
                <a:gd name="T67" fmla="*/ 157 h 209"/>
                <a:gd name="T68" fmla="*/ 114 w 240"/>
                <a:gd name="T69" fmla="*/ 168 h 209"/>
                <a:gd name="T70" fmla="*/ 141 w 240"/>
                <a:gd name="T71" fmla="*/ 154 h 209"/>
                <a:gd name="T72" fmla="*/ 158 w 240"/>
                <a:gd name="T73" fmla="*/ 160 h 209"/>
                <a:gd name="T74" fmla="*/ 216 w 240"/>
                <a:gd name="T75" fmla="*/ 209 h 209"/>
                <a:gd name="T76" fmla="*/ 204 w 240"/>
                <a:gd name="T77" fmla="*/ 123 h 209"/>
                <a:gd name="T78" fmla="*/ 221 w 240"/>
                <a:gd name="T79" fmla="*/ 103 h 209"/>
                <a:gd name="T80" fmla="*/ 232 w 240"/>
                <a:gd name="T81" fmla="*/ 58 h 209"/>
                <a:gd name="T82" fmla="*/ 214 w 240"/>
                <a:gd name="T83" fmla="*/ 53 h 209"/>
                <a:gd name="T84" fmla="*/ 206 w 240"/>
                <a:gd name="T85" fmla="*/ 38 h 209"/>
                <a:gd name="T86" fmla="*/ 196 w 240"/>
                <a:gd name="T87" fmla="*/ 5 h 209"/>
                <a:gd name="T88" fmla="*/ 195 w 240"/>
                <a:gd name="T89" fmla="*/ 4 h 209"/>
                <a:gd name="T90" fmla="*/ 173 w 240"/>
                <a:gd name="T91" fmla="*/ 1 h 209"/>
                <a:gd name="T92" fmla="*/ 121 w 240"/>
                <a:gd name="T93" fmla="*/ 4 h 209"/>
                <a:gd name="T94" fmla="*/ 119 w 240"/>
                <a:gd name="T95" fmla="*/ 5 h 209"/>
                <a:gd name="T96" fmla="*/ 105 w 240"/>
                <a:gd name="T9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118" y="5"/>
                  </a:moveTo>
                  <a:cubicBezTo>
                    <a:pt x="119" y="5"/>
                    <a:pt x="119" y="5"/>
                    <a:pt x="119" y="5"/>
                  </a:cubicBezTo>
                  <a:cubicBezTo>
                    <a:pt x="119" y="5"/>
                    <a:pt x="119" y="5"/>
                    <a:pt x="119" y="5"/>
                  </a:cubicBezTo>
                  <a:cubicBezTo>
                    <a:pt x="118" y="5"/>
                    <a:pt x="118" y="5"/>
                    <a:pt x="118" y="5"/>
                  </a:cubicBezTo>
                  <a:moveTo>
                    <a:pt x="211" y="191"/>
                  </a:moveTo>
                  <a:cubicBezTo>
                    <a:pt x="213" y="189"/>
                    <a:pt x="213" y="189"/>
                    <a:pt x="213" y="189"/>
                  </a:cubicBezTo>
                  <a:cubicBezTo>
                    <a:pt x="211" y="191"/>
                    <a:pt x="211" y="191"/>
                    <a:pt x="211" y="191"/>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5"/>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9"/>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0" y="75"/>
                    <a:pt x="20" y="75"/>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8" y="176"/>
                  </a:cubicBezTo>
                  <a:cubicBezTo>
                    <a:pt x="89" y="176"/>
                    <a:pt x="103" y="173"/>
                    <a:pt x="114" y="168"/>
                  </a:cubicBezTo>
                  <a:cubicBezTo>
                    <a:pt x="119" y="166"/>
                    <a:pt x="124" y="163"/>
                    <a:pt x="128" y="160"/>
                  </a:cubicBezTo>
                  <a:cubicBezTo>
                    <a:pt x="130"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5"/>
                  </a:cubicBezTo>
                  <a:cubicBezTo>
                    <a:pt x="235" y="62"/>
                    <a:pt x="234"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6"/>
                    <a:pt x="196" y="5"/>
                  </a:cubicBezTo>
                  <a:cubicBezTo>
                    <a:pt x="195" y="5"/>
                    <a:pt x="195" y="5"/>
                    <a:pt x="195" y="4"/>
                  </a:cubicBezTo>
                  <a:cubicBezTo>
                    <a:pt x="195" y="4"/>
                    <a:pt x="195" y="4"/>
                    <a:pt x="195" y="4"/>
                  </a:cubicBezTo>
                  <a:cubicBezTo>
                    <a:pt x="194" y="4"/>
                    <a:pt x="194" y="4"/>
                    <a:pt x="194" y="4"/>
                  </a:cubicBezTo>
                  <a:cubicBezTo>
                    <a:pt x="195" y="4"/>
                    <a:pt x="195" y="4"/>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9" name="Freeform 1456">
              <a:extLst>
                <a:ext uri="{FF2B5EF4-FFF2-40B4-BE49-F238E27FC236}">
                  <a16:creationId xmlns:a16="http://schemas.microsoft.com/office/drawing/2014/main" id="{39E40EED-66FB-425F-8886-2F502CE81B96}"/>
                </a:ext>
              </a:extLst>
            </p:cNvPr>
            <p:cNvSpPr>
              <a:spLocks noEditPoints="1"/>
            </p:cNvSpPr>
            <p:nvPr userDrawn="1"/>
          </p:nvSpPr>
          <p:spPr bwMode="auto">
            <a:xfrm>
              <a:off x="4299060" y="4002788"/>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8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0" name="Freeform 1457">
              <a:extLst>
                <a:ext uri="{FF2B5EF4-FFF2-40B4-BE49-F238E27FC236}">
                  <a16:creationId xmlns:a16="http://schemas.microsoft.com/office/drawing/2014/main" id="{1255AF40-52E3-4A3D-B02B-BA0BFFFF0A4F}"/>
                </a:ext>
              </a:extLst>
            </p:cNvPr>
            <p:cNvSpPr>
              <a:spLocks noEditPoints="1"/>
            </p:cNvSpPr>
            <p:nvPr userDrawn="1"/>
          </p:nvSpPr>
          <p:spPr bwMode="auto">
            <a:xfrm>
              <a:off x="5539332" y="3966664"/>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7"/>
                    <a:pt x="1" y="67"/>
                    <a:pt x="1" y="68"/>
                  </a:cubicBezTo>
                  <a:cubicBezTo>
                    <a:pt x="1" y="69"/>
                    <a:pt x="0" y="71"/>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1" name="Freeform 1458">
              <a:extLst>
                <a:ext uri="{FF2B5EF4-FFF2-40B4-BE49-F238E27FC236}">
                  <a16:creationId xmlns:a16="http://schemas.microsoft.com/office/drawing/2014/main" id="{63F2FFC5-0B58-4177-96C2-D9F416D5236A}"/>
                </a:ext>
              </a:extLst>
            </p:cNvPr>
            <p:cNvSpPr>
              <a:spLocks noEditPoints="1"/>
            </p:cNvSpPr>
            <p:nvPr userDrawn="1"/>
          </p:nvSpPr>
          <p:spPr bwMode="auto">
            <a:xfrm>
              <a:off x="5583484" y="4757387"/>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9 h 268"/>
                <a:gd name="T60" fmla="*/ 298 w 298"/>
                <a:gd name="T61" fmla="*/ 151 h 268"/>
                <a:gd name="T62" fmla="*/ 287 w 298"/>
                <a:gd name="T63" fmla="*/ 123 h 268"/>
                <a:gd name="T64" fmla="*/ 285 w 298"/>
                <a:gd name="T65" fmla="*/ 125 h 268"/>
                <a:gd name="T66" fmla="*/ 285 w 298"/>
                <a:gd name="T67" fmla="*/ 125 h 268"/>
                <a:gd name="T68" fmla="*/ 97 w 298"/>
                <a:gd name="T69" fmla="*/ 2 h 268"/>
                <a:gd name="T70" fmla="*/ 87 w 298"/>
                <a:gd name="T71" fmla="*/ 0 h 268"/>
                <a:gd name="T72" fmla="*/ 87 w 298"/>
                <a:gd name="T7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3"/>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9"/>
                  </a:cubicBezTo>
                  <a:cubicBezTo>
                    <a:pt x="271" y="218"/>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2" name="Freeform 1459">
              <a:extLst>
                <a:ext uri="{FF2B5EF4-FFF2-40B4-BE49-F238E27FC236}">
                  <a16:creationId xmlns:a16="http://schemas.microsoft.com/office/drawing/2014/main" id="{6D99800D-BA91-49A9-9B14-21AFF8C167E8}"/>
                </a:ext>
              </a:extLst>
            </p:cNvPr>
            <p:cNvSpPr>
              <a:spLocks noEditPoints="1"/>
            </p:cNvSpPr>
            <p:nvPr userDrawn="1"/>
          </p:nvSpPr>
          <p:spPr bwMode="auto">
            <a:xfrm>
              <a:off x="5583484"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3" name="Freeform 1460">
              <a:extLst>
                <a:ext uri="{FF2B5EF4-FFF2-40B4-BE49-F238E27FC236}">
                  <a16:creationId xmlns:a16="http://schemas.microsoft.com/office/drawing/2014/main" id="{1EE714D1-D5E0-4FA3-A7E7-B5BF3C47DC20}"/>
                </a:ext>
              </a:extLst>
            </p:cNvPr>
            <p:cNvSpPr>
              <a:spLocks noEditPoints="1"/>
            </p:cNvSpPr>
            <p:nvPr userDrawn="1"/>
          </p:nvSpPr>
          <p:spPr bwMode="auto">
            <a:xfrm>
              <a:off x="6018985" y="3896421"/>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5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90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 name="T122" fmla="*/ 39 w 133"/>
                <a:gd name="T1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5"/>
                    <a:pt x="115" y="95"/>
                    <a:pt x="115" y="95"/>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90"/>
                    <a:pt x="43" y="90"/>
                    <a:pt x="43" y="90"/>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8"/>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4" name="Freeform 1461">
              <a:extLst>
                <a:ext uri="{FF2B5EF4-FFF2-40B4-BE49-F238E27FC236}">
                  <a16:creationId xmlns:a16="http://schemas.microsoft.com/office/drawing/2014/main" id="{5501E6F2-4DE5-41E8-B1AA-92E39A214A26}"/>
                </a:ext>
              </a:extLst>
            </p:cNvPr>
            <p:cNvSpPr>
              <a:spLocks noEditPoints="1"/>
            </p:cNvSpPr>
            <p:nvPr userDrawn="1"/>
          </p:nvSpPr>
          <p:spPr bwMode="auto">
            <a:xfrm>
              <a:off x="4517814" y="4225555"/>
              <a:ext cx="178616" cy="108373"/>
            </a:xfrm>
            <a:custGeom>
              <a:avLst/>
              <a:gdLst>
                <a:gd name="T0" fmla="*/ 49 w 119"/>
                <a:gd name="T1" fmla="*/ 6 h 73"/>
                <a:gd name="T2" fmla="*/ 100 w 119"/>
                <a:gd name="T3" fmla="*/ 6 h 73"/>
                <a:gd name="T4" fmla="*/ 107 w 119"/>
                <a:gd name="T5" fmla="*/ 10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1 w 119"/>
                <a:gd name="T17" fmla="*/ 67 h 73"/>
                <a:gd name="T18" fmla="*/ 41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4 h 73"/>
                <a:gd name="T58" fmla="*/ 27 w 119"/>
                <a:gd name="T59" fmla="*/ 55 h 73"/>
                <a:gd name="T60" fmla="*/ 29 w 119"/>
                <a:gd name="T61" fmla="*/ 65 h 73"/>
                <a:gd name="T62" fmla="*/ 37 w 119"/>
                <a:gd name="T63" fmla="*/ 72 h 73"/>
                <a:gd name="T64" fmla="*/ 41 w 119"/>
                <a:gd name="T65" fmla="*/ 73 h 73"/>
                <a:gd name="T66" fmla="*/ 41 w 119"/>
                <a:gd name="T67" fmla="*/ 73 h 73"/>
                <a:gd name="T68" fmla="*/ 102 w 119"/>
                <a:gd name="T69" fmla="*/ 73 h 73"/>
                <a:gd name="T70" fmla="*/ 102 w 119"/>
                <a:gd name="T71" fmla="*/ 73 h 73"/>
                <a:gd name="T72" fmla="*/ 110 w 119"/>
                <a:gd name="T73" fmla="*/ 70 h 73"/>
                <a:gd name="T74" fmla="*/ 116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5" name="Freeform 1462">
              <a:extLst>
                <a:ext uri="{FF2B5EF4-FFF2-40B4-BE49-F238E27FC236}">
                  <a16:creationId xmlns:a16="http://schemas.microsoft.com/office/drawing/2014/main" id="{CC5440C4-9093-40FD-8C00-9EB00CFA8ECD}"/>
                </a:ext>
              </a:extLst>
            </p:cNvPr>
            <p:cNvSpPr>
              <a:spLocks noEditPoints="1"/>
            </p:cNvSpPr>
            <p:nvPr userDrawn="1"/>
          </p:nvSpPr>
          <p:spPr bwMode="auto">
            <a:xfrm>
              <a:off x="3269514" y="4458357"/>
              <a:ext cx="222768" cy="136470"/>
            </a:xfrm>
            <a:custGeom>
              <a:avLst/>
              <a:gdLst>
                <a:gd name="T0" fmla="*/ 50 w 148"/>
                <a:gd name="T1" fmla="*/ 85 h 91"/>
                <a:gd name="T2" fmla="*/ 50 w 148"/>
                <a:gd name="T3" fmla="*/ 85 h 91"/>
                <a:gd name="T4" fmla="*/ 50 w 148"/>
                <a:gd name="T5" fmla="*/ 85 h 91"/>
                <a:gd name="T6" fmla="*/ 50 w 148"/>
                <a:gd name="T7" fmla="*/ 85 h 91"/>
                <a:gd name="T8" fmla="*/ 39 w 148"/>
                <a:gd name="T9" fmla="*/ 24 h 91"/>
                <a:gd name="T10" fmla="*/ 39 w 148"/>
                <a:gd name="T11" fmla="*/ 24 h 91"/>
                <a:gd name="T12" fmla="*/ 39 w 148"/>
                <a:gd name="T13" fmla="*/ 24 h 91"/>
                <a:gd name="T14" fmla="*/ 39 w 148"/>
                <a:gd name="T15" fmla="*/ 24 h 91"/>
                <a:gd name="T16" fmla="*/ 39 w 148"/>
                <a:gd name="T17" fmla="*/ 24 h 91"/>
                <a:gd name="T18" fmla="*/ 39 w 148"/>
                <a:gd name="T19" fmla="*/ 24 h 91"/>
                <a:gd name="T20" fmla="*/ 39 w 148"/>
                <a:gd name="T21" fmla="*/ 24 h 91"/>
                <a:gd name="T22" fmla="*/ 39 w 148"/>
                <a:gd name="T23" fmla="*/ 24 h 91"/>
                <a:gd name="T24" fmla="*/ 59 w 148"/>
                <a:gd name="T25" fmla="*/ 6 h 91"/>
                <a:gd name="T26" fmla="*/ 125 w 148"/>
                <a:gd name="T27" fmla="*/ 6 h 91"/>
                <a:gd name="T28" fmla="*/ 134 w 148"/>
                <a:gd name="T29" fmla="*/ 11 h 91"/>
                <a:gd name="T30" fmla="*/ 140 w 148"/>
                <a:gd name="T31" fmla="*/ 17 h 91"/>
                <a:gd name="T32" fmla="*/ 142 w 148"/>
                <a:gd name="T33" fmla="*/ 25 h 91"/>
                <a:gd name="T34" fmla="*/ 142 w 148"/>
                <a:gd name="T35" fmla="*/ 73 h 91"/>
                <a:gd name="T36" fmla="*/ 138 w 148"/>
                <a:gd name="T37" fmla="*/ 79 h 91"/>
                <a:gd name="T38" fmla="*/ 133 w 148"/>
                <a:gd name="T39" fmla="*/ 83 h 91"/>
                <a:gd name="T40" fmla="*/ 127 w 148"/>
                <a:gd name="T41" fmla="*/ 85 h 91"/>
                <a:gd name="T42" fmla="*/ 50 w 148"/>
                <a:gd name="T43" fmla="*/ 85 h 91"/>
                <a:gd name="T44" fmla="*/ 43 w 148"/>
                <a:gd name="T45" fmla="*/ 83 h 91"/>
                <a:gd name="T46" fmla="*/ 39 w 148"/>
                <a:gd name="T47" fmla="*/ 79 h 91"/>
                <a:gd name="T48" fmla="*/ 38 w 148"/>
                <a:gd name="T49" fmla="*/ 70 h 91"/>
                <a:gd name="T50" fmla="*/ 38 w 148"/>
                <a:gd name="T51" fmla="*/ 67 h 91"/>
                <a:gd name="T52" fmla="*/ 38 w 148"/>
                <a:gd name="T53" fmla="*/ 65 h 91"/>
                <a:gd name="T54" fmla="*/ 21 w 148"/>
                <a:gd name="T55" fmla="*/ 44 h 91"/>
                <a:gd name="T56" fmla="*/ 38 w 148"/>
                <a:gd name="T57" fmla="*/ 52 h 91"/>
                <a:gd name="T58" fmla="*/ 39 w 148"/>
                <a:gd name="T59" fmla="*/ 24 h 91"/>
                <a:gd name="T60" fmla="*/ 43 w 148"/>
                <a:gd name="T61" fmla="*/ 16 h 91"/>
                <a:gd name="T62" fmla="*/ 59 w 148"/>
                <a:gd name="T63" fmla="*/ 6 h 91"/>
                <a:gd name="T64" fmla="*/ 126 w 148"/>
                <a:gd name="T65" fmla="*/ 0 h 91"/>
                <a:gd name="T66" fmla="*/ 59 w 148"/>
                <a:gd name="T67" fmla="*/ 0 h 91"/>
                <a:gd name="T68" fmla="*/ 59 w 148"/>
                <a:gd name="T69" fmla="*/ 0 h 91"/>
                <a:gd name="T70" fmla="*/ 37 w 148"/>
                <a:gd name="T71" fmla="*/ 13 h 91"/>
                <a:gd name="T72" fmla="*/ 33 w 148"/>
                <a:gd name="T73" fmla="*/ 23 h 91"/>
                <a:gd name="T74" fmla="*/ 33 w 148"/>
                <a:gd name="T75" fmla="*/ 23 h 91"/>
                <a:gd name="T76" fmla="*/ 33 w 148"/>
                <a:gd name="T77" fmla="*/ 43 h 91"/>
                <a:gd name="T78" fmla="*/ 0 w 148"/>
                <a:gd name="T79" fmla="*/ 27 h 91"/>
                <a:gd name="T80" fmla="*/ 32 w 148"/>
                <a:gd name="T81" fmla="*/ 67 h 91"/>
                <a:gd name="T82" fmla="*/ 32 w 148"/>
                <a:gd name="T83" fmla="*/ 70 h 91"/>
                <a:gd name="T84" fmla="*/ 34 w 148"/>
                <a:gd name="T85" fmla="*/ 82 h 91"/>
                <a:gd name="T86" fmla="*/ 44 w 148"/>
                <a:gd name="T87" fmla="*/ 90 h 91"/>
                <a:gd name="T88" fmla="*/ 49 w 148"/>
                <a:gd name="T89" fmla="*/ 91 h 91"/>
                <a:gd name="T90" fmla="*/ 50 w 148"/>
                <a:gd name="T91" fmla="*/ 91 h 91"/>
                <a:gd name="T92" fmla="*/ 127 w 148"/>
                <a:gd name="T93" fmla="*/ 91 h 91"/>
                <a:gd name="T94" fmla="*/ 127 w 148"/>
                <a:gd name="T95" fmla="*/ 91 h 91"/>
                <a:gd name="T96" fmla="*/ 136 w 148"/>
                <a:gd name="T97" fmla="*/ 88 h 91"/>
                <a:gd name="T98" fmla="*/ 145 w 148"/>
                <a:gd name="T99" fmla="*/ 79 h 91"/>
                <a:gd name="T100" fmla="*/ 148 w 148"/>
                <a:gd name="T101" fmla="*/ 74 h 91"/>
                <a:gd name="T102" fmla="*/ 148 w 148"/>
                <a:gd name="T103" fmla="*/ 74 h 91"/>
                <a:gd name="T104" fmla="*/ 148 w 148"/>
                <a:gd name="T105" fmla="*/ 24 h 91"/>
                <a:gd name="T106" fmla="*/ 148 w 148"/>
                <a:gd name="T107" fmla="*/ 24 h 91"/>
                <a:gd name="T108" fmla="*/ 144 w 148"/>
                <a:gd name="T109" fmla="*/ 13 h 91"/>
                <a:gd name="T110" fmla="*/ 133 w 148"/>
                <a:gd name="T111" fmla="*/ 3 h 91"/>
                <a:gd name="T112" fmla="*/ 127 w 148"/>
                <a:gd name="T113" fmla="*/ 0 h 91"/>
                <a:gd name="T114" fmla="*/ 126 w 148"/>
                <a:gd name="T11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91">
                  <a:moveTo>
                    <a:pt x="50" y="85"/>
                  </a:moveTo>
                  <a:cubicBezTo>
                    <a:pt x="50" y="85"/>
                    <a:pt x="50" y="85"/>
                    <a:pt x="50" y="85"/>
                  </a:cubicBezTo>
                  <a:cubicBezTo>
                    <a:pt x="50" y="85"/>
                    <a:pt x="50" y="85"/>
                    <a:pt x="50" y="85"/>
                  </a:cubicBezTo>
                  <a:cubicBezTo>
                    <a:pt x="50" y="85"/>
                    <a:pt x="50" y="85"/>
                    <a:pt x="50" y="85"/>
                  </a:cubicBezTo>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2"/>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8"/>
                    <a:pt x="59" y="6"/>
                  </a:cubicBezTo>
                  <a:moveTo>
                    <a:pt x="126" y="0"/>
                  </a:moveTo>
                  <a:cubicBezTo>
                    <a:pt x="59" y="0"/>
                    <a:pt x="59" y="0"/>
                    <a:pt x="59" y="0"/>
                  </a:cubicBezTo>
                  <a:cubicBezTo>
                    <a:pt x="59" y="0"/>
                    <a:pt x="59" y="0"/>
                    <a:pt x="59" y="0"/>
                  </a:cubicBezTo>
                  <a:cubicBezTo>
                    <a:pt x="47" y="2"/>
                    <a:pt x="41" y="8"/>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7"/>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6" name="Freeform 1463">
              <a:extLst>
                <a:ext uri="{FF2B5EF4-FFF2-40B4-BE49-F238E27FC236}">
                  <a16:creationId xmlns:a16="http://schemas.microsoft.com/office/drawing/2014/main" id="{5B527E88-D524-44EA-A490-0CB45E9685C0}"/>
                </a:ext>
              </a:extLst>
            </p:cNvPr>
            <p:cNvSpPr>
              <a:spLocks noEditPoints="1"/>
            </p:cNvSpPr>
            <p:nvPr userDrawn="1"/>
          </p:nvSpPr>
          <p:spPr bwMode="auto">
            <a:xfrm>
              <a:off x="4913175" y="5168804"/>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7" name="Freeform 1464">
              <a:extLst>
                <a:ext uri="{FF2B5EF4-FFF2-40B4-BE49-F238E27FC236}">
                  <a16:creationId xmlns:a16="http://schemas.microsoft.com/office/drawing/2014/main" id="{DDC8C29E-88CC-43E9-978A-74D0C0EEEE2C}"/>
                </a:ext>
              </a:extLst>
            </p:cNvPr>
            <p:cNvSpPr>
              <a:spLocks noEditPoints="1"/>
            </p:cNvSpPr>
            <p:nvPr userDrawn="1"/>
          </p:nvSpPr>
          <p:spPr bwMode="auto">
            <a:xfrm>
              <a:off x="3694980" y="4725277"/>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8" name="Freeform 1465">
              <a:extLst>
                <a:ext uri="{FF2B5EF4-FFF2-40B4-BE49-F238E27FC236}">
                  <a16:creationId xmlns:a16="http://schemas.microsoft.com/office/drawing/2014/main" id="{78BCBF05-0EF1-4241-87B5-0F73BBA0C1C9}"/>
                </a:ext>
              </a:extLst>
            </p:cNvPr>
            <p:cNvSpPr>
              <a:spLocks noEditPoints="1"/>
            </p:cNvSpPr>
            <p:nvPr userDrawn="1"/>
          </p:nvSpPr>
          <p:spPr bwMode="auto">
            <a:xfrm>
              <a:off x="4690408" y="4143272"/>
              <a:ext cx="640206" cy="192664"/>
            </a:xfrm>
            <a:custGeom>
              <a:avLst/>
              <a:gdLst>
                <a:gd name="T0" fmla="*/ 92 w 426"/>
                <a:gd name="T1" fmla="*/ 25 h 128"/>
                <a:gd name="T2" fmla="*/ 346 w 426"/>
                <a:gd name="T3" fmla="*/ 6 h 128"/>
                <a:gd name="T4" fmla="*/ 371 w 426"/>
                <a:gd name="T5" fmla="*/ 7 h 128"/>
                <a:gd name="T6" fmla="*/ 373 w 426"/>
                <a:gd name="T7" fmla="*/ 7 h 128"/>
                <a:gd name="T8" fmla="*/ 420 w 426"/>
                <a:gd name="T9" fmla="*/ 45 h 128"/>
                <a:gd name="T10" fmla="*/ 420 w 426"/>
                <a:gd name="T11" fmla="*/ 46 h 128"/>
                <a:gd name="T12" fmla="*/ 420 w 426"/>
                <a:gd name="T13" fmla="*/ 46 h 128"/>
                <a:gd name="T14" fmla="*/ 411 w 426"/>
                <a:gd name="T15" fmla="*/ 80 h 128"/>
                <a:gd name="T16" fmla="*/ 373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7 w 426"/>
                <a:gd name="T33" fmla="*/ 71 h 128"/>
                <a:gd name="T34" fmla="*/ 69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1 w 426"/>
                <a:gd name="T47" fmla="*/ 71 h 128"/>
                <a:gd name="T48" fmla="*/ 31 w 426"/>
                <a:gd name="T49" fmla="*/ 74 h 128"/>
                <a:gd name="T50" fmla="*/ 37 w 426"/>
                <a:gd name="T51" fmla="*/ 92 h 128"/>
                <a:gd name="T52" fmla="*/ 59 w 426"/>
                <a:gd name="T53" fmla="*/ 109 h 128"/>
                <a:gd name="T54" fmla="*/ 29 w 426"/>
                <a:gd name="T55" fmla="*/ 125 h 128"/>
                <a:gd name="T56" fmla="*/ 75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7"/>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7"/>
                  </a:cubicBezTo>
                  <a:cubicBezTo>
                    <a:pt x="369" y="107"/>
                    <a:pt x="369"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20"/>
                    <a:pt x="83" y="20"/>
                  </a:cubicBezTo>
                  <a:cubicBezTo>
                    <a:pt x="82" y="20"/>
                    <a:pt x="70" y="21"/>
                    <a:pt x="57" y="27"/>
                  </a:cubicBezTo>
                  <a:cubicBezTo>
                    <a:pt x="51" y="30"/>
                    <a:pt x="44" y="35"/>
                    <a:pt x="39" y="42"/>
                  </a:cubicBezTo>
                  <a:cubicBezTo>
                    <a:pt x="34" y="50"/>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9" name="Freeform 1466">
              <a:extLst>
                <a:ext uri="{FF2B5EF4-FFF2-40B4-BE49-F238E27FC236}">
                  <a16:creationId xmlns:a16="http://schemas.microsoft.com/office/drawing/2014/main" id="{AAC872DA-67DE-439E-9F7B-60256E8157F4}"/>
                </a:ext>
              </a:extLst>
            </p:cNvPr>
            <p:cNvSpPr>
              <a:spLocks/>
            </p:cNvSpPr>
            <p:nvPr userDrawn="1"/>
          </p:nvSpPr>
          <p:spPr bwMode="auto">
            <a:xfrm>
              <a:off x="3281556" y="4239604"/>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2 w 426"/>
                <a:gd name="T73" fmla="*/ 7 h 127"/>
                <a:gd name="T74" fmla="*/ 373 w 426"/>
                <a:gd name="T75" fmla="*/ 7 h 127"/>
                <a:gd name="T76" fmla="*/ 390 w 426"/>
                <a:gd name="T77" fmla="*/ 11 h 127"/>
                <a:gd name="T78" fmla="*/ 377 w 426"/>
                <a:gd name="T79" fmla="*/ 1 h 127"/>
                <a:gd name="T80" fmla="*/ 376 w 426"/>
                <a:gd name="T81" fmla="*/ 1 h 127"/>
                <a:gd name="T82" fmla="*/ 374 w 426"/>
                <a:gd name="T83" fmla="*/ 1 h 127"/>
                <a:gd name="T84" fmla="*/ 372 w 426"/>
                <a:gd name="T85" fmla="*/ 1 h 127"/>
                <a:gd name="T86" fmla="*/ 346 w 426"/>
                <a:gd name="T8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2" y="7"/>
                    <a:pt x="372" y="7"/>
                    <a:pt x="372"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4"/>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0" name="Freeform 1467">
              <a:extLst>
                <a:ext uri="{FF2B5EF4-FFF2-40B4-BE49-F238E27FC236}">
                  <a16:creationId xmlns:a16="http://schemas.microsoft.com/office/drawing/2014/main" id="{7AAA051B-D805-41E4-88BF-6A18A2DD3B4B}"/>
                </a:ext>
              </a:extLst>
            </p:cNvPr>
            <p:cNvSpPr>
              <a:spLocks noEditPoints="1"/>
            </p:cNvSpPr>
            <p:nvPr userDrawn="1"/>
          </p:nvSpPr>
          <p:spPr bwMode="auto">
            <a:xfrm>
              <a:off x="3847505" y="4241610"/>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1" name="Freeform 1468">
              <a:extLst>
                <a:ext uri="{FF2B5EF4-FFF2-40B4-BE49-F238E27FC236}">
                  <a16:creationId xmlns:a16="http://schemas.microsoft.com/office/drawing/2014/main" id="{92582A4B-A89E-4D36-9D64-DC3090943D98}"/>
                </a:ext>
              </a:extLst>
            </p:cNvPr>
            <p:cNvSpPr>
              <a:spLocks noEditPoints="1"/>
            </p:cNvSpPr>
            <p:nvPr userDrawn="1"/>
          </p:nvSpPr>
          <p:spPr bwMode="auto">
            <a:xfrm>
              <a:off x="3835464" y="4817595"/>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6 h 128"/>
                <a:gd name="T64" fmla="*/ 84 w 426"/>
                <a:gd name="T65" fmla="*/ 26 h 128"/>
                <a:gd name="T66" fmla="*/ 221 w 426"/>
                <a:gd name="T67" fmla="*/ 13 h 128"/>
                <a:gd name="T68" fmla="*/ 372 w 426"/>
                <a:gd name="T69" fmla="*/ 1 h 128"/>
                <a:gd name="T70" fmla="*/ 372 w 426"/>
                <a:gd name="T71" fmla="*/ 1 h 128"/>
                <a:gd name="T72" fmla="*/ 372 w 426"/>
                <a:gd name="T73" fmla="*/ 1 h 128"/>
                <a:gd name="T74" fmla="*/ 372 w 426"/>
                <a:gd name="T75" fmla="*/ 1 h 128"/>
                <a:gd name="T76" fmla="*/ 221 w 426"/>
                <a:gd name="T77" fmla="*/ 7 h 128"/>
                <a:gd name="T78" fmla="*/ 346 w 426"/>
                <a:gd name="T79" fmla="*/ 6 h 128"/>
                <a:gd name="T80" fmla="*/ 371 w 426"/>
                <a:gd name="T81" fmla="*/ 7 h 128"/>
                <a:gd name="T82" fmla="*/ 373 w 426"/>
                <a:gd name="T83" fmla="*/ 7 h 128"/>
                <a:gd name="T84" fmla="*/ 409 w 426"/>
                <a:gd name="T85" fmla="*/ 21 h 128"/>
                <a:gd name="T86" fmla="*/ 410 w 426"/>
                <a:gd name="T87" fmla="*/ 15 h 128"/>
                <a:gd name="T88" fmla="*/ 374 w 426"/>
                <a:gd name="T89" fmla="*/ 1 h 128"/>
                <a:gd name="T90" fmla="*/ 374 w 426"/>
                <a:gd name="T91" fmla="*/ 1 h 128"/>
                <a:gd name="T92" fmla="*/ 372 w 426"/>
                <a:gd name="T9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6" h="128">
                  <a:moveTo>
                    <a:pt x="211" y="8"/>
                  </a:moveTo>
                  <a:cubicBezTo>
                    <a:pt x="202" y="8"/>
                    <a:pt x="193"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3"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40" y="52"/>
                    <a:pt x="44" y="46"/>
                  </a:cubicBezTo>
                  <a:cubicBezTo>
                    <a:pt x="50" y="36"/>
                    <a:pt x="60" y="31"/>
                    <a:pt x="69" y="28"/>
                  </a:cubicBezTo>
                  <a:cubicBezTo>
                    <a:pt x="73" y="27"/>
                    <a:pt x="77" y="26"/>
                    <a:pt x="79" y="26"/>
                  </a:cubicBezTo>
                  <a:cubicBezTo>
                    <a:pt x="81" y="26"/>
                    <a:pt x="82" y="26"/>
                    <a:pt x="82" y="26"/>
                  </a:cubicBezTo>
                  <a:cubicBezTo>
                    <a:pt x="83" y="26"/>
                    <a:pt x="83" y="26"/>
                    <a:pt x="83" y="26"/>
                  </a:cubicBezTo>
                  <a:cubicBezTo>
                    <a:pt x="84" y="26"/>
                    <a:pt x="84" y="26"/>
                    <a:pt x="84" y="26"/>
                  </a:cubicBezTo>
                  <a:cubicBezTo>
                    <a:pt x="84" y="26"/>
                    <a:pt x="84" y="26"/>
                    <a:pt x="84" y="26"/>
                  </a:cubicBezTo>
                  <a:cubicBezTo>
                    <a:pt x="84" y="26"/>
                    <a:pt x="84" y="26"/>
                    <a:pt x="84" y="26"/>
                  </a:cubicBezTo>
                  <a:cubicBezTo>
                    <a:pt x="84" y="26"/>
                    <a:pt x="87" y="25"/>
                    <a:pt x="92" y="25"/>
                  </a:cubicBezTo>
                  <a:cubicBezTo>
                    <a:pt x="111" y="23"/>
                    <a:pt x="165" y="17"/>
                    <a:pt x="221" y="13"/>
                  </a:cubicBezTo>
                  <a:cubicBezTo>
                    <a:pt x="211" y="8"/>
                    <a:pt x="211" y="8"/>
                    <a:pt x="211" y="8"/>
                  </a:cubicBezTo>
                  <a:moveTo>
                    <a:pt x="372" y="1"/>
                  </a:moveTo>
                  <a:cubicBezTo>
                    <a:pt x="372" y="1"/>
                    <a:pt x="372" y="1"/>
                    <a:pt x="372" y="1"/>
                  </a:cubicBezTo>
                  <a:cubicBezTo>
                    <a:pt x="372" y="1"/>
                    <a:pt x="372" y="1"/>
                    <a:pt x="372" y="1"/>
                  </a:cubicBezTo>
                  <a:moveTo>
                    <a:pt x="372" y="1"/>
                  </a:moveTo>
                  <a:cubicBezTo>
                    <a:pt x="372" y="1"/>
                    <a:pt x="372" y="1"/>
                    <a:pt x="372" y="1"/>
                  </a:cubicBezTo>
                  <a:cubicBezTo>
                    <a:pt x="372" y="1"/>
                    <a:pt x="372" y="1"/>
                    <a:pt x="372" y="1"/>
                  </a:cubicBezTo>
                  <a:cubicBezTo>
                    <a:pt x="372" y="1"/>
                    <a:pt x="372" y="1"/>
                    <a:pt x="372" y="1"/>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2" name="Freeform 1469">
              <a:extLst>
                <a:ext uri="{FF2B5EF4-FFF2-40B4-BE49-F238E27FC236}">
                  <a16:creationId xmlns:a16="http://schemas.microsoft.com/office/drawing/2014/main" id="{9CF5ACB1-1E99-4367-BCC6-298A90807595}"/>
                </a:ext>
              </a:extLst>
            </p:cNvPr>
            <p:cNvSpPr>
              <a:spLocks noEditPoints="1"/>
            </p:cNvSpPr>
            <p:nvPr userDrawn="1"/>
          </p:nvSpPr>
          <p:spPr bwMode="auto">
            <a:xfrm>
              <a:off x="5408883"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9 w 80"/>
                <a:gd name="T63" fmla="*/ 242 h 276"/>
                <a:gd name="T64" fmla="*/ 71 w 80"/>
                <a:gd name="T65" fmla="*/ 63 h 276"/>
                <a:gd name="T66" fmla="*/ 56 w 80"/>
                <a:gd name="T67" fmla="*/ 34 h 276"/>
                <a:gd name="T68" fmla="*/ 37 w 80"/>
                <a:gd name="T69" fmla="*/ 28 h 276"/>
                <a:gd name="T70" fmla="*/ 36 w 80"/>
                <a:gd name="T71" fmla="*/ 28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3" name="Freeform 1470">
              <a:extLst>
                <a:ext uri="{FF2B5EF4-FFF2-40B4-BE49-F238E27FC236}">
                  <a16:creationId xmlns:a16="http://schemas.microsoft.com/office/drawing/2014/main" id="{0E36F2B5-F497-48EC-BC88-557B129F1F8D}"/>
                </a:ext>
              </a:extLst>
            </p:cNvPr>
            <p:cNvSpPr>
              <a:spLocks noEditPoints="1"/>
            </p:cNvSpPr>
            <p:nvPr userDrawn="1"/>
          </p:nvSpPr>
          <p:spPr bwMode="auto">
            <a:xfrm>
              <a:off x="5469091" y="4237596"/>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4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9"/>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3"/>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5"/>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2"/>
                    <a:pt x="78" y="242"/>
                  </a:cubicBezTo>
                  <a:cubicBezTo>
                    <a:pt x="78" y="242"/>
                    <a:pt x="78" y="242"/>
                    <a:pt x="78" y="241"/>
                  </a:cubicBezTo>
                  <a:cubicBezTo>
                    <a:pt x="78" y="239"/>
                    <a:pt x="78" y="237"/>
                    <a:pt x="78" y="235"/>
                  </a:cubicBezTo>
                  <a:cubicBezTo>
                    <a:pt x="78" y="230"/>
                    <a:pt x="78" y="226"/>
                    <a:pt x="80" y="220"/>
                  </a:cubicBezTo>
                  <a:cubicBezTo>
                    <a:pt x="80" y="219"/>
                    <a:pt x="80" y="218"/>
                    <a:pt x="80" y="216"/>
                  </a:cubicBezTo>
                  <a:cubicBezTo>
                    <a:pt x="80" y="163"/>
                    <a:pt x="71" y="65"/>
                    <a:pt x="71" y="62"/>
                  </a:cubicBezTo>
                  <a:cubicBezTo>
                    <a:pt x="71" y="61"/>
                    <a:pt x="70" y="54"/>
                    <a:pt x="66" y="46"/>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4" name="Freeform 1471">
              <a:extLst>
                <a:ext uri="{FF2B5EF4-FFF2-40B4-BE49-F238E27FC236}">
                  <a16:creationId xmlns:a16="http://schemas.microsoft.com/office/drawing/2014/main" id="{6A672188-D9D4-48CE-A2BE-E6A0E3F7448B}"/>
                </a:ext>
              </a:extLst>
            </p:cNvPr>
            <p:cNvSpPr>
              <a:spLocks noEditPoints="1"/>
            </p:cNvSpPr>
            <p:nvPr userDrawn="1"/>
          </p:nvSpPr>
          <p:spPr bwMode="auto">
            <a:xfrm>
              <a:off x="4736567" y="5572194"/>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5" name="Freeform 1472">
              <a:extLst>
                <a:ext uri="{FF2B5EF4-FFF2-40B4-BE49-F238E27FC236}">
                  <a16:creationId xmlns:a16="http://schemas.microsoft.com/office/drawing/2014/main" id="{D2A95BD6-FD92-45C5-8930-150C0B644E49}"/>
                </a:ext>
              </a:extLst>
            </p:cNvPr>
            <p:cNvSpPr>
              <a:spLocks/>
            </p:cNvSpPr>
            <p:nvPr userDrawn="1"/>
          </p:nvSpPr>
          <p:spPr bwMode="auto">
            <a:xfrm>
              <a:off x="5346668" y="5708664"/>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6" name="Freeform 1473">
              <a:extLst>
                <a:ext uri="{FF2B5EF4-FFF2-40B4-BE49-F238E27FC236}">
                  <a16:creationId xmlns:a16="http://schemas.microsoft.com/office/drawing/2014/main" id="{22AAD4DA-D294-4369-8307-9FD09E6C21C7}"/>
                </a:ext>
              </a:extLst>
            </p:cNvPr>
            <p:cNvSpPr>
              <a:spLocks noEditPoints="1"/>
            </p:cNvSpPr>
            <p:nvPr userDrawn="1"/>
          </p:nvSpPr>
          <p:spPr bwMode="auto">
            <a:xfrm>
              <a:off x="5282447" y="4303825"/>
              <a:ext cx="150519" cy="471625"/>
            </a:xfrm>
            <a:custGeom>
              <a:avLst/>
              <a:gdLst>
                <a:gd name="T0" fmla="*/ 19 w 99"/>
                <a:gd name="T1" fmla="*/ 247 h 313"/>
                <a:gd name="T2" fmla="*/ 19 w 99"/>
                <a:gd name="T3" fmla="*/ 247 h 313"/>
                <a:gd name="T4" fmla="*/ 90 w 99"/>
                <a:gd name="T5" fmla="*/ 233 h 313"/>
                <a:gd name="T6" fmla="*/ 22 w 99"/>
                <a:gd name="T7" fmla="*/ 246 h 313"/>
                <a:gd name="T8" fmla="*/ 13 w 99"/>
                <a:gd name="T9" fmla="*/ 157 h 313"/>
                <a:gd name="T10" fmla="*/ 7 w 99"/>
                <a:gd name="T11" fmla="*/ 41 h 313"/>
                <a:gd name="T12" fmla="*/ 21 w 99"/>
                <a:gd name="T13" fmla="*/ 11 h 313"/>
                <a:gd name="T14" fmla="*/ 34 w 99"/>
                <a:gd name="T15" fmla="*/ 6 h 313"/>
                <a:gd name="T16" fmla="*/ 35 w 99"/>
                <a:gd name="T17" fmla="*/ 6 h 313"/>
                <a:gd name="T18" fmla="*/ 35 w 99"/>
                <a:gd name="T19" fmla="*/ 6 h 313"/>
                <a:gd name="T20" fmla="*/ 60 w 99"/>
                <a:gd name="T21" fmla="*/ 12 h 313"/>
                <a:gd name="T22" fmla="*/ 79 w 99"/>
                <a:gd name="T23" fmla="*/ 39 h 313"/>
                <a:gd name="T24" fmla="*/ 80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2 w 99"/>
                <a:gd name="T55" fmla="*/ 266 h 313"/>
                <a:gd name="T56" fmla="*/ 55 w 99"/>
                <a:gd name="T57" fmla="*/ 285 h 313"/>
                <a:gd name="T58" fmla="*/ 58 w 99"/>
                <a:gd name="T59" fmla="*/ 285 h 313"/>
                <a:gd name="T60" fmla="*/ 58 w 99"/>
                <a:gd name="T61" fmla="*/ 285 h 313"/>
                <a:gd name="T62" fmla="*/ 81 w 99"/>
                <a:gd name="T63" fmla="*/ 271 h 313"/>
                <a:gd name="T64" fmla="*/ 99 w 99"/>
                <a:gd name="T65" fmla="*/ 313 h 313"/>
                <a:gd name="T66" fmla="*/ 96 w 99"/>
                <a:gd name="T67" fmla="*/ 278 h 313"/>
                <a:gd name="T68" fmla="*/ 92 w 99"/>
                <a:gd name="T69" fmla="*/ 240 h 313"/>
                <a:gd name="T70" fmla="*/ 91 w 99"/>
                <a:gd name="T71" fmla="*/ 233 h 313"/>
                <a:gd name="T72" fmla="*/ 86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7" name="Freeform 1474">
              <a:extLst>
                <a:ext uri="{FF2B5EF4-FFF2-40B4-BE49-F238E27FC236}">
                  <a16:creationId xmlns:a16="http://schemas.microsoft.com/office/drawing/2014/main" id="{099F40B2-3EC3-44E6-A9BC-7C203F995B33}"/>
                </a:ext>
              </a:extLst>
            </p:cNvPr>
            <p:cNvSpPr>
              <a:spLocks noEditPoints="1"/>
            </p:cNvSpPr>
            <p:nvPr userDrawn="1"/>
          </p:nvSpPr>
          <p:spPr bwMode="auto">
            <a:xfrm>
              <a:off x="3064809" y="4311853"/>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41 w 116"/>
                <a:gd name="T25" fmla="*/ 6 h 365"/>
                <a:gd name="T26" fmla="*/ 91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4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6"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6"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8" name="Freeform 1475">
              <a:extLst>
                <a:ext uri="{FF2B5EF4-FFF2-40B4-BE49-F238E27FC236}">
                  <a16:creationId xmlns:a16="http://schemas.microsoft.com/office/drawing/2014/main" id="{CD13A8CC-F058-4C01-9946-0999D7CFFA19}"/>
                </a:ext>
              </a:extLst>
            </p:cNvPr>
            <p:cNvSpPr>
              <a:spLocks/>
            </p:cNvSpPr>
            <p:nvPr userDrawn="1"/>
          </p:nvSpPr>
          <p:spPr bwMode="auto">
            <a:xfrm>
              <a:off x="3233390" y="4845692"/>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9" name="Freeform 1476">
              <a:extLst>
                <a:ext uri="{FF2B5EF4-FFF2-40B4-BE49-F238E27FC236}">
                  <a16:creationId xmlns:a16="http://schemas.microsoft.com/office/drawing/2014/main" id="{6395B44E-6846-437A-94EF-E386830E6514}"/>
                </a:ext>
              </a:extLst>
            </p:cNvPr>
            <p:cNvSpPr>
              <a:spLocks noEditPoints="1"/>
            </p:cNvSpPr>
            <p:nvPr userDrawn="1"/>
          </p:nvSpPr>
          <p:spPr bwMode="auto">
            <a:xfrm>
              <a:off x="4760650" y="4351991"/>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0" name="Freeform 1477">
              <a:extLst>
                <a:ext uri="{FF2B5EF4-FFF2-40B4-BE49-F238E27FC236}">
                  <a16:creationId xmlns:a16="http://schemas.microsoft.com/office/drawing/2014/main" id="{C90325A8-F0A3-4B64-93B2-314415D80E1C}"/>
                </a:ext>
              </a:extLst>
            </p:cNvPr>
            <p:cNvSpPr>
              <a:spLocks noEditPoints="1"/>
            </p:cNvSpPr>
            <p:nvPr userDrawn="1"/>
          </p:nvSpPr>
          <p:spPr bwMode="auto">
            <a:xfrm>
              <a:off x="3036712" y="3992753"/>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8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1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2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8"/>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3"/>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1" y="13"/>
                    <a:pt x="15" y="10"/>
                    <a:pt x="19" y="8"/>
                  </a:cubicBezTo>
                  <a:cubicBezTo>
                    <a:pt x="21" y="7"/>
                    <a:pt x="22" y="7"/>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9"/>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2"/>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1" name="Freeform 1478">
              <a:extLst>
                <a:ext uri="{FF2B5EF4-FFF2-40B4-BE49-F238E27FC236}">
                  <a16:creationId xmlns:a16="http://schemas.microsoft.com/office/drawing/2014/main" id="{617A29FC-7E4C-4CE1-BBFE-BC19966D9A71}"/>
                </a:ext>
              </a:extLst>
            </p:cNvPr>
            <p:cNvSpPr>
              <a:spLocks noEditPoints="1"/>
            </p:cNvSpPr>
            <p:nvPr userDrawn="1"/>
          </p:nvSpPr>
          <p:spPr bwMode="auto">
            <a:xfrm>
              <a:off x="5105839" y="5160776"/>
              <a:ext cx="238823" cy="180622"/>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4 h 121"/>
                <a:gd name="T38" fmla="*/ 6 w 159"/>
                <a:gd name="T39" fmla="*/ 45 h 121"/>
                <a:gd name="T40" fmla="*/ 11 w 159"/>
                <a:gd name="T41" fmla="*/ 39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4"/>
                    <a:pt x="6" y="94"/>
                    <a:pt x="6" y="94"/>
                  </a:cubicBezTo>
                  <a:cubicBezTo>
                    <a:pt x="6" y="45"/>
                    <a:pt x="6" y="45"/>
                    <a:pt x="6" y="45"/>
                  </a:cubicBezTo>
                  <a:cubicBezTo>
                    <a:pt x="6" y="44"/>
                    <a:pt x="8" y="41"/>
                    <a:pt x="11" y="39"/>
                  </a:cubicBezTo>
                  <a:cubicBezTo>
                    <a:pt x="15" y="35"/>
                    <a:pt x="23" y="31"/>
                    <a:pt x="35" y="31"/>
                  </a:cubicBezTo>
                  <a:cubicBezTo>
                    <a:pt x="38" y="31"/>
                    <a:pt x="41" y="32"/>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8"/>
                    <a:pt x="159" y="57"/>
                    <a:pt x="159" y="56"/>
                  </a:cubicBezTo>
                  <a:cubicBezTo>
                    <a:pt x="159" y="49"/>
                    <a:pt x="156" y="44"/>
                    <a:pt x="153" y="40"/>
                  </a:cubicBezTo>
                  <a:cubicBezTo>
                    <a:pt x="148" y="35"/>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2" name="Freeform 1479">
              <a:extLst>
                <a:ext uri="{FF2B5EF4-FFF2-40B4-BE49-F238E27FC236}">
                  <a16:creationId xmlns:a16="http://schemas.microsoft.com/office/drawing/2014/main" id="{8E9F858E-DA0E-41CF-85A6-89F1657A0345}"/>
                </a:ext>
              </a:extLst>
            </p:cNvPr>
            <p:cNvSpPr>
              <a:spLocks noEditPoints="1"/>
            </p:cNvSpPr>
            <p:nvPr userDrawn="1"/>
          </p:nvSpPr>
          <p:spPr bwMode="auto">
            <a:xfrm>
              <a:off x="4746602" y="4502509"/>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20"/>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3" name="Freeform 1480">
              <a:extLst>
                <a:ext uri="{FF2B5EF4-FFF2-40B4-BE49-F238E27FC236}">
                  <a16:creationId xmlns:a16="http://schemas.microsoft.com/office/drawing/2014/main" id="{CA91BDFA-6EA6-4968-BEAA-63DAC8E6E4AE}"/>
                </a:ext>
              </a:extLst>
            </p:cNvPr>
            <p:cNvSpPr>
              <a:spLocks noEditPoints="1"/>
            </p:cNvSpPr>
            <p:nvPr userDrawn="1"/>
          </p:nvSpPr>
          <p:spPr bwMode="auto">
            <a:xfrm>
              <a:off x="5553381" y="5674546"/>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4"/>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5"/>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4" name="Freeform 1481">
              <a:extLst>
                <a:ext uri="{FF2B5EF4-FFF2-40B4-BE49-F238E27FC236}">
                  <a16:creationId xmlns:a16="http://schemas.microsoft.com/office/drawing/2014/main" id="{67C28474-4D91-474C-B781-334BA5F8B45F}"/>
                </a:ext>
              </a:extLst>
            </p:cNvPr>
            <p:cNvSpPr>
              <a:spLocks/>
            </p:cNvSpPr>
            <p:nvPr userDrawn="1"/>
          </p:nvSpPr>
          <p:spPr bwMode="auto">
            <a:xfrm>
              <a:off x="5760092" y="5839113"/>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5" name="Freeform 1482">
              <a:extLst>
                <a:ext uri="{FF2B5EF4-FFF2-40B4-BE49-F238E27FC236}">
                  <a16:creationId xmlns:a16="http://schemas.microsoft.com/office/drawing/2014/main" id="{CEC40AFC-F2E4-421A-9D47-5E6314D45960}"/>
                </a:ext>
              </a:extLst>
            </p:cNvPr>
            <p:cNvSpPr>
              <a:spLocks noEditPoints="1"/>
            </p:cNvSpPr>
            <p:nvPr userDrawn="1"/>
          </p:nvSpPr>
          <p:spPr bwMode="auto">
            <a:xfrm>
              <a:off x="4730547" y="5281191"/>
              <a:ext cx="315086" cy="280968"/>
            </a:xfrm>
            <a:custGeom>
              <a:avLst/>
              <a:gdLst>
                <a:gd name="T0" fmla="*/ 85 w 209"/>
                <a:gd name="T1" fmla="*/ 8 h 187"/>
                <a:gd name="T2" fmla="*/ 108 w 209"/>
                <a:gd name="T3" fmla="*/ 6 h 187"/>
                <a:gd name="T4" fmla="*/ 198 w 209"/>
                <a:gd name="T5" fmla="*/ 50 h 187"/>
                <a:gd name="T6" fmla="*/ 194 w 209"/>
                <a:gd name="T7" fmla="*/ 116 h 187"/>
                <a:gd name="T8" fmla="*/ 154 w 209"/>
                <a:gd name="T9" fmla="*/ 156 h 187"/>
                <a:gd name="T10" fmla="*/ 111 w 209"/>
                <a:gd name="T11" fmla="*/ 165 h 187"/>
                <a:gd name="T12" fmla="*/ 89 w 209"/>
                <a:gd name="T13" fmla="*/ 160 h 187"/>
                <a:gd name="T14" fmla="*/ 88 w 209"/>
                <a:gd name="T15" fmla="*/ 159 h 187"/>
                <a:gd name="T16" fmla="*/ 61 w 209"/>
                <a:gd name="T17" fmla="*/ 147 h 187"/>
                <a:gd name="T18" fmla="*/ 39 w 209"/>
                <a:gd name="T19" fmla="*/ 134 h 187"/>
                <a:gd name="T20" fmla="*/ 21 w 209"/>
                <a:gd name="T21" fmla="*/ 152 h 187"/>
                <a:gd name="T22" fmla="*/ 14 w 209"/>
                <a:gd name="T23" fmla="*/ 115 h 187"/>
                <a:gd name="T24" fmla="*/ 13 w 209"/>
                <a:gd name="T25" fmla="*/ 115 h 187"/>
                <a:gd name="T26" fmla="*/ 6 w 209"/>
                <a:gd name="T27" fmla="*/ 96 h 187"/>
                <a:gd name="T28" fmla="*/ 14 w 209"/>
                <a:gd name="T29" fmla="*/ 69 h 187"/>
                <a:gd name="T30" fmla="*/ 14 w 209"/>
                <a:gd name="T31" fmla="*/ 69 h 187"/>
                <a:gd name="T32" fmla="*/ 85 w 209"/>
                <a:gd name="T33" fmla="*/ 8 h 187"/>
                <a:gd name="T34" fmla="*/ 83 w 209"/>
                <a:gd name="T35" fmla="*/ 2 h 187"/>
                <a:gd name="T36" fmla="*/ 83 w 209"/>
                <a:gd name="T37" fmla="*/ 2 h 187"/>
                <a:gd name="T38" fmla="*/ 9 w 209"/>
                <a:gd name="T39" fmla="*/ 67 h 187"/>
                <a:gd name="T40" fmla="*/ 5 w 209"/>
                <a:gd name="T41" fmla="*/ 113 h 187"/>
                <a:gd name="T42" fmla="*/ 15 w 209"/>
                <a:gd name="T43" fmla="*/ 152 h 187"/>
                <a:gd name="T44" fmla="*/ 14 w 209"/>
                <a:gd name="T45" fmla="*/ 172 h 187"/>
                <a:gd name="T46" fmla="*/ 14 w 209"/>
                <a:gd name="T47" fmla="*/ 173 h 187"/>
                <a:gd name="T48" fmla="*/ 19 w 209"/>
                <a:gd name="T49" fmla="*/ 175 h 187"/>
                <a:gd name="T50" fmla="*/ 51 w 209"/>
                <a:gd name="T51" fmla="*/ 148 h 187"/>
                <a:gd name="T52" fmla="*/ 111 w 209"/>
                <a:gd name="T53" fmla="*/ 171 h 187"/>
                <a:gd name="T54" fmla="*/ 157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5"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2"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5"/>
                    <a:pt x="13" y="115"/>
                    <a:pt x="13" y="115"/>
                  </a:cubicBezTo>
                  <a:cubicBezTo>
                    <a:pt x="13" y="115"/>
                    <a:pt x="12"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5" y="68"/>
                    <a:pt x="18" y="56"/>
                    <a:pt x="28" y="43"/>
                  </a:cubicBezTo>
                  <a:cubicBezTo>
                    <a:pt x="39" y="30"/>
                    <a:pt x="56" y="16"/>
                    <a:pt x="85" y="8"/>
                  </a:cubicBezTo>
                  <a:moveTo>
                    <a:pt x="108" y="0"/>
                  </a:moveTo>
                  <a:cubicBezTo>
                    <a:pt x="93" y="0"/>
                    <a:pt x="83" y="2"/>
                    <a:pt x="83" y="2"/>
                  </a:cubicBezTo>
                  <a:cubicBezTo>
                    <a:pt x="83" y="2"/>
                    <a:pt x="83" y="2"/>
                    <a:pt x="83" y="2"/>
                  </a:cubicBezTo>
                  <a:cubicBezTo>
                    <a:pt x="83" y="2"/>
                    <a:pt x="83" y="2"/>
                    <a:pt x="83" y="2"/>
                  </a:cubicBezTo>
                  <a:cubicBezTo>
                    <a:pt x="52" y="10"/>
                    <a:pt x="33" y="27"/>
                    <a:pt x="23" y="41"/>
                  </a:cubicBezTo>
                  <a:cubicBezTo>
                    <a:pt x="13" y="54"/>
                    <a:pt x="9" y="65"/>
                    <a:pt x="9" y="67"/>
                  </a:cubicBezTo>
                  <a:cubicBezTo>
                    <a:pt x="3" y="79"/>
                    <a:pt x="0" y="88"/>
                    <a:pt x="0" y="96"/>
                  </a:cubicBezTo>
                  <a:cubicBezTo>
                    <a:pt x="0" y="104"/>
                    <a:pt x="3"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4" y="173"/>
                  </a:cubicBezTo>
                  <a:cubicBezTo>
                    <a:pt x="14" y="173"/>
                    <a:pt x="14" y="173"/>
                    <a:pt x="14"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7"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6" name="Freeform 1483">
              <a:extLst>
                <a:ext uri="{FF2B5EF4-FFF2-40B4-BE49-F238E27FC236}">
                  <a16:creationId xmlns:a16="http://schemas.microsoft.com/office/drawing/2014/main" id="{B37E3462-4B2B-4EFE-AED9-993ED0843C9E}"/>
                </a:ext>
              </a:extLst>
            </p:cNvPr>
            <p:cNvSpPr>
              <a:spLocks noEditPoints="1"/>
            </p:cNvSpPr>
            <p:nvPr userDrawn="1"/>
          </p:nvSpPr>
          <p:spPr bwMode="auto">
            <a:xfrm>
              <a:off x="5083763" y="5768872"/>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7" name="Freeform 1484">
              <a:extLst>
                <a:ext uri="{FF2B5EF4-FFF2-40B4-BE49-F238E27FC236}">
                  <a16:creationId xmlns:a16="http://schemas.microsoft.com/office/drawing/2014/main" id="{B1EF64D4-F98C-4B41-8DC3-23FCA3DD6706}"/>
                </a:ext>
              </a:extLst>
            </p:cNvPr>
            <p:cNvSpPr>
              <a:spLocks noEditPoints="1"/>
            </p:cNvSpPr>
            <p:nvPr userDrawn="1"/>
          </p:nvSpPr>
          <p:spPr bwMode="auto">
            <a:xfrm>
              <a:off x="3572557" y="5106590"/>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2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8"/>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2"/>
                    <a:pt x="111" y="172"/>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8" name="Freeform 1485">
              <a:extLst>
                <a:ext uri="{FF2B5EF4-FFF2-40B4-BE49-F238E27FC236}">
                  <a16:creationId xmlns:a16="http://schemas.microsoft.com/office/drawing/2014/main" id="{C6222646-2BCF-499A-993F-6BD95EACA2C5}"/>
                </a:ext>
              </a:extLst>
            </p:cNvPr>
            <p:cNvSpPr>
              <a:spLocks/>
            </p:cNvSpPr>
            <p:nvPr userDrawn="1"/>
          </p:nvSpPr>
          <p:spPr bwMode="auto">
            <a:xfrm>
              <a:off x="3703007"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9" name="Freeform 1486">
              <a:extLst>
                <a:ext uri="{FF2B5EF4-FFF2-40B4-BE49-F238E27FC236}">
                  <a16:creationId xmlns:a16="http://schemas.microsoft.com/office/drawing/2014/main" id="{831602BA-A0FB-48FD-B818-766012AD8D07}"/>
                </a:ext>
              </a:extLst>
            </p:cNvPr>
            <p:cNvSpPr>
              <a:spLocks/>
            </p:cNvSpPr>
            <p:nvPr userDrawn="1"/>
          </p:nvSpPr>
          <p:spPr bwMode="auto">
            <a:xfrm>
              <a:off x="4433524" y="4576765"/>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3 h 177"/>
                <a:gd name="T12" fmla="*/ 17 w 209"/>
                <a:gd name="T13" fmla="*/ 177 h 177"/>
                <a:gd name="T14" fmla="*/ 40 w 209"/>
                <a:gd name="T15" fmla="*/ 144 h 177"/>
                <a:gd name="T16" fmla="*/ 85 w 209"/>
                <a:gd name="T17" fmla="*/ 166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3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1"/>
                    <a:pt x="4" y="114"/>
                  </a:cubicBezTo>
                  <a:cubicBezTo>
                    <a:pt x="6" y="117"/>
                    <a:pt x="7" y="119"/>
                    <a:pt x="8" y="120"/>
                  </a:cubicBezTo>
                  <a:cubicBezTo>
                    <a:pt x="13" y="130"/>
                    <a:pt x="14" y="143"/>
                    <a:pt x="14" y="153"/>
                  </a:cubicBezTo>
                  <a:cubicBezTo>
                    <a:pt x="14" y="159"/>
                    <a:pt x="14" y="164"/>
                    <a:pt x="13" y="168"/>
                  </a:cubicBezTo>
                  <a:cubicBezTo>
                    <a:pt x="13" y="170"/>
                    <a:pt x="13" y="172"/>
                    <a:pt x="13" y="173"/>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6"/>
                  </a:cubicBezTo>
                  <a:cubicBezTo>
                    <a:pt x="92" y="171"/>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3"/>
                    <a:pt x="20" y="163"/>
                    <a:pt x="20" y="163"/>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7"/>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0" name="Freeform 1487">
              <a:extLst>
                <a:ext uri="{FF2B5EF4-FFF2-40B4-BE49-F238E27FC236}">
                  <a16:creationId xmlns:a16="http://schemas.microsoft.com/office/drawing/2014/main" id="{F122615B-5418-4485-BCD5-F1BBE26106B2}"/>
                </a:ext>
              </a:extLst>
            </p:cNvPr>
            <p:cNvSpPr>
              <a:spLocks/>
            </p:cNvSpPr>
            <p:nvPr userDrawn="1"/>
          </p:nvSpPr>
          <p:spPr bwMode="auto">
            <a:xfrm>
              <a:off x="4608124" y="4825623"/>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1" name="Freeform 1488">
              <a:extLst>
                <a:ext uri="{FF2B5EF4-FFF2-40B4-BE49-F238E27FC236}">
                  <a16:creationId xmlns:a16="http://schemas.microsoft.com/office/drawing/2014/main" id="{C06F6466-D38C-49CD-BE67-308BE741F266}"/>
                </a:ext>
              </a:extLst>
            </p:cNvPr>
            <p:cNvSpPr>
              <a:spLocks/>
            </p:cNvSpPr>
            <p:nvPr userDrawn="1"/>
          </p:nvSpPr>
          <p:spPr bwMode="auto">
            <a:xfrm>
              <a:off x="4447571"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2" name="Freeform 1489">
              <a:extLst>
                <a:ext uri="{FF2B5EF4-FFF2-40B4-BE49-F238E27FC236}">
                  <a16:creationId xmlns:a16="http://schemas.microsoft.com/office/drawing/2014/main" id="{D30A64A2-1484-4A82-8B77-4B58089D954A}"/>
                </a:ext>
              </a:extLst>
            </p:cNvPr>
            <p:cNvSpPr>
              <a:spLocks/>
            </p:cNvSpPr>
            <p:nvPr userDrawn="1"/>
          </p:nvSpPr>
          <p:spPr bwMode="auto">
            <a:xfrm>
              <a:off x="4451585" y="4837664"/>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3" name="Freeform 1490">
              <a:extLst>
                <a:ext uri="{FF2B5EF4-FFF2-40B4-BE49-F238E27FC236}">
                  <a16:creationId xmlns:a16="http://schemas.microsoft.com/office/drawing/2014/main" id="{4B61B1B4-A8C7-4756-A20D-89AAF666306F}"/>
                </a:ext>
              </a:extLst>
            </p:cNvPr>
            <p:cNvSpPr>
              <a:spLocks noEditPoints="1"/>
            </p:cNvSpPr>
            <p:nvPr userDrawn="1"/>
          </p:nvSpPr>
          <p:spPr bwMode="auto">
            <a:xfrm>
              <a:off x="5585492" y="4378080"/>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1"/>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4" name="Freeform 1491">
              <a:extLst>
                <a:ext uri="{FF2B5EF4-FFF2-40B4-BE49-F238E27FC236}">
                  <a16:creationId xmlns:a16="http://schemas.microsoft.com/office/drawing/2014/main" id="{D3720396-731C-4EB1-8D0B-B82E7AB6E495}"/>
                </a:ext>
              </a:extLst>
            </p:cNvPr>
            <p:cNvSpPr>
              <a:spLocks noEditPoints="1"/>
            </p:cNvSpPr>
            <p:nvPr userDrawn="1"/>
          </p:nvSpPr>
          <p:spPr bwMode="auto">
            <a:xfrm>
              <a:off x="5830335" y="4378080"/>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5" name="Freeform 1492">
              <a:extLst>
                <a:ext uri="{FF2B5EF4-FFF2-40B4-BE49-F238E27FC236}">
                  <a16:creationId xmlns:a16="http://schemas.microsoft.com/office/drawing/2014/main" id="{716D3EC4-8975-42B5-A050-54887354798F}"/>
                </a:ext>
              </a:extLst>
            </p:cNvPr>
            <p:cNvSpPr>
              <a:spLocks/>
            </p:cNvSpPr>
            <p:nvPr userDrawn="1"/>
          </p:nvSpPr>
          <p:spPr bwMode="auto">
            <a:xfrm>
              <a:off x="5585492" y="4568738"/>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6" name="Freeform 1493">
              <a:extLst>
                <a:ext uri="{FF2B5EF4-FFF2-40B4-BE49-F238E27FC236}">
                  <a16:creationId xmlns:a16="http://schemas.microsoft.com/office/drawing/2014/main" id="{A9243094-F3F8-4AC8-9134-AA6C79245DB0}"/>
                </a:ext>
              </a:extLst>
            </p:cNvPr>
            <p:cNvSpPr>
              <a:spLocks noEditPoints="1"/>
            </p:cNvSpPr>
            <p:nvPr userDrawn="1"/>
          </p:nvSpPr>
          <p:spPr bwMode="auto">
            <a:xfrm>
              <a:off x="3420032" y="5439738"/>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5 w 233"/>
                <a:gd name="T31" fmla="*/ 77 h 208"/>
                <a:gd name="T32" fmla="*/ 93 w 233"/>
                <a:gd name="T33" fmla="*/ 8 h 208"/>
                <a:gd name="T34" fmla="*/ 92 w 233"/>
                <a:gd name="T35" fmla="*/ 2 h 208"/>
                <a:gd name="T36" fmla="*/ 92 w 233"/>
                <a:gd name="T37" fmla="*/ 3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8"/>
                  </a:cubicBezTo>
                  <a:cubicBezTo>
                    <a:pt x="6" y="100"/>
                    <a:pt x="8" y="90"/>
                    <a:pt x="14" y="78"/>
                  </a:cubicBezTo>
                  <a:cubicBezTo>
                    <a:pt x="14" y="77"/>
                    <a:pt x="14" y="77"/>
                    <a:pt x="14" y="77"/>
                  </a:cubicBezTo>
                  <a:cubicBezTo>
                    <a:pt x="15" y="77"/>
                    <a:pt x="15" y="77"/>
                    <a:pt x="15" y="77"/>
                  </a:cubicBezTo>
                  <a:cubicBezTo>
                    <a:pt x="15" y="77"/>
                    <a:pt x="15" y="77"/>
                    <a:pt x="15"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7" name="Freeform 1494">
              <a:extLst>
                <a:ext uri="{FF2B5EF4-FFF2-40B4-BE49-F238E27FC236}">
                  <a16:creationId xmlns:a16="http://schemas.microsoft.com/office/drawing/2014/main" id="{57704021-762E-4C2E-8983-D43397DBDBDE}"/>
                </a:ext>
              </a:extLst>
            </p:cNvPr>
            <p:cNvSpPr>
              <a:spLocks noEditPoints="1"/>
            </p:cNvSpPr>
            <p:nvPr userDrawn="1"/>
          </p:nvSpPr>
          <p:spPr bwMode="auto">
            <a:xfrm>
              <a:off x="4993452" y="4606868"/>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7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6 h 117"/>
                <a:gd name="T50" fmla="*/ 136 w 168"/>
                <a:gd name="T51" fmla="*/ 6 h 117"/>
                <a:gd name="T52" fmla="*/ 136 w 168"/>
                <a:gd name="T53" fmla="*/ 6 h 117"/>
                <a:gd name="T54" fmla="*/ 136 w 168"/>
                <a:gd name="T55" fmla="*/ 6 h 117"/>
                <a:gd name="T56" fmla="*/ 136 w 168"/>
                <a:gd name="T57" fmla="*/ 0 h 117"/>
                <a:gd name="T58" fmla="*/ 72 w 168"/>
                <a:gd name="T59" fmla="*/ 0 h 117"/>
                <a:gd name="T60" fmla="*/ 72 w 168"/>
                <a:gd name="T61" fmla="*/ 0 h 117"/>
                <a:gd name="T62" fmla="*/ 53 w 168"/>
                <a:gd name="T63" fmla="*/ 5 h 117"/>
                <a:gd name="T64" fmla="*/ 39 w 168"/>
                <a:gd name="T65" fmla="*/ 21 h 117"/>
                <a:gd name="T66" fmla="*/ 36 w 168"/>
                <a:gd name="T67" fmla="*/ 31 h 117"/>
                <a:gd name="T68" fmla="*/ 36 w 168"/>
                <a:gd name="T69" fmla="*/ 31 h 117"/>
                <a:gd name="T70" fmla="*/ 36 w 168"/>
                <a:gd name="T71" fmla="*/ 57 h 117"/>
                <a:gd name="T72" fmla="*/ 0 w 168"/>
                <a:gd name="T73" fmla="*/ 38 h 117"/>
                <a:gd name="T74" fmla="*/ 8 w 168"/>
                <a:gd name="T75" fmla="*/ 48 h 117"/>
                <a:gd name="T76" fmla="*/ 10 w 168"/>
                <a:gd name="T77" fmla="*/ 47 h 117"/>
                <a:gd name="T78" fmla="*/ 8 w 168"/>
                <a:gd name="T79" fmla="*/ 48 h 117"/>
                <a:gd name="T80" fmla="*/ 36 w 168"/>
                <a:gd name="T81" fmla="*/ 86 h 117"/>
                <a:gd name="T82" fmla="*/ 40 w 168"/>
                <a:gd name="T83" fmla="*/ 102 h 117"/>
                <a:gd name="T84" fmla="*/ 53 w 168"/>
                <a:gd name="T85" fmla="*/ 114 h 117"/>
                <a:gd name="T86" fmla="*/ 61 w 168"/>
                <a:gd name="T87" fmla="*/ 117 h 117"/>
                <a:gd name="T88" fmla="*/ 62 w 168"/>
                <a:gd name="T89" fmla="*/ 117 h 117"/>
                <a:gd name="T90" fmla="*/ 132 w 168"/>
                <a:gd name="T91" fmla="*/ 117 h 117"/>
                <a:gd name="T92" fmla="*/ 132 w 168"/>
                <a:gd name="T93" fmla="*/ 117 h 117"/>
                <a:gd name="T94" fmla="*/ 162 w 168"/>
                <a:gd name="T95" fmla="*/ 106 h 117"/>
                <a:gd name="T96" fmla="*/ 168 w 168"/>
                <a:gd name="T97" fmla="*/ 92 h 117"/>
                <a:gd name="T98" fmla="*/ 168 w 168"/>
                <a:gd name="T99" fmla="*/ 90 h 117"/>
                <a:gd name="T100" fmla="*/ 168 w 168"/>
                <a:gd name="T101" fmla="*/ 32 h 117"/>
                <a:gd name="T102" fmla="*/ 168 w 168"/>
                <a:gd name="T103" fmla="*/ 32 h 117"/>
                <a:gd name="T104" fmla="*/ 150 w 168"/>
                <a:gd name="T105" fmla="*/ 5 h 117"/>
                <a:gd name="T106" fmla="*/ 136 w 168"/>
                <a:gd name="T107" fmla="*/ 0 h 117"/>
                <a:gd name="T108" fmla="*/ 136 w 168"/>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7"/>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7"/>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8" name="Freeform 1495">
              <a:extLst>
                <a:ext uri="{FF2B5EF4-FFF2-40B4-BE49-F238E27FC236}">
                  <a16:creationId xmlns:a16="http://schemas.microsoft.com/office/drawing/2014/main" id="{9BEDA429-DDF1-46F0-9B56-C343B19E7854}"/>
                </a:ext>
              </a:extLst>
            </p:cNvPr>
            <p:cNvSpPr>
              <a:spLocks noEditPoints="1"/>
            </p:cNvSpPr>
            <p:nvPr userDrawn="1"/>
          </p:nvSpPr>
          <p:spPr bwMode="auto">
            <a:xfrm>
              <a:off x="3755187" y="5664512"/>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4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6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9" name="Freeform 1496">
              <a:extLst>
                <a:ext uri="{FF2B5EF4-FFF2-40B4-BE49-F238E27FC236}">
                  <a16:creationId xmlns:a16="http://schemas.microsoft.com/office/drawing/2014/main" id="{503F98E4-31D3-4CB4-A964-93F45BE4CDC9}"/>
                </a:ext>
              </a:extLst>
            </p:cNvPr>
            <p:cNvSpPr>
              <a:spLocks noEditPoints="1"/>
            </p:cNvSpPr>
            <p:nvPr userDrawn="1"/>
          </p:nvSpPr>
          <p:spPr bwMode="auto">
            <a:xfrm>
              <a:off x="3199272" y="5794961"/>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7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0" name="Freeform 1497">
              <a:extLst>
                <a:ext uri="{FF2B5EF4-FFF2-40B4-BE49-F238E27FC236}">
                  <a16:creationId xmlns:a16="http://schemas.microsoft.com/office/drawing/2014/main" id="{DD9D583A-223C-4E41-9108-569FFDA8C2DA}"/>
                </a:ext>
              </a:extLst>
            </p:cNvPr>
            <p:cNvSpPr>
              <a:spLocks noEditPoints="1"/>
            </p:cNvSpPr>
            <p:nvPr userDrawn="1"/>
          </p:nvSpPr>
          <p:spPr bwMode="auto">
            <a:xfrm>
              <a:off x="4086327" y="5285205"/>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5 h 76"/>
                <a:gd name="T32" fmla="*/ 32 w 112"/>
                <a:gd name="T33" fmla="*/ 54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6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1" name="Freeform 1498">
              <a:extLst>
                <a:ext uri="{FF2B5EF4-FFF2-40B4-BE49-F238E27FC236}">
                  <a16:creationId xmlns:a16="http://schemas.microsoft.com/office/drawing/2014/main" id="{9C9C2118-DB77-4257-928E-D9E281F7E768}"/>
                </a:ext>
              </a:extLst>
            </p:cNvPr>
            <p:cNvSpPr>
              <a:spLocks noEditPoints="1"/>
            </p:cNvSpPr>
            <p:nvPr userDrawn="1"/>
          </p:nvSpPr>
          <p:spPr bwMode="auto">
            <a:xfrm>
              <a:off x="4072279" y="5010258"/>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8"/>
                    <a:pt x="41" y="88"/>
                    <a:pt x="41" y="88"/>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2" name="Freeform 1499">
              <a:extLst>
                <a:ext uri="{FF2B5EF4-FFF2-40B4-BE49-F238E27FC236}">
                  <a16:creationId xmlns:a16="http://schemas.microsoft.com/office/drawing/2014/main" id="{63C8E947-68A6-4E2F-9967-65F58F29A750}"/>
                </a:ext>
              </a:extLst>
            </p:cNvPr>
            <p:cNvSpPr>
              <a:spLocks noEditPoints="1"/>
            </p:cNvSpPr>
            <p:nvPr userDrawn="1"/>
          </p:nvSpPr>
          <p:spPr bwMode="auto">
            <a:xfrm>
              <a:off x="3448129" y="4548669"/>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1 h 156"/>
                <a:gd name="T96" fmla="*/ 168 w 168"/>
                <a:gd name="T97" fmla="*/ 43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1"/>
                  </a:cubicBezTo>
                  <a:cubicBezTo>
                    <a:pt x="168" y="43"/>
                    <a:pt x="168" y="43"/>
                    <a:pt x="168" y="43"/>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3" name="Freeform 1500">
              <a:extLst>
                <a:ext uri="{FF2B5EF4-FFF2-40B4-BE49-F238E27FC236}">
                  <a16:creationId xmlns:a16="http://schemas.microsoft.com/office/drawing/2014/main" id="{147A6275-4166-442C-ACD3-0C400672E806}"/>
                </a:ext>
              </a:extLst>
            </p:cNvPr>
            <p:cNvSpPr>
              <a:spLocks/>
            </p:cNvSpPr>
            <p:nvPr userDrawn="1"/>
          </p:nvSpPr>
          <p:spPr bwMode="auto">
            <a:xfrm>
              <a:off x="3688958" y="4753374"/>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4" name="Freeform 1501">
              <a:extLst>
                <a:ext uri="{FF2B5EF4-FFF2-40B4-BE49-F238E27FC236}">
                  <a16:creationId xmlns:a16="http://schemas.microsoft.com/office/drawing/2014/main" id="{92D34DE3-49CF-4248-BDE8-076FDBC50370}"/>
                </a:ext>
              </a:extLst>
            </p:cNvPr>
            <p:cNvSpPr>
              <a:spLocks noEditPoints="1"/>
            </p:cNvSpPr>
            <p:nvPr userDrawn="1"/>
          </p:nvSpPr>
          <p:spPr bwMode="auto">
            <a:xfrm>
              <a:off x="4224805"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1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9 w 119"/>
                <a:gd name="T89" fmla="*/ 133 h 166"/>
                <a:gd name="T90" fmla="*/ 119 w 119"/>
                <a:gd name="T91" fmla="*/ 132 h 166"/>
                <a:gd name="T92" fmla="*/ 118 w 119"/>
                <a:gd name="T93" fmla="*/ 70 h 166"/>
                <a:gd name="T94" fmla="*/ 118 w 119"/>
                <a:gd name="T95" fmla="*/ 70 h 166"/>
                <a:gd name="T96" fmla="*/ 113 w 119"/>
                <a:gd name="T97" fmla="*/ 51 h 166"/>
                <a:gd name="T98" fmla="*/ 96 w 119"/>
                <a:gd name="T99" fmla="*/ 38 h 166"/>
                <a:gd name="T100" fmla="*/ 87 w 119"/>
                <a:gd name="T101" fmla="*/ 35 h 166"/>
                <a:gd name="T102" fmla="*/ 86 w 119"/>
                <a:gd name="T103" fmla="*/ 35 h 166"/>
                <a:gd name="T104" fmla="*/ 60 w 119"/>
                <a:gd name="T105" fmla="*/ 35 h 166"/>
                <a:gd name="T106" fmla="*/ 79 w 119"/>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5" name="Freeform 1502">
              <a:extLst>
                <a:ext uri="{FF2B5EF4-FFF2-40B4-BE49-F238E27FC236}">
                  <a16:creationId xmlns:a16="http://schemas.microsoft.com/office/drawing/2014/main" id="{34C7074E-B5CE-4FE6-AD6D-6A5174FEC22E}"/>
                </a:ext>
              </a:extLst>
            </p:cNvPr>
            <p:cNvSpPr>
              <a:spLocks noEditPoints="1"/>
            </p:cNvSpPr>
            <p:nvPr userDrawn="1"/>
          </p:nvSpPr>
          <p:spPr bwMode="auto">
            <a:xfrm>
              <a:off x="3319686" y="4697180"/>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0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8 w 119"/>
                <a:gd name="T89" fmla="*/ 138 h 166"/>
                <a:gd name="T90" fmla="*/ 114 w 119"/>
                <a:gd name="T91" fmla="*/ 135 h 166"/>
                <a:gd name="T92" fmla="*/ 119 w 119"/>
                <a:gd name="T93" fmla="*/ 136 h 166"/>
                <a:gd name="T94" fmla="*/ 119 w 119"/>
                <a:gd name="T95" fmla="*/ 132 h 166"/>
                <a:gd name="T96" fmla="*/ 119 w 119"/>
                <a:gd name="T97" fmla="*/ 132 h 166"/>
                <a:gd name="T98" fmla="*/ 118 w 119"/>
                <a:gd name="T99" fmla="*/ 70 h 166"/>
                <a:gd name="T100" fmla="*/ 118 w 119"/>
                <a:gd name="T101" fmla="*/ 70 h 166"/>
                <a:gd name="T102" fmla="*/ 113 w 119"/>
                <a:gd name="T103" fmla="*/ 51 h 166"/>
                <a:gd name="T104" fmla="*/ 96 w 119"/>
                <a:gd name="T105" fmla="*/ 38 h 166"/>
                <a:gd name="T106" fmla="*/ 87 w 119"/>
                <a:gd name="T107" fmla="*/ 35 h 166"/>
                <a:gd name="T108" fmla="*/ 86 w 119"/>
                <a:gd name="T109" fmla="*/ 35 h 166"/>
                <a:gd name="T110" fmla="*/ 60 w 119"/>
                <a:gd name="T111" fmla="*/ 35 h 166"/>
                <a:gd name="T112" fmla="*/ 79 w 119"/>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6" name="Freeform 1503">
              <a:extLst>
                <a:ext uri="{FF2B5EF4-FFF2-40B4-BE49-F238E27FC236}">
                  <a16:creationId xmlns:a16="http://schemas.microsoft.com/office/drawing/2014/main" id="{7C3A4BA7-F9CF-4BCE-8AB5-6865F11B31F0}"/>
                </a:ext>
              </a:extLst>
            </p:cNvPr>
            <p:cNvSpPr>
              <a:spLocks/>
            </p:cNvSpPr>
            <p:nvPr userDrawn="1"/>
          </p:nvSpPr>
          <p:spPr bwMode="auto">
            <a:xfrm>
              <a:off x="3490275" y="4901885"/>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7" name="Freeform 1504">
              <a:extLst>
                <a:ext uri="{FF2B5EF4-FFF2-40B4-BE49-F238E27FC236}">
                  <a16:creationId xmlns:a16="http://schemas.microsoft.com/office/drawing/2014/main" id="{D42FF9BB-407C-460A-BF03-A7A468197D99}"/>
                </a:ext>
              </a:extLst>
            </p:cNvPr>
            <p:cNvSpPr>
              <a:spLocks noEditPoints="1"/>
            </p:cNvSpPr>
            <p:nvPr userDrawn="1"/>
          </p:nvSpPr>
          <p:spPr bwMode="auto">
            <a:xfrm>
              <a:off x="4730547" y="4751366"/>
              <a:ext cx="329134" cy="198685"/>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6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6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8" name="Freeform 1505">
              <a:extLst>
                <a:ext uri="{FF2B5EF4-FFF2-40B4-BE49-F238E27FC236}">
                  <a16:creationId xmlns:a16="http://schemas.microsoft.com/office/drawing/2014/main" id="{EDBF40FF-8865-4FF6-A10B-214CA1C4FD6E}"/>
                </a:ext>
              </a:extLst>
            </p:cNvPr>
            <p:cNvSpPr>
              <a:spLocks noEditPoints="1"/>
            </p:cNvSpPr>
            <p:nvPr userDrawn="1"/>
          </p:nvSpPr>
          <p:spPr bwMode="auto">
            <a:xfrm>
              <a:off x="5079750"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5 w 140"/>
                <a:gd name="T9" fmla="*/ 8 h 137"/>
                <a:gd name="T10" fmla="*/ 100 w 140"/>
                <a:gd name="T11" fmla="*/ 6 h 137"/>
                <a:gd name="T12" fmla="*/ 100 w 140"/>
                <a:gd name="T13" fmla="*/ 6 h 137"/>
                <a:gd name="T14" fmla="*/ 117 w 140"/>
                <a:gd name="T15" fmla="*/ 10 h 137"/>
                <a:gd name="T16" fmla="*/ 127 w 140"/>
                <a:gd name="T17" fmla="*/ 16 h 137"/>
                <a:gd name="T18" fmla="*/ 134 w 140"/>
                <a:gd name="T19" fmla="*/ 27 h 137"/>
                <a:gd name="T20" fmla="*/ 134 w 140"/>
                <a:gd name="T21" fmla="*/ 82 h 137"/>
                <a:gd name="T22" fmla="*/ 131 w 140"/>
                <a:gd name="T23" fmla="*/ 91 h 137"/>
                <a:gd name="T24" fmla="*/ 107 w 140"/>
                <a:gd name="T25" fmla="*/ 103 h 137"/>
                <a:gd name="T26" fmla="*/ 64 w 140"/>
                <a:gd name="T27" fmla="*/ 104 h 137"/>
                <a:gd name="T28" fmla="*/ 77 w 140"/>
                <a:gd name="T29" fmla="*/ 122 h 137"/>
                <a:gd name="T30" fmla="*/ 43 w 140"/>
                <a:gd name="T31" fmla="*/ 105 h 137"/>
                <a:gd name="T32" fmla="*/ 42 w 140"/>
                <a:gd name="T33" fmla="*/ 105 h 137"/>
                <a:gd name="T34" fmla="*/ 42 w 140"/>
                <a:gd name="T35" fmla="*/ 106 h 137"/>
                <a:gd name="T36" fmla="*/ 38 w 140"/>
                <a:gd name="T37" fmla="*/ 106 h 137"/>
                <a:gd name="T38" fmla="*/ 37 w 140"/>
                <a:gd name="T39" fmla="*/ 106 h 137"/>
                <a:gd name="T40" fmla="*/ 22 w 140"/>
                <a:gd name="T41" fmla="*/ 104 h 137"/>
                <a:gd name="T42" fmla="*/ 14 w 140"/>
                <a:gd name="T43" fmla="*/ 100 h 137"/>
                <a:gd name="T44" fmla="*/ 9 w 140"/>
                <a:gd name="T45" fmla="*/ 95 h 137"/>
                <a:gd name="T46" fmla="*/ 6 w 140"/>
                <a:gd name="T47" fmla="*/ 27 h 137"/>
                <a:gd name="T48" fmla="*/ 10 w 140"/>
                <a:gd name="T49" fmla="*/ 17 h 137"/>
                <a:gd name="T50" fmla="*/ 16 w 140"/>
                <a:gd name="T51" fmla="*/ 11 h 137"/>
                <a:gd name="T52" fmla="*/ 25 w 140"/>
                <a:gd name="T53" fmla="*/ 8 h 137"/>
                <a:gd name="T54" fmla="*/ 25 w 140"/>
                <a:gd name="T55" fmla="*/ 8 h 137"/>
                <a:gd name="T56" fmla="*/ 100 w 140"/>
                <a:gd name="T57" fmla="*/ 0 h 137"/>
                <a:gd name="T58" fmla="*/ 25 w 140"/>
                <a:gd name="T59" fmla="*/ 2 h 137"/>
                <a:gd name="T60" fmla="*/ 12 w 140"/>
                <a:gd name="T61" fmla="*/ 6 h 137"/>
                <a:gd name="T62" fmla="*/ 3 w 140"/>
                <a:gd name="T63" fmla="*/ 19 h 137"/>
                <a:gd name="T64" fmla="*/ 0 w 140"/>
                <a:gd name="T65" fmla="*/ 26 h 137"/>
                <a:gd name="T66" fmla="*/ 0 w 140"/>
                <a:gd name="T67" fmla="*/ 26 h 137"/>
                <a:gd name="T68" fmla="*/ 3 w 140"/>
                <a:gd name="T69" fmla="*/ 96 h 137"/>
                <a:gd name="T70" fmla="*/ 3 w 140"/>
                <a:gd name="T71" fmla="*/ 97 h 137"/>
                <a:gd name="T72" fmla="*/ 10 w 140"/>
                <a:gd name="T73" fmla="*/ 105 h 137"/>
                <a:gd name="T74" fmla="*/ 25 w 140"/>
                <a:gd name="T75" fmla="*/ 111 h 137"/>
                <a:gd name="T76" fmla="*/ 38 w 140"/>
                <a:gd name="T77" fmla="*/ 112 h 137"/>
                <a:gd name="T78" fmla="*/ 41 w 140"/>
                <a:gd name="T79" fmla="*/ 112 h 137"/>
                <a:gd name="T80" fmla="*/ 95 w 140"/>
                <a:gd name="T81" fmla="*/ 137 h 137"/>
                <a:gd name="T82" fmla="*/ 75 w 140"/>
                <a:gd name="T83" fmla="*/ 110 h 137"/>
                <a:gd name="T84" fmla="*/ 108 w 140"/>
                <a:gd name="T85" fmla="*/ 109 h 137"/>
                <a:gd name="T86" fmla="*/ 108 w 140"/>
                <a:gd name="T87" fmla="*/ 109 h 137"/>
                <a:gd name="T88" fmla="*/ 136 w 140"/>
                <a:gd name="T89" fmla="*/ 94 h 137"/>
                <a:gd name="T90" fmla="*/ 140 w 140"/>
                <a:gd name="T91" fmla="*/ 82 h 137"/>
                <a:gd name="T92" fmla="*/ 140 w 140"/>
                <a:gd name="T93" fmla="*/ 82 h 137"/>
                <a:gd name="T94" fmla="*/ 140 w 140"/>
                <a:gd name="T95" fmla="*/ 26 h 137"/>
                <a:gd name="T96" fmla="*/ 140 w 140"/>
                <a:gd name="T97" fmla="*/ 26 h 137"/>
                <a:gd name="T98" fmla="*/ 131 w 140"/>
                <a:gd name="T99" fmla="*/ 11 h 137"/>
                <a:gd name="T100" fmla="*/ 111 w 140"/>
                <a:gd name="T101" fmla="*/ 2 h 137"/>
                <a:gd name="T102" fmla="*/ 100 w 140"/>
                <a:gd name="T103" fmla="*/ 0 h 137"/>
                <a:gd name="T104" fmla="*/ 100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6"/>
                    <a:pt x="42" y="106"/>
                    <a:pt x="42" y="106"/>
                  </a:cubicBezTo>
                  <a:cubicBezTo>
                    <a:pt x="41" y="106"/>
                    <a:pt x="40" y="106"/>
                    <a:pt x="38" y="106"/>
                  </a:cubicBezTo>
                  <a:cubicBezTo>
                    <a:pt x="38"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8"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9" name="Freeform 1506">
              <a:extLst>
                <a:ext uri="{FF2B5EF4-FFF2-40B4-BE49-F238E27FC236}">
                  <a16:creationId xmlns:a16="http://schemas.microsoft.com/office/drawing/2014/main" id="{8A0164DE-18A5-4A81-8C04-E45E4FE94872}"/>
                </a:ext>
              </a:extLst>
            </p:cNvPr>
            <p:cNvSpPr>
              <a:spLocks noEditPoints="1"/>
            </p:cNvSpPr>
            <p:nvPr userDrawn="1"/>
          </p:nvSpPr>
          <p:spPr bwMode="auto">
            <a:xfrm>
              <a:off x="4034147" y="4632959"/>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2 h 137"/>
                <a:gd name="T86" fmla="*/ 41 w 140"/>
                <a:gd name="T87" fmla="*/ 111 h 137"/>
                <a:gd name="T88" fmla="*/ 79 w 140"/>
                <a:gd name="T89" fmla="*/ 130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2"/>
                    <a:pt x="37" y="112"/>
                  </a:cubicBezTo>
                  <a:cubicBezTo>
                    <a:pt x="39" y="112"/>
                    <a:pt x="40" y="111"/>
                    <a:pt x="41" y="111"/>
                  </a:cubicBezTo>
                  <a:cubicBezTo>
                    <a:pt x="79" y="130"/>
                    <a:pt x="79" y="130"/>
                    <a:pt x="79" y="130"/>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0" name="Freeform 1507">
              <a:extLst>
                <a:ext uri="{FF2B5EF4-FFF2-40B4-BE49-F238E27FC236}">
                  <a16:creationId xmlns:a16="http://schemas.microsoft.com/office/drawing/2014/main" id="{CC417652-F4EF-4380-B7B6-65692656B711}"/>
                </a:ext>
              </a:extLst>
            </p:cNvPr>
            <p:cNvSpPr>
              <a:spLocks/>
            </p:cNvSpPr>
            <p:nvPr userDrawn="1"/>
          </p:nvSpPr>
          <p:spPr bwMode="auto">
            <a:xfrm>
              <a:off x="4152556" y="4827629"/>
              <a:ext cx="22077" cy="8028"/>
            </a:xfrm>
            <a:custGeom>
              <a:avLst/>
              <a:gdLst>
                <a:gd name="T0" fmla="*/ 10 w 14"/>
                <a:gd name="T1" fmla="*/ 0 h 6"/>
                <a:gd name="T2" fmla="*/ 0 w 14"/>
                <a:gd name="T3" fmla="*/ 1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1"/>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1" name="Freeform 1508">
              <a:extLst>
                <a:ext uri="{FF2B5EF4-FFF2-40B4-BE49-F238E27FC236}">
                  <a16:creationId xmlns:a16="http://schemas.microsoft.com/office/drawing/2014/main" id="{55B79FF2-D82D-4C42-A398-DA79F72513E8}"/>
                </a:ext>
              </a:extLst>
            </p:cNvPr>
            <p:cNvSpPr>
              <a:spLocks noEditPoints="1"/>
            </p:cNvSpPr>
            <p:nvPr userDrawn="1"/>
          </p:nvSpPr>
          <p:spPr bwMode="auto">
            <a:xfrm>
              <a:off x="3875602" y="4412198"/>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9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6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10"/>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9"/>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6"/>
                    <a:pt x="124" y="76"/>
                    <a:pt x="124"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2" name="Freeform 1509">
              <a:extLst>
                <a:ext uri="{FF2B5EF4-FFF2-40B4-BE49-F238E27FC236}">
                  <a16:creationId xmlns:a16="http://schemas.microsoft.com/office/drawing/2014/main" id="{1CCA28B5-760E-4744-9E68-DB5F6C840461}"/>
                </a:ext>
              </a:extLst>
            </p:cNvPr>
            <p:cNvSpPr>
              <a:spLocks noEditPoints="1"/>
            </p:cNvSpPr>
            <p:nvPr userDrawn="1"/>
          </p:nvSpPr>
          <p:spPr bwMode="auto">
            <a:xfrm>
              <a:off x="5300510" y="4769429"/>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1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7"/>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80"/>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3" name="Freeform 1510">
              <a:extLst>
                <a:ext uri="{FF2B5EF4-FFF2-40B4-BE49-F238E27FC236}">
                  <a16:creationId xmlns:a16="http://schemas.microsoft.com/office/drawing/2014/main" id="{CABF4E73-6222-477F-895B-F4DABE9D76AC}"/>
                </a:ext>
              </a:extLst>
            </p:cNvPr>
            <p:cNvSpPr>
              <a:spLocks noEditPoints="1"/>
            </p:cNvSpPr>
            <p:nvPr userDrawn="1"/>
          </p:nvSpPr>
          <p:spPr bwMode="auto">
            <a:xfrm>
              <a:off x="5589505" y="4233583"/>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6 h 115"/>
                <a:gd name="T62" fmla="*/ 60 w 76"/>
                <a:gd name="T63" fmla="*/ 6 h 115"/>
                <a:gd name="T64" fmla="*/ 60 w 76"/>
                <a:gd name="T65" fmla="*/ 6 h 115"/>
                <a:gd name="T66" fmla="*/ 60 w 76"/>
                <a:gd name="T67" fmla="*/ 6 h 115"/>
                <a:gd name="T68" fmla="*/ 60 w 76"/>
                <a:gd name="T69" fmla="*/ 0 h 115"/>
                <a:gd name="T70" fmla="*/ 59 w 76"/>
                <a:gd name="T71" fmla="*/ 0 h 115"/>
                <a:gd name="T72" fmla="*/ 59 w 76"/>
                <a:gd name="T73" fmla="*/ 0 h 115"/>
                <a:gd name="T74" fmla="*/ 16 w 76"/>
                <a:gd name="T75" fmla="*/ 3 h 115"/>
                <a:gd name="T76" fmla="*/ 17 w 76"/>
                <a:gd name="T77" fmla="*/ 6 h 115"/>
                <a:gd name="T78" fmla="*/ 16 w 76"/>
                <a:gd name="T79" fmla="*/ 3 h 115"/>
                <a:gd name="T80" fmla="*/ 8 w 76"/>
                <a:gd name="T81" fmla="*/ 8 h 115"/>
                <a:gd name="T82" fmla="*/ 1 w 76"/>
                <a:gd name="T83" fmla="*/ 22 h 115"/>
                <a:gd name="T84" fmla="*/ 0 w 76"/>
                <a:gd name="T85" fmla="*/ 39 h 115"/>
                <a:gd name="T86" fmla="*/ 1 w 76"/>
                <a:gd name="T87" fmla="*/ 61 h 115"/>
                <a:gd name="T88" fmla="*/ 9 w 76"/>
                <a:gd name="T89" fmla="*/ 81 h 115"/>
                <a:gd name="T90" fmla="*/ 15 w 76"/>
                <a:gd name="T91" fmla="*/ 88 h 115"/>
                <a:gd name="T92" fmla="*/ 16 w 76"/>
                <a:gd name="T93" fmla="*/ 88 h 115"/>
                <a:gd name="T94" fmla="*/ 38 w 76"/>
                <a:gd name="T95" fmla="*/ 89 h 115"/>
                <a:gd name="T96" fmla="*/ 26 w 76"/>
                <a:gd name="T97" fmla="*/ 115 h 115"/>
                <a:gd name="T98" fmla="*/ 56 w 76"/>
                <a:gd name="T99" fmla="*/ 90 h 115"/>
                <a:gd name="T100" fmla="*/ 72 w 76"/>
                <a:gd name="T101" fmla="*/ 85 h 115"/>
                <a:gd name="T102" fmla="*/ 75 w 76"/>
                <a:gd name="T103" fmla="*/ 80 h 115"/>
                <a:gd name="T104" fmla="*/ 76 w 76"/>
                <a:gd name="T105" fmla="*/ 77 h 115"/>
                <a:gd name="T106" fmla="*/ 76 w 76"/>
                <a:gd name="T107" fmla="*/ 76 h 115"/>
                <a:gd name="T108" fmla="*/ 76 w 76"/>
                <a:gd name="T109" fmla="*/ 28 h 115"/>
                <a:gd name="T110" fmla="*/ 69 w 76"/>
                <a:gd name="T111" fmla="*/ 4 h 115"/>
                <a:gd name="T112" fmla="*/ 63 w 76"/>
                <a:gd name="T113" fmla="*/ 1 h 115"/>
                <a:gd name="T114" fmla="*/ 60 w 76"/>
                <a:gd name="T11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6"/>
                    <a:pt x="11" y="13"/>
                    <a:pt x="12" y="12"/>
                  </a:cubicBezTo>
                  <a:cubicBezTo>
                    <a:pt x="13"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4"/>
                    <a:pt x="10" y="5"/>
                    <a:pt x="8" y="8"/>
                  </a:cubicBezTo>
                  <a:cubicBezTo>
                    <a:pt x="4" y="11"/>
                    <a:pt x="3" y="16"/>
                    <a:pt x="1" y="22"/>
                  </a:cubicBezTo>
                  <a:cubicBezTo>
                    <a:pt x="0" y="27"/>
                    <a:pt x="0" y="34"/>
                    <a:pt x="0" y="39"/>
                  </a:cubicBezTo>
                  <a:cubicBezTo>
                    <a:pt x="0" y="50"/>
                    <a:pt x="1" y="60"/>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4" name="Freeform 1511">
              <a:extLst>
                <a:ext uri="{FF2B5EF4-FFF2-40B4-BE49-F238E27FC236}">
                  <a16:creationId xmlns:a16="http://schemas.microsoft.com/office/drawing/2014/main" id="{3F521831-EE58-4B7B-9F38-56AE97B381E9}"/>
                </a:ext>
              </a:extLst>
            </p:cNvPr>
            <p:cNvSpPr>
              <a:spLocks noEditPoints="1"/>
            </p:cNvSpPr>
            <p:nvPr userDrawn="1"/>
          </p:nvSpPr>
          <p:spPr bwMode="auto">
            <a:xfrm>
              <a:off x="4963349" y="3960642"/>
              <a:ext cx="114395" cy="174602"/>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5" name="Freeform 1512">
              <a:extLst>
                <a:ext uri="{FF2B5EF4-FFF2-40B4-BE49-F238E27FC236}">
                  <a16:creationId xmlns:a16="http://schemas.microsoft.com/office/drawing/2014/main" id="{3FA37668-AAD0-4D76-885B-1144EAD6C446}"/>
                </a:ext>
              </a:extLst>
            </p:cNvPr>
            <p:cNvSpPr>
              <a:spLocks noEditPoints="1"/>
            </p:cNvSpPr>
            <p:nvPr userDrawn="1"/>
          </p:nvSpPr>
          <p:spPr bwMode="auto">
            <a:xfrm>
              <a:off x="3899685" y="4677111"/>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6" name="Freeform 1513">
              <a:extLst>
                <a:ext uri="{FF2B5EF4-FFF2-40B4-BE49-F238E27FC236}">
                  <a16:creationId xmlns:a16="http://schemas.microsoft.com/office/drawing/2014/main" id="{2C2C7992-A02B-4F33-808D-3BF26CC84C60}"/>
                </a:ext>
              </a:extLst>
            </p:cNvPr>
            <p:cNvSpPr>
              <a:spLocks noEditPoints="1"/>
            </p:cNvSpPr>
            <p:nvPr userDrawn="1"/>
          </p:nvSpPr>
          <p:spPr bwMode="auto">
            <a:xfrm>
              <a:off x="3209307" y="4197458"/>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7" name="Freeform 1514">
              <a:extLst>
                <a:ext uri="{FF2B5EF4-FFF2-40B4-BE49-F238E27FC236}">
                  <a16:creationId xmlns:a16="http://schemas.microsoft.com/office/drawing/2014/main" id="{25F42944-6E7D-4434-943B-32A6DFE2A828}"/>
                </a:ext>
              </a:extLst>
            </p:cNvPr>
            <p:cNvSpPr>
              <a:spLocks noEditPoints="1"/>
            </p:cNvSpPr>
            <p:nvPr userDrawn="1"/>
          </p:nvSpPr>
          <p:spPr bwMode="auto">
            <a:xfrm>
              <a:off x="4357261" y="5010258"/>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3"/>
                    <a:pt x="76" y="28"/>
                  </a:cubicBezTo>
                  <a:cubicBezTo>
                    <a:pt x="76" y="16"/>
                    <a:pt x="72" y="8"/>
                    <a:pt x="68" y="5"/>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8" name="Freeform 1515">
              <a:extLst>
                <a:ext uri="{FF2B5EF4-FFF2-40B4-BE49-F238E27FC236}">
                  <a16:creationId xmlns:a16="http://schemas.microsoft.com/office/drawing/2014/main" id="{04828E8B-713F-4223-A57B-B95F4D10021C}"/>
                </a:ext>
              </a:extLst>
            </p:cNvPr>
            <p:cNvSpPr>
              <a:spLocks noEditPoints="1"/>
            </p:cNvSpPr>
            <p:nvPr userDrawn="1"/>
          </p:nvSpPr>
          <p:spPr bwMode="auto">
            <a:xfrm>
              <a:off x="3929788" y="5034341"/>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6 h 116"/>
                <a:gd name="T68" fmla="*/ 60 w 76"/>
                <a:gd name="T69" fmla="*/ 0 h 116"/>
                <a:gd name="T70" fmla="*/ 60 w 76"/>
                <a:gd name="T71" fmla="*/ 0 h 116"/>
                <a:gd name="T72" fmla="*/ 59 w 76"/>
                <a:gd name="T73" fmla="*/ 0 h 116"/>
                <a:gd name="T74" fmla="*/ 16 w 76"/>
                <a:gd name="T75" fmla="*/ 4 h 116"/>
                <a:gd name="T76" fmla="*/ 8 w 76"/>
                <a:gd name="T77" fmla="*/ 8 h 116"/>
                <a:gd name="T78" fmla="*/ 2 w 76"/>
                <a:gd name="T79" fmla="*/ 22 h 116"/>
                <a:gd name="T80" fmla="*/ 0 w 76"/>
                <a:gd name="T81" fmla="*/ 40 h 116"/>
                <a:gd name="T82" fmla="*/ 2 w 76"/>
                <a:gd name="T83" fmla="*/ 61 h 116"/>
                <a:gd name="T84" fmla="*/ 9 w 76"/>
                <a:gd name="T85" fmla="*/ 82 h 116"/>
                <a:gd name="T86" fmla="*/ 15 w 76"/>
                <a:gd name="T87" fmla="*/ 88 h 116"/>
                <a:gd name="T88" fmla="*/ 16 w 76"/>
                <a:gd name="T89" fmla="*/ 89 h 116"/>
                <a:gd name="T90" fmla="*/ 38 w 76"/>
                <a:gd name="T91" fmla="*/ 90 h 116"/>
                <a:gd name="T92" fmla="*/ 26 w 76"/>
                <a:gd name="T93" fmla="*/ 116 h 116"/>
                <a:gd name="T94" fmla="*/ 56 w 76"/>
                <a:gd name="T95" fmla="*/ 90 h 116"/>
                <a:gd name="T96" fmla="*/ 72 w 76"/>
                <a:gd name="T97" fmla="*/ 85 h 116"/>
                <a:gd name="T98" fmla="*/ 75 w 76"/>
                <a:gd name="T99" fmla="*/ 81 h 116"/>
                <a:gd name="T100" fmla="*/ 76 w 76"/>
                <a:gd name="T101" fmla="*/ 77 h 116"/>
                <a:gd name="T102" fmla="*/ 76 w 76"/>
                <a:gd name="T103" fmla="*/ 76 h 116"/>
                <a:gd name="T104" fmla="*/ 76 w 76"/>
                <a:gd name="T105" fmla="*/ 28 h 116"/>
                <a:gd name="T106" fmla="*/ 69 w 76"/>
                <a:gd name="T107" fmla="*/ 5 h 116"/>
                <a:gd name="T108" fmla="*/ 63 w 76"/>
                <a:gd name="T109" fmla="*/ 1 h 116"/>
                <a:gd name="T110" fmla="*/ 60 w 7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9" name="Freeform 1516">
              <a:extLst>
                <a:ext uri="{FF2B5EF4-FFF2-40B4-BE49-F238E27FC236}">
                  <a16:creationId xmlns:a16="http://schemas.microsoft.com/office/drawing/2014/main" id="{59E715D2-1B81-4151-9B68-40D5A6202082}"/>
                </a:ext>
              </a:extLst>
            </p:cNvPr>
            <p:cNvSpPr>
              <a:spLocks noEditPoints="1"/>
            </p:cNvSpPr>
            <p:nvPr userDrawn="1"/>
          </p:nvSpPr>
          <p:spPr bwMode="auto">
            <a:xfrm>
              <a:off x="3436087"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0" name="Freeform 1517">
              <a:extLst>
                <a:ext uri="{FF2B5EF4-FFF2-40B4-BE49-F238E27FC236}">
                  <a16:creationId xmlns:a16="http://schemas.microsoft.com/office/drawing/2014/main" id="{58FD33ED-97C9-4D4D-BEE2-0E5BC16DCE3D}"/>
                </a:ext>
              </a:extLst>
            </p:cNvPr>
            <p:cNvSpPr>
              <a:spLocks noEditPoints="1"/>
            </p:cNvSpPr>
            <p:nvPr userDrawn="1"/>
          </p:nvSpPr>
          <p:spPr bwMode="auto">
            <a:xfrm>
              <a:off x="3877608" y="548790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1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1"/>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1" name="Freeform 1518">
              <a:extLst>
                <a:ext uri="{FF2B5EF4-FFF2-40B4-BE49-F238E27FC236}">
                  <a16:creationId xmlns:a16="http://schemas.microsoft.com/office/drawing/2014/main" id="{53E2C62E-FFCD-45BB-9E5B-81C4BB576B98}"/>
                </a:ext>
              </a:extLst>
            </p:cNvPr>
            <p:cNvSpPr>
              <a:spLocks noEditPoints="1"/>
            </p:cNvSpPr>
            <p:nvPr userDrawn="1"/>
          </p:nvSpPr>
          <p:spPr bwMode="auto">
            <a:xfrm>
              <a:off x="3064809" y="5429703"/>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7"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7" y="16"/>
                  </a:cubicBezTo>
                  <a:cubicBezTo>
                    <a:pt x="10" y="24"/>
                    <a:pt x="6" y="35"/>
                    <a:pt x="4" y="47"/>
                  </a:cubicBezTo>
                  <a:cubicBezTo>
                    <a:pt x="1" y="60"/>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2" name="Freeform 1519">
              <a:extLst>
                <a:ext uri="{FF2B5EF4-FFF2-40B4-BE49-F238E27FC236}">
                  <a16:creationId xmlns:a16="http://schemas.microsoft.com/office/drawing/2014/main" id="{7CAC07FE-A757-4D51-A374-2B474FA22E25}"/>
                </a:ext>
              </a:extLst>
            </p:cNvPr>
            <p:cNvSpPr>
              <a:spLocks noEditPoints="1"/>
            </p:cNvSpPr>
            <p:nvPr userDrawn="1"/>
          </p:nvSpPr>
          <p:spPr bwMode="auto">
            <a:xfrm>
              <a:off x="3929788" y="5622366"/>
              <a:ext cx="367266" cy="148512"/>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156 w 244"/>
                <a:gd name="T63" fmla="*/ 0 h 98"/>
                <a:gd name="T64" fmla="*/ 69 w 244"/>
                <a:gd name="T65" fmla="*/ 18 h 98"/>
                <a:gd name="T66" fmla="*/ 69 w 244"/>
                <a:gd name="T67" fmla="*/ 18 h 98"/>
                <a:gd name="T68" fmla="*/ 68 w 244"/>
                <a:gd name="T69" fmla="*/ 19 h 98"/>
                <a:gd name="T70" fmla="*/ 63 w 244"/>
                <a:gd name="T71" fmla="*/ 34 h 98"/>
                <a:gd name="T72" fmla="*/ 67 w 244"/>
                <a:gd name="T73" fmla="*/ 51 h 98"/>
                <a:gd name="T74" fmla="*/ 72 w 244"/>
                <a:gd name="T75" fmla="*/ 65 h 98"/>
                <a:gd name="T76" fmla="*/ 71 w 244"/>
                <a:gd name="T77" fmla="*/ 69 h 98"/>
                <a:gd name="T78" fmla="*/ 68 w 244"/>
                <a:gd name="T79" fmla="*/ 72 h 98"/>
                <a:gd name="T80" fmla="*/ 67 w 244"/>
                <a:gd name="T81" fmla="*/ 72 h 98"/>
                <a:gd name="T82" fmla="*/ 67 w 244"/>
                <a:gd name="T83" fmla="*/ 72 h 98"/>
                <a:gd name="T84" fmla="*/ 0 w 244"/>
                <a:gd name="T85" fmla="*/ 74 h 98"/>
                <a:gd name="T86" fmla="*/ 17 w 244"/>
                <a:gd name="T87" fmla="*/ 79 h 98"/>
                <a:gd name="T88" fmla="*/ 136 w 244"/>
                <a:gd name="T89" fmla="*/ 98 h 98"/>
                <a:gd name="T90" fmla="*/ 151 w 244"/>
                <a:gd name="T91" fmla="*/ 98 h 98"/>
                <a:gd name="T92" fmla="*/ 157 w 244"/>
                <a:gd name="T93" fmla="*/ 98 h 98"/>
                <a:gd name="T94" fmla="*/ 222 w 244"/>
                <a:gd name="T95" fmla="*/ 86 h 98"/>
                <a:gd name="T96" fmla="*/ 239 w 244"/>
                <a:gd name="T97" fmla="*/ 74 h 98"/>
                <a:gd name="T98" fmla="*/ 239 w 244"/>
                <a:gd name="T99" fmla="*/ 73 h 98"/>
                <a:gd name="T100" fmla="*/ 239 w 244"/>
                <a:gd name="T101" fmla="*/ 73 h 98"/>
                <a:gd name="T102" fmla="*/ 244 w 244"/>
                <a:gd name="T103" fmla="*/ 44 h 98"/>
                <a:gd name="T104" fmla="*/ 234 w 244"/>
                <a:gd name="T105" fmla="*/ 14 h 98"/>
                <a:gd name="T106" fmla="*/ 223 w 244"/>
                <a:gd name="T107" fmla="*/ 7 h 98"/>
                <a:gd name="T108" fmla="*/ 222 w 244"/>
                <a:gd name="T109" fmla="*/ 7 h 98"/>
                <a:gd name="T110" fmla="*/ 222 w 244"/>
                <a:gd name="T111" fmla="*/ 7 h 98"/>
                <a:gd name="T112" fmla="*/ 156 w 244"/>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3" name="Freeform 1520">
              <a:extLst>
                <a:ext uri="{FF2B5EF4-FFF2-40B4-BE49-F238E27FC236}">
                  <a16:creationId xmlns:a16="http://schemas.microsoft.com/office/drawing/2014/main" id="{C442D923-45E6-423E-8CF1-568FDA87EC29}"/>
                </a:ext>
              </a:extLst>
            </p:cNvPr>
            <p:cNvSpPr>
              <a:spLocks noEditPoints="1"/>
            </p:cNvSpPr>
            <p:nvPr userDrawn="1"/>
          </p:nvSpPr>
          <p:spPr bwMode="auto">
            <a:xfrm>
              <a:off x="4939266" y="5000223"/>
              <a:ext cx="297023" cy="118408"/>
            </a:xfrm>
            <a:custGeom>
              <a:avLst/>
              <a:gdLst>
                <a:gd name="T0" fmla="*/ 142 w 198"/>
                <a:gd name="T1" fmla="*/ 41 h 79"/>
                <a:gd name="T2" fmla="*/ 142 w 198"/>
                <a:gd name="T3" fmla="*/ 41 h 79"/>
                <a:gd name="T4" fmla="*/ 141 w 198"/>
                <a:gd name="T5" fmla="*/ 57 h 79"/>
                <a:gd name="T6" fmla="*/ 19 w 198"/>
                <a:gd name="T7" fmla="*/ 10 h 79"/>
                <a:gd name="T8" fmla="*/ 19 w 198"/>
                <a:gd name="T9" fmla="*/ 11 h 79"/>
                <a:gd name="T10" fmla="*/ 121 w 198"/>
                <a:gd name="T11" fmla="*/ 13 h 79"/>
                <a:gd name="T12" fmla="*/ 136 w 198"/>
                <a:gd name="T13" fmla="*/ 19 h 79"/>
                <a:gd name="T14" fmla="*/ 139 w 198"/>
                <a:gd name="T15" fmla="*/ 27 h 79"/>
                <a:gd name="T16" fmla="*/ 137 w 198"/>
                <a:gd name="T17" fmla="*/ 37 h 79"/>
                <a:gd name="T18" fmla="*/ 136 w 198"/>
                <a:gd name="T19" fmla="*/ 38 h 79"/>
                <a:gd name="T20" fmla="*/ 136 w 198"/>
                <a:gd name="T21" fmla="*/ 38 h 79"/>
                <a:gd name="T22" fmla="*/ 136 w 198"/>
                <a:gd name="T23" fmla="*/ 38 h 79"/>
                <a:gd name="T24" fmla="*/ 133 w 198"/>
                <a:gd name="T25" fmla="*/ 58 h 79"/>
                <a:gd name="T26" fmla="*/ 141 w 198"/>
                <a:gd name="T27" fmla="*/ 63 h 79"/>
                <a:gd name="T28" fmla="*/ 160 w 198"/>
                <a:gd name="T29" fmla="*/ 64 h 79"/>
                <a:gd name="T30" fmla="*/ 78 w 198"/>
                <a:gd name="T31" fmla="*/ 73 h 79"/>
                <a:gd name="T32" fmla="*/ 75 w 198"/>
                <a:gd name="T33" fmla="*/ 73 h 79"/>
                <a:gd name="T34" fmla="*/ 74 w 198"/>
                <a:gd name="T35" fmla="*/ 73 h 79"/>
                <a:gd name="T36" fmla="*/ 20 w 198"/>
                <a:gd name="T37" fmla="*/ 64 h 79"/>
                <a:gd name="T38" fmla="*/ 9 w 198"/>
                <a:gd name="T39" fmla="*/ 56 h 79"/>
                <a:gd name="T40" fmla="*/ 6 w 198"/>
                <a:gd name="T41" fmla="*/ 35 h 79"/>
                <a:gd name="T42" fmla="*/ 17 w 198"/>
                <a:gd name="T43" fmla="*/ 12 h 79"/>
                <a:gd name="T44" fmla="*/ 19 w 198"/>
                <a:gd name="T45" fmla="*/ 11 h 79"/>
                <a:gd name="T46" fmla="*/ 71 w 198"/>
                <a:gd name="T47" fmla="*/ 0 h 79"/>
                <a:gd name="T48" fmla="*/ 18 w 198"/>
                <a:gd name="T49" fmla="*/ 5 h 79"/>
                <a:gd name="T50" fmla="*/ 8 w 198"/>
                <a:gd name="T51" fmla="*/ 11 h 79"/>
                <a:gd name="T52" fmla="*/ 4 w 198"/>
                <a:gd name="T53" fmla="*/ 58 h 79"/>
                <a:gd name="T54" fmla="*/ 4 w 198"/>
                <a:gd name="T55" fmla="*/ 59 h 79"/>
                <a:gd name="T56" fmla="*/ 70 w 198"/>
                <a:gd name="T57" fmla="*/ 79 h 79"/>
                <a:gd name="T58" fmla="*/ 74 w 198"/>
                <a:gd name="T59" fmla="*/ 79 h 79"/>
                <a:gd name="T60" fmla="*/ 181 w 198"/>
                <a:gd name="T61" fmla="*/ 64 h 79"/>
                <a:gd name="T62" fmla="*/ 141 w 198"/>
                <a:gd name="T63" fmla="*/ 57 h 79"/>
                <a:gd name="T64" fmla="*/ 139 w 198"/>
                <a:gd name="T65" fmla="*/ 55 h 79"/>
                <a:gd name="T66" fmla="*/ 142 w 198"/>
                <a:gd name="T67" fmla="*/ 41 h 79"/>
                <a:gd name="T68" fmla="*/ 141 w 198"/>
                <a:gd name="T69" fmla="*/ 15 h 79"/>
                <a:gd name="T70" fmla="*/ 140 w 198"/>
                <a:gd name="T71" fmla="*/ 14 h 79"/>
                <a:gd name="T72" fmla="*/ 136 w 198"/>
                <a:gd name="T73" fmla="*/ 18 h 79"/>
                <a:gd name="T74" fmla="*/ 140 w 198"/>
                <a:gd name="T75"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5"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4" name="Freeform 1521">
              <a:extLst>
                <a:ext uri="{FF2B5EF4-FFF2-40B4-BE49-F238E27FC236}">
                  <a16:creationId xmlns:a16="http://schemas.microsoft.com/office/drawing/2014/main" id="{098180C9-E658-4DFE-B4DD-E38BB335AEEF}"/>
                </a:ext>
              </a:extLst>
            </p:cNvPr>
            <p:cNvSpPr>
              <a:spLocks noEditPoints="1"/>
            </p:cNvSpPr>
            <p:nvPr userDrawn="1"/>
          </p:nvSpPr>
          <p:spPr bwMode="auto">
            <a:xfrm>
              <a:off x="3369860" y="4046940"/>
              <a:ext cx="387335" cy="156539"/>
            </a:xfrm>
            <a:custGeom>
              <a:avLst/>
              <a:gdLst>
                <a:gd name="T0" fmla="*/ 188 w 258"/>
                <a:gd name="T1" fmla="*/ 54 h 104"/>
                <a:gd name="T2" fmla="*/ 188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8 h 104"/>
                <a:gd name="T28" fmla="*/ 99 w 258"/>
                <a:gd name="T29" fmla="*/ 98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9 w 258"/>
                <a:gd name="T55" fmla="*/ 104 h 104"/>
                <a:gd name="T56" fmla="*/ 241 w 258"/>
                <a:gd name="T57" fmla="*/ 84 h 104"/>
                <a:gd name="T58" fmla="*/ 188 w 258"/>
                <a:gd name="T59" fmla="*/ 77 h 104"/>
                <a:gd name="T60" fmla="*/ 185 w 258"/>
                <a:gd name="T61" fmla="*/ 75 h 104"/>
                <a:gd name="T62" fmla="*/ 188 w 258"/>
                <a:gd name="T63" fmla="*/ 54 h 104"/>
                <a:gd name="T64" fmla="*/ 187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2"/>
                  </a:cubicBezTo>
                  <a:cubicBezTo>
                    <a:pt x="186" y="82"/>
                    <a:pt x="187" y="83"/>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4"/>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5" name="Freeform 1522">
              <a:extLst>
                <a:ext uri="{FF2B5EF4-FFF2-40B4-BE49-F238E27FC236}">
                  <a16:creationId xmlns:a16="http://schemas.microsoft.com/office/drawing/2014/main" id="{F636B9BF-2163-4C2A-9735-70C1B4000764}"/>
                </a:ext>
              </a:extLst>
            </p:cNvPr>
            <p:cNvSpPr>
              <a:spLocks noEditPoints="1"/>
            </p:cNvSpPr>
            <p:nvPr userDrawn="1"/>
          </p:nvSpPr>
          <p:spPr bwMode="auto">
            <a:xfrm>
              <a:off x="3036712" y="5227005"/>
              <a:ext cx="415432" cy="170588"/>
            </a:xfrm>
            <a:custGeom>
              <a:avLst/>
              <a:gdLst>
                <a:gd name="T0" fmla="*/ 100 w 276"/>
                <a:gd name="T1" fmla="*/ 6 h 112"/>
                <a:gd name="T2" fmla="*/ 190 w 276"/>
                <a:gd name="T3" fmla="*/ 23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4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3"/>
                  </a:cubicBezTo>
                  <a:cubicBezTo>
                    <a:pt x="192" y="23"/>
                    <a:pt x="194" y="24"/>
                    <a:pt x="195" y="25"/>
                  </a:cubicBezTo>
                  <a:cubicBezTo>
                    <a:pt x="195" y="25"/>
                    <a:pt x="195" y="25"/>
                    <a:pt x="196" y="25"/>
                  </a:cubicBezTo>
                  <a:cubicBezTo>
                    <a:pt x="199" y="29"/>
                    <a:pt x="200" y="34"/>
                    <a:pt x="200" y="39"/>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9"/>
                    <a:pt x="27" y="92"/>
                  </a:cubicBezTo>
                  <a:cubicBezTo>
                    <a:pt x="21" y="89"/>
                    <a:pt x="16" y="86"/>
                    <a:pt x="14" y="84"/>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9"/>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6" name="Freeform 1523">
              <a:extLst>
                <a:ext uri="{FF2B5EF4-FFF2-40B4-BE49-F238E27FC236}">
                  <a16:creationId xmlns:a16="http://schemas.microsoft.com/office/drawing/2014/main" id="{C4ECCA8B-C600-4C1A-99B6-59D6C8A7D7ED}"/>
                </a:ext>
              </a:extLst>
            </p:cNvPr>
            <p:cNvSpPr>
              <a:spLocks/>
            </p:cNvSpPr>
            <p:nvPr userDrawn="1"/>
          </p:nvSpPr>
          <p:spPr bwMode="auto">
            <a:xfrm>
              <a:off x="3068823" y="5241053"/>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7" name="Freeform 1524">
              <a:extLst>
                <a:ext uri="{FF2B5EF4-FFF2-40B4-BE49-F238E27FC236}">
                  <a16:creationId xmlns:a16="http://schemas.microsoft.com/office/drawing/2014/main" id="{DE367D8F-046D-42F7-AD08-903AA20CE9B5}"/>
                </a:ext>
              </a:extLst>
            </p:cNvPr>
            <p:cNvSpPr>
              <a:spLocks noEditPoints="1"/>
            </p:cNvSpPr>
            <p:nvPr userDrawn="1"/>
          </p:nvSpPr>
          <p:spPr bwMode="auto">
            <a:xfrm>
              <a:off x="3833456" y="5245067"/>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4 w 245"/>
                <a:gd name="T97" fmla="*/ 123 h 161"/>
                <a:gd name="T98" fmla="*/ 243 w 245"/>
                <a:gd name="T99" fmla="*/ 121 h 161"/>
                <a:gd name="T100" fmla="*/ 240 w 245"/>
                <a:gd name="T101" fmla="*/ 121 h 161"/>
                <a:gd name="T102" fmla="*/ 230 w 245"/>
                <a:gd name="T103" fmla="*/ 120 h 161"/>
                <a:gd name="T104" fmla="*/ 199 w 245"/>
                <a:gd name="T105" fmla="*/ 121 h 161"/>
                <a:gd name="T106" fmla="*/ 178 w 245"/>
                <a:gd name="T107" fmla="*/ 112 h 161"/>
                <a:gd name="T108" fmla="*/ 162 w 245"/>
                <a:gd name="T109" fmla="*/ 84 h 161"/>
                <a:gd name="T110" fmla="*/ 158 w 245"/>
                <a:gd name="T111" fmla="*/ 73 h 161"/>
                <a:gd name="T112" fmla="*/ 158 w 245"/>
                <a:gd name="T113" fmla="*/ 69 h 161"/>
                <a:gd name="T114" fmla="*/ 157 w 245"/>
                <a:gd name="T115" fmla="*/ 68 h 161"/>
                <a:gd name="T116" fmla="*/ 157 w 245"/>
                <a:gd name="T117" fmla="*/ 68 h 161"/>
                <a:gd name="T118" fmla="*/ 136 w 245"/>
                <a:gd name="T119" fmla="*/ 16 h 161"/>
                <a:gd name="T120" fmla="*/ 136 w 245"/>
                <a:gd name="T121" fmla="*/ 16 h 161"/>
                <a:gd name="T122" fmla="*/ 135 w 245"/>
                <a:gd name="T123" fmla="*/ 16 h 161"/>
                <a:gd name="T124" fmla="*/ 83 w 245"/>
                <a:gd name="T12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1"/>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5"/>
                    <a:pt x="245" y="124"/>
                    <a:pt x="244" y="123"/>
                  </a:cubicBezTo>
                  <a:cubicBezTo>
                    <a:pt x="244" y="123"/>
                    <a:pt x="244" y="123"/>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8" name="Freeform 1525">
              <a:extLst>
                <a:ext uri="{FF2B5EF4-FFF2-40B4-BE49-F238E27FC236}">
                  <a16:creationId xmlns:a16="http://schemas.microsoft.com/office/drawing/2014/main" id="{EEA93638-7FBA-4A3D-BC11-29D94EA81E4A}"/>
                </a:ext>
              </a:extLst>
            </p:cNvPr>
            <p:cNvSpPr>
              <a:spLocks/>
            </p:cNvSpPr>
            <p:nvPr userDrawn="1"/>
          </p:nvSpPr>
          <p:spPr bwMode="auto">
            <a:xfrm>
              <a:off x="3857539" y="5287212"/>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9" name="Freeform 1526">
              <a:extLst>
                <a:ext uri="{FF2B5EF4-FFF2-40B4-BE49-F238E27FC236}">
                  <a16:creationId xmlns:a16="http://schemas.microsoft.com/office/drawing/2014/main" id="{F1895604-39DB-446B-9547-7AFF6C43EE93}"/>
                </a:ext>
              </a:extLst>
            </p:cNvPr>
            <p:cNvSpPr>
              <a:spLocks noEditPoints="1"/>
            </p:cNvSpPr>
            <p:nvPr userDrawn="1"/>
          </p:nvSpPr>
          <p:spPr bwMode="auto">
            <a:xfrm>
              <a:off x="4206742" y="5728733"/>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20 w 354"/>
                <a:gd name="T65" fmla="*/ 0 h 231"/>
                <a:gd name="T66" fmla="*/ 120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7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20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5"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0" name="Freeform 1527">
              <a:extLst>
                <a:ext uri="{FF2B5EF4-FFF2-40B4-BE49-F238E27FC236}">
                  <a16:creationId xmlns:a16="http://schemas.microsoft.com/office/drawing/2014/main" id="{6FE740B0-0C31-41DB-A02F-1631F1615C0B}"/>
                </a:ext>
              </a:extLst>
            </p:cNvPr>
            <p:cNvSpPr>
              <a:spLocks noEditPoints="1"/>
            </p:cNvSpPr>
            <p:nvPr userDrawn="1"/>
          </p:nvSpPr>
          <p:spPr bwMode="auto">
            <a:xfrm>
              <a:off x="4549925" y="5130673"/>
              <a:ext cx="256885"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6"/>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1"/>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1" name="Freeform 1528">
              <a:extLst>
                <a:ext uri="{FF2B5EF4-FFF2-40B4-BE49-F238E27FC236}">
                  <a16:creationId xmlns:a16="http://schemas.microsoft.com/office/drawing/2014/main" id="{A2BFDF52-AE28-4A73-92DC-FEF4B754EF8B}"/>
                </a:ext>
              </a:extLst>
            </p:cNvPr>
            <p:cNvSpPr>
              <a:spLocks noEditPoints="1"/>
            </p:cNvSpPr>
            <p:nvPr userDrawn="1"/>
          </p:nvSpPr>
          <p:spPr bwMode="auto">
            <a:xfrm>
              <a:off x="5521270" y="5501952"/>
              <a:ext cx="254879" cy="200691"/>
            </a:xfrm>
            <a:custGeom>
              <a:avLst/>
              <a:gdLst>
                <a:gd name="T0" fmla="*/ 27 w 170"/>
                <a:gd name="T1" fmla="*/ 7 h 133"/>
                <a:gd name="T2" fmla="*/ 35 w 170"/>
                <a:gd name="T3" fmla="*/ 7 h 133"/>
                <a:gd name="T4" fmla="*/ 109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6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9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9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8"/>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2" name="Freeform 1529">
              <a:extLst>
                <a:ext uri="{FF2B5EF4-FFF2-40B4-BE49-F238E27FC236}">
                  <a16:creationId xmlns:a16="http://schemas.microsoft.com/office/drawing/2014/main" id="{B25331A8-CE9B-4B54-B799-39D25843ED52}"/>
                </a:ext>
              </a:extLst>
            </p:cNvPr>
            <p:cNvSpPr>
              <a:spLocks/>
            </p:cNvSpPr>
            <p:nvPr userDrawn="1"/>
          </p:nvSpPr>
          <p:spPr bwMode="auto">
            <a:xfrm>
              <a:off x="5585492" y="5700637"/>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3" name="Freeform 1530">
              <a:extLst>
                <a:ext uri="{FF2B5EF4-FFF2-40B4-BE49-F238E27FC236}">
                  <a16:creationId xmlns:a16="http://schemas.microsoft.com/office/drawing/2014/main" id="{3F65F9E3-5324-40EF-B10C-16722325B311}"/>
                </a:ext>
              </a:extLst>
            </p:cNvPr>
            <p:cNvSpPr>
              <a:spLocks noEditPoints="1"/>
            </p:cNvSpPr>
            <p:nvPr userDrawn="1"/>
          </p:nvSpPr>
          <p:spPr bwMode="auto">
            <a:xfrm>
              <a:off x="4272971" y="4273721"/>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3 w 188"/>
                <a:gd name="T15" fmla="*/ 64 h 162"/>
                <a:gd name="T16" fmla="*/ 182 w 188"/>
                <a:gd name="T17" fmla="*/ 75 h 162"/>
                <a:gd name="T18" fmla="*/ 159 w 188"/>
                <a:gd name="T19" fmla="*/ 98 h 162"/>
                <a:gd name="T20" fmla="*/ 144 w 188"/>
                <a:gd name="T21" fmla="*/ 112 h 162"/>
                <a:gd name="T22" fmla="*/ 138 w 188"/>
                <a:gd name="T23" fmla="*/ 134 h 162"/>
                <a:gd name="T24" fmla="*/ 115 w 188"/>
                <a:gd name="T25" fmla="*/ 137 h 162"/>
                <a:gd name="T26" fmla="*/ 106 w 188"/>
                <a:gd name="T27" fmla="*/ 131 h 162"/>
                <a:gd name="T28" fmla="*/ 74 w 188"/>
                <a:gd name="T29" fmla="*/ 148 h 162"/>
                <a:gd name="T30" fmla="*/ 38 w 188"/>
                <a:gd name="T31" fmla="*/ 113 h 162"/>
                <a:gd name="T32" fmla="*/ 12 w 188"/>
                <a:gd name="T33" fmla="*/ 110 h 162"/>
                <a:gd name="T34" fmla="*/ 14 w 188"/>
                <a:gd name="T35" fmla="*/ 86 h 162"/>
                <a:gd name="T36" fmla="*/ 17 w 188"/>
                <a:gd name="T37" fmla="*/ 48 h 162"/>
                <a:gd name="T38" fmla="*/ 53 w 188"/>
                <a:gd name="T39" fmla="*/ 30 h 162"/>
                <a:gd name="T40" fmla="*/ 66 w 188"/>
                <a:gd name="T41" fmla="*/ 15 h 162"/>
                <a:gd name="T42" fmla="*/ 63 w 188"/>
                <a:gd name="T43" fmla="*/ 9 h 162"/>
                <a:gd name="T44" fmla="*/ 61 w 188"/>
                <a:gd name="T45" fmla="*/ 19 h 162"/>
                <a:gd name="T46" fmla="*/ 53 w 188"/>
                <a:gd name="T47" fmla="*/ 24 h 162"/>
                <a:gd name="T48" fmla="*/ 36 w 188"/>
                <a:gd name="T49" fmla="*/ 21 h 162"/>
                <a:gd name="T50" fmla="*/ 16 w 188"/>
                <a:gd name="T51" fmla="*/ 32 h 162"/>
                <a:gd name="T52" fmla="*/ 13 w 188"/>
                <a:gd name="T53" fmla="*/ 60 h 162"/>
                <a:gd name="T54" fmla="*/ 5 w 188"/>
                <a:gd name="T55" fmla="*/ 83 h 162"/>
                <a:gd name="T56" fmla="*/ 2 w 188"/>
                <a:gd name="T57" fmla="*/ 84 h 162"/>
                <a:gd name="T58" fmla="*/ 13 w 188"/>
                <a:gd name="T59" fmla="*/ 117 h 162"/>
                <a:gd name="T60" fmla="*/ 28 w 188"/>
                <a:gd name="T61" fmla="*/ 117 h 162"/>
                <a:gd name="T62" fmla="*/ 41 w 188"/>
                <a:gd name="T63" fmla="*/ 137 h 162"/>
                <a:gd name="T64" fmla="*/ 40 w 188"/>
                <a:gd name="T65" fmla="*/ 140 h 162"/>
                <a:gd name="T66" fmla="*/ 92 w 188"/>
                <a:gd name="T67" fmla="*/ 151 h 162"/>
                <a:gd name="T68" fmla="*/ 106 w 188"/>
                <a:gd name="T69" fmla="*/ 137 h 162"/>
                <a:gd name="T70" fmla="*/ 110 w 188"/>
                <a:gd name="T71" fmla="*/ 140 h 162"/>
                <a:gd name="T72" fmla="*/ 123 w 188"/>
                <a:gd name="T73" fmla="*/ 146 h 162"/>
                <a:gd name="T74" fmla="*/ 145 w 188"/>
                <a:gd name="T75" fmla="*/ 136 h 162"/>
                <a:gd name="T76" fmla="*/ 172 w 188"/>
                <a:gd name="T77" fmla="*/ 155 h 162"/>
                <a:gd name="T78" fmla="*/ 183 w 188"/>
                <a:gd name="T79" fmla="*/ 162 h 162"/>
                <a:gd name="T80" fmla="*/ 187 w 188"/>
                <a:gd name="T81" fmla="*/ 159 h 162"/>
                <a:gd name="T82" fmla="*/ 165 w 188"/>
                <a:gd name="T83" fmla="*/ 124 h 162"/>
                <a:gd name="T84" fmla="*/ 179 w 188"/>
                <a:gd name="T85" fmla="*/ 96 h 162"/>
                <a:gd name="T86" fmla="*/ 180 w 188"/>
                <a:gd name="T87" fmla="*/ 59 h 162"/>
                <a:gd name="T88" fmla="*/ 172 w 188"/>
                <a:gd name="T89" fmla="*/ 58 h 162"/>
                <a:gd name="T90" fmla="*/ 160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3"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1"/>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9"/>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7" y="158"/>
                    <a:pt x="186" y="157"/>
                    <a:pt x="186" y="157"/>
                  </a:cubicBezTo>
                  <a:cubicBezTo>
                    <a:pt x="165" y="124"/>
                    <a:pt x="165" y="124"/>
                    <a:pt x="165" y="124"/>
                  </a:cubicBezTo>
                  <a:cubicBezTo>
                    <a:pt x="165" y="124"/>
                    <a:pt x="165" y="124"/>
                    <a:pt x="165" y="124"/>
                  </a:cubicBezTo>
                  <a:cubicBezTo>
                    <a:pt x="161" y="118"/>
                    <a:pt x="160" y="114"/>
                    <a:pt x="160" y="111"/>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2" y="58"/>
                    <a:pt x="172"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4" name="Freeform 1531">
              <a:extLst>
                <a:ext uri="{FF2B5EF4-FFF2-40B4-BE49-F238E27FC236}">
                  <a16:creationId xmlns:a16="http://schemas.microsoft.com/office/drawing/2014/main" id="{3C129C22-D977-48AF-BBE1-DE3F502C9939}"/>
                </a:ext>
              </a:extLst>
            </p:cNvPr>
            <p:cNvSpPr>
              <a:spLocks noEditPoints="1"/>
            </p:cNvSpPr>
            <p:nvPr userDrawn="1"/>
          </p:nvSpPr>
          <p:spPr bwMode="auto">
            <a:xfrm>
              <a:off x="2882179" y="3812131"/>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19 w 130"/>
                <a:gd name="T21" fmla="*/ 62 h 112"/>
                <a:gd name="T22" fmla="*/ 99 w 130"/>
                <a:gd name="T23" fmla="*/ 75 h 112"/>
                <a:gd name="T24" fmla="*/ 94 w 130"/>
                <a:gd name="T25" fmla="*/ 91 h 112"/>
                <a:gd name="T26" fmla="*/ 80 w 130"/>
                <a:gd name="T27" fmla="*/ 93 h 112"/>
                <a:gd name="T28" fmla="*/ 74 w 130"/>
                <a:gd name="T29" fmla="*/ 88 h 112"/>
                <a:gd name="T30" fmla="*/ 52 w 130"/>
                <a:gd name="T31" fmla="*/ 100 h 112"/>
                <a:gd name="T32" fmla="*/ 28 w 130"/>
                <a:gd name="T33" fmla="*/ 76 h 112"/>
                <a:gd name="T34" fmla="*/ 10 w 130"/>
                <a:gd name="T35" fmla="*/ 74 h 112"/>
                <a:gd name="T36" fmla="*/ 12 w 130"/>
                <a:gd name="T37" fmla="*/ 60 h 112"/>
                <a:gd name="T38" fmla="*/ 14 w 130"/>
                <a:gd name="T39" fmla="*/ 33 h 112"/>
                <a:gd name="T40" fmla="*/ 37 w 130"/>
                <a:gd name="T41" fmla="*/ 22 h 112"/>
                <a:gd name="T42" fmla="*/ 47 w 130"/>
                <a:gd name="T43" fmla="*/ 11 h 112"/>
                <a:gd name="T44" fmla="*/ 43 w 130"/>
                <a:gd name="T45" fmla="*/ 6 h 112"/>
                <a:gd name="T46" fmla="*/ 42 w 130"/>
                <a:gd name="T47" fmla="*/ 14 h 112"/>
                <a:gd name="T48" fmla="*/ 37 w 130"/>
                <a:gd name="T49" fmla="*/ 16 h 112"/>
                <a:gd name="T50" fmla="*/ 27 w 130"/>
                <a:gd name="T51" fmla="*/ 14 h 112"/>
                <a:gd name="T52" fmla="*/ 11 w 130"/>
                <a:gd name="T53" fmla="*/ 22 h 112"/>
                <a:gd name="T54" fmla="*/ 10 w 130"/>
                <a:gd name="T55" fmla="*/ 41 h 112"/>
                <a:gd name="T56" fmla="*/ 5 w 130"/>
                <a:gd name="T57" fmla="*/ 56 h 112"/>
                <a:gd name="T58" fmla="*/ 4 w 130"/>
                <a:gd name="T59" fmla="*/ 56 h 112"/>
                <a:gd name="T60" fmla="*/ 3 w 130"/>
                <a:gd name="T61" fmla="*/ 75 h 112"/>
                <a:gd name="T62" fmla="*/ 16 w 130"/>
                <a:gd name="T63" fmla="*/ 82 h 112"/>
                <a:gd name="T64" fmla="*/ 28 w 130"/>
                <a:gd name="T65" fmla="*/ 91 h 112"/>
                <a:gd name="T66" fmla="*/ 28 w 130"/>
                <a:gd name="T67" fmla="*/ 94 h 112"/>
                <a:gd name="T68" fmla="*/ 52 w 130"/>
                <a:gd name="T69" fmla="*/ 106 h 112"/>
                <a:gd name="T70" fmla="*/ 71 w 130"/>
                <a:gd name="T71" fmla="*/ 96 h 112"/>
                <a:gd name="T72" fmla="*/ 75 w 130"/>
                <a:gd name="T73" fmla="*/ 96 h 112"/>
                <a:gd name="T74" fmla="*/ 85 w 130"/>
                <a:gd name="T75" fmla="*/ 100 h 112"/>
                <a:gd name="T76" fmla="*/ 101 w 130"/>
                <a:gd name="T77" fmla="*/ 93 h 112"/>
                <a:gd name="T78" fmla="*/ 118 w 130"/>
                <a:gd name="T79" fmla="*/ 107 h 112"/>
                <a:gd name="T80" fmla="*/ 126 w 130"/>
                <a:gd name="T81" fmla="*/ 112 h 112"/>
                <a:gd name="T82" fmla="*/ 129 w 130"/>
                <a:gd name="T83" fmla="*/ 107 h 112"/>
                <a:gd name="T84" fmla="*/ 111 w 130"/>
                <a:gd name="T85" fmla="*/ 75 h 112"/>
                <a:gd name="T86" fmla="*/ 124 w 130"/>
                <a:gd name="T87" fmla="*/ 66 h 112"/>
                <a:gd name="T88" fmla="*/ 124 w 130"/>
                <a:gd name="T89" fmla="*/ 40 h 112"/>
                <a:gd name="T90" fmla="*/ 118 w 130"/>
                <a:gd name="T91" fmla="*/ 39 h 112"/>
                <a:gd name="T92" fmla="*/ 109 w 130"/>
                <a:gd name="T93" fmla="*/ 35 h 112"/>
                <a:gd name="T94" fmla="*/ 95 w 130"/>
                <a:gd name="T95" fmla="*/ 5 h 112"/>
                <a:gd name="T96" fmla="*/ 65 w 130"/>
                <a:gd name="T97"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9" y="62"/>
                    <a:pt x="119" y="62"/>
                    <a:pt x="119" y="62"/>
                  </a:cubicBezTo>
                  <a:cubicBezTo>
                    <a:pt x="115" y="63"/>
                    <a:pt x="112" y="64"/>
                    <a:pt x="109" y="66"/>
                  </a:cubicBezTo>
                  <a:cubicBezTo>
                    <a:pt x="106" y="68"/>
                    <a:pt x="105" y="72"/>
                    <a:pt x="105" y="75"/>
                  </a:cubicBezTo>
                  <a:cubicBezTo>
                    <a:pt x="105" y="79"/>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3"/>
                    <a:pt x="8" y="71"/>
                  </a:cubicBezTo>
                  <a:cubicBezTo>
                    <a:pt x="7" y="70"/>
                    <a:pt x="6" y="69"/>
                    <a:pt x="6" y="67"/>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20"/>
                    <a:pt x="46" y="19"/>
                    <a:pt x="47" y="17"/>
                  </a:cubicBezTo>
                  <a:cubicBezTo>
                    <a:pt x="47" y="16"/>
                    <a:pt x="48" y="15"/>
                    <a:pt x="48" y="14"/>
                  </a:cubicBezTo>
                  <a:cubicBezTo>
                    <a:pt x="48" y="13"/>
                    <a:pt x="47" y="12"/>
                    <a:pt x="47" y="11"/>
                  </a:cubicBezTo>
                  <a:moveTo>
                    <a:pt x="54" y="0"/>
                  </a:moveTo>
                  <a:cubicBezTo>
                    <a:pt x="54" y="0"/>
                    <a:pt x="54" y="0"/>
                    <a:pt x="54" y="0"/>
                  </a:cubicBezTo>
                  <a:cubicBezTo>
                    <a:pt x="52" y="0"/>
                    <a:pt x="50" y="1"/>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5"/>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7"/>
                  </a:cubicBezTo>
                  <a:cubicBezTo>
                    <a:pt x="0" y="70"/>
                    <a:pt x="1" y="73"/>
                    <a:pt x="3" y="75"/>
                  </a:cubicBezTo>
                  <a:cubicBezTo>
                    <a:pt x="5" y="78"/>
                    <a:pt x="8" y="80"/>
                    <a:pt x="10" y="81"/>
                  </a:cubicBezTo>
                  <a:cubicBezTo>
                    <a:pt x="13" y="81"/>
                    <a:pt x="14" y="82"/>
                    <a:pt x="15" y="82"/>
                  </a:cubicBezTo>
                  <a:cubicBezTo>
                    <a:pt x="15" y="82"/>
                    <a:pt x="15" y="82"/>
                    <a:pt x="15" y="82"/>
                  </a:cubicBezTo>
                  <a:cubicBezTo>
                    <a:pt x="16" y="82"/>
                    <a:pt x="16" y="82"/>
                    <a:pt x="16" y="82"/>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7"/>
                    <a:pt x="118" y="107"/>
                    <a:pt x="118" y="107"/>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2"/>
                    <a:pt x="128" y="111"/>
                  </a:cubicBezTo>
                  <a:cubicBezTo>
                    <a:pt x="129" y="111"/>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9"/>
                    <a:pt x="119" y="68"/>
                  </a:cubicBezTo>
                  <a:cubicBezTo>
                    <a:pt x="119" y="68"/>
                    <a:pt x="119" y="68"/>
                    <a:pt x="119" y="68"/>
                  </a:cubicBezTo>
                  <a:cubicBezTo>
                    <a:pt x="121" y="68"/>
                    <a:pt x="123" y="68"/>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8" y="39"/>
                    <a:pt x="118" y="39"/>
                  </a:cubicBezTo>
                  <a:cubicBezTo>
                    <a:pt x="118" y="39"/>
                    <a:pt x="117" y="39"/>
                    <a:pt x="116" y="39"/>
                  </a:cubicBezTo>
                  <a:cubicBezTo>
                    <a:pt x="113" y="39"/>
                    <a:pt x="111" y="38"/>
                    <a:pt x="111" y="38"/>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1"/>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5" name="Freeform 1532">
              <a:extLst>
                <a:ext uri="{FF2B5EF4-FFF2-40B4-BE49-F238E27FC236}">
                  <a16:creationId xmlns:a16="http://schemas.microsoft.com/office/drawing/2014/main" id="{DF0CAFB3-444D-47BF-9F8A-4DE9F8FA199B}"/>
                </a:ext>
              </a:extLst>
            </p:cNvPr>
            <p:cNvSpPr>
              <a:spLocks noEditPoints="1"/>
            </p:cNvSpPr>
            <p:nvPr userDrawn="1"/>
          </p:nvSpPr>
          <p:spPr bwMode="auto">
            <a:xfrm>
              <a:off x="4983418" y="4315867"/>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8 h 162"/>
                <a:gd name="T10" fmla="*/ 169 w 188"/>
                <a:gd name="T11" fmla="*/ 54 h 162"/>
                <a:gd name="T12" fmla="*/ 167 w 188"/>
                <a:gd name="T13" fmla="*/ 80 h 162"/>
                <a:gd name="T14" fmla="*/ 179 w 188"/>
                <a:gd name="T15" fmla="*/ 105 h 162"/>
                <a:gd name="T16" fmla="*/ 159 w 188"/>
                <a:gd name="T17" fmla="*/ 111 h 162"/>
                <a:gd name="T18" fmla="*/ 141 w 188"/>
                <a:gd name="T19" fmla="*/ 133 h 162"/>
                <a:gd name="T20" fmla="*/ 99 w 188"/>
                <a:gd name="T21" fmla="*/ 146 h 162"/>
                <a:gd name="T22" fmla="*/ 81 w 188"/>
                <a:gd name="T23" fmla="*/ 131 h 162"/>
                <a:gd name="T24" fmla="*/ 72 w 188"/>
                <a:gd name="T25" fmla="*/ 137 h 162"/>
                <a:gd name="T26" fmla="*/ 49 w 188"/>
                <a:gd name="T27" fmla="*/ 134 h 162"/>
                <a:gd name="T28" fmla="*/ 45 w 188"/>
                <a:gd name="T29" fmla="*/ 112 h 162"/>
                <a:gd name="T30" fmla="*/ 34 w 188"/>
                <a:gd name="T31" fmla="*/ 110 h 162"/>
                <a:gd name="T32" fmla="*/ 8 w 188"/>
                <a:gd name="T33" fmla="*/ 85 h 162"/>
                <a:gd name="T34" fmla="*/ 13 w 188"/>
                <a:gd name="T35" fmla="*/ 64 h 162"/>
                <a:gd name="T36" fmla="*/ 36 w 188"/>
                <a:gd name="T37" fmla="*/ 51 h 162"/>
                <a:gd name="T38" fmla="*/ 52 w 188"/>
                <a:gd name="T39" fmla="*/ 13 h 162"/>
                <a:gd name="T40" fmla="*/ 92 w 188"/>
                <a:gd name="T41" fmla="*/ 22 h 162"/>
                <a:gd name="T42" fmla="*/ 94 w 188"/>
                <a:gd name="T43" fmla="*/ 25 h 162"/>
                <a:gd name="T44" fmla="*/ 105 w 188"/>
                <a:gd name="T45" fmla="*/ 2 h 162"/>
                <a:gd name="T46" fmla="*/ 64 w 188"/>
                <a:gd name="T47" fmla="*/ 4 h 162"/>
                <a:gd name="T48" fmla="*/ 24 w 188"/>
                <a:gd name="T49" fmla="*/ 36 h 162"/>
                <a:gd name="T50" fmla="*/ 18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2 h 162"/>
                <a:gd name="T62" fmla="*/ 15 w 188"/>
                <a:gd name="T63" fmla="*/ 155 h 162"/>
                <a:gd name="T64" fmla="*/ 43 w 188"/>
                <a:gd name="T65" fmla="*/ 134 h 162"/>
                <a:gd name="T66" fmla="*/ 64 w 188"/>
                <a:gd name="T67" fmla="*/ 146 h 162"/>
                <a:gd name="T68" fmla="*/ 78 w 188"/>
                <a:gd name="T69" fmla="*/ 140 h 162"/>
                <a:gd name="T70" fmla="*/ 79 w 188"/>
                <a:gd name="T71" fmla="*/ 138 h 162"/>
                <a:gd name="T72" fmla="*/ 94 w 188"/>
                <a:gd name="T73" fmla="*/ 150 h 162"/>
                <a:gd name="T74" fmla="*/ 146 w 188"/>
                <a:gd name="T75" fmla="*/ 141 h 162"/>
                <a:gd name="T76" fmla="*/ 147 w 188"/>
                <a:gd name="T77" fmla="*/ 133 h 162"/>
                <a:gd name="T78" fmla="*/ 159 w 188"/>
                <a:gd name="T79" fmla="*/ 117 h 162"/>
                <a:gd name="T80" fmla="*/ 178 w 188"/>
                <a:gd name="T81" fmla="*/ 115 h 162"/>
                <a:gd name="T82" fmla="*/ 185 w 188"/>
                <a:gd name="T83" fmla="*/ 84 h 162"/>
                <a:gd name="T84" fmla="*/ 171 w 188"/>
                <a:gd name="T85" fmla="*/ 77 h 162"/>
                <a:gd name="T86" fmla="*/ 174 w 188"/>
                <a:gd name="T87" fmla="*/ 59 h 162"/>
                <a:gd name="T88" fmla="*/ 152 w 188"/>
                <a:gd name="T89" fmla="*/ 20 h 162"/>
                <a:gd name="T90" fmla="*/ 134 w 188"/>
                <a:gd name="T91" fmla="*/ 23 h 162"/>
                <a:gd name="T92" fmla="*/ 127 w 188"/>
                <a:gd name="T93" fmla="*/ 19 h 162"/>
                <a:gd name="T94" fmla="*/ 122 w 188"/>
                <a:gd name="T95" fmla="*/ 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8"/>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3"/>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5"/>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50" y="127"/>
                    <a:pt x="50" y="125"/>
                  </a:cubicBezTo>
                  <a:cubicBezTo>
                    <a:pt x="50"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3"/>
                    <a:pt x="13" y="92"/>
                    <a:pt x="12" y="91"/>
                  </a:cubicBezTo>
                  <a:cubicBezTo>
                    <a:pt x="10" y="90"/>
                    <a:pt x="9" y="88"/>
                    <a:pt x="8" y="85"/>
                  </a:cubicBezTo>
                  <a:cubicBezTo>
                    <a:pt x="6" y="82"/>
                    <a:pt x="6" y="78"/>
                    <a:pt x="6" y="75"/>
                  </a:cubicBezTo>
                  <a:cubicBezTo>
                    <a:pt x="6" y="72"/>
                    <a:pt x="7"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2"/>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8"/>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9"/>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6" name="Freeform 1533">
              <a:extLst>
                <a:ext uri="{FF2B5EF4-FFF2-40B4-BE49-F238E27FC236}">
                  <a16:creationId xmlns:a16="http://schemas.microsoft.com/office/drawing/2014/main" id="{C18C9A85-0462-4434-B58F-BABDEAF92B51}"/>
                </a:ext>
              </a:extLst>
            </p:cNvPr>
            <p:cNvSpPr>
              <a:spLocks noEditPoints="1"/>
            </p:cNvSpPr>
            <p:nvPr userDrawn="1"/>
          </p:nvSpPr>
          <p:spPr bwMode="auto">
            <a:xfrm>
              <a:off x="4413455" y="5413647"/>
              <a:ext cx="282975" cy="242837"/>
            </a:xfrm>
            <a:custGeom>
              <a:avLst/>
              <a:gdLst>
                <a:gd name="T0" fmla="*/ 105 w 188"/>
                <a:gd name="T1" fmla="*/ 9 h 162"/>
                <a:gd name="T2" fmla="*/ 114 w 188"/>
                <a:gd name="T3" fmla="*/ 7 h 162"/>
                <a:gd name="T4" fmla="*/ 122 w 188"/>
                <a:gd name="T5" fmla="*/ 24 h 162"/>
                <a:gd name="T6" fmla="*/ 152 w 188"/>
                <a:gd name="T7" fmla="*/ 26 h 162"/>
                <a:gd name="T8" fmla="*/ 169 w 188"/>
                <a:gd name="T9" fmla="*/ 56 h 162"/>
                <a:gd name="T10" fmla="*/ 177 w 188"/>
                <a:gd name="T11" fmla="*/ 87 h 162"/>
                <a:gd name="T12" fmla="*/ 172 w 188"/>
                <a:gd name="T13" fmla="*/ 111 h 162"/>
                <a:gd name="T14" fmla="*/ 159 w 188"/>
                <a:gd name="T15" fmla="*/ 110 h 162"/>
                <a:gd name="T16" fmla="*/ 141 w 188"/>
                <a:gd name="T17" fmla="*/ 137 h 162"/>
                <a:gd name="T18" fmla="*/ 99 w 188"/>
                <a:gd name="T19" fmla="*/ 145 h 162"/>
                <a:gd name="T20" fmla="*/ 81 w 188"/>
                <a:gd name="T21" fmla="*/ 131 h 162"/>
                <a:gd name="T22" fmla="*/ 65 w 188"/>
                <a:gd name="T23" fmla="*/ 139 h 162"/>
                <a:gd name="T24" fmla="*/ 49 w 188"/>
                <a:gd name="T25" fmla="*/ 133 h 162"/>
                <a:gd name="T26" fmla="*/ 44 w 188"/>
                <a:gd name="T27" fmla="*/ 111 h 162"/>
                <a:gd name="T28" fmla="*/ 28 w 188"/>
                <a:gd name="T29" fmla="*/ 97 h 162"/>
                <a:gd name="T30" fmla="*/ 6 w 188"/>
                <a:gd name="T31" fmla="*/ 75 h 162"/>
                <a:gd name="T32" fmla="*/ 15 w 188"/>
                <a:gd name="T33" fmla="*/ 63 h 162"/>
                <a:gd name="T34" fmla="*/ 31 w 188"/>
                <a:gd name="T35" fmla="*/ 60 h 162"/>
                <a:gd name="T36" fmla="*/ 35 w 188"/>
                <a:gd name="T37" fmla="*/ 24 h 162"/>
                <a:gd name="T38" fmla="*/ 85 w 188"/>
                <a:gd name="T39" fmla="*/ 17 h 162"/>
                <a:gd name="T40" fmla="*/ 94 w 188"/>
                <a:gd name="T41" fmla="*/ 24 h 162"/>
                <a:gd name="T42" fmla="*/ 110 w 188"/>
                <a:gd name="T43" fmla="*/ 0 h 162"/>
                <a:gd name="T44" fmla="*/ 89 w 188"/>
                <a:gd name="T45" fmla="*/ 12 h 162"/>
                <a:gd name="T46" fmla="*/ 30 w 188"/>
                <a:gd name="T47" fmla="*/ 20 h 162"/>
                <a:gd name="T48" fmla="*/ 28 w 188"/>
                <a:gd name="T49" fmla="*/ 55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1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5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1"/>
                  </a:cubicBezTo>
                  <a:cubicBezTo>
                    <a:pt x="171" y="111"/>
                    <a:pt x="170" y="111"/>
                    <a:pt x="169" y="111"/>
                  </a:cubicBezTo>
                  <a:cubicBezTo>
                    <a:pt x="168" y="112"/>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6"/>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9"/>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7"/>
                    <a:pt x="28" y="127"/>
                    <a:pt x="28" y="127"/>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5" y="63"/>
                    <a:pt x="15" y="63"/>
                    <a:pt x="15" y="63"/>
                  </a:cubicBezTo>
                  <a:cubicBezTo>
                    <a:pt x="16" y="64"/>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6"/>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1"/>
                    <a:pt x="43" y="121"/>
                    <a:pt x="43" y="121"/>
                  </a:cubicBezTo>
                  <a:cubicBezTo>
                    <a:pt x="44"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7" name="Freeform 1534">
              <a:extLst>
                <a:ext uri="{FF2B5EF4-FFF2-40B4-BE49-F238E27FC236}">
                  <a16:creationId xmlns:a16="http://schemas.microsoft.com/office/drawing/2014/main" id="{86F852B1-5FAA-47A7-B0DD-10C68DAAD282}"/>
                </a:ext>
              </a:extLst>
            </p:cNvPr>
            <p:cNvSpPr>
              <a:spLocks noEditPoints="1"/>
            </p:cNvSpPr>
            <p:nvPr userDrawn="1"/>
          </p:nvSpPr>
          <p:spPr bwMode="auto">
            <a:xfrm>
              <a:off x="5760092" y="5214964"/>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4 w 243"/>
                <a:gd name="T33" fmla="*/ 181 h 208"/>
                <a:gd name="T34" fmla="*/ 63 w 243"/>
                <a:gd name="T35" fmla="*/ 173 h 208"/>
                <a:gd name="T36" fmla="*/ 62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9 w 243"/>
                <a:gd name="T73" fmla="*/ 126 h 208"/>
                <a:gd name="T74" fmla="*/ 30 w 243"/>
                <a:gd name="T75" fmla="*/ 160 h 208"/>
                <a:gd name="T76" fmla="*/ 2 w 243"/>
                <a:gd name="T77" fmla="*/ 203 h 208"/>
                <a:gd name="T78" fmla="*/ 1 w 243"/>
                <a:gd name="T79" fmla="*/ 205 h 208"/>
                <a:gd name="T80" fmla="*/ 4 w 243"/>
                <a:gd name="T81" fmla="*/ 208 h 208"/>
                <a:gd name="T82" fmla="*/ 19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7 w 243"/>
                <a:gd name="T117" fmla="*/ 26 h 208"/>
                <a:gd name="T118" fmla="*/ 174 w 243"/>
                <a:gd name="T119" fmla="*/ 30 h 208"/>
                <a:gd name="T120" fmla="*/ 164 w 243"/>
                <a:gd name="T121" fmla="*/ 27 h 208"/>
                <a:gd name="T122" fmla="*/ 165 w 243"/>
                <a:gd name="T123" fmla="*/ 17 h 208"/>
                <a:gd name="T124" fmla="*/ 152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1" y="70"/>
                    <a:pt x="220" y="71"/>
                    <a:pt x="220" y="72"/>
                  </a:cubicBezTo>
                  <a:cubicBezTo>
                    <a:pt x="220" y="72"/>
                    <a:pt x="220" y="72"/>
                    <a:pt x="220" y="72"/>
                  </a:cubicBezTo>
                  <a:cubicBezTo>
                    <a:pt x="215" y="80"/>
                    <a:pt x="213" y="86"/>
                    <a:pt x="213" y="91"/>
                  </a:cubicBezTo>
                  <a:cubicBezTo>
                    <a:pt x="213" y="96"/>
                    <a:pt x="215" y="100"/>
                    <a:pt x="217" y="103"/>
                  </a:cubicBezTo>
                  <a:cubicBezTo>
                    <a:pt x="221" y="107"/>
                    <a:pt x="226" y="110"/>
                    <a:pt x="229" y="112"/>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90"/>
                    <a:pt x="129" y="189"/>
                    <a:pt x="128" y="189"/>
                  </a:cubicBezTo>
                  <a:cubicBezTo>
                    <a:pt x="127" y="189"/>
                    <a:pt x="127" y="189"/>
                    <a:pt x="127" y="189"/>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8" name="Freeform 1535">
              <a:extLst>
                <a:ext uri="{FF2B5EF4-FFF2-40B4-BE49-F238E27FC236}">
                  <a16:creationId xmlns:a16="http://schemas.microsoft.com/office/drawing/2014/main" id="{E69B3C42-561E-4997-BA6C-104840B1FD2F}"/>
                </a:ext>
              </a:extLst>
            </p:cNvPr>
            <p:cNvSpPr>
              <a:spLocks/>
            </p:cNvSpPr>
            <p:nvPr userDrawn="1"/>
          </p:nvSpPr>
          <p:spPr bwMode="auto">
            <a:xfrm>
              <a:off x="5762100" y="5524028"/>
              <a:ext cx="2008"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9" name="Freeform 1536">
              <a:extLst>
                <a:ext uri="{FF2B5EF4-FFF2-40B4-BE49-F238E27FC236}">
                  <a16:creationId xmlns:a16="http://schemas.microsoft.com/office/drawing/2014/main" id="{6CDAA9D9-C807-4B9E-8673-4EC387D53472}"/>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close/>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0" name="Freeform 1537">
              <a:extLst>
                <a:ext uri="{FF2B5EF4-FFF2-40B4-BE49-F238E27FC236}">
                  <a16:creationId xmlns:a16="http://schemas.microsoft.com/office/drawing/2014/main" id="{D0FB904A-ED2E-43A9-B72E-F01BEAC64FCF}"/>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1" name="Freeform 1538">
              <a:extLst>
                <a:ext uri="{FF2B5EF4-FFF2-40B4-BE49-F238E27FC236}">
                  <a16:creationId xmlns:a16="http://schemas.microsoft.com/office/drawing/2014/main" id="{DB129388-37A3-438E-A553-4DE26C137427}"/>
                </a:ext>
              </a:extLst>
            </p:cNvPr>
            <p:cNvSpPr>
              <a:spLocks noEditPoints="1"/>
            </p:cNvSpPr>
            <p:nvPr userDrawn="1"/>
          </p:nvSpPr>
          <p:spPr bwMode="auto">
            <a:xfrm>
              <a:off x="6181544" y="5100569"/>
              <a:ext cx="152525" cy="146505"/>
            </a:xfrm>
            <a:custGeom>
              <a:avLst/>
              <a:gdLst>
                <a:gd name="T0" fmla="*/ 87 w 101"/>
                <a:gd name="T1" fmla="*/ 49 h 98"/>
                <a:gd name="T2" fmla="*/ 87 w 101"/>
                <a:gd name="T3" fmla="*/ 49 h 98"/>
                <a:gd name="T4" fmla="*/ 87 w 101"/>
                <a:gd name="T5" fmla="*/ 49 h 98"/>
                <a:gd name="T6" fmla="*/ 50 w 101"/>
                <a:gd name="T7" fmla="*/ 26 h 98"/>
                <a:gd name="T8" fmla="*/ 59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59 w 101"/>
                <a:gd name="T23" fmla="*/ 70 h 98"/>
                <a:gd name="T24" fmla="*/ 50 w 101"/>
                <a:gd name="T25" fmla="*/ 72 h 98"/>
                <a:gd name="T26" fmla="*/ 41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3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7"/>
                    <a:pt x="84" y="17"/>
                    <a:pt x="84"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2" name="Freeform 1539">
              <a:extLst>
                <a:ext uri="{FF2B5EF4-FFF2-40B4-BE49-F238E27FC236}">
                  <a16:creationId xmlns:a16="http://schemas.microsoft.com/office/drawing/2014/main" id="{0C87CF1A-2C38-4DBC-B228-9D8D53E8F36B}"/>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close/>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close/>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3" name="Freeform 1540">
              <a:extLst>
                <a:ext uri="{FF2B5EF4-FFF2-40B4-BE49-F238E27FC236}">
                  <a16:creationId xmlns:a16="http://schemas.microsoft.com/office/drawing/2014/main" id="{E39EDCF0-3889-4D3B-AE8F-0B69FF1C4C13}"/>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4" name="Freeform 1541">
              <a:extLst>
                <a:ext uri="{FF2B5EF4-FFF2-40B4-BE49-F238E27FC236}">
                  <a16:creationId xmlns:a16="http://schemas.microsoft.com/office/drawing/2014/main" id="{84402AF8-9277-40C4-AF8B-8EA42D68E2C4}"/>
                </a:ext>
              </a:extLst>
            </p:cNvPr>
            <p:cNvSpPr>
              <a:spLocks noEditPoints="1"/>
            </p:cNvSpPr>
            <p:nvPr userDrawn="1"/>
          </p:nvSpPr>
          <p:spPr bwMode="auto">
            <a:xfrm>
              <a:off x="5956770" y="4069016"/>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5" name="Freeform 1542">
              <a:extLst>
                <a:ext uri="{FF2B5EF4-FFF2-40B4-BE49-F238E27FC236}">
                  <a16:creationId xmlns:a16="http://schemas.microsoft.com/office/drawing/2014/main" id="{0D09B260-B1B6-41DC-AEA9-B145C3EE0ABB}"/>
                </a:ext>
              </a:extLst>
            </p:cNvPr>
            <p:cNvSpPr>
              <a:spLocks noEditPoints="1"/>
            </p:cNvSpPr>
            <p:nvPr userDrawn="1"/>
          </p:nvSpPr>
          <p:spPr bwMode="auto">
            <a:xfrm>
              <a:off x="5952756" y="4165348"/>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5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6" name="Freeform 1543">
              <a:extLst>
                <a:ext uri="{FF2B5EF4-FFF2-40B4-BE49-F238E27FC236}">
                  <a16:creationId xmlns:a16="http://schemas.microsoft.com/office/drawing/2014/main" id="{10CA56BC-4498-4C9B-95EC-80BBC2172D1B}"/>
                </a:ext>
              </a:extLst>
            </p:cNvPr>
            <p:cNvSpPr>
              <a:spLocks/>
            </p:cNvSpPr>
            <p:nvPr userDrawn="1"/>
          </p:nvSpPr>
          <p:spPr bwMode="auto">
            <a:xfrm>
              <a:off x="5970819" y="4167355"/>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7" name="Freeform 1544">
              <a:extLst>
                <a:ext uri="{FF2B5EF4-FFF2-40B4-BE49-F238E27FC236}">
                  <a16:creationId xmlns:a16="http://schemas.microsoft.com/office/drawing/2014/main" id="{2A073C29-DB4D-4903-80E4-60B1BCF5F2E4}"/>
                </a:ext>
              </a:extLst>
            </p:cNvPr>
            <p:cNvSpPr>
              <a:spLocks noEditPoints="1"/>
            </p:cNvSpPr>
            <p:nvPr userDrawn="1"/>
          </p:nvSpPr>
          <p:spPr bwMode="auto">
            <a:xfrm>
              <a:off x="5938708" y="4185417"/>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8" name="Freeform 1545">
              <a:extLst>
                <a:ext uri="{FF2B5EF4-FFF2-40B4-BE49-F238E27FC236}">
                  <a16:creationId xmlns:a16="http://schemas.microsoft.com/office/drawing/2014/main" id="{B4140DAD-8956-42A9-B581-A56B675C6427}"/>
                </a:ext>
              </a:extLst>
            </p:cNvPr>
            <p:cNvSpPr>
              <a:spLocks/>
            </p:cNvSpPr>
            <p:nvPr userDrawn="1"/>
          </p:nvSpPr>
          <p:spPr bwMode="auto">
            <a:xfrm>
              <a:off x="5954764" y="4187424"/>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9" name="Freeform 1546">
              <a:extLst>
                <a:ext uri="{FF2B5EF4-FFF2-40B4-BE49-F238E27FC236}">
                  <a16:creationId xmlns:a16="http://schemas.microsoft.com/office/drawing/2014/main" id="{F5362300-7A8E-41EF-A08A-B88FDA208BCA}"/>
                </a:ext>
              </a:extLst>
            </p:cNvPr>
            <p:cNvSpPr>
              <a:spLocks noEditPoints="1"/>
            </p:cNvSpPr>
            <p:nvPr userDrawn="1"/>
          </p:nvSpPr>
          <p:spPr bwMode="auto">
            <a:xfrm>
              <a:off x="5942722" y="4207493"/>
              <a:ext cx="20069"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6 w 13"/>
                <a:gd name="T15" fmla="*/ 7 h 13"/>
                <a:gd name="T16" fmla="*/ 6 w 13"/>
                <a:gd name="T17" fmla="*/ 7 h 13"/>
                <a:gd name="T18" fmla="*/ 6 w 13"/>
                <a:gd name="T19" fmla="*/ 7 h 13"/>
                <a:gd name="T20" fmla="*/ 8 w 13"/>
                <a:gd name="T21" fmla="*/ 0 h 13"/>
                <a:gd name="T22" fmla="*/ 5 w 13"/>
                <a:gd name="T23" fmla="*/ 1 h 13"/>
                <a:gd name="T24" fmla="*/ 5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3 w 13"/>
                <a:gd name="T43" fmla="*/ 7 h 13"/>
                <a:gd name="T44" fmla="*/ 12 w 13"/>
                <a:gd name="T45" fmla="*/ 3 h 13"/>
                <a:gd name="T46" fmla="*/ 12 w 13"/>
                <a:gd name="T47" fmla="*/ 3 h 13"/>
                <a:gd name="T48" fmla="*/ 8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0" name="Freeform 1547">
              <a:extLst>
                <a:ext uri="{FF2B5EF4-FFF2-40B4-BE49-F238E27FC236}">
                  <a16:creationId xmlns:a16="http://schemas.microsoft.com/office/drawing/2014/main" id="{19AE22C7-0E97-4335-83CB-8F19FDAE0E2E}"/>
                </a:ext>
              </a:extLst>
            </p:cNvPr>
            <p:cNvSpPr>
              <a:spLocks/>
            </p:cNvSpPr>
            <p:nvPr userDrawn="1"/>
          </p:nvSpPr>
          <p:spPr bwMode="auto">
            <a:xfrm>
              <a:off x="5948742" y="4207493"/>
              <a:ext cx="6021" cy="0"/>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1" name="Freeform 1548">
              <a:extLst>
                <a:ext uri="{FF2B5EF4-FFF2-40B4-BE49-F238E27FC236}">
                  <a16:creationId xmlns:a16="http://schemas.microsoft.com/office/drawing/2014/main" id="{7830E784-A911-4A4F-8B9B-57D07DBA8150}"/>
                </a:ext>
              </a:extLst>
            </p:cNvPr>
            <p:cNvSpPr>
              <a:spLocks noEditPoints="1"/>
            </p:cNvSpPr>
            <p:nvPr userDrawn="1"/>
          </p:nvSpPr>
          <p:spPr bwMode="auto">
            <a:xfrm>
              <a:off x="6145420" y="5355448"/>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8 w 101"/>
                <a:gd name="T19" fmla="*/ 29 h 99"/>
                <a:gd name="T20" fmla="*/ 10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8"/>
                    <a:pt x="70" y="11"/>
                  </a:cubicBezTo>
                  <a:cubicBezTo>
                    <a:pt x="86" y="18"/>
                    <a:pt x="95" y="34"/>
                    <a:pt x="95" y="50"/>
                  </a:cubicBezTo>
                  <a:cubicBezTo>
                    <a:pt x="95" y="56"/>
                    <a:pt x="93" y="63"/>
                    <a:pt x="90" y="69"/>
                  </a:cubicBezTo>
                  <a:cubicBezTo>
                    <a:pt x="82" y="84"/>
                    <a:pt x="66" y="93"/>
                    <a:pt x="50" y="93"/>
                  </a:cubicBezTo>
                  <a:cubicBezTo>
                    <a:pt x="43" y="93"/>
                    <a:pt x="37" y="92"/>
                    <a:pt x="30" y="88"/>
                  </a:cubicBezTo>
                  <a:cubicBezTo>
                    <a:pt x="15" y="81"/>
                    <a:pt x="6" y="65"/>
                    <a:pt x="6" y="49"/>
                  </a:cubicBezTo>
                  <a:cubicBezTo>
                    <a:pt x="6" y="43"/>
                    <a:pt x="7" y="36"/>
                    <a:pt x="10" y="30"/>
                  </a:cubicBezTo>
                  <a:cubicBezTo>
                    <a:pt x="8" y="29"/>
                    <a:pt x="8" y="29"/>
                    <a:pt x="8" y="29"/>
                  </a:cubicBezTo>
                  <a:cubicBezTo>
                    <a:pt x="10" y="30"/>
                    <a:pt x="10" y="30"/>
                    <a:pt x="10" y="30"/>
                  </a:cubicBezTo>
                  <a:moveTo>
                    <a:pt x="50" y="0"/>
                  </a:moveTo>
                  <a:cubicBezTo>
                    <a:pt x="32" y="0"/>
                    <a:pt x="14" y="10"/>
                    <a:pt x="5" y="27"/>
                  </a:cubicBezTo>
                  <a:cubicBezTo>
                    <a:pt x="5" y="27"/>
                    <a:pt x="5" y="27"/>
                    <a:pt x="5" y="27"/>
                  </a:cubicBezTo>
                  <a:cubicBezTo>
                    <a:pt x="1" y="35"/>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5"/>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2" name="Freeform 1549">
              <a:extLst>
                <a:ext uri="{FF2B5EF4-FFF2-40B4-BE49-F238E27FC236}">
                  <a16:creationId xmlns:a16="http://schemas.microsoft.com/office/drawing/2014/main" id="{4EE25570-5393-468E-994C-7B1E656723B0}"/>
                </a:ext>
              </a:extLst>
            </p:cNvPr>
            <p:cNvSpPr>
              <a:spLocks noEditPoints="1"/>
            </p:cNvSpPr>
            <p:nvPr userDrawn="1"/>
          </p:nvSpPr>
          <p:spPr bwMode="auto">
            <a:xfrm>
              <a:off x="6141406" y="5481882"/>
              <a:ext cx="32111" cy="32111"/>
            </a:xfrm>
            <a:custGeom>
              <a:avLst/>
              <a:gdLst>
                <a:gd name="T0" fmla="*/ 6 w 22"/>
                <a:gd name="T1" fmla="*/ 8 h 21"/>
                <a:gd name="T2" fmla="*/ 11 w 22"/>
                <a:gd name="T3" fmla="*/ 6 h 21"/>
                <a:gd name="T4" fmla="*/ 13 w 22"/>
                <a:gd name="T5" fmla="*/ 6 h 21"/>
                <a:gd name="T6" fmla="*/ 16 w 22"/>
                <a:gd name="T7" fmla="*/ 11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1 w 22"/>
                <a:gd name="T25" fmla="*/ 0 h 21"/>
                <a:gd name="T26" fmla="*/ 1 w 22"/>
                <a:gd name="T27" fmla="*/ 6 h 21"/>
                <a:gd name="T28" fmla="*/ 1 w 22"/>
                <a:gd name="T29" fmla="*/ 6 h 21"/>
                <a:gd name="T30" fmla="*/ 0 w 22"/>
                <a:gd name="T31" fmla="*/ 10 h 21"/>
                <a:gd name="T32" fmla="*/ 6 w 22"/>
                <a:gd name="T33" fmla="*/ 20 h 21"/>
                <a:gd name="T34" fmla="*/ 11 w 22"/>
                <a:gd name="T35" fmla="*/ 21 h 21"/>
                <a:gd name="T36" fmla="*/ 11 w 22"/>
                <a:gd name="T37" fmla="*/ 21 h 21"/>
                <a:gd name="T38" fmla="*/ 21 w 22"/>
                <a:gd name="T39" fmla="*/ 15 h 21"/>
                <a:gd name="T40" fmla="*/ 22 w 22"/>
                <a:gd name="T41" fmla="*/ 11 h 21"/>
                <a:gd name="T42" fmla="*/ 16 w 22"/>
                <a:gd name="T43" fmla="*/ 1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6" y="8"/>
                  </a:moveTo>
                  <a:cubicBezTo>
                    <a:pt x="7" y="7"/>
                    <a:pt x="9" y="6"/>
                    <a:pt x="11" y="6"/>
                  </a:cubicBezTo>
                  <a:cubicBezTo>
                    <a:pt x="12" y="6"/>
                    <a:pt x="13" y="6"/>
                    <a:pt x="13" y="6"/>
                  </a:cubicBezTo>
                  <a:cubicBezTo>
                    <a:pt x="15" y="7"/>
                    <a:pt x="16" y="9"/>
                    <a:pt x="16" y="11"/>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3" name="Freeform 1550">
              <a:extLst>
                <a:ext uri="{FF2B5EF4-FFF2-40B4-BE49-F238E27FC236}">
                  <a16:creationId xmlns:a16="http://schemas.microsoft.com/office/drawing/2014/main" id="{97BB9B5C-05B5-453C-AFEC-999A089001E8}"/>
                </a:ext>
              </a:extLst>
            </p:cNvPr>
            <p:cNvSpPr>
              <a:spLocks noEditPoints="1"/>
            </p:cNvSpPr>
            <p:nvPr userDrawn="1"/>
          </p:nvSpPr>
          <p:spPr bwMode="auto">
            <a:xfrm>
              <a:off x="6125351" y="5507973"/>
              <a:ext cx="24083" cy="26090"/>
            </a:xfrm>
            <a:custGeom>
              <a:avLst/>
              <a:gdLst>
                <a:gd name="T0" fmla="*/ 6 w 17"/>
                <a:gd name="T1" fmla="*/ 7 h 17"/>
                <a:gd name="T2" fmla="*/ 8 w 17"/>
                <a:gd name="T3" fmla="*/ 6 h 17"/>
                <a:gd name="T4" fmla="*/ 9 w 17"/>
                <a:gd name="T5" fmla="*/ 6 h 17"/>
                <a:gd name="T6" fmla="*/ 11 w 17"/>
                <a:gd name="T7" fmla="*/ 8 h 17"/>
                <a:gd name="T8" fmla="*/ 11 w 17"/>
                <a:gd name="T9" fmla="*/ 9 h 17"/>
                <a:gd name="T10" fmla="*/ 8 w 17"/>
                <a:gd name="T11" fmla="*/ 11 h 17"/>
                <a:gd name="T12" fmla="*/ 7 w 17"/>
                <a:gd name="T13" fmla="*/ 10 h 17"/>
                <a:gd name="T14" fmla="*/ 6 w 17"/>
                <a:gd name="T15" fmla="*/ 8 h 17"/>
                <a:gd name="T16" fmla="*/ 6 w 17"/>
                <a:gd name="T17" fmla="*/ 7 h 17"/>
                <a:gd name="T18" fmla="*/ 8 w 17"/>
                <a:gd name="T19" fmla="*/ 0 h 17"/>
                <a:gd name="T20" fmla="*/ 8 w 17"/>
                <a:gd name="T21" fmla="*/ 0 h 17"/>
                <a:gd name="T22" fmla="*/ 0 w 17"/>
                <a:gd name="T23" fmla="*/ 4 h 17"/>
                <a:gd name="T24" fmla="*/ 3 w 17"/>
                <a:gd name="T25" fmla="*/ 6 h 17"/>
                <a:gd name="T26" fmla="*/ 0 w 17"/>
                <a:gd name="T27" fmla="*/ 4 h 17"/>
                <a:gd name="T28" fmla="*/ 0 w 17"/>
                <a:gd name="T29" fmla="*/ 8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9"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moveTo>
                    <a:pt x="8" y="0"/>
                  </a:moveTo>
                  <a:cubicBezTo>
                    <a:pt x="8" y="0"/>
                    <a:pt x="8" y="0"/>
                    <a:pt x="8" y="0"/>
                  </a:cubicBezTo>
                  <a:cubicBezTo>
                    <a:pt x="5" y="0"/>
                    <a:pt x="2" y="1"/>
                    <a:pt x="0" y="4"/>
                  </a:cubicBezTo>
                  <a:cubicBezTo>
                    <a:pt x="3" y="6"/>
                    <a:pt x="3" y="6"/>
                    <a:pt x="3" y="6"/>
                  </a:cubicBezTo>
                  <a:cubicBezTo>
                    <a:pt x="0" y="4"/>
                    <a:pt x="0" y="4"/>
                    <a:pt x="0" y="4"/>
                  </a:cubicBezTo>
                  <a:cubicBezTo>
                    <a:pt x="0" y="5"/>
                    <a:pt x="0" y="7"/>
                    <a:pt x="0" y="8"/>
                  </a:cubicBezTo>
                  <a:cubicBezTo>
                    <a:pt x="0" y="11"/>
                    <a:pt x="1" y="14"/>
                    <a:pt x="4" y="16"/>
                  </a:cubicBezTo>
                  <a:cubicBezTo>
                    <a:pt x="6" y="16"/>
                    <a:pt x="7" y="17"/>
                    <a:pt x="8" y="17"/>
                  </a:cubicBezTo>
                  <a:cubicBezTo>
                    <a:pt x="8" y="17"/>
                    <a:pt x="8" y="17"/>
                    <a:pt x="8" y="17"/>
                  </a:cubicBezTo>
                  <a:cubicBezTo>
                    <a:pt x="8" y="17"/>
                    <a:pt x="8" y="17"/>
                    <a:pt x="8" y="17"/>
                  </a:cubicBezTo>
                  <a:cubicBezTo>
                    <a:pt x="11" y="17"/>
                    <a:pt x="14" y="15"/>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4" name="Freeform 1551">
              <a:extLst>
                <a:ext uri="{FF2B5EF4-FFF2-40B4-BE49-F238E27FC236}">
                  <a16:creationId xmlns:a16="http://schemas.microsoft.com/office/drawing/2014/main" id="{FACAEE44-DAE2-4042-9AAE-B645C5A641D2}"/>
                </a:ext>
              </a:extLst>
            </p:cNvPr>
            <p:cNvSpPr>
              <a:spLocks noEditPoints="1"/>
            </p:cNvSpPr>
            <p:nvPr userDrawn="1"/>
          </p:nvSpPr>
          <p:spPr bwMode="auto">
            <a:xfrm>
              <a:off x="6099261" y="5509979"/>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5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5"/>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5" name="Freeform 1552">
              <a:extLst>
                <a:ext uri="{FF2B5EF4-FFF2-40B4-BE49-F238E27FC236}">
                  <a16:creationId xmlns:a16="http://schemas.microsoft.com/office/drawing/2014/main" id="{10195781-72E6-4410-9A3D-C0A43AD84C02}"/>
                </a:ext>
              </a:extLst>
            </p:cNvPr>
            <p:cNvSpPr>
              <a:spLocks noEditPoints="1"/>
            </p:cNvSpPr>
            <p:nvPr userDrawn="1"/>
          </p:nvSpPr>
          <p:spPr bwMode="auto">
            <a:xfrm>
              <a:off x="6059123" y="4787491"/>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2 h 276"/>
                <a:gd name="T16" fmla="*/ 73 w 80"/>
                <a:gd name="T17" fmla="*/ 243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4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70"/>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6"/>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4"/>
                  </a:cubicBezTo>
                  <a:cubicBezTo>
                    <a:pt x="79" y="242"/>
                    <a:pt x="79" y="242"/>
                    <a:pt x="79" y="242"/>
                  </a:cubicBezTo>
                  <a:cubicBezTo>
                    <a:pt x="79" y="242"/>
                    <a:pt x="79" y="242"/>
                    <a:pt x="79" y="242"/>
                  </a:cubicBezTo>
                  <a:cubicBezTo>
                    <a:pt x="80" y="236"/>
                    <a:pt x="80" y="228"/>
                    <a:pt x="80" y="217"/>
                  </a:cubicBezTo>
                  <a:cubicBezTo>
                    <a:pt x="80" y="164"/>
                    <a:pt x="72" y="66"/>
                    <a:pt x="71" y="63"/>
                  </a:cubicBezTo>
                  <a:cubicBezTo>
                    <a:pt x="71" y="62"/>
                    <a:pt x="71" y="54"/>
                    <a:pt x="67" y="46"/>
                  </a:cubicBezTo>
                  <a:cubicBezTo>
                    <a:pt x="65" y="42"/>
                    <a:pt x="61"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6" name="Freeform 1553">
              <a:extLst>
                <a:ext uri="{FF2B5EF4-FFF2-40B4-BE49-F238E27FC236}">
                  <a16:creationId xmlns:a16="http://schemas.microsoft.com/office/drawing/2014/main" id="{56558AE1-8784-466C-8D00-0FE4431B0365}"/>
                </a:ext>
              </a:extLst>
            </p:cNvPr>
            <p:cNvSpPr>
              <a:spLocks noEditPoints="1"/>
            </p:cNvSpPr>
            <p:nvPr userDrawn="1"/>
          </p:nvSpPr>
          <p:spPr bwMode="auto">
            <a:xfrm>
              <a:off x="6107289"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6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2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6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7"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7" name="Freeform 1554">
              <a:extLst>
                <a:ext uri="{FF2B5EF4-FFF2-40B4-BE49-F238E27FC236}">
                  <a16:creationId xmlns:a16="http://schemas.microsoft.com/office/drawing/2014/main" id="{A2FB5929-611C-4192-98FD-0835D2D61C85}"/>
                </a:ext>
              </a:extLst>
            </p:cNvPr>
            <p:cNvSpPr>
              <a:spLocks noEditPoints="1"/>
            </p:cNvSpPr>
            <p:nvPr userDrawn="1"/>
          </p:nvSpPr>
          <p:spPr bwMode="auto">
            <a:xfrm>
              <a:off x="6095248" y="412119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8" name="Freeform 1555">
              <a:extLst>
                <a:ext uri="{FF2B5EF4-FFF2-40B4-BE49-F238E27FC236}">
                  <a16:creationId xmlns:a16="http://schemas.microsoft.com/office/drawing/2014/main" id="{E4D52515-E41D-4E65-8128-DE76DFEAA673}"/>
                </a:ext>
              </a:extLst>
            </p:cNvPr>
            <p:cNvSpPr>
              <a:spLocks noEditPoints="1"/>
            </p:cNvSpPr>
            <p:nvPr userDrawn="1"/>
          </p:nvSpPr>
          <p:spPr bwMode="auto">
            <a:xfrm>
              <a:off x="6008950" y="4333928"/>
              <a:ext cx="248857" cy="96332"/>
            </a:xfrm>
            <a:custGeom>
              <a:avLst/>
              <a:gdLst>
                <a:gd name="T0" fmla="*/ 116 w 165"/>
                <a:gd name="T1" fmla="*/ 34 h 65"/>
                <a:gd name="T2" fmla="*/ 116 w 165"/>
                <a:gd name="T3" fmla="*/ 34 h 65"/>
                <a:gd name="T4" fmla="*/ 16 w 165"/>
                <a:gd name="T5" fmla="*/ 9 h 65"/>
                <a:gd name="T6" fmla="*/ 17 w 165"/>
                <a:gd name="T7" fmla="*/ 10 h 65"/>
                <a:gd name="T8" fmla="*/ 99 w 165"/>
                <a:gd name="T9" fmla="*/ 11 h 65"/>
                <a:gd name="T10" fmla="*/ 111 w 165"/>
                <a:gd name="T11" fmla="*/ 16 h 65"/>
                <a:gd name="T12" fmla="*/ 113 w 165"/>
                <a:gd name="T13" fmla="*/ 23 h 65"/>
                <a:gd name="T14" fmla="*/ 111 w 165"/>
                <a:gd name="T15" fmla="*/ 31 h 65"/>
                <a:gd name="T16" fmla="*/ 111 w 165"/>
                <a:gd name="T17" fmla="*/ 31 h 65"/>
                <a:gd name="T18" fmla="*/ 111 w 165"/>
                <a:gd name="T19" fmla="*/ 31 h 65"/>
                <a:gd name="T20" fmla="*/ 111 w 165"/>
                <a:gd name="T21" fmla="*/ 31 h 65"/>
                <a:gd name="T22" fmla="*/ 109 w 165"/>
                <a:gd name="T23" fmla="*/ 48 h 65"/>
                <a:gd name="T24" fmla="*/ 115 w 165"/>
                <a:gd name="T25" fmla="*/ 52 h 65"/>
                <a:gd name="T26" fmla="*/ 127 w 165"/>
                <a:gd name="T27" fmla="*/ 53 h 65"/>
                <a:gd name="T28" fmla="*/ 64 w 165"/>
                <a:gd name="T29" fmla="*/ 59 h 65"/>
                <a:gd name="T30" fmla="*/ 62 w 165"/>
                <a:gd name="T31" fmla="*/ 59 h 65"/>
                <a:gd name="T32" fmla="*/ 61 w 165"/>
                <a:gd name="T33" fmla="*/ 59 h 65"/>
                <a:gd name="T34" fmla="*/ 18 w 165"/>
                <a:gd name="T35" fmla="*/ 52 h 65"/>
                <a:gd name="T36" fmla="*/ 9 w 165"/>
                <a:gd name="T37" fmla="*/ 46 h 65"/>
                <a:gd name="T38" fmla="*/ 6 w 165"/>
                <a:gd name="T39" fmla="*/ 29 h 65"/>
                <a:gd name="T40" fmla="*/ 15 w 165"/>
                <a:gd name="T41" fmla="*/ 11 h 65"/>
                <a:gd name="T42" fmla="*/ 17 w 165"/>
                <a:gd name="T43" fmla="*/ 10 h 65"/>
                <a:gd name="T44" fmla="*/ 58 w 165"/>
                <a:gd name="T45" fmla="*/ 0 h 65"/>
                <a:gd name="T46" fmla="*/ 15 w 165"/>
                <a:gd name="T47" fmla="*/ 4 h 65"/>
                <a:gd name="T48" fmla="*/ 7 w 165"/>
                <a:gd name="T49" fmla="*/ 9 h 65"/>
                <a:gd name="T50" fmla="*/ 4 w 165"/>
                <a:gd name="T51" fmla="*/ 48 h 65"/>
                <a:gd name="T52" fmla="*/ 4 w 165"/>
                <a:gd name="T53" fmla="*/ 49 h 65"/>
                <a:gd name="T54" fmla="*/ 58 w 165"/>
                <a:gd name="T55" fmla="*/ 65 h 65"/>
                <a:gd name="T56" fmla="*/ 61 w 165"/>
                <a:gd name="T57" fmla="*/ 65 h 65"/>
                <a:gd name="T58" fmla="*/ 148 w 165"/>
                <a:gd name="T59" fmla="*/ 53 h 65"/>
                <a:gd name="T60" fmla="*/ 116 w 165"/>
                <a:gd name="T61" fmla="*/ 46 h 65"/>
                <a:gd name="T62" fmla="*/ 114 w 165"/>
                <a:gd name="T63" fmla="*/ 45 h 65"/>
                <a:gd name="T64" fmla="*/ 116 w 165"/>
                <a:gd name="T65" fmla="*/ 34 h 65"/>
                <a:gd name="T66" fmla="*/ 116 w 165"/>
                <a:gd name="T67" fmla="*/ 12 h 65"/>
                <a:gd name="T68" fmla="*/ 115 w 165"/>
                <a:gd name="T69" fmla="*/ 12 h 65"/>
                <a:gd name="T70" fmla="*/ 111 w 165"/>
                <a:gd name="T71" fmla="*/ 16 h 65"/>
                <a:gd name="T72" fmla="*/ 115 w 165"/>
                <a:gd name="T7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65">
                  <a:moveTo>
                    <a:pt x="116" y="34"/>
                  </a:moveTo>
                  <a:cubicBezTo>
                    <a:pt x="116" y="34"/>
                    <a:pt x="116" y="34"/>
                    <a:pt x="116" y="34"/>
                  </a:cubicBez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9" name="Freeform 1556">
              <a:extLst>
                <a:ext uri="{FF2B5EF4-FFF2-40B4-BE49-F238E27FC236}">
                  <a16:creationId xmlns:a16="http://schemas.microsoft.com/office/drawing/2014/main" id="{1EAC61FB-1AAD-4542-A093-FD7FD775733E}"/>
                </a:ext>
              </a:extLst>
            </p:cNvPr>
            <p:cNvSpPr>
              <a:spLocks noEditPoints="1"/>
            </p:cNvSpPr>
            <p:nvPr userDrawn="1"/>
          </p:nvSpPr>
          <p:spPr bwMode="auto">
            <a:xfrm>
              <a:off x="5902584" y="5538076"/>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27 w 170"/>
                <a:gd name="T31" fmla="*/ 81 h 134"/>
                <a:gd name="T32" fmla="*/ 8 w 170"/>
                <a:gd name="T33" fmla="*/ 44 h 134"/>
                <a:gd name="T34" fmla="*/ 8 w 170"/>
                <a:gd name="T35" fmla="*/ 44 h 134"/>
                <a:gd name="T36" fmla="*/ 8 w 170"/>
                <a:gd name="T37" fmla="*/ 44 h 134"/>
                <a:gd name="T38" fmla="*/ 8 w 170"/>
                <a:gd name="T39" fmla="*/ 44 h 134"/>
                <a:gd name="T40" fmla="*/ 6 w 170"/>
                <a:gd name="T41" fmla="*/ 32 h 134"/>
                <a:gd name="T42" fmla="*/ 10 w 170"/>
                <a:gd name="T43" fmla="*/ 18 h 134"/>
                <a:gd name="T44" fmla="*/ 27 w 170"/>
                <a:gd name="T45" fmla="*/ 7 h 134"/>
                <a:gd name="T46" fmla="*/ 109 w 170"/>
                <a:gd name="T47" fmla="*/ 0 h 134"/>
                <a:gd name="T48" fmla="*/ 27 w 170"/>
                <a:gd name="T49" fmla="*/ 1 h 134"/>
                <a:gd name="T50" fmla="*/ 27 w 170"/>
                <a:gd name="T51" fmla="*/ 1 h 134"/>
                <a:gd name="T52" fmla="*/ 26 w 170"/>
                <a:gd name="T53" fmla="*/ 1 h 134"/>
                <a:gd name="T54" fmla="*/ 5 w 170"/>
                <a:gd name="T55" fmla="*/ 14 h 134"/>
                <a:gd name="T56" fmla="*/ 0 w 170"/>
                <a:gd name="T57" fmla="*/ 32 h 134"/>
                <a:gd name="T58" fmla="*/ 2 w 170"/>
                <a:gd name="T59" fmla="*/ 46 h 134"/>
                <a:gd name="T60" fmla="*/ 24 w 170"/>
                <a:gd name="T61" fmla="*/ 87 h 134"/>
                <a:gd name="T62" fmla="*/ 37 w 170"/>
                <a:gd name="T63" fmla="*/ 93 h 134"/>
                <a:gd name="T64" fmla="*/ 43 w 170"/>
                <a:gd name="T65" fmla="*/ 134 h 134"/>
                <a:gd name="T66" fmla="*/ 56 w 170"/>
                <a:gd name="T67" fmla="*/ 94 h 134"/>
                <a:gd name="T68" fmla="*/ 125 w 170"/>
                <a:gd name="T69" fmla="*/ 94 h 134"/>
                <a:gd name="T70" fmla="*/ 126 w 170"/>
                <a:gd name="T71" fmla="*/ 93 h 134"/>
                <a:gd name="T72" fmla="*/ 160 w 170"/>
                <a:gd name="T73" fmla="*/ 68 h 134"/>
                <a:gd name="T74" fmla="*/ 170 w 170"/>
                <a:gd name="T75" fmla="*/ 42 h 134"/>
                <a:gd name="T76" fmla="*/ 160 w 170"/>
                <a:gd name="T77" fmla="*/ 14 h 134"/>
                <a:gd name="T78" fmla="*/ 152 w 170"/>
                <a:gd name="T79" fmla="*/ 5 h 134"/>
                <a:gd name="T80" fmla="*/ 144 w 170"/>
                <a:gd name="T81" fmla="*/ 1 h 134"/>
                <a:gd name="T82" fmla="*/ 139 w 170"/>
                <a:gd name="T83" fmla="*/ 1 h 134"/>
                <a:gd name="T84" fmla="*/ 109 w 170"/>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0" name="Freeform 1557">
              <a:extLst>
                <a:ext uri="{FF2B5EF4-FFF2-40B4-BE49-F238E27FC236}">
                  <a16:creationId xmlns:a16="http://schemas.microsoft.com/office/drawing/2014/main" id="{995E86C1-1C22-43DA-B0C4-0F84A4FFB9C8}"/>
                </a:ext>
              </a:extLst>
            </p:cNvPr>
            <p:cNvSpPr>
              <a:spLocks noEditPoints="1"/>
            </p:cNvSpPr>
            <p:nvPr userDrawn="1"/>
          </p:nvSpPr>
          <p:spPr bwMode="auto">
            <a:xfrm>
              <a:off x="6010957" y="4560710"/>
              <a:ext cx="282975" cy="244843"/>
            </a:xfrm>
            <a:custGeom>
              <a:avLst/>
              <a:gdLst>
                <a:gd name="T0" fmla="*/ 77 w 188"/>
                <a:gd name="T1" fmla="*/ 139 h 162"/>
                <a:gd name="T2" fmla="*/ 106 w 188"/>
                <a:gd name="T3" fmla="*/ 9 h 162"/>
                <a:gd name="T4" fmla="*/ 110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2 w 188"/>
                <a:gd name="T19" fmla="*/ 111 h 162"/>
                <a:gd name="T20" fmla="*/ 159 w 188"/>
                <a:gd name="T21" fmla="*/ 110 h 162"/>
                <a:gd name="T22" fmla="*/ 142 w 188"/>
                <a:gd name="T23" fmla="*/ 122 h 162"/>
                <a:gd name="T24" fmla="*/ 113 w 188"/>
                <a:gd name="T25" fmla="*/ 148 h 162"/>
                <a:gd name="T26" fmla="*/ 99 w 188"/>
                <a:gd name="T27" fmla="*/ 145 h 162"/>
                <a:gd name="T28" fmla="*/ 82 w 188"/>
                <a:gd name="T29" fmla="*/ 131 h 162"/>
                <a:gd name="T30" fmla="*/ 74 w 188"/>
                <a:gd name="T31" fmla="*/ 135 h 162"/>
                <a:gd name="T32" fmla="*/ 65 w 188"/>
                <a:gd name="T33" fmla="*/ 139 h 162"/>
                <a:gd name="T34" fmla="*/ 49 w 188"/>
                <a:gd name="T35" fmla="*/ 133 h 162"/>
                <a:gd name="T36" fmla="*/ 46 w 188"/>
                <a:gd name="T37" fmla="*/ 112 h 162"/>
                <a:gd name="T38" fmla="*/ 28 w 188"/>
                <a:gd name="T39" fmla="*/ 127 h 162"/>
                <a:gd name="T40" fmla="*/ 15 w 188"/>
                <a:gd name="T41" fmla="*/ 92 h 162"/>
                <a:gd name="T42" fmla="*/ 6 w 188"/>
                <a:gd name="T43" fmla="*/ 75 h 162"/>
                <a:gd name="T44" fmla="*/ 14 w 188"/>
                <a:gd name="T45" fmla="*/ 63 h 162"/>
                <a:gd name="T46" fmla="*/ 32 w 188"/>
                <a:gd name="T47" fmla="*/ 60 h 162"/>
                <a:gd name="T48" fmla="*/ 30 w 188"/>
                <a:gd name="T49" fmla="*/ 35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0 h 162"/>
                <a:gd name="T64" fmla="*/ 30 w 188"/>
                <a:gd name="T65" fmla="*/ 51 h 162"/>
                <a:gd name="T66" fmla="*/ 15 w 188"/>
                <a:gd name="T67" fmla="*/ 57 h 162"/>
                <a:gd name="T68" fmla="*/ 7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0 w 188"/>
                <a:gd name="T87" fmla="*/ 141 h 162"/>
                <a:gd name="T88" fmla="*/ 77 w 188"/>
                <a:gd name="T89" fmla="*/ 140 h 162"/>
                <a:gd name="T90" fmla="*/ 78 w 188"/>
                <a:gd name="T91" fmla="*/ 139 h 162"/>
                <a:gd name="T92" fmla="*/ 86 w 188"/>
                <a:gd name="T93" fmla="*/ 139 h 162"/>
                <a:gd name="T94" fmla="*/ 96 w 188"/>
                <a:gd name="T95" fmla="*/ 150 h 162"/>
                <a:gd name="T96" fmla="*/ 146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2"/>
                    <a:pt x="167" y="35"/>
                  </a:cubicBezTo>
                  <a:cubicBezTo>
                    <a:pt x="170" y="39"/>
                    <a:pt x="170" y="44"/>
                    <a:pt x="170" y="47"/>
                  </a:cubicBezTo>
                  <a:cubicBezTo>
                    <a:pt x="170"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6"/>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3"/>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1" name="Freeform 1558">
              <a:extLst>
                <a:ext uri="{FF2B5EF4-FFF2-40B4-BE49-F238E27FC236}">
                  <a16:creationId xmlns:a16="http://schemas.microsoft.com/office/drawing/2014/main" id="{6669EA81-4A5F-45F5-A8C9-7A4DD6AEBB5C}"/>
                </a:ext>
              </a:extLst>
            </p:cNvPr>
            <p:cNvSpPr>
              <a:spLocks noEditPoints="1"/>
            </p:cNvSpPr>
            <p:nvPr userDrawn="1"/>
          </p:nvSpPr>
          <p:spPr bwMode="auto">
            <a:xfrm>
              <a:off x="7046524" y="4131231"/>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1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2" name="Freeform 1559">
              <a:extLst>
                <a:ext uri="{FF2B5EF4-FFF2-40B4-BE49-F238E27FC236}">
                  <a16:creationId xmlns:a16="http://schemas.microsoft.com/office/drawing/2014/main" id="{D024319A-7E0F-45FB-B3A5-0B96CD3DC32D}"/>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close/>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3" name="Freeform 1560">
              <a:extLst>
                <a:ext uri="{FF2B5EF4-FFF2-40B4-BE49-F238E27FC236}">
                  <a16:creationId xmlns:a16="http://schemas.microsoft.com/office/drawing/2014/main" id="{24440B5D-2552-436A-9874-BC53231878EC}"/>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4" name="Freeform 1561">
              <a:extLst>
                <a:ext uri="{FF2B5EF4-FFF2-40B4-BE49-F238E27FC236}">
                  <a16:creationId xmlns:a16="http://schemas.microsoft.com/office/drawing/2014/main" id="{FF579910-F67D-41FF-A09C-E173B20DEFA2}"/>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5" name="Freeform 1562">
              <a:extLst>
                <a:ext uri="{FF2B5EF4-FFF2-40B4-BE49-F238E27FC236}">
                  <a16:creationId xmlns:a16="http://schemas.microsoft.com/office/drawing/2014/main" id="{6E5D4498-7926-424C-9CE1-68BDE4C68E13}"/>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6" name="Freeform 1563">
              <a:extLst>
                <a:ext uri="{FF2B5EF4-FFF2-40B4-BE49-F238E27FC236}">
                  <a16:creationId xmlns:a16="http://schemas.microsoft.com/office/drawing/2014/main" id="{6EF64F73-25F0-420B-AB4B-F962E55F6F7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7" name="Freeform 1564">
              <a:extLst>
                <a:ext uri="{FF2B5EF4-FFF2-40B4-BE49-F238E27FC236}">
                  <a16:creationId xmlns:a16="http://schemas.microsoft.com/office/drawing/2014/main" id="{3016C39A-315D-479A-B27D-59FBBE282E4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8" name="Freeform 1565">
              <a:extLst>
                <a:ext uri="{FF2B5EF4-FFF2-40B4-BE49-F238E27FC236}">
                  <a16:creationId xmlns:a16="http://schemas.microsoft.com/office/drawing/2014/main" id="{91B35DF4-2B2C-470A-A4AC-D1B156FC0675}"/>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9" name="Freeform 1566">
              <a:extLst>
                <a:ext uri="{FF2B5EF4-FFF2-40B4-BE49-F238E27FC236}">
                  <a16:creationId xmlns:a16="http://schemas.microsoft.com/office/drawing/2014/main" id="{AB16AD31-811C-47DB-9DAC-C24AFCA1ACAC}"/>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0" name="Freeform 1567">
              <a:extLst>
                <a:ext uri="{FF2B5EF4-FFF2-40B4-BE49-F238E27FC236}">
                  <a16:creationId xmlns:a16="http://schemas.microsoft.com/office/drawing/2014/main" id="{5F71FFBF-D5D7-40B6-913C-E6CADCB6F4B4}"/>
                </a:ext>
              </a:extLst>
            </p:cNvPr>
            <p:cNvSpPr>
              <a:spLocks noEditPoints="1"/>
            </p:cNvSpPr>
            <p:nvPr userDrawn="1"/>
          </p:nvSpPr>
          <p:spPr bwMode="auto">
            <a:xfrm>
              <a:off x="8967139"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1" name="Freeform 1568">
              <a:extLst>
                <a:ext uri="{FF2B5EF4-FFF2-40B4-BE49-F238E27FC236}">
                  <a16:creationId xmlns:a16="http://schemas.microsoft.com/office/drawing/2014/main" id="{271271C0-53BC-402A-A65E-A94AF3F82DCC}"/>
                </a:ext>
              </a:extLst>
            </p:cNvPr>
            <p:cNvSpPr>
              <a:spLocks noEditPoints="1"/>
            </p:cNvSpPr>
            <p:nvPr userDrawn="1"/>
          </p:nvSpPr>
          <p:spPr bwMode="auto">
            <a:xfrm>
              <a:off x="7682715" y="4815587"/>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1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2" name="Freeform 1569">
              <a:extLst>
                <a:ext uri="{FF2B5EF4-FFF2-40B4-BE49-F238E27FC236}">
                  <a16:creationId xmlns:a16="http://schemas.microsoft.com/office/drawing/2014/main" id="{9FE34473-9B4B-4C79-83EA-F5AF1FF55C67}"/>
                </a:ext>
              </a:extLst>
            </p:cNvPr>
            <p:cNvSpPr>
              <a:spLocks noEditPoints="1"/>
            </p:cNvSpPr>
            <p:nvPr userDrawn="1"/>
          </p:nvSpPr>
          <p:spPr bwMode="auto">
            <a:xfrm>
              <a:off x="8633992" y="4843684"/>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5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3" name="Freeform 1570">
              <a:extLst>
                <a:ext uri="{FF2B5EF4-FFF2-40B4-BE49-F238E27FC236}">
                  <a16:creationId xmlns:a16="http://schemas.microsoft.com/office/drawing/2014/main" id="{F58373BC-1C7D-40DF-8A2C-E889912C5F14}"/>
                </a:ext>
              </a:extLst>
            </p:cNvPr>
            <p:cNvSpPr>
              <a:spLocks noEditPoints="1"/>
            </p:cNvSpPr>
            <p:nvPr userDrawn="1"/>
          </p:nvSpPr>
          <p:spPr bwMode="auto">
            <a:xfrm>
              <a:off x="8987208" y="41954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4" name="Freeform 1571">
              <a:extLst>
                <a:ext uri="{FF2B5EF4-FFF2-40B4-BE49-F238E27FC236}">
                  <a16:creationId xmlns:a16="http://schemas.microsoft.com/office/drawing/2014/main" id="{01494B26-75C0-40DA-A7AC-C4DCDB5D1F5F}"/>
                </a:ext>
              </a:extLst>
            </p:cNvPr>
            <p:cNvSpPr>
              <a:spLocks noEditPoints="1"/>
            </p:cNvSpPr>
            <p:nvPr userDrawn="1"/>
          </p:nvSpPr>
          <p:spPr bwMode="auto">
            <a:xfrm>
              <a:off x="8545688" y="5690601"/>
              <a:ext cx="126436" cy="122422"/>
            </a:xfrm>
            <a:custGeom>
              <a:avLst/>
              <a:gdLst>
                <a:gd name="T0" fmla="*/ 75 w 84"/>
                <a:gd name="T1" fmla="*/ 39 h 82"/>
                <a:gd name="T2" fmla="*/ 74 w 84"/>
                <a:gd name="T3" fmla="*/ 39 h 82"/>
                <a:gd name="T4" fmla="*/ 39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39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39 w 84"/>
                <a:gd name="T37" fmla="*/ 28 h 82"/>
                <a:gd name="T38" fmla="*/ 38 w 84"/>
                <a:gd name="T39" fmla="*/ 19 h 82"/>
                <a:gd name="T40" fmla="*/ 29 w 84"/>
                <a:gd name="T41" fmla="*/ 22 h 82"/>
                <a:gd name="T42" fmla="*/ 15 w 84"/>
                <a:gd name="T43" fmla="*/ 15 h 82"/>
                <a:gd name="T44" fmla="*/ 3 w 84"/>
                <a:gd name="T45" fmla="*/ 25 h 82"/>
                <a:gd name="T46" fmla="*/ 0 w 84"/>
                <a:gd name="T47" fmla="*/ 41 h 82"/>
                <a:gd name="T48" fmla="*/ 3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0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3" y="25"/>
                    <a:pt x="3" y="25"/>
                    <a:pt x="3"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5" name="Freeform 1572">
              <a:extLst>
                <a:ext uri="{FF2B5EF4-FFF2-40B4-BE49-F238E27FC236}">
                  <a16:creationId xmlns:a16="http://schemas.microsoft.com/office/drawing/2014/main" id="{76C94AD4-828D-43C3-AACB-5A6EBF3987E4}"/>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6" name="Freeform 1573">
              <a:extLst>
                <a:ext uri="{FF2B5EF4-FFF2-40B4-BE49-F238E27FC236}">
                  <a16:creationId xmlns:a16="http://schemas.microsoft.com/office/drawing/2014/main" id="{EE80D878-3E63-4E11-824C-C2BFD76E3596}"/>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7" name="Freeform 1574">
              <a:extLst>
                <a:ext uri="{FF2B5EF4-FFF2-40B4-BE49-F238E27FC236}">
                  <a16:creationId xmlns:a16="http://schemas.microsoft.com/office/drawing/2014/main" id="{4C01EA35-4A82-421F-A41F-BEA8CE67C5EB}"/>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8" name="Freeform 1575">
              <a:extLst>
                <a:ext uri="{FF2B5EF4-FFF2-40B4-BE49-F238E27FC236}">
                  <a16:creationId xmlns:a16="http://schemas.microsoft.com/office/drawing/2014/main" id="{AC07AF8E-56B5-4693-B107-DE4BB1E749CF}"/>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9" name="Freeform 1576">
              <a:extLst>
                <a:ext uri="{FF2B5EF4-FFF2-40B4-BE49-F238E27FC236}">
                  <a16:creationId xmlns:a16="http://schemas.microsoft.com/office/drawing/2014/main" id="{D938A5D1-713C-4771-968A-5D73FA81EEE1}"/>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0" name="Freeform 1577">
              <a:extLst>
                <a:ext uri="{FF2B5EF4-FFF2-40B4-BE49-F238E27FC236}">
                  <a16:creationId xmlns:a16="http://schemas.microsoft.com/office/drawing/2014/main" id="{461C75ED-3313-44B4-A5B7-F91E77EE674B}"/>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1" name="Freeform 1578">
              <a:extLst>
                <a:ext uri="{FF2B5EF4-FFF2-40B4-BE49-F238E27FC236}">
                  <a16:creationId xmlns:a16="http://schemas.microsoft.com/office/drawing/2014/main" id="{F85610A2-1A5C-49C2-A5FD-934058B474A7}"/>
                </a:ext>
              </a:extLst>
            </p:cNvPr>
            <p:cNvSpPr>
              <a:spLocks noEditPoints="1"/>
            </p:cNvSpPr>
            <p:nvPr userDrawn="1"/>
          </p:nvSpPr>
          <p:spPr bwMode="auto">
            <a:xfrm>
              <a:off x="6695314" y="4801540"/>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1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1 h 214"/>
                <a:gd name="T36" fmla="*/ 101 w 219"/>
                <a:gd name="T37" fmla="*/ 64 h 214"/>
                <a:gd name="T38" fmla="*/ 98 w 219"/>
                <a:gd name="T39" fmla="*/ 50 h 214"/>
                <a:gd name="T40" fmla="*/ 77 w 219"/>
                <a:gd name="T41" fmla="*/ 59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1"/>
                    <a:pt x="135" y="71"/>
                    <a:pt x="135" y="71"/>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1"/>
                    <a:pt x="85" y="71"/>
                    <a:pt x="85" y="71"/>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9"/>
                    <a:pt x="77" y="59"/>
                    <a:pt x="77" y="59"/>
                  </a:cubicBezTo>
                  <a:cubicBezTo>
                    <a:pt x="33" y="32"/>
                    <a:pt x="33" y="32"/>
                    <a:pt x="33" y="32"/>
                  </a:cubicBezTo>
                  <a:cubicBezTo>
                    <a:pt x="60" y="75"/>
                    <a:pt x="60" y="75"/>
                    <a:pt x="60" y="75"/>
                  </a:cubicBezTo>
                  <a:cubicBezTo>
                    <a:pt x="14" y="67"/>
                    <a:pt x="14" y="67"/>
                    <a:pt x="14" y="67"/>
                  </a:cubicBezTo>
                  <a:cubicBezTo>
                    <a:pt x="14" y="68"/>
                    <a:pt x="13" y="69"/>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9"/>
                    <a:pt x="143" y="59"/>
                    <a:pt x="143" y="59"/>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2" name="Freeform 1579">
              <a:extLst>
                <a:ext uri="{FF2B5EF4-FFF2-40B4-BE49-F238E27FC236}">
                  <a16:creationId xmlns:a16="http://schemas.microsoft.com/office/drawing/2014/main" id="{3E6CC505-87EF-4586-825A-D353A8F40387}"/>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3" name="Freeform 1580">
              <a:extLst>
                <a:ext uri="{FF2B5EF4-FFF2-40B4-BE49-F238E27FC236}">
                  <a16:creationId xmlns:a16="http://schemas.microsoft.com/office/drawing/2014/main" id="{2B80D51C-F6CA-4F76-BAA7-CEA9B29C6C96}"/>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4" name="Freeform 1581">
              <a:extLst>
                <a:ext uri="{FF2B5EF4-FFF2-40B4-BE49-F238E27FC236}">
                  <a16:creationId xmlns:a16="http://schemas.microsoft.com/office/drawing/2014/main" id="{3A2903E1-C657-4B6D-BD5C-41A908EACF12}"/>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5" name="Freeform 1582">
              <a:extLst>
                <a:ext uri="{FF2B5EF4-FFF2-40B4-BE49-F238E27FC236}">
                  <a16:creationId xmlns:a16="http://schemas.microsoft.com/office/drawing/2014/main" id="{1FF95DDC-D2C4-466B-8AAF-58575656642B}"/>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6" name="Freeform 1583">
              <a:extLst>
                <a:ext uri="{FF2B5EF4-FFF2-40B4-BE49-F238E27FC236}">
                  <a16:creationId xmlns:a16="http://schemas.microsoft.com/office/drawing/2014/main" id="{5EFE8D9C-91B8-44CC-98B6-A347C6C23B70}"/>
                </a:ext>
              </a:extLst>
            </p:cNvPr>
            <p:cNvSpPr>
              <a:spLocks noEditPoints="1"/>
            </p:cNvSpPr>
            <p:nvPr userDrawn="1"/>
          </p:nvSpPr>
          <p:spPr bwMode="auto">
            <a:xfrm>
              <a:off x="6910054" y="4468392"/>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7" name="Freeform 1584">
              <a:extLst>
                <a:ext uri="{FF2B5EF4-FFF2-40B4-BE49-F238E27FC236}">
                  <a16:creationId xmlns:a16="http://schemas.microsoft.com/office/drawing/2014/main" id="{3EC07E4E-343A-4552-947B-BCBAFF6AA2E0}"/>
                </a:ext>
              </a:extLst>
            </p:cNvPr>
            <p:cNvSpPr>
              <a:spLocks noEditPoints="1"/>
            </p:cNvSpPr>
            <p:nvPr userDrawn="1"/>
          </p:nvSpPr>
          <p:spPr bwMode="auto">
            <a:xfrm>
              <a:off x="6974275" y="4580779"/>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8" name="Freeform 1585">
              <a:extLst>
                <a:ext uri="{FF2B5EF4-FFF2-40B4-BE49-F238E27FC236}">
                  <a16:creationId xmlns:a16="http://schemas.microsoft.com/office/drawing/2014/main" id="{EE3602F9-01AD-4845-A67E-EE4861759E55}"/>
                </a:ext>
              </a:extLst>
            </p:cNvPr>
            <p:cNvSpPr>
              <a:spLocks/>
            </p:cNvSpPr>
            <p:nvPr userDrawn="1"/>
          </p:nvSpPr>
          <p:spPr bwMode="auto">
            <a:xfrm>
              <a:off x="6980296" y="4580779"/>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9" name="Freeform 1586">
              <a:extLst>
                <a:ext uri="{FF2B5EF4-FFF2-40B4-BE49-F238E27FC236}">
                  <a16:creationId xmlns:a16="http://schemas.microsoft.com/office/drawing/2014/main" id="{ED6F1659-8012-466A-B678-185EED75352E}"/>
                </a:ext>
              </a:extLst>
            </p:cNvPr>
            <p:cNvSpPr>
              <a:spLocks/>
            </p:cNvSpPr>
            <p:nvPr userDrawn="1"/>
          </p:nvSpPr>
          <p:spPr bwMode="auto">
            <a:xfrm>
              <a:off x="6986317" y="4604862"/>
              <a:ext cx="20069"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0" name="Freeform 1587">
              <a:extLst>
                <a:ext uri="{FF2B5EF4-FFF2-40B4-BE49-F238E27FC236}">
                  <a16:creationId xmlns:a16="http://schemas.microsoft.com/office/drawing/2014/main" id="{403A4CAC-D373-4A59-83DF-4CA7ABFB5718}"/>
                </a:ext>
              </a:extLst>
            </p:cNvPr>
            <p:cNvSpPr>
              <a:spLocks/>
            </p:cNvSpPr>
            <p:nvPr userDrawn="1"/>
          </p:nvSpPr>
          <p:spPr bwMode="auto">
            <a:xfrm>
              <a:off x="6988323" y="4604862"/>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1" name="Freeform 1588">
              <a:extLst>
                <a:ext uri="{FF2B5EF4-FFF2-40B4-BE49-F238E27FC236}">
                  <a16:creationId xmlns:a16="http://schemas.microsoft.com/office/drawing/2014/main" id="{40B3671F-4BC5-4D1E-AD57-ADAEEFF41061}"/>
                </a:ext>
              </a:extLst>
            </p:cNvPr>
            <p:cNvSpPr>
              <a:spLocks noEditPoints="1"/>
            </p:cNvSpPr>
            <p:nvPr userDrawn="1"/>
          </p:nvSpPr>
          <p:spPr bwMode="auto">
            <a:xfrm>
              <a:off x="7004378" y="4616904"/>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2" name="Freeform 1589">
              <a:extLst>
                <a:ext uri="{FF2B5EF4-FFF2-40B4-BE49-F238E27FC236}">
                  <a16:creationId xmlns:a16="http://schemas.microsoft.com/office/drawing/2014/main" id="{6A5A7208-0640-4DF4-BE09-594B4ECB9C20}"/>
                </a:ext>
              </a:extLst>
            </p:cNvPr>
            <p:cNvSpPr>
              <a:spLocks/>
            </p:cNvSpPr>
            <p:nvPr userDrawn="1"/>
          </p:nvSpPr>
          <p:spPr bwMode="auto">
            <a:xfrm>
              <a:off x="7004378" y="4618910"/>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3" name="Freeform 1590">
              <a:extLst>
                <a:ext uri="{FF2B5EF4-FFF2-40B4-BE49-F238E27FC236}">
                  <a16:creationId xmlns:a16="http://schemas.microsoft.com/office/drawing/2014/main" id="{E8A99D90-CACB-483F-94DC-280294BF79AC}"/>
                </a:ext>
              </a:extLst>
            </p:cNvPr>
            <p:cNvSpPr>
              <a:spLocks noEditPoints="1"/>
            </p:cNvSpPr>
            <p:nvPr userDrawn="1"/>
          </p:nvSpPr>
          <p:spPr bwMode="auto">
            <a:xfrm>
              <a:off x="8609909" y="5423683"/>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4" name="Freeform 1591">
              <a:extLst>
                <a:ext uri="{FF2B5EF4-FFF2-40B4-BE49-F238E27FC236}">
                  <a16:creationId xmlns:a16="http://schemas.microsoft.com/office/drawing/2014/main" id="{4FCB09AF-EE57-4133-B1A2-B608B28E8523}"/>
                </a:ext>
              </a:extLst>
            </p:cNvPr>
            <p:cNvSpPr>
              <a:spLocks noEditPoints="1"/>
            </p:cNvSpPr>
            <p:nvPr userDrawn="1"/>
          </p:nvSpPr>
          <p:spPr bwMode="auto">
            <a:xfrm>
              <a:off x="8605895" y="5520014"/>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5" name="Freeform 1592">
              <a:extLst>
                <a:ext uri="{FF2B5EF4-FFF2-40B4-BE49-F238E27FC236}">
                  <a16:creationId xmlns:a16="http://schemas.microsoft.com/office/drawing/2014/main" id="{7AC4CFDA-A146-4FA2-BC29-40CBB3F3C5E3}"/>
                </a:ext>
              </a:extLst>
            </p:cNvPr>
            <p:cNvSpPr>
              <a:spLocks/>
            </p:cNvSpPr>
            <p:nvPr userDrawn="1"/>
          </p:nvSpPr>
          <p:spPr bwMode="auto">
            <a:xfrm>
              <a:off x="8625964" y="5520014"/>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6" name="Freeform 1593">
              <a:extLst>
                <a:ext uri="{FF2B5EF4-FFF2-40B4-BE49-F238E27FC236}">
                  <a16:creationId xmlns:a16="http://schemas.microsoft.com/office/drawing/2014/main" id="{E272EBEC-502D-402A-AE7B-00CECAE705BC}"/>
                </a:ext>
              </a:extLst>
            </p:cNvPr>
            <p:cNvSpPr>
              <a:spLocks noEditPoints="1"/>
            </p:cNvSpPr>
            <p:nvPr userDrawn="1"/>
          </p:nvSpPr>
          <p:spPr bwMode="auto">
            <a:xfrm>
              <a:off x="8593854" y="5540083"/>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7 w 14"/>
                <a:gd name="T23" fmla="*/ 0 h 14"/>
                <a:gd name="T24" fmla="*/ 3 w 14"/>
                <a:gd name="T25" fmla="*/ 1 h 14"/>
                <a:gd name="T26" fmla="*/ 0 w 14"/>
                <a:gd name="T27" fmla="*/ 7 h 14"/>
                <a:gd name="T28" fmla="*/ 1 w 14"/>
                <a:gd name="T29" fmla="*/ 11 h 14"/>
                <a:gd name="T30" fmla="*/ 5 w 14"/>
                <a:gd name="T31" fmla="*/ 14 h 14"/>
                <a:gd name="T32" fmla="*/ 8 w 14"/>
                <a:gd name="T33" fmla="*/ 14 h 14"/>
                <a:gd name="T34" fmla="*/ 8 w 14"/>
                <a:gd name="T35" fmla="*/ 14 h 14"/>
                <a:gd name="T36" fmla="*/ 10 w 14"/>
                <a:gd name="T37" fmla="*/ 14 h 14"/>
                <a:gd name="T38" fmla="*/ 11 w 14"/>
                <a:gd name="T39" fmla="*/ 13 h 14"/>
                <a:gd name="T40" fmla="*/ 9 w 14"/>
                <a:gd name="T41" fmla="*/ 11 h 14"/>
                <a:gd name="T42" fmla="*/ 11 w 14"/>
                <a:gd name="T43" fmla="*/ 13 h 14"/>
                <a:gd name="T44" fmla="*/ 14 w 14"/>
                <a:gd name="T45" fmla="*/ 7 h 14"/>
                <a:gd name="T46" fmla="*/ 14 w 14"/>
                <a:gd name="T47" fmla="*/ 4 h 14"/>
                <a:gd name="T48" fmla="*/ 10 w 14"/>
                <a:gd name="T49" fmla="*/ 1 h 14"/>
                <a:gd name="T50" fmla="*/ 9 w 14"/>
                <a:gd name="T51" fmla="*/ 0 h 14"/>
                <a:gd name="T52" fmla="*/ 7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1"/>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7" name="Freeform 1594">
              <a:extLst>
                <a:ext uri="{FF2B5EF4-FFF2-40B4-BE49-F238E27FC236}">
                  <a16:creationId xmlns:a16="http://schemas.microsoft.com/office/drawing/2014/main" id="{53F89B13-DE07-4F86-B487-446D72F9397B}"/>
                </a:ext>
              </a:extLst>
            </p:cNvPr>
            <p:cNvSpPr>
              <a:spLocks/>
            </p:cNvSpPr>
            <p:nvPr userDrawn="1"/>
          </p:nvSpPr>
          <p:spPr bwMode="auto">
            <a:xfrm>
              <a:off x="8607903" y="5540083"/>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1"/>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8" name="Freeform 1595">
              <a:extLst>
                <a:ext uri="{FF2B5EF4-FFF2-40B4-BE49-F238E27FC236}">
                  <a16:creationId xmlns:a16="http://schemas.microsoft.com/office/drawing/2014/main" id="{E386732D-5605-4567-97A8-BFB16FEFC308}"/>
                </a:ext>
              </a:extLst>
            </p:cNvPr>
            <p:cNvSpPr>
              <a:spLocks noEditPoints="1"/>
            </p:cNvSpPr>
            <p:nvPr userDrawn="1"/>
          </p:nvSpPr>
          <p:spPr bwMode="auto">
            <a:xfrm>
              <a:off x="8595861" y="5560153"/>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9" name="Freeform 1596">
              <a:extLst>
                <a:ext uri="{FF2B5EF4-FFF2-40B4-BE49-F238E27FC236}">
                  <a16:creationId xmlns:a16="http://schemas.microsoft.com/office/drawing/2014/main" id="{95AC3F26-313E-4D76-84FE-E2A4665FE0CD}"/>
                </a:ext>
              </a:extLst>
            </p:cNvPr>
            <p:cNvSpPr>
              <a:spLocks/>
            </p:cNvSpPr>
            <p:nvPr userDrawn="1"/>
          </p:nvSpPr>
          <p:spPr bwMode="auto">
            <a:xfrm>
              <a:off x="8601881" y="5560153"/>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0" name="Freeform 1597">
              <a:extLst>
                <a:ext uri="{FF2B5EF4-FFF2-40B4-BE49-F238E27FC236}">
                  <a16:creationId xmlns:a16="http://schemas.microsoft.com/office/drawing/2014/main" id="{D490CAF9-3287-40C2-8883-5BD398AC4263}"/>
                </a:ext>
              </a:extLst>
            </p:cNvPr>
            <p:cNvSpPr>
              <a:spLocks noEditPoints="1"/>
            </p:cNvSpPr>
            <p:nvPr userDrawn="1"/>
          </p:nvSpPr>
          <p:spPr bwMode="auto">
            <a:xfrm>
              <a:off x="8804580" y="5136693"/>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1" name="Freeform 1598">
              <a:extLst>
                <a:ext uri="{FF2B5EF4-FFF2-40B4-BE49-F238E27FC236}">
                  <a16:creationId xmlns:a16="http://schemas.microsoft.com/office/drawing/2014/main" id="{FC1E5F54-C321-4CC1-A3F2-60FB5C69EDA8}"/>
                </a:ext>
              </a:extLst>
            </p:cNvPr>
            <p:cNvSpPr>
              <a:spLocks noEditPoints="1"/>
            </p:cNvSpPr>
            <p:nvPr userDrawn="1"/>
          </p:nvSpPr>
          <p:spPr bwMode="auto">
            <a:xfrm>
              <a:off x="8800566"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2" name="Freeform 1599">
              <a:extLst>
                <a:ext uri="{FF2B5EF4-FFF2-40B4-BE49-F238E27FC236}">
                  <a16:creationId xmlns:a16="http://schemas.microsoft.com/office/drawing/2014/main" id="{97D8C460-4DA0-4398-BFA1-2C5DA972927E}"/>
                </a:ext>
              </a:extLst>
            </p:cNvPr>
            <p:cNvSpPr>
              <a:spLocks noEditPoints="1"/>
            </p:cNvSpPr>
            <p:nvPr userDrawn="1"/>
          </p:nvSpPr>
          <p:spPr bwMode="auto">
            <a:xfrm>
              <a:off x="8778490"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6 w 21"/>
                <a:gd name="T37" fmla="*/ 20 h 21"/>
                <a:gd name="T38" fmla="*/ 21 w 21"/>
                <a:gd name="T39" fmla="*/ 11 h 21"/>
                <a:gd name="T40" fmla="*/ 19 w 21"/>
                <a:gd name="T41" fmla="*/ 5 h 21"/>
                <a:gd name="T42" fmla="*/ 10 w 21"/>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3" name="Freeform 1600">
              <a:extLst>
                <a:ext uri="{FF2B5EF4-FFF2-40B4-BE49-F238E27FC236}">
                  <a16:creationId xmlns:a16="http://schemas.microsoft.com/office/drawing/2014/main" id="{00FC741C-1866-4307-ACC7-FF3C4BF285EC}"/>
                </a:ext>
              </a:extLst>
            </p:cNvPr>
            <p:cNvSpPr>
              <a:spLocks noEditPoints="1"/>
            </p:cNvSpPr>
            <p:nvPr userDrawn="1"/>
          </p:nvSpPr>
          <p:spPr bwMode="auto">
            <a:xfrm>
              <a:off x="8780497" y="5377523"/>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9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9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9" y="13"/>
                  </a:moveTo>
                  <a:cubicBezTo>
                    <a:pt x="8" y="13"/>
                    <a:pt x="7" y="12"/>
                    <a:pt x="7" y="11"/>
                  </a:cubicBezTo>
                  <a:cubicBezTo>
                    <a:pt x="6" y="11"/>
                    <a:pt x="6" y="10"/>
                    <a:pt x="6" y="10"/>
                  </a:cubicBezTo>
                  <a:cubicBezTo>
                    <a:pt x="6" y="9"/>
                    <a:pt x="7" y="8"/>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4" name="Freeform 1601">
              <a:extLst>
                <a:ext uri="{FF2B5EF4-FFF2-40B4-BE49-F238E27FC236}">
                  <a16:creationId xmlns:a16="http://schemas.microsoft.com/office/drawing/2014/main" id="{DA58F9AE-4B52-40CF-A735-68708CD9237B}"/>
                </a:ext>
              </a:extLst>
            </p:cNvPr>
            <p:cNvSpPr>
              <a:spLocks noEditPoints="1"/>
            </p:cNvSpPr>
            <p:nvPr userDrawn="1"/>
          </p:nvSpPr>
          <p:spPr bwMode="auto">
            <a:xfrm>
              <a:off x="8407211" y="3984725"/>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5" name="Freeform 1602">
              <a:extLst>
                <a:ext uri="{FF2B5EF4-FFF2-40B4-BE49-F238E27FC236}">
                  <a16:creationId xmlns:a16="http://schemas.microsoft.com/office/drawing/2014/main" id="{9319802A-64B3-4A0D-B5C4-B400E31146F1}"/>
                </a:ext>
              </a:extLst>
            </p:cNvPr>
            <p:cNvSpPr>
              <a:spLocks noEditPoints="1"/>
            </p:cNvSpPr>
            <p:nvPr userDrawn="1"/>
          </p:nvSpPr>
          <p:spPr bwMode="auto">
            <a:xfrm>
              <a:off x="8405204" y="4081057"/>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6" name="Freeform 1603">
              <a:extLst>
                <a:ext uri="{FF2B5EF4-FFF2-40B4-BE49-F238E27FC236}">
                  <a16:creationId xmlns:a16="http://schemas.microsoft.com/office/drawing/2014/main" id="{C3C0F10B-81FC-45CF-8E2D-DB89731BFE26}"/>
                </a:ext>
              </a:extLst>
            </p:cNvPr>
            <p:cNvSpPr>
              <a:spLocks/>
            </p:cNvSpPr>
            <p:nvPr userDrawn="1"/>
          </p:nvSpPr>
          <p:spPr bwMode="auto">
            <a:xfrm>
              <a:off x="8425273" y="4081057"/>
              <a:ext cx="6021" cy="6021"/>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7" name="Freeform 1604">
              <a:extLst>
                <a:ext uri="{FF2B5EF4-FFF2-40B4-BE49-F238E27FC236}">
                  <a16:creationId xmlns:a16="http://schemas.microsoft.com/office/drawing/2014/main" id="{7853F592-8DD3-4FA8-93E6-B279B78ECABA}"/>
                </a:ext>
              </a:extLst>
            </p:cNvPr>
            <p:cNvSpPr>
              <a:spLocks noEditPoints="1"/>
            </p:cNvSpPr>
            <p:nvPr userDrawn="1"/>
          </p:nvSpPr>
          <p:spPr bwMode="auto">
            <a:xfrm>
              <a:off x="8393162" y="4099120"/>
              <a:ext cx="20069" cy="22077"/>
            </a:xfrm>
            <a:custGeom>
              <a:avLst/>
              <a:gdLst>
                <a:gd name="T0" fmla="*/ 7 w 14"/>
                <a:gd name="T1" fmla="*/ 9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9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9"/>
                  </a:moveTo>
                  <a:cubicBezTo>
                    <a:pt x="7" y="9"/>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9"/>
                    <a:pt x="7" y="9"/>
                    <a:pt x="7" y="9"/>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8" name="Freeform 1605">
              <a:extLst>
                <a:ext uri="{FF2B5EF4-FFF2-40B4-BE49-F238E27FC236}">
                  <a16:creationId xmlns:a16="http://schemas.microsoft.com/office/drawing/2014/main" id="{56F9D50C-8297-424F-BE83-FCCDCDE8C899}"/>
                </a:ext>
              </a:extLst>
            </p:cNvPr>
            <p:cNvSpPr>
              <a:spLocks/>
            </p:cNvSpPr>
            <p:nvPr userDrawn="1"/>
          </p:nvSpPr>
          <p:spPr bwMode="auto">
            <a:xfrm>
              <a:off x="8407211" y="4099120"/>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9" name="Freeform 1606">
              <a:extLst>
                <a:ext uri="{FF2B5EF4-FFF2-40B4-BE49-F238E27FC236}">
                  <a16:creationId xmlns:a16="http://schemas.microsoft.com/office/drawing/2014/main" id="{FC22302E-7800-4D7D-B1AD-3642109F1E09}"/>
                </a:ext>
              </a:extLst>
            </p:cNvPr>
            <p:cNvSpPr>
              <a:spLocks noEditPoints="1"/>
            </p:cNvSpPr>
            <p:nvPr userDrawn="1"/>
          </p:nvSpPr>
          <p:spPr bwMode="auto">
            <a:xfrm>
              <a:off x="8395170" y="4121195"/>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6 w 13"/>
                <a:gd name="T29" fmla="*/ 1 h 13"/>
                <a:gd name="T30" fmla="*/ 4 w 13"/>
                <a:gd name="T31" fmla="*/ 0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6" y="1"/>
                    <a:pt x="6" y="1"/>
                  </a:cubicBezTo>
                  <a:cubicBezTo>
                    <a:pt x="5" y="1"/>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0" name="Freeform 1607">
              <a:extLst>
                <a:ext uri="{FF2B5EF4-FFF2-40B4-BE49-F238E27FC236}">
                  <a16:creationId xmlns:a16="http://schemas.microsoft.com/office/drawing/2014/main" id="{27937658-EE31-4B2E-8569-5BDA3E30694E}"/>
                </a:ext>
              </a:extLst>
            </p:cNvPr>
            <p:cNvSpPr>
              <a:spLocks/>
            </p:cNvSpPr>
            <p:nvPr userDrawn="1"/>
          </p:nvSpPr>
          <p:spPr bwMode="auto">
            <a:xfrm>
              <a:off x="8401190" y="4121195"/>
              <a:ext cx="6021" cy="2008"/>
            </a:xfrm>
            <a:custGeom>
              <a:avLst/>
              <a:gdLst>
                <a:gd name="T0" fmla="*/ 3 w 5"/>
                <a:gd name="T1" fmla="*/ 0 h 1"/>
                <a:gd name="T2" fmla="*/ 3 w 5"/>
                <a:gd name="T3" fmla="*/ 0 h 1"/>
                <a:gd name="T4" fmla="*/ 0 w 5"/>
                <a:gd name="T5" fmla="*/ 0 h 1"/>
                <a:gd name="T6" fmla="*/ 2 w 5"/>
                <a:gd name="T7" fmla="*/ 1 h 1"/>
                <a:gd name="T8" fmla="*/ 2 w 5"/>
                <a:gd name="T9" fmla="*/ 1 h 1"/>
                <a:gd name="T10" fmla="*/ 2 w 5"/>
                <a:gd name="T11" fmla="*/ 1 h 1"/>
                <a:gd name="T12" fmla="*/ 5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3" y="0"/>
                    <a:pt x="3" y="0"/>
                    <a:pt x="3" y="0"/>
                  </a:cubicBezTo>
                  <a:cubicBezTo>
                    <a:pt x="2" y="0"/>
                    <a:pt x="1" y="0"/>
                    <a:pt x="0" y="0"/>
                  </a:cubicBezTo>
                  <a:cubicBezTo>
                    <a:pt x="1" y="0"/>
                    <a:pt x="1" y="1"/>
                    <a:pt x="2" y="1"/>
                  </a:cubicBezTo>
                  <a:cubicBezTo>
                    <a:pt x="2"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1" name="Freeform 1608">
              <a:extLst>
                <a:ext uri="{FF2B5EF4-FFF2-40B4-BE49-F238E27FC236}">
                  <a16:creationId xmlns:a16="http://schemas.microsoft.com/office/drawing/2014/main" id="{9B395A3D-5B57-4F41-B78D-C940E1856349}"/>
                </a:ext>
              </a:extLst>
            </p:cNvPr>
            <p:cNvSpPr>
              <a:spLocks noEditPoints="1"/>
            </p:cNvSpPr>
            <p:nvPr userDrawn="1"/>
          </p:nvSpPr>
          <p:spPr bwMode="auto">
            <a:xfrm>
              <a:off x="7785068" y="4356005"/>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0" y="88"/>
                  </a:cubicBezTo>
                  <a:cubicBezTo>
                    <a:pt x="12" y="80"/>
                    <a:pt x="6" y="68"/>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2" name="Freeform 1609">
              <a:extLst>
                <a:ext uri="{FF2B5EF4-FFF2-40B4-BE49-F238E27FC236}">
                  <a16:creationId xmlns:a16="http://schemas.microsoft.com/office/drawing/2014/main" id="{E1D304B8-E7C9-4814-873A-CED62F5EBBA7}"/>
                </a:ext>
              </a:extLst>
            </p:cNvPr>
            <p:cNvSpPr>
              <a:spLocks noEditPoints="1"/>
            </p:cNvSpPr>
            <p:nvPr userDrawn="1"/>
          </p:nvSpPr>
          <p:spPr bwMode="auto">
            <a:xfrm>
              <a:off x="7877386" y="4516558"/>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4"/>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3" name="Freeform 1610">
              <a:extLst>
                <a:ext uri="{FF2B5EF4-FFF2-40B4-BE49-F238E27FC236}">
                  <a16:creationId xmlns:a16="http://schemas.microsoft.com/office/drawing/2014/main" id="{1DE94B45-F788-4122-AD5C-CAF168D7629A}"/>
                </a:ext>
              </a:extLst>
            </p:cNvPr>
            <p:cNvSpPr>
              <a:spLocks/>
            </p:cNvSpPr>
            <p:nvPr userDrawn="1"/>
          </p:nvSpPr>
          <p:spPr bwMode="auto">
            <a:xfrm>
              <a:off x="7891434" y="4552682"/>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4" name="Freeform 1611">
              <a:extLst>
                <a:ext uri="{FF2B5EF4-FFF2-40B4-BE49-F238E27FC236}">
                  <a16:creationId xmlns:a16="http://schemas.microsoft.com/office/drawing/2014/main" id="{19EB4A53-CC0E-4F71-88B2-F14443F55A14}"/>
                </a:ext>
              </a:extLst>
            </p:cNvPr>
            <p:cNvSpPr>
              <a:spLocks noEditPoints="1"/>
            </p:cNvSpPr>
            <p:nvPr userDrawn="1"/>
          </p:nvSpPr>
          <p:spPr bwMode="auto">
            <a:xfrm>
              <a:off x="7919531" y="4568738"/>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 name="Freeform 1613">
              <a:extLst>
                <a:ext uri="{FF2B5EF4-FFF2-40B4-BE49-F238E27FC236}">
                  <a16:creationId xmlns:a16="http://schemas.microsoft.com/office/drawing/2014/main" id="{148904FF-D368-45D5-B4D0-CD7D81A052E1}"/>
                </a:ext>
              </a:extLst>
            </p:cNvPr>
            <p:cNvSpPr>
              <a:spLocks noEditPoints="1"/>
            </p:cNvSpPr>
            <p:nvPr userDrawn="1"/>
          </p:nvSpPr>
          <p:spPr bwMode="auto">
            <a:xfrm>
              <a:off x="8003821" y="5782919"/>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 name="Freeform 1614">
              <a:extLst>
                <a:ext uri="{FF2B5EF4-FFF2-40B4-BE49-F238E27FC236}">
                  <a16:creationId xmlns:a16="http://schemas.microsoft.com/office/drawing/2014/main" id="{26142344-7154-4A4F-ABC3-9D9041C563C8}"/>
                </a:ext>
              </a:extLst>
            </p:cNvPr>
            <p:cNvSpPr>
              <a:spLocks noEditPoints="1"/>
            </p:cNvSpPr>
            <p:nvPr userDrawn="1"/>
          </p:nvSpPr>
          <p:spPr bwMode="auto">
            <a:xfrm>
              <a:off x="8106174" y="5963541"/>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 name="Freeform 1615">
              <a:extLst>
                <a:ext uri="{FF2B5EF4-FFF2-40B4-BE49-F238E27FC236}">
                  <a16:creationId xmlns:a16="http://schemas.microsoft.com/office/drawing/2014/main" id="{C1715E2D-B416-4033-9174-41B0172AE168}"/>
                </a:ext>
              </a:extLst>
            </p:cNvPr>
            <p:cNvSpPr>
              <a:spLocks/>
            </p:cNvSpPr>
            <p:nvPr userDrawn="1"/>
          </p:nvSpPr>
          <p:spPr bwMode="auto">
            <a:xfrm>
              <a:off x="8122230" y="6005686"/>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 name="Freeform 1616">
              <a:extLst>
                <a:ext uri="{FF2B5EF4-FFF2-40B4-BE49-F238E27FC236}">
                  <a16:creationId xmlns:a16="http://schemas.microsoft.com/office/drawing/2014/main" id="{EDD43DFC-DF83-407F-B50A-C36D423BF192}"/>
                </a:ext>
              </a:extLst>
            </p:cNvPr>
            <p:cNvSpPr>
              <a:spLocks noEditPoints="1"/>
            </p:cNvSpPr>
            <p:nvPr userDrawn="1"/>
          </p:nvSpPr>
          <p:spPr bwMode="auto">
            <a:xfrm>
              <a:off x="8154340" y="6021741"/>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 name="Freeform 1617">
              <a:extLst>
                <a:ext uri="{FF2B5EF4-FFF2-40B4-BE49-F238E27FC236}">
                  <a16:creationId xmlns:a16="http://schemas.microsoft.com/office/drawing/2014/main" id="{91BCDA7F-7298-4C60-8DD4-A23EA67B67D4}"/>
                </a:ext>
              </a:extLst>
            </p:cNvPr>
            <p:cNvSpPr>
              <a:spLocks noEditPoints="1"/>
            </p:cNvSpPr>
            <p:nvPr userDrawn="1"/>
          </p:nvSpPr>
          <p:spPr bwMode="auto">
            <a:xfrm>
              <a:off x="7961677" y="4978147"/>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40"/>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 name="Freeform 1618">
              <a:extLst>
                <a:ext uri="{FF2B5EF4-FFF2-40B4-BE49-F238E27FC236}">
                  <a16:creationId xmlns:a16="http://schemas.microsoft.com/office/drawing/2014/main" id="{9EB9BC69-97D8-44BD-AA9C-510F1B0E0A51}"/>
                </a:ext>
              </a:extLst>
            </p:cNvPr>
            <p:cNvSpPr>
              <a:spLocks/>
            </p:cNvSpPr>
            <p:nvPr userDrawn="1"/>
          </p:nvSpPr>
          <p:spPr bwMode="auto">
            <a:xfrm>
              <a:off x="8058008" y="5138700"/>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 name="Freeform 1619">
              <a:extLst>
                <a:ext uri="{FF2B5EF4-FFF2-40B4-BE49-F238E27FC236}">
                  <a16:creationId xmlns:a16="http://schemas.microsoft.com/office/drawing/2014/main" id="{451D4979-F28C-4043-8A27-E4DD6C9BD42C}"/>
                </a:ext>
              </a:extLst>
            </p:cNvPr>
            <p:cNvSpPr>
              <a:spLocks/>
            </p:cNvSpPr>
            <p:nvPr userDrawn="1"/>
          </p:nvSpPr>
          <p:spPr bwMode="auto">
            <a:xfrm>
              <a:off x="8070050" y="5174824"/>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 name="Freeform 1620">
              <a:extLst>
                <a:ext uri="{FF2B5EF4-FFF2-40B4-BE49-F238E27FC236}">
                  <a16:creationId xmlns:a16="http://schemas.microsoft.com/office/drawing/2014/main" id="{28DA7775-7862-496B-832C-5F935A6C0842}"/>
                </a:ext>
              </a:extLst>
            </p:cNvPr>
            <p:cNvSpPr>
              <a:spLocks noEditPoints="1"/>
            </p:cNvSpPr>
            <p:nvPr userDrawn="1"/>
          </p:nvSpPr>
          <p:spPr bwMode="auto">
            <a:xfrm>
              <a:off x="8098147" y="5190879"/>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 name="Freeform 1621">
              <a:extLst>
                <a:ext uri="{FF2B5EF4-FFF2-40B4-BE49-F238E27FC236}">
                  <a16:creationId xmlns:a16="http://schemas.microsoft.com/office/drawing/2014/main" id="{C559E091-7109-48EF-9A18-37260BE552B5}"/>
                </a:ext>
              </a:extLst>
            </p:cNvPr>
            <p:cNvSpPr>
              <a:spLocks noEditPoints="1"/>
            </p:cNvSpPr>
            <p:nvPr userDrawn="1"/>
          </p:nvSpPr>
          <p:spPr bwMode="auto">
            <a:xfrm>
              <a:off x="7560294" y="5194893"/>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 name="Freeform 1622">
              <a:extLst>
                <a:ext uri="{FF2B5EF4-FFF2-40B4-BE49-F238E27FC236}">
                  <a16:creationId xmlns:a16="http://schemas.microsoft.com/office/drawing/2014/main" id="{554A7DB6-16CC-482B-B708-F7FE9E5EB3C9}"/>
                </a:ext>
              </a:extLst>
            </p:cNvPr>
            <p:cNvSpPr>
              <a:spLocks noEditPoints="1"/>
            </p:cNvSpPr>
            <p:nvPr userDrawn="1"/>
          </p:nvSpPr>
          <p:spPr bwMode="auto">
            <a:xfrm>
              <a:off x="7726867" y="5335377"/>
              <a:ext cx="38132" cy="38132"/>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0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9"/>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 name="Freeform 1623">
              <a:extLst>
                <a:ext uri="{FF2B5EF4-FFF2-40B4-BE49-F238E27FC236}">
                  <a16:creationId xmlns:a16="http://schemas.microsoft.com/office/drawing/2014/main" id="{944C2ABB-DC79-4F23-B9B3-CD54BEB02C55}"/>
                </a:ext>
              </a:extLst>
            </p:cNvPr>
            <p:cNvSpPr>
              <a:spLocks noEditPoints="1"/>
            </p:cNvSpPr>
            <p:nvPr userDrawn="1"/>
          </p:nvSpPr>
          <p:spPr bwMode="auto">
            <a:xfrm>
              <a:off x="7760985" y="5361468"/>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0 w 20"/>
                <a:gd name="T43" fmla="*/ 20 h 20"/>
                <a:gd name="T44" fmla="*/ 16 w 20"/>
                <a:gd name="T45" fmla="*/ 18 h 20"/>
                <a:gd name="T46" fmla="*/ 20 w 20"/>
                <a:gd name="T47" fmla="*/ 10 h 20"/>
                <a:gd name="T48" fmla="*/ 18 w 20"/>
                <a:gd name="T49" fmla="*/ 4 h 20"/>
                <a:gd name="T50" fmla="*/ 18 w 20"/>
                <a:gd name="T51" fmla="*/ 4 h 20"/>
                <a:gd name="T52" fmla="*/ 10 w 20"/>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9"/>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 name="Freeform 1624">
              <a:extLst>
                <a:ext uri="{FF2B5EF4-FFF2-40B4-BE49-F238E27FC236}">
                  <a16:creationId xmlns:a16="http://schemas.microsoft.com/office/drawing/2014/main" id="{424DAA87-5A11-4E6E-A9C3-6E190ECCAD43}"/>
                </a:ext>
              </a:extLst>
            </p:cNvPr>
            <p:cNvSpPr>
              <a:spLocks noEditPoints="1"/>
            </p:cNvSpPr>
            <p:nvPr userDrawn="1"/>
          </p:nvSpPr>
          <p:spPr bwMode="auto">
            <a:xfrm>
              <a:off x="7793096" y="5359460"/>
              <a:ext cx="28097" cy="26090"/>
            </a:xfrm>
            <a:custGeom>
              <a:avLst/>
              <a:gdLst>
                <a:gd name="T0" fmla="*/ 11 w 18"/>
                <a:gd name="T1" fmla="*/ 7 h 17"/>
                <a:gd name="T2" fmla="*/ 14 w 18"/>
                <a:gd name="T3" fmla="*/ 5 h 17"/>
                <a:gd name="T4" fmla="*/ 11 w 18"/>
                <a:gd name="T5" fmla="*/ 7 h 17"/>
                <a:gd name="T6" fmla="*/ 12 w 18"/>
                <a:gd name="T7" fmla="*/ 8 h 17"/>
                <a:gd name="T8" fmla="*/ 11 w 18"/>
                <a:gd name="T9" fmla="*/ 10 h 17"/>
                <a:gd name="T10" fmla="*/ 9 w 18"/>
                <a:gd name="T11" fmla="*/ 11 h 17"/>
                <a:gd name="T12" fmla="*/ 7 w 18"/>
                <a:gd name="T13" fmla="*/ 10 h 17"/>
                <a:gd name="T14" fmla="*/ 7 w 18"/>
                <a:gd name="T15" fmla="*/ 10 h 17"/>
                <a:gd name="T16" fmla="*/ 6 w 18"/>
                <a:gd name="T17" fmla="*/ 8 h 17"/>
                <a:gd name="T18" fmla="*/ 7 w 18"/>
                <a:gd name="T19" fmla="*/ 6 h 17"/>
                <a:gd name="T20" fmla="*/ 9 w 18"/>
                <a:gd name="T21" fmla="*/ 6 h 17"/>
                <a:gd name="T22" fmla="*/ 11 w 18"/>
                <a:gd name="T23" fmla="*/ 7 h 17"/>
                <a:gd name="T24" fmla="*/ 9 w 18"/>
                <a:gd name="T25" fmla="*/ 0 h 17"/>
                <a:gd name="T26" fmla="*/ 9 w 18"/>
                <a:gd name="T27" fmla="*/ 0 h 17"/>
                <a:gd name="T28" fmla="*/ 4 w 18"/>
                <a:gd name="T29" fmla="*/ 1 h 17"/>
                <a:gd name="T30" fmla="*/ 0 w 18"/>
                <a:gd name="T31" fmla="*/ 8 h 17"/>
                <a:gd name="T32" fmla="*/ 2 w 18"/>
                <a:gd name="T33" fmla="*/ 13 h 17"/>
                <a:gd name="T34" fmla="*/ 2 w 18"/>
                <a:gd name="T35" fmla="*/ 13 h 17"/>
                <a:gd name="T36" fmla="*/ 9 w 18"/>
                <a:gd name="T37" fmla="*/ 17 h 17"/>
                <a:gd name="T38" fmla="*/ 9 w 18"/>
                <a:gd name="T39" fmla="*/ 17 h 17"/>
                <a:gd name="T40" fmla="*/ 14 w 18"/>
                <a:gd name="T41" fmla="*/ 15 h 17"/>
                <a:gd name="T42" fmla="*/ 18 w 18"/>
                <a:gd name="T43" fmla="*/ 8 h 17"/>
                <a:gd name="T44" fmla="*/ 16 w 18"/>
                <a:gd name="T45" fmla="*/ 3 h 17"/>
                <a:gd name="T46" fmla="*/ 16 w 18"/>
                <a:gd name="T47" fmla="*/ 3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1" y="7"/>
                  </a:moveTo>
                  <a:cubicBezTo>
                    <a:pt x="14" y="5"/>
                    <a:pt x="14" y="5"/>
                    <a:pt x="14" y="5"/>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cubicBezTo>
                    <a:pt x="6" y="9"/>
                    <a:pt x="6" y="9"/>
                    <a:pt x="6" y="8"/>
                  </a:cubicBezTo>
                  <a:cubicBezTo>
                    <a:pt x="6" y="7"/>
                    <a:pt x="7" y="7"/>
                    <a:pt x="7" y="6"/>
                  </a:cubicBezTo>
                  <a:cubicBezTo>
                    <a:pt x="8" y="6"/>
                    <a:pt x="8" y="6"/>
                    <a:pt x="9" y="6"/>
                  </a:cubicBezTo>
                  <a:cubicBezTo>
                    <a:pt x="10" y="6"/>
                    <a:pt x="11" y="6"/>
                    <a:pt x="11" y="7"/>
                  </a:cubicBezTo>
                  <a:moveTo>
                    <a:pt x="9" y="0"/>
                  </a:moveTo>
                  <a:cubicBezTo>
                    <a:pt x="9" y="0"/>
                    <a:pt x="9" y="0"/>
                    <a:pt x="9" y="0"/>
                  </a:cubicBezTo>
                  <a:cubicBezTo>
                    <a:pt x="7" y="0"/>
                    <a:pt x="5" y="0"/>
                    <a:pt x="4" y="1"/>
                  </a:cubicBezTo>
                  <a:cubicBezTo>
                    <a:pt x="1"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6" y="13"/>
                    <a:pt x="18" y="11"/>
                    <a:pt x="18" y="8"/>
                  </a:cubicBezTo>
                  <a:cubicBezTo>
                    <a:pt x="18" y="6"/>
                    <a:pt x="17" y="4"/>
                    <a:pt x="16" y="3"/>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 name="Freeform 1625">
              <a:extLst>
                <a:ext uri="{FF2B5EF4-FFF2-40B4-BE49-F238E27FC236}">
                  <a16:creationId xmlns:a16="http://schemas.microsoft.com/office/drawing/2014/main" id="{94DF89AD-2D4D-47C2-B6CB-E9F073E0CC80}"/>
                </a:ext>
              </a:extLst>
            </p:cNvPr>
            <p:cNvSpPr>
              <a:spLocks/>
            </p:cNvSpPr>
            <p:nvPr userDrawn="1"/>
          </p:nvSpPr>
          <p:spPr bwMode="auto">
            <a:xfrm>
              <a:off x="6233724"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3"/>
                    <a:pt x="50" y="193"/>
                    <a:pt x="50"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2"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 name="Freeform 1626">
              <a:extLst>
                <a:ext uri="{FF2B5EF4-FFF2-40B4-BE49-F238E27FC236}">
                  <a16:creationId xmlns:a16="http://schemas.microsoft.com/office/drawing/2014/main" id="{CAA6E94D-CAB8-47ED-8379-D7328D5449E7}"/>
                </a:ext>
              </a:extLst>
            </p:cNvPr>
            <p:cNvSpPr>
              <a:spLocks noEditPoints="1"/>
            </p:cNvSpPr>
            <p:nvPr userDrawn="1"/>
          </p:nvSpPr>
          <p:spPr bwMode="auto">
            <a:xfrm>
              <a:off x="6285904" y="5104583"/>
              <a:ext cx="26091" cy="20069"/>
            </a:xfrm>
            <a:custGeom>
              <a:avLst/>
              <a:gdLst>
                <a:gd name="T0" fmla="*/ 17 w 17"/>
                <a:gd name="T1" fmla="*/ 11 h 14"/>
                <a:gd name="T2" fmla="*/ 14 w 17"/>
                <a:gd name="T3" fmla="*/ 13 h 14"/>
                <a:gd name="T4" fmla="*/ 15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5"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 name="Freeform 1627">
              <a:extLst>
                <a:ext uri="{FF2B5EF4-FFF2-40B4-BE49-F238E27FC236}">
                  <a16:creationId xmlns:a16="http://schemas.microsoft.com/office/drawing/2014/main" id="{FEE48329-49E5-4A2E-A08A-46E1E2D0FBBB}"/>
                </a:ext>
              </a:extLst>
            </p:cNvPr>
            <p:cNvSpPr>
              <a:spLocks noEditPoints="1"/>
            </p:cNvSpPr>
            <p:nvPr userDrawn="1"/>
          </p:nvSpPr>
          <p:spPr bwMode="auto">
            <a:xfrm>
              <a:off x="6524727" y="5080500"/>
              <a:ext cx="62215" cy="62215"/>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9"/>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 name="Freeform 1628">
              <a:extLst>
                <a:ext uri="{FF2B5EF4-FFF2-40B4-BE49-F238E27FC236}">
                  <a16:creationId xmlns:a16="http://schemas.microsoft.com/office/drawing/2014/main" id="{69CF81AB-2B79-4C34-B858-52C3C5D89A6B}"/>
                </a:ext>
              </a:extLst>
            </p:cNvPr>
            <p:cNvSpPr>
              <a:spLocks noEditPoints="1"/>
            </p:cNvSpPr>
            <p:nvPr userDrawn="1"/>
          </p:nvSpPr>
          <p:spPr bwMode="auto">
            <a:xfrm>
              <a:off x="6584934" y="5128666"/>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8 w 31"/>
                <a:gd name="T15" fmla="*/ 6 h 30"/>
                <a:gd name="T16" fmla="*/ 26 w 31"/>
                <a:gd name="T17" fmla="*/ 7 h 30"/>
                <a:gd name="T18" fmla="*/ 23 w 31"/>
                <a:gd name="T19" fmla="*/ 9 h 30"/>
                <a:gd name="T20" fmla="*/ 25 w 31"/>
                <a:gd name="T21" fmla="*/ 15 h 30"/>
                <a:gd name="T22" fmla="*/ 21 w 31"/>
                <a:gd name="T23" fmla="*/ 22 h 30"/>
                <a:gd name="T24" fmla="*/ 16 w 31"/>
                <a:gd name="T25" fmla="*/ 24 h 30"/>
                <a:gd name="T26" fmla="*/ 16 w 31"/>
                <a:gd name="T27" fmla="*/ 0 h 30"/>
                <a:gd name="T28" fmla="*/ 16 w 31"/>
                <a:gd name="T29" fmla="*/ 0 h 30"/>
                <a:gd name="T30" fmla="*/ 7 w 31"/>
                <a:gd name="T31" fmla="*/ 3 h 30"/>
                <a:gd name="T32" fmla="*/ 0 w 31"/>
                <a:gd name="T33" fmla="*/ 15 h 30"/>
                <a:gd name="T34" fmla="*/ 4 w 31"/>
                <a:gd name="T35" fmla="*/ 24 h 30"/>
                <a:gd name="T36" fmla="*/ 16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6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9"/>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8" y="6"/>
                    <a:pt x="28" y="6"/>
                    <a:pt x="28" y="6"/>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 name="Freeform 1629">
              <a:extLst>
                <a:ext uri="{FF2B5EF4-FFF2-40B4-BE49-F238E27FC236}">
                  <a16:creationId xmlns:a16="http://schemas.microsoft.com/office/drawing/2014/main" id="{29974465-FFDE-4CBD-9BAC-4BE5FD541896}"/>
                </a:ext>
              </a:extLst>
            </p:cNvPr>
            <p:cNvSpPr>
              <a:spLocks noEditPoints="1"/>
            </p:cNvSpPr>
            <p:nvPr userDrawn="1"/>
          </p:nvSpPr>
          <p:spPr bwMode="auto">
            <a:xfrm>
              <a:off x="6645142" y="5124652"/>
              <a:ext cx="40138" cy="36124"/>
            </a:xfrm>
            <a:custGeom>
              <a:avLst/>
              <a:gdLst>
                <a:gd name="T0" fmla="*/ 13 w 26"/>
                <a:gd name="T1" fmla="*/ 19 h 25"/>
                <a:gd name="T2" fmla="*/ 8 w 26"/>
                <a:gd name="T3" fmla="*/ 17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5 w 26"/>
                <a:gd name="T25" fmla="*/ 2 h 25"/>
                <a:gd name="T26" fmla="*/ 0 w 26"/>
                <a:gd name="T27" fmla="*/ 12 h 25"/>
                <a:gd name="T28" fmla="*/ 3 w 26"/>
                <a:gd name="T29" fmla="*/ 20 h 25"/>
                <a:gd name="T30" fmla="*/ 13 w 26"/>
                <a:gd name="T31" fmla="*/ 25 h 25"/>
                <a:gd name="T32" fmla="*/ 13 w 26"/>
                <a:gd name="T33" fmla="*/ 25 h 25"/>
                <a:gd name="T34" fmla="*/ 21 w 26"/>
                <a:gd name="T35" fmla="*/ 23 h 25"/>
                <a:gd name="T36" fmla="*/ 26 w 26"/>
                <a:gd name="T37" fmla="*/ 12 h 25"/>
                <a:gd name="T38" fmla="*/ 24 w 26"/>
                <a:gd name="T39" fmla="*/ 5 h 25"/>
                <a:gd name="T40" fmla="*/ 21 w 26"/>
                <a:gd name="T41" fmla="*/ 6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7"/>
                  </a:cubicBezTo>
                  <a:cubicBezTo>
                    <a:pt x="7" y="15"/>
                    <a:pt x="6" y="14"/>
                    <a:pt x="6" y="12"/>
                  </a:cubicBezTo>
                  <a:cubicBezTo>
                    <a:pt x="6" y="10"/>
                    <a:pt x="7" y="8"/>
                    <a:pt x="9" y="7"/>
                  </a:cubicBezTo>
                  <a:cubicBezTo>
                    <a:pt x="10" y="6"/>
                    <a:pt x="12" y="6"/>
                    <a:pt x="13" y="6"/>
                  </a:cubicBezTo>
                  <a:cubicBezTo>
                    <a:pt x="15" y="6"/>
                    <a:pt x="18" y="7"/>
                    <a:pt x="19" y="8"/>
                  </a:cubicBezTo>
                  <a:cubicBezTo>
                    <a:pt x="19" y="8"/>
                    <a:pt x="19" y="8"/>
                    <a:pt x="19" y="8"/>
                  </a:cubicBezTo>
                  <a:cubicBezTo>
                    <a:pt x="20" y="10"/>
                    <a:pt x="20" y="11"/>
                    <a:pt x="20" y="12"/>
                  </a:cubicBezTo>
                  <a:cubicBezTo>
                    <a:pt x="20" y="14"/>
                    <a:pt x="19" y="17"/>
                    <a:pt x="18" y="18"/>
                  </a:cubicBezTo>
                  <a:cubicBezTo>
                    <a:pt x="16" y="19"/>
                    <a:pt x="15" y="19"/>
                    <a:pt x="13" y="19"/>
                  </a:cubicBezTo>
                  <a:moveTo>
                    <a:pt x="13" y="0"/>
                  </a:moveTo>
                  <a:cubicBezTo>
                    <a:pt x="13" y="0"/>
                    <a:pt x="13" y="0"/>
                    <a:pt x="13" y="0"/>
                  </a:cubicBezTo>
                  <a:cubicBezTo>
                    <a:pt x="11" y="0"/>
                    <a:pt x="8" y="0"/>
                    <a:pt x="5" y="2"/>
                  </a:cubicBezTo>
                  <a:cubicBezTo>
                    <a:pt x="2" y="5"/>
                    <a:pt x="0" y="9"/>
                    <a:pt x="0" y="12"/>
                  </a:cubicBezTo>
                  <a:cubicBezTo>
                    <a:pt x="0" y="15"/>
                    <a:pt x="1" y="18"/>
                    <a:pt x="3" y="20"/>
                  </a:cubicBezTo>
                  <a:cubicBezTo>
                    <a:pt x="5" y="24"/>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 name="Freeform 1630">
              <a:extLst>
                <a:ext uri="{FF2B5EF4-FFF2-40B4-BE49-F238E27FC236}">
                  <a16:creationId xmlns:a16="http://schemas.microsoft.com/office/drawing/2014/main" id="{977E8E75-BDA9-4EBD-9261-CCC4B53A0E1D}"/>
                </a:ext>
              </a:extLst>
            </p:cNvPr>
            <p:cNvSpPr>
              <a:spLocks noEditPoints="1"/>
            </p:cNvSpPr>
            <p:nvPr userDrawn="1"/>
          </p:nvSpPr>
          <p:spPr bwMode="auto">
            <a:xfrm>
              <a:off x="7443893" y="4514550"/>
              <a:ext cx="166574" cy="156539"/>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10 h 103"/>
                <a:gd name="T14" fmla="*/ 72 w 111"/>
                <a:gd name="T15" fmla="*/ 7 h 103"/>
                <a:gd name="T16" fmla="*/ 71 w 111"/>
                <a:gd name="T17" fmla="*/ 10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10"/>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 name="Freeform 1631">
              <a:extLst>
                <a:ext uri="{FF2B5EF4-FFF2-40B4-BE49-F238E27FC236}">
                  <a16:creationId xmlns:a16="http://schemas.microsoft.com/office/drawing/2014/main" id="{FDD4098F-BA31-4990-B1A9-E58C7E49262F}"/>
                </a:ext>
              </a:extLst>
            </p:cNvPr>
            <p:cNvSpPr>
              <a:spLocks noEditPoints="1"/>
            </p:cNvSpPr>
            <p:nvPr userDrawn="1"/>
          </p:nvSpPr>
          <p:spPr bwMode="auto">
            <a:xfrm>
              <a:off x="7423824" y="4516557"/>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 name="Freeform 1632">
              <a:extLst>
                <a:ext uri="{FF2B5EF4-FFF2-40B4-BE49-F238E27FC236}">
                  <a16:creationId xmlns:a16="http://schemas.microsoft.com/office/drawing/2014/main" id="{E27162E0-017F-4626-879C-93AB8434C66B}"/>
                </a:ext>
              </a:extLst>
            </p:cNvPr>
            <p:cNvSpPr>
              <a:spLocks noEditPoints="1"/>
            </p:cNvSpPr>
            <p:nvPr userDrawn="1"/>
          </p:nvSpPr>
          <p:spPr bwMode="auto">
            <a:xfrm>
              <a:off x="7399741" y="4502509"/>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3"/>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 name="Freeform 1633">
              <a:extLst>
                <a:ext uri="{FF2B5EF4-FFF2-40B4-BE49-F238E27FC236}">
                  <a16:creationId xmlns:a16="http://schemas.microsoft.com/office/drawing/2014/main" id="{4C291B4C-A80F-4892-8590-DC50FDA25EE7}"/>
                </a:ext>
              </a:extLst>
            </p:cNvPr>
            <p:cNvSpPr>
              <a:spLocks noEditPoints="1"/>
            </p:cNvSpPr>
            <p:nvPr userDrawn="1"/>
          </p:nvSpPr>
          <p:spPr bwMode="auto">
            <a:xfrm>
              <a:off x="7395727"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8 w 16"/>
                <a:gd name="T43" fmla="*/ 15 h 15"/>
                <a:gd name="T44" fmla="*/ 13 w 16"/>
                <a:gd name="T45" fmla="*/ 14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 name="Freeform 1634">
              <a:extLst>
                <a:ext uri="{FF2B5EF4-FFF2-40B4-BE49-F238E27FC236}">
                  <a16:creationId xmlns:a16="http://schemas.microsoft.com/office/drawing/2014/main" id="{3788B64C-71D4-4BCA-9438-0D9854446228}"/>
                </a:ext>
              </a:extLst>
            </p:cNvPr>
            <p:cNvSpPr>
              <a:spLocks noEditPoints="1"/>
            </p:cNvSpPr>
            <p:nvPr userDrawn="1"/>
          </p:nvSpPr>
          <p:spPr bwMode="auto">
            <a:xfrm>
              <a:off x="7345554" y="4259672"/>
              <a:ext cx="152525"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0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0" y="4"/>
                    <a:pt x="70" y="4"/>
                    <a:pt x="70"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 name="Freeform 1635">
              <a:extLst>
                <a:ext uri="{FF2B5EF4-FFF2-40B4-BE49-F238E27FC236}">
                  <a16:creationId xmlns:a16="http://schemas.microsoft.com/office/drawing/2014/main" id="{19F21FDD-D0AA-44EE-AE95-52CA3B86C1A3}"/>
                </a:ext>
              </a:extLst>
            </p:cNvPr>
            <p:cNvSpPr>
              <a:spLocks noEditPoints="1"/>
            </p:cNvSpPr>
            <p:nvPr userDrawn="1"/>
          </p:nvSpPr>
          <p:spPr bwMode="auto">
            <a:xfrm>
              <a:off x="7341540" y="4384100"/>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 name="Freeform 1636">
              <a:extLst>
                <a:ext uri="{FF2B5EF4-FFF2-40B4-BE49-F238E27FC236}">
                  <a16:creationId xmlns:a16="http://schemas.microsoft.com/office/drawing/2014/main" id="{13869D2F-E4F2-41D8-888B-441C0AB882C6}"/>
                </a:ext>
              </a:extLst>
            </p:cNvPr>
            <p:cNvSpPr>
              <a:spLocks noEditPoints="1"/>
            </p:cNvSpPr>
            <p:nvPr userDrawn="1"/>
          </p:nvSpPr>
          <p:spPr bwMode="auto">
            <a:xfrm>
              <a:off x="7323478" y="4410191"/>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 name="Freeform 1637">
              <a:extLst>
                <a:ext uri="{FF2B5EF4-FFF2-40B4-BE49-F238E27FC236}">
                  <a16:creationId xmlns:a16="http://schemas.microsoft.com/office/drawing/2014/main" id="{CCD7323E-F408-4AB8-A2B4-4FC9FB488D45}"/>
                </a:ext>
              </a:extLst>
            </p:cNvPr>
            <p:cNvSpPr>
              <a:spLocks noEditPoints="1"/>
            </p:cNvSpPr>
            <p:nvPr userDrawn="1"/>
          </p:nvSpPr>
          <p:spPr bwMode="auto">
            <a:xfrm>
              <a:off x="7299395" y="4412197"/>
              <a:ext cx="22077"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 name="Freeform 1638">
              <a:extLst>
                <a:ext uri="{FF2B5EF4-FFF2-40B4-BE49-F238E27FC236}">
                  <a16:creationId xmlns:a16="http://schemas.microsoft.com/office/drawing/2014/main" id="{DA25813B-1FB2-4113-8732-E164D7F0E3D1}"/>
                </a:ext>
              </a:extLst>
            </p:cNvPr>
            <p:cNvSpPr>
              <a:spLocks noEditPoints="1"/>
            </p:cNvSpPr>
            <p:nvPr userDrawn="1"/>
          </p:nvSpPr>
          <p:spPr bwMode="auto">
            <a:xfrm>
              <a:off x="5418917" y="3832200"/>
              <a:ext cx="152525" cy="148512"/>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9"/>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50" y="99"/>
                    <a:pt x="50"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 name="Freeform 1639">
              <a:extLst>
                <a:ext uri="{FF2B5EF4-FFF2-40B4-BE49-F238E27FC236}">
                  <a16:creationId xmlns:a16="http://schemas.microsoft.com/office/drawing/2014/main" id="{E40C9BE4-81C9-4BE9-9221-CA140E523B2F}"/>
                </a:ext>
              </a:extLst>
            </p:cNvPr>
            <p:cNvSpPr>
              <a:spLocks noEditPoints="1"/>
            </p:cNvSpPr>
            <p:nvPr userDrawn="1"/>
          </p:nvSpPr>
          <p:spPr bwMode="auto">
            <a:xfrm>
              <a:off x="5414903" y="3958635"/>
              <a:ext cx="32111" cy="32111"/>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21 w 22"/>
                <a:gd name="T33" fmla="*/ 16 h 22"/>
                <a:gd name="T34" fmla="*/ 22 w 22"/>
                <a:gd name="T35" fmla="*/ 11 h 22"/>
                <a:gd name="T36" fmla="*/ 16 w 22"/>
                <a:gd name="T37" fmla="*/ 1 h 22"/>
                <a:gd name="T38" fmla="*/ 11 w 22"/>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22">
                  <a:moveTo>
                    <a:pt x="7" y="9"/>
                  </a:moveTo>
                  <a:cubicBezTo>
                    <a:pt x="7" y="7"/>
                    <a:pt x="9" y="6"/>
                    <a:pt x="11" y="6"/>
                  </a:cubicBezTo>
                  <a:cubicBezTo>
                    <a:pt x="12" y="6"/>
                    <a:pt x="13" y="6"/>
                    <a:pt x="13" y="6"/>
                  </a:cubicBezTo>
                  <a:cubicBezTo>
                    <a:pt x="15" y="7"/>
                    <a:pt x="16" y="9"/>
                    <a:pt x="16" y="11"/>
                  </a:cubicBezTo>
                  <a:cubicBezTo>
                    <a:pt x="16" y="12"/>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5" y="22"/>
                    <a:pt x="19" y="20"/>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 name="Freeform 1640">
              <a:extLst>
                <a:ext uri="{FF2B5EF4-FFF2-40B4-BE49-F238E27FC236}">
                  <a16:creationId xmlns:a16="http://schemas.microsoft.com/office/drawing/2014/main" id="{9950BD3D-34BF-469A-8ECB-11BD028AB2F8}"/>
                </a:ext>
              </a:extLst>
            </p:cNvPr>
            <p:cNvSpPr>
              <a:spLocks noEditPoints="1"/>
            </p:cNvSpPr>
            <p:nvPr userDrawn="1"/>
          </p:nvSpPr>
          <p:spPr bwMode="auto">
            <a:xfrm>
              <a:off x="5396842" y="3984725"/>
              <a:ext cx="26091" cy="2408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1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2"/>
                    <a:pt x="1" y="5"/>
                  </a:cubicBezTo>
                  <a:cubicBezTo>
                    <a:pt x="1" y="5"/>
                    <a:pt x="1" y="5"/>
                    <a:pt x="1" y="5"/>
                  </a:cubicBezTo>
                  <a:cubicBezTo>
                    <a:pt x="0" y="6"/>
                    <a:pt x="0" y="7"/>
                    <a:pt x="0" y="8"/>
                  </a:cubicBezTo>
                  <a:cubicBezTo>
                    <a:pt x="0" y="12"/>
                    <a:pt x="1" y="15"/>
                    <a:pt x="5" y="16"/>
                  </a:cubicBezTo>
                  <a:cubicBezTo>
                    <a:pt x="6" y="17"/>
                    <a:pt x="7" y="17"/>
                    <a:pt x="8" y="17"/>
                  </a:cubicBezTo>
                  <a:cubicBezTo>
                    <a:pt x="8" y="17"/>
                    <a:pt x="8" y="17"/>
                    <a:pt x="8" y="17"/>
                  </a:cubicBezTo>
                  <a:cubicBezTo>
                    <a:pt x="8" y="17"/>
                    <a:pt x="8" y="17"/>
                    <a:pt x="8" y="17"/>
                  </a:cubicBezTo>
                  <a:cubicBezTo>
                    <a:pt x="12" y="17"/>
                    <a:pt x="15" y="15"/>
                    <a:pt x="16" y="12"/>
                  </a:cubicBezTo>
                  <a:cubicBezTo>
                    <a:pt x="17" y="11"/>
                    <a:pt x="17" y="10"/>
                    <a:pt x="17" y="8"/>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 name="Freeform 1641">
              <a:extLst>
                <a:ext uri="{FF2B5EF4-FFF2-40B4-BE49-F238E27FC236}">
                  <a16:creationId xmlns:a16="http://schemas.microsoft.com/office/drawing/2014/main" id="{994244B8-B2A7-4956-AD4B-24146744832D}"/>
                </a:ext>
              </a:extLst>
            </p:cNvPr>
            <p:cNvSpPr>
              <a:spLocks noEditPoints="1"/>
            </p:cNvSpPr>
            <p:nvPr userDrawn="1"/>
          </p:nvSpPr>
          <p:spPr bwMode="auto">
            <a:xfrm>
              <a:off x="5372759" y="3984725"/>
              <a:ext cx="24083" cy="24083"/>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8 w 16"/>
                <a:gd name="T35" fmla="*/ 16 h 16"/>
                <a:gd name="T36" fmla="*/ 8 w 16"/>
                <a:gd name="T37" fmla="*/ 16 h 16"/>
                <a:gd name="T38" fmla="*/ 15 w 16"/>
                <a:gd name="T39" fmla="*/ 11 h 16"/>
                <a:gd name="T40" fmla="*/ 16 w 16"/>
                <a:gd name="T41" fmla="*/ 8 h 16"/>
                <a:gd name="T42" fmla="*/ 11 w 16"/>
                <a:gd name="T43" fmla="*/ 1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7"/>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8" y="16"/>
                    <a:pt x="8" y="16"/>
                    <a:pt x="8" y="16"/>
                  </a:cubicBezTo>
                  <a:cubicBezTo>
                    <a:pt x="8" y="16"/>
                    <a:pt x="8" y="16"/>
                    <a:pt x="8" y="16"/>
                  </a:cubicBezTo>
                  <a:cubicBezTo>
                    <a:pt x="11" y="16"/>
                    <a:pt x="13" y="14"/>
                    <a:pt x="15" y="11"/>
                  </a:cubicBezTo>
                  <a:cubicBezTo>
                    <a:pt x="15" y="10"/>
                    <a:pt x="16" y="9"/>
                    <a:pt x="16" y="8"/>
                  </a:cubicBezTo>
                  <a:cubicBezTo>
                    <a:pt x="16" y="5"/>
                    <a:pt x="14" y="3"/>
                    <a:pt x="11" y="1"/>
                  </a:cubicBezTo>
                  <a:cubicBezTo>
                    <a:pt x="10" y="1"/>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 name="Freeform 1642">
              <a:extLst>
                <a:ext uri="{FF2B5EF4-FFF2-40B4-BE49-F238E27FC236}">
                  <a16:creationId xmlns:a16="http://schemas.microsoft.com/office/drawing/2014/main" id="{64B7B3DC-4F2B-4F0E-8180-ED6D5AF2E47E}"/>
                </a:ext>
              </a:extLst>
            </p:cNvPr>
            <p:cNvSpPr>
              <a:spLocks noEditPoints="1"/>
            </p:cNvSpPr>
            <p:nvPr userDrawn="1"/>
          </p:nvSpPr>
          <p:spPr bwMode="auto">
            <a:xfrm>
              <a:off x="7835240" y="5626380"/>
              <a:ext cx="150519"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9 h 99"/>
                <a:gd name="T34" fmla="*/ 50 w 101"/>
                <a:gd name="T35" fmla="*/ 99 h 99"/>
                <a:gd name="T36" fmla="*/ 95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3"/>
                    <a:pt x="50" y="93"/>
                  </a:cubicBezTo>
                  <a:cubicBezTo>
                    <a:pt x="43" y="93"/>
                    <a:pt x="37" y="91"/>
                    <a:pt x="30" y="88"/>
                  </a:cubicBezTo>
                  <a:cubicBezTo>
                    <a:pt x="15" y="80"/>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9"/>
                    <a:pt x="50" y="99"/>
                  </a:cubicBezTo>
                  <a:cubicBezTo>
                    <a:pt x="50" y="99"/>
                    <a:pt x="50" y="99"/>
                    <a:pt x="50" y="99"/>
                  </a:cubicBezTo>
                  <a:cubicBezTo>
                    <a:pt x="69" y="99"/>
                    <a:pt x="86"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 name="Freeform 1643">
              <a:extLst>
                <a:ext uri="{FF2B5EF4-FFF2-40B4-BE49-F238E27FC236}">
                  <a16:creationId xmlns:a16="http://schemas.microsoft.com/office/drawing/2014/main" id="{B3E7F861-C1F2-4F16-ADE6-338EAA85C03C}"/>
                </a:ext>
              </a:extLst>
            </p:cNvPr>
            <p:cNvSpPr>
              <a:spLocks noEditPoints="1"/>
            </p:cNvSpPr>
            <p:nvPr userDrawn="1"/>
          </p:nvSpPr>
          <p:spPr bwMode="auto">
            <a:xfrm>
              <a:off x="7829220" y="5752815"/>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4" y="8"/>
                    <a:pt x="4" y="8"/>
                    <a:pt x="4" y="8"/>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 name="Freeform 1644">
              <a:extLst>
                <a:ext uri="{FF2B5EF4-FFF2-40B4-BE49-F238E27FC236}">
                  <a16:creationId xmlns:a16="http://schemas.microsoft.com/office/drawing/2014/main" id="{F5781049-AA5E-4290-90F5-6376DA415663}"/>
                </a:ext>
              </a:extLst>
            </p:cNvPr>
            <p:cNvSpPr>
              <a:spLocks noEditPoints="1"/>
            </p:cNvSpPr>
            <p:nvPr userDrawn="1"/>
          </p:nvSpPr>
          <p:spPr bwMode="auto">
            <a:xfrm>
              <a:off x="7811158" y="5776898"/>
              <a:ext cx="28097" cy="26090"/>
            </a:xfrm>
            <a:custGeom>
              <a:avLst/>
              <a:gdLst>
                <a:gd name="T0" fmla="*/ 7 w 18"/>
                <a:gd name="T1" fmla="*/ 8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 name="T42" fmla="*/ 9 w 18"/>
                <a:gd name="T43" fmla="*/ 0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12" y="17"/>
                    <a:pt x="15" y="16"/>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 name="Freeform 1645">
              <a:extLst>
                <a:ext uri="{FF2B5EF4-FFF2-40B4-BE49-F238E27FC236}">
                  <a16:creationId xmlns:a16="http://schemas.microsoft.com/office/drawing/2014/main" id="{5B921CD5-813D-4A3B-9D86-BAC3AF7CAF79}"/>
                </a:ext>
              </a:extLst>
            </p:cNvPr>
            <p:cNvSpPr>
              <a:spLocks noEditPoints="1"/>
            </p:cNvSpPr>
            <p:nvPr userDrawn="1"/>
          </p:nvSpPr>
          <p:spPr bwMode="auto">
            <a:xfrm>
              <a:off x="7787075" y="5780912"/>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 name="Freeform 1646">
              <a:extLst>
                <a:ext uri="{FF2B5EF4-FFF2-40B4-BE49-F238E27FC236}">
                  <a16:creationId xmlns:a16="http://schemas.microsoft.com/office/drawing/2014/main" id="{3570FC01-D032-4208-A332-1C9CFE6F6705}"/>
                </a:ext>
              </a:extLst>
            </p:cNvPr>
            <p:cNvSpPr>
              <a:spLocks noEditPoints="1"/>
            </p:cNvSpPr>
            <p:nvPr userDrawn="1"/>
          </p:nvSpPr>
          <p:spPr bwMode="auto">
            <a:xfrm>
              <a:off x="7251229" y="5794961"/>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 name="Freeform 1647">
              <a:extLst>
                <a:ext uri="{FF2B5EF4-FFF2-40B4-BE49-F238E27FC236}">
                  <a16:creationId xmlns:a16="http://schemas.microsoft.com/office/drawing/2014/main" id="{D55EBC6C-C225-465E-99C3-507A94B99460}"/>
                </a:ext>
              </a:extLst>
            </p:cNvPr>
            <p:cNvSpPr>
              <a:spLocks noEditPoints="1"/>
            </p:cNvSpPr>
            <p:nvPr userDrawn="1"/>
          </p:nvSpPr>
          <p:spPr bwMode="auto">
            <a:xfrm>
              <a:off x="7245208" y="5921396"/>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1"/>
                    <a:pt x="6" y="10"/>
                    <a:pt x="7" y="9"/>
                  </a:cubicBezTo>
                  <a:cubicBezTo>
                    <a:pt x="4" y="8"/>
                    <a:pt x="4" y="8"/>
                    <a:pt x="4" y="8"/>
                  </a:cubicBezTo>
                  <a:cubicBezTo>
                    <a:pt x="7" y="9"/>
                    <a:pt x="7" y="9"/>
                    <a:pt x="7"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 name="Freeform 1648">
              <a:extLst>
                <a:ext uri="{FF2B5EF4-FFF2-40B4-BE49-F238E27FC236}">
                  <a16:creationId xmlns:a16="http://schemas.microsoft.com/office/drawing/2014/main" id="{35D2120C-62F6-4703-B27F-A4AE1C554C4A}"/>
                </a:ext>
              </a:extLst>
            </p:cNvPr>
            <p:cNvSpPr>
              <a:spLocks noEditPoints="1"/>
            </p:cNvSpPr>
            <p:nvPr userDrawn="1"/>
          </p:nvSpPr>
          <p:spPr bwMode="auto">
            <a:xfrm>
              <a:off x="7229153" y="5945479"/>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 name="T44" fmla="*/ 8 w 17"/>
                <a:gd name="T45" fmla="*/ 0 h 17"/>
                <a:gd name="T46" fmla="*/ 8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 name="Freeform 1649">
              <a:extLst>
                <a:ext uri="{FF2B5EF4-FFF2-40B4-BE49-F238E27FC236}">
                  <a16:creationId xmlns:a16="http://schemas.microsoft.com/office/drawing/2014/main" id="{DEB426DE-0DF7-4F6A-8C6B-E6B619E8B20A}"/>
                </a:ext>
              </a:extLst>
            </p:cNvPr>
            <p:cNvSpPr>
              <a:spLocks noEditPoints="1"/>
            </p:cNvSpPr>
            <p:nvPr userDrawn="1"/>
          </p:nvSpPr>
          <p:spPr bwMode="auto">
            <a:xfrm>
              <a:off x="7203064" y="5949492"/>
              <a:ext cx="24083" cy="22077"/>
            </a:xfrm>
            <a:custGeom>
              <a:avLst/>
              <a:gdLst>
                <a:gd name="T0" fmla="*/ 8 w 16"/>
                <a:gd name="T1" fmla="*/ 9 h 15"/>
                <a:gd name="T2" fmla="*/ 7 w 16"/>
                <a:gd name="T3" fmla="*/ 9 h 15"/>
                <a:gd name="T4" fmla="*/ 6 w 16"/>
                <a:gd name="T5" fmla="*/ 8 h 15"/>
                <a:gd name="T6" fmla="*/ 7 w 16"/>
                <a:gd name="T7" fmla="*/ 7 h 15"/>
                <a:gd name="T8" fmla="*/ 4 w 16"/>
                <a:gd name="T9" fmla="*/ 6 h 15"/>
                <a:gd name="T10" fmla="*/ 7 w 16"/>
                <a:gd name="T11" fmla="*/ 7 h 15"/>
                <a:gd name="T12" fmla="*/ 8 w 16"/>
                <a:gd name="T13" fmla="*/ 6 h 15"/>
                <a:gd name="T14" fmla="*/ 9 w 16"/>
                <a:gd name="T15" fmla="*/ 6 h 15"/>
                <a:gd name="T16" fmla="*/ 10 w 16"/>
                <a:gd name="T17" fmla="*/ 8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8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8" y="9"/>
                  </a:moveTo>
                  <a:cubicBezTo>
                    <a:pt x="7" y="9"/>
                    <a:pt x="7" y="9"/>
                    <a:pt x="7" y="9"/>
                  </a:cubicBezTo>
                  <a:cubicBezTo>
                    <a:pt x="7" y="9"/>
                    <a:pt x="6" y="8"/>
                    <a:pt x="6" y="8"/>
                  </a:cubicBezTo>
                  <a:cubicBezTo>
                    <a:pt x="7" y="7"/>
                    <a:pt x="7" y="7"/>
                    <a:pt x="7" y="7"/>
                  </a:cubicBezTo>
                  <a:cubicBezTo>
                    <a:pt x="4" y="6"/>
                    <a:pt x="4" y="6"/>
                    <a:pt x="4" y="6"/>
                  </a:cubicBezTo>
                  <a:cubicBezTo>
                    <a:pt x="7" y="7"/>
                    <a:pt x="7" y="7"/>
                    <a:pt x="7" y="7"/>
                  </a:cubicBezTo>
                  <a:cubicBezTo>
                    <a:pt x="7" y="6"/>
                    <a:pt x="7" y="6"/>
                    <a:pt x="8" y="6"/>
                  </a:cubicBezTo>
                  <a:cubicBezTo>
                    <a:pt x="9" y="6"/>
                    <a:pt x="9" y="6"/>
                    <a:pt x="9" y="6"/>
                  </a:cubicBezTo>
                  <a:cubicBezTo>
                    <a:pt x="9" y="6"/>
                    <a:pt x="10" y="7"/>
                    <a:pt x="10" y="8"/>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8"/>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 name="Freeform 1650">
              <a:extLst>
                <a:ext uri="{FF2B5EF4-FFF2-40B4-BE49-F238E27FC236}">
                  <a16:creationId xmlns:a16="http://schemas.microsoft.com/office/drawing/2014/main" id="{33405F5C-92C5-4A90-B7B9-667DB6EBFEBB}"/>
                </a:ext>
              </a:extLst>
            </p:cNvPr>
            <p:cNvSpPr>
              <a:spLocks noEditPoints="1"/>
            </p:cNvSpPr>
            <p:nvPr userDrawn="1"/>
          </p:nvSpPr>
          <p:spPr bwMode="auto">
            <a:xfrm>
              <a:off x="8292817"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 name="Freeform 1651">
              <a:extLst>
                <a:ext uri="{FF2B5EF4-FFF2-40B4-BE49-F238E27FC236}">
                  <a16:creationId xmlns:a16="http://schemas.microsoft.com/office/drawing/2014/main" id="{AD9FB7A2-624A-4218-96D4-EEE5183CF57B}"/>
                </a:ext>
              </a:extLst>
            </p:cNvPr>
            <p:cNvSpPr>
              <a:spLocks noEditPoints="1"/>
            </p:cNvSpPr>
            <p:nvPr userDrawn="1"/>
          </p:nvSpPr>
          <p:spPr bwMode="auto">
            <a:xfrm>
              <a:off x="8278769"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 name="Freeform 1652">
              <a:extLst>
                <a:ext uri="{FF2B5EF4-FFF2-40B4-BE49-F238E27FC236}">
                  <a16:creationId xmlns:a16="http://schemas.microsoft.com/office/drawing/2014/main" id="{23E8C529-CC94-427C-822B-C5C21E0B3128}"/>
                </a:ext>
              </a:extLst>
            </p:cNvPr>
            <p:cNvSpPr>
              <a:spLocks noEditPoints="1"/>
            </p:cNvSpPr>
            <p:nvPr userDrawn="1"/>
          </p:nvSpPr>
          <p:spPr bwMode="auto">
            <a:xfrm>
              <a:off x="8258700" y="5501952"/>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7 h 17"/>
                <a:gd name="T16" fmla="*/ 10 w 16"/>
                <a:gd name="T17" fmla="*/ 8 h 17"/>
                <a:gd name="T18" fmla="*/ 10 w 16"/>
                <a:gd name="T19" fmla="*/ 10 h 17"/>
                <a:gd name="T20" fmla="*/ 8 w 16"/>
                <a:gd name="T21" fmla="*/ 11 h 17"/>
                <a:gd name="T22" fmla="*/ 8 w 16"/>
                <a:gd name="T23" fmla="*/ 0 h 17"/>
                <a:gd name="T24" fmla="*/ 1 w 16"/>
                <a:gd name="T25" fmla="*/ 3 h 17"/>
                <a:gd name="T26" fmla="*/ 1 w 16"/>
                <a:gd name="T27" fmla="*/ 3 h 17"/>
                <a:gd name="T28" fmla="*/ 0 w 16"/>
                <a:gd name="T29" fmla="*/ 8 h 17"/>
                <a:gd name="T30" fmla="*/ 3 w 16"/>
                <a:gd name="T31" fmla="*/ 15 h 17"/>
                <a:gd name="T32" fmla="*/ 8 w 16"/>
                <a:gd name="T33" fmla="*/ 17 h 17"/>
                <a:gd name="T34" fmla="*/ 8 w 16"/>
                <a:gd name="T35" fmla="*/ 17 h 17"/>
                <a:gd name="T36" fmla="*/ 15 w 16"/>
                <a:gd name="T37" fmla="*/ 13 h 17"/>
                <a:gd name="T38" fmla="*/ 16 w 16"/>
                <a:gd name="T39" fmla="*/ 8 h 17"/>
                <a:gd name="T40" fmla="*/ 13 w 16"/>
                <a:gd name="T41" fmla="*/ 2 h 17"/>
                <a:gd name="T42" fmla="*/ 8 w 16"/>
                <a:gd name="T43" fmla="*/ 0 h 17"/>
                <a:gd name="T44" fmla="*/ 8 w 16"/>
                <a:gd name="T45" fmla="*/ 0 h 17"/>
                <a:gd name="T46" fmla="*/ 8 w 16"/>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7"/>
                  </a:cubicBezTo>
                  <a:cubicBezTo>
                    <a:pt x="10" y="7"/>
                    <a:pt x="10" y="8"/>
                    <a:pt x="10" y="8"/>
                  </a:cubicBezTo>
                  <a:cubicBezTo>
                    <a:pt x="10" y="9"/>
                    <a:pt x="10" y="9"/>
                    <a:pt x="10" y="10"/>
                  </a:cubicBezTo>
                  <a:cubicBezTo>
                    <a:pt x="9" y="10"/>
                    <a:pt x="9" y="11"/>
                    <a:pt x="8" y="11"/>
                  </a:cubicBezTo>
                  <a:moveTo>
                    <a:pt x="8" y="0"/>
                  </a:move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 name="Freeform 1653">
              <a:extLst>
                <a:ext uri="{FF2B5EF4-FFF2-40B4-BE49-F238E27FC236}">
                  <a16:creationId xmlns:a16="http://schemas.microsoft.com/office/drawing/2014/main" id="{81E1DB1E-166B-4483-8631-AD84F791A366}"/>
                </a:ext>
              </a:extLst>
            </p:cNvPr>
            <p:cNvSpPr>
              <a:spLocks noEditPoints="1"/>
            </p:cNvSpPr>
            <p:nvPr userDrawn="1"/>
          </p:nvSpPr>
          <p:spPr bwMode="auto">
            <a:xfrm>
              <a:off x="8234617" y="5499944"/>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3 h 14"/>
                <a:gd name="T26" fmla="*/ 2 w 15"/>
                <a:gd name="T27" fmla="*/ 3 h 14"/>
                <a:gd name="T28" fmla="*/ 0 w 15"/>
                <a:gd name="T29" fmla="*/ 7 h 14"/>
                <a:gd name="T30" fmla="*/ 3 w 15"/>
                <a:gd name="T31" fmla="*/ 13 h 14"/>
                <a:gd name="T32" fmla="*/ 8 w 15"/>
                <a:gd name="T33" fmla="*/ 14 h 14"/>
                <a:gd name="T34" fmla="*/ 8 w 15"/>
                <a:gd name="T35" fmla="*/ 14 h 14"/>
                <a:gd name="T36" fmla="*/ 14 w 15"/>
                <a:gd name="T37" fmla="*/ 11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3"/>
                  </a:cubicBezTo>
                  <a:cubicBezTo>
                    <a:pt x="2" y="3"/>
                    <a:pt x="2" y="3"/>
                    <a:pt x="2" y="3"/>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 name="Freeform 1654">
              <a:extLst>
                <a:ext uri="{FF2B5EF4-FFF2-40B4-BE49-F238E27FC236}">
                  <a16:creationId xmlns:a16="http://schemas.microsoft.com/office/drawing/2014/main" id="{2CBBE9BE-0B9F-4A53-BD31-EA0AD7D668B7}"/>
                </a:ext>
              </a:extLst>
            </p:cNvPr>
            <p:cNvSpPr>
              <a:spLocks noEditPoints="1"/>
            </p:cNvSpPr>
            <p:nvPr userDrawn="1"/>
          </p:nvSpPr>
          <p:spPr bwMode="auto">
            <a:xfrm>
              <a:off x="7130815"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73 w 240"/>
                <a:gd name="T11" fmla="*/ 8 h 203"/>
                <a:gd name="T12" fmla="*/ 190 w 240"/>
                <a:gd name="T13" fmla="*/ 9 h 203"/>
                <a:gd name="T14" fmla="*/ 201 w 240"/>
                <a:gd name="T15" fmla="*/ 17 h 203"/>
                <a:gd name="T16" fmla="*/ 198 w 240"/>
                <a:gd name="T17" fmla="*/ 48 h 203"/>
                <a:gd name="T18" fmla="*/ 208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3 w 240"/>
                <a:gd name="T33" fmla="*/ 155 h 203"/>
                <a:gd name="T34" fmla="*/ 125 w 240"/>
                <a:gd name="T35" fmla="*/ 141 h 203"/>
                <a:gd name="T36" fmla="*/ 127 w 240"/>
                <a:gd name="T37" fmla="*/ 152 h 203"/>
                <a:gd name="T38" fmla="*/ 78 w 240"/>
                <a:gd name="T39" fmla="*/ 171 h 203"/>
                <a:gd name="T40" fmla="*/ 58 w 240"/>
                <a:gd name="T41" fmla="*/ 164 h 203"/>
                <a:gd name="T42" fmla="*/ 58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0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8 h 203"/>
                <a:gd name="T112" fmla="*/ 195 w 240"/>
                <a:gd name="T113" fmla="*/ 5 h 203"/>
                <a:gd name="T114" fmla="*/ 173 w 240"/>
                <a:gd name="T115" fmla="*/ 2 h 203"/>
                <a:gd name="T116" fmla="*/ 122 w 240"/>
                <a:gd name="T117" fmla="*/ 5 h 203"/>
                <a:gd name="T118" fmla="*/ 119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10"/>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6"/>
                    <a:pt x="176"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4"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1" y="9"/>
                    <a:pt x="199" y="8"/>
                  </a:cubicBezTo>
                  <a:cubicBezTo>
                    <a:pt x="198" y="7"/>
                    <a:pt x="196" y="6"/>
                    <a:pt x="196" y="6"/>
                  </a:cubicBezTo>
                  <a:cubicBezTo>
                    <a:pt x="195" y="6"/>
                    <a:pt x="195" y="5"/>
                    <a:pt x="195" y="5"/>
                  </a:cubicBezTo>
                  <a:cubicBezTo>
                    <a:pt x="195" y="5"/>
                    <a:pt x="195" y="5"/>
                    <a:pt x="195" y="5"/>
                  </a:cubicBezTo>
                  <a:cubicBezTo>
                    <a:pt x="194" y="4"/>
                    <a:pt x="193" y="4"/>
                    <a:pt x="193" y="4"/>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 name="Freeform 1655">
              <a:extLst>
                <a:ext uri="{FF2B5EF4-FFF2-40B4-BE49-F238E27FC236}">
                  <a16:creationId xmlns:a16="http://schemas.microsoft.com/office/drawing/2014/main" id="{9300BE31-B322-4FF9-A41B-5A0916FEABD8}"/>
                </a:ext>
              </a:extLst>
            </p:cNvPr>
            <p:cNvSpPr>
              <a:spLocks/>
            </p:cNvSpPr>
            <p:nvPr userDrawn="1"/>
          </p:nvSpPr>
          <p:spPr bwMode="auto">
            <a:xfrm>
              <a:off x="7158911" y="4149292"/>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 name="Freeform 1656">
              <a:extLst>
                <a:ext uri="{FF2B5EF4-FFF2-40B4-BE49-F238E27FC236}">
                  <a16:creationId xmlns:a16="http://schemas.microsoft.com/office/drawing/2014/main" id="{6A4C0358-5B53-45F2-8052-6C9B0A7FF707}"/>
                </a:ext>
              </a:extLst>
            </p:cNvPr>
            <p:cNvSpPr>
              <a:spLocks/>
            </p:cNvSpPr>
            <p:nvPr userDrawn="1"/>
          </p:nvSpPr>
          <p:spPr bwMode="auto">
            <a:xfrm>
              <a:off x="7449913" y="4265693"/>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 name="Freeform 1657">
              <a:extLst>
                <a:ext uri="{FF2B5EF4-FFF2-40B4-BE49-F238E27FC236}">
                  <a16:creationId xmlns:a16="http://schemas.microsoft.com/office/drawing/2014/main" id="{06141DCB-8BD0-4DF5-B791-D590B4F93373}"/>
                </a:ext>
              </a:extLst>
            </p:cNvPr>
            <p:cNvSpPr>
              <a:spLocks noEditPoints="1"/>
            </p:cNvSpPr>
            <p:nvPr userDrawn="1"/>
          </p:nvSpPr>
          <p:spPr bwMode="auto">
            <a:xfrm>
              <a:off x="6767563" y="5780912"/>
              <a:ext cx="361244" cy="315086"/>
            </a:xfrm>
            <a:custGeom>
              <a:avLst/>
              <a:gdLst>
                <a:gd name="T0" fmla="*/ 210 w 240"/>
                <a:gd name="T1" fmla="*/ 191 h 209"/>
                <a:gd name="T2" fmla="*/ 105 w 240"/>
                <a:gd name="T3" fmla="*/ 6 h 209"/>
                <a:gd name="T4" fmla="*/ 113 w 240"/>
                <a:gd name="T5" fmla="*/ 7 h 209"/>
                <a:gd name="T6" fmla="*/ 119 w 240"/>
                <a:gd name="T7" fmla="*/ 12 h 209"/>
                <a:gd name="T8" fmla="*/ 125 w 240"/>
                <a:gd name="T9" fmla="*/ 9 h 209"/>
                <a:gd name="T10" fmla="*/ 186 w 240"/>
                <a:gd name="T11" fmla="*/ 8 h 209"/>
                <a:gd name="T12" fmla="*/ 191 w 240"/>
                <a:gd name="T13" fmla="*/ 10 h 209"/>
                <a:gd name="T14" fmla="*/ 203 w 240"/>
                <a:gd name="T15" fmla="*/ 24 h 209"/>
                <a:gd name="T16" fmla="*/ 199 w 240"/>
                <a:gd name="T17" fmla="*/ 54 h 209"/>
                <a:gd name="T18" fmla="*/ 214 w 240"/>
                <a:gd name="T19" fmla="*/ 59 h 209"/>
                <a:gd name="T20" fmla="*/ 225 w 240"/>
                <a:gd name="T21" fmla="*/ 60 h 209"/>
                <a:gd name="T22" fmla="*/ 231 w 240"/>
                <a:gd name="T23" fmla="*/ 91 h 209"/>
                <a:gd name="T24" fmla="*/ 197 w 240"/>
                <a:gd name="T25" fmla="*/ 119 h 209"/>
                <a:gd name="T26" fmla="*/ 182 w 240"/>
                <a:gd name="T27" fmla="*/ 124 h 209"/>
                <a:gd name="T28" fmla="*/ 176 w 240"/>
                <a:gd name="T29" fmla="*/ 147 h 209"/>
                <a:gd name="T30" fmla="*/ 158 w 240"/>
                <a:gd name="T31" fmla="*/ 154 h 209"/>
                <a:gd name="T32" fmla="*/ 140 w 240"/>
                <a:gd name="T33" fmla="*/ 147 h 209"/>
                <a:gd name="T34" fmla="*/ 127 w 240"/>
                <a:gd name="T35" fmla="*/ 147 h 209"/>
                <a:gd name="T36" fmla="*/ 120 w 240"/>
                <a:gd name="T37" fmla="*/ 158 h 209"/>
                <a:gd name="T38" fmla="*/ 77 w 240"/>
                <a:gd name="T39" fmla="*/ 170 h 209"/>
                <a:gd name="T40" fmla="*/ 56 w 240"/>
                <a:gd name="T41" fmla="*/ 157 h 209"/>
                <a:gd name="T42" fmla="*/ 55 w 240"/>
                <a:gd name="T43" fmla="*/ 130 h 209"/>
                <a:gd name="T44" fmla="*/ 16 w 240"/>
                <a:gd name="T45" fmla="*/ 119 h 209"/>
                <a:gd name="T46" fmla="*/ 18 w 240"/>
                <a:gd name="T47" fmla="*/ 85 h 209"/>
                <a:gd name="T48" fmla="*/ 27 w 240"/>
                <a:gd name="T49" fmla="*/ 77 h 209"/>
                <a:gd name="T50" fmla="*/ 22 w 240"/>
                <a:gd name="T51" fmla="*/ 54 h 209"/>
                <a:gd name="T52" fmla="*/ 40 w 240"/>
                <a:gd name="T53" fmla="*/ 10 h 209"/>
                <a:gd name="T54" fmla="*/ 67 w 240"/>
                <a:gd name="T55" fmla="*/ 21 h 209"/>
                <a:gd name="T56" fmla="*/ 81 w 240"/>
                <a:gd name="T57" fmla="*/ 9 h 209"/>
                <a:gd name="T58" fmla="*/ 105 w 240"/>
                <a:gd name="T59" fmla="*/ 6 h 209"/>
                <a:gd name="T60" fmla="*/ 76 w 240"/>
                <a:gd name="T61" fmla="*/ 4 h 209"/>
                <a:gd name="T62" fmla="*/ 74 w 240"/>
                <a:gd name="T63" fmla="*/ 11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4 w 240"/>
                <a:gd name="T97" fmla="*/ 123 h 209"/>
                <a:gd name="T98" fmla="*/ 203 w 240"/>
                <a:gd name="T99" fmla="*/ 119 h 209"/>
                <a:gd name="T100" fmla="*/ 236 w 240"/>
                <a:gd name="T101" fmla="*/ 94 h 209"/>
                <a:gd name="T102" fmla="*/ 232 w 240"/>
                <a:gd name="T103" fmla="*/ 58 h 209"/>
                <a:gd name="T104" fmla="*/ 214 w 240"/>
                <a:gd name="T105" fmla="*/ 53 h 209"/>
                <a:gd name="T106" fmla="*/ 204 w 240"/>
                <a:gd name="T107" fmla="*/ 51 h 209"/>
                <a:gd name="T108" fmla="*/ 209 w 240"/>
                <a:gd name="T109" fmla="*/ 24 h 209"/>
                <a:gd name="T110" fmla="*/ 195 w 240"/>
                <a:gd name="T111" fmla="*/ 5 h 209"/>
                <a:gd name="T112" fmla="*/ 192 w 240"/>
                <a:gd name="T113" fmla="*/ 3 h 209"/>
                <a:gd name="T114" fmla="*/ 124 w 240"/>
                <a:gd name="T115" fmla="*/ 3 h 209"/>
                <a:gd name="T116" fmla="*/ 121 w 240"/>
                <a:gd name="T117" fmla="*/ 4 h 209"/>
                <a:gd name="T118" fmla="*/ 119 w 240"/>
                <a:gd name="T119" fmla="*/ 6 h 209"/>
                <a:gd name="T120" fmla="*/ 111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0" y="191"/>
                  </a:moveTo>
                  <a:cubicBezTo>
                    <a:pt x="213" y="189"/>
                    <a:pt x="213" y="189"/>
                    <a:pt x="213" y="189"/>
                  </a:cubicBezTo>
                  <a:cubicBezTo>
                    <a:pt x="210" y="191"/>
                    <a:pt x="210" y="191"/>
                    <a:pt x="210" y="191"/>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5"/>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9"/>
                    <a:pt x="81" y="8"/>
                    <a:pt x="81" y="8"/>
                  </a:cubicBezTo>
                  <a:cubicBezTo>
                    <a:pt x="86" y="8"/>
                    <a:pt x="97" y="6"/>
                    <a:pt x="105" y="6"/>
                  </a:cubicBezTo>
                  <a:cubicBezTo>
                    <a:pt x="105" y="6"/>
                    <a:pt x="105" y="6"/>
                    <a:pt x="105" y="6"/>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7" y="176"/>
                  </a:cubicBezTo>
                  <a:cubicBezTo>
                    <a:pt x="89" y="176"/>
                    <a:pt x="103" y="173"/>
                    <a:pt x="114" y="168"/>
                  </a:cubicBezTo>
                  <a:cubicBezTo>
                    <a:pt x="119" y="166"/>
                    <a:pt x="124" y="163"/>
                    <a:pt x="128" y="160"/>
                  </a:cubicBezTo>
                  <a:cubicBezTo>
                    <a:pt x="129"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5"/>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6"/>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 name="Freeform 1658">
              <a:extLst>
                <a:ext uri="{FF2B5EF4-FFF2-40B4-BE49-F238E27FC236}">
                  <a16:creationId xmlns:a16="http://schemas.microsoft.com/office/drawing/2014/main" id="{62DDA3D0-4AA8-4110-A344-5A6D5EDE8BCF}"/>
                </a:ext>
              </a:extLst>
            </p:cNvPr>
            <p:cNvSpPr>
              <a:spLocks noEditPoints="1"/>
            </p:cNvSpPr>
            <p:nvPr userDrawn="1"/>
          </p:nvSpPr>
          <p:spPr bwMode="auto">
            <a:xfrm>
              <a:off x="7516142" y="4002787"/>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7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 name="Freeform 1659">
              <a:extLst>
                <a:ext uri="{FF2B5EF4-FFF2-40B4-BE49-F238E27FC236}">
                  <a16:creationId xmlns:a16="http://schemas.microsoft.com/office/drawing/2014/main" id="{CB8E4B0E-4912-4A88-A35F-B303EB95EB98}"/>
                </a:ext>
              </a:extLst>
            </p:cNvPr>
            <p:cNvSpPr>
              <a:spLocks noEditPoints="1"/>
            </p:cNvSpPr>
            <p:nvPr userDrawn="1"/>
          </p:nvSpPr>
          <p:spPr bwMode="auto">
            <a:xfrm>
              <a:off x="8756414" y="3966663"/>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7"/>
                    <a:pt x="1" y="67"/>
                    <a:pt x="1" y="68"/>
                  </a:cubicBezTo>
                  <a:cubicBezTo>
                    <a:pt x="0" y="69"/>
                    <a:pt x="0" y="71"/>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 name="Freeform 1660">
              <a:extLst>
                <a:ext uri="{FF2B5EF4-FFF2-40B4-BE49-F238E27FC236}">
                  <a16:creationId xmlns:a16="http://schemas.microsoft.com/office/drawing/2014/main" id="{284F9702-2080-46B8-884B-7B12D56A575A}"/>
                </a:ext>
              </a:extLst>
            </p:cNvPr>
            <p:cNvSpPr>
              <a:spLocks noEditPoints="1"/>
            </p:cNvSpPr>
            <p:nvPr userDrawn="1"/>
          </p:nvSpPr>
          <p:spPr bwMode="auto">
            <a:xfrm>
              <a:off x="8802573" y="4757386"/>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3"/>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9"/>
                  </a:cubicBezTo>
                  <a:cubicBezTo>
                    <a:pt x="271" y="217"/>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 name="Freeform 1661">
              <a:extLst>
                <a:ext uri="{FF2B5EF4-FFF2-40B4-BE49-F238E27FC236}">
                  <a16:creationId xmlns:a16="http://schemas.microsoft.com/office/drawing/2014/main" id="{503347A6-C055-4F2B-99A1-3A838B957B49}"/>
                </a:ext>
              </a:extLst>
            </p:cNvPr>
            <p:cNvSpPr>
              <a:spLocks noEditPoints="1"/>
            </p:cNvSpPr>
            <p:nvPr userDrawn="1"/>
          </p:nvSpPr>
          <p:spPr bwMode="auto">
            <a:xfrm>
              <a:off x="8802573"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 name="Freeform 1662">
              <a:extLst>
                <a:ext uri="{FF2B5EF4-FFF2-40B4-BE49-F238E27FC236}">
                  <a16:creationId xmlns:a16="http://schemas.microsoft.com/office/drawing/2014/main" id="{F6D0ECE6-9339-47C2-B19E-EA324306A992}"/>
                </a:ext>
              </a:extLst>
            </p:cNvPr>
            <p:cNvSpPr>
              <a:spLocks noEditPoints="1"/>
            </p:cNvSpPr>
            <p:nvPr userDrawn="1"/>
          </p:nvSpPr>
          <p:spPr bwMode="auto">
            <a:xfrm>
              <a:off x="7734895" y="4225555"/>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4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 name="Freeform 1663">
              <a:extLst>
                <a:ext uri="{FF2B5EF4-FFF2-40B4-BE49-F238E27FC236}">
                  <a16:creationId xmlns:a16="http://schemas.microsoft.com/office/drawing/2014/main" id="{2C2C4805-8B88-4849-90C8-3D53ED7B194B}"/>
                </a:ext>
              </a:extLst>
            </p:cNvPr>
            <p:cNvSpPr>
              <a:spLocks noEditPoints="1"/>
            </p:cNvSpPr>
            <p:nvPr userDrawn="1"/>
          </p:nvSpPr>
          <p:spPr bwMode="auto">
            <a:xfrm>
              <a:off x="6486595" y="4458357"/>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2"/>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8"/>
                    <a:pt x="59" y="6"/>
                  </a:cubicBezTo>
                  <a:moveTo>
                    <a:pt x="126" y="0"/>
                  </a:moveTo>
                  <a:cubicBezTo>
                    <a:pt x="59" y="0"/>
                    <a:pt x="59" y="0"/>
                    <a:pt x="59" y="0"/>
                  </a:cubicBezTo>
                  <a:cubicBezTo>
                    <a:pt x="58" y="0"/>
                    <a:pt x="58" y="0"/>
                    <a:pt x="58" y="0"/>
                  </a:cubicBezTo>
                  <a:cubicBezTo>
                    <a:pt x="47" y="2"/>
                    <a:pt x="41" y="8"/>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7"/>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 name="Freeform 1664">
              <a:extLst>
                <a:ext uri="{FF2B5EF4-FFF2-40B4-BE49-F238E27FC236}">
                  <a16:creationId xmlns:a16="http://schemas.microsoft.com/office/drawing/2014/main" id="{FCC84059-4814-4001-9608-8BB2D65E6B9E}"/>
                </a:ext>
              </a:extLst>
            </p:cNvPr>
            <p:cNvSpPr>
              <a:spLocks noEditPoints="1"/>
            </p:cNvSpPr>
            <p:nvPr userDrawn="1"/>
          </p:nvSpPr>
          <p:spPr bwMode="auto">
            <a:xfrm>
              <a:off x="8130257" y="5168804"/>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9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9"/>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 name="Freeform 1665">
              <a:extLst>
                <a:ext uri="{FF2B5EF4-FFF2-40B4-BE49-F238E27FC236}">
                  <a16:creationId xmlns:a16="http://schemas.microsoft.com/office/drawing/2014/main" id="{A0ADF177-44EB-4CDD-9D7D-E0009D6E3DFA}"/>
                </a:ext>
              </a:extLst>
            </p:cNvPr>
            <p:cNvSpPr>
              <a:spLocks noEditPoints="1"/>
            </p:cNvSpPr>
            <p:nvPr userDrawn="1"/>
          </p:nvSpPr>
          <p:spPr bwMode="auto">
            <a:xfrm>
              <a:off x="8479460" y="3910469"/>
              <a:ext cx="132456" cy="80277"/>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4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3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6"/>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4"/>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3"/>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 name="Freeform 1666">
              <a:extLst>
                <a:ext uri="{FF2B5EF4-FFF2-40B4-BE49-F238E27FC236}">
                  <a16:creationId xmlns:a16="http://schemas.microsoft.com/office/drawing/2014/main" id="{4B5FFC45-9B85-4B3D-8C08-BEF120C853C6}"/>
                </a:ext>
              </a:extLst>
            </p:cNvPr>
            <p:cNvSpPr>
              <a:spLocks noEditPoints="1"/>
            </p:cNvSpPr>
            <p:nvPr userDrawn="1"/>
          </p:nvSpPr>
          <p:spPr bwMode="auto">
            <a:xfrm>
              <a:off x="8208526" y="3952615"/>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 name="Freeform 1667">
              <a:extLst>
                <a:ext uri="{FF2B5EF4-FFF2-40B4-BE49-F238E27FC236}">
                  <a16:creationId xmlns:a16="http://schemas.microsoft.com/office/drawing/2014/main" id="{980E4243-CCAE-4FA1-913D-910D3EF2C657}"/>
                </a:ext>
              </a:extLst>
            </p:cNvPr>
            <p:cNvSpPr>
              <a:spLocks noEditPoints="1"/>
            </p:cNvSpPr>
            <p:nvPr userDrawn="1"/>
          </p:nvSpPr>
          <p:spPr bwMode="auto">
            <a:xfrm>
              <a:off x="6912061" y="4725276"/>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 name="Freeform 1668">
              <a:extLst>
                <a:ext uri="{FF2B5EF4-FFF2-40B4-BE49-F238E27FC236}">
                  <a16:creationId xmlns:a16="http://schemas.microsoft.com/office/drawing/2014/main" id="{123B8D6D-5265-4692-8853-74BB2786BEF3}"/>
                </a:ext>
              </a:extLst>
            </p:cNvPr>
            <p:cNvSpPr>
              <a:spLocks noEditPoints="1"/>
            </p:cNvSpPr>
            <p:nvPr userDrawn="1"/>
          </p:nvSpPr>
          <p:spPr bwMode="auto">
            <a:xfrm>
              <a:off x="7907489" y="4143271"/>
              <a:ext cx="642212" cy="192664"/>
            </a:xfrm>
            <a:custGeom>
              <a:avLst/>
              <a:gdLst>
                <a:gd name="T0" fmla="*/ 92 w 426"/>
                <a:gd name="T1" fmla="*/ 25 h 128"/>
                <a:gd name="T2" fmla="*/ 346 w 426"/>
                <a:gd name="T3" fmla="*/ 6 h 128"/>
                <a:gd name="T4" fmla="*/ 373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0 w 426"/>
                <a:gd name="T47" fmla="*/ 71 h 128"/>
                <a:gd name="T48" fmla="*/ 31 w 426"/>
                <a:gd name="T49" fmla="*/ 74 h 128"/>
                <a:gd name="T50" fmla="*/ 37 w 426"/>
                <a:gd name="T51" fmla="*/ 92 h 128"/>
                <a:gd name="T52" fmla="*/ 59 w 426"/>
                <a:gd name="T53" fmla="*/ 109 h 128"/>
                <a:gd name="T54" fmla="*/ 29 w 426"/>
                <a:gd name="T55" fmla="*/ 125 h 128"/>
                <a:gd name="T56" fmla="*/ 74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7"/>
                    <a:pt x="371" y="7"/>
                  </a:cubicBezTo>
                  <a:cubicBezTo>
                    <a:pt x="372" y="7"/>
                    <a:pt x="372" y="7"/>
                    <a:pt x="373" y="7"/>
                  </a:cubicBezTo>
                  <a:cubicBezTo>
                    <a:pt x="373" y="7"/>
                    <a:pt x="373" y="7"/>
                    <a:pt x="373" y="7"/>
                  </a:cubicBezTo>
                  <a:cubicBezTo>
                    <a:pt x="395"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7"/>
                  </a:cubicBezTo>
                  <a:cubicBezTo>
                    <a:pt x="369" y="107"/>
                    <a:pt x="368"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20"/>
                    <a:pt x="83" y="20"/>
                  </a:cubicBezTo>
                  <a:cubicBezTo>
                    <a:pt x="82" y="20"/>
                    <a:pt x="69" y="21"/>
                    <a:pt x="57" y="27"/>
                  </a:cubicBezTo>
                  <a:cubicBezTo>
                    <a:pt x="50" y="30"/>
                    <a:pt x="44" y="35"/>
                    <a:pt x="39" y="42"/>
                  </a:cubicBezTo>
                  <a:cubicBezTo>
                    <a:pt x="34" y="50"/>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 name="Freeform 1669">
              <a:extLst>
                <a:ext uri="{FF2B5EF4-FFF2-40B4-BE49-F238E27FC236}">
                  <a16:creationId xmlns:a16="http://schemas.microsoft.com/office/drawing/2014/main" id="{FCC6DCE9-69CD-43F2-8074-8CFA3230A837}"/>
                </a:ext>
              </a:extLst>
            </p:cNvPr>
            <p:cNvSpPr>
              <a:spLocks/>
            </p:cNvSpPr>
            <p:nvPr userDrawn="1"/>
          </p:nvSpPr>
          <p:spPr bwMode="auto">
            <a:xfrm>
              <a:off x="6498636" y="4239603"/>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3 w 426"/>
                <a:gd name="T73" fmla="*/ 7 h 127"/>
                <a:gd name="T74" fmla="*/ 391 w 426"/>
                <a:gd name="T75" fmla="*/ 5 h 127"/>
                <a:gd name="T76" fmla="*/ 376 w 426"/>
                <a:gd name="T77" fmla="*/ 2 h 127"/>
                <a:gd name="T78" fmla="*/ 374 w 426"/>
                <a:gd name="T79" fmla="*/ 1 h 127"/>
                <a:gd name="T80" fmla="*/ 346 w 426"/>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4"/>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 name="Freeform 1670">
              <a:extLst>
                <a:ext uri="{FF2B5EF4-FFF2-40B4-BE49-F238E27FC236}">
                  <a16:creationId xmlns:a16="http://schemas.microsoft.com/office/drawing/2014/main" id="{A47CB4C9-2050-4775-9CCF-FD09DDBC071A}"/>
                </a:ext>
              </a:extLst>
            </p:cNvPr>
            <p:cNvSpPr>
              <a:spLocks noEditPoints="1"/>
            </p:cNvSpPr>
            <p:nvPr userDrawn="1"/>
          </p:nvSpPr>
          <p:spPr bwMode="auto">
            <a:xfrm>
              <a:off x="7064586" y="4241610"/>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 name="Freeform 1671">
              <a:extLst>
                <a:ext uri="{FF2B5EF4-FFF2-40B4-BE49-F238E27FC236}">
                  <a16:creationId xmlns:a16="http://schemas.microsoft.com/office/drawing/2014/main" id="{001FD931-5E98-4228-8E2A-1AE29E475051}"/>
                </a:ext>
              </a:extLst>
            </p:cNvPr>
            <p:cNvSpPr>
              <a:spLocks noEditPoints="1"/>
            </p:cNvSpPr>
            <p:nvPr userDrawn="1"/>
          </p:nvSpPr>
          <p:spPr bwMode="auto">
            <a:xfrm>
              <a:off x="7052544" y="4817594"/>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6 h 128"/>
                <a:gd name="T64" fmla="*/ 84 w 426"/>
                <a:gd name="T65" fmla="*/ 26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09 w 426"/>
                <a:gd name="T77" fmla="*/ 21 h 128"/>
                <a:gd name="T78" fmla="*/ 410 w 426"/>
                <a:gd name="T79" fmla="*/ 15 h 128"/>
                <a:gd name="T80" fmla="*/ 374 w 426"/>
                <a:gd name="T81" fmla="*/ 1 h 128"/>
                <a:gd name="T82" fmla="*/ 374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8"/>
                  </a:moveTo>
                  <a:cubicBezTo>
                    <a:pt x="202" y="8"/>
                    <a:pt x="193" y="9"/>
                    <a:pt x="184" y="10"/>
                  </a:cubicBezTo>
                  <a:cubicBezTo>
                    <a:pt x="130" y="15"/>
                    <a:pt x="85" y="19"/>
                    <a:pt x="83" y="20"/>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2"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8" y="28"/>
                  </a:cubicBezTo>
                  <a:cubicBezTo>
                    <a:pt x="73" y="27"/>
                    <a:pt x="76" y="26"/>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6" y="25"/>
                    <a:pt x="92" y="25"/>
                  </a:cubicBezTo>
                  <a:cubicBezTo>
                    <a:pt x="111" y="23"/>
                    <a:pt x="165" y="17"/>
                    <a:pt x="221" y="13"/>
                  </a:cubicBezTo>
                  <a:cubicBezTo>
                    <a:pt x="211" y="8"/>
                    <a:pt x="211" y="8"/>
                    <a:pt x="211" y="8"/>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 name="Freeform 1672">
              <a:extLst>
                <a:ext uri="{FF2B5EF4-FFF2-40B4-BE49-F238E27FC236}">
                  <a16:creationId xmlns:a16="http://schemas.microsoft.com/office/drawing/2014/main" id="{D23AEA35-9D67-47DA-B932-647A09F12ED2}"/>
                </a:ext>
              </a:extLst>
            </p:cNvPr>
            <p:cNvSpPr>
              <a:spLocks noEditPoints="1"/>
            </p:cNvSpPr>
            <p:nvPr userDrawn="1"/>
          </p:nvSpPr>
          <p:spPr bwMode="auto">
            <a:xfrm>
              <a:off x="8627972"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1 h 276"/>
                <a:gd name="T58" fmla="*/ 79 w 80"/>
                <a:gd name="T59" fmla="*/ 242 h 276"/>
                <a:gd name="T60" fmla="*/ 80 w 80"/>
                <a:gd name="T61" fmla="*/ 216 h 276"/>
                <a:gd name="T62" fmla="*/ 67 w 80"/>
                <a:gd name="T63" fmla="*/ 46 h 276"/>
                <a:gd name="T64" fmla="*/ 37 w 80"/>
                <a:gd name="T65" fmla="*/ 28 h 276"/>
                <a:gd name="T66" fmla="*/ 36 w 80"/>
                <a:gd name="T67" fmla="*/ 28 h 276"/>
                <a:gd name="T68" fmla="*/ 36 w 80"/>
                <a:gd name="T69" fmla="*/ 28 h 276"/>
                <a:gd name="T70" fmla="*/ 15 w 80"/>
                <a:gd name="T71" fmla="*/ 40 h 276"/>
                <a:gd name="T72" fmla="*/ 0 w 80"/>
                <a:gd name="T73"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 name="Freeform 1673">
              <a:extLst>
                <a:ext uri="{FF2B5EF4-FFF2-40B4-BE49-F238E27FC236}">
                  <a16:creationId xmlns:a16="http://schemas.microsoft.com/office/drawing/2014/main" id="{85EB2774-E601-4F38-83A1-E975209D059A}"/>
                </a:ext>
              </a:extLst>
            </p:cNvPr>
            <p:cNvSpPr>
              <a:spLocks noEditPoints="1"/>
            </p:cNvSpPr>
            <p:nvPr userDrawn="1"/>
          </p:nvSpPr>
          <p:spPr bwMode="auto">
            <a:xfrm>
              <a:off x="8644027" y="3822165"/>
              <a:ext cx="94326" cy="331141"/>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56 w 63"/>
                <a:gd name="T17" fmla="*/ 193 h 220"/>
                <a:gd name="T18" fmla="*/ 39 w 63"/>
                <a:gd name="T19" fmla="*/ 214 h 220"/>
                <a:gd name="T20" fmla="*/ 38 w 63"/>
                <a:gd name="T21" fmla="*/ 214 h 220"/>
                <a:gd name="T22" fmla="*/ 38 w 63"/>
                <a:gd name="T23" fmla="*/ 214 h 220"/>
                <a:gd name="T24" fmla="*/ 12 w 63"/>
                <a:gd name="T25" fmla="*/ 197 h 220"/>
                <a:gd name="T26" fmla="*/ 10 w 63"/>
                <a:gd name="T27" fmla="*/ 190 h 220"/>
                <a:gd name="T28" fmla="*/ 10 w 63"/>
                <a:gd name="T29" fmla="*/ 190 h 220"/>
                <a:gd name="T30" fmla="*/ 10 w 63"/>
                <a:gd name="T31" fmla="*/ 63 h 220"/>
                <a:gd name="T32" fmla="*/ 10 w 63"/>
                <a:gd name="T33" fmla="*/ 54 h 220"/>
                <a:gd name="T34" fmla="*/ 14 w 63"/>
                <a:gd name="T35" fmla="*/ 48 h 220"/>
                <a:gd name="T36" fmla="*/ 24 w 63"/>
                <a:gd name="T37" fmla="*/ 34 h 220"/>
                <a:gd name="T38" fmla="*/ 29 w 63"/>
                <a:gd name="T39" fmla="*/ 33 h 220"/>
                <a:gd name="T40" fmla="*/ 0 w 63"/>
                <a:gd name="T41" fmla="*/ 0 h 220"/>
                <a:gd name="T42" fmla="*/ 3 w 63"/>
                <a:gd name="T43" fmla="*/ 43 h 220"/>
                <a:gd name="T44" fmla="*/ 4 w 63"/>
                <a:gd name="T45" fmla="*/ 62 h 220"/>
                <a:gd name="T46" fmla="*/ 4 w 63"/>
                <a:gd name="T47" fmla="*/ 62 h 220"/>
                <a:gd name="T48" fmla="*/ 4 w 63"/>
                <a:gd name="T49" fmla="*/ 190 h 220"/>
                <a:gd name="T50" fmla="*/ 19 w 63"/>
                <a:gd name="T51" fmla="*/ 215 h 220"/>
                <a:gd name="T52" fmla="*/ 39 w 63"/>
                <a:gd name="T53" fmla="*/ 220 h 220"/>
                <a:gd name="T54" fmla="*/ 62 w 63"/>
                <a:gd name="T55" fmla="*/ 194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3"/>
                  </a:cubicBezTo>
                  <a:cubicBezTo>
                    <a:pt x="56" y="193"/>
                    <a:pt x="56" y="193"/>
                    <a:pt x="56" y="193"/>
                  </a:cubicBezTo>
                  <a:cubicBezTo>
                    <a:pt x="56" y="193"/>
                    <a:pt x="56" y="193"/>
                    <a:pt x="56" y="193"/>
                  </a:cubicBezTo>
                  <a:cubicBezTo>
                    <a:pt x="56" y="193"/>
                    <a:pt x="56" y="193"/>
                    <a:pt x="56" y="193"/>
                  </a:cubicBezTo>
                  <a:cubicBezTo>
                    <a:pt x="55" y="204"/>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4"/>
                    <a:pt x="62" y="194"/>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 name="Freeform 1674">
              <a:extLst>
                <a:ext uri="{FF2B5EF4-FFF2-40B4-BE49-F238E27FC236}">
                  <a16:creationId xmlns:a16="http://schemas.microsoft.com/office/drawing/2014/main" id="{8DB959D8-D366-476B-B416-BEB768F4B840}"/>
                </a:ext>
              </a:extLst>
            </p:cNvPr>
            <p:cNvSpPr>
              <a:spLocks noEditPoints="1"/>
            </p:cNvSpPr>
            <p:nvPr userDrawn="1"/>
          </p:nvSpPr>
          <p:spPr bwMode="auto">
            <a:xfrm>
              <a:off x="8684165" y="4237596"/>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1 h 275"/>
                <a:gd name="T62" fmla="*/ 80 w 80"/>
                <a:gd name="T63" fmla="*/ 220 h 275"/>
                <a:gd name="T64" fmla="*/ 72 w 80"/>
                <a:gd name="T65" fmla="*/ 62 h 275"/>
                <a:gd name="T66" fmla="*/ 57 w 80"/>
                <a:gd name="T67" fmla="*/ 34 h 275"/>
                <a:gd name="T68" fmla="*/ 37 w 80"/>
                <a:gd name="T69" fmla="*/ 28 h 275"/>
                <a:gd name="T70" fmla="*/ 36 w 80"/>
                <a:gd name="T71" fmla="*/ 28 h 275"/>
                <a:gd name="T72" fmla="*/ 24 w 80"/>
                <a:gd name="T73" fmla="*/ 32 h 275"/>
                <a:gd name="T74" fmla="*/ 13 w 80"/>
                <a:gd name="T75"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5">
                  <a:moveTo>
                    <a:pt x="36" y="34"/>
                  </a:moveTo>
                  <a:cubicBezTo>
                    <a:pt x="37" y="34"/>
                    <a:pt x="37" y="34"/>
                    <a:pt x="37" y="34"/>
                  </a:cubicBezTo>
                  <a:cubicBezTo>
                    <a:pt x="44" y="34"/>
                    <a:pt x="50" y="36"/>
                    <a:pt x="54" y="39"/>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3"/>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5"/>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2" y="62"/>
                  </a:cubicBezTo>
                  <a:cubicBezTo>
                    <a:pt x="72" y="61"/>
                    <a:pt x="71" y="54"/>
                    <a:pt x="67" y="46"/>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 name="Freeform 1675">
              <a:extLst>
                <a:ext uri="{FF2B5EF4-FFF2-40B4-BE49-F238E27FC236}">
                  <a16:creationId xmlns:a16="http://schemas.microsoft.com/office/drawing/2014/main" id="{F4CF9F08-22D1-4304-81CE-CA059D1793FF}"/>
                </a:ext>
              </a:extLst>
            </p:cNvPr>
            <p:cNvSpPr>
              <a:spLocks noEditPoints="1"/>
            </p:cNvSpPr>
            <p:nvPr userDrawn="1"/>
          </p:nvSpPr>
          <p:spPr bwMode="auto">
            <a:xfrm>
              <a:off x="7955655" y="5572193"/>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 name="Freeform 1676">
              <a:extLst>
                <a:ext uri="{FF2B5EF4-FFF2-40B4-BE49-F238E27FC236}">
                  <a16:creationId xmlns:a16="http://schemas.microsoft.com/office/drawing/2014/main" id="{C9F04F5C-AC23-466C-9198-7A184BBB70EB}"/>
                </a:ext>
              </a:extLst>
            </p:cNvPr>
            <p:cNvSpPr>
              <a:spLocks/>
            </p:cNvSpPr>
            <p:nvPr userDrawn="1"/>
          </p:nvSpPr>
          <p:spPr bwMode="auto">
            <a:xfrm>
              <a:off x="8563750" y="5708663"/>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 name="Freeform 1677">
              <a:extLst>
                <a:ext uri="{FF2B5EF4-FFF2-40B4-BE49-F238E27FC236}">
                  <a16:creationId xmlns:a16="http://schemas.microsoft.com/office/drawing/2014/main" id="{EC87ACBB-2DA2-4149-BE9F-6BAF033F603C}"/>
                </a:ext>
              </a:extLst>
            </p:cNvPr>
            <p:cNvSpPr>
              <a:spLocks noEditPoints="1"/>
            </p:cNvSpPr>
            <p:nvPr userDrawn="1"/>
          </p:nvSpPr>
          <p:spPr bwMode="auto">
            <a:xfrm>
              <a:off x="8501536" y="4303824"/>
              <a:ext cx="148512" cy="471625"/>
            </a:xfrm>
            <a:custGeom>
              <a:avLst/>
              <a:gdLst>
                <a:gd name="T0" fmla="*/ 19 w 99"/>
                <a:gd name="T1" fmla="*/ 247 h 313"/>
                <a:gd name="T2" fmla="*/ 19 w 99"/>
                <a:gd name="T3" fmla="*/ 247 h 313"/>
                <a:gd name="T4" fmla="*/ 91 w 99"/>
                <a:gd name="T5" fmla="*/ 233 h 313"/>
                <a:gd name="T6" fmla="*/ 91 w 99"/>
                <a:gd name="T7" fmla="*/ 233 h 313"/>
                <a:gd name="T8" fmla="*/ 91 w 99"/>
                <a:gd name="T9" fmla="*/ 233 h 313"/>
                <a:gd name="T10" fmla="*/ 91 w 99"/>
                <a:gd name="T11" fmla="*/ 233 h 313"/>
                <a:gd name="T12" fmla="*/ 91 w 99"/>
                <a:gd name="T13" fmla="*/ 233 h 313"/>
                <a:gd name="T14" fmla="*/ 90 w 99"/>
                <a:gd name="T15" fmla="*/ 233 h 313"/>
                <a:gd name="T16" fmla="*/ 22 w 99"/>
                <a:gd name="T17" fmla="*/ 246 h 313"/>
                <a:gd name="T18" fmla="*/ 13 w 99"/>
                <a:gd name="T19" fmla="*/ 157 h 313"/>
                <a:gd name="T20" fmla="*/ 7 w 99"/>
                <a:gd name="T21" fmla="*/ 41 h 313"/>
                <a:gd name="T22" fmla="*/ 21 w 99"/>
                <a:gd name="T23" fmla="*/ 11 h 313"/>
                <a:gd name="T24" fmla="*/ 34 w 99"/>
                <a:gd name="T25" fmla="*/ 6 h 313"/>
                <a:gd name="T26" fmla="*/ 35 w 99"/>
                <a:gd name="T27" fmla="*/ 6 h 313"/>
                <a:gd name="T28" fmla="*/ 35 w 99"/>
                <a:gd name="T29" fmla="*/ 6 h 313"/>
                <a:gd name="T30" fmla="*/ 60 w 99"/>
                <a:gd name="T31" fmla="*/ 12 h 313"/>
                <a:gd name="T32" fmla="*/ 79 w 99"/>
                <a:gd name="T33" fmla="*/ 39 h 313"/>
                <a:gd name="T34" fmla="*/ 79 w 99"/>
                <a:gd name="T35" fmla="*/ 42 h 313"/>
                <a:gd name="T36" fmla="*/ 85 w 99"/>
                <a:gd name="T37" fmla="*/ 233 h 313"/>
                <a:gd name="T38" fmla="*/ 86 w 99"/>
                <a:gd name="T39" fmla="*/ 244 h 313"/>
                <a:gd name="T40" fmla="*/ 80 w 99"/>
                <a:gd name="T41" fmla="*/ 237 h 313"/>
                <a:gd name="T42" fmla="*/ 76 w 99"/>
                <a:gd name="T43" fmla="*/ 268 h 313"/>
                <a:gd name="T44" fmla="*/ 59 w 99"/>
                <a:gd name="T45" fmla="*/ 279 h 313"/>
                <a:gd name="T46" fmla="*/ 57 w 99"/>
                <a:gd name="T47" fmla="*/ 279 h 313"/>
                <a:gd name="T48" fmla="*/ 55 w 99"/>
                <a:gd name="T49" fmla="*/ 279 h 313"/>
                <a:gd name="T50" fmla="*/ 24 w 99"/>
                <a:gd name="T51" fmla="*/ 257 h 313"/>
                <a:gd name="T52" fmla="*/ 22 w 99"/>
                <a:gd name="T53" fmla="*/ 247 h 313"/>
                <a:gd name="T54" fmla="*/ 22 w 99"/>
                <a:gd name="T55" fmla="*/ 247 h 313"/>
                <a:gd name="T56" fmla="*/ 22 w 99"/>
                <a:gd name="T57" fmla="*/ 246 h 313"/>
                <a:gd name="T58" fmla="*/ 17 w 99"/>
                <a:gd name="T59" fmla="*/ 6 h 313"/>
                <a:gd name="T60" fmla="*/ 1 w 99"/>
                <a:gd name="T61" fmla="*/ 40 h 313"/>
                <a:gd name="T62" fmla="*/ 8 w 99"/>
                <a:gd name="T63" fmla="*/ 173 h 313"/>
                <a:gd name="T64" fmla="*/ 21 w 99"/>
                <a:gd name="T65" fmla="*/ 266 h 313"/>
                <a:gd name="T66" fmla="*/ 55 w 99"/>
                <a:gd name="T67" fmla="*/ 285 h 313"/>
                <a:gd name="T68" fmla="*/ 58 w 99"/>
                <a:gd name="T69" fmla="*/ 285 h 313"/>
                <a:gd name="T70" fmla="*/ 58 w 99"/>
                <a:gd name="T71" fmla="*/ 285 h 313"/>
                <a:gd name="T72" fmla="*/ 81 w 99"/>
                <a:gd name="T73" fmla="*/ 271 h 313"/>
                <a:gd name="T74" fmla="*/ 99 w 99"/>
                <a:gd name="T75" fmla="*/ 313 h 313"/>
                <a:gd name="T76" fmla="*/ 95 w 99"/>
                <a:gd name="T77" fmla="*/ 278 h 313"/>
                <a:gd name="T78" fmla="*/ 92 w 99"/>
                <a:gd name="T79" fmla="*/ 240 h 313"/>
                <a:gd name="T80" fmla="*/ 91 w 99"/>
                <a:gd name="T81" fmla="*/ 233 h 313"/>
                <a:gd name="T82" fmla="*/ 85 w 99"/>
                <a:gd name="T83" fmla="*/ 42 h 313"/>
                <a:gd name="T84" fmla="*/ 78 w 99"/>
                <a:gd name="T85" fmla="*/ 21 h 313"/>
                <a:gd name="T86" fmla="*/ 35 w 99"/>
                <a:gd name="T8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1" y="233"/>
                  </a:moveTo>
                  <a:cubicBezTo>
                    <a:pt x="91" y="233"/>
                    <a:pt x="91" y="233"/>
                    <a:pt x="91" y="233"/>
                  </a:cubicBezTo>
                  <a:moveTo>
                    <a:pt x="91" y="233"/>
                  </a:moveTo>
                  <a:cubicBezTo>
                    <a:pt x="91" y="233"/>
                    <a:pt x="91" y="233"/>
                    <a:pt x="91" y="233"/>
                  </a:cubicBezTo>
                  <a:moveTo>
                    <a:pt x="91" y="233"/>
                  </a:moveTo>
                  <a:cubicBezTo>
                    <a:pt x="91" y="233"/>
                    <a:pt x="91" y="233"/>
                    <a:pt x="91" y="233"/>
                  </a:cubicBezTo>
                  <a:cubicBezTo>
                    <a:pt x="91" y="233"/>
                    <a:pt x="91" y="233"/>
                    <a:pt x="91" y="233"/>
                  </a:cubicBezTo>
                  <a:moveTo>
                    <a:pt x="91" y="233"/>
                  </a:moveTo>
                  <a:cubicBezTo>
                    <a:pt x="91" y="233"/>
                    <a:pt x="91" y="233"/>
                    <a:pt x="91" y="233"/>
                  </a:cubicBezTo>
                  <a:cubicBezTo>
                    <a:pt x="91" y="233"/>
                    <a:pt x="91" y="233"/>
                    <a:pt x="91" y="233"/>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 name="Freeform 1678">
              <a:extLst>
                <a:ext uri="{FF2B5EF4-FFF2-40B4-BE49-F238E27FC236}">
                  <a16:creationId xmlns:a16="http://schemas.microsoft.com/office/drawing/2014/main" id="{F6DF1225-5340-4C5B-A4F0-B77848B199C9}"/>
                </a:ext>
              </a:extLst>
            </p:cNvPr>
            <p:cNvSpPr>
              <a:spLocks noEditPoints="1"/>
            </p:cNvSpPr>
            <p:nvPr userDrawn="1"/>
          </p:nvSpPr>
          <p:spPr bwMode="auto">
            <a:xfrm>
              <a:off x="6281890" y="4311852"/>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0 w 116"/>
                <a:gd name="T21" fmla="*/ 6 h 365"/>
                <a:gd name="T22" fmla="*/ 41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3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39"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5"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5"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 name="Freeform 1679">
              <a:extLst>
                <a:ext uri="{FF2B5EF4-FFF2-40B4-BE49-F238E27FC236}">
                  <a16:creationId xmlns:a16="http://schemas.microsoft.com/office/drawing/2014/main" id="{7AA5D8E5-BAB6-4AED-B704-E08F1568ECC5}"/>
                </a:ext>
              </a:extLst>
            </p:cNvPr>
            <p:cNvSpPr>
              <a:spLocks/>
            </p:cNvSpPr>
            <p:nvPr userDrawn="1"/>
          </p:nvSpPr>
          <p:spPr bwMode="auto">
            <a:xfrm>
              <a:off x="6450471" y="4845690"/>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 name="Freeform 1680">
              <a:extLst>
                <a:ext uri="{FF2B5EF4-FFF2-40B4-BE49-F238E27FC236}">
                  <a16:creationId xmlns:a16="http://schemas.microsoft.com/office/drawing/2014/main" id="{4459C6BF-D52E-4412-A8D3-67CA700ABCE3}"/>
                </a:ext>
              </a:extLst>
            </p:cNvPr>
            <p:cNvSpPr>
              <a:spLocks noEditPoints="1"/>
            </p:cNvSpPr>
            <p:nvPr userDrawn="1"/>
          </p:nvSpPr>
          <p:spPr bwMode="auto">
            <a:xfrm>
              <a:off x="7977732" y="4351990"/>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 name="Freeform 1681">
              <a:extLst>
                <a:ext uri="{FF2B5EF4-FFF2-40B4-BE49-F238E27FC236}">
                  <a16:creationId xmlns:a16="http://schemas.microsoft.com/office/drawing/2014/main" id="{3510E7CA-4E6E-45F1-9C61-ED81440D7271}"/>
                </a:ext>
              </a:extLst>
            </p:cNvPr>
            <p:cNvSpPr>
              <a:spLocks noEditPoints="1"/>
            </p:cNvSpPr>
            <p:nvPr userDrawn="1"/>
          </p:nvSpPr>
          <p:spPr bwMode="auto">
            <a:xfrm>
              <a:off x="6251787" y="3992753"/>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3"/>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1"/>
                    <a:pt x="6" y="31"/>
                    <a:pt x="6" y="31"/>
                  </a:cubicBezTo>
                  <a:cubicBezTo>
                    <a:pt x="6" y="30"/>
                    <a:pt x="6" y="30"/>
                    <a:pt x="6" y="29"/>
                  </a:cubicBezTo>
                  <a:cubicBezTo>
                    <a:pt x="6" y="25"/>
                    <a:pt x="8" y="21"/>
                    <a:pt x="9" y="18"/>
                  </a:cubicBezTo>
                  <a:cubicBezTo>
                    <a:pt x="12" y="13"/>
                    <a:pt x="16" y="10"/>
                    <a:pt x="20" y="8"/>
                  </a:cubicBezTo>
                  <a:cubicBezTo>
                    <a:pt x="21" y="7"/>
                    <a:pt x="23" y="7"/>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9"/>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 name="Freeform 1682">
              <a:extLst>
                <a:ext uri="{FF2B5EF4-FFF2-40B4-BE49-F238E27FC236}">
                  <a16:creationId xmlns:a16="http://schemas.microsoft.com/office/drawing/2014/main" id="{77AFD2C7-7A44-4FEE-9782-DB252D5FB746}"/>
                </a:ext>
              </a:extLst>
            </p:cNvPr>
            <p:cNvSpPr>
              <a:spLocks noEditPoints="1"/>
            </p:cNvSpPr>
            <p:nvPr userDrawn="1"/>
          </p:nvSpPr>
          <p:spPr bwMode="auto">
            <a:xfrm>
              <a:off x="8322921" y="5160776"/>
              <a:ext cx="240830" cy="180622"/>
            </a:xfrm>
            <a:custGeom>
              <a:avLst/>
              <a:gdLst>
                <a:gd name="T0" fmla="*/ 6 w 160"/>
                <a:gd name="T1" fmla="*/ 46 h 121"/>
                <a:gd name="T2" fmla="*/ 6 w 160"/>
                <a:gd name="T3" fmla="*/ 46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4 h 121"/>
                <a:gd name="T42" fmla="*/ 6 w 160"/>
                <a:gd name="T43" fmla="*/ 45 h 121"/>
                <a:gd name="T44" fmla="*/ 12 w 160"/>
                <a:gd name="T45" fmla="*/ 39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6"/>
                  </a:moveTo>
                  <a:cubicBezTo>
                    <a:pt x="6" y="46"/>
                    <a:pt x="6" y="46"/>
                    <a:pt x="6" y="46"/>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4"/>
                    <a:pt x="7" y="94"/>
                    <a:pt x="7" y="94"/>
                  </a:cubicBezTo>
                  <a:cubicBezTo>
                    <a:pt x="6" y="45"/>
                    <a:pt x="6" y="45"/>
                    <a:pt x="6" y="45"/>
                  </a:cubicBezTo>
                  <a:cubicBezTo>
                    <a:pt x="7" y="44"/>
                    <a:pt x="9" y="41"/>
                    <a:pt x="12" y="39"/>
                  </a:cubicBezTo>
                  <a:cubicBezTo>
                    <a:pt x="16" y="35"/>
                    <a:pt x="24" y="31"/>
                    <a:pt x="36" y="31"/>
                  </a:cubicBezTo>
                  <a:cubicBezTo>
                    <a:pt x="39" y="31"/>
                    <a:pt x="42" y="32"/>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4"/>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8"/>
                    <a:pt x="160" y="57"/>
                    <a:pt x="160" y="56"/>
                  </a:cubicBezTo>
                  <a:cubicBezTo>
                    <a:pt x="160" y="49"/>
                    <a:pt x="157" y="44"/>
                    <a:pt x="154" y="40"/>
                  </a:cubicBezTo>
                  <a:cubicBezTo>
                    <a:pt x="148" y="35"/>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 name="Freeform 1683">
              <a:extLst>
                <a:ext uri="{FF2B5EF4-FFF2-40B4-BE49-F238E27FC236}">
                  <a16:creationId xmlns:a16="http://schemas.microsoft.com/office/drawing/2014/main" id="{17F29FFB-B656-43EF-8464-28CE62286D45}"/>
                </a:ext>
              </a:extLst>
            </p:cNvPr>
            <p:cNvSpPr>
              <a:spLocks noEditPoints="1"/>
            </p:cNvSpPr>
            <p:nvPr userDrawn="1"/>
          </p:nvSpPr>
          <p:spPr bwMode="auto">
            <a:xfrm>
              <a:off x="7963683" y="4502509"/>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20"/>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8"/>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 name="Freeform 1684">
              <a:extLst>
                <a:ext uri="{FF2B5EF4-FFF2-40B4-BE49-F238E27FC236}">
                  <a16:creationId xmlns:a16="http://schemas.microsoft.com/office/drawing/2014/main" id="{02F8B4A2-2A39-4A5C-9DB9-954E47A88F02}"/>
                </a:ext>
              </a:extLst>
            </p:cNvPr>
            <p:cNvSpPr>
              <a:spLocks noEditPoints="1"/>
            </p:cNvSpPr>
            <p:nvPr userDrawn="1"/>
          </p:nvSpPr>
          <p:spPr bwMode="auto">
            <a:xfrm>
              <a:off x="8772469" y="5674546"/>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5"/>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 name="Freeform 1685">
              <a:extLst>
                <a:ext uri="{FF2B5EF4-FFF2-40B4-BE49-F238E27FC236}">
                  <a16:creationId xmlns:a16="http://schemas.microsoft.com/office/drawing/2014/main" id="{5633B976-45EE-44D0-BEFE-DE994F41D3B4}"/>
                </a:ext>
              </a:extLst>
            </p:cNvPr>
            <p:cNvSpPr>
              <a:spLocks/>
            </p:cNvSpPr>
            <p:nvPr userDrawn="1"/>
          </p:nvSpPr>
          <p:spPr bwMode="auto">
            <a:xfrm>
              <a:off x="8979181" y="5839113"/>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 name="Freeform 1686">
              <a:extLst>
                <a:ext uri="{FF2B5EF4-FFF2-40B4-BE49-F238E27FC236}">
                  <a16:creationId xmlns:a16="http://schemas.microsoft.com/office/drawing/2014/main" id="{C9032F7D-7F01-479C-BCA3-72EB612FA6A5}"/>
                </a:ext>
              </a:extLst>
            </p:cNvPr>
            <p:cNvSpPr>
              <a:spLocks noEditPoints="1"/>
            </p:cNvSpPr>
            <p:nvPr userDrawn="1"/>
          </p:nvSpPr>
          <p:spPr bwMode="auto">
            <a:xfrm>
              <a:off x="7949635" y="5281191"/>
              <a:ext cx="313078" cy="280968"/>
            </a:xfrm>
            <a:custGeom>
              <a:avLst/>
              <a:gdLst>
                <a:gd name="T0" fmla="*/ 84 w 209"/>
                <a:gd name="T1" fmla="*/ 8 h 187"/>
                <a:gd name="T2" fmla="*/ 85 w 209"/>
                <a:gd name="T3" fmla="*/ 8 h 187"/>
                <a:gd name="T4" fmla="*/ 108 w 209"/>
                <a:gd name="T5" fmla="*/ 6 h 187"/>
                <a:gd name="T6" fmla="*/ 108 w 209"/>
                <a:gd name="T7" fmla="*/ 6 h 187"/>
                <a:gd name="T8" fmla="*/ 153 w 209"/>
                <a:gd name="T9" fmla="*/ 14 h 187"/>
                <a:gd name="T10" fmla="*/ 198 w 209"/>
                <a:gd name="T11" fmla="*/ 50 h 187"/>
                <a:gd name="T12" fmla="*/ 203 w 209"/>
                <a:gd name="T13" fmla="*/ 79 h 187"/>
                <a:gd name="T14" fmla="*/ 194 w 209"/>
                <a:gd name="T15" fmla="*/ 116 h 187"/>
                <a:gd name="T16" fmla="*/ 154 w 209"/>
                <a:gd name="T17" fmla="*/ 156 h 187"/>
                <a:gd name="T18" fmla="*/ 154 w 209"/>
                <a:gd name="T19" fmla="*/ 156 h 187"/>
                <a:gd name="T20" fmla="*/ 111 w 209"/>
                <a:gd name="T21" fmla="*/ 165 h 187"/>
                <a:gd name="T22" fmla="*/ 111 w 209"/>
                <a:gd name="T23" fmla="*/ 165 h 187"/>
                <a:gd name="T24" fmla="*/ 111 w 209"/>
                <a:gd name="T25" fmla="*/ 165 h 187"/>
                <a:gd name="T26" fmla="*/ 89 w 209"/>
                <a:gd name="T27" fmla="*/ 160 h 187"/>
                <a:gd name="T28" fmla="*/ 89 w 209"/>
                <a:gd name="T29" fmla="*/ 159 h 187"/>
                <a:gd name="T30" fmla="*/ 88 w 209"/>
                <a:gd name="T31" fmla="*/ 159 h 187"/>
                <a:gd name="T32" fmla="*/ 83 w 209"/>
                <a:gd name="T33" fmla="*/ 157 h 187"/>
                <a:gd name="T34" fmla="*/ 61 w 209"/>
                <a:gd name="T35" fmla="*/ 147 h 187"/>
                <a:gd name="T36" fmla="*/ 41 w 209"/>
                <a:gd name="T37" fmla="*/ 136 h 187"/>
                <a:gd name="T38" fmla="*/ 39 w 209"/>
                <a:gd name="T39" fmla="*/ 134 h 187"/>
                <a:gd name="T40" fmla="*/ 21 w 209"/>
                <a:gd name="T41" fmla="*/ 162 h 187"/>
                <a:gd name="T42" fmla="*/ 21 w 209"/>
                <a:gd name="T43" fmla="*/ 152 h 187"/>
                <a:gd name="T44" fmla="*/ 14 w 209"/>
                <a:gd name="T45" fmla="*/ 116 h 187"/>
                <a:gd name="T46" fmla="*/ 14 w 209"/>
                <a:gd name="T47" fmla="*/ 115 h 187"/>
                <a:gd name="T48" fmla="*/ 13 w 209"/>
                <a:gd name="T49" fmla="*/ 115 h 187"/>
                <a:gd name="T50" fmla="*/ 10 w 209"/>
                <a:gd name="T51" fmla="*/ 110 h 187"/>
                <a:gd name="T52" fmla="*/ 6 w 209"/>
                <a:gd name="T53" fmla="*/ 96 h 187"/>
                <a:gd name="T54" fmla="*/ 14 w 209"/>
                <a:gd name="T55" fmla="*/ 69 h 187"/>
                <a:gd name="T56" fmla="*/ 14 w 209"/>
                <a:gd name="T57" fmla="*/ 69 h 187"/>
                <a:gd name="T58" fmla="*/ 14 w 209"/>
                <a:gd name="T59" fmla="*/ 69 h 187"/>
                <a:gd name="T60" fmla="*/ 14 w 209"/>
                <a:gd name="T61" fmla="*/ 69 h 187"/>
                <a:gd name="T62" fmla="*/ 28 w 209"/>
                <a:gd name="T63" fmla="*/ 43 h 187"/>
                <a:gd name="T64" fmla="*/ 84 w 209"/>
                <a:gd name="T65" fmla="*/ 8 h 187"/>
                <a:gd name="T66" fmla="*/ 108 w 209"/>
                <a:gd name="T67" fmla="*/ 0 h 187"/>
                <a:gd name="T68" fmla="*/ 83 w 209"/>
                <a:gd name="T69" fmla="*/ 2 h 187"/>
                <a:gd name="T70" fmla="*/ 83 w 209"/>
                <a:gd name="T71" fmla="*/ 2 h 187"/>
                <a:gd name="T72" fmla="*/ 83 w 209"/>
                <a:gd name="T73" fmla="*/ 2 h 187"/>
                <a:gd name="T74" fmla="*/ 22 w 209"/>
                <a:gd name="T75" fmla="*/ 41 h 187"/>
                <a:gd name="T76" fmla="*/ 8 w 209"/>
                <a:gd name="T77" fmla="*/ 67 h 187"/>
                <a:gd name="T78" fmla="*/ 0 w 209"/>
                <a:gd name="T79" fmla="*/ 96 h 187"/>
                <a:gd name="T80" fmla="*/ 5 w 209"/>
                <a:gd name="T81" fmla="*/ 113 h 187"/>
                <a:gd name="T82" fmla="*/ 9 w 209"/>
                <a:gd name="T83" fmla="*/ 119 h 187"/>
                <a:gd name="T84" fmla="*/ 15 w 209"/>
                <a:gd name="T85" fmla="*/ 152 h 187"/>
                <a:gd name="T86" fmla="*/ 14 w 209"/>
                <a:gd name="T87" fmla="*/ 167 h 187"/>
                <a:gd name="T88" fmla="*/ 14 w 209"/>
                <a:gd name="T89" fmla="*/ 172 h 187"/>
                <a:gd name="T90" fmla="*/ 13 w 209"/>
                <a:gd name="T91" fmla="*/ 173 h 187"/>
                <a:gd name="T92" fmla="*/ 13 w 209"/>
                <a:gd name="T93" fmla="*/ 173 h 187"/>
                <a:gd name="T94" fmla="*/ 11 w 209"/>
                <a:gd name="T95" fmla="*/ 187 h 187"/>
                <a:gd name="T96" fmla="*/ 19 w 209"/>
                <a:gd name="T97" fmla="*/ 175 h 187"/>
                <a:gd name="T98" fmla="*/ 40 w 209"/>
                <a:gd name="T99" fmla="*/ 143 h 187"/>
                <a:gd name="T100" fmla="*/ 51 w 209"/>
                <a:gd name="T101" fmla="*/ 148 h 187"/>
                <a:gd name="T102" fmla="*/ 86 w 209"/>
                <a:gd name="T103" fmla="*/ 165 h 187"/>
                <a:gd name="T104" fmla="*/ 111 w 209"/>
                <a:gd name="T105" fmla="*/ 171 h 187"/>
                <a:gd name="T106" fmla="*/ 156 w 209"/>
                <a:gd name="T107" fmla="*/ 161 h 187"/>
                <a:gd name="T108" fmla="*/ 157 w 209"/>
                <a:gd name="T109" fmla="*/ 161 h 187"/>
                <a:gd name="T110" fmla="*/ 157 w 209"/>
                <a:gd name="T111" fmla="*/ 161 h 187"/>
                <a:gd name="T112" fmla="*/ 199 w 209"/>
                <a:gd name="T113" fmla="*/ 119 h 187"/>
                <a:gd name="T114" fmla="*/ 209 w 209"/>
                <a:gd name="T115" fmla="*/ 79 h 187"/>
                <a:gd name="T116" fmla="*/ 203 w 209"/>
                <a:gd name="T117" fmla="*/ 47 h 187"/>
                <a:gd name="T118" fmla="*/ 203 w 209"/>
                <a:gd name="T119" fmla="*/ 47 h 187"/>
                <a:gd name="T120" fmla="*/ 203 w 209"/>
                <a:gd name="T121" fmla="*/ 47 h 187"/>
                <a:gd name="T122" fmla="*/ 155 w 209"/>
                <a:gd name="T123" fmla="*/ 8 h 187"/>
                <a:gd name="T124" fmla="*/ 108 w 209"/>
                <a:gd name="T1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7">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1"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4"/>
                    <a:pt x="11"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8" y="56"/>
                    <a:pt x="28" y="43"/>
                  </a:cubicBezTo>
                  <a:cubicBezTo>
                    <a:pt x="39" y="30"/>
                    <a:pt x="56"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3" y="54"/>
                    <a:pt x="9" y="65"/>
                    <a:pt x="8" y="67"/>
                  </a:cubicBezTo>
                  <a:cubicBezTo>
                    <a:pt x="2" y="79"/>
                    <a:pt x="0" y="88"/>
                    <a:pt x="0" y="96"/>
                  </a:cubicBezTo>
                  <a:cubicBezTo>
                    <a:pt x="0" y="104"/>
                    <a:pt x="2"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6"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 name="Freeform 1687">
              <a:extLst>
                <a:ext uri="{FF2B5EF4-FFF2-40B4-BE49-F238E27FC236}">
                  <a16:creationId xmlns:a16="http://schemas.microsoft.com/office/drawing/2014/main" id="{566620E1-B846-4F9C-AD8E-C39D47588B4F}"/>
                </a:ext>
              </a:extLst>
            </p:cNvPr>
            <p:cNvSpPr>
              <a:spLocks noEditPoints="1"/>
            </p:cNvSpPr>
            <p:nvPr userDrawn="1"/>
          </p:nvSpPr>
          <p:spPr bwMode="auto">
            <a:xfrm>
              <a:off x="6534761" y="3830192"/>
              <a:ext cx="218754" cy="202699"/>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10 w 146"/>
                <a:gd name="T51" fmla="*/ 80 h 135"/>
                <a:gd name="T52" fmla="*/ 6 w 146"/>
                <a:gd name="T53" fmla="*/ 68 h 135"/>
                <a:gd name="T54" fmla="*/ 11 w 146"/>
                <a:gd name="T55" fmla="*/ 50 h 135"/>
                <a:gd name="T56" fmla="*/ 11 w 146"/>
                <a:gd name="T57" fmla="*/ 50 h 135"/>
                <a:gd name="T58" fmla="*/ 11 w 146"/>
                <a:gd name="T59" fmla="*/ 49 h 135"/>
                <a:gd name="T60" fmla="*/ 11 w 146"/>
                <a:gd name="T61" fmla="*/ 49 h 135"/>
                <a:gd name="T62" fmla="*/ 21 w 146"/>
                <a:gd name="T63" fmla="*/ 32 h 135"/>
                <a:gd name="T64" fmla="*/ 59 w 146"/>
                <a:gd name="T65" fmla="*/ 8 h 135"/>
                <a:gd name="T66" fmla="*/ 75 w 146"/>
                <a:gd name="T67" fmla="*/ 0 h 135"/>
                <a:gd name="T68" fmla="*/ 58 w 146"/>
                <a:gd name="T69" fmla="*/ 2 h 135"/>
                <a:gd name="T70" fmla="*/ 58 w 146"/>
                <a:gd name="T71" fmla="*/ 2 h 135"/>
                <a:gd name="T72" fmla="*/ 58 w 146"/>
                <a:gd name="T73" fmla="*/ 2 h 135"/>
                <a:gd name="T74" fmla="*/ 16 w 146"/>
                <a:gd name="T75" fmla="*/ 29 h 135"/>
                <a:gd name="T76" fmla="*/ 6 w 146"/>
                <a:gd name="T77" fmla="*/ 47 h 135"/>
                <a:gd name="T78" fmla="*/ 0 w 146"/>
                <a:gd name="T79" fmla="*/ 68 h 135"/>
                <a:gd name="T80" fmla="*/ 3 w 146"/>
                <a:gd name="T81" fmla="*/ 80 h 135"/>
                <a:gd name="T82" fmla="*/ 6 w 146"/>
                <a:gd name="T83" fmla="*/ 84 h 135"/>
                <a:gd name="T84" fmla="*/ 10 w 146"/>
                <a:gd name="T85" fmla="*/ 107 h 135"/>
                <a:gd name="T86" fmla="*/ 10 w 146"/>
                <a:gd name="T87" fmla="*/ 117 h 135"/>
                <a:gd name="T88" fmla="*/ 9 w 146"/>
                <a:gd name="T89" fmla="*/ 120 h 135"/>
                <a:gd name="T90" fmla="*/ 9 w 146"/>
                <a:gd name="T91" fmla="*/ 121 h 135"/>
                <a:gd name="T92" fmla="*/ 9 w 146"/>
                <a:gd name="T93" fmla="*/ 121 h 135"/>
                <a:gd name="T94" fmla="*/ 7 w 146"/>
                <a:gd name="T95" fmla="*/ 135 h 135"/>
                <a:gd name="T96" fmla="*/ 15 w 146"/>
                <a:gd name="T97" fmla="*/ 123 h 135"/>
                <a:gd name="T98" fmla="*/ 29 w 146"/>
                <a:gd name="T99" fmla="*/ 101 h 135"/>
                <a:gd name="T100" fmla="*/ 35 w 146"/>
                <a:gd name="T101" fmla="*/ 105 h 135"/>
                <a:gd name="T102" fmla="*/ 59 w 146"/>
                <a:gd name="T103" fmla="*/ 116 h 135"/>
                <a:gd name="T104" fmla="*/ 78 w 146"/>
                <a:gd name="T105" fmla="*/ 121 h 135"/>
                <a:gd name="T106" fmla="*/ 109 w 146"/>
                <a:gd name="T107" fmla="*/ 114 h 135"/>
                <a:gd name="T108" fmla="*/ 109 w 146"/>
                <a:gd name="T109" fmla="*/ 114 h 135"/>
                <a:gd name="T110" fmla="*/ 110 w 146"/>
                <a:gd name="T111" fmla="*/ 114 h 135"/>
                <a:gd name="T112" fmla="*/ 139 w 146"/>
                <a:gd name="T113" fmla="*/ 84 h 135"/>
                <a:gd name="T114" fmla="*/ 146 w 146"/>
                <a:gd name="T115" fmla="*/ 56 h 135"/>
                <a:gd name="T116" fmla="*/ 142 w 146"/>
                <a:gd name="T117" fmla="*/ 34 h 135"/>
                <a:gd name="T118" fmla="*/ 142 w 146"/>
                <a:gd name="T119" fmla="*/ 34 h 135"/>
                <a:gd name="T120" fmla="*/ 142 w 146"/>
                <a:gd name="T121" fmla="*/ 33 h 135"/>
                <a:gd name="T122" fmla="*/ 108 w 146"/>
                <a:gd name="T123" fmla="*/ 6 h 135"/>
                <a:gd name="T124" fmla="*/ 75 w 146"/>
                <a:gd name="T1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10" y="80"/>
                    <a:pt x="10" y="80"/>
                    <a:pt x="10" y="80"/>
                  </a:cubicBezTo>
                  <a:cubicBezTo>
                    <a:pt x="9" y="79"/>
                    <a:pt x="6" y="75"/>
                    <a:pt x="6" y="68"/>
                  </a:cubicBezTo>
                  <a:cubicBezTo>
                    <a:pt x="6" y="63"/>
                    <a:pt x="7" y="58"/>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3"/>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4"/>
                    <a:pt x="142" y="34"/>
                    <a:pt x="142" y="34"/>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 name="Freeform 1688">
              <a:extLst>
                <a:ext uri="{FF2B5EF4-FFF2-40B4-BE49-F238E27FC236}">
                  <a16:creationId xmlns:a16="http://schemas.microsoft.com/office/drawing/2014/main" id="{6E9EB268-E02D-46ED-85DC-A369113E140C}"/>
                </a:ext>
              </a:extLst>
            </p:cNvPr>
            <p:cNvSpPr>
              <a:spLocks noEditPoints="1"/>
            </p:cNvSpPr>
            <p:nvPr userDrawn="1"/>
          </p:nvSpPr>
          <p:spPr bwMode="auto">
            <a:xfrm>
              <a:off x="8302852" y="5768870"/>
              <a:ext cx="315086" cy="282975"/>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8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9"/>
                    <a:pt x="191" y="134"/>
                    <a:pt x="199" y="119"/>
                  </a:cubicBezTo>
                  <a:cubicBezTo>
                    <a:pt x="206" y="105"/>
                    <a:pt x="209" y="91"/>
                    <a:pt x="209" y="79"/>
                  </a:cubicBezTo>
                  <a:cubicBezTo>
                    <a:pt x="209" y="61"/>
                    <a:pt x="203" y="48"/>
                    <a:pt x="203" y="48"/>
                  </a:cubicBezTo>
                  <a:cubicBezTo>
                    <a:pt x="203" y="48"/>
                    <a:pt x="203" y="48"/>
                    <a:pt x="203" y="48"/>
                  </a:cubicBezTo>
                  <a:cubicBezTo>
                    <a:pt x="202" y="48"/>
                    <a:pt x="202" y="48"/>
                    <a:pt x="202" y="48"/>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 name="Freeform 1689">
              <a:extLst>
                <a:ext uri="{FF2B5EF4-FFF2-40B4-BE49-F238E27FC236}">
                  <a16:creationId xmlns:a16="http://schemas.microsoft.com/office/drawing/2014/main" id="{7327625B-CB13-44F4-B1B2-E61862AFDB86}"/>
                </a:ext>
              </a:extLst>
            </p:cNvPr>
            <p:cNvSpPr>
              <a:spLocks noEditPoints="1"/>
            </p:cNvSpPr>
            <p:nvPr userDrawn="1"/>
          </p:nvSpPr>
          <p:spPr bwMode="auto">
            <a:xfrm>
              <a:off x="6789639" y="5106589"/>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8"/>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2"/>
                    <a:pt x="111" y="172"/>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 name="Freeform 1690">
              <a:extLst>
                <a:ext uri="{FF2B5EF4-FFF2-40B4-BE49-F238E27FC236}">
                  <a16:creationId xmlns:a16="http://schemas.microsoft.com/office/drawing/2014/main" id="{A70A5157-207B-405E-BDF6-A3BD4E793CBB}"/>
                </a:ext>
              </a:extLst>
            </p:cNvPr>
            <p:cNvSpPr>
              <a:spLocks/>
            </p:cNvSpPr>
            <p:nvPr userDrawn="1"/>
          </p:nvSpPr>
          <p:spPr bwMode="auto">
            <a:xfrm>
              <a:off x="6920088"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 name="Freeform 1691">
              <a:extLst>
                <a:ext uri="{FF2B5EF4-FFF2-40B4-BE49-F238E27FC236}">
                  <a16:creationId xmlns:a16="http://schemas.microsoft.com/office/drawing/2014/main" id="{0ED10942-0764-42EF-8998-B53FA2CCA6FC}"/>
                </a:ext>
              </a:extLst>
            </p:cNvPr>
            <p:cNvSpPr>
              <a:spLocks/>
            </p:cNvSpPr>
            <p:nvPr userDrawn="1"/>
          </p:nvSpPr>
          <p:spPr bwMode="auto">
            <a:xfrm>
              <a:off x="7648598" y="4576764"/>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1"/>
                    <a:pt x="5" y="114"/>
                  </a:cubicBezTo>
                  <a:cubicBezTo>
                    <a:pt x="7" y="117"/>
                    <a:pt x="8" y="119"/>
                    <a:pt x="9" y="120"/>
                  </a:cubicBezTo>
                  <a:cubicBezTo>
                    <a:pt x="14" y="130"/>
                    <a:pt x="15" y="143"/>
                    <a:pt x="15" y="153"/>
                  </a:cubicBezTo>
                  <a:cubicBezTo>
                    <a:pt x="15" y="159"/>
                    <a:pt x="15" y="164"/>
                    <a:pt x="14" y="168"/>
                  </a:cubicBezTo>
                  <a:cubicBezTo>
                    <a:pt x="14" y="170"/>
                    <a:pt x="14" y="172"/>
                    <a:pt x="14" y="173"/>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6"/>
                  </a:cubicBezTo>
                  <a:cubicBezTo>
                    <a:pt x="93" y="171"/>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7"/>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 name="Freeform 1692">
              <a:extLst>
                <a:ext uri="{FF2B5EF4-FFF2-40B4-BE49-F238E27FC236}">
                  <a16:creationId xmlns:a16="http://schemas.microsoft.com/office/drawing/2014/main" id="{9437C4B0-D6C4-44A1-8AEA-B31E61631B9E}"/>
                </a:ext>
              </a:extLst>
            </p:cNvPr>
            <p:cNvSpPr>
              <a:spLocks/>
            </p:cNvSpPr>
            <p:nvPr userDrawn="1"/>
          </p:nvSpPr>
          <p:spPr bwMode="auto">
            <a:xfrm>
              <a:off x="7825207" y="4825621"/>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 name="Freeform 1693">
              <a:extLst>
                <a:ext uri="{FF2B5EF4-FFF2-40B4-BE49-F238E27FC236}">
                  <a16:creationId xmlns:a16="http://schemas.microsoft.com/office/drawing/2014/main" id="{4ECAA3D3-C397-45BB-834F-C724EE30B426}"/>
                </a:ext>
              </a:extLst>
            </p:cNvPr>
            <p:cNvSpPr>
              <a:spLocks/>
            </p:cNvSpPr>
            <p:nvPr userDrawn="1"/>
          </p:nvSpPr>
          <p:spPr bwMode="auto">
            <a:xfrm>
              <a:off x="7666660"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 name="Freeform 1694">
              <a:extLst>
                <a:ext uri="{FF2B5EF4-FFF2-40B4-BE49-F238E27FC236}">
                  <a16:creationId xmlns:a16="http://schemas.microsoft.com/office/drawing/2014/main" id="{DE6B5FC0-767E-4C4D-A3D1-08A6436CE9FB}"/>
                </a:ext>
              </a:extLst>
            </p:cNvPr>
            <p:cNvSpPr>
              <a:spLocks/>
            </p:cNvSpPr>
            <p:nvPr userDrawn="1"/>
          </p:nvSpPr>
          <p:spPr bwMode="auto">
            <a:xfrm>
              <a:off x="7668667" y="4837663"/>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 name="Freeform 1695">
              <a:extLst>
                <a:ext uri="{FF2B5EF4-FFF2-40B4-BE49-F238E27FC236}">
                  <a16:creationId xmlns:a16="http://schemas.microsoft.com/office/drawing/2014/main" id="{C309973E-5D68-4ABC-931E-56648F8899F2}"/>
                </a:ext>
              </a:extLst>
            </p:cNvPr>
            <p:cNvSpPr>
              <a:spLocks noEditPoints="1"/>
            </p:cNvSpPr>
            <p:nvPr userDrawn="1"/>
          </p:nvSpPr>
          <p:spPr bwMode="auto">
            <a:xfrm>
              <a:off x="8804580" y="4378080"/>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1"/>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 name="Freeform 1696">
              <a:extLst>
                <a:ext uri="{FF2B5EF4-FFF2-40B4-BE49-F238E27FC236}">
                  <a16:creationId xmlns:a16="http://schemas.microsoft.com/office/drawing/2014/main" id="{6730DB4A-C3CC-4BC5-9F04-A2A412DA27E7}"/>
                </a:ext>
              </a:extLst>
            </p:cNvPr>
            <p:cNvSpPr>
              <a:spLocks noEditPoints="1"/>
            </p:cNvSpPr>
            <p:nvPr userDrawn="1"/>
          </p:nvSpPr>
          <p:spPr bwMode="auto">
            <a:xfrm>
              <a:off x="9047416" y="4378080"/>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 name="Freeform 1697">
              <a:extLst>
                <a:ext uri="{FF2B5EF4-FFF2-40B4-BE49-F238E27FC236}">
                  <a16:creationId xmlns:a16="http://schemas.microsoft.com/office/drawing/2014/main" id="{7EAB256A-A08F-4DA6-AA51-4DB6D64F9649}"/>
                </a:ext>
              </a:extLst>
            </p:cNvPr>
            <p:cNvSpPr>
              <a:spLocks/>
            </p:cNvSpPr>
            <p:nvPr userDrawn="1"/>
          </p:nvSpPr>
          <p:spPr bwMode="auto">
            <a:xfrm>
              <a:off x="8804580"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 name="Freeform 1698">
              <a:extLst>
                <a:ext uri="{FF2B5EF4-FFF2-40B4-BE49-F238E27FC236}">
                  <a16:creationId xmlns:a16="http://schemas.microsoft.com/office/drawing/2014/main" id="{96E150E9-C45A-4FA4-8A4B-BAFB8B277DA0}"/>
                </a:ext>
              </a:extLst>
            </p:cNvPr>
            <p:cNvSpPr>
              <a:spLocks noEditPoints="1"/>
            </p:cNvSpPr>
            <p:nvPr userDrawn="1"/>
          </p:nvSpPr>
          <p:spPr bwMode="auto">
            <a:xfrm>
              <a:off x="6637114" y="5439737"/>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4 w 233"/>
                <a:gd name="T31" fmla="*/ 77 h 208"/>
                <a:gd name="T32" fmla="*/ 93 w 233"/>
                <a:gd name="T33" fmla="*/ 8 h 208"/>
                <a:gd name="T34" fmla="*/ 92 w 233"/>
                <a:gd name="T35" fmla="*/ 2 h 208"/>
                <a:gd name="T36" fmla="*/ 92 w 233"/>
                <a:gd name="T37" fmla="*/ 3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5"/>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8"/>
                  </a:cubicBezTo>
                  <a:cubicBezTo>
                    <a:pt x="6" y="100"/>
                    <a:pt x="8" y="90"/>
                    <a:pt x="14" y="78"/>
                  </a:cubicBezTo>
                  <a:cubicBezTo>
                    <a:pt x="14" y="77"/>
                    <a:pt x="14" y="77"/>
                    <a:pt x="14" y="77"/>
                  </a:cubicBezTo>
                  <a:cubicBezTo>
                    <a:pt x="14" y="77"/>
                    <a:pt x="14" y="77"/>
                    <a:pt x="14" y="77"/>
                  </a:cubicBezTo>
                  <a:cubicBezTo>
                    <a:pt x="14" y="77"/>
                    <a:pt x="14" y="77"/>
                    <a:pt x="14"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 name="Freeform 1699">
              <a:extLst>
                <a:ext uri="{FF2B5EF4-FFF2-40B4-BE49-F238E27FC236}">
                  <a16:creationId xmlns:a16="http://schemas.microsoft.com/office/drawing/2014/main" id="{19551D9A-5E7C-4BF1-BD26-4FE0C820EA52}"/>
                </a:ext>
              </a:extLst>
            </p:cNvPr>
            <p:cNvSpPr>
              <a:spLocks noEditPoints="1"/>
            </p:cNvSpPr>
            <p:nvPr userDrawn="1"/>
          </p:nvSpPr>
          <p:spPr bwMode="auto">
            <a:xfrm>
              <a:off x="8208526" y="4606868"/>
              <a:ext cx="254879" cy="17660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7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6 w 169"/>
                <a:gd name="T49" fmla="*/ 6 h 117"/>
                <a:gd name="T50" fmla="*/ 136 w 169"/>
                <a:gd name="T51" fmla="*/ 6 h 117"/>
                <a:gd name="T52" fmla="*/ 136 w 169"/>
                <a:gd name="T53" fmla="*/ 6 h 117"/>
                <a:gd name="T54" fmla="*/ 136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7"/>
                    <a:pt x="143"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7"/>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6" y="6"/>
                  </a:moveTo>
                  <a:cubicBezTo>
                    <a:pt x="136" y="6"/>
                    <a:pt x="136" y="6"/>
                    <a:pt x="136" y="6"/>
                  </a:cubicBezTo>
                  <a:cubicBezTo>
                    <a:pt x="136" y="6"/>
                    <a:pt x="136" y="6"/>
                    <a:pt x="136" y="6"/>
                  </a:cubicBezTo>
                  <a:cubicBezTo>
                    <a:pt x="136" y="6"/>
                    <a:pt x="136" y="6"/>
                    <a:pt x="136"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 name="Freeform 1700">
              <a:extLst>
                <a:ext uri="{FF2B5EF4-FFF2-40B4-BE49-F238E27FC236}">
                  <a16:creationId xmlns:a16="http://schemas.microsoft.com/office/drawing/2014/main" id="{01D7B3A9-7531-4B3D-9C31-13DAB2EFEB59}"/>
                </a:ext>
              </a:extLst>
            </p:cNvPr>
            <p:cNvSpPr>
              <a:spLocks noEditPoints="1"/>
            </p:cNvSpPr>
            <p:nvPr userDrawn="1"/>
          </p:nvSpPr>
          <p:spPr bwMode="auto">
            <a:xfrm>
              <a:off x="6972268" y="5664511"/>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5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 name="Freeform 1701">
              <a:extLst>
                <a:ext uri="{FF2B5EF4-FFF2-40B4-BE49-F238E27FC236}">
                  <a16:creationId xmlns:a16="http://schemas.microsoft.com/office/drawing/2014/main" id="{DC0E4370-123C-4762-9BB7-3538A143412E}"/>
                </a:ext>
              </a:extLst>
            </p:cNvPr>
            <p:cNvSpPr>
              <a:spLocks noEditPoints="1"/>
            </p:cNvSpPr>
            <p:nvPr userDrawn="1"/>
          </p:nvSpPr>
          <p:spPr bwMode="auto">
            <a:xfrm>
              <a:off x="6416354" y="5794961"/>
              <a:ext cx="214740" cy="148512"/>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7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7"/>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 name="Freeform 1702">
              <a:extLst>
                <a:ext uri="{FF2B5EF4-FFF2-40B4-BE49-F238E27FC236}">
                  <a16:creationId xmlns:a16="http://schemas.microsoft.com/office/drawing/2014/main" id="{79B0E451-C393-44C1-9ED2-E715374D2F84}"/>
                </a:ext>
              </a:extLst>
            </p:cNvPr>
            <p:cNvSpPr>
              <a:spLocks noEditPoints="1"/>
            </p:cNvSpPr>
            <p:nvPr userDrawn="1"/>
          </p:nvSpPr>
          <p:spPr bwMode="auto">
            <a:xfrm>
              <a:off x="7303409" y="5285205"/>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50 w 112"/>
                <a:gd name="T15" fmla="*/ 6 h 76"/>
                <a:gd name="T16" fmla="*/ 90 w 112"/>
                <a:gd name="T17" fmla="*/ 6 h 76"/>
                <a:gd name="T18" fmla="*/ 97 w 112"/>
                <a:gd name="T19" fmla="*/ 9 h 76"/>
                <a:gd name="T20" fmla="*/ 106 w 112"/>
                <a:gd name="T21" fmla="*/ 22 h 76"/>
                <a:gd name="T22" fmla="*/ 106 w 112"/>
                <a:gd name="T23" fmla="*/ 58 h 76"/>
                <a:gd name="T24" fmla="*/ 106 w 112"/>
                <a:gd name="T25" fmla="*/ 58 h 76"/>
                <a:gd name="T26" fmla="*/ 106 w 112"/>
                <a:gd name="T27" fmla="*/ 59 h 76"/>
                <a:gd name="T28" fmla="*/ 103 w 112"/>
                <a:gd name="T29" fmla="*/ 65 h 76"/>
                <a:gd name="T30" fmla="*/ 87 w 112"/>
                <a:gd name="T31" fmla="*/ 70 h 76"/>
                <a:gd name="T32" fmla="*/ 44 w 112"/>
                <a:gd name="T33" fmla="*/ 70 h 76"/>
                <a:gd name="T34" fmla="*/ 38 w 112"/>
                <a:gd name="T35" fmla="*/ 67 h 76"/>
                <a:gd name="T36" fmla="*/ 34 w 112"/>
                <a:gd name="T37" fmla="*/ 63 h 76"/>
                <a:gd name="T38" fmla="*/ 32 w 112"/>
                <a:gd name="T39" fmla="*/ 55 h 76"/>
                <a:gd name="T40" fmla="*/ 32 w 112"/>
                <a:gd name="T41" fmla="*/ 54 h 76"/>
                <a:gd name="T42" fmla="*/ 21 w 112"/>
                <a:gd name="T43" fmla="*/ 39 h 76"/>
                <a:gd name="T44" fmla="*/ 32 w 112"/>
                <a:gd name="T45" fmla="*/ 45 h 76"/>
                <a:gd name="T46" fmla="*/ 32 w 112"/>
                <a:gd name="T47" fmla="*/ 21 h 76"/>
                <a:gd name="T48" fmla="*/ 35 w 112"/>
                <a:gd name="T49" fmla="*/ 13 h 76"/>
                <a:gd name="T50" fmla="*/ 40 w 112"/>
                <a:gd name="T51" fmla="*/ 8 h 76"/>
                <a:gd name="T52" fmla="*/ 50 w 112"/>
                <a:gd name="T53" fmla="*/ 6 h 76"/>
                <a:gd name="T54" fmla="*/ 50 w 112"/>
                <a:gd name="T55" fmla="*/ 6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6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 name="Freeform 1703">
              <a:extLst>
                <a:ext uri="{FF2B5EF4-FFF2-40B4-BE49-F238E27FC236}">
                  <a16:creationId xmlns:a16="http://schemas.microsoft.com/office/drawing/2014/main" id="{73FD47EE-1D2B-458D-814B-A4F631DDE844}"/>
                </a:ext>
              </a:extLst>
            </p:cNvPr>
            <p:cNvSpPr>
              <a:spLocks noEditPoints="1"/>
            </p:cNvSpPr>
            <p:nvPr userDrawn="1"/>
          </p:nvSpPr>
          <p:spPr bwMode="auto">
            <a:xfrm>
              <a:off x="7289360" y="5010257"/>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 name="Freeform 1704">
              <a:extLst>
                <a:ext uri="{FF2B5EF4-FFF2-40B4-BE49-F238E27FC236}">
                  <a16:creationId xmlns:a16="http://schemas.microsoft.com/office/drawing/2014/main" id="{2004D554-FE4E-4D9D-97DA-2C43642C96E2}"/>
                </a:ext>
              </a:extLst>
            </p:cNvPr>
            <p:cNvSpPr>
              <a:spLocks noEditPoints="1"/>
            </p:cNvSpPr>
            <p:nvPr userDrawn="1"/>
          </p:nvSpPr>
          <p:spPr bwMode="auto">
            <a:xfrm>
              <a:off x="6667217" y="4548667"/>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1 h 156"/>
                <a:gd name="T96" fmla="*/ 167 w 168"/>
                <a:gd name="T97" fmla="*/ 43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1"/>
                  </a:cubicBezTo>
                  <a:cubicBezTo>
                    <a:pt x="167" y="43"/>
                    <a:pt x="167" y="43"/>
                    <a:pt x="167" y="43"/>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 name="Freeform 1705">
              <a:extLst>
                <a:ext uri="{FF2B5EF4-FFF2-40B4-BE49-F238E27FC236}">
                  <a16:creationId xmlns:a16="http://schemas.microsoft.com/office/drawing/2014/main" id="{A77ACFBF-A311-4F42-B4FD-5B472259C09C}"/>
                </a:ext>
              </a:extLst>
            </p:cNvPr>
            <p:cNvSpPr>
              <a:spLocks/>
            </p:cNvSpPr>
            <p:nvPr userDrawn="1"/>
          </p:nvSpPr>
          <p:spPr bwMode="auto">
            <a:xfrm>
              <a:off x="6908047"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 name="Freeform 1706">
              <a:extLst>
                <a:ext uri="{FF2B5EF4-FFF2-40B4-BE49-F238E27FC236}">
                  <a16:creationId xmlns:a16="http://schemas.microsoft.com/office/drawing/2014/main" id="{3FD2417F-577B-47B4-A1D3-980E5713B102}"/>
                </a:ext>
              </a:extLst>
            </p:cNvPr>
            <p:cNvSpPr>
              <a:spLocks noEditPoints="1"/>
            </p:cNvSpPr>
            <p:nvPr userDrawn="1"/>
          </p:nvSpPr>
          <p:spPr bwMode="auto">
            <a:xfrm>
              <a:off x="7441886"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6 w 119"/>
                <a:gd name="T41" fmla="*/ 160 h 166"/>
                <a:gd name="T42" fmla="*/ 16 w 119"/>
                <a:gd name="T43" fmla="*/ 156 h 166"/>
                <a:gd name="T44" fmla="*/ 7 w 119"/>
                <a:gd name="T45" fmla="*/ 130 h 166"/>
                <a:gd name="T46" fmla="*/ 6 w 119"/>
                <a:gd name="T47" fmla="*/ 62 h 166"/>
                <a:gd name="T48" fmla="*/ 70 w 119"/>
                <a:gd name="T49" fmla="*/ 10 h 166"/>
                <a:gd name="T50" fmla="*/ 68 w 119"/>
                <a:gd name="T51" fmla="*/ 9 h 166"/>
                <a:gd name="T52" fmla="*/ 70 w 119"/>
                <a:gd name="T53" fmla="*/ 10 h 166"/>
                <a:gd name="T54" fmla="*/ 79 w 119"/>
                <a:gd name="T55" fmla="*/ 0 h 166"/>
                <a:gd name="T56" fmla="*/ 68 w 119"/>
                <a:gd name="T57" fmla="*/ 8 h 166"/>
                <a:gd name="T58" fmla="*/ 31 w 119"/>
                <a:gd name="T59" fmla="*/ 36 h 166"/>
                <a:gd name="T60" fmla="*/ 14 w 119"/>
                <a:gd name="T61" fmla="*/ 40 h 166"/>
                <a:gd name="T62" fmla="*/ 2 w 119"/>
                <a:gd name="T63" fmla="*/ 53 h 166"/>
                <a:gd name="T64" fmla="*/ 0 w 119"/>
                <a:gd name="T65" fmla="*/ 61 h 166"/>
                <a:gd name="T66" fmla="*/ 0 w 119"/>
                <a:gd name="T67" fmla="*/ 62 h 166"/>
                <a:gd name="T68" fmla="*/ 1 w 119"/>
                <a:gd name="T69" fmla="*/ 130 h 166"/>
                <a:gd name="T70" fmla="*/ 1 w 119"/>
                <a:gd name="T71" fmla="*/ 131 h 166"/>
                <a:gd name="T72" fmla="*/ 12 w 119"/>
                <a:gd name="T73" fmla="*/ 160 h 166"/>
                <a:gd name="T74" fmla="*/ 26 w 119"/>
                <a:gd name="T75" fmla="*/ 166 h 166"/>
                <a:gd name="T76" fmla="*/ 26 w 119"/>
                <a:gd name="T77" fmla="*/ 166 h 166"/>
                <a:gd name="T78" fmla="*/ 29 w 119"/>
                <a:gd name="T79" fmla="*/ 166 h 166"/>
                <a:gd name="T80" fmla="*/ 87 w 119"/>
                <a:gd name="T81" fmla="*/ 165 h 166"/>
                <a:gd name="T82" fmla="*/ 88 w 119"/>
                <a:gd name="T83" fmla="*/ 165 h 166"/>
                <a:gd name="T84" fmla="*/ 115 w 119"/>
                <a:gd name="T85" fmla="*/ 146 h 166"/>
                <a:gd name="T86" fmla="*/ 119 w 119"/>
                <a:gd name="T87" fmla="*/ 133 h 166"/>
                <a:gd name="T88" fmla="*/ 119 w 119"/>
                <a:gd name="T89" fmla="*/ 132 h 166"/>
                <a:gd name="T90" fmla="*/ 118 w 119"/>
                <a:gd name="T91" fmla="*/ 70 h 166"/>
                <a:gd name="T92" fmla="*/ 118 w 119"/>
                <a:gd name="T93" fmla="*/ 70 h 166"/>
                <a:gd name="T94" fmla="*/ 113 w 119"/>
                <a:gd name="T95" fmla="*/ 51 h 166"/>
                <a:gd name="T96" fmla="*/ 96 w 119"/>
                <a:gd name="T97" fmla="*/ 38 h 166"/>
                <a:gd name="T98" fmla="*/ 87 w 119"/>
                <a:gd name="T99" fmla="*/ 35 h 166"/>
                <a:gd name="T100" fmla="*/ 86 w 119"/>
                <a:gd name="T101" fmla="*/ 35 h 166"/>
                <a:gd name="T102" fmla="*/ 60 w 119"/>
                <a:gd name="T103" fmla="*/ 35 h 166"/>
                <a:gd name="T104" fmla="*/ 79 w 119"/>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 name="Freeform 1707">
              <a:extLst>
                <a:ext uri="{FF2B5EF4-FFF2-40B4-BE49-F238E27FC236}">
                  <a16:creationId xmlns:a16="http://schemas.microsoft.com/office/drawing/2014/main" id="{44A39395-2004-4B00-A411-2BCD43BC8EAB}"/>
                </a:ext>
              </a:extLst>
            </p:cNvPr>
            <p:cNvSpPr>
              <a:spLocks noEditPoints="1"/>
            </p:cNvSpPr>
            <p:nvPr userDrawn="1"/>
          </p:nvSpPr>
          <p:spPr bwMode="auto">
            <a:xfrm>
              <a:off x="6536768" y="4697179"/>
              <a:ext cx="178616" cy="250865"/>
            </a:xfrm>
            <a:custGeom>
              <a:avLst/>
              <a:gdLst>
                <a:gd name="T0" fmla="*/ 113 w 119"/>
                <a:gd name="T1" fmla="*/ 132 h 166"/>
                <a:gd name="T2" fmla="*/ 113 w 119"/>
                <a:gd name="T3" fmla="*/ 132 h 166"/>
                <a:gd name="T4" fmla="*/ 113 w 119"/>
                <a:gd name="T5" fmla="*/ 132 h 166"/>
                <a:gd name="T6" fmla="*/ 113 w 119"/>
                <a:gd name="T7" fmla="*/ 132 h 166"/>
                <a:gd name="T8" fmla="*/ 113 w 119"/>
                <a:gd name="T9" fmla="*/ 132 h 166"/>
                <a:gd name="T10" fmla="*/ 113 w 119"/>
                <a:gd name="T11" fmla="*/ 132 h 166"/>
                <a:gd name="T12" fmla="*/ 113 w 119"/>
                <a:gd name="T13" fmla="*/ 132 h 166"/>
                <a:gd name="T14" fmla="*/ 6 w 119"/>
                <a:gd name="T15" fmla="*/ 62 h 166"/>
                <a:gd name="T16" fmla="*/ 10 w 119"/>
                <a:gd name="T17" fmla="*/ 52 h 166"/>
                <a:gd name="T18" fmla="*/ 18 w 119"/>
                <a:gd name="T19" fmla="*/ 45 h 166"/>
                <a:gd name="T20" fmla="*/ 32 w 119"/>
                <a:gd name="T21" fmla="*/ 42 h 166"/>
                <a:gd name="T22" fmla="*/ 33 w 119"/>
                <a:gd name="T23" fmla="*/ 42 h 166"/>
                <a:gd name="T24" fmla="*/ 61 w 119"/>
                <a:gd name="T25" fmla="*/ 20 h 166"/>
                <a:gd name="T26" fmla="*/ 50 w 119"/>
                <a:gd name="T27" fmla="*/ 42 h 166"/>
                <a:gd name="T28" fmla="*/ 86 w 119"/>
                <a:gd name="T29" fmla="*/ 41 h 166"/>
                <a:gd name="T30" fmla="*/ 99 w 119"/>
                <a:gd name="T31" fmla="*/ 46 h 166"/>
                <a:gd name="T32" fmla="*/ 108 w 119"/>
                <a:gd name="T33" fmla="*/ 55 h 166"/>
                <a:gd name="T34" fmla="*/ 112 w 119"/>
                <a:gd name="T35" fmla="*/ 70 h 166"/>
                <a:gd name="T36" fmla="*/ 112 w 119"/>
                <a:gd name="T37" fmla="*/ 70 h 166"/>
                <a:gd name="T38" fmla="*/ 113 w 119"/>
                <a:gd name="T39" fmla="*/ 132 h 166"/>
                <a:gd name="T40" fmla="*/ 110 w 119"/>
                <a:gd name="T41" fmla="*/ 144 h 166"/>
                <a:gd name="T42" fmla="*/ 87 w 119"/>
                <a:gd name="T43" fmla="*/ 159 h 166"/>
                <a:gd name="T44" fmla="*/ 28 w 119"/>
                <a:gd name="T45" fmla="*/ 160 h 166"/>
                <a:gd name="T46" fmla="*/ 28 w 119"/>
                <a:gd name="T47" fmla="*/ 160 h 166"/>
                <a:gd name="T48" fmla="*/ 28 w 119"/>
                <a:gd name="T49" fmla="*/ 160 h 166"/>
                <a:gd name="T50" fmla="*/ 26 w 119"/>
                <a:gd name="T51" fmla="*/ 160 h 166"/>
                <a:gd name="T52" fmla="*/ 16 w 119"/>
                <a:gd name="T53" fmla="*/ 156 h 166"/>
                <a:gd name="T54" fmla="*/ 7 w 119"/>
                <a:gd name="T55" fmla="*/ 130 h 166"/>
                <a:gd name="T56" fmla="*/ 6 w 119"/>
                <a:gd name="T57" fmla="*/ 62 h 166"/>
                <a:gd name="T58" fmla="*/ 70 w 119"/>
                <a:gd name="T59" fmla="*/ 10 h 166"/>
                <a:gd name="T60" fmla="*/ 68 w 119"/>
                <a:gd name="T61" fmla="*/ 9 h 166"/>
                <a:gd name="T62" fmla="*/ 70 w 119"/>
                <a:gd name="T63" fmla="*/ 10 h 166"/>
                <a:gd name="T64" fmla="*/ 79 w 119"/>
                <a:gd name="T65" fmla="*/ 0 h 166"/>
                <a:gd name="T66" fmla="*/ 68 w 119"/>
                <a:gd name="T67" fmla="*/ 8 h 166"/>
                <a:gd name="T68" fmla="*/ 31 w 119"/>
                <a:gd name="T69" fmla="*/ 36 h 166"/>
                <a:gd name="T70" fmla="*/ 14 w 119"/>
                <a:gd name="T71" fmla="*/ 40 h 166"/>
                <a:gd name="T72" fmla="*/ 2 w 119"/>
                <a:gd name="T73" fmla="*/ 53 h 166"/>
                <a:gd name="T74" fmla="*/ 0 w 119"/>
                <a:gd name="T75" fmla="*/ 61 h 166"/>
                <a:gd name="T76" fmla="*/ 0 w 119"/>
                <a:gd name="T77" fmla="*/ 62 h 166"/>
                <a:gd name="T78" fmla="*/ 1 w 119"/>
                <a:gd name="T79" fmla="*/ 130 h 166"/>
                <a:gd name="T80" fmla="*/ 1 w 119"/>
                <a:gd name="T81" fmla="*/ 130 h 166"/>
                <a:gd name="T82" fmla="*/ 12 w 119"/>
                <a:gd name="T83" fmla="*/ 160 h 166"/>
                <a:gd name="T84" fmla="*/ 26 w 119"/>
                <a:gd name="T85" fmla="*/ 166 h 166"/>
                <a:gd name="T86" fmla="*/ 26 w 119"/>
                <a:gd name="T87" fmla="*/ 166 h 166"/>
                <a:gd name="T88" fmla="*/ 29 w 119"/>
                <a:gd name="T89" fmla="*/ 166 h 166"/>
                <a:gd name="T90" fmla="*/ 87 w 119"/>
                <a:gd name="T91" fmla="*/ 165 h 166"/>
                <a:gd name="T92" fmla="*/ 88 w 119"/>
                <a:gd name="T93" fmla="*/ 165 h 166"/>
                <a:gd name="T94" fmla="*/ 115 w 119"/>
                <a:gd name="T95" fmla="*/ 146 h 166"/>
                <a:gd name="T96" fmla="*/ 118 w 119"/>
                <a:gd name="T97" fmla="*/ 138 h 166"/>
                <a:gd name="T98" fmla="*/ 114 w 119"/>
                <a:gd name="T99" fmla="*/ 135 h 166"/>
                <a:gd name="T100" fmla="*/ 119 w 119"/>
                <a:gd name="T101" fmla="*/ 136 h 166"/>
                <a:gd name="T102" fmla="*/ 119 w 119"/>
                <a:gd name="T103" fmla="*/ 132 h 166"/>
                <a:gd name="T104" fmla="*/ 119 w 119"/>
                <a:gd name="T105" fmla="*/ 132 h 166"/>
                <a:gd name="T106" fmla="*/ 118 w 119"/>
                <a:gd name="T107" fmla="*/ 70 h 166"/>
                <a:gd name="T108" fmla="*/ 118 w 119"/>
                <a:gd name="T109" fmla="*/ 70 h 166"/>
                <a:gd name="T110" fmla="*/ 113 w 119"/>
                <a:gd name="T111" fmla="*/ 51 h 166"/>
                <a:gd name="T112" fmla="*/ 96 w 119"/>
                <a:gd name="T113" fmla="*/ 38 h 166"/>
                <a:gd name="T114" fmla="*/ 86 w 119"/>
                <a:gd name="T115" fmla="*/ 35 h 166"/>
                <a:gd name="T116" fmla="*/ 86 w 119"/>
                <a:gd name="T117" fmla="*/ 35 h 166"/>
                <a:gd name="T118" fmla="*/ 60 w 119"/>
                <a:gd name="T119" fmla="*/ 35 h 166"/>
                <a:gd name="T120" fmla="*/ 79 w 119"/>
                <a:gd name="T1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66">
                  <a:moveTo>
                    <a:pt x="113" y="132"/>
                  </a:moveTo>
                  <a:cubicBezTo>
                    <a:pt x="113" y="132"/>
                    <a:pt x="113" y="132"/>
                    <a:pt x="113" y="132"/>
                  </a:cubicBezTo>
                  <a:cubicBezTo>
                    <a:pt x="113" y="132"/>
                    <a:pt x="113" y="132"/>
                    <a:pt x="113" y="132"/>
                  </a:cubicBezTo>
                  <a:cubicBezTo>
                    <a:pt x="113" y="132"/>
                    <a:pt x="113" y="132"/>
                    <a:pt x="113" y="132"/>
                  </a:cubicBezTo>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99"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6"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 name="Freeform 1708">
              <a:extLst>
                <a:ext uri="{FF2B5EF4-FFF2-40B4-BE49-F238E27FC236}">
                  <a16:creationId xmlns:a16="http://schemas.microsoft.com/office/drawing/2014/main" id="{ABBE9C65-EB5E-409B-AC54-DF617F42B5F2}"/>
                </a:ext>
              </a:extLst>
            </p:cNvPr>
            <p:cNvSpPr>
              <a:spLocks/>
            </p:cNvSpPr>
            <p:nvPr userDrawn="1"/>
          </p:nvSpPr>
          <p:spPr bwMode="auto">
            <a:xfrm>
              <a:off x="6709363" y="4901884"/>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 name="Freeform 1709">
              <a:extLst>
                <a:ext uri="{FF2B5EF4-FFF2-40B4-BE49-F238E27FC236}">
                  <a16:creationId xmlns:a16="http://schemas.microsoft.com/office/drawing/2014/main" id="{71D4D8D4-5E48-4D01-9252-BAB85F61A1DC}"/>
                </a:ext>
              </a:extLst>
            </p:cNvPr>
            <p:cNvSpPr>
              <a:spLocks noEditPoints="1"/>
            </p:cNvSpPr>
            <p:nvPr userDrawn="1"/>
          </p:nvSpPr>
          <p:spPr bwMode="auto">
            <a:xfrm>
              <a:off x="7947628"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3 w 219"/>
                <a:gd name="T21" fmla="*/ 37 h 131"/>
                <a:gd name="T22" fmla="*/ 213 w 219"/>
                <a:gd name="T23" fmla="*/ 102 h 131"/>
                <a:gd name="T24" fmla="*/ 213 w 219"/>
                <a:gd name="T25" fmla="*/ 102 h 131"/>
                <a:gd name="T26" fmla="*/ 213 w 219"/>
                <a:gd name="T27" fmla="*/ 104 h 131"/>
                <a:gd name="T28" fmla="*/ 208 w 219"/>
                <a:gd name="T29" fmla="*/ 115 h 131"/>
                <a:gd name="T30" fmla="*/ 178 w 219"/>
                <a:gd name="T31" fmla="*/ 125 h 131"/>
                <a:gd name="T32" fmla="*/ 99 w 219"/>
                <a:gd name="T33" fmla="*/ 125 h 131"/>
                <a:gd name="T34" fmla="*/ 87 w 219"/>
                <a:gd name="T35" fmla="*/ 120 h 131"/>
                <a:gd name="T36" fmla="*/ 80 w 219"/>
                <a:gd name="T37" fmla="*/ 111 h 131"/>
                <a:gd name="T38" fmla="*/ 76 w 219"/>
                <a:gd name="T39" fmla="*/ 95 h 131"/>
                <a:gd name="T40" fmla="*/ 76 w 219"/>
                <a:gd name="T41" fmla="*/ 94 h 131"/>
                <a:gd name="T42" fmla="*/ 34 w 219"/>
                <a:gd name="T43" fmla="*/ 51 h 131"/>
                <a:gd name="T44" fmla="*/ 76 w 219"/>
                <a:gd name="T45" fmla="*/ 74 h 131"/>
                <a:gd name="T46" fmla="*/ 76 w 219"/>
                <a:gd name="T47" fmla="*/ 35 h 131"/>
                <a:gd name="T48" fmla="*/ 82 w 219"/>
                <a:gd name="T49" fmla="*/ 20 h 131"/>
                <a:gd name="T50" fmla="*/ 92 w 219"/>
                <a:gd name="T51" fmla="*/ 11 h 131"/>
                <a:gd name="T52" fmla="*/ 110 w 219"/>
                <a:gd name="T53" fmla="*/ 6 h 131"/>
                <a:gd name="T54" fmla="*/ 110 w 219"/>
                <a:gd name="T55" fmla="*/ 6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6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6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 name="Freeform 1710">
              <a:extLst>
                <a:ext uri="{FF2B5EF4-FFF2-40B4-BE49-F238E27FC236}">
                  <a16:creationId xmlns:a16="http://schemas.microsoft.com/office/drawing/2014/main" id="{1AE5FBB1-64EA-4F50-BD38-F11B329F5B31}"/>
                </a:ext>
              </a:extLst>
            </p:cNvPr>
            <p:cNvSpPr>
              <a:spLocks noEditPoints="1"/>
            </p:cNvSpPr>
            <p:nvPr userDrawn="1"/>
          </p:nvSpPr>
          <p:spPr bwMode="auto">
            <a:xfrm>
              <a:off x="8298838" y="4811573"/>
              <a:ext cx="210726" cy="204705"/>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6 h 137"/>
                <a:gd name="T28" fmla="*/ 37 w 140"/>
                <a:gd name="T29" fmla="*/ 106 h 137"/>
                <a:gd name="T30" fmla="*/ 37 w 140"/>
                <a:gd name="T31" fmla="*/ 106 h 137"/>
                <a:gd name="T32" fmla="*/ 22 w 140"/>
                <a:gd name="T33" fmla="*/ 104 h 137"/>
                <a:gd name="T34" fmla="*/ 14 w 140"/>
                <a:gd name="T35" fmla="*/ 100 h 137"/>
                <a:gd name="T36" fmla="*/ 9 w 140"/>
                <a:gd name="T37" fmla="*/ 95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1 h 137"/>
                <a:gd name="T68" fmla="*/ 37 w 140"/>
                <a:gd name="T69" fmla="*/ 112 h 137"/>
                <a:gd name="T70" fmla="*/ 41 w 140"/>
                <a:gd name="T71" fmla="*/ 112 h 137"/>
                <a:gd name="T72" fmla="*/ 95 w 140"/>
                <a:gd name="T73" fmla="*/ 137 h 137"/>
                <a:gd name="T74" fmla="*/ 75 w 140"/>
                <a:gd name="T75" fmla="*/ 110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6"/>
                    <a:pt x="41" y="106"/>
                    <a:pt x="41" y="106"/>
                  </a:cubicBezTo>
                  <a:cubicBezTo>
                    <a:pt x="41" y="106"/>
                    <a:pt x="39" y="106"/>
                    <a:pt x="37" y="106"/>
                  </a:cubicBezTo>
                  <a:cubicBezTo>
                    <a:pt x="37"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7"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 name="Freeform 1711">
              <a:extLst>
                <a:ext uri="{FF2B5EF4-FFF2-40B4-BE49-F238E27FC236}">
                  <a16:creationId xmlns:a16="http://schemas.microsoft.com/office/drawing/2014/main" id="{C9A90B68-9AC2-4B00-8833-0A2245F64E72}"/>
                </a:ext>
              </a:extLst>
            </p:cNvPr>
            <p:cNvSpPr>
              <a:spLocks noEditPoints="1"/>
            </p:cNvSpPr>
            <p:nvPr userDrawn="1"/>
          </p:nvSpPr>
          <p:spPr bwMode="auto">
            <a:xfrm>
              <a:off x="7251229" y="4632958"/>
              <a:ext cx="210726" cy="206713"/>
            </a:xfrm>
            <a:custGeom>
              <a:avLst/>
              <a:gdLst>
                <a:gd name="T0" fmla="*/ 93 w 140"/>
                <a:gd name="T1" fmla="*/ 134 h 137"/>
                <a:gd name="T2" fmla="*/ 89 w 140"/>
                <a:gd name="T3" fmla="*/ 135 h 137"/>
                <a:gd name="T4" fmla="*/ 94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99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3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99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2 w 140"/>
                <a:gd name="T77" fmla="*/ 96 h 137"/>
                <a:gd name="T78" fmla="*/ 3 w 140"/>
                <a:gd name="T79" fmla="*/ 97 h 137"/>
                <a:gd name="T80" fmla="*/ 10 w 140"/>
                <a:gd name="T81" fmla="*/ 105 h 137"/>
                <a:gd name="T82" fmla="*/ 24 w 140"/>
                <a:gd name="T83" fmla="*/ 110 h 137"/>
                <a:gd name="T84" fmla="*/ 37 w 140"/>
                <a:gd name="T85" fmla="*/ 112 h 137"/>
                <a:gd name="T86" fmla="*/ 41 w 140"/>
                <a:gd name="T87" fmla="*/ 111 h 137"/>
                <a:gd name="T88" fmla="*/ 79 w 140"/>
                <a:gd name="T89" fmla="*/ 130 h 137"/>
                <a:gd name="T90" fmla="*/ 88 w 140"/>
                <a:gd name="T91" fmla="*/ 129 h 137"/>
                <a:gd name="T92" fmla="*/ 75 w 140"/>
                <a:gd name="T93" fmla="*/ 109 h 137"/>
                <a:gd name="T94" fmla="*/ 107 w 140"/>
                <a:gd name="T95" fmla="*/ 109 h 137"/>
                <a:gd name="T96" fmla="*/ 107 w 140"/>
                <a:gd name="T97" fmla="*/ 109 h 137"/>
                <a:gd name="T98" fmla="*/ 135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99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2"/>
                    <a:pt x="37" y="112"/>
                  </a:cubicBezTo>
                  <a:cubicBezTo>
                    <a:pt x="39" y="112"/>
                    <a:pt x="40" y="111"/>
                    <a:pt x="41" y="111"/>
                  </a:cubicBezTo>
                  <a:cubicBezTo>
                    <a:pt x="79" y="130"/>
                    <a:pt x="79" y="130"/>
                    <a:pt x="79" y="130"/>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 name="Freeform 1712">
              <a:extLst>
                <a:ext uri="{FF2B5EF4-FFF2-40B4-BE49-F238E27FC236}">
                  <a16:creationId xmlns:a16="http://schemas.microsoft.com/office/drawing/2014/main" id="{C1553947-E101-49D9-9675-F9796A45AEC8}"/>
                </a:ext>
              </a:extLst>
            </p:cNvPr>
            <p:cNvSpPr>
              <a:spLocks/>
            </p:cNvSpPr>
            <p:nvPr userDrawn="1"/>
          </p:nvSpPr>
          <p:spPr bwMode="auto">
            <a:xfrm>
              <a:off x="7371644" y="4827629"/>
              <a:ext cx="20069" cy="8028"/>
            </a:xfrm>
            <a:custGeom>
              <a:avLst/>
              <a:gdLst>
                <a:gd name="T0" fmla="*/ 9 w 14"/>
                <a:gd name="T1" fmla="*/ 0 h 6"/>
                <a:gd name="T2" fmla="*/ 0 w 14"/>
                <a:gd name="T3" fmla="*/ 1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1"/>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 name="Freeform 1713">
              <a:extLst>
                <a:ext uri="{FF2B5EF4-FFF2-40B4-BE49-F238E27FC236}">
                  <a16:creationId xmlns:a16="http://schemas.microsoft.com/office/drawing/2014/main" id="{4CC5800E-CAF7-4239-9CFE-CFD1302F84F9}"/>
                </a:ext>
              </a:extLst>
            </p:cNvPr>
            <p:cNvSpPr>
              <a:spLocks noEditPoints="1"/>
            </p:cNvSpPr>
            <p:nvPr userDrawn="1"/>
          </p:nvSpPr>
          <p:spPr bwMode="auto">
            <a:xfrm>
              <a:off x="7092683" y="4412197"/>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9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6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10"/>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9"/>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6"/>
                    <a:pt x="123" y="76"/>
                    <a:pt x="123"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 name="Freeform 1714">
              <a:extLst>
                <a:ext uri="{FF2B5EF4-FFF2-40B4-BE49-F238E27FC236}">
                  <a16:creationId xmlns:a16="http://schemas.microsoft.com/office/drawing/2014/main" id="{8F4B3E6F-ECD6-4456-B350-6C1BFE561DEA}"/>
                </a:ext>
              </a:extLst>
            </p:cNvPr>
            <p:cNvSpPr>
              <a:spLocks noEditPoints="1"/>
            </p:cNvSpPr>
            <p:nvPr userDrawn="1"/>
          </p:nvSpPr>
          <p:spPr bwMode="auto">
            <a:xfrm>
              <a:off x="8517591" y="476942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1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1"/>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1"/>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1"/>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 name="Freeform 1715">
              <a:extLst>
                <a:ext uri="{FF2B5EF4-FFF2-40B4-BE49-F238E27FC236}">
                  <a16:creationId xmlns:a16="http://schemas.microsoft.com/office/drawing/2014/main" id="{D4CDCE35-B554-4B3C-988C-D1242DE8E55A}"/>
                </a:ext>
              </a:extLst>
            </p:cNvPr>
            <p:cNvSpPr>
              <a:spLocks noEditPoints="1"/>
            </p:cNvSpPr>
            <p:nvPr userDrawn="1"/>
          </p:nvSpPr>
          <p:spPr bwMode="auto">
            <a:xfrm>
              <a:off x="8808594" y="4233583"/>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70 w 76"/>
                <a:gd name="T19" fmla="*/ 78 h 115"/>
                <a:gd name="T20" fmla="*/ 67 w 76"/>
                <a:gd name="T21" fmla="*/ 81 h 115"/>
                <a:gd name="T22" fmla="*/ 55 w 76"/>
                <a:gd name="T23" fmla="*/ 84 h 115"/>
                <a:gd name="T24" fmla="*/ 55 w 76"/>
                <a:gd name="T25" fmla="*/ 84 h 115"/>
                <a:gd name="T26" fmla="*/ 54 w 76"/>
                <a:gd name="T27" fmla="*/ 84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7 w 76"/>
                <a:gd name="T63" fmla="*/ 8 h 115"/>
                <a:gd name="T64" fmla="*/ 1 w 76"/>
                <a:gd name="T65" fmla="*/ 22 h 115"/>
                <a:gd name="T66" fmla="*/ 0 w 76"/>
                <a:gd name="T67" fmla="*/ 39 h 115"/>
                <a:gd name="T68" fmla="*/ 1 w 76"/>
                <a:gd name="T69" fmla="*/ 61 h 115"/>
                <a:gd name="T70" fmla="*/ 8 w 76"/>
                <a:gd name="T71" fmla="*/ 81 h 115"/>
                <a:gd name="T72" fmla="*/ 15 w 76"/>
                <a:gd name="T73" fmla="*/ 88 h 115"/>
                <a:gd name="T74" fmla="*/ 15 w 76"/>
                <a:gd name="T75" fmla="*/ 88 h 115"/>
                <a:gd name="T76" fmla="*/ 37 w 76"/>
                <a:gd name="T77" fmla="*/ 89 h 115"/>
                <a:gd name="T78" fmla="*/ 26 w 76"/>
                <a:gd name="T79" fmla="*/ 115 h 115"/>
                <a:gd name="T80" fmla="*/ 56 w 76"/>
                <a:gd name="T81" fmla="*/ 90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1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6"/>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4"/>
                    <a:pt x="10" y="5"/>
                    <a:pt x="7" y="8"/>
                  </a:cubicBezTo>
                  <a:cubicBezTo>
                    <a:pt x="4" y="11"/>
                    <a:pt x="2" y="16"/>
                    <a:pt x="1" y="22"/>
                  </a:cubicBezTo>
                  <a:cubicBezTo>
                    <a:pt x="0" y="27"/>
                    <a:pt x="0" y="34"/>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 name="Freeform 1716">
              <a:extLst>
                <a:ext uri="{FF2B5EF4-FFF2-40B4-BE49-F238E27FC236}">
                  <a16:creationId xmlns:a16="http://schemas.microsoft.com/office/drawing/2014/main" id="{8F220597-D692-4C44-9CBF-774FB1DC213E}"/>
                </a:ext>
              </a:extLst>
            </p:cNvPr>
            <p:cNvSpPr>
              <a:spLocks noEditPoints="1"/>
            </p:cNvSpPr>
            <p:nvPr userDrawn="1"/>
          </p:nvSpPr>
          <p:spPr bwMode="auto">
            <a:xfrm>
              <a:off x="7116766" y="4677110"/>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 name="Freeform 1717">
              <a:extLst>
                <a:ext uri="{FF2B5EF4-FFF2-40B4-BE49-F238E27FC236}">
                  <a16:creationId xmlns:a16="http://schemas.microsoft.com/office/drawing/2014/main" id="{12DCA683-7747-49B1-AA09-E6DCC3807BB7}"/>
                </a:ext>
              </a:extLst>
            </p:cNvPr>
            <p:cNvSpPr>
              <a:spLocks noEditPoints="1"/>
            </p:cNvSpPr>
            <p:nvPr userDrawn="1"/>
          </p:nvSpPr>
          <p:spPr bwMode="auto">
            <a:xfrm>
              <a:off x="6426388" y="4197458"/>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0 h 115"/>
                <a:gd name="T64" fmla="*/ 60 w 76"/>
                <a:gd name="T65" fmla="*/ 0 h 115"/>
                <a:gd name="T66" fmla="*/ 60 w 76"/>
                <a:gd name="T67" fmla="*/ 0 h 115"/>
                <a:gd name="T68" fmla="*/ 16 w 76"/>
                <a:gd name="T69" fmla="*/ 3 h 115"/>
                <a:gd name="T70" fmla="*/ 17 w 76"/>
                <a:gd name="T71" fmla="*/ 6 h 115"/>
                <a:gd name="T72" fmla="*/ 16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7" y="9"/>
                  </a:moveTo>
                  <a:cubicBezTo>
                    <a:pt x="60" y="6"/>
                    <a:pt x="60" y="6"/>
                    <a:pt x="60" y="6"/>
                  </a:cubicBezTo>
                  <a:cubicBezTo>
                    <a:pt x="60" y="6"/>
                    <a:pt x="61" y="6"/>
                    <a:pt x="61" y="6"/>
                  </a:cubicBezTo>
                  <a:cubicBezTo>
                    <a:pt x="63" y="6"/>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 name="Freeform 1718">
              <a:extLst>
                <a:ext uri="{FF2B5EF4-FFF2-40B4-BE49-F238E27FC236}">
                  <a16:creationId xmlns:a16="http://schemas.microsoft.com/office/drawing/2014/main" id="{552511B5-8A0B-43D5-850C-2ADFD024112E}"/>
                </a:ext>
              </a:extLst>
            </p:cNvPr>
            <p:cNvSpPr>
              <a:spLocks noEditPoints="1"/>
            </p:cNvSpPr>
            <p:nvPr userDrawn="1"/>
          </p:nvSpPr>
          <p:spPr bwMode="auto">
            <a:xfrm>
              <a:off x="7574342" y="5010257"/>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5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 name="Freeform 1719">
              <a:extLst>
                <a:ext uri="{FF2B5EF4-FFF2-40B4-BE49-F238E27FC236}">
                  <a16:creationId xmlns:a16="http://schemas.microsoft.com/office/drawing/2014/main" id="{716AD5FA-34E0-404C-B9F9-AE8E5D2B340B}"/>
                </a:ext>
              </a:extLst>
            </p:cNvPr>
            <p:cNvSpPr>
              <a:spLocks noEditPoints="1"/>
            </p:cNvSpPr>
            <p:nvPr userDrawn="1"/>
          </p:nvSpPr>
          <p:spPr bwMode="auto">
            <a:xfrm>
              <a:off x="7148876" y="5034340"/>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9 w 76"/>
                <a:gd name="T83" fmla="*/ 82 h 116"/>
                <a:gd name="T84" fmla="*/ 15 w 76"/>
                <a:gd name="T85" fmla="*/ 88 h 116"/>
                <a:gd name="T86" fmla="*/ 16 w 76"/>
                <a:gd name="T87" fmla="*/ 89 h 116"/>
                <a:gd name="T88" fmla="*/ 37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 name="Freeform 1720">
              <a:extLst>
                <a:ext uri="{FF2B5EF4-FFF2-40B4-BE49-F238E27FC236}">
                  <a16:creationId xmlns:a16="http://schemas.microsoft.com/office/drawing/2014/main" id="{7AAB559F-7B69-4FE7-9D36-4C024B931DC3}"/>
                </a:ext>
              </a:extLst>
            </p:cNvPr>
            <p:cNvSpPr>
              <a:spLocks noEditPoints="1"/>
            </p:cNvSpPr>
            <p:nvPr userDrawn="1"/>
          </p:nvSpPr>
          <p:spPr bwMode="auto">
            <a:xfrm>
              <a:off x="6655176"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 name="Freeform 1721">
              <a:extLst>
                <a:ext uri="{FF2B5EF4-FFF2-40B4-BE49-F238E27FC236}">
                  <a16:creationId xmlns:a16="http://schemas.microsoft.com/office/drawing/2014/main" id="{AA108D4B-5C98-4EBB-92F7-7859B4252AA9}"/>
                </a:ext>
              </a:extLst>
            </p:cNvPr>
            <p:cNvSpPr>
              <a:spLocks noEditPoints="1"/>
            </p:cNvSpPr>
            <p:nvPr userDrawn="1"/>
          </p:nvSpPr>
          <p:spPr bwMode="auto">
            <a:xfrm>
              <a:off x="7094690" y="5487903"/>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7"/>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 name="Freeform 1722">
              <a:extLst>
                <a:ext uri="{FF2B5EF4-FFF2-40B4-BE49-F238E27FC236}">
                  <a16:creationId xmlns:a16="http://schemas.microsoft.com/office/drawing/2014/main" id="{440C7F72-F60C-4ED9-BAAB-233D92B62EB2}"/>
                </a:ext>
              </a:extLst>
            </p:cNvPr>
            <p:cNvSpPr>
              <a:spLocks noEditPoints="1"/>
            </p:cNvSpPr>
            <p:nvPr userDrawn="1"/>
          </p:nvSpPr>
          <p:spPr bwMode="auto">
            <a:xfrm>
              <a:off x="6281890" y="5429703"/>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6"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6" y="16"/>
                  </a:cubicBezTo>
                  <a:cubicBezTo>
                    <a:pt x="10" y="24"/>
                    <a:pt x="6" y="35"/>
                    <a:pt x="3" y="47"/>
                  </a:cubicBezTo>
                  <a:cubicBezTo>
                    <a:pt x="1" y="60"/>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 name="Freeform 1723">
              <a:extLst>
                <a:ext uri="{FF2B5EF4-FFF2-40B4-BE49-F238E27FC236}">
                  <a16:creationId xmlns:a16="http://schemas.microsoft.com/office/drawing/2014/main" id="{92051EEB-0AE3-440F-9434-9AC70B6A7498}"/>
                </a:ext>
              </a:extLst>
            </p:cNvPr>
            <p:cNvSpPr>
              <a:spLocks noEditPoints="1"/>
            </p:cNvSpPr>
            <p:nvPr userDrawn="1"/>
          </p:nvSpPr>
          <p:spPr bwMode="auto">
            <a:xfrm>
              <a:off x="7146870" y="5622366"/>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4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 name="Freeform 1724">
              <a:extLst>
                <a:ext uri="{FF2B5EF4-FFF2-40B4-BE49-F238E27FC236}">
                  <a16:creationId xmlns:a16="http://schemas.microsoft.com/office/drawing/2014/main" id="{7106E2BA-C68F-40C9-AB8B-973BE9106CF9}"/>
                </a:ext>
              </a:extLst>
            </p:cNvPr>
            <p:cNvSpPr>
              <a:spLocks noEditPoints="1"/>
            </p:cNvSpPr>
            <p:nvPr userDrawn="1"/>
          </p:nvSpPr>
          <p:spPr bwMode="auto">
            <a:xfrm>
              <a:off x="8156347" y="5000223"/>
              <a:ext cx="299031" cy="118408"/>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4"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8"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 name="Freeform 1725">
              <a:extLst>
                <a:ext uri="{FF2B5EF4-FFF2-40B4-BE49-F238E27FC236}">
                  <a16:creationId xmlns:a16="http://schemas.microsoft.com/office/drawing/2014/main" id="{2B3C5FE2-625F-456F-A892-F46C5A614702}"/>
                </a:ext>
              </a:extLst>
            </p:cNvPr>
            <p:cNvSpPr>
              <a:spLocks noEditPoints="1"/>
            </p:cNvSpPr>
            <p:nvPr userDrawn="1"/>
          </p:nvSpPr>
          <p:spPr bwMode="auto">
            <a:xfrm>
              <a:off x="6586941" y="4046939"/>
              <a:ext cx="387335" cy="156539"/>
            </a:xfrm>
            <a:custGeom>
              <a:avLst/>
              <a:gdLst>
                <a:gd name="T0" fmla="*/ 187 w 258"/>
                <a:gd name="T1" fmla="*/ 54 h 104"/>
                <a:gd name="T2" fmla="*/ 187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76 w 258"/>
                <a:gd name="T17" fmla="*/ 69 h 104"/>
                <a:gd name="T18" fmla="*/ 184 w 258"/>
                <a:gd name="T19" fmla="*/ 82 h 104"/>
                <a:gd name="T20" fmla="*/ 187 w 258"/>
                <a:gd name="T21" fmla="*/ 83 h 104"/>
                <a:gd name="T22" fmla="*/ 115 w 258"/>
                <a:gd name="T23" fmla="*/ 98 h 104"/>
                <a:gd name="T24" fmla="*/ 100 w 258"/>
                <a:gd name="T25" fmla="*/ 98 h 104"/>
                <a:gd name="T26" fmla="*/ 99 w 258"/>
                <a:gd name="T27" fmla="*/ 98 h 104"/>
                <a:gd name="T28" fmla="*/ 99 w 258"/>
                <a:gd name="T29" fmla="*/ 98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8 h 104"/>
                <a:gd name="T44" fmla="*/ 23 w 258"/>
                <a:gd name="T45" fmla="*/ 8 h 104"/>
                <a:gd name="T46" fmla="*/ 0 w 258"/>
                <a:gd name="T47" fmla="*/ 47 h 104"/>
                <a:gd name="T48" fmla="*/ 5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2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2"/>
                  </a:cubicBezTo>
                  <a:cubicBezTo>
                    <a:pt x="186" y="82"/>
                    <a:pt x="187" y="83"/>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4"/>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 name="Freeform 1726">
              <a:extLst>
                <a:ext uri="{FF2B5EF4-FFF2-40B4-BE49-F238E27FC236}">
                  <a16:creationId xmlns:a16="http://schemas.microsoft.com/office/drawing/2014/main" id="{B47D3FA3-35D9-48AD-9C60-1B06A99C895E}"/>
                </a:ext>
              </a:extLst>
            </p:cNvPr>
            <p:cNvSpPr>
              <a:spLocks noEditPoints="1"/>
            </p:cNvSpPr>
            <p:nvPr userDrawn="1"/>
          </p:nvSpPr>
          <p:spPr bwMode="auto">
            <a:xfrm>
              <a:off x="6251787" y="5227004"/>
              <a:ext cx="417438" cy="170588"/>
            </a:xfrm>
            <a:custGeom>
              <a:avLst/>
              <a:gdLst>
                <a:gd name="T0" fmla="*/ 11 w 277"/>
                <a:gd name="T1" fmla="*/ 80 h 112"/>
                <a:gd name="T2" fmla="*/ 11 w 277"/>
                <a:gd name="T3" fmla="*/ 80 h 112"/>
                <a:gd name="T4" fmla="*/ 11 w 277"/>
                <a:gd name="T5" fmla="*/ 80 h 112"/>
                <a:gd name="T6" fmla="*/ 101 w 277"/>
                <a:gd name="T7" fmla="*/ 6 h 112"/>
                <a:gd name="T8" fmla="*/ 191 w 277"/>
                <a:gd name="T9" fmla="*/ 23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4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3"/>
                  </a:cubicBezTo>
                  <a:cubicBezTo>
                    <a:pt x="193" y="23"/>
                    <a:pt x="195" y="24"/>
                    <a:pt x="196" y="25"/>
                  </a:cubicBezTo>
                  <a:cubicBezTo>
                    <a:pt x="196" y="25"/>
                    <a:pt x="196" y="25"/>
                    <a:pt x="197" y="25"/>
                  </a:cubicBezTo>
                  <a:cubicBezTo>
                    <a:pt x="200" y="29"/>
                    <a:pt x="201" y="34"/>
                    <a:pt x="201" y="39"/>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9"/>
                    <a:pt x="28" y="92"/>
                  </a:cubicBezTo>
                  <a:cubicBezTo>
                    <a:pt x="22" y="89"/>
                    <a:pt x="17" y="86"/>
                    <a:pt x="15" y="84"/>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9"/>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 name="Freeform 1727">
              <a:extLst>
                <a:ext uri="{FF2B5EF4-FFF2-40B4-BE49-F238E27FC236}">
                  <a16:creationId xmlns:a16="http://schemas.microsoft.com/office/drawing/2014/main" id="{8351C604-9976-4816-9D7F-5AEEE8F4284F}"/>
                </a:ext>
              </a:extLst>
            </p:cNvPr>
            <p:cNvSpPr>
              <a:spLocks/>
            </p:cNvSpPr>
            <p:nvPr userDrawn="1"/>
          </p:nvSpPr>
          <p:spPr bwMode="auto">
            <a:xfrm>
              <a:off x="6285904" y="5241053"/>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 name="Freeform 1728">
              <a:extLst>
                <a:ext uri="{FF2B5EF4-FFF2-40B4-BE49-F238E27FC236}">
                  <a16:creationId xmlns:a16="http://schemas.microsoft.com/office/drawing/2014/main" id="{018FBA2D-D8FD-4C39-BC34-5D04A47CD0B6}"/>
                </a:ext>
              </a:extLst>
            </p:cNvPr>
            <p:cNvSpPr>
              <a:spLocks/>
            </p:cNvSpPr>
            <p:nvPr userDrawn="1"/>
          </p:nvSpPr>
          <p:spPr bwMode="auto">
            <a:xfrm>
              <a:off x="6548810" y="530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 name="Freeform 1729">
              <a:extLst>
                <a:ext uri="{FF2B5EF4-FFF2-40B4-BE49-F238E27FC236}">
                  <a16:creationId xmlns:a16="http://schemas.microsoft.com/office/drawing/2014/main" id="{0C023FCD-8380-4924-87A0-7EFDE4797790}"/>
                </a:ext>
              </a:extLst>
            </p:cNvPr>
            <p:cNvSpPr>
              <a:spLocks noEditPoints="1"/>
            </p:cNvSpPr>
            <p:nvPr userDrawn="1"/>
          </p:nvSpPr>
          <p:spPr bwMode="auto">
            <a:xfrm>
              <a:off x="7052544" y="5245067"/>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1"/>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5"/>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 name="Freeform 1730">
              <a:extLst>
                <a:ext uri="{FF2B5EF4-FFF2-40B4-BE49-F238E27FC236}">
                  <a16:creationId xmlns:a16="http://schemas.microsoft.com/office/drawing/2014/main" id="{A92E1BD5-694A-4B12-983B-7E01AADEA013}"/>
                </a:ext>
              </a:extLst>
            </p:cNvPr>
            <p:cNvSpPr>
              <a:spLocks/>
            </p:cNvSpPr>
            <p:nvPr userDrawn="1"/>
          </p:nvSpPr>
          <p:spPr bwMode="auto">
            <a:xfrm>
              <a:off x="7076627" y="5287211"/>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 name="Freeform 1731">
              <a:extLst>
                <a:ext uri="{FF2B5EF4-FFF2-40B4-BE49-F238E27FC236}">
                  <a16:creationId xmlns:a16="http://schemas.microsoft.com/office/drawing/2014/main" id="{B5C3AE79-9664-4A0E-B9DC-A7579D580F32}"/>
                </a:ext>
              </a:extLst>
            </p:cNvPr>
            <p:cNvSpPr>
              <a:spLocks noEditPoints="1"/>
            </p:cNvSpPr>
            <p:nvPr userDrawn="1"/>
          </p:nvSpPr>
          <p:spPr bwMode="auto">
            <a:xfrm>
              <a:off x="6197599" y="3784034"/>
              <a:ext cx="258892" cy="170588"/>
            </a:xfrm>
            <a:custGeom>
              <a:avLst/>
              <a:gdLst>
                <a:gd name="T0" fmla="*/ 19 w 171"/>
                <a:gd name="T1" fmla="*/ 27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9 h 112"/>
                <a:gd name="T28" fmla="*/ 160 w 171"/>
                <a:gd name="T29" fmla="*/ 89 h 112"/>
                <a:gd name="T30" fmla="*/ 163 w 171"/>
                <a:gd name="T31" fmla="*/ 89 h 112"/>
                <a:gd name="T32" fmla="*/ 159 w 171"/>
                <a:gd name="T33" fmla="*/ 90 h 112"/>
                <a:gd name="T34" fmla="*/ 140 w 171"/>
                <a:gd name="T35" fmla="*/ 97 h 112"/>
                <a:gd name="T36" fmla="*/ 140 w 171"/>
                <a:gd name="T37" fmla="*/ 97 h 112"/>
                <a:gd name="T38" fmla="*/ 140 w 171"/>
                <a:gd name="T39" fmla="*/ 97 h 112"/>
                <a:gd name="T40" fmla="*/ 140 w 171"/>
                <a:gd name="T41" fmla="*/ 97 h 112"/>
                <a:gd name="T42" fmla="*/ 77 w 171"/>
                <a:gd name="T43" fmla="*/ 106 h 112"/>
                <a:gd name="T44" fmla="*/ 77 w 171"/>
                <a:gd name="T45" fmla="*/ 106 h 112"/>
                <a:gd name="T46" fmla="*/ 77 w 171"/>
                <a:gd name="T47" fmla="*/ 106 h 112"/>
                <a:gd name="T48" fmla="*/ 26 w 171"/>
                <a:gd name="T49" fmla="*/ 97 h 112"/>
                <a:gd name="T50" fmla="*/ 26 w 171"/>
                <a:gd name="T51" fmla="*/ 97 h 112"/>
                <a:gd name="T52" fmla="*/ 26 w 171"/>
                <a:gd name="T53" fmla="*/ 97 h 112"/>
                <a:gd name="T54" fmla="*/ 26 w 171"/>
                <a:gd name="T55" fmla="*/ 97 h 112"/>
                <a:gd name="T56" fmla="*/ 16 w 171"/>
                <a:gd name="T57" fmla="*/ 90 h 112"/>
                <a:gd name="T58" fmla="*/ 6 w 171"/>
                <a:gd name="T59" fmla="*/ 66 h 112"/>
                <a:gd name="T60" fmla="*/ 19 w 171"/>
                <a:gd name="T61" fmla="*/ 27 h 112"/>
                <a:gd name="T62" fmla="*/ 58 w 171"/>
                <a:gd name="T63" fmla="*/ 0 h 112"/>
                <a:gd name="T64" fmla="*/ 58 w 171"/>
                <a:gd name="T65" fmla="*/ 0 h 112"/>
                <a:gd name="T66" fmla="*/ 25 w 171"/>
                <a:gd name="T67" fmla="*/ 11 h 112"/>
                <a:gd name="T68" fmla="*/ 14 w 171"/>
                <a:gd name="T69" fmla="*/ 23 h 112"/>
                <a:gd name="T70" fmla="*/ 14 w 171"/>
                <a:gd name="T71" fmla="*/ 23 h 112"/>
                <a:gd name="T72" fmla="*/ 13 w 171"/>
                <a:gd name="T73" fmla="*/ 23 h 112"/>
                <a:gd name="T74" fmla="*/ 0 w 171"/>
                <a:gd name="T75" fmla="*/ 66 h 112"/>
                <a:gd name="T76" fmla="*/ 12 w 171"/>
                <a:gd name="T77" fmla="*/ 95 h 112"/>
                <a:gd name="T78" fmla="*/ 24 w 171"/>
                <a:gd name="T79" fmla="*/ 103 h 112"/>
                <a:gd name="T80" fmla="*/ 77 w 171"/>
                <a:gd name="T81" fmla="*/ 112 h 112"/>
                <a:gd name="T82" fmla="*/ 142 w 171"/>
                <a:gd name="T83" fmla="*/ 103 h 112"/>
                <a:gd name="T84" fmla="*/ 142 w 171"/>
                <a:gd name="T85" fmla="*/ 103 h 112"/>
                <a:gd name="T86" fmla="*/ 165 w 171"/>
                <a:gd name="T87" fmla="*/ 94 h 112"/>
                <a:gd name="T88" fmla="*/ 169 w 171"/>
                <a:gd name="T89" fmla="*/ 91 h 112"/>
                <a:gd name="T90" fmla="*/ 171 w 171"/>
                <a:gd name="T91" fmla="*/ 87 h 112"/>
                <a:gd name="T92" fmla="*/ 170 w 171"/>
                <a:gd name="T93" fmla="*/ 85 h 112"/>
                <a:gd name="T94" fmla="*/ 169 w 171"/>
                <a:gd name="T95" fmla="*/ 83 h 112"/>
                <a:gd name="T96" fmla="*/ 167 w 171"/>
                <a:gd name="T97" fmla="*/ 83 h 112"/>
                <a:gd name="T98" fmla="*/ 160 w 171"/>
                <a:gd name="T99" fmla="*/ 83 h 112"/>
                <a:gd name="T100" fmla="*/ 138 w 171"/>
                <a:gd name="T101" fmla="*/ 83 h 112"/>
                <a:gd name="T102" fmla="*/ 125 w 171"/>
                <a:gd name="T103" fmla="*/ 77 h 112"/>
                <a:gd name="T104" fmla="*/ 113 w 171"/>
                <a:gd name="T105" fmla="*/ 58 h 112"/>
                <a:gd name="T106" fmla="*/ 111 w 171"/>
                <a:gd name="T107" fmla="*/ 50 h 112"/>
                <a:gd name="T108" fmla="*/ 111 w 171"/>
                <a:gd name="T109" fmla="*/ 48 h 112"/>
                <a:gd name="T110" fmla="*/ 110 w 171"/>
                <a:gd name="T111" fmla="*/ 47 h 112"/>
                <a:gd name="T112" fmla="*/ 110 w 171"/>
                <a:gd name="T113" fmla="*/ 47 h 112"/>
                <a:gd name="T114" fmla="*/ 95 w 171"/>
                <a:gd name="T115" fmla="*/ 11 h 112"/>
                <a:gd name="T116" fmla="*/ 95 w 171"/>
                <a:gd name="T117" fmla="*/ 11 h 112"/>
                <a:gd name="T118" fmla="*/ 95 w 171"/>
                <a:gd name="T119" fmla="*/ 11 h 112"/>
                <a:gd name="T120" fmla="*/ 58 w 171"/>
                <a:gd name="T1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 h="112">
                  <a:moveTo>
                    <a:pt x="19" y="27"/>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9"/>
                    <a:pt x="160" y="89"/>
                  </a:cubicBezTo>
                  <a:cubicBezTo>
                    <a:pt x="160" y="89"/>
                    <a:pt x="160" y="89"/>
                    <a:pt x="160" y="89"/>
                  </a:cubicBezTo>
                  <a:cubicBezTo>
                    <a:pt x="161" y="89"/>
                    <a:pt x="162" y="89"/>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7"/>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1" y="112"/>
                    <a:pt x="141"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6"/>
                    <a:pt x="170" y="85"/>
                  </a:cubicBezTo>
                  <a:cubicBezTo>
                    <a:pt x="170" y="84"/>
                    <a:pt x="169" y="84"/>
                    <a:pt x="169" y="83"/>
                  </a:cubicBezTo>
                  <a:cubicBezTo>
                    <a:pt x="168" y="83"/>
                    <a:pt x="168" y="83"/>
                    <a:pt x="167" y="83"/>
                  </a:cubicBezTo>
                  <a:cubicBezTo>
                    <a:pt x="165" y="83"/>
                    <a:pt x="163" y="83"/>
                    <a:pt x="160" y="83"/>
                  </a:cubicBezTo>
                  <a:cubicBezTo>
                    <a:pt x="151" y="83"/>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 name="Freeform 1732">
              <a:extLst>
                <a:ext uri="{FF2B5EF4-FFF2-40B4-BE49-F238E27FC236}">
                  <a16:creationId xmlns:a16="http://schemas.microsoft.com/office/drawing/2014/main" id="{FA398FE7-AE9B-43DD-9BCE-4222F92BEBF0}"/>
                </a:ext>
              </a:extLst>
            </p:cNvPr>
            <p:cNvSpPr>
              <a:spLocks noEditPoints="1"/>
            </p:cNvSpPr>
            <p:nvPr userDrawn="1"/>
          </p:nvSpPr>
          <p:spPr bwMode="auto">
            <a:xfrm>
              <a:off x="7423824" y="5728732"/>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19 w 354"/>
                <a:gd name="T65" fmla="*/ 0 h 231"/>
                <a:gd name="T66" fmla="*/ 119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342 w 354"/>
                <a:gd name="T87" fmla="*/ 194 h 231"/>
                <a:gd name="T88" fmla="*/ 351 w 354"/>
                <a:gd name="T89" fmla="*/ 187 h 231"/>
                <a:gd name="T90" fmla="*/ 354 w 354"/>
                <a:gd name="T91" fmla="*/ 181 h 231"/>
                <a:gd name="T92" fmla="*/ 353 w 354"/>
                <a:gd name="T93" fmla="*/ 178 h 231"/>
                <a:gd name="T94" fmla="*/ 351 w 354"/>
                <a:gd name="T95" fmla="*/ 177 h 231"/>
                <a:gd name="T96" fmla="*/ 348 w 354"/>
                <a:gd name="T97" fmla="*/ 176 h 231"/>
                <a:gd name="T98" fmla="*/ 333 w 354"/>
                <a:gd name="T99" fmla="*/ 175 h 231"/>
                <a:gd name="T100" fmla="*/ 288 w 354"/>
                <a:gd name="T101" fmla="*/ 177 h 231"/>
                <a:gd name="T102" fmla="*/ 257 w 354"/>
                <a:gd name="T103" fmla="*/ 163 h 231"/>
                <a:gd name="T104" fmla="*/ 232 w 354"/>
                <a:gd name="T105" fmla="*/ 122 h 231"/>
                <a:gd name="T106" fmla="*/ 227 w 354"/>
                <a:gd name="T107" fmla="*/ 105 h 231"/>
                <a:gd name="T108" fmla="*/ 226 w 354"/>
                <a:gd name="T109" fmla="*/ 100 h 231"/>
                <a:gd name="T110" fmla="*/ 226 w 354"/>
                <a:gd name="T111" fmla="*/ 98 h 231"/>
                <a:gd name="T112" fmla="*/ 226 w 354"/>
                <a:gd name="T113" fmla="*/ 98 h 231"/>
                <a:gd name="T114" fmla="*/ 195 w 354"/>
                <a:gd name="T115" fmla="*/ 23 h 231"/>
                <a:gd name="T116" fmla="*/ 195 w 354"/>
                <a:gd name="T117" fmla="*/ 23 h 231"/>
                <a:gd name="T118" fmla="*/ 194 w 354"/>
                <a:gd name="T119" fmla="*/ 23 h 231"/>
                <a:gd name="T120" fmla="*/ 119 w 354"/>
                <a:gd name="T1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4"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 name="Freeform 1733">
              <a:extLst>
                <a:ext uri="{FF2B5EF4-FFF2-40B4-BE49-F238E27FC236}">
                  <a16:creationId xmlns:a16="http://schemas.microsoft.com/office/drawing/2014/main" id="{F32CE36C-EECF-4BC2-82DD-D64D23D3318B}"/>
                </a:ext>
              </a:extLst>
            </p:cNvPr>
            <p:cNvSpPr>
              <a:spLocks noEditPoints="1"/>
            </p:cNvSpPr>
            <p:nvPr userDrawn="1"/>
          </p:nvSpPr>
          <p:spPr bwMode="auto">
            <a:xfrm>
              <a:off x="7769013" y="5130672"/>
              <a:ext cx="254879"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6"/>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1"/>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 name="Freeform 1734">
              <a:extLst>
                <a:ext uri="{FF2B5EF4-FFF2-40B4-BE49-F238E27FC236}">
                  <a16:creationId xmlns:a16="http://schemas.microsoft.com/office/drawing/2014/main" id="{DBB46B56-0792-4B47-916A-CA7DBA3765A9}"/>
                </a:ext>
              </a:extLst>
            </p:cNvPr>
            <p:cNvSpPr>
              <a:spLocks noEditPoints="1"/>
            </p:cNvSpPr>
            <p:nvPr userDrawn="1"/>
          </p:nvSpPr>
          <p:spPr bwMode="auto">
            <a:xfrm>
              <a:off x="8738351" y="5501952"/>
              <a:ext cx="256885" cy="200691"/>
            </a:xfrm>
            <a:custGeom>
              <a:avLst/>
              <a:gdLst>
                <a:gd name="T0" fmla="*/ 27 w 170"/>
                <a:gd name="T1" fmla="*/ 7 h 133"/>
                <a:gd name="T2" fmla="*/ 35 w 170"/>
                <a:gd name="T3" fmla="*/ 7 h 133"/>
                <a:gd name="T4" fmla="*/ 108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5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8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8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8"/>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 name="Freeform 1735">
              <a:extLst>
                <a:ext uri="{FF2B5EF4-FFF2-40B4-BE49-F238E27FC236}">
                  <a16:creationId xmlns:a16="http://schemas.microsoft.com/office/drawing/2014/main" id="{64D2B78D-B93C-498B-BE63-0D0181E89E41}"/>
                </a:ext>
              </a:extLst>
            </p:cNvPr>
            <p:cNvSpPr>
              <a:spLocks/>
            </p:cNvSpPr>
            <p:nvPr userDrawn="1"/>
          </p:nvSpPr>
          <p:spPr bwMode="auto">
            <a:xfrm>
              <a:off x="8804580" y="5700635"/>
              <a:ext cx="0"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 name="Freeform 1736">
              <a:extLst>
                <a:ext uri="{FF2B5EF4-FFF2-40B4-BE49-F238E27FC236}">
                  <a16:creationId xmlns:a16="http://schemas.microsoft.com/office/drawing/2014/main" id="{F5924EF8-D47C-4A4D-880C-3027D6CB7B28}"/>
                </a:ext>
              </a:extLst>
            </p:cNvPr>
            <p:cNvSpPr>
              <a:spLocks noEditPoints="1"/>
            </p:cNvSpPr>
            <p:nvPr userDrawn="1"/>
          </p:nvSpPr>
          <p:spPr bwMode="auto">
            <a:xfrm>
              <a:off x="7492059" y="4273721"/>
              <a:ext cx="280968" cy="242837"/>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6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4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1"/>
                  </a:cubicBezTo>
                  <a:cubicBezTo>
                    <a:pt x="153" y="116"/>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9"/>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6" y="158"/>
                    <a:pt x="186" y="157"/>
                    <a:pt x="186" y="157"/>
                  </a:cubicBezTo>
                  <a:cubicBezTo>
                    <a:pt x="165" y="124"/>
                    <a:pt x="165" y="124"/>
                    <a:pt x="165" y="124"/>
                  </a:cubicBezTo>
                  <a:cubicBezTo>
                    <a:pt x="165" y="124"/>
                    <a:pt x="165" y="124"/>
                    <a:pt x="165" y="124"/>
                  </a:cubicBezTo>
                  <a:cubicBezTo>
                    <a:pt x="161" y="118"/>
                    <a:pt x="159" y="114"/>
                    <a:pt x="159" y="111"/>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 name="Freeform 1737">
              <a:extLst>
                <a:ext uri="{FF2B5EF4-FFF2-40B4-BE49-F238E27FC236}">
                  <a16:creationId xmlns:a16="http://schemas.microsoft.com/office/drawing/2014/main" id="{406A1E85-00A5-4964-8DE8-6B3D7ABE206E}"/>
                </a:ext>
              </a:extLst>
            </p:cNvPr>
            <p:cNvSpPr>
              <a:spLocks noEditPoints="1"/>
            </p:cNvSpPr>
            <p:nvPr userDrawn="1"/>
          </p:nvSpPr>
          <p:spPr bwMode="auto">
            <a:xfrm>
              <a:off x="8740359" y="3747910"/>
              <a:ext cx="194671" cy="168581"/>
            </a:xfrm>
            <a:custGeom>
              <a:avLst/>
              <a:gdLst>
                <a:gd name="T0" fmla="*/ 15 w 129"/>
                <a:gd name="T1" fmla="*/ 39 h 112"/>
                <a:gd name="T2" fmla="*/ 63 w 129"/>
                <a:gd name="T3" fmla="*/ 16 h 112"/>
                <a:gd name="T4" fmla="*/ 66 w 129"/>
                <a:gd name="T5" fmla="*/ 15 h 112"/>
                <a:gd name="T6" fmla="*/ 52 w 129"/>
                <a:gd name="T7" fmla="*/ 7 h 112"/>
                <a:gd name="T8" fmla="*/ 57 w 129"/>
                <a:gd name="T9" fmla="*/ 9 h 112"/>
                <a:gd name="T10" fmla="*/ 65 w 129"/>
                <a:gd name="T11" fmla="*/ 18 h 112"/>
                <a:gd name="T12" fmla="*/ 92 w 129"/>
                <a:gd name="T13" fmla="*/ 10 h 112"/>
                <a:gd name="T14" fmla="*/ 103 w 129"/>
                <a:gd name="T15" fmla="*/ 35 h 112"/>
                <a:gd name="T16" fmla="*/ 119 w 129"/>
                <a:gd name="T17" fmla="*/ 45 h 112"/>
                <a:gd name="T18" fmla="*/ 121 w 129"/>
                <a:gd name="T19" fmla="*/ 60 h 112"/>
                <a:gd name="T20" fmla="*/ 104 w 129"/>
                <a:gd name="T21" fmla="*/ 76 h 112"/>
                <a:gd name="T22" fmla="*/ 95 w 129"/>
                <a:gd name="T23" fmla="*/ 79 h 112"/>
                <a:gd name="T24" fmla="*/ 85 w 129"/>
                <a:gd name="T25" fmla="*/ 94 h 112"/>
                <a:gd name="T26" fmla="*/ 76 w 129"/>
                <a:gd name="T27" fmla="*/ 89 h 112"/>
                <a:gd name="T28" fmla="*/ 61 w 129"/>
                <a:gd name="T29" fmla="*/ 99 h 112"/>
                <a:gd name="T30" fmla="*/ 34 w 129"/>
                <a:gd name="T31" fmla="*/ 91 h 112"/>
                <a:gd name="T32" fmla="*/ 20 w 129"/>
                <a:gd name="T33" fmla="*/ 75 h 112"/>
                <a:gd name="T34" fmla="*/ 6 w 129"/>
                <a:gd name="T35" fmla="*/ 67 h 112"/>
                <a:gd name="T36" fmla="*/ 18 w 129"/>
                <a:gd name="T37" fmla="*/ 49 h 112"/>
                <a:gd name="T38" fmla="*/ 25 w 129"/>
                <a:gd name="T39" fmla="*/ 20 h 112"/>
                <a:gd name="T40" fmla="*/ 46 w 129"/>
                <a:gd name="T41" fmla="*/ 18 h 112"/>
                <a:gd name="T42" fmla="*/ 54 w 129"/>
                <a:gd name="T43" fmla="*/ 0 h 112"/>
                <a:gd name="T44" fmla="*/ 40 w 129"/>
                <a:gd name="T45" fmla="*/ 10 h 112"/>
                <a:gd name="T46" fmla="*/ 40 w 129"/>
                <a:gd name="T47" fmla="*/ 15 h 112"/>
                <a:gd name="T48" fmla="*/ 30 w 129"/>
                <a:gd name="T49" fmla="*/ 15 h 112"/>
                <a:gd name="T50" fmla="*/ 25 w 129"/>
                <a:gd name="T51" fmla="*/ 13 h 112"/>
                <a:gd name="T52" fmla="*/ 9 w 129"/>
                <a:gd name="T53" fmla="*/ 41 h 112"/>
                <a:gd name="T54" fmla="*/ 11 w 129"/>
                <a:gd name="T55" fmla="*/ 52 h 112"/>
                <a:gd name="T56" fmla="*/ 4 w 129"/>
                <a:gd name="T57" fmla="*/ 56 h 112"/>
                <a:gd name="T58" fmla="*/ 2 w 129"/>
                <a:gd name="T59" fmla="*/ 58 h 112"/>
                <a:gd name="T60" fmla="*/ 14 w 129"/>
                <a:gd name="T61" fmla="*/ 82 h 112"/>
                <a:gd name="T62" fmla="*/ 24 w 129"/>
                <a:gd name="T63" fmla="*/ 82 h 112"/>
                <a:gd name="T64" fmla="*/ 28 w 129"/>
                <a:gd name="T65" fmla="*/ 94 h 112"/>
                <a:gd name="T66" fmla="*/ 29 w 129"/>
                <a:gd name="T67" fmla="*/ 97 h 112"/>
                <a:gd name="T68" fmla="*/ 65 w 129"/>
                <a:gd name="T69" fmla="*/ 103 h 112"/>
                <a:gd name="T70" fmla="*/ 74 w 129"/>
                <a:gd name="T71" fmla="*/ 95 h 112"/>
                <a:gd name="T72" fmla="*/ 75 w 129"/>
                <a:gd name="T73" fmla="*/ 96 h 112"/>
                <a:gd name="T74" fmla="*/ 95 w 129"/>
                <a:gd name="T75" fmla="*/ 97 h 112"/>
                <a:gd name="T76" fmla="*/ 100 w 129"/>
                <a:gd name="T77" fmla="*/ 85 h 112"/>
                <a:gd name="T78" fmla="*/ 124 w 129"/>
                <a:gd name="T79" fmla="*/ 111 h 112"/>
                <a:gd name="T80" fmla="*/ 129 w 129"/>
                <a:gd name="T81" fmla="*/ 110 h 112"/>
                <a:gd name="T82" fmla="*/ 114 w 129"/>
                <a:gd name="T83" fmla="*/ 84 h 112"/>
                <a:gd name="T84" fmla="*/ 118 w 129"/>
                <a:gd name="T85" fmla="*/ 69 h 112"/>
                <a:gd name="T86" fmla="*/ 127 w 129"/>
                <a:gd name="T87" fmla="*/ 43 h 112"/>
                <a:gd name="T88" fmla="*/ 118 w 129"/>
                <a:gd name="T89" fmla="*/ 39 h 112"/>
                <a:gd name="T90" fmla="*/ 110 w 129"/>
                <a:gd name="T91" fmla="*/ 32 h 112"/>
                <a:gd name="T92" fmla="*/ 85 w 129"/>
                <a:gd name="T93" fmla="*/ 3 h 112"/>
                <a:gd name="T94" fmla="*/ 61 w 129"/>
                <a:gd name="T95"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9"/>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90"/>
                    <a:pt x="67" y="91"/>
                  </a:cubicBezTo>
                  <a:cubicBezTo>
                    <a:pt x="65" y="93"/>
                    <a:pt x="63" y="95"/>
                    <a:pt x="61" y="99"/>
                  </a:cubicBezTo>
                  <a:cubicBezTo>
                    <a:pt x="59" y="99"/>
                    <a:pt x="56" y="100"/>
                    <a:pt x="52" y="100"/>
                  </a:cubicBezTo>
                  <a:cubicBezTo>
                    <a:pt x="52" y="100"/>
                    <a:pt x="52" y="100"/>
                    <a:pt x="52" y="100"/>
                  </a:cubicBezTo>
                  <a:cubicBezTo>
                    <a:pt x="46" y="100"/>
                    <a:pt x="40" y="99"/>
                    <a:pt x="34" y="94"/>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4"/>
                    <a:pt x="8" y="73"/>
                    <a:pt x="7" y="72"/>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3"/>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2"/>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9"/>
                    <a:pt x="122" y="68"/>
                    <a:pt x="123" y="67"/>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 name="Freeform 1738">
              <a:extLst>
                <a:ext uri="{FF2B5EF4-FFF2-40B4-BE49-F238E27FC236}">
                  <a16:creationId xmlns:a16="http://schemas.microsoft.com/office/drawing/2014/main" id="{7232C61B-CDE8-4FFB-8F0A-FBA060826953}"/>
                </a:ext>
              </a:extLst>
            </p:cNvPr>
            <p:cNvSpPr>
              <a:spLocks noEditPoints="1"/>
            </p:cNvSpPr>
            <p:nvPr userDrawn="1"/>
          </p:nvSpPr>
          <p:spPr bwMode="auto">
            <a:xfrm>
              <a:off x="8202506" y="4315865"/>
              <a:ext cx="282975" cy="242837"/>
            </a:xfrm>
            <a:custGeom>
              <a:avLst/>
              <a:gdLst>
                <a:gd name="T0" fmla="*/ 167 w 188"/>
                <a:gd name="T1" fmla="*/ 112 h 162"/>
                <a:gd name="T2" fmla="*/ 105 w 188"/>
                <a:gd name="T3" fmla="*/ 9 h 162"/>
                <a:gd name="T4" fmla="*/ 110 w 188"/>
                <a:gd name="T5" fmla="*/ 6 h 162"/>
                <a:gd name="T6" fmla="*/ 121 w 188"/>
                <a:gd name="T7" fmla="*/ 15 h 162"/>
                <a:gd name="T8" fmla="*/ 127 w 188"/>
                <a:gd name="T9" fmla="*/ 29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3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5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4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8"/>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3"/>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5"/>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49" y="127"/>
                    <a:pt x="49" y="125"/>
                  </a:cubicBezTo>
                  <a:cubicBezTo>
                    <a:pt x="49"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3"/>
                    <a:pt x="13" y="92"/>
                    <a:pt x="12" y="91"/>
                  </a:cubicBezTo>
                  <a:cubicBezTo>
                    <a:pt x="10" y="90"/>
                    <a:pt x="8" y="88"/>
                    <a:pt x="7" y="85"/>
                  </a:cubicBezTo>
                  <a:cubicBezTo>
                    <a:pt x="6" y="82"/>
                    <a:pt x="6" y="78"/>
                    <a:pt x="6" y="75"/>
                  </a:cubicBezTo>
                  <a:cubicBezTo>
                    <a:pt x="6" y="72"/>
                    <a:pt x="6"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4"/>
                    <a:pt x="22" y="124"/>
                    <a:pt x="22" y="124"/>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2"/>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8"/>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9"/>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 name="Freeform 1739">
              <a:extLst>
                <a:ext uri="{FF2B5EF4-FFF2-40B4-BE49-F238E27FC236}">
                  <a16:creationId xmlns:a16="http://schemas.microsoft.com/office/drawing/2014/main" id="{EEF8C6FF-D2C4-499A-82D5-A1FA143A67BE}"/>
                </a:ext>
              </a:extLst>
            </p:cNvPr>
            <p:cNvSpPr>
              <a:spLocks noEditPoints="1"/>
            </p:cNvSpPr>
            <p:nvPr userDrawn="1"/>
          </p:nvSpPr>
          <p:spPr bwMode="auto">
            <a:xfrm>
              <a:off x="7630535" y="5413647"/>
              <a:ext cx="282975" cy="242837"/>
            </a:xfrm>
            <a:custGeom>
              <a:avLst/>
              <a:gdLst>
                <a:gd name="T0" fmla="*/ 99 w 188"/>
                <a:gd name="T1" fmla="*/ 23 h 162"/>
                <a:gd name="T2" fmla="*/ 110 w 188"/>
                <a:gd name="T3" fmla="*/ 6 h 162"/>
                <a:gd name="T4" fmla="*/ 120 w 188"/>
                <a:gd name="T5" fmla="*/ 12 h 162"/>
                <a:gd name="T6" fmla="*/ 122 w 188"/>
                <a:gd name="T7" fmla="*/ 24 h 162"/>
                <a:gd name="T8" fmla="*/ 147 w 188"/>
                <a:gd name="T9" fmla="*/ 27 h 162"/>
                <a:gd name="T10" fmla="*/ 170 w 188"/>
                <a:gd name="T11" fmla="*/ 47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5 h 162"/>
                <a:gd name="T26" fmla="*/ 81 w 188"/>
                <a:gd name="T27" fmla="*/ 131 h 162"/>
                <a:gd name="T28" fmla="*/ 77 w 188"/>
                <a:gd name="T29" fmla="*/ 132 h 162"/>
                <a:gd name="T30" fmla="*/ 64 w 188"/>
                <a:gd name="T31" fmla="*/ 139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0 h 162"/>
                <a:gd name="T48" fmla="*/ 52 w 188"/>
                <a:gd name="T49" fmla="*/ 12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7 h 162"/>
                <a:gd name="T68" fmla="*/ 0 w 188"/>
                <a:gd name="T69" fmla="*/ 75 h 162"/>
                <a:gd name="T70" fmla="*/ 14 w 188"/>
                <a:gd name="T71" fmla="*/ 98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4 h 162"/>
                <a:gd name="T84" fmla="*/ 44 w 188"/>
                <a:gd name="T85" fmla="*/ 137 h 162"/>
                <a:gd name="T86" fmla="*/ 65 w 188"/>
                <a:gd name="T87" fmla="*/ 145 h 162"/>
                <a:gd name="T88" fmla="*/ 78 w 188"/>
                <a:gd name="T89" fmla="*/ 139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59 w 188"/>
                <a:gd name="T101" fmla="*/ 116 h 162"/>
                <a:gd name="T102" fmla="*/ 168 w 188"/>
                <a:gd name="T103" fmla="*/ 118 h 162"/>
                <a:gd name="T104" fmla="*/ 188 w 188"/>
                <a:gd name="T105" fmla="*/ 97 h 162"/>
                <a:gd name="T106" fmla="*/ 183 w 188"/>
                <a:gd name="T107" fmla="*/ 83 h 162"/>
                <a:gd name="T108" fmla="*/ 171 w 188"/>
                <a:gd name="T109" fmla="*/ 76 h 162"/>
                <a:gd name="T110" fmla="*/ 174 w 188"/>
                <a:gd name="T111" fmla="*/ 59 h 162"/>
                <a:gd name="T112" fmla="*/ 172 w 188"/>
                <a:gd name="T113" fmla="*/ 32 h 162"/>
                <a:gd name="T114" fmla="*/ 151 w 188"/>
                <a:gd name="T115" fmla="*/ 20 h 162"/>
                <a:gd name="T116" fmla="*/ 134 w 188"/>
                <a:gd name="T117" fmla="*/ 23 h 162"/>
                <a:gd name="T118" fmla="*/ 127 w 188"/>
                <a:gd name="T119" fmla="*/ 21 h 162"/>
                <a:gd name="T120" fmla="*/ 128 w 188"/>
                <a:gd name="T121" fmla="*/ 14 h 162"/>
                <a:gd name="T122" fmla="*/ 117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6"/>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 name="Freeform 1740">
              <a:extLst>
                <a:ext uri="{FF2B5EF4-FFF2-40B4-BE49-F238E27FC236}">
                  <a16:creationId xmlns:a16="http://schemas.microsoft.com/office/drawing/2014/main" id="{94EEE044-26CC-42E2-90AE-AAB2B244F70C}"/>
                </a:ext>
              </a:extLst>
            </p:cNvPr>
            <p:cNvSpPr>
              <a:spLocks noEditPoints="1"/>
            </p:cNvSpPr>
            <p:nvPr userDrawn="1"/>
          </p:nvSpPr>
          <p:spPr bwMode="auto">
            <a:xfrm>
              <a:off x="7905483" y="3906455"/>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1 h 162"/>
                <a:gd name="T20" fmla="*/ 159 w 188"/>
                <a:gd name="T21" fmla="*/ 110 h 162"/>
                <a:gd name="T22" fmla="*/ 142 w 188"/>
                <a:gd name="T23" fmla="*/ 122 h 162"/>
                <a:gd name="T24" fmla="*/ 113 w 188"/>
                <a:gd name="T25" fmla="*/ 148 h 162"/>
                <a:gd name="T26" fmla="*/ 98 w 188"/>
                <a:gd name="T27" fmla="*/ 145 h 162"/>
                <a:gd name="T28" fmla="*/ 81 w 188"/>
                <a:gd name="T29" fmla="*/ 131 h 162"/>
                <a:gd name="T30" fmla="*/ 73 w 188"/>
                <a:gd name="T31" fmla="*/ 135 h 162"/>
                <a:gd name="T32" fmla="*/ 64 w 188"/>
                <a:gd name="T33" fmla="*/ 139 h 162"/>
                <a:gd name="T34" fmla="*/ 49 w 188"/>
                <a:gd name="T35" fmla="*/ 133 h 162"/>
                <a:gd name="T36" fmla="*/ 45 w 188"/>
                <a:gd name="T37" fmla="*/ 112 h 162"/>
                <a:gd name="T38" fmla="*/ 27 w 188"/>
                <a:gd name="T39" fmla="*/ 127 h 162"/>
                <a:gd name="T40" fmla="*/ 15 w 188"/>
                <a:gd name="T41" fmla="*/ 92 h 162"/>
                <a:gd name="T42" fmla="*/ 6 w 188"/>
                <a:gd name="T43" fmla="*/ 75 h 162"/>
                <a:gd name="T44" fmla="*/ 13 w 188"/>
                <a:gd name="T45" fmla="*/ 63 h 162"/>
                <a:gd name="T46" fmla="*/ 31 w 188"/>
                <a:gd name="T47" fmla="*/ 60 h 162"/>
                <a:gd name="T48" fmla="*/ 30 w 188"/>
                <a:gd name="T49" fmla="*/ 35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0 h 162"/>
                <a:gd name="T64" fmla="*/ 30 w 188"/>
                <a:gd name="T65" fmla="*/ 50 h 162"/>
                <a:gd name="T66" fmla="*/ 15 w 188"/>
                <a:gd name="T67" fmla="*/ 57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0 h 162"/>
                <a:gd name="T90" fmla="*/ 78 w 188"/>
                <a:gd name="T91" fmla="*/ 139 h 162"/>
                <a:gd name="T92" fmla="*/ 81 w 188"/>
                <a:gd name="T93" fmla="*/ 137 h 162"/>
                <a:gd name="T94" fmla="*/ 94 w 188"/>
                <a:gd name="T95" fmla="*/ 150 h 162"/>
                <a:gd name="T96" fmla="*/ 113 w 188"/>
                <a:gd name="T97" fmla="*/ 154 h 162"/>
                <a:gd name="T98" fmla="*/ 147 w 188"/>
                <a:gd name="T99" fmla="*/ 138 h 162"/>
                <a:gd name="T100" fmla="*/ 149 w 188"/>
                <a:gd name="T101" fmla="*/ 12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4"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1"/>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 name="Freeform 1741">
              <a:extLst>
                <a:ext uri="{FF2B5EF4-FFF2-40B4-BE49-F238E27FC236}">
                  <a16:creationId xmlns:a16="http://schemas.microsoft.com/office/drawing/2014/main" id="{496EACE8-7B8E-41E9-85E5-AFDEA3E4779F}"/>
                </a:ext>
              </a:extLst>
            </p:cNvPr>
            <p:cNvSpPr>
              <a:spLocks noEditPoints="1"/>
            </p:cNvSpPr>
            <p:nvPr userDrawn="1"/>
          </p:nvSpPr>
          <p:spPr bwMode="auto">
            <a:xfrm>
              <a:off x="8979181" y="5214962"/>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6 w 243"/>
                <a:gd name="T117" fmla="*/ 26 h 208"/>
                <a:gd name="T118" fmla="*/ 174 w 243"/>
                <a:gd name="T119" fmla="*/ 30 h 208"/>
                <a:gd name="T120" fmla="*/ 164 w 243"/>
                <a:gd name="T121" fmla="*/ 27 h 208"/>
                <a:gd name="T122" fmla="*/ 165 w 243"/>
                <a:gd name="T123" fmla="*/ 17 h 208"/>
                <a:gd name="T124" fmla="*/ 151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1" y="107"/>
                    <a:pt x="225" y="110"/>
                    <a:pt x="229" y="112"/>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90"/>
                    <a:pt x="129" y="189"/>
                    <a:pt x="128" y="189"/>
                  </a:cubicBezTo>
                  <a:cubicBezTo>
                    <a:pt x="127" y="189"/>
                    <a:pt x="127" y="189"/>
                    <a:pt x="127" y="189"/>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 name="Freeform 1742">
              <a:extLst>
                <a:ext uri="{FF2B5EF4-FFF2-40B4-BE49-F238E27FC236}">
                  <a16:creationId xmlns:a16="http://schemas.microsoft.com/office/drawing/2014/main" id="{BFC6557F-748C-4D9A-90AF-BAA48F33BFAE}"/>
                </a:ext>
              </a:extLst>
            </p:cNvPr>
            <p:cNvSpPr>
              <a:spLocks/>
            </p:cNvSpPr>
            <p:nvPr userDrawn="1"/>
          </p:nvSpPr>
          <p:spPr bwMode="auto">
            <a:xfrm>
              <a:off x="8979181" y="5524027"/>
              <a:ext cx="4014"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Tree>
    <p:extLst>
      <p:ext uri="{BB962C8B-B14F-4D97-AF65-F5344CB8AC3E}">
        <p14:creationId xmlns:p14="http://schemas.microsoft.com/office/powerpoint/2010/main" val="359630625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8_Nokia Blue Plain">
    <p:spTree>
      <p:nvGrpSpPr>
        <p:cNvPr id="1" name=""/>
        <p:cNvGrpSpPr/>
        <p:nvPr/>
      </p:nvGrpSpPr>
      <p:grpSpPr>
        <a:xfrm>
          <a:off x="0" y="0"/>
          <a:ext cx="0" cy="0"/>
          <a:chOff x="0" y="0"/>
          <a:chExt cx="0" cy="0"/>
        </a:xfrm>
      </p:grpSpPr>
      <p:pic>
        <p:nvPicPr>
          <p:cNvPr id="20" name="Picture 19" descr="GettyImages_88831632_RGB_16x9_RT01.tif"/>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371819267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1_5-1 Nokia White INTERNAL Master end slide">
    <p:spTree>
      <p:nvGrpSpPr>
        <p:cNvPr id="1" name=""/>
        <p:cNvGrpSpPr/>
        <p:nvPr/>
      </p:nvGrpSpPr>
      <p:grpSpPr>
        <a:xfrm>
          <a:off x="0" y="0"/>
          <a:ext cx="0" cy="0"/>
          <a:chOff x="0" y="0"/>
          <a:chExt cx="0" cy="0"/>
        </a:xfrm>
      </p:grpSpPr>
      <p:sp>
        <p:nvSpPr>
          <p:cNvPr id="3" name="Freihandform: Form 2">
            <a:extLst>
              <a:ext uri="{FF2B5EF4-FFF2-40B4-BE49-F238E27FC236}">
                <a16:creationId xmlns:a16="http://schemas.microsoft.com/office/drawing/2014/main" id="{93760D1D-C1E6-4CC2-A043-B59E22E05FA3}"/>
              </a:ext>
            </a:extLst>
          </p:cNvPr>
          <p:cNvSpPr/>
          <p:nvPr userDrawn="1"/>
        </p:nvSpPr>
        <p:spPr>
          <a:xfrm>
            <a:off x="846904" y="2731974"/>
            <a:ext cx="10565929" cy="1718399"/>
          </a:xfrm>
          <a:custGeom>
            <a:avLst/>
            <a:gdLst>
              <a:gd name="connsiteX0" fmla="*/ 6960911 w 7924447"/>
              <a:gd name="connsiteY0" fmla="*/ 321135 h 1288800"/>
              <a:gd name="connsiteX1" fmla="*/ 6719487 w 7924447"/>
              <a:gd name="connsiteY1" fmla="*/ 779851 h 1288800"/>
              <a:gd name="connsiteX2" fmla="*/ 7204868 w 7924447"/>
              <a:gd name="connsiteY2" fmla="*/ 779851 h 1288800"/>
              <a:gd name="connsiteX3" fmla="*/ 2388009 w 7924447"/>
              <a:gd name="connsiteY3" fmla="*/ 315532 h 1288800"/>
              <a:gd name="connsiteX4" fmla="*/ 2313866 w 7924447"/>
              <a:gd name="connsiteY4" fmla="*/ 389523 h 1288800"/>
              <a:gd name="connsiteX5" fmla="*/ 2313866 w 7924447"/>
              <a:gd name="connsiteY5" fmla="*/ 895278 h 1288800"/>
              <a:gd name="connsiteX6" fmla="*/ 2388009 w 7924447"/>
              <a:gd name="connsiteY6" fmla="*/ 969269 h 1288800"/>
              <a:gd name="connsiteX7" fmla="*/ 3186375 w 7924447"/>
              <a:gd name="connsiteY7" fmla="*/ 969269 h 1288800"/>
              <a:gd name="connsiteX8" fmla="*/ 3260517 w 7924447"/>
              <a:gd name="connsiteY8" fmla="*/ 895278 h 1288800"/>
              <a:gd name="connsiteX9" fmla="*/ 3260517 w 7924447"/>
              <a:gd name="connsiteY9" fmla="*/ 389523 h 1288800"/>
              <a:gd name="connsiteX10" fmla="*/ 3186375 w 7924447"/>
              <a:gd name="connsiteY10" fmla="*/ 315532 h 1288800"/>
              <a:gd name="connsiteX11" fmla="*/ 5545757 w 7924447"/>
              <a:gd name="connsiteY11" fmla="*/ 14419 h 1288800"/>
              <a:gd name="connsiteX12" fmla="*/ 5939564 w 7924447"/>
              <a:gd name="connsiteY12" fmla="*/ 14419 h 1288800"/>
              <a:gd name="connsiteX13" fmla="*/ 5939564 w 7924447"/>
              <a:gd name="connsiteY13" fmla="*/ 1273030 h 1288800"/>
              <a:gd name="connsiteX14" fmla="*/ 5545757 w 7924447"/>
              <a:gd name="connsiteY14" fmla="*/ 1273030 h 1288800"/>
              <a:gd name="connsiteX15" fmla="*/ 3781683 w 7924447"/>
              <a:gd name="connsiteY15" fmla="*/ 14419 h 1288800"/>
              <a:gd name="connsiteX16" fmla="*/ 4175490 w 7924447"/>
              <a:gd name="connsiteY16" fmla="*/ 14419 h 1288800"/>
              <a:gd name="connsiteX17" fmla="*/ 4175490 w 7924447"/>
              <a:gd name="connsiteY17" fmla="*/ 1273030 h 1288800"/>
              <a:gd name="connsiteX18" fmla="*/ 3781683 w 7924447"/>
              <a:gd name="connsiteY18" fmla="*/ 1273030 h 1288800"/>
              <a:gd name="connsiteX19" fmla="*/ 6726931 w 7924447"/>
              <a:gd name="connsiteY19" fmla="*/ 14418 h 1288800"/>
              <a:gd name="connsiteX20" fmla="*/ 7216062 w 7924447"/>
              <a:gd name="connsiteY20" fmla="*/ 14418 h 1288800"/>
              <a:gd name="connsiteX21" fmla="*/ 7924447 w 7924447"/>
              <a:gd name="connsiteY21" fmla="*/ 1273030 h 1288800"/>
              <a:gd name="connsiteX22" fmla="*/ 7467155 w 7924447"/>
              <a:gd name="connsiteY22" fmla="*/ 1273030 h 1288800"/>
              <a:gd name="connsiteX23" fmla="*/ 7349796 w 7924447"/>
              <a:gd name="connsiteY23" fmla="*/ 1052360 h 1288800"/>
              <a:gd name="connsiteX24" fmla="*/ 6576065 w 7924447"/>
              <a:gd name="connsiteY24" fmla="*/ 1052360 h 1288800"/>
              <a:gd name="connsiteX25" fmla="*/ 6459926 w 7924447"/>
              <a:gd name="connsiteY25" fmla="*/ 1273030 h 1288800"/>
              <a:gd name="connsiteX26" fmla="*/ 6011821 w 7924447"/>
              <a:gd name="connsiteY26" fmla="*/ 1273030 h 1288800"/>
              <a:gd name="connsiteX27" fmla="*/ 139469 w 7924447"/>
              <a:gd name="connsiteY27" fmla="*/ 14418 h 1288800"/>
              <a:gd name="connsiteX28" fmla="*/ 657720 w 7924447"/>
              <a:gd name="connsiteY28" fmla="*/ 14418 h 1288800"/>
              <a:gd name="connsiteX29" fmla="*/ 1414558 w 7924447"/>
              <a:gd name="connsiteY29" fmla="*/ 955333 h 1288800"/>
              <a:gd name="connsiteX30" fmla="*/ 1414558 w 7924447"/>
              <a:gd name="connsiteY30" fmla="*/ 14420 h 1288800"/>
              <a:gd name="connsiteX31" fmla="*/ 1793219 w 7924447"/>
              <a:gd name="connsiteY31" fmla="*/ 14420 h 1288800"/>
              <a:gd name="connsiteX32" fmla="*/ 1793219 w 7924447"/>
              <a:gd name="connsiteY32" fmla="*/ 1273030 h 1288800"/>
              <a:gd name="connsiteX33" fmla="*/ 1151296 w 7924447"/>
              <a:gd name="connsiteY33" fmla="*/ 1273030 h 1288800"/>
              <a:gd name="connsiteX34" fmla="*/ 378661 w 7924447"/>
              <a:gd name="connsiteY34" fmla="*/ 311950 h 1288800"/>
              <a:gd name="connsiteX35" fmla="*/ 378661 w 7924447"/>
              <a:gd name="connsiteY35" fmla="*/ 1273030 h 1288800"/>
              <a:gd name="connsiteX36" fmla="*/ 0 w 7924447"/>
              <a:gd name="connsiteY36" fmla="*/ 1273030 h 1288800"/>
              <a:gd name="connsiteX37" fmla="*/ 0 w 7924447"/>
              <a:gd name="connsiteY37" fmla="*/ 14420 h 1288800"/>
              <a:gd name="connsiteX38" fmla="*/ 139470 w 7924447"/>
              <a:gd name="connsiteY38" fmla="*/ 14420 h 1288800"/>
              <a:gd name="connsiteX39" fmla="*/ 4850522 w 7924447"/>
              <a:gd name="connsiteY39" fmla="*/ 14418 h 1288800"/>
              <a:gd name="connsiteX40" fmla="*/ 5385591 w 7924447"/>
              <a:gd name="connsiteY40" fmla="*/ 14418 h 1288800"/>
              <a:gd name="connsiteX41" fmla="*/ 4668730 w 7924447"/>
              <a:gd name="connsiteY41" fmla="*/ 603446 h 1288800"/>
              <a:gd name="connsiteX42" fmla="*/ 5474313 w 7924447"/>
              <a:gd name="connsiteY42" fmla="*/ 1273029 h 1288800"/>
              <a:gd name="connsiteX43" fmla="*/ 4911442 w 7924447"/>
              <a:gd name="connsiteY43" fmla="*/ 1273029 h 1288800"/>
              <a:gd name="connsiteX44" fmla="*/ 4178297 w 7924447"/>
              <a:gd name="connsiteY44" fmla="*/ 616444 h 1288800"/>
              <a:gd name="connsiteX45" fmla="*/ 2308976 w 7924447"/>
              <a:gd name="connsiteY45" fmla="*/ 0 h 1288800"/>
              <a:gd name="connsiteX46" fmla="*/ 3257392 w 7924447"/>
              <a:gd name="connsiteY46" fmla="*/ 0 h 1288800"/>
              <a:gd name="connsiteX47" fmla="*/ 3620245 w 7924447"/>
              <a:gd name="connsiteY47" fmla="*/ 334112 h 1288800"/>
              <a:gd name="connsiteX48" fmla="*/ 3620245 w 7924447"/>
              <a:gd name="connsiteY48" fmla="*/ 950689 h 1288800"/>
              <a:gd name="connsiteX49" fmla="*/ 3261400 w 7924447"/>
              <a:gd name="connsiteY49" fmla="*/ 1284801 h 1288800"/>
              <a:gd name="connsiteX50" fmla="*/ 2333021 w 7924447"/>
              <a:gd name="connsiteY50" fmla="*/ 1288800 h 1288800"/>
              <a:gd name="connsiteX51" fmla="*/ 1954138 w 7924447"/>
              <a:gd name="connsiteY51" fmla="*/ 950689 h 1288800"/>
              <a:gd name="connsiteX52" fmla="*/ 1954138 w 7924447"/>
              <a:gd name="connsiteY52" fmla="*/ 334112 h 1288800"/>
              <a:gd name="connsiteX53" fmla="*/ 2308976 w 7924447"/>
              <a:gd name="connsiteY53" fmla="*/ 0 h 128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924447" h="1288800">
                <a:moveTo>
                  <a:pt x="6960911" y="321135"/>
                </a:moveTo>
                <a:lnTo>
                  <a:pt x="6719487" y="779851"/>
                </a:lnTo>
                <a:lnTo>
                  <a:pt x="7204868" y="779851"/>
                </a:lnTo>
                <a:close/>
                <a:moveTo>
                  <a:pt x="2388009" y="315532"/>
                </a:moveTo>
                <a:cubicBezTo>
                  <a:pt x="2347061" y="315532"/>
                  <a:pt x="2313866" y="348659"/>
                  <a:pt x="2313866" y="389523"/>
                </a:cubicBezTo>
                <a:lnTo>
                  <a:pt x="2313866" y="895278"/>
                </a:lnTo>
                <a:cubicBezTo>
                  <a:pt x="2313866" y="936142"/>
                  <a:pt x="2347061" y="969269"/>
                  <a:pt x="2388009" y="969269"/>
                </a:cubicBezTo>
                <a:lnTo>
                  <a:pt x="3186375" y="969269"/>
                </a:lnTo>
                <a:cubicBezTo>
                  <a:pt x="3227323" y="969269"/>
                  <a:pt x="3260517" y="936142"/>
                  <a:pt x="3260517" y="895278"/>
                </a:cubicBezTo>
                <a:lnTo>
                  <a:pt x="3260517" y="389523"/>
                </a:lnTo>
                <a:cubicBezTo>
                  <a:pt x="3260517" y="348659"/>
                  <a:pt x="3227323" y="315532"/>
                  <a:pt x="3186375" y="315532"/>
                </a:cubicBezTo>
                <a:close/>
                <a:moveTo>
                  <a:pt x="5545757" y="14419"/>
                </a:moveTo>
                <a:lnTo>
                  <a:pt x="5939564" y="14419"/>
                </a:lnTo>
                <a:lnTo>
                  <a:pt x="5939564" y="1273030"/>
                </a:lnTo>
                <a:lnTo>
                  <a:pt x="5545757" y="1273030"/>
                </a:lnTo>
                <a:close/>
                <a:moveTo>
                  <a:pt x="3781683" y="14419"/>
                </a:moveTo>
                <a:lnTo>
                  <a:pt x="4175490" y="14419"/>
                </a:lnTo>
                <a:lnTo>
                  <a:pt x="4175490" y="1273030"/>
                </a:lnTo>
                <a:lnTo>
                  <a:pt x="3781683" y="1273030"/>
                </a:lnTo>
                <a:close/>
                <a:moveTo>
                  <a:pt x="6726931" y="14418"/>
                </a:moveTo>
                <a:lnTo>
                  <a:pt x="7216062" y="14418"/>
                </a:lnTo>
                <a:lnTo>
                  <a:pt x="7924447" y="1273030"/>
                </a:lnTo>
                <a:lnTo>
                  <a:pt x="7467155" y="1273030"/>
                </a:lnTo>
                <a:lnTo>
                  <a:pt x="7349796" y="1052360"/>
                </a:lnTo>
                <a:lnTo>
                  <a:pt x="6576065" y="1052360"/>
                </a:lnTo>
                <a:lnTo>
                  <a:pt x="6459926" y="1273030"/>
                </a:lnTo>
                <a:lnTo>
                  <a:pt x="6011821" y="1273030"/>
                </a:lnTo>
                <a:close/>
                <a:moveTo>
                  <a:pt x="139469" y="14418"/>
                </a:moveTo>
                <a:lnTo>
                  <a:pt x="657720" y="14418"/>
                </a:lnTo>
                <a:lnTo>
                  <a:pt x="1414558" y="955333"/>
                </a:lnTo>
                <a:lnTo>
                  <a:pt x="1414558" y="14420"/>
                </a:lnTo>
                <a:lnTo>
                  <a:pt x="1793219" y="14420"/>
                </a:lnTo>
                <a:lnTo>
                  <a:pt x="1793219" y="1273030"/>
                </a:lnTo>
                <a:lnTo>
                  <a:pt x="1151296" y="1273030"/>
                </a:lnTo>
                <a:lnTo>
                  <a:pt x="378661" y="311950"/>
                </a:lnTo>
                <a:lnTo>
                  <a:pt x="378661" y="1273030"/>
                </a:lnTo>
                <a:lnTo>
                  <a:pt x="0" y="1273030"/>
                </a:lnTo>
                <a:lnTo>
                  <a:pt x="0" y="14420"/>
                </a:lnTo>
                <a:lnTo>
                  <a:pt x="139470" y="14420"/>
                </a:lnTo>
                <a:close/>
                <a:moveTo>
                  <a:pt x="4850522" y="14418"/>
                </a:moveTo>
                <a:lnTo>
                  <a:pt x="5385591" y="14418"/>
                </a:lnTo>
                <a:lnTo>
                  <a:pt x="4668730" y="603446"/>
                </a:lnTo>
                <a:lnTo>
                  <a:pt x="5474313" y="1273029"/>
                </a:lnTo>
                <a:lnTo>
                  <a:pt x="4911442" y="1273029"/>
                </a:lnTo>
                <a:lnTo>
                  <a:pt x="4178297" y="616444"/>
                </a:lnTo>
                <a:close/>
                <a:moveTo>
                  <a:pt x="2308976" y="0"/>
                </a:moveTo>
                <a:lnTo>
                  <a:pt x="3257392" y="0"/>
                </a:lnTo>
                <a:cubicBezTo>
                  <a:pt x="3442298" y="0"/>
                  <a:pt x="3624253" y="119593"/>
                  <a:pt x="3620245" y="334112"/>
                </a:cubicBezTo>
                <a:lnTo>
                  <a:pt x="3620245" y="950689"/>
                </a:lnTo>
                <a:cubicBezTo>
                  <a:pt x="3620245" y="1159210"/>
                  <a:pt x="3446305" y="1284801"/>
                  <a:pt x="3261400" y="1284801"/>
                </a:cubicBezTo>
                <a:lnTo>
                  <a:pt x="2333021" y="1288800"/>
                </a:lnTo>
                <a:cubicBezTo>
                  <a:pt x="2148115" y="1286801"/>
                  <a:pt x="1954138" y="1181205"/>
                  <a:pt x="1954138" y="950689"/>
                </a:cubicBezTo>
                <a:lnTo>
                  <a:pt x="1954138" y="334112"/>
                </a:lnTo>
                <a:cubicBezTo>
                  <a:pt x="1962153" y="113594"/>
                  <a:pt x="2124071" y="0"/>
                  <a:pt x="2308976" y="0"/>
                </a:cubicBezTo>
                <a:close/>
              </a:path>
            </a:pathLst>
          </a:custGeom>
          <a:solidFill>
            <a:schemeClr val="bg1">
              <a:alpha val="37000"/>
            </a:schemeClr>
          </a:solidFill>
        </p:spPr>
        <p:txBody>
          <a:bodyPr wrap="square" rtlCol="0" anchor="ctr">
            <a:noAutofit/>
          </a:bodyPr>
          <a:lstStyle/>
          <a:p>
            <a:pPr marL="0" indent="0" algn="ctr">
              <a:lnSpc>
                <a:spcPct val="90000"/>
              </a:lnSpc>
              <a:buNone/>
            </a:pPr>
            <a:endParaRPr lang="en-US" sz="2400">
              <a:latin typeface="+mn-lt"/>
            </a:endParaRPr>
          </a:p>
        </p:txBody>
      </p:sp>
    </p:spTree>
    <p:extLst>
      <p:ext uri="{BB962C8B-B14F-4D97-AF65-F5344CB8AC3E}">
        <p14:creationId xmlns:p14="http://schemas.microsoft.com/office/powerpoint/2010/main" val="425733015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vmlDrawing" Target="../drawings/vmlDrawing1.vml"/><Relationship Id="rId7" Type="http://schemas.openxmlformats.org/officeDocument/2006/relationships/image" Target="../media/image1.emf"/><Relationship Id="rId2"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oleObject" Target="../embeddings/oleObject1.bin"/><Relationship Id="rId5" Type="http://schemas.openxmlformats.org/officeDocument/2006/relationships/tags" Target="../tags/tag3.xml"/><Relationship Id="rId4" Type="http://schemas.openxmlformats.org/officeDocument/2006/relationships/tags" Target="../tags/tag2.xml"/></Relationships>
</file>

<file path=ppt/slideMasters/_rels/slideMaster2.xml.rels><?xml version="1.0" encoding="UTF-8" standalone="yes"?>
<Relationships xmlns="http://schemas.openxmlformats.org/package/2006/relationships"><Relationship Id="rId8" Type="http://schemas.openxmlformats.org/officeDocument/2006/relationships/image" Target="../media/image3.emf"/><Relationship Id="rId3" Type="http://schemas.openxmlformats.org/officeDocument/2006/relationships/slideLayout" Target="../slideLayouts/slideLayout4.xml"/><Relationship Id="rId7" Type="http://schemas.openxmlformats.org/officeDocument/2006/relationships/oleObject" Target="../embeddings/oleObject2.bin"/><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tags" Target="../tags/tag4.xml"/><Relationship Id="rId5" Type="http://schemas.openxmlformats.org/officeDocument/2006/relationships/vmlDrawing" Target="../drawings/vmlDrawing2.vm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2.xml"/><Relationship Id="rId13" Type="http://schemas.openxmlformats.org/officeDocument/2006/relationships/vmlDrawing" Target="../drawings/vmlDrawing3.vml"/><Relationship Id="rId18" Type="http://schemas.openxmlformats.org/officeDocument/2006/relationships/image" Target="../media/image6.png"/><Relationship Id="rId3" Type="http://schemas.openxmlformats.org/officeDocument/2006/relationships/slideLayout" Target="../slideLayouts/slideLayout7.xml"/><Relationship Id="rId7" Type="http://schemas.openxmlformats.org/officeDocument/2006/relationships/slideLayout" Target="../slideLayouts/slideLayout11.xml"/><Relationship Id="rId12" Type="http://schemas.openxmlformats.org/officeDocument/2006/relationships/theme" Target="../theme/theme3.xml"/><Relationship Id="rId17" Type="http://schemas.openxmlformats.org/officeDocument/2006/relationships/image" Target="../media/image5.emf"/><Relationship Id="rId2" Type="http://schemas.openxmlformats.org/officeDocument/2006/relationships/slideLayout" Target="../slideLayouts/slideLayout6.xml"/><Relationship Id="rId16" Type="http://schemas.openxmlformats.org/officeDocument/2006/relationships/oleObject" Target="../embeddings/oleObject3.bin"/><Relationship Id="rId1" Type="http://schemas.openxmlformats.org/officeDocument/2006/relationships/slideLayout" Target="../slideLayouts/slideLayout5.xml"/><Relationship Id="rId6" Type="http://schemas.openxmlformats.org/officeDocument/2006/relationships/slideLayout" Target="../slideLayouts/slideLayout10.xml"/><Relationship Id="rId11" Type="http://schemas.openxmlformats.org/officeDocument/2006/relationships/slideLayout" Target="../slideLayouts/slideLayout15.xml"/><Relationship Id="rId5" Type="http://schemas.openxmlformats.org/officeDocument/2006/relationships/slideLayout" Target="../slideLayouts/slideLayout9.xml"/><Relationship Id="rId15" Type="http://schemas.openxmlformats.org/officeDocument/2006/relationships/tags" Target="../tags/tag6.xml"/><Relationship Id="rId10" Type="http://schemas.openxmlformats.org/officeDocument/2006/relationships/slideLayout" Target="../slideLayouts/slideLayout14.xml"/><Relationship Id="rId19" Type="http://schemas.openxmlformats.org/officeDocument/2006/relationships/image" Target="../media/image7.png"/><Relationship Id="rId4" Type="http://schemas.openxmlformats.org/officeDocument/2006/relationships/slideLayout" Target="../slideLayouts/slideLayout8.xml"/><Relationship Id="rId9" Type="http://schemas.openxmlformats.org/officeDocument/2006/relationships/slideLayout" Target="../slideLayouts/slideLayout13.xml"/><Relationship Id="rId14" Type="http://schemas.openxmlformats.org/officeDocument/2006/relationships/tags" Target="../tags/tag5.xml"/></Relationships>
</file>

<file path=ppt/slideMasters/_rels/slideMaster4.xml.rels><?xml version="1.0" encoding="UTF-8" standalone="yes"?>
<Relationships xmlns="http://schemas.openxmlformats.org/package/2006/relationships"><Relationship Id="rId8" Type="http://schemas.openxmlformats.org/officeDocument/2006/relationships/vmlDrawing" Target="../drawings/vmlDrawing6.vml"/><Relationship Id="rId13" Type="http://schemas.openxmlformats.org/officeDocument/2006/relationships/image" Target="../media/image7.png"/><Relationship Id="rId3" Type="http://schemas.openxmlformats.org/officeDocument/2006/relationships/slideLayout" Target="../slideLayouts/slideLayout18.xml"/><Relationship Id="rId7" Type="http://schemas.openxmlformats.org/officeDocument/2006/relationships/theme" Target="../theme/theme4.xml"/><Relationship Id="rId12" Type="http://schemas.openxmlformats.org/officeDocument/2006/relationships/image" Target="../media/image6.png"/><Relationship Id="rId2" Type="http://schemas.openxmlformats.org/officeDocument/2006/relationships/slideLayout" Target="../slideLayouts/slideLayout17.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image" Target="../media/image1.emf"/><Relationship Id="rId5" Type="http://schemas.openxmlformats.org/officeDocument/2006/relationships/slideLayout" Target="../slideLayouts/slideLayout20.xml"/><Relationship Id="rId10" Type="http://schemas.openxmlformats.org/officeDocument/2006/relationships/oleObject" Target="../embeddings/oleObject6.bin"/><Relationship Id="rId4" Type="http://schemas.openxmlformats.org/officeDocument/2006/relationships/slideLayout" Target="../slideLayouts/slideLayout19.xml"/><Relationship Id="rId9" Type="http://schemas.openxmlformats.org/officeDocument/2006/relationships/tags" Target="../tags/tag9.xml"/></Relationships>
</file>

<file path=ppt/slideMasters/_rels/slideMaster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theme" Target="../theme/theme5.xml"/><Relationship Id="rId1" Type="http://schemas.openxmlformats.org/officeDocument/2006/relationships/slideLayout" Target="../slideLayouts/slideLayout2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1.emf"/><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oleObject" Target="../embeddings/oleObject8.bin"/><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tags" Target="../tags/tag11.xml"/><Relationship Id="rId5" Type="http://schemas.openxmlformats.org/officeDocument/2006/relationships/slideLayout" Target="../slideLayouts/slideLayout27.xml"/><Relationship Id="rId10" Type="http://schemas.openxmlformats.org/officeDocument/2006/relationships/vmlDrawing" Target="../drawings/vmlDrawing8.vml"/><Relationship Id="rId4" Type="http://schemas.openxmlformats.org/officeDocument/2006/relationships/slideLayout" Target="../slideLayouts/slideLayout26.xml"/><Relationship Id="rId9"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31.xml"/></Relationships>
</file>

<file path=ppt/slideMasters/_rels/slideMaster8.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vmlDrawing" Target="../drawings/vmlDrawing9.vml"/><Relationship Id="rId7" Type="http://schemas.openxmlformats.org/officeDocument/2006/relationships/image" Target="../media/image5.emf"/><Relationship Id="rId2" Type="http://schemas.openxmlformats.org/officeDocument/2006/relationships/theme" Target="../theme/theme8.xml"/><Relationship Id="rId1" Type="http://schemas.openxmlformats.org/officeDocument/2006/relationships/slideLayout" Target="../slideLayouts/slideLayout32.xml"/><Relationship Id="rId6" Type="http://schemas.openxmlformats.org/officeDocument/2006/relationships/oleObject" Target="../embeddings/oleObject9.bin"/><Relationship Id="rId5" Type="http://schemas.openxmlformats.org/officeDocument/2006/relationships/tags" Target="../tags/tag13.xml"/><Relationship Id="rId4" Type="http://schemas.openxmlformats.org/officeDocument/2006/relationships/tags" Target="../tags/tag12.xml"/><Relationship Id="rId9" Type="http://schemas.openxmlformats.org/officeDocument/2006/relationships/image" Target="../media/image7.png"/></Relationships>
</file>

<file path=ppt/slideMasters/_rels/slideMaster9.xml.rels><?xml version="1.0" encoding="UTF-8" standalone="yes"?>
<Relationships xmlns="http://schemas.openxmlformats.org/package/2006/relationships"><Relationship Id="rId3" Type="http://schemas.openxmlformats.org/officeDocument/2006/relationships/theme" Target="../theme/theme9.xml"/><Relationship Id="rId2" Type="http://schemas.openxmlformats.org/officeDocument/2006/relationships/slideLayout" Target="../slideLayouts/slideLayout34.xml"/><Relationship Id="rId1" Type="http://schemas.openxmlformats.org/officeDocument/2006/relationships/slideLayout" Target="../slideLayouts/slideLayout33.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image" Target="../media/image6.png"/><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10.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1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vmlDrawing" Target="../drawings/vmlDrawing11.vml"/><Relationship Id="rId7" Type="http://schemas.openxmlformats.org/officeDocument/2006/relationships/image" Target="../media/image5.emf"/><Relationship Id="rId2" Type="http://schemas.openxmlformats.org/officeDocument/2006/relationships/theme" Target="../theme/theme11.xml"/><Relationship Id="rId1" Type="http://schemas.openxmlformats.org/officeDocument/2006/relationships/slideLayout" Target="../slideLayouts/slideLayout46.xml"/><Relationship Id="rId6" Type="http://schemas.openxmlformats.org/officeDocument/2006/relationships/oleObject" Target="../embeddings/oleObject11.bin"/><Relationship Id="rId5" Type="http://schemas.openxmlformats.org/officeDocument/2006/relationships/tags" Target="../tags/tag16.xml"/><Relationship Id="rId4" Type="http://schemas.openxmlformats.org/officeDocument/2006/relationships/tags" Target="../tags/tag15.xml"/><Relationship Id="rId9" Type="http://schemas.openxmlformats.org/officeDocument/2006/relationships/image" Target="../media/image7.png"/></Relationships>
</file>

<file path=ppt/slideMasters/_rels/slideMaster12.xml.rels><?xml version="1.0" encoding="UTF-8" standalone="yes"?>
<Relationships xmlns="http://schemas.openxmlformats.org/package/2006/relationships"><Relationship Id="rId2" Type="http://schemas.openxmlformats.org/officeDocument/2006/relationships/theme" Target="../theme/theme12.xml"/><Relationship Id="rId1" Type="http://schemas.openxmlformats.org/officeDocument/2006/relationships/slideLayout" Target="../slideLayouts/slideLayout47.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image" Target="../media/image1.emf"/><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oleObject" Target="../embeddings/oleObject13.bin"/><Relationship Id="rId2" Type="http://schemas.openxmlformats.org/officeDocument/2006/relationships/slideLayout" Target="../slideLayouts/slideLayout49.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tags" Target="../tags/tag18.xml"/><Relationship Id="rId5" Type="http://schemas.openxmlformats.org/officeDocument/2006/relationships/slideLayout" Target="../slideLayouts/slideLayout52.xml"/><Relationship Id="rId10" Type="http://schemas.openxmlformats.org/officeDocument/2006/relationships/vmlDrawing" Target="../drawings/vmlDrawing13.vml"/><Relationship Id="rId4" Type="http://schemas.openxmlformats.org/officeDocument/2006/relationships/slideLayout" Target="../slideLayouts/slideLayout51.xml"/><Relationship Id="rId9" Type="http://schemas.openxmlformats.org/officeDocument/2006/relationships/theme" Target="../theme/theme1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image" Target="../media/image1.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oleObject" Target="../embeddings/oleObject14.bin"/><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tags" Target="../tags/tag19.xml"/><Relationship Id="rId5" Type="http://schemas.openxmlformats.org/officeDocument/2006/relationships/slideLayout" Target="../slideLayouts/slideLayout60.xml"/><Relationship Id="rId15" Type="http://schemas.openxmlformats.org/officeDocument/2006/relationships/image" Target="../media/image7.png"/><Relationship Id="rId10" Type="http://schemas.openxmlformats.org/officeDocument/2006/relationships/vmlDrawing" Target="../drawings/vmlDrawing14.vml"/><Relationship Id="rId4" Type="http://schemas.openxmlformats.org/officeDocument/2006/relationships/slideLayout" Target="../slideLayouts/slideLayout59.xml"/><Relationship Id="rId9" Type="http://schemas.openxmlformats.org/officeDocument/2006/relationships/theme" Target="../theme/theme14.xml"/><Relationship Id="rId14" Type="http://schemas.openxmlformats.org/officeDocument/2006/relationships/image" Target="../media/image6.png"/></Relationships>
</file>

<file path=ppt/slideMasters/_rels/slideMaster15.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heme" Target="../theme/theme15.xml"/><Relationship Id="rId7" Type="http://schemas.openxmlformats.org/officeDocument/2006/relationships/oleObject" Target="../embeddings/oleObject16.bin"/><Relationship Id="rId2" Type="http://schemas.openxmlformats.org/officeDocument/2006/relationships/slideLayout" Target="../slideLayouts/slideLayout65.xml"/><Relationship Id="rId1" Type="http://schemas.openxmlformats.org/officeDocument/2006/relationships/slideLayout" Target="../slideLayouts/slideLayout64.xml"/><Relationship Id="rId6" Type="http://schemas.openxmlformats.org/officeDocument/2006/relationships/tags" Target="../tags/tag22.xml"/><Relationship Id="rId5" Type="http://schemas.openxmlformats.org/officeDocument/2006/relationships/tags" Target="../tags/tag21.xml"/><Relationship Id="rId10" Type="http://schemas.openxmlformats.org/officeDocument/2006/relationships/image" Target="../media/image7.png"/><Relationship Id="rId4" Type="http://schemas.openxmlformats.org/officeDocument/2006/relationships/vmlDrawing" Target="../drawings/vmlDrawing16.vml"/><Relationship Id="rId9" Type="http://schemas.openxmlformats.org/officeDocument/2006/relationships/image" Target="../media/image6.png"/></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73.xml"/><Relationship Id="rId13" Type="http://schemas.openxmlformats.org/officeDocument/2006/relationships/slideLayout" Target="../slideLayouts/slideLayout78.xml"/><Relationship Id="rId18" Type="http://schemas.openxmlformats.org/officeDocument/2006/relationships/tags" Target="../tags/tag24.xml"/><Relationship Id="rId3" Type="http://schemas.openxmlformats.org/officeDocument/2006/relationships/slideLayout" Target="../slideLayouts/slideLayout68.xml"/><Relationship Id="rId21" Type="http://schemas.openxmlformats.org/officeDocument/2006/relationships/image" Target="../media/image5.emf"/><Relationship Id="rId7" Type="http://schemas.openxmlformats.org/officeDocument/2006/relationships/slideLayout" Target="../slideLayouts/slideLayout72.xml"/><Relationship Id="rId12" Type="http://schemas.openxmlformats.org/officeDocument/2006/relationships/slideLayout" Target="../slideLayouts/slideLayout77.xml"/><Relationship Id="rId17" Type="http://schemas.openxmlformats.org/officeDocument/2006/relationships/vmlDrawing" Target="../drawings/vmlDrawing18.vml"/><Relationship Id="rId2" Type="http://schemas.openxmlformats.org/officeDocument/2006/relationships/slideLayout" Target="../slideLayouts/slideLayout67.xml"/><Relationship Id="rId16" Type="http://schemas.openxmlformats.org/officeDocument/2006/relationships/theme" Target="../theme/theme16.xml"/><Relationship Id="rId20" Type="http://schemas.openxmlformats.org/officeDocument/2006/relationships/oleObject" Target="../embeddings/oleObject18.bin"/><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5" Type="http://schemas.openxmlformats.org/officeDocument/2006/relationships/slideLayout" Target="../slideLayouts/slideLayout80.xml"/><Relationship Id="rId10" Type="http://schemas.openxmlformats.org/officeDocument/2006/relationships/slideLayout" Target="../slideLayouts/slideLayout75.xml"/><Relationship Id="rId19" Type="http://schemas.openxmlformats.org/officeDocument/2006/relationships/tags" Target="../tags/tag25.xml"/><Relationship Id="rId4" Type="http://schemas.openxmlformats.org/officeDocument/2006/relationships/slideLayout" Target="../slideLayouts/slideLayout69.xml"/><Relationship Id="rId9" Type="http://schemas.openxmlformats.org/officeDocument/2006/relationships/slideLayout" Target="../slideLayouts/slideLayout74.xml"/><Relationship Id="rId14" Type="http://schemas.openxmlformats.org/officeDocument/2006/relationships/slideLayout" Target="../slideLayouts/slideLayout79.xml"/><Relationship Id="rId22" Type="http://schemas.openxmlformats.org/officeDocument/2006/relationships/image" Target="../media/image6.png"/></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88.xml"/><Relationship Id="rId13" Type="http://schemas.openxmlformats.org/officeDocument/2006/relationships/tags" Target="../tags/tag30.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tags" Target="../tags/tag29.xml"/><Relationship Id="rId2" Type="http://schemas.openxmlformats.org/officeDocument/2006/relationships/slideLayout" Target="../slideLayouts/slideLayout82.xml"/><Relationship Id="rId16" Type="http://schemas.openxmlformats.org/officeDocument/2006/relationships/image" Target="../media/image6.png"/><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vmlDrawing" Target="../drawings/vmlDrawing22.vml"/><Relationship Id="rId5" Type="http://schemas.openxmlformats.org/officeDocument/2006/relationships/slideLayout" Target="../slideLayouts/slideLayout85.xml"/><Relationship Id="rId15" Type="http://schemas.openxmlformats.org/officeDocument/2006/relationships/image" Target="../media/image5.emf"/><Relationship Id="rId10" Type="http://schemas.openxmlformats.org/officeDocument/2006/relationships/theme" Target="../theme/theme17.xml"/><Relationship Id="rId4" Type="http://schemas.openxmlformats.org/officeDocument/2006/relationships/slideLayout" Target="../slideLayouts/slideLayout84.xml"/><Relationship Id="rId9" Type="http://schemas.openxmlformats.org/officeDocument/2006/relationships/slideLayout" Target="../slideLayouts/slideLayout89.xml"/><Relationship Id="rId14" Type="http://schemas.openxmlformats.org/officeDocument/2006/relationships/oleObject" Target="../embeddings/oleObject22.bin"/></Relationships>
</file>

<file path=ppt/slideMasters/_rels/slideMaster18.xml.rels><?xml version="1.0" encoding="UTF-8" standalone="yes"?>
<Relationships xmlns="http://schemas.openxmlformats.org/package/2006/relationships"><Relationship Id="rId2" Type="http://schemas.openxmlformats.org/officeDocument/2006/relationships/theme" Target="../theme/theme18.xml"/><Relationship Id="rId1" Type="http://schemas.openxmlformats.org/officeDocument/2006/relationships/slideLayout" Target="../slideLayouts/slideLayout90.xml"/></Relationships>
</file>

<file path=ppt/slideMasters/_rels/slideMaster1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theme" Target="../theme/theme19.xml"/><Relationship Id="rId1" Type="http://schemas.openxmlformats.org/officeDocument/2006/relationships/slideLayout" Target="../slideLayouts/slideLayout91.xml"/></Relationships>
</file>

<file path=ppt/slideMasters/_rels/slideMaster20.xml.rels><?xml version="1.0" encoding="UTF-8" standalone="yes"?>
<Relationships xmlns="http://schemas.openxmlformats.org/package/2006/relationships"><Relationship Id="rId3" Type="http://schemas.openxmlformats.org/officeDocument/2006/relationships/vmlDrawing" Target="../drawings/vmlDrawing24.vml"/><Relationship Id="rId7" Type="http://schemas.openxmlformats.org/officeDocument/2006/relationships/image" Target="../media/image19.emf"/><Relationship Id="rId2" Type="http://schemas.openxmlformats.org/officeDocument/2006/relationships/theme" Target="../theme/theme20.xml"/><Relationship Id="rId1" Type="http://schemas.openxmlformats.org/officeDocument/2006/relationships/slideLayout" Target="../slideLayouts/slideLayout92.xml"/><Relationship Id="rId6" Type="http://schemas.openxmlformats.org/officeDocument/2006/relationships/oleObject" Target="../embeddings/oleObject24.bin"/><Relationship Id="rId5" Type="http://schemas.openxmlformats.org/officeDocument/2006/relationships/image" Target="../media/image20.jpeg"/><Relationship Id="rId4" Type="http://schemas.openxmlformats.org/officeDocument/2006/relationships/tags" Target="../tags/tag3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0" name="Object 29" hidden="1"/>
          <p:cNvGraphicFramePr>
            <a:graphicFrameLocks noChangeAspect="1"/>
          </p:cNvGraphicFramePr>
          <p:nvPr>
            <p:custDataLst>
              <p:tags r:id="rId4"/>
            </p:custDataLst>
            <p:extLst>
              <p:ext uri="{D42A27DB-BD31-4B8C-83A1-F6EECF244321}">
                <p14:modId xmlns:p14="http://schemas.microsoft.com/office/powerpoint/2010/main" val="1866561851"/>
              </p:ext>
            </p:extLst>
          </p:nvPr>
        </p:nvGraphicFramePr>
        <p:xfrm>
          <a:off x="2118" y="2119"/>
          <a:ext cx="2116" cy="2116"/>
        </p:xfrm>
        <a:graphic>
          <a:graphicData uri="http://schemas.openxmlformats.org/presentationml/2006/ole">
            <mc:AlternateContent xmlns:mc="http://schemas.openxmlformats.org/markup-compatibility/2006">
              <mc:Choice xmlns:v="urn:schemas-microsoft-com:vml" Requires="v">
                <p:oleObj spid="_x0000_s1043" name="think-cell Slide" r:id="rId6" imgW="360" imgH="360" progId="TCLayout.ActiveDocument.1">
                  <p:embed/>
                </p:oleObj>
              </mc:Choice>
              <mc:Fallback>
                <p:oleObj name="think-cell Slide" r:id="rId6" imgW="360" imgH="360" progId="TCLayout.ActiveDocument.1">
                  <p:embed/>
                  <p:pic>
                    <p:nvPicPr>
                      <p:cNvPr id="30" name="Object 29" hidde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18" y="2119"/>
                        <a:ext cx="2116" cy="21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Rectangle 4" hidden="1">
            <a:extLst>
              <a:ext uri="{FF2B5EF4-FFF2-40B4-BE49-F238E27FC236}">
                <a16:creationId xmlns:a16="http://schemas.microsoft.com/office/drawing/2014/main" id="{DA323DA5-8900-4818-8003-3FF770058B5D}"/>
              </a:ext>
            </a:extLst>
          </p:cNvPr>
          <p:cNvSpPr/>
          <p:nvPr userDrawn="1">
            <p:custDataLst>
              <p:tags r:id="rId5"/>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sp>
        <p:nvSpPr>
          <p:cNvPr id="2" name="Title Placeholder 1"/>
          <p:cNvSpPr>
            <a:spLocks noGrp="1"/>
          </p:cNvSpPr>
          <p:nvPr>
            <p:ph type="title"/>
          </p:nvPr>
        </p:nvSpPr>
        <p:spPr bwMode="auto">
          <a:xfrm>
            <a:off x="263616" y="138081"/>
            <a:ext cx="10972800" cy="41486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a:t>Click to edit Master title style</a:t>
            </a:r>
          </a:p>
        </p:txBody>
      </p:sp>
      <p:sp>
        <p:nvSpPr>
          <p:cNvPr id="4" name="Text Placeholder 2"/>
          <p:cNvSpPr>
            <a:spLocks noGrp="1"/>
          </p:cNvSpPr>
          <p:nvPr>
            <p:ph type="body" idx="1"/>
          </p:nvPr>
        </p:nvSpPr>
        <p:spPr bwMode="auto">
          <a:xfrm>
            <a:off x="556684" y="1452036"/>
            <a:ext cx="10972800" cy="440901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2" name="Date Placeholder 3"/>
          <p:cNvSpPr txBox="1">
            <a:spLocks/>
          </p:cNvSpPr>
          <p:nvPr/>
        </p:nvSpPr>
        <p:spPr>
          <a:xfrm>
            <a:off x="963086" y="6496052"/>
            <a:ext cx="916516" cy="184149"/>
          </a:xfrm>
          <a:prstGeom prst="rect">
            <a:avLst/>
          </a:prstGeom>
        </p:spPr>
        <p:txBody>
          <a:bodyPr lIns="0" tIns="0" rIns="0" bIns="0"/>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1FEF4778-5275-AF44-A3A2-413C53D52084}" type="datetime1">
              <a:rPr lang="en-GB" sz="1067" smtClean="0">
                <a:solidFill>
                  <a:schemeClr val="bg2"/>
                </a:solidFill>
                <a:latin typeface="+mn-lt"/>
                <a:cs typeface="Arial" panose="020B0604020202020204" pitchFamily="34" charset="0"/>
              </a:rPr>
              <a:pPr>
                <a:defRPr/>
              </a:pPr>
              <a:t>13/04/2023</a:t>
            </a:fld>
            <a:endParaRPr lang="en-GB" sz="1067" dirty="0">
              <a:solidFill>
                <a:schemeClr val="bg2"/>
              </a:solidFill>
              <a:latin typeface="+mn-lt"/>
              <a:cs typeface="Arial" panose="020B0604020202020204" pitchFamily="34" charset="0"/>
            </a:endParaRPr>
          </a:p>
        </p:txBody>
      </p:sp>
      <p:sp>
        <p:nvSpPr>
          <p:cNvPr id="53" name="Slide Number Placeholder 5"/>
          <p:cNvSpPr txBox="1">
            <a:spLocks/>
          </p:cNvSpPr>
          <p:nvPr/>
        </p:nvSpPr>
        <p:spPr>
          <a:xfrm>
            <a:off x="577851" y="6496052"/>
            <a:ext cx="317501" cy="184149"/>
          </a:xfrm>
          <a:prstGeom prst="rect">
            <a:avLst/>
          </a:prstGeom>
        </p:spPr>
        <p:txBody>
          <a:bodyPr lIns="0" tIns="0" rIns="0" bIns="0"/>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59182688-34E5-4CE3-92E4-C88AA8BD9750}" type="slidenum">
              <a:rPr lang="en-GB" sz="1067" smtClean="0">
                <a:solidFill>
                  <a:schemeClr val="bg2"/>
                </a:solidFill>
                <a:latin typeface="+mn-lt"/>
                <a:cs typeface="Arial" panose="020B0604020202020204" pitchFamily="34" charset="0"/>
              </a:rPr>
              <a:pPr>
                <a:defRPr/>
              </a:pPr>
              <a:t>‹#›</a:t>
            </a:fld>
            <a:endParaRPr lang="en-GB" sz="1333" dirty="0">
              <a:solidFill>
                <a:schemeClr val="bg2"/>
              </a:solidFill>
              <a:latin typeface="+mn-lt"/>
              <a:cs typeface="Arial" panose="020B0604020202020204" pitchFamily="34" charset="0"/>
            </a:endParaRPr>
          </a:p>
        </p:txBody>
      </p:sp>
      <p:pic>
        <p:nvPicPr>
          <p:cNvPr id="1050" name="Picture 1"/>
          <p:cNvPicPr>
            <a:picLocks/>
          </p:cNvPicPr>
          <p:nvPr/>
        </p:nvPicPr>
        <p:blipFill>
          <a:blip r:embed="rId8" cstate="screen">
            <a:extLst>
              <a:ext uri="{28A0092B-C50C-407E-A947-70E740481C1C}">
                <a14:useLocalDpi xmlns:a14="http://schemas.microsoft.com/office/drawing/2010/main"/>
              </a:ext>
            </a:extLst>
          </a:blip>
          <a:srcRect/>
          <a:stretch>
            <a:fillRect/>
          </a:stretch>
        </p:blipFill>
        <p:spPr bwMode="auto">
          <a:xfrm>
            <a:off x="10612969" y="6483351"/>
            <a:ext cx="935567" cy="154516"/>
          </a:xfrm>
          <a:prstGeom prst="rect">
            <a:avLst/>
          </a:prstGeom>
          <a:noFill/>
          <a:ln w="9525">
            <a:noFill/>
            <a:miter lim="800000"/>
            <a:headEnd/>
            <a:tailEnd/>
          </a:ln>
        </p:spPr>
      </p:pic>
      <p:sp>
        <p:nvSpPr>
          <p:cNvPr id="3" name="TextBox 2"/>
          <p:cNvSpPr txBox="1"/>
          <p:nvPr/>
        </p:nvSpPr>
        <p:spPr>
          <a:xfrm>
            <a:off x="1788586" y="6496052"/>
            <a:ext cx="8104716" cy="164212"/>
          </a:xfrm>
          <a:prstGeom prst="rect">
            <a:avLst/>
          </a:prstGeom>
          <a:noFill/>
        </p:spPr>
        <p:txBody>
          <a:bodyPr lIns="0" tIns="0" rIns="0" bIns="0">
            <a:spAutoFit/>
          </a:bodyPr>
          <a:lstStyle/>
          <a:p>
            <a:r>
              <a:rPr lang="en-GB" sz="1067" dirty="0">
                <a:solidFill>
                  <a:schemeClr val="bg2"/>
                </a:solidFill>
                <a:latin typeface="+mn-lt"/>
                <a:cs typeface="Arial" charset="0"/>
              </a:rPr>
              <a:t>© Nokia 2020 </a:t>
            </a:r>
          </a:p>
        </p:txBody>
      </p:sp>
      <p:sp>
        <p:nvSpPr>
          <p:cNvPr id="28" name="TextBox 27"/>
          <p:cNvSpPr txBox="1"/>
          <p:nvPr/>
        </p:nvSpPr>
        <p:spPr>
          <a:xfrm>
            <a:off x="2004486" y="6637867"/>
            <a:ext cx="8104716" cy="420756"/>
          </a:xfrm>
          <a:prstGeom prst="rect">
            <a:avLst/>
          </a:prstGeom>
          <a:noFill/>
        </p:spPr>
        <p:txBody>
          <a:bodyPr>
            <a:spAutoFit/>
          </a:bodyPr>
          <a:lstStyle/>
          <a:p>
            <a:pPr>
              <a:defRPr/>
            </a:pPr>
            <a:endParaRPr lang="en-GB" sz="1067" dirty="0">
              <a:solidFill>
                <a:schemeClr val="bg2"/>
              </a:solidFill>
              <a:latin typeface="Arial" panose="020B0604020202020204" pitchFamily="34" charset="0"/>
              <a:ea typeface="+mn-ea"/>
              <a:cs typeface="Arial" panose="020B0604020202020204" pitchFamily="34" charset="0"/>
            </a:endParaRPr>
          </a:p>
          <a:p>
            <a:pPr>
              <a:defRPr/>
            </a:pPr>
            <a:endParaRPr lang="en-GB" sz="1067" dirty="0">
              <a:solidFill>
                <a:schemeClr val="bg2"/>
              </a:solidFill>
              <a:latin typeface="Arial" panose="020B0604020202020204" pitchFamily="34" charset="0"/>
              <a:ea typeface="+mn-ea"/>
              <a:cs typeface="Arial" panose="020B0604020202020204" pitchFamily="34" charset="0"/>
            </a:endParaRPr>
          </a:p>
        </p:txBody>
      </p:sp>
      <p:sp>
        <p:nvSpPr>
          <p:cNvPr id="29" name="TextBox 28"/>
          <p:cNvSpPr txBox="1"/>
          <p:nvPr/>
        </p:nvSpPr>
        <p:spPr>
          <a:xfrm>
            <a:off x="3113619" y="6496052"/>
            <a:ext cx="8104716" cy="164212"/>
          </a:xfrm>
          <a:prstGeom prst="rect">
            <a:avLst/>
          </a:prstGeom>
          <a:noFill/>
        </p:spPr>
        <p:txBody>
          <a:bodyPr lIns="0" tIns="0" rIns="0" bIns="0">
            <a:spAutoFit/>
          </a:bodyPr>
          <a:lstStyle/>
          <a:p>
            <a:pPr>
              <a:defRPr/>
            </a:pPr>
            <a:r>
              <a:rPr lang="en-GB" sz="1067" dirty="0">
                <a:solidFill>
                  <a:schemeClr val="bg2"/>
                </a:solidFill>
                <a:latin typeface="+mn-lt"/>
                <a:cs typeface="Arial" charset="0"/>
              </a:rPr>
              <a:t>Confidential</a:t>
            </a:r>
          </a:p>
        </p:txBody>
      </p:sp>
    </p:spTree>
    <p:extLst>
      <p:ext uri="{BB962C8B-B14F-4D97-AF65-F5344CB8AC3E}">
        <p14:creationId xmlns:p14="http://schemas.microsoft.com/office/powerpoint/2010/main" val="2962672198"/>
      </p:ext>
    </p:extLst>
  </p:cSld>
  <p:clrMap bg1="lt1" tx1="dk1" bg2="lt2" tx2="dk2" accent1="accent1" accent2="accent2" accent3="accent3" accent4="accent4" accent5="accent5" accent6="accent6" hlink="hlink" folHlink="folHlink"/>
  <p:sldLayoutIdLst>
    <p:sldLayoutId id="2147483989" r:id="rId1"/>
  </p:sldLayoutIdLst>
  <p:hf sldNum="0" hdr="0"/>
  <p:txStyles>
    <p:titleStyle>
      <a:lvl1pPr algn="l" defTabSz="609570" rtl="0" eaLnBrk="1" fontAlgn="base" hangingPunct="1">
        <a:spcBef>
          <a:spcPct val="0"/>
        </a:spcBef>
        <a:spcAft>
          <a:spcPct val="0"/>
        </a:spcAft>
        <a:defRPr sz="2667" b="1" kern="1200">
          <a:solidFill>
            <a:schemeClr val="tx1"/>
          </a:solidFill>
          <a:latin typeface="+mj-lt"/>
          <a:ea typeface="ヒラギノ角ゴ Pro W3" charset="0"/>
          <a:cs typeface="Arial"/>
        </a:defRPr>
      </a:lvl1pPr>
      <a:lvl2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70" algn="l" defTabSz="609570" rtl="0" eaLnBrk="1" fontAlgn="base" hangingPunct="1">
        <a:spcBef>
          <a:spcPct val="0"/>
        </a:spcBef>
        <a:spcAft>
          <a:spcPct val="0"/>
        </a:spcAft>
        <a:defRPr b="1">
          <a:solidFill>
            <a:schemeClr val="bg2"/>
          </a:solidFill>
          <a:latin typeface="Arial" charset="0"/>
          <a:ea typeface="ヒラギノ角ゴ Pro W3" charset="0"/>
        </a:defRPr>
      </a:lvl6pPr>
      <a:lvl7pPr marL="1219140" algn="l" defTabSz="609570" rtl="0" eaLnBrk="1" fontAlgn="base" hangingPunct="1">
        <a:spcBef>
          <a:spcPct val="0"/>
        </a:spcBef>
        <a:spcAft>
          <a:spcPct val="0"/>
        </a:spcAft>
        <a:defRPr b="1">
          <a:solidFill>
            <a:schemeClr val="bg2"/>
          </a:solidFill>
          <a:latin typeface="Arial" charset="0"/>
          <a:ea typeface="ヒラギノ角ゴ Pro W3" charset="0"/>
        </a:defRPr>
      </a:lvl7pPr>
      <a:lvl8pPr marL="1828709" algn="l" defTabSz="609570" rtl="0" eaLnBrk="1" fontAlgn="base" hangingPunct="1">
        <a:spcBef>
          <a:spcPct val="0"/>
        </a:spcBef>
        <a:spcAft>
          <a:spcPct val="0"/>
        </a:spcAft>
        <a:defRPr b="1">
          <a:solidFill>
            <a:schemeClr val="bg2"/>
          </a:solidFill>
          <a:latin typeface="Arial" charset="0"/>
          <a:ea typeface="ヒラギノ角ゴ Pro W3" charset="0"/>
        </a:defRPr>
      </a:lvl8pPr>
      <a:lvl9pPr marL="2438278" algn="l" defTabSz="609570"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03" indent="-306903" algn="l" defTabSz="609570" rtl="0" eaLnBrk="1" fontAlgn="base" hangingPunct="1">
        <a:spcBef>
          <a:spcPct val="0"/>
        </a:spcBef>
        <a:spcAft>
          <a:spcPts val="800"/>
        </a:spcAft>
        <a:buFont typeface="Arial" charset="0"/>
        <a:buChar char="•"/>
        <a:defRPr sz="4267" kern="1200">
          <a:solidFill>
            <a:schemeClr val="bg2"/>
          </a:solidFill>
          <a:latin typeface="+mn-lt"/>
          <a:ea typeface="ヒラギノ角ゴ Pro W3" charset="0"/>
          <a:cs typeface="ヒラギノ角ゴ Pro W3" charset="0"/>
        </a:defRPr>
      </a:lvl1pPr>
      <a:lvl2pPr marL="611687" indent="-304784" algn="l" defTabSz="609570" rtl="0" eaLnBrk="1" fontAlgn="base" hangingPunct="1">
        <a:spcBef>
          <a:spcPct val="0"/>
        </a:spcBef>
        <a:spcAft>
          <a:spcPts val="800"/>
        </a:spcAft>
        <a:buFont typeface="Lucida Grande"/>
        <a:buChar char="-"/>
        <a:defRPr sz="3733" kern="1200">
          <a:solidFill>
            <a:schemeClr val="bg2"/>
          </a:solidFill>
          <a:latin typeface="+mn-lt"/>
          <a:ea typeface="ヒラギノ角ゴ Pro W3" charset="0"/>
          <a:cs typeface="ヒラギノ角ゴ Pro W3"/>
        </a:defRPr>
      </a:lvl2pPr>
      <a:lvl3pPr marL="912239" indent="-300551" algn="l" defTabSz="609570" rtl="0" eaLnBrk="1" fontAlgn="base" hangingPunct="1">
        <a:spcBef>
          <a:spcPct val="0"/>
        </a:spcBef>
        <a:spcAft>
          <a:spcPts val="800"/>
        </a:spcAft>
        <a:buFont typeface="Arial" charset="0"/>
        <a:buChar char="•"/>
        <a:defRPr sz="3200" kern="1200">
          <a:solidFill>
            <a:schemeClr val="bg2"/>
          </a:solidFill>
          <a:latin typeface="+mn-lt"/>
          <a:ea typeface="ヒラギノ角ゴ Pro W3" charset="0"/>
          <a:cs typeface="ヒラギノ角ゴ Pro W3"/>
        </a:defRPr>
      </a:lvl3pPr>
      <a:lvl4pPr marL="1217024" indent="-304784" algn="l" defTabSz="609570" rtl="0" eaLnBrk="1" fontAlgn="base" hangingPunct="1">
        <a:spcBef>
          <a:spcPct val="0"/>
        </a:spcBef>
        <a:spcAft>
          <a:spcPts val="800"/>
        </a:spcAft>
        <a:buFont typeface="Lucida Grande"/>
        <a:buChar char="-"/>
        <a:defRPr sz="2667" kern="1200">
          <a:solidFill>
            <a:schemeClr val="bg2"/>
          </a:solidFill>
          <a:latin typeface="+mn-lt"/>
          <a:ea typeface="ヒラギノ角ゴ Pro W3" charset="0"/>
          <a:cs typeface="ヒラギノ角ゴ Pro W3"/>
        </a:defRPr>
      </a:lvl4pPr>
      <a:lvl5pPr marL="1523925" indent="-306903" algn="l" defTabSz="609570" rtl="0" eaLnBrk="1" fontAlgn="base" hangingPunct="1">
        <a:spcBef>
          <a:spcPct val="0"/>
        </a:spcBef>
        <a:spcAft>
          <a:spcPts val="800"/>
        </a:spcAft>
        <a:buFont typeface="Arial" charset="0"/>
        <a:buChar char="•"/>
        <a:defRPr sz="2667" kern="1200">
          <a:solidFill>
            <a:schemeClr val="bg2"/>
          </a:solidFill>
          <a:latin typeface="+mn-lt"/>
          <a:ea typeface="ヒラギノ角ゴ Pro W3" charset="0"/>
          <a:cs typeface="ヒラギノ角ゴ Pro W3"/>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70" rtl="0" eaLnBrk="1" latinLnBrk="0" hangingPunct="1">
        <a:defRPr sz="2400" kern="1200">
          <a:solidFill>
            <a:schemeClr val="tx1"/>
          </a:solidFill>
          <a:latin typeface="+mn-lt"/>
          <a:ea typeface="+mn-ea"/>
          <a:cs typeface="+mn-cs"/>
        </a:defRPr>
      </a:lvl1pPr>
      <a:lvl2pPr marL="609570" algn="l" defTabSz="609570" rtl="0" eaLnBrk="1" latinLnBrk="0" hangingPunct="1">
        <a:defRPr sz="2400" kern="1200">
          <a:solidFill>
            <a:schemeClr val="tx1"/>
          </a:solidFill>
          <a:latin typeface="+mn-lt"/>
          <a:ea typeface="+mn-ea"/>
          <a:cs typeface="+mn-cs"/>
        </a:defRPr>
      </a:lvl2pPr>
      <a:lvl3pPr marL="1219140" algn="l" defTabSz="609570" rtl="0" eaLnBrk="1" latinLnBrk="0" hangingPunct="1">
        <a:defRPr sz="2400" kern="1200">
          <a:solidFill>
            <a:schemeClr val="tx1"/>
          </a:solidFill>
          <a:latin typeface="+mn-lt"/>
          <a:ea typeface="+mn-ea"/>
          <a:cs typeface="+mn-cs"/>
        </a:defRPr>
      </a:lvl3pPr>
      <a:lvl4pPr marL="1828709" algn="l" defTabSz="609570" rtl="0" eaLnBrk="1" latinLnBrk="0" hangingPunct="1">
        <a:defRPr sz="2400" kern="1200">
          <a:solidFill>
            <a:schemeClr val="tx1"/>
          </a:solidFill>
          <a:latin typeface="+mn-lt"/>
          <a:ea typeface="+mn-ea"/>
          <a:cs typeface="+mn-cs"/>
        </a:defRPr>
      </a:lvl4pPr>
      <a:lvl5pPr marL="2438278" algn="l" defTabSz="609570" rtl="0" eaLnBrk="1" latinLnBrk="0" hangingPunct="1">
        <a:defRPr sz="2400" kern="1200">
          <a:solidFill>
            <a:schemeClr val="tx1"/>
          </a:solidFill>
          <a:latin typeface="+mn-lt"/>
          <a:ea typeface="+mn-ea"/>
          <a:cs typeface="+mn-cs"/>
        </a:defRPr>
      </a:lvl5pPr>
      <a:lvl6pPr marL="3047848" algn="l" defTabSz="609570" rtl="0" eaLnBrk="1" latinLnBrk="0" hangingPunct="1">
        <a:defRPr sz="2400" kern="1200">
          <a:solidFill>
            <a:schemeClr val="tx1"/>
          </a:solidFill>
          <a:latin typeface="+mn-lt"/>
          <a:ea typeface="+mn-ea"/>
          <a:cs typeface="+mn-cs"/>
        </a:defRPr>
      </a:lvl6pPr>
      <a:lvl7pPr marL="3657418" algn="l" defTabSz="609570" rtl="0" eaLnBrk="1" latinLnBrk="0" hangingPunct="1">
        <a:defRPr sz="2400" kern="1200">
          <a:solidFill>
            <a:schemeClr val="tx1"/>
          </a:solidFill>
          <a:latin typeface="+mn-lt"/>
          <a:ea typeface="+mn-ea"/>
          <a:cs typeface="+mn-cs"/>
        </a:defRPr>
      </a:lvl7pPr>
      <a:lvl8pPr marL="4266987" algn="l" defTabSz="609570" rtl="0" eaLnBrk="1" latinLnBrk="0" hangingPunct="1">
        <a:defRPr sz="2400" kern="1200">
          <a:solidFill>
            <a:schemeClr val="tx1"/>
          </a:solidFill>
          <a:latin typeface="+mn-lt"/>
          <a:ea typeface="+mn-ea"/>
          <a:cs typeface="+mn-cs"/>
        </a:defRPr>
      </a:lvl8pPr>
      <a:lvl9pPr marL="4876557" algn="l" defTabSz="609570" rtl="0" eaLnBrk="1" latinLnBrk="0" hangingPunct="1">
        <a:defRPr sz="24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7546FDAA-5AE8-419B-8DF9-341975013FAE}"/>
              </a:ext>
            </a:extLst>
          </p:cNvPr>
          <p:cNvGraphicFramePr>
            <a:graphicFrameLocks noChangeAspect="1"/>
          </p:cNvGraphicFramePr>
          <p:nvPr userDrawn="1">
            <p:custDataLst>
              <p:tags r:id="rId6"/>
            </p:custDataLst>
            <p:extLst>
              <p:ext uri="{D42A27DB-BD31-4B8C-83A1-F6EECF244321}">
                <p14:modId xmlns:p14="http://schemas.microsoft.com/office/powerpoint/2010/main" val="947969654"/>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spid="_x0000_s2067" name="think-cell Slide" r:id="rId7" imgW="346" imgH="346" progId="TCLayout.ActiveDocument.1">
                  <p:embed/>
                </p:oleObj>
              </mc:Choice>
              <mc:Fallback>
                <p:oleObj name="think-cell Slide" r:id="rId7" imgW="346" imgH="346" progId="TCLayout.ActiveDocument.1">
                  <p:embed/>
                  <p:pic>
                    <p:nvPicPr>
                      <p:cNvPr id="2" name="Object 1" hidden="1">
                        <a:extLst>
                          <a:ext uri="{FF2B5EF4-FFF2-40B4-BE49-F238E27FC236}">
                            <a16:creationId xmlns:a16="http://schemas.microsoft.com/office/drawing/2014/main" id="{7546FDAA-5AE8-419B-8DF9-341975013FAE}"/>
                          </a:ext>
                        </a:extLst>
                      </p:cNvPr>
                      <p:cNvPicPr/>
                      <p:nvPr/>
                    </p:nvPicPr>
                    <p:blipFill>
                      <a:blip r:embed="rId8"/>
                      <a:stretch>
                        <a:fillRect/>
                      </a:stretch>
                    </p:blipFill>
                    <p:spPr>
                      <a:xfrm>
                        <a:off x="2118" y="2118"/>
                        <a:ext cx="2117" cy="2117"/>
                      </a:xfrm>
                      <a:prstGeom prst="rect">
                        <a:avLst/>
                      </a:prstGeom>
                    </p:spPr>
                  </p:pic>
                </p:oleObj>
              </mc:Fallback>
            </mc:AlternateContent>
          </a:graphicData>
        </a:graphic>
      </p:graphicFrame>
      <p:sp>
        <p:nvSpPr>
          <p:cNvPr id="19" name="TextBox 18"/>
          <p:cNvSpPr txBox="1"/>
          <p:nvPr/>
        </p:nvSpPr>
        <p:spPr>
          <a:xfrm>
            <a:off x="876000" y="6421171"/>
            <a:ext cx="2400000" cy="164212"/>
          </a:xfrm>
          <a:prstGeom prst="rect">
            <a:avLst/>
          </a:prstGeom>
          <a:noFill/>
        </p:spPr>
        <p:txBody>
          <a:bodyPr wrap="square" lIns="0" tIns="0" rIns="0" bIns="0" anchor="b">
            <a:spAutoFit/>
          </a:bodyPr>
          <a:lstStyle/>
          <a:p>
            <a:r>
              <a:rPr lang="en-GB" sz="1067" dirty="0">
                <a:solidFill>
                  <a:schemeClr val="bg1"/>
                </a:solidFill>
                <a:latin typeface="Nokia Pure Text" panose="020B0503020202020204" pitchFamily="34" charset="0"/>
                <a:ea typeface="Nokia Pure Text" panose="020B0503020202020204" pitchFamily="34" charset="0"/>
                <a:cs typeface="Arial" charset="0"/>
              </a:rPr>
              <a:t>© 2020 Nokia</a:t>
            </a:r>
          </a:p>
        </p:txBody>
      </p:sp>
      <p:sp>
        <p:nvSpPr>
          <p:cNvPr id="21" name="Slide Number Placeholder 5"/>
          <p:cNvSpPr txBox="1">
            <a:spLocks/>
          </p:cNvSpPr>
          <p:nvPr/>
        </p:nvSpPr>
        <p:spPr>
          <a:xfrm>
            <a:off x="558803" y="6421389"/>
            <a:ext cx="192616"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GB" sz="1067" smtClean="0">
                <a:solidFill>
                  <a:schemeClr val="bg1"/>
                </a:solidFill>
                <a:latin typeface="Nokia Pure Text" panose="020B0503020202020204" pitchFamily="34" charset="0"/>
                <a:ea typeface="Nokia Pure Text" panose="020B0503020202020204" pitchFamily="34" charset="0"/>
                <a:cs typeface="Arial" panose="020B0604020202020204" pitchFamily="34" charset="0"/>
              </a:rPr>
              <a:pPr>
                <a:defRPr/>
              </a:pPr>
              <a:t>‹#›</a:t>
            </a:fld>
            <a:endParaRPr lang="en-GB" sz="1333" dirty="0">
              <a:solidFill>
                <a:schemeClr val="bg1"/>
              </a:solidFill>
              <a:latin typeface="Nokia Pure Text" panose="020B0503020202020204" pitchFamily="34" charset="0"/>
              <a:ea typeface="Nokia Pure Text" panose="020B0503020202020204" pitchFamily="34" charset="0"/>
              <a:cs typeface="Arial" panose="020B0604020202020204" pitchFamily="34" charset="0"/>
            </a:endParaRPr>
          </a:p>
        </p:txBody>
      </p:sp>
      <p:sp>
        <p:nvSpPr>
          <p:cNvPr id="23"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bg1"/>
                </a:solidFill>
                <a:latin typeface="Nokia Pure Text" panose="020B0503020202020204" pitchFamily="34" charset="0"/>
                <a:ea typeface="Nokia Pure Text" panose="020B0503020202020204" pitchFamily="34" charset="0"/>
              </a:defRPr>
            </a:lvl1pPr>
          </a:lstStyle>
          <a:p>
            <a:r>
              <a:rPr lang="en-US">
                <a:cs typeface="Arial" panose="020B0604020202020204" pitchFamily="34" charset="0"/>
              </a:rPr>
              <a:t>&lt;Change information classification in footer&gt;</a:t>
            </a:r>
            <a:endParaRPr lang="en-US" dirty="0">
              <a:cs typeface="Arial" panose="020B0604020202020204" pitchFamily="34" charset="0"/>
            </a:endParaRPr>
          </a:p>
        </p:txBody>
      </p:sp>
    </p:spTree>
    <p:extLst>
      <p:ext uri="{BB962C8B-B14F-4D97-AF65-F5344CB8AC3E}">
        <p14:creationId xmlns:p14="http://schemas.microsoft.com/office/powerpoint/2010/main" val="2589631962"/>
      </p:ext>
    </p:extLst>
  </p:cSld>
  <p:clrMap bg1="lt1" tx1="dk1" bg2="lt2" tx2="dk2" accent1="accent1" accent2="accent2" accent3="accent3" accent4="accent4" accent5="accent5" accent6="accent6" hlink="hlink" folHlink="folHlink"/>
  <p:sldLayoutIdLst>
    <p:sldLayoutId id="2147483666" r:id="rId1"/>
    <p:sldLayoutId id="2147483667" r:id="rId2"/>
    <p:sldLayoutId id="2147483668" r:id="rId3"/>
  </p:sldLayoutIdLst>
  <p:hf sldNum="0" hdr="0" dt="0"/>
  <p:txStyles>
    <p:titleStyle>
      <a:lvl1pPr algn="l" defTabSz="1219170" rtl="0" eaLnBrk="1" latinLnBrk="0" hangingPunct="1">
        <a:spcBef>
          <a:spcPct val="0"/>
        </a:spcBef>
        <a:buNone/>
        <a:defRPr sz="2667" kern="1200" baseline="0">
          <a:solidFill>
            <a:schemeClr val="bg1"/>
          </a:solidFill>
          <a:latin typeface="+mj-lt"/>
          <a:ea typeface="+mj-ea"/>
          <a:cs typeface="+mj-cs"/>
        </a:defRPr>
      </a:lvl1pPr>
    </p:titleStyle>
    <p:bodyStyle>
      <a:lvl1pPr marL="457189" indent="-457189" algn="l" defTabSz="1219170" rtl="0" eaLnBrk="1" latinLnBrk="0" hangingPunct="1">
        <a:spcBef>
          <a:spcPct val="20000"/>
        </a:spcBef>
        <a:buFont typeface="Arial" panose="020B0604020202020204"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anose="020B0604020202020204"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14"/>
            </p:custDataLst>
            <p:extLst>
              <p:ext uri="{D42A27DB-BD31-4B8C-83A1-F6EECF244321}">
                <p14:modId xmlns:p14="http://schemas.microsoft.com/office/powerpoint/2010/main" val="2180102263"/>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3091" name="think-cell Slide" r:id="rId16" imgW="270" imgH="270" progId="TCLayout.ActiveDocument.1">
                  <p:embed/>
                </p:oleObj>
              </mc:Choice>
              <mc:Fallback>
                <p:oleObj name="think-cell Slide" r:id="rId16"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17"/>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18"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15"/>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pic>
        <p:nvPicPr>
          <p:cNvPr id="5" name="Picture 4">
            <a:extLst>
              <a:ext uri="{FF2B5EF4-FFF2-40B4-BE49-F238E27FC236}">
                <a16:creationId xmlns:a16="http://schemas.microsoft.com/office/drawing/2014/main" id="{B0FB6328-7075-4274-B2FE-D8F752ED440B}"/>
              </a:ext>
            </a:extLst>
          </p:cNvPr>
          <p:cNvPicPr>
            <a:picLocks noChangeAspect="1"/>
          </p:cNvPicPr>
          <p:nvPr userDrawn="1"/>
        </p:nvPicPr>
        <p:blipFill>
          <a:blip r:embed="rId19"/>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3449161494"/>
      </p:ext>
    </p:extLst>
  </p:cSld>
  <p:clrMap bg1="lt1" tx1="dk1" bg2="lt2" tx2="dk2" accent1="accent1" accent2="accent2" accent3="accent3" accent4="accent4" accent5="accent5" accent6="accent6" hlink="hlink" folHlink="folHlink"/>
  <p:sldLayoutIdLst>
    <p:sldLayoutId id="2147483722" r:id="rId1"/>
    <p:sldLayoutId id="2147483890" r:id="rId2"/>
    <p:sldLayoutId id="2147483891" r:id="rId3"/>
    <p:sldLayoutId id="2147483893" r:id="rId4"/>
    <p:sldLayoutId id="2147483894" r:id="rId5"/>
    <p:sldLayoutId id="2147483895" r:id="rId6"/>
    <p:sldLayoutId id="2147483896" r:id="rId7"/>
    <p:sldLayoutId id="2147483897" r:id="rId8"/>
    <p:sldLayoutId id="2147483898" r:id="rId9"/>
    <p:sldLayoutId id="2147483899" r:id="rId10"/>
    <p:sldLayoutId id="2147483900" r:id="rId11"/>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2924391-5518-4C68-97E5-D03A277669D4}"/>
              </a:ext>
            </a:extLst>
          </p:cNvPr>
          <p:cNvGraphicFramePr>
            <a:graphicFrameLocks noChangeAspect="1"/>
          </p:cNvGraphicFramePr>
          <p:nvPr>
            <p:custDataLst>
              <p:tags r:id="rId9"/>
            </p:custDataLst>
            <p:extLst>
              <p:ext uri="{D42A27DB-BD31-4B8C-83A1-F6EECF244321}">
                <p14:modId xmlns:p14="http://schemas.microsoft.com/office/powerpoint/2010/main" val="1102874116"/>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6163" name="think-cell Slide" r:id="rId10" imgW="216" imgH="216" progId="TCLayout.ActiveDocument.1">
                  <p:embed/>
                </p:oleObj>
              </mc:Choice>
              <mc:Fallback>
                <p:oleObj name="think-cell Slide" r:id="rId10" imgW="216" imgH="216" progId="TCLayout.ActiveDocument.1">
                  <p:embed/>
                  <p:pic>
                    <p:nvPicPr>
                      <p:cNvPr id="2" name="Object 1" hidden="1">
                        <a:extLst>
                          <a:ext uri="{FF2B5EF4-FFF2-40B4-BE49-F238E27FC236}">
                            <a16:creationId xmlns:a16="http://schemas.microsoft.com/office/drawing/2014/main" id="{B2924391-5518-4C68-97E5-D03A277669D4}"/>
                          </a:ext>
                        </a:extLst>
                      </p:cNvPr>
                      <p:cNvPicPr/>
                      <p:nvPr/>
                    </p:nvPicPr>
                    <p:blipFill>
                      <a:blip r:embed="rId11"/>
                      <a:stretch>
                        <a:fillRect/>
                      </a:stretch>
                    </p:blipFill>
                    <p:spPr>
                      <a:xfrm>
                        <a:off x="2118" y="2118"/>
                        <a:ext cx="2116" cy="2116"/>
                      </a:xfrm>
                      <a:prstGeom prst="rect">
                        <a:avLst/>
                      </a:prstGeom>
                    </p:spPr>
                  </p:pic>
                </p:oleObj>
              </mc:Fallback>
            </mc:AlternateContent>
          </a:graphicData>
        </a:graphic>
      </p:graphicFrame>
      <p:sp>
        <p:nvSpPr>
          <p:cNvPr id="7" name="Title Placeholder 6"/>
          <p:cNvSpPr>
            <a:spLocks noGrp="1"/>
          </p:cNvSpPr>
          <p:nvPr>
            <p:ph type="title"/>
          </p:nvPr>
        </p:nvSpPr>
        <p:spPr>
          <a:xfrm>
            <a:off x="556800" y="374400"/>
            <a:ext cx="11078400" cy="412800"/>
          </a:xfrm>
          <a:prstGeom prst="rect">
            <a:avLst/>
          </a:prstGeom>
        </p:spPr>
        <p:txBody>
          <a:bodyPr vert="horz" lIns="0" tIns="0" rIns="0" bIns="0" rtlCol="0" anchor="t" anchorCtr="0">
            <a:noAutofit/>
          </a:bodyPr>
          <a:lstStyle/>
          <a:p>
            <a:r>
              <a:rPr lang="en-US" dirty="0"/>
              <a:t>Click to edit Master title slide</a:t>
            </a:r>
          </a:p>
        </p:txBody>
      </p:sp>
      <p:sp>
        <p:nvSpPr>
          <p:cNvPr id="9" name="TextBox 8">
            <a:extLst>
              <a:ext uri="{FF2B5EF4-FFF2-40B4-BE49-F238E27FC236}">
                <a16:creationId xmlns:a16="http://schemas.microsoft.com/office/drawing/2014/main" id="{B8214AFC-9783-4DA5-BC88-D868BD58C9FB}"/>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2019 Nokia</a:t>
            </a:r>
          </a:p>
        </p:txBody>
      </p:sp>
      <p:sp>
        <p:nvSpPr>
          <p:cNvPr id="10" name="Slide Number Placeholder 5">
            <a:extLst>
              <a:ext uri="{FF2B5EF4-FFF2-40B4-BE49-F238E27FC236}">
                <a16:creationId xmlns:a16="http://schemas.microsoft.com/office/drawing/2014/main" id="{759B8E91-2C98-4151-A210-5C6BFAB404AA}"/>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A23B53A3-3559-42BB-91C1-8FB7BBCF777F}"/>
              </a:ext>
            </a:extLst>
          </p:cNvPr>
          <p:cNvPicPr>
            <a:picLocks noChangeAspect="1"/>
          </p:cNvPicPr>
          <p:nvPr/>
        </p:nvPicPr>
        <p:blipFill>
          <a:blip r:embed="rId12"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pic>
        <p:nvPicPr>
          <p:cNvPr id="8" name="Picture 7">
            <a:extLst>
              <a:ext uri="{FF2B5EF4-FFF2-40B4-BE49-F238E27FC236}">
                <a16:creationId xmlns:a16="http://schemas.microsoft.com/office/drawing/2014/main" id="{D5823C47-0E4B-4D06-8BB5-54A8985891D8}"/>
              </a:ext>
            </a:extLst>
          </p:cNvPr>
          <p:cNvPicPr>
            <a:picLocks noChangeAspect="1"/>
          </p:cNvPicPr>
          <p:nvPr userDrawn="1"/>
        </p:nvPicPr>
        <p:blipFill>
          <a:blip r:embed="rId13"/>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3797856945"/>
      </p:ext>
    </p:extLst>
  </p:cSld>
  <p:clrMap bg1="lt1" tx1="dk1" bg2="lt2" tx2="dk2" accent1="accent1" accent2="accent2" accent3="accent3" accent4="accent4" accent5="accent5" accent6="accent6" hlink="hlink" folHlink="folHlink"/>
  <p:sldLayoutIdLst>
    <p:sldLayoutId id="2147483726" r:id="rId1"/>
    <p:sldLayoutId id="2147483727" r:id="rId2"/>
    <p:sldLayoutId id="2147483728" r:id="rId3"/>
    <p:sldLayoutId id="2147483729" r:id="rId4"/>
    <p:sldLayoutId id="2147483730" r:id="rId5"/>
    <p:sldLayoutId id="2147483731" r:id="rId6"/>
  </p:sldLayoutIdLst>
  <p:hf sldNum="0" hdr="0" dt="0"/>
  <p:txStyles>
    <p:titleStyle>
      <a:lvl1pPr algn="l" defTabSz="1219170" rtl="0" eaLnBrk="1" latinLnBrk="0" hangingPunct="1">
        <a:spcBef>
          <a:spcPct val="0"/>
        </a:spcBef>
        <a:buNone/>
        <a:defRPr sz="2667" kern="1200" baseline="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anose="020B0604020202020204"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anose="020B0604020202020204"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pic>
        <p:nvPicPr>
          <p:cNvPr id="11" name="Picture 10"/>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943069" y="3240618"/>
            <a:ext cx="2321432" cy="376767"/>
          </a:xfrm>
          <a:prstGeom prst="rect">
            <a:avLst/>
          </a:prstGeom>
        </p:spPr>
      </p:pic>
    </p:spTree>
    <p:extLst>
      <p:ext uri="{BB962C8B-B14F-4D97-AF65-F5344CB8AC3E}">
        <p14:creationId xmlns:p14="http://schemas.microsoft.com/office/powerpoint/2010/main" val="4255006943"/>
      </p:ext>
    </p:extLst>
  </p:cSld>
  <p:clrMap bg1="lt1" tx1="dk1" bg2="lt2" tx2="dk2" accent1="accent1" accent2="accent2" accent3="accent3" accent4="accent4" accent5="accent5" accent6="accent6" hlink="hlink" folHlink="folHlink"/>
  <p:sldLayoutIdLst>
    <p:sldLayoutId id="2147483733" r:id="rId1"/>
  </p:sldLayoutIdLs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DB69727-5FDC-4840-B72E-6274D053DE6C}"/>
              </a:ext>
            </a:extLst>
          </p:cNvPr>
          <p:cNvGraphicFramePr>
            <a:graphicFrameLocks noChangeAspect="1"/>
          </p:cNvGraphicFramePr>
          <p:nvPr>
            <p:custDataLst>
              <p:tags r:id="rId11"/>
            </p:custDataLst>
            <p:extLst>
              <p:ext uri="{D42A27DB-BD31-4B8C-83A1-F6EECF244321}">
                <p14:modId xmlns:p14="http://schemas.microsoft.com/office/powerpoint/2010/main" val="2229750018"/>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8211" name="think-cell Slide" r:id="rId12" imgW="270" imgH="270" progId="TCLayout.ActiveDocument.1">
                  <p:embed/>
                </p:oleObj>
              </mc:Choice>
              <mc:Fallback>
                <p:oleObj name="think-cell Slide" r:id="rId12" imgW="270" imgH="270" progId="TCLayout.ActiveDocument.1">
                  <p:embed/>
                  <p:pic>
                    <p:nvPicPr>
                      <p:cNvPr id="2" name="Object 1" hidden="1">
                        <a:extLst>
                          <a:ext uri="{FF2B5EF4-FFF2-40B4-BE49-F238E27FC236}">
                            <a16:creationId xmlns:a16="http://schemas.microsoft.com/office/drawing/2014/main" id="{2DB69727-5FDC-4840-B72E-6274D053DE6C}"/>
                          </a:ext>
                        </a:extLst>
                      </p:cNvPr>
                      <p:cNvPicPr/>
                      <p:nvPr/>
                    </p:nvPicPr>
                    <p:blipFill>
                      <a:blip r:embed="rId13"/>
                      <a:stretch>
                        <a:fillRect/>
                      </a:stretch>
                    </p:blipFill>
                    <p:spPr>
                      <a:xfrm>
                        <a:off x="2118" y="2118"/>
                        <a:ext cx="2116" cy="2116"/>
                      </a:xfrm>
                      <a:prstGeom prst="rect">
                        <a:avLst/>
                      </a:prstGeom>
                    </p:spPr>
                  </p:pic>
                </p:oleObj>
              </mc:Fallback>
            </mc:AlternateContent>
          </a:graphicData>
        </a:graphic>
      </p:graphicFrame>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5" name="Rectangle 4">
            <a:extLst>
              <a:ext uri="{FF2B5EF4-FFF2-40B4-BE49-F238E27FC236}">
                <a16:creationId xmlns:a16="http://schemas.microsoft.com/office/drawing/2014/main" id="{06457DB8-D3A9-4BD0-91F4-CAB0E73AE254}"/>
              </a:ext>
            </a:extLst>
          </p:cNvPr>
          <p:cNvSpPr/>
          <p:nvPr userDrawn="1"/>
        </p:nvSpPr>
        <p:spPr>
          <a:xfrm>
            <a:off x="5069802" y="6375004"/>
            <a:ext cx="2052164" cy="25654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dirty="0">
                <a:ln>
                  <a:noFill/>
                </a:ln>
                <a:solidFill>
                  <a:srgbClr val="FFFFFF"/>
                </a:solidFill>
                <a:effectLst/>
                <a:uLnTx/>
                <a:uFillTx/>
                <a:latin typeface="+mn-lt"/>
                <a:ea typeface="+mn-ea"/>
                <a:cs typeface="+mn-cs"/>
              </a:rPr>
              <a:t>Vodafone &amp; Nokia Confidential</a:t>
            </a:r>
            <a:endParaRPr kumimoji="0" lang="en-US" sz="1067" b="0" i="0" u="none" strike="noStrike" kern="1200" cap="none" spc="0" normalizeH="0" baseline="0" noProof="0" dirty="0">
              <a:ln>
                <a:noFill/>
              </a:ln>
              <a:solidFill>
                <a:srgbClr val="FFFFFF"/>
              </a:solidFill>
              <a:effectLst/>
              <a:uLnTx/>
              <a:uFillTx/>
              <a:latin typeface="+mn-lt"/>
              <a:ea typeface="+mn-ea"/>
              <a:cs typeface="+mn-cs"/>
            </a:endParaRPr>
          </a:p>
        </p:txBody>
      </p:sp>
    </p:spTree>
    <p:extLst>
      <p:ext uri="{BB962C8B-B14F-4D97-AF65-F5344CB8AC3E}">
        <p14:creationId xmlns:p14="http://schemas.microsoft.com/office/powerpoint/2010/main" val="2336412415"/>
      </p:ext>
    </p:extLst>
  </p:cSld>
  <p:clrMap bg1="lt1" tx1="dk1" bg2="lt2" tx2="dk2" accent1="accent1" accent2="accent2" accent3="accent3" accent4="accent4" accent5="accent5" accent6="accent6" hlink="hlink" folHlink="folHlink"/>
  <p:sldLayoutIdLst>
    <p:sldLayoutId id="2147483740" r:id="rId1"/>
    <p:sldLayoutId id="2147483741" r:id="rId2"/>
    <p:sldLayoutId id="2147483746" r:id="rId3"/>
    <p:sldLayoutId id="2147483747" r:id="rId4"/>
    <p:sldLayoutId id="2147483748" r:id="rId5"/>
    <p:sldLayoutId id="2147483750" r:id="rId6"/>
    <p:sldLayoutId id="2147483842" r:id="rId7"/>
    <p:sldLayoutId id="2147483843" r:id="rId8"/>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4" name="Rectangle 3">
            <a:extLst>
              <a:ext uri="{FF2B5EF4-FFF2-40B4-BE49-F238E27FC236}">
                <a16:creationId xmlns:a16="http://schemas.microsoft.com/office/drawing/2014/main" id="{A67AA374-65AF-44FA-8950-180FC4DC217E}"/>
              </a:ext>
            </a:extLst>
          </p:cNvPr>
          <p:cNvSpPr/>
          <p:nvPr userDrawn="1"/>
        </p:nvSpPr>
        <p:spPr>
          <a:xfrm>
            <a:off x="5069802" y="6375004"/>
            <a:ext cx="2052164" cy="25654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dirty="0">
                <a:ln>
                  <a:noFill/>
                </a:ln>
                <a:solidFill>
                  <a:srgbClr val="FFFFFF"/>
                </a:solidFill>
                <a:effectLst/>
                <a:uLnTx/>
                <a:uFillTx/>
                <a:latin typeface="+mn-lt"/>
                <a:ea typeface="+mn-ea"/>
                <a:cs typeface="+mn-cs"/>
              </a:rPr>
              <a:t>Vodafone &amp; Nokia Confidential</a:t>
            </a:r>
            <a:endParaRPr kumimoji="0" lang="en-US" sz="1067" b="0" i="0" u="none" strike="noStrike" kern="1200" cap="none" spc="0" normalizeH="0" baseline="0" noProof="0" dirty="0">
              <a:ln>
                <a:noFill/>
              </a:ln>
              <a:solidFill>
                <a:srgbClr val="FFFFFF"/>
              </a:solidFill>
              <a:effectLst/>
              <a:uLnTx/>
              <a:uFillTx/>
              <a:latin typeface="+mn-lt"/>
              <a:ea typeface="+mn-ea"/>
              <a:cs typeface="+mn-cs"/>
            </a:endParaRPr>
          </a:p>
        </p:txBody>
      </p:sp>
    </p:spTree>
    <p:extLst>
      <p:ext uri="{BB962C8B-B14F-4D97-AF65-F5344CB8AC3E}">
        <p14:creationId xmlns:p14="http://schemas.microsoft.com/office/powerpoint/2010/main" val="2611739858"/>
      </p:ext>
    </p:extLst>
  </p:cSld>
  <p:clrMap bg1="lt1" tx1="dk1" bg2="lt2" tx2="dk2" accent1="accent1" accent2="accent2" accent3="accent3" accent4="accent4" accent5="accent5" accent6="accent6" hlink="hlink" folHlink="folHlink"/>
  <p:sldLayoutIdLst>
    <p:sldLayoutId id="2147483743" r:id="rId1"/>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4"/>
            </p:custDataLst>
            <p:extLst>
              <p:ext uri="{D42A27DB-BD31-4B8C-83A1-F6EECF244321}">
                <p14:modId xmlns:p14="http://schemas.microsoft.com/office/powerpoint/2010/main" val="425978693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9235" name="think-cell Slide" r:id="rId6" imgW="270" imgH="270" progId="TCLayout.ActiveDocument.1">
                  <p:embed/>
                </p:oleObj>
              </mc:Choice>
              <mc:Fallback>
                <p:oleObj name="think-cell Slide" r:id="rId6"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7"/>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5"/>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pic>
        <p:nvPicPr>
          <p:cNvPr id="5" name="Picture 4">
            <a:extLst>
              <a:ext uri="{FF2B5EF4-FFF2-40B4-BE49-F238E27FC236}">
                <a16:creationId xmlns:a16="http://schemas.microsoft.com/office/drawing/2014/main" id="{B0FB6328-7075-4274-B2FE-D8F752ED440B}"/>
              </a:ext>
            </a:extLst>
          </p:cNvPr>
          <p:cNvPicPr>
            <a:picLocks noChangeAspect="1"/>
          </p:cNvPicPr>
          <p:nvPr userDrawn="1"/>
        </p:nvPicPr>
        <p:blipFill>
          <a:blip r:embed="rId9"/>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1864065782"/>
      </p:ext>
    </p:extLst>
  </p:cSld>
  <p:clrMap bg1="lt1" tx1="dk1" bg2="lt2" tx2="dk2" accent1="accent1" accent2="accent2" accent3="accent3" accent4="accent4" accent5="accent5" accent6="accent6" hlink="hlink" folHlink="folHlink"/>
  <p:sldLayoutIdLst>
    <p:sldLayoutId id="2147483847" r:id="rId1"/>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4AC1947E-906A-46AD-9413-1921F00F19AB}"/>
              </a:ext>
            </a:extLst>
          </p:cNvPr>
          <p:cNvSpPr txBox="1"/>
          <p:nvPr userDrawn="1"/>
        </p:nvSpPr>
        <p:spPr>
          <a:xfrm>
            <a:off x="1007701" y="6421171"/>
            <a:ext cx="2400000" cy="164212"/>
          </a:xfrm>
          <a:prstGeom prst="rect">
            <a:avLst/>
          </a:prstGeom>
          <a:noFill/>
        </p:spPr>
        <p:txBody>
          <a:bodyPr wrap="square" lIns="0" tIns="0" rIns="0" bIns="0" anchor="b">
            <a:spAutoFit/>
          </a:bodyPr>
          <a:lstStyle/>
          <a:p>
            <a:r>
              <a:rPr lang="en-US"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9" name="Slide Number Placeholder 5">
            <a:extLst>
              <a:ext uri="{FF2B5EF4-FFF2-40B4-BE49-F238E27FC236}">
                <a16:creationId xmlns:a16="http://schemas.microsoft.com/office/drawing/2014/main" id="{BA0CA059-29E1-450A-A218-D27AB73F8070}"/>
              </a:ext>
            </a:extLst>
          </p:cNvPr>
          <p:cNvSpPr txBox="1">
            <a:spLocks/>
          </p:cNvSpPr>
          <p:nvPr userDrawn="1"/>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10" name="Footer Placeholder 14">
            <a:extLst>
              <a:ext uri="{FF2B5EF4-FFF2-40B4-BE49-F238E27FC236}">
                <a16:creationId xmlns:a16="http://schemas.microsoft.com/office/drawing/2014/main" id="{80DAFA2C-A5B7-47BD-9867-3032BEE127ED}"/>
              </a:ext>
            </a:extLst>
          </p:cNvPr>
          <p:cNvSpPr>
            <a:spLocks noGrp="1"/>
          </p:cNvSpPr>
          <p:nvPr>
            <p:ph type="ftr" sz="quarter" idx="3"/>
          </p:nvPr>
        </p:nvSpPr>
        <p:spPr>
          <a:xfrm>
            <a:off x="3072000" y="6422400"/>
            <a:ext cx="6048000" cy="163200"/>
          </a:xfrm>
          <a:prstGeom prst="rect">
            <a:avLst/>
          </a:prstGeom>
        </p:spPr>
        <p:txBody>
          <a:bodyPr vert="horz" lIns="0" tIns="0" rIns="0" bIns="0" rtlCol="0" anchor="ctr"/>
          <a:lstStyle>
            <a:lvl1pPr algn="ctr">
              <a:defRPr sz="1067">
                <a:solidFill>
                  <a:schemeClr val="tx2"/>
                </a:solidFill>
              </a:defRPr>
            </a:lvl1pPr>
          </a:lstStyle>
          <a:p>
            <a:r>
              <a:rPr lang="en-GB"/>
              <a:t>Confidential</a:t>
            </a:r>
            <a:endParaRPr lang="en-US"/>
          </a:p>
        </p:txBody>
      </p:sp>
    </p:spTree>
    <p:extLst>
      <p:ext uri="{BB962C8B-B14F-4D97-AF65-F5344CB8AC3E}">
        <p14:creationId xmlns:p14="http://schemas.microsoft.com/office/powerpoint/2010/main" val="1187407250"/>
      </p:ext>
    </p:extLst>
  </p:cSld>
  <p:clrMap bg1="lt1" tx1="dk1" bg2="lt2" tx2="dk2" accent1="accent1" accent2="accent2" accent3="accent3" accent4="accent4" accent5="accent5" accent6="accent6" hlink="hlink" folHlink="folHlink"/>
  <p:sldLayoutIdLst>
    <p:sldLayoutId id="2147483864" r:id="rId1"/>
    <p:sldLayoutId id="2147483865" r:id="rId2"/>
  </p:sldLayoutIdLst>
  <p:hf sldNum="0"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87D0E1A0-C19A-4DB8-BA1F-3D71830D1A93}"/>
              </a:ext>
            </a:extLst>
          </p:cNvPr>
          <p:cNvSpPr txBox="1"/>
          <p:nvPr userDrawn="1"/>
        </p:nvSpPr>
        <p:spPr>
          <a:xfrm>
            <a:off x="1007701" y="6421171"/>
            <a:ext cx="2400000" cy="164212"/>
          </a:xfrm>
          <a:prstGeom prst="rect">
            <a:avLst/>
          </a:prstGeom>
          <a:noFill/>
        </p:spPr>
        <p:txBody>
          <a:bodyPr wrap="square" lIns="0" tIns="0" rIns="0" bIns="0" anchor="b">
            <a:spAutoFit/>
          </a:bodyPr>
          <a:lstStyle/>
          <a:p>
            <a:r>
              <a:rPr lang="en-US"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2019 Nokia</a:t>
            </a:r>
          </a:p>
        </p:txBody>
      </p:sp>
      <p:sp>
        <p:nvSpPr>
          <p:cNvPr id="12" name="Slide Number Placeholder 5">
            <a:extLst>
              <a:ext uri="{FF2B5EF4-FFF2-40B4-BE49-F238E27FC236}">
                <a16:creationId xmlns:a16="http://schemas.microsoft.com/office/drawing/2014/main" id="{7920C8E0-2BA3-45B9-8A9F-1B9E59157439}"/>
              </a:ext>
            </a:extLst>
          </p:cNvPr>
          <p:cNvSpPr txBox="1">
            <a:spLocks/>
          </p:cNvSpPr>
          <p:nvPr userDrawn="1"/>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15" name="Footer Placeholder 14">
            <a:extLst>
              <a:ext uri="{FF2B5EF4-FFF2-40B4-BE49-F238E27FC236}">
                <a16:creationId xmlns:a16="http://schemas.microsoft.com/office/drawing/2014/main" id="{141D57DB-1EB7-4DFA-9100-436A54579F68}"/>
              </a:ext>
            </a:extLst>
          </p:cNvPr>
          <p:cNvSpPr>
            <a:spLocks noGrp="1"/>
          </p:cNvSpPr>
          <p:nvPr>
            <p:ph type="ftr" sz="quarter" idx="3"/>
          </p:nvPr>
        </p:nvSpPr>
        <p:spPr>
          <a:xfrm>
            <a:off x="3072000" y="6422400"/>
            <a:ext cx="6048000" cy="163200"/>
          </a:xfrm>
          <a:prstGeom prst="rect">
            <a:avLst/>
          </a:prstGeom>
        </p:spPr>
        <p:txBody>
          <a:bodyPr vert="horz" lIns="0" tIns="0" rIns="0" bIns="0" rtlCol="0" anchor="ctr"/>
          <a:lstStyle>
            <a:lvl1pPr algn="ctr">
              <a:defRPr sz="1067">
                <a:solidFill>
                  <a:schemeClr val="tx2"/>
                </a:solidFill>
              </a:defRPr>
            </a:lvl1pPr>
          </a:lstStyle>
          <a:p>
            <a:r>
              <a:rPr lang="en-GB"/>
              <a:t>Confidential</a:t>
            </a:r>
            <a:endParaRPr lang="en-US"/>
          </a:p>
        </p:txBody>
      </p:sp>
      <p:pic>
        <p:nvPicPr>
          <p:cNvPr id="7" name="Picture 6">
            <a:extLst>
              <a:ext uri="{FF2B5EF4-FFF2-40B4-BE49-F238E27FC236}">
                <a16:creationId xmlns:a16="http://schemas.microsoft.com/office/drawing/2014/main" id="{A8C5FB64-385A-4093-B8B2-2F00FF978275}"/>
              </a:ext>
            </a:extLst>
          </p:cNvPr>
          <p:cNvPicPr>
            <a:picLocks noChangeAspect="1"/>
          </p:cNvPicPr>
          <p:nvPr userDrawn="1"/>
        </p:nvPicPr>
        <p:blipFill>
          <a:blip r:embed="rId13"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Tree>
    <p:extLst>
      <p:ext uri="{BB962C8B-B14F-4D97-AF65-F5344CB8AC3E}">
        <p14:creationId xmlns:p14="http://schemas.microsoft.com/office/powerpoint/2010/main" val="3828950507"/>
      </p:ext>
    </p:extLst>
  </p:cSld>
  <p:clrMap bg1="lt1" tx1="dk1" bg2="lt2" tx2="dk2" accent1="accent1" accent2="accent2" accent3="accent3" accent4="accent4" accent5="accent5" accent6="accent6" hlink="hlink" folHlink="folHlink"/>
  <p:sldLayoutIdLst>
    <p:sldLayoutId id="2147483867" r:id="rId1"/>
    <p:sldLayoutId id="2147483868" r:id="rId2"/>
    <p:sldLayoutId id="2147483869" r:id="rId3"/>
    <p:sldLayoutId id="2147483870" r:id="rId4"/>
    <p:sldLayoutId id="2147483871" r:id="rId5"/>
    <p:sldLayoutId id="2147483872" r:id="rId6"/>
    <p:sldLayoutId id="2147483873" r:id="rId7"/>
    <p:sldLayoutId id="2147483874" r:id="rId8"/>
    <p:sldLayoutId id="2147483875" r:id="rId9"/>
    <p:sldLayoutId id="2147483876" r:id="rId10"/>
    <p:sldLayoutId id="2147483877" r:id="rId11"/>
  </p:sldLayoutIdLst>
  <p:hf sldNum="0"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4"/>
            </p:custDataLst>
            <p:extLst>
              <p:ext uri="{D42A27DB-BD31-4B8C-83A1-F6EECF244321}">
                <p14:modId xmlns:p14="http://schemas.microsoft.com/office/powerpoint/2010/main" val="3129744666"/>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1283" name="think-cell Slide" r:id="rId6" imgW="270" imgH="270" progId="TCLayout.ActiveDocument.1">
                  <p:embed/>
                </p:oleObj>
              </mc:Choice>
              <mc:Fallback>
                <p:oleObj name="think-cell Slide" r:id="rId6"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7"/>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5"/>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pic>
        <p:nvPicPr>
          <p:cNvPr id="5" name="Picture 4">
            <a:extLst>
              <a:ext uri="{FF2B5EF4-FFF2-40B4-BE49-F238E27FC236}">
                <a16:creationId xmlns:a16="http://schemas.microsoft.com/office/drawing/2014/main" id="{B0FB6328-7075-4274-B2FE-D8F752ED440B}"/>
              </a:ext>
            </a:extLst>
          </p:cNvPr>
          <p:cNvPicPr>
            <a:picLocks noChangeAspect="1"/>
          </p:cNvPicPr>
          <p:nvPr userDrawn="1"/>
        </p:nvPicPr>
        <p:blipFill>
          <a:blip r:embed="rId9"/>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85766867"/>
      </p:ext>
    </p:extLst>
  </p:cSld>
  <p:clrMap bg1="lt1" tx1="dk1" bg2="lt2" tx2="dk2" accent1="accent1" accent2="accent2" accent3="accent3" accent4="accent4" accent5="accent5" accent6="accent6" hlink="hlink" folHlink="folHlink"/>
  <p:sldLayoutIdLst>
    <p:sldLayoutId id="2147483880" r:id="rId1"/>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8" name="Rectangle 7">
            <a:extLst>
              <a:ext uri="{FF2B5EF4-FFF2-40B4-BE49-F238E27FC236}">
                <a16:creationId xmlns:a16="http://schemas.microsoft.com/office/drawing/2014/main" id="{7B793261-4923-4021-89A1-FE042B18C253}"/>
              </a:ext>
            </a:extLst>
          </p:cNvPr>
          <p:cNvSpPr/>
          <p:nvPr userDrawn="1"/>
        </p:nvSpPr>
        <p:spPr>
          <a:xfrm>
            <a:off x="5069802" y="6375004"/>
            <a:ext cx="2052164" cy="25654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dirty="0">
                <a:ln>
                  <a:noFill/>
                </a:ln>
                <a:solidFill>
                  <a:srgbClr val="FFFFFF"/>
                </a:solidFill>
                <a:effectLst/>
                <a:uLnTx/>
                <a:uFillTx/>
                <a:latin typeface="+mn-lt"/>
                <a:ea typeface="+mn-ea"/>
                <a:cs typeface="+mn-cs"/>
              </a:rPr>
              <a:t>Vodafone &amp; Nokia Confidential</a:t>
            </a:r>
            <a:endParaRPr kumimoji="0" lang="en-US" sz="1067" b="0" i="0" u="none" strike="noStrike" kern="1200" cap="none" spc="0" normalizeH="0" baseline="0" noProof="0" dirty="0">
              <a:ln>
                <a:noFill/>
              </a:ln>
              <a:solidFill>
                <a:srgbClr val="FFFFFF"/>
              </a:solidFill>
              <a:effectLst/>
              <a:uLnTx/>
              <a:uFillTx/>
              <a:latin typeface="+mn-lt"/>
              <a:ea typeface="+mn-ea"/>
              <a:cs typeface="+mn-cs"/>
            </a:endParaRPr>
          </a:p>
        </p:txBody>
      </p:sp>
    </p:spTree>
    <p:extLst>
      <p:ext uri="{BB962C8B-B14F-4D97-AF65-F5344CB8AC3E}">
        <p14:creationId xmlns:p14="http://schemas.microsoft.com/office/powerpoint/2010/main" val="677162331"/>
      </p:ext>
    </p:extLst>
  </p:cSld>
  <p:clrMap bg1="lt1" tx1="dk1" bg2="lt2" tx2="dk2" accent1="accent1" accent2="accent2" accent3="accent3" accent4="accent4" accent5="accent5" accent6="accent6" hlink="hlink" folHlink="folHlink"/>
  <p:sldLayoutIdLst>
    <p:sldLayoutId id="2147483887" r:id="rId1"/>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DB69727-5FDC-4840-B72E-6274D053DE6C}"/>
              </a:ext>
            </a:extLst>
          </p:cNvPr>
          <p:cNvGraphicFramePr>
            <a:graphicFrameLocks noChangeAspect="1"/>
          </p:cNvGraphicFramePr>
          <p:nvPr>
            <p:custDataLst>
              <p:tags r:id="rId11"/>
            </p:custDataLst>
            <p:extLst>
              <p:ext uri="{D42A27DB-BD31-4B8C-83A1-F6EECF244321}">
                <p14:modId xmlns:p14="http://schemas.microsoft.com/office/powerpoint/2010/main" val="2366479586"/>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3331" name="think-cell Slide" r:id="rId12" imgW="270" imgH="270" progId="TCLayout.ActiveDocument.1">
                  <p:embed/>
                </p:oleObj>
              </mc:Choice>
              <mc:Fallback>
                <p:oleObj name="think-cell Slide" r:id="rId12" imgW="270" imgH="270" progId="TCLayout.ActiveDocument.1">
                  <p:embed/>
                  <p:pic>
                    <p:nvPicPr>
                      <p:cNvPr id="2" name="Object 1" hidden="1">
                        <a:extLst>
                          <a:ext uri="{FF2B5EF4-FFF2-40B4-BE49-F238E27FC236}">
                            <a16:creationId xmlns:a16="http://schemas.microsoft.com/office/drawing/2014/main" id="{2DB69727-5FDC-4840-B72E-6274D053DE6C}"/>
                          </a:ext>
                        </a:extLst>
                      </p:cNvPr>
                      <p:cNvPicPr/>
                      <p:nvPr/>
                    </p:nvPicPr>
                    <p:blipFill>
                      <a:blip r:embed="rId13"/>
                      <a:stretch>
                        <a:fillRect/>
                      </a:stretch>
                    </p:blipFill>
                    <p:spPr>
                      <a:xfrm>
                        <a:off x="2118" y="2118"/>
                        <a:ext cx="2116" cy="2116"/>
                      </a:xfrm>
                      <a:prstGeom prst="rect">
                        <a:avLst/>
                      </a:prstGeom>
                    </p:spPr>
                  </p:pic>
                </p:oleObj>
              </mc:Fallback>
            </mc:AlternateContent>
          </a:graphicData>
        </a:graphic>
      </p:graphicFrame>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Tree>
    <p:extLst>
      <p:ext uri="{BB962C8B-B14F-4D97-AF65-F5344CB8AC3E}">
        <p14:creationId xmlns:p14="http://schemas.microsoft.com/office/powerpoint/2010/main" val="136815652"/>
      </p:ext>
    </p:extLst>
  </p:cSld>
  <p:clrMap bg1="lt1" tx1="dk1" bg2="lt2" tx2="dk2" accent1="accent1" accent2="accent2" accent3="accent3" accent4="accent4" accent5="accent5" accent6="accent6" hlink="hlink" folHlink="folHlink"/>
  <p:sldLayoutIdLst>
    <p:sldLayoutId id="2147483908" r:id="rId1"/>
    <p:sldLayoutId id="2147483909" r:id="rId2"/>
    <p:sldLayoutId id="2147483910" r:id="rId3"/>
    <p:sldLayoutId id="2147483911" r:id="rId4"/>
    <p:sldLayoutId id="2147483912" r:id="rId5"/>
    <p:sldLayoutId id="2147483913" r:id="rId6"/>
    <p:sldLayoutId id="2147483914" r:id="rId7"/>
    <p:sldLayoutId id="2147483915" r:id="rId8"/>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2924391-5518-4C68-97E5-D03A277669D4}"/>
              </a:ext>
            </a:extLst>
          </p:cNvPr>
          <p:cNvGraphicFramePr>
            <a:graphicFrameLocks noChangeAspect="1"/>
          </p:cNvGraphicFramePr>
          <p:nvPr>
            <p:custDataLst>
              <p:tags r:id="rId11"/>
            </p:custDataLst>
            <p:extLst>
              <p:ext uri="{D42A27DB-BD31-4B8C-83A1-F6EECF244321}">
                <p14:modId xmlns:p14="http://schemas.microsoft.com/office/powerpoint/2010/main" val="601430508"/>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4355" name="think-cell Slide" r:id="rId12" imgW="216" imgH="216" progId="TCLayout.ActiveDocument.1">
                  <p:embed/>
                </p:oleObj>
              </mc:Choice>
              <mc:Fallback>
                <p:oleObj name="think-cell Slide" r:id="rId12" imgW="216" imgH="216" progId="TCLayout.ActiveDocument.1">
                  <p:embed/>
                  <p:pic>
                    <p:nvPicPr>
                      <p:cNvPr id="2" name="Object 1" hidden="1">
                        <a:extLst>
                          <a:ext uri="{FF2B5EF4-FFF2-40B4-BE49-F238E27FC236}">
                            <a16:creationId xmlns:a16="http://schemas.microsoft.com/office/drawing/2014/main" id="{B2924391-5518-4C68-97E5-D03A277669D4}"/>
                          </a:ext>
                        </a:extLst>
                      </p:cNvPr>
                      <p:cNvPicPr/>
                      <p:nvPr/>
                    </p:nvPicPr>
                    <p:blipFill>
                      <a:blip r:embed="rId13"/>
                      <a:stretch>
                        <a:fillRect/>
                      </a:stretch>
                    </p:blipFill>
                    <p:spPr>
                      <a:xfrm>
                        <a:off x="2118" y="2118"/>
                        <a:ext cx="2116" cy="2116"/>
                      </a:xfrm>
                      <a:prstGeom prst="rect">
                        <a:avLst/>
                      </a:prstGeom>
                    </p:spPr>
                  </p:pic>
                </p:oleObj>
              </mc:Fallback>
            </mc:AlternateContent>
          </a:graphicData>
        </a:graphic>
      </p:graphicFrame>
      <p:sp>
        <p:nvSpPr>
          <p:cNvPr id="7" name="Title Placeholder 6"/>
          <p:cNvSpPr>
            <a:spLocks noGrp="1"/>
          </p:cNvSpPr>
          <p:nvPr>
            <p:ph type="title"/>
          </p:nvPr>
        </p:nvSpPr>
        <p:spPr>
          <a:xfrm>
            <a:off x="556800" y="374400"/>
            <a:ext cx="11078400" cy="412800"/>
          </a:xfrm>
          <a:prstGeom prst="rect">
            <a:avLst/>
          </a:prstGeom>
        </p:spPr>
        <p:txBody>
          <a:bodyPr vert="horz" lIns="0" tIns="0" rIns="0" bIns="0" rtlCol="0" anchor="t" anchorCtr="0">
            <a:noAutofit/>
          </a:bodyPr>
          <a:lstStyle/>
          <a:p>
            <a:r>
              <a:rPr lang="en-US" dirty="0"/>
              <a:t>Click to edit Master title slide</a:t>
            </a:r>
          </a:p>
        </p:txBody>
      </p:sp>
      <p:sp>
        <p:nvSpPr>
          <p:cNvPr id="9" name="TextBox 8">
            <a:extLst>
              <a:ext uri="{FF2B5EF4-FFF2-40B4-BE49-F238E27FC236}">
                <a16:creationId xmlns:a16="http://schemas.microsoft.com/office/drawing/2014/main" id="{B8214AFC-9783-4DA5-BC88-D868BD58C9FB}"/>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759B8E91-2C98-4151-A210-5C6BFAB404AA}"/>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A23B53A3-3559-42BB-91C1-8FB7BBCF777F}"/>
              </a:ext>
            </a:extLst>
          </p:cNvPr>
          <p:cNvPicPr>
            <a:picLocks noChangeAspect="1"/>
          </p:cNvPicPr>
          <p:nvPr/>
        </p:nvPicPr>
        <p:blipFill>
          <a:blip r:embed="rId14"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pic>
        <p:nvPicPr>
          <p:cNvPr id="8" name="Picture 7">
            <a:extLst>
              <a:ext uri="{FF2B5EF4-FFF2-40B4-BE49-F238E27FC236}">
                <a16:creationId xmlns:a16="http://schemas.microsoft.com/office/drawing/2014/main" id="{D5823C47-0E4B-4D06-8BB5-54A8985891D8}"/>
              </a:ext>
            </a:extLst>
          </p:cNvPr>
          <p:cNvPicPr>
            <a:picLocks noChangeAspect="1"/>
          </p:cNvPicPr>
          <p:nvPr userDrawn="1"/>
        </p:nvPicPr>
        <p:blipFill>
          <a:blip r:embed="rId15"/>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2851130117"/>
      </p:ext>
    </p:extLst>
  </p:cSld>
  <p:clrMap bg1="lt1" tx1="dk1" bg2="lt2" tx2="dk2" accent1="accent1" accent2="accent2" accent3="accent3" accent4="accent4" accent5="accent5" accent6="accent6" hlink="hlink" folHlink="folHlink"/>
  <p:sldLayoutIdLst>
    <p:sldLayoutId id="2147483920" r:id="rId1"/>
    <p:sldLayoutId id="2147483921" r:id="rId2"/>
    <p:sldLayoutId id="2147483922" r:id="rId3"/>
    <p:sldLayoutId id="2147483923" r:id="rId4"/>
    <p:sldLayoutId id="2147483924" r:id="rId5"/>
    <p:sldLayoutId id="2147483925" r:id="rId6"/>
    <p:sldLayoutId id="2147483933" r:id="rId7"/>
    <p:sldLayoutId id="2147483934" r:id="rId8"/>
  </p:sldLayoutIdLst>
  <p:hf sldNum="0" hdr="0" dt="0"/>
  <p:txStyles>
    <p:titleStyle>
      <a:lvl1pPr algn="l" defTabSz="1219170" rtl="0" eaLnBrk="1" latinLnBrk="0" hangingPunct="1">
        <a:spcBef>
          <a:spcPct val="0"/>
        </a:spcBef>
        <a:buNone/>
        <a:defRPr sz="2667" kern="1200" baseline="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anose="020B0604020202020204"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anose="020B0604020202020204"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5"/>
            </p:custDataLst>
            <p:extLst>
              <p:ext uri="{D42A27DB-BD31-4B8C-83A1-F6EECF244321}">
                <p14:modId xmlns:p14="http://schemas.microsoft.com/office/powerpoint/2010/main" val="2500369690"/>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6403" name="think-cell Slide" r:id="rId7" imgW="270" imgH="270" progId="TCLayout.ActiveDocument.1">
                  <p:embed/>
                </p:oleObj>
              </mc:Choice>
              <mc:Fallback>
                <p:oleObj name="think-cell Slide" r:id="rId7"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8"/>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9"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6"/>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pic>
        <p:nvPicPr>
          <p:cNvPr id="5" name="Picture 4">
            <a:extLst>
              <a:ext uri="{FF2B5EF4-FFF2-40B4-BE49-F238E27FC236}">
                <a16:creationId xmlns:a16="http://schemas.microsoft.com/office/drawing/2014/main" id="{B0FB6328-7075-4274-B2FE-D8F752ED440B}"/>
              </a:ext>
            </a:extLst>
          </p:cNvPr>
          <p:cNvPicPr>
            <a:picLocks noChangeAspect="1"/>
          </p:cNvPicPr>
          <p:nvPr userDrawn="1"/>
        </p:nvPicPr>
        <p:blipFill>
          <a:blip r:embed="rId10"/>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2659815452"/>
      </p:ext>
    </p:extLst>
  </p:cSld>
  <p:clrMap bg1="lt1" tx1="dk1" bg2="lt2" tx2="dk2" accent1="accent1" accent2="accent2" accent3="accent3" accent4="accent4" accent5="accent5" accent6="accent6" hlink="hlink" folHlink="folHlink"/>
  <p:sldLayoutIdLst>
    <p:sldLayoutId id="2147483936" r:id="rId1"/>
    <p:sldLayoutId id="2147483938" r:id="rId2"/>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18"/>
            </p:custDataLst>
            <p:extLst>
              <p:ext uri="{D42A27DB-BD31-4B8C-83A1-F6EECF244321}">
                <p14:modId xmlns:p14="http://schemas.microsoft.com/office/powerpoint/2010/main" val="130204938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8451" name="think-cell Slide" r:id="rId20" imgW="270" imgH="270" progId="TCLayout.ActiveDocument.1">
                  <p:embed/>
                </p:oleObj>
              </mc:Choice>
              <mc:Fallback>
                <p:oleObj name="think-cell Slide" r:id="rId20"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21"/>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2021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22"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19"/>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spTree>
    <p:extLst>
      <p:ext uri="{BB962C8B-B14F-4D97-AF65-F5344CB8AC3E}">
        <p14:creationId xmlns:p14="http://schemas.microsoft.com/office/powerpoint/2010/main" val="4025586526"/>
      </p:ext>
    </p:extLst>
  </p:cSld>
  <p:clrMap bg1="lt1" tx1="dk1" bg2="lt2" tx2="dk2" accent1="accent1" accent2="accent2" accent3="accent3" accent4="accent4" accent5="accent5" accent6="accent6" hlink="hlink" folHlink="folHlink"/>
  <p:sldLayoutIdLst>
    <p:sldLayoutId id="2147483941" r:id="rId1"/>
    <p:sldLayoutId id="2147483942" r:id="rId2"/>
    <p:sldLayoutId id="2147483943" r:id="rId3"/>
    <p:sldLayoutId id="2147483944" r:id="rId4"/>
    <p:sldLayoutId id="2147483945" r:id="rId5"/>
    <p:sldLayoutId id="2147483946" r:id="rId6"/>
    <p:sldLayoutId id="2147483947" r:id="rId7"/>
    <p:sldLayoutId id="2147483948" r:id="rId8"/>
    <p:sldLayoutId id="2147483949" r:id="rId9"/>
    <p:sldLayoutId id="2147483950" r:id="rId10"/>
    <p:sldLayoutId id="2147483951" r:id="rId11"/>
    <p:sldLayoutId id="2147483952" r:id="rId12"/>
    <p:sldLayoutId id="2147483953" r:id="rId13"/>
    <p:sldLayoutId id="2147483954" r:id="rId14"/>
    <p:sldLayoutId id="2147483955" r:id="rId15"/>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12"/>
            </p:custDataLst>
            <p:extLst>
              <p:ext uri="{D42A27DB-BD31-4B8C-83A1-F6EECF244321}">
                <p14:modId xmlns:p14="http://schemas.microsoft.com/office/powerpoint/2010/main" val="1267952478"/>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22549" name="think-cell Slide" r:id="rId14" imgW="270" imgH="270" progId="TCLayout.ActiveDocument.1">
                  <p:embed/>
                </p:oleObj>
              </mc:Choice>
              <mc:Fallback>
                <p:oleObj name="think-cell Slide" r:id="rId14"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15"/>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2021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16" cstate="hq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13"/>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spTree>
    <p:extLst>
      <p:ext uri="{BB962C8B-B14F-4D97-AF65-F5344CB8AC3E}">
        <p14:creationId xmlns:p14="http://schemas.microsoft.com/office/powerpoint/2010/main" val="1542484110"/>
      </p:ext>
    </p:extLst>
  </p:cSld>
  <p:clrMap bg1="lt1" tx1="dk1" bg2="lt2" tx2="dk2" accent1="accent1" accent2="accent2" accent3="accent3" accent4="accent4" accent5="accent5" accent6="accent6" hlink="hlink" folHlink="folHlink"/>
  <p:sldLayoutIdLst>
    <p:sldLayoutId id="2147483958" r:id="rId1"/>
    <p:sldLayoutId id="2147483965" r:id="rId2"/>
    <p:sldLayoutId id="2147483990" r:id="rId3"/>
    <p:sldLayoutId id="2147483991" r:id="rId4"/>
    <p:sldLayoutId id="2147483992" r:id="rId5"/>
    <p:sldLayoutId id="2147483993" r:id="rId6"/>
    <p:sldLayoutId id="2147483994" r:id="rId7"/>
    <p:sldLayoutId id="2147483995" r:id="rId8"/>
    <p:sldLayoutId id="2147483996" r:id="rId9"/>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2021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Tree>
    <p:extLst>
      <p:ext uri="{BB962C8B-B14F-4D97-AF65-F5344CB8AC3E}">
        <p14:creationId xmlns:p14="http://schemas.microsoft.com/office/powerpoint/2010/main" val="2461245342"/>
      </p:ext>
    </p:extLst>
  </p:cSld>
  <p:clrMap bg1="lt1" tx1="dk1" bg2="lt2" tx2="dk2" accent1="accent1" accent2="accent2" accent3="accent3" accent4="accent4" accent5="accent5" accent6="accent6" hlink="hlink" folHlink="folHlink"/>
  <p:sldLayoutIdLst>
    <p:sldLayoutId id="2147483975" r:id="rId1"/>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37" name="Slide Number Placeholder 5"/>
          <p:cNvSpPr txBox="1">
            <a:spLocks/>
          </p:cNvSpPr>
          <p:nvPr/>
        </p:nvSpPr>
        <p:spPr>
          <a:xfrm>
            <a:off x="558803" y="6421390"/>
            <a:ext cx="192616"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GB" sz="1067" smtClean="0">
                <a:solidFill>
                  <a:schemeClr val="tx2"/>
                </a:solidFill>
                <a:latin typeface="+mn-lt"/>
                <a:cs typeface="Arial" panose="020B0604020202020204" pitchFamily="34" charset="0"/>
              </a:rPr>
              <a:pPr>
                <a:defRPr/>
              </a:pPr>
              <a:t>‹#›</a:t>
            </a:fld>
            <a:endParaRPr lang="en-GB" sz="1333" dirty="0">
              <a:solidFill>
                <a:schemeClr val="tx2"/>
              </a:solidFill>
              <a:latin typeface="+mn-lt"/>
              <a:cs typeface="Arial" panose="020B0604020202020204" pitchFamily="34" charset="0"/>
            </a:endParaRPr>
          </a:p>
        </p:txBody>
      </p:sp>
      <p:sp>
        <p:nvSpPr>
          <p:cNvPr id="38" name="TextBox 37"/>
          <p:cNvSpPr txBox="1"/>
          <p:nvPr/>
        </p:nvSpPr>
        <p:spPr>
          <a:xfrm>
            <a:off x="876000" y="6421172"/>
            <a:ext cx="2400000" cy="164212"/>
          </a:xfrm>
          <a:prstGeom prst="rect">
            <a:avLst/>
          </a:prstGeom>
          <a:noFill/>
        </p:spPr>
        <p:txBody>
          <a:bodyPr wrap="square" lIns="0" tIns="0" rIns="0" bIns="0" anchor="b">
            <a:spAutoFit/>
          </a:bodyPr>
          <a:lstStyle/>
          <a:p>
            <a:r>
              <a:rPr lang="en-GB" sz="1067" dirty="0">
                <a:solidFill>
                  <a:schemeClr val="tx2"/>
                </a:solidFill>
                <a:latin typeface="+mn-lt"/>
                <a:cs typeface="Arial" charset="0"/>
              </a:rPr>
              <a:t>© Nokia 2021</a:t>
            </a:r>
          </a:p>
        </p:txBody>
      </p:sp>
      <p:pic>
        <p:nvPicPr>
          <p:cNvPr id="3" name="Picture 2"/>
          <p:cNvPicPr>
            <a:picLocks/>
          </p:cNvPicPr>
          <p:nvPr/>
        </p:nvPicPr>
        <p:blipFill>
          <a:blip r:embed="rId3" cstate="screen">
            <a:extLst>
              <a:ext uri="{28A0092B-C50C-407E-A947-70E740481C1C}">
                <a14:useLocalDpi xmlns:a14="http://schemas.microsoft.com/office/drawing/2010/main"/>
              </a:ext>
            </a:extLst>
          </a:blip>
          <a:stretch>
            <a:fillRect/>
          </a:stretch>
        </p:blipFill>
        <p:spPr>
          <a:xfrm>
            <a:off x="10713600" y="6408002"/>
            <a:ext cx="921600" cy="148796"/>
          </a:xfrm>
          <a:prstGeom prst="rect">
            <a:avLst/>
          </a:prstGeom>
        </p:spPr>
      </p:pic>
    </p:spTree>
    <p:extLst>
      <p:ext uri="{BB962C8B-B14F-4D97-AF65-F5344CB8AC3E}">
        <p14:creationId xmlns:p14="http://schemas.microsoft.com/office/powerpoint/2010/main" val="2839016922"/>
      </p:ext>
    </p:extLst>
  </p:cSld>
  <p:clrMap bg1="lt1" tx1="dk1" bg2="lt2" tx2="dk2" accent1="accent1" accent2="accent2" accent3="accent3" accent4="accent4" accent5="accent5" accent6="accent6" hlink="hlink" folHlink="folHlink"/>
  <p:sldLayoutIdLst>
    <p:sldLayoutId id="2147483981" r:id="rId1"/>
  </p:sldLayoutIdLst>
  <p:hf sldNum="0" hdr="0" dt="0"/>
  <p:txStyles>
    <p:titleStyle>
      <a:lvl1pPr algn="l" defTabSz="609570"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70" algn="l" defTabSz="609570" rtl="0" eaLnBrk="1" fontAlgn="base" hangingPunct="1">
        <a:spcBef>
          <a:spcPct val="0"/>
        </a:spcBef>
        <a:spcAft>
          <a:spcPct val="0"/>
        </a:spcAft>
        <a:defRPr b="1">
          <a:solidFill>
            <a:schemeClr val="bg2"/>
          </a:solidFill>
          <a:latin typeface="Arial" charset="0"/>
          <a:ea typeface="ヒラギノ角ゴ Pro W3" charset="0"/>
        </a:defRPr>
      </a:lvl6pPr>
      <a:lvl7pPr marL="1219140" algn="l" defTabSz="609570" rtl="0" eaLnBrk="1" fontAlgn="base" hangingPunct="1">
        <a:spcBef>
          <a:spcPct val="0"/>
        </a:spcBef>
        <a:spcAft>
          <a:spcPct val="0"/>
        </a:spcAft>
        <a:defRPr b="1">
          <a:solidFill>
            <a:schemeClr val="bg2"/>
          </a:solidFill>
          <a:latin typeface="Arial" charset="0"/>
          <a:ea typeface="ヒラギノ角ゴ Pro W3" charset="0"/>
        </a:defRPr>
      </a:lvl7pPr>
      <a:lvl8pPr marL="1828709" algn="l" defTabSz="609570" rtl="0" eaLnBrk="1" fontAlgn="base" hangingPunct="1">
        <a:spcBef>
          <a:spcPct val="0"/>
        </a:spcBef>
        <a:spcAft>
          <a:spcPct val="0"/>
        </a:spcAft>
        <a:defRPr b="1">
          <a:solidFill>
            <a:schemeClr val="bg2"/>
          </a:solidFill>
          <a:latin typeface="Arial" charset="0"/>
          <a:ea typeface="ヒラギノ角ゴ Pro W3" charset="0"/>
        </a:defRPr>
      </a:lvl8pPr>
      <a:lvl9pPr marL="2438278" algn="l" defTabSz="609570"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03" indent="-306903" algn="l" defTabSz="609570"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687" indent="-304784" algn="l" defTabSz="609570"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39" indent="-300551" algn="l" defTabSz="609570"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24" indent="-304784" algn="l" defTabSz="609570"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25" indent="-306903" algn="l" defTabSz="609570"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70" rtl="0" eaLnBrk="1" latinLnBrk="0" hangingPunct="1">
        <a:defRPr sz="2400" kern="1200">
          <a:solidFill>
            <a:schemeClr val="tx1"/>
          </a:solidFill>
          <a:latin typeface="+mn-lt"/>
          <a:ea typeface="+mn-ea"/>
          <a:cs typeface="+mn-cs"/>
        </a:defRPr>
      </a:lvl1pPr>
      <a:lvl2pPr marL="609570" algn="l" defTabSz="609570" rtl="0" eaLnBrk="1" latinLnBrk="0" hangingPunct="1">
        <a:defRPr sz="2400" kern="1200">
          <a:solidFill>
            <a:schemeClr val="tx1"/>
          </a:solidFill>
          <a:latin typeface="+mn-lt"/>
          <a:ea typeface="+mn-ea"/>
          <a:cs typeface="+mn-cs"/>
        </a:defRPr>
      </a:lvl2pPr>
      <a:lvl3pPr marL="1219140" algn="l" defTabSz="609570" rtl="0" eaLnBrk="1" latinLnBrk="0" hangingPunct="1">
        <a:defRPr sz="2400" kern="1200">
          <a:solidFill>
            <a:schemeClr val="tx1"/>
          </a:solidFill>
          <a:latin typeface="+mn-lt"/>
          <a:ea typeface="+mn-ea"/>
          <a:cs typeface="+mn-cs"/>
        </a:defRPr>
      </a:lvl3pPr>
      <a:lvl4pPr marL="1828709" algn="l" defTabSz="609570" rtl="0" eaLnBrk="1" latinLnBrk="0" hangingPunct="1">
        <a:defRPr sz="2400" kern="1200">
          <a:solidFill>
            <a:schemeClr val="tx1"/>
          </a:solidFill>
          <a:latin typeface="+mn-lt"/>
          <a:ea typeface="+mn-ea"/>
          <a:cs typeface="+mn-cs"/>
        </a:defRPr>
      </a:lvl4pPr>
      <a:lvl5pPr marL="2438278" algn="l" defTabSz="609570" rtl="0" eaLnBrk="1" latinLnBrk="0" hangingPunct="1">
        <a:defRPr sz="2400" kern="1200">
          <a:solidFill>
            <a:schemeClr val="tx1"/>
          </a:solidFill>
          <a:latin typeface="+mn-lt"/>
          <a:ea typeface="+mn-ea"/>
          <a:cs typeface="+mn-cs"/>
        </a:defRPr>
      </a:lvl5pPr>
      <a:lvl6pPr marL="3047848" algn="l" defTabSz="609570" rtl="0" eaLnBrk="1" latinLnBrk="0" hangingPunct="1">
        <a:defRPr sz="2400" kern="1200">
          <a:solidFill>
            <a:schemeClr val="tx1"/>
          </a:solidFill>
          <a:latin typeface="+mn-lt"/>
          <a:ea typeface="+mn-ea"/>
          <a:cs typeface="+mn-cs"/>
        </a:defRPr>
      </a:lvl6pPr>
      <a:lvl7pPr marL="3657418" algn="l" defTabSz="609570" rtl="0" eaLnBrk="1" latinLnBrk="0" hangingPunct="1">
        <a:defRPr sz="2400" kern="1200">
          <a:solidFill>
            <a:schemeClr val="tx1"/>
          </a:solidFill>
          <a:latin typeface="+mn-lt"/>
          <a:ea typeface="+mn-ea"/>
          <a:cs typeface="+mn-cs"/>
        </a:defRPr>
      </a:lvl7pPr>
      <a:lvl8pPr marL="4266987" algn="l" defTabSz="609570" rtl="0" eaLnBrk="1" latinLnBrk="0" hangingPunct="1">
        <a:defRPr sz="2400" kern="1200">
          <a:solidFill>
            <a:schemeClr val="tx1"/>
          </a:solidFill>
          <a:latin typeface="+mn-lt"/>
          <a:ea typeface="+mn-ea"/>
          <a:cs typeface="+mn-cs"/>
        </a:defRPr>
      </a:lvl8pPr>
      <a:lvl9pPr marL="4876557" algn="l" defTabSz="609570" rtl="0" eaLnBrk="1" latinLnBrk="0" hangingPunct="1">
        <a:defRPr sz="24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5"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685BD05-F2F0-4E8F-BFF4-55D9D8F917CF}"/>
              </a:ext>
            </a:extLst>
          </p:cNvPr>
          <p:cNvGraphicFramePr>
            <a:graphicFrameLocks noChangeAspect="1"/>
          </p:cNvGraphicFramePr>
          <p:nvPr userDrawn="1">
            <p:custDataLst>
              <p:tags r:id="rId4"/>
            </p:custData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spid="_x0000_s24595" name="think-cell Slide" r:id="rId6" imgW="425" imgH="426" progId="TCLayout.ActiveDocument.1">
                  <p:embed/>
                </p:oleObj>
              </mc:Choice>
              <mc:Fallback>
                <p:oleObj name="think-cell Slide" r:id="rId6" imgW="425" imgH="426" progId="TCLayout.ActiveDocument.1">
                  <p:embed/>
                  <p:pic>
                    <p:nvPicPr>
                      <p:cNvPr id="2" name="Object 1" hidden="1">
                        <a:extLst>
                          <a:ext uri="{FF2B5EF4-FFF2-40B4-BE49-F238E27FC236}">
                            <a16:creationId xmlns:a16="http://schemas.microsoft.com/office/drawing/2014/main" id="{B685BD05-F2F0-4E8F-BFF4-55D9D8F917CF}"/>
                          </a:ext>
                        </a:extLst>
                      </p:cNvPr>
                      <p:cNvPicPr/>
                      <p:nvPr/>
                    </p:nvPicPr>
                    <p:blipFill>
                      <a:blip r:embed="rId7"/>
                      <a:stretch>
                        <a:fillRect/>
                      </a:stretch>
                    </p:blipFill>
                    <p:spPr>
                      <a:xfrm>
                        <a:off x="1589" y="1589"/>
                        <a:ext cx="1587" cy="1587"/>
                      </a:xfrm>
                      <a:prstGeom prst="rect">
                        <a:avLst/>
                      </a:prstGeom>
                    </p:spPr>
                  </p:pic>
                </p:oleObj>
              </mc:Fallback>
            </mc:AlternateContent>
          </a:graphicData>
        </a:graphic>
      </p:graphicFrame>
      <p:sp>
        <p:nvSpPr>
          <p:cNvPr id="7" name="Title Placeholder 6"/>
          <p:cNvSpPr>
            <a:spLocks noGrp="1"/>
          </p:cNvSpPr>
          <p:nvPr>
            <p:ph type="title"/>
          </p:nvPr>
        </p:nvSpPr>
        <p:spPr>
          <a:xfrm>
            <a:off x="556800" y="374401"/>
            <a:ext cx="11078400" cy="412800"/>
          </a:xfrm>
          <a:prstGeom prst="rect">
            <a:avLst/>
          </a:prstGeom>
        </p:spPr>
        <p:txBody>
          <a:bodyPr vert="horz" lIns="0" tIns="0" rIns="0" bIns="0" rtlCol="0" anchor="t" anchorCtr="0">
            <a:noAutofit/>
          </a:bodyPr>
          <a:lstStyle/>
          <a:p>
            <a:r>
              <a:rPr lang="en-US" noProof="0"/>
              <a:t>Click</a:t>
            </a:r>
            <a:r>
              <a:rPr lang="en-US"/>
              <a:t> to edit Master title slide</a:t>
            </a:r>
          </a:p>
        </p:txBody>
      </p:sp>
      <p:sp>
        <p:nvSpPr>
          <p:cNvPr id="19" name="TextBox 18"/>
          <p:cNvSpPr txBox="1"/>
          <p:nvPr userDrawn="1"/>
        </p:nvSpPr>
        <p:spPr>
          <a:xfrm>
            <a:off x="1007701" y="6422263"/>
            <a:ext cx="2400000" cy="163122"/>
          </a:xfrm>
          <a:prstGeom prst="rect">
            <a:avLst/>
          </a:prstGeom>
          <a:noFill/>
        </p:spPr>
        <p:txBody>
          <a:bodyPr wrap="square" lIns="0" tIns="0" rIns="0" bIns="0" anchor="b">
            <a:spAutoFit/>
          </a:bodyPr>
          <a:lstStyle/>
          <a:p>
            <a:r>
              <a:rPr lang="en-US" sz="1060">
                <a:solidFill>
                  <a:srgbClr val="17ACBD"/>
                </a:solidFill>
                <a:latin typeface="Nokia Pure Text Light" panose="020B0304040602060303" pitchFamily="34" charset="0"/>
                <a:ea typeface="Nokia Pure Text Light" panose="020B0304040602060303" pitchFamily="34" charset="0"/>
                <a:cs typeface="Nokia Pure Text Light" panose="020B0304040602060303" pitchFamily="34" charset="0"/>
              </a:rPr>
              <a:t>© 2018 Nokia</a:t>
            </a:r>
          </a:p>
        </p:txBody>
      </p:sp>
      <p:sp>
        <p:nvSpPr>
          <p:cNvPr id="21" name="Slide Number Placeholder 5"/>
          <p:cNvSpPr txBox="1">
            <a:spLocks/>
          </p:cNvSpPr>
          <p:nvPr userDrawn="1"/>
        </p:nvSpPr>
        <p:spPr>
          <a:xfrm>
            <a:off x="558803" y="6422479"/>
            <a:ext cx="336000" cy="16312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0" smtClean="0">
                <a:solidFill>
                  <a:srgbClr val="17ACBD"/>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25">
              <a:solidFill>
                <a:srgbClr val="17ACBD"/>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23" name="Footer Placeholder 27"/>
          <p:cNvSpPr>
            <a:spLocks noGrp="1"/>
          </p:cNvSpPr>
          <p:nvPr>
            <p:ph type="ftr" sz="quarter" idx="3"/>
          </p:nvPr>
        </p:nvSpPr>
        <p:spPr>
          <a:xfrm>
            <a:off x="3072000" y="6422405"/>
            <a:ext cx="6048000" cy="163199"/>
          </a:xfrm>
          <a:prstGeom prst="rect">
            <a:avLst/>
          </a:prstGeom>
        </p:spPr>
        <p:txBody>
          <a:bodyPr vert="horz" lIns="0" tIns="0" rIns="0" bIns="0" rtlCol="0" anchor="b"/>
          <a:lstStyle>
            <a:lvl1pPr algn="l">
              <a:defRPr sz="1060">
                <a:solidFill>
                  <a:srgbClr val="17ACBD"/>
                </a:solidFill>
                <a:latin typeface="Nokia Pure Text Light" panose="020B0304040602060303" pitchFamily="34" charset="0"/>
                <a:ea typeface="Nokia Pure Text Light" panose="020B0304040602060303" pitchFamily="34" charset="0"/>
                <a:cs typeface="Nokia Pure Text Light" panose="020B0304040602060303" pitchFamily="34" charset="0"/>
              </a:defRPr>
            </a:lvl1pPr>
          </a:lstStyle>
          <a:p>
            <a:r>
              <a:rPr lang="en-US"/>
              <a:t>5G Future X – Unleashing the potential of 5G</a:t>
            </a:r>
          </a:p>
        </p:txBody>
      </p:sp>
      <p:sp>
        <p:nvSpPr>
          <p:cNvPr id="8" name="Freihandform: Form 7">
            <a:extLst>
              <a:ext uri="{FF2B5EF4-FFF2-40B4-BE49-F238E27FC236}">
                <a16:creationId xmlns:a16="http://schemas.microsoft.com/office/drawing/2014/main" id="{E560EFC9-5330-409B-A819-7C3F83043BA8}"/>
              </a:ext>
            </a:extLst>
          </p:cNvPr>
          <p:cNvSpPr>
            <a:spLocks noChangeAspect="1"/>
          </p:cNvSpPr>
          <p:nvPr userDrawn="1"/>
        </p:nvSpPr>
        <p:spPr>
          <a:xfrm>
            <a:off x="10713502" y="6407995"/>
            <a:ext cx="920609" cy="149724"/>
          </a:xfrm>
          <a:custGeom>
            <a:avLst/>
            <a:gdLst>
              <a:gd name="connsiteX0" fmla="*/ 6960911 w 7924447"/>
              <a:gd name="connsiteY0" fmla="*/ 321135 h 1288800"/>
              <a:gd name="connsiteX1" fmla="*/ 6719487 w 7924447"/>
              <a:gd name="connsiteY1" fmla="*/ 779851 h 1288800"/>
              <a:gd name="connsiteX2" fmla="*/ 7204868 w 7924447"/>
              <a:gd name="connsiteY2" fmla="*/ 779851 h 1288800"/>
              <a:gd name="connsiteX3" fmla="*/ 2388009 w 7924447"/>
              <a:gd name="connsiteY3" fmla="*/ 315532 h 1288800"/>
              <a:gd name="connsiteX4" fmla="*/ 2313866 w 7924447"/>
              <a:gd name="connsiteY4" fmla="*/ 389523 h 1288800"/>
              <a:gd name="connsiteX5" fmla="*/ 2313866 w 7924447"/>
              <a:gd name="connsiteY5" fmla="*/ 895278 h 1288800"/>
              <a:gd name="connsiteX6" fmla="*/ 2388009 w 7924447"/>
              <a:gd name="connsiteY6" fmla="*/ 969269 h 1288800"/>
              <a:gd name="connsiteX7" fmla="*/ 3186375 w 7924447"/>
              <a:gd name="connsiteY7" fmla="*/ 969269 h 1288800"/>
              <a:gd name="connsiteX8" fmla="*/ 3260517 w 7924447"/>
              <a:gd name="connsiteY8" fmla="*/ 895278 h 1288800"/>
              <a:gd name="connsiteX9" fmla="*/ 3260517 w 7924447"/>
              <a:gd name="connsiteY9" fmla="*/ 389523 h 1288800"/>
              <a:gd name="connsiteX10" fmla="*/ 3186375 w 7924447"/>
              <a:gd name="connsiteY10" fmla="*/ 315532 h 1288800"/>
              <a:gd name="connsiteX11" fmla="*/ 5545757 w 7924447"/>
              <a:gd name="connsiteY11" fmla="*/ 14419 h 1288800"/>
              <a:gd name="connsiteX12" fmla="*/ 5939564 w 7924447"/>
              <a:gd name="connsiteY12" fmla="*/ 14419 h 1288800"/>
              <a:gd name="connsiteX13" fmla="*/ 5939564 w 7924447"/>
              <a:gd name="connsiteY13" fmla="*/ 1273030 h 1288800"/>
              <a:gd name="connsiteX14" fmla="*/ 5545757 w 7924447"/>
              <a:gd name="connsiteY14" fmla="*/ 1273030 h 1288800"/>
              <a:gd name="connsiteX15" fmla="*/ 3781683 w 7924447"/>
              <a:gd name="connsiteY15" fmla="*/ 14419 h 1288800"/>
              <a:gd name="connsiteX16" fmla="*/ 4175490 w 7924447"/>
              <a:gd name="connsiteY16" fmla="*/ 14419 h 1288800"/>
              <a:gd name="connsiteX17" fmla="*/ 4175490 w 7924447"/>
              <a:gd name="connsiteY17" fmla="*/ 1273030 h 1288800"/>
              <a:gd name="connsiteX18" fmla="*/ 3781683 w 7924447"/>
              <a:gd name="connsiteY18" fmla="*/ 1273030 h 1288800"/>
              <a:gd name="connsiteX19" fmla="*/ 6726931 w 7924447"/>
              <a:gd name="connsiteY19" fmla="*/ 14418 h 1288800"/>
              <a:gd name="connsiteX20" fmla="*/ 7216062 w 7924447"/>
              <a:gd name="connsiteY20" fmla="*/ 14418 h 1288800"/>
              <a:gd name="connsiteX21" fmla="*/ 7924447 w 7924447"/>
              <a:gd name="connsiteY21" fmla="*/ 1273030 h 1288800"/>
              <a:gd name="connsiteX22" fmla="*/ 7467155 w 7924447"/>
              <a:gd name="connsiteY22" fmla="*/ 1273030 h 1288800"/>
              <a:gd name="connsiteX23" fmla="*/ 7349796 w 7924447"/>
              <a:gd name="connsiteY23" fmla="*/ 1052360 h 1288800"/>
              <a:gd name="connsiteX24" fmla="*/ 6576065 w 7924447"/>
              <a:gd name="connsiteY24" fmla="*/ 1052360 h 1288800"/>
              <a:gd name="connsiteX25" fmla="*/ 6459926 w 7924447"/>
              <a:gd name="connsiteY25" fmla="*/ 1273030 h 1288800"/>
              <a:gd name="connsiteX26" fmla="*/ 6011821 w 7924447"/>
              <a:gd name="connsiteY26" fmla="*/ 1273030 h 1288800"/>
              <a:gd name="connsiteX27" fmla="*/ 139469 w 7924447"/>
              <a:gd name="connsiteY27" fmla="*/ 14418 h 1288800"/>
              <a:gd name="connsiteX28" fmla="*/ 657720 w 7924447"/>
              <a:gd name="connsiteY28" fmla="*/ 14418 h 1288800"/>
              <a:gd name="connsiteX29" fmla="*/ 1414558 w 7924447"/>
              <a:gd name="connsiteY29" fmla="*/ 955333 h 1288800"/>
              <a:gd name="connsiteX30" fmla="*/ 1414558 w 7924447"/>
              <a:gd name="connsiteY30" fmla="*/ 14420 h 1288800"/>
              <a:gd name="connsiteX31" fmla="*/ 1793219 w 7924447"/>
              <a:gd name="connsiteY31" fmla="*/ 14420 h 1288800"/>
              <a:gd name="connsiteX32" fmla="*/ 1793219 w 7924447"/>
              <a:gd name="connsiteY32" fmla="*/ 1273030 h 1288800"/>
              <a:gd name="connsiteX33" fmla="*/ 1151296 w 7924447"/>
              <a:gd name="connsiteY33" fmla="*/ 1273030 h 1288800"/>
              <a:gd name="connsiteX34" fmla="*/ 378661 w 7924447"/>
              <a:gd name="connsiteY34" fmla="*/ 311950 h 1288800"/>
              <a:gd name="connsiteX35" fmla="*/ 378661 w 7924447"/>
              <a:gd name="connsiteY35" fmla="*/ 1273030 h 1288800"/>
              <a:gd name="connsiteX36" fmla="*/ 0 w 7924447"/>
              <a:gd name="connsiteY36" fmla="*/ 1273030 h 1288800"/>
              <a:gd name="connsiteX37" fmla="*/ 0 w 7924447"/>
              <a:gd name="connsiteY37" fmla="*/ 14420 h 1288800"/>
              <a:gd name="connsiteX38" fmla="*/ 139470 w 7924447"/>
              <a:gd name="connsiteY38" fmla="*/ 14420 h 1288800"/>
              <a:gd name="connsiteX39" fmla="*/ 4850522 w 7924447"/>
              <a:gd name="connsiteY39" fmla="*/ 14418 h 1288800"/>
              <a:gd name="connsiteX40" fmla="*/ 5385591 w 7924447"/>
              <a:gd name="connsiteY40" fmla="*/ 14418 h 1288800"/>
              <a:gd name="connsiteX41" fmla="*/ 4668730 w 7924447"/>
              <a:gd name="connsiteY41" fmla="*/ 603446 h 1288800"/>
              <a:gd name="connsiteX42" fmla="*/ 5474313 w 7924447"/>
              <a:gd name="connsiteY42" fmla="*/ 1273029 h 1288800"/>
              <a:gd name="connsiteX43" fmla="*/ 4911442 w 7924447"/>
              <a:gd name="connsiteY43" fmla="*/ 1273029 h 1288800"/>
              <a:gd name="connsiteX44" fmla="*/ 4178297 w 7924447"/>
              <a:gd name="connsiteY44" fmla="*/ 616444 h 1288800"/>
              <a:gd name="connsiteX45" fmla="*/ 2308976 w 7924447"/>
              <a:gd name="connsiteY45" fmla="*/ 0 h 1288800"/>
              <a:gd name="connsiteX46" fmla="*/ 3257392 w 7924447"/>
              <a:gd name="connsiteY46" fmla="*/ 0 h 1288800"/>
              <a:gd name="connsiteX47" fmla="*/ 3620245 w 7924447"/>
              <a:gd name="connsiteY47" fmla="*/ 334112 h 1288800"/>
              <a:gd name="connsiteX48" fmla="*/ 3620245 w 7924447"/>
              <a:gd name="connsiteY48" fmla="*/ 950689 h 1288800"/>
              <a:gd name="connsiteX49" fmla="*/ 3261400 w 7924447"/>
              <a:gd name="connsiteY49" fmla="*/ 1284801 h 1288800"/>
              <a:gd name="connsiteX50" fmla="*/ 2333021 w 7924447"/>
              <a:gd name="connsiteY50" fmla="*/ 1288800 h 1288800"/>
              <a:gd name="connsiteX51" fmla="*/ 1954138 w 7924447"/>
              <a:gd name="connsiteY51" fmla="*/ 950689 h 1288800"/>
              <a:gd name="connsiteX52" fmla="*/ 1954138 w 7924447"/>
              <a:gd name="connsiteY52" fmla="*/ 334112 h 1288800"/>
              <a:gd name="connsiteX53" fmla="*/ 2308976 w 7924447"/>
              <a:gd name="connsiteY53" fmla="*/ 0 h 128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924447" h="1288800">
                <a:moveTo>
                  <a:pt x="6960911" y="321135"/>
                </a:moveTo>
                <a:lnTo>
                  <a:pt x="6719487" y="779851"/>
                </a:lnTo>
                <a:lnTo>
                  <a:pt x="7204868" y="779851"/>
                </a:lnTo>
                <a:close/>
                <a:moveTo>
                  <a:pt x="2388009" y="315532"/>
                </a:moveTo>
                <a:cubicBezTo>
                  <a:pt x="2347061" y="315532"/>
                  <a:pt x="2313866" y="348659"/>
                  <a:pt x="2313866" y="389523"/>
                </a:cubicBezTo>
                <a:lnTo>
                  <a:pt x="2313866" y="895278"/>
                </a:lnTo>
                <a:cubicBezTo>
                  <a:pt x="2313866" y="936142"/>
                  <a:pt x="2347061" y="969269"/>
                  <a:pt x="2388009" y="969269"/>
                </a:cubicBezTo>
                <a:lnTo>
                  <a:pt x="3186375" y="969269"/>
                </a:lnTo>
                <a:cubicBezTo>
                  <a:pt x="3227323" y="969269"/>
                  <a:pt x="3260517" y="936142"/>
                  <a:pt x="3260517" y="895278"/>
                </a:cubicBezTo>
                <a:lnTo>
                  <a:pt x="3260517" y="389523"/>
                </a:lnTo>
                <a:cubicBezTo>
                  <a:pt x="3260517" y="348659"/>
                  <a:pt x="3227323" y="315532"/>
                  <a:pt x="3186375" y="315532"/>
                </a:cubicBezTo>
                <a:close/>
                <a:moveTo>
                  <a:pt x="5545757" y="14419"/>
                </a:moveTo>
                <a:lnTo>
                  <a:pt x="5939564" y="14419"/>
                </a:lnTo>
                <a:lnTo>
                  <a:pt x="5939564" y="1273030"/>
                </a:lnTo>
                <a:lnTo>
                  <a:pt x="5545757" y="1273030"/>
                </a:lnTo>
                <a:close/>
                <a:moveTo>
                  <a:pt x="3781683" y="14419"/>
                </a:moveTo>
                <a:lnTo>
                  <a:pt x="4175490" y="14419"/>
                </a:lnTo>
                <a:lnTo>
                  <a:pt x="4175490" y="1273030"/>
                </a:lnTo>
                <a:lnTo>
                  <a:pt x="3781683" y="1273030"/>
                </a:lnTo>
                <a:close/>
                <a:moveTo>
                  <a:pt x="6726931" y="14418"/>
                </a:moveTo>
                <a:lnTo>
                  <a:pt x="7216062" y="14418"/>
                </a:lnTo>
                <a:lnTo>
                  <a:pt x="7924447" y="1273030"/>
                </a:lnTo>
                <a:lnTo>
                  <a:pt x="7467155" y="1273030"/>
                </a:lnTo>
                <a:lnTo>
                  <a:pt x="7349796" y="1052360"/>
                </a:lnTo>
                <a:lnTo>
                  <a:pt x="6576065" y="1052360"/>
                </a:lnTo>
                <a:lnTo>
                  <a:pt x="6459926" y="1273030"/>
                </a:lnTo>
                <a:lnTo>
                  <a:pt x="6011821" y="1273030"/>
                </a:lnTo>
                <a:close/>
                <a:moveTo>
                  <a:pt x="139469" y="14418"/>
                </a:moveTo>
                <a:lnTo>
                  <a:pt x="657720" y="14418"/>
                </a:lnTo>
                <a:lnTo>
                  <a:pt x="1414558" y="955333"/>
                </a:lnTo>
                <a:lnTo>
                  <a:pt x="1414558" y="14420"/>
                </a:lnTo>
                <a:lnTo>
                  <a:pt x="1793219" y="14420"/>
                </a:lnTo>
                <a:lnTo>
                  <a:pt x="1793219" y="1273030"/>
                </a:lnTo>
                <a:lnTo>
                  <a:pt x="1151296" y="1273030"/>
                </a:lnTo>
                <a:lnTo>
                  <a:pt x="378661" y="311950"/>
                </a:lnTo>
                <a:lnTo>
                  <a:pt x="378661" y="1273030"/>
                </a:lnTo>
                <a:lnTo>
                  <a:pt x="0" y="1273030"/>
                </a:lnTo>
                <a:lnTo>
                  <a:pt x="0" y="14420"/>
                </a:lnTo>
                <a:lnTo>
                  <a:pt x="139470" y="14420"/>
                </a:lnTo>
                <a:close/>
                <a:moveTo>
                  <a:pt x="4850522" y="14418"/>
                </a:moveTo>
                <a:lnTo>
                  <a:pt x="5385591" y="14418"/>
                </a:lnTo>
                <a:lnTo>
                  <a:pt x="4668730" y="603446"/>
                </a:lnTo>
                <a:lnTo>
                  <a:pt x="5474313" y="1273029"/>
                </a:lnTo>
                <a:lnTo>
                  <a:pt x="4911442" y="1273029"/>
                </a:lnTo>
                <a:lnTo>
                  <a:pt x="4178297" y="616444"/>
                </a:lnTo>
                <a:close/>
                <a:moveTo>
                  <a:pt x="2308976" y="0"/>
                </a:moveTo>
                <a:lnTo>
                  <a:pt x="3257392" y="0"/>
                </a:lnTo>
                <a:cubicBezTo>
                  <a:pt x="3442298" y="0"/>
                  <a:pt x="3624253" y="119593"/>
                  <a:pt x="3620245" y="334112"/>
                </a:cubicBezTo>
                <a:lnTo>
                  <a:pt x="3620245" y="950689"/>
                </a:lnTo>
                <a:cubicBezTo>
                  <a:pt x="3620245" y="1159210"/>
                  <a:pt x="3446305" y="1284801"/>
                  <a:pt x="3261400" y="1284801"/>
                </a:cubicBezTo>
                <a:lnTo>
                  <a:pt x="2333021" y="1288800"/>
                </a:lnTo>
                <a:cubicBezTo>
                  <a:pt x="2148115" y="1286801"/>
                  <a:pt x="1954138" y="1181205"/>
                  <a:pt x="1954138" y="950689"/>
                </a:cubicBezTo>
                <a:lnTo>
                  <a:pt x="1954138" y="334112"/>
                </a:lnTo>
                <a:cubicBezTo>
                  <a:pt x="1962153" y="113594"/>
                  <a:pt x="2124071" y="0"/>
                  <a:pt x="2308976" y="0"/>
                </a:cubicBezTo>
                <a:close/>
              </a:path>
            </a:pathLst>
          </a:custGeom>
          <a:solidFill>
            <a:schemeClr val="bg1"/>
          </a:solidFill>
        </p:spPr>
        <p:txBody>
          <a:bodyPr wrap="square" rtlCol="0" anchor="ctr">
            <a:noAutofit/>
          </a:bodyPr>
          <a:lstStyle/>
          <a:p>
            <a:pPr marL="0" indent="0" algn="ctr">
              <a:lnSpc>
                <a:spcPct val="90000"/>
              </a:lnSpc>
              <a:buNone/>
            </a:pPr>
            <a:endParaRPr lang="en-US" sz="2400">
              <a:latin typeface="+mn-lt"/>
            </a:endParaRPr>
          </a:p>
        </p:txBody>
      </p:sp>
    </p:spTree>
    <p:extLst>
      <p:ext uri="{BB962C8B-B14F-4D97-AF65-F5344CB8AC3E}">
        <p14:creationId xmlns:p14="http://schemas.microsoft.com/office/powerpoint/2010/main" val="4066348231"/>
      </p:ext>
    </p:extLst>
  </p:cSld>
  <p:clrMap bg1="lt1" tx1="dk1" bg2="lt2" tx2="dk2" accent1="accent1" accent2="accent2" accent3="accent3" accent4="accent4" accent5="accent5" accent6="accent6" hlink="hlink" folHlink="folHlink"/>
  <p:sldLayoutIdLst>
    <p:sldLayoutId id="2147483983" r:id="rId1"/>
  </p:sldLayoutIdLst>
  <p:hf sldNum="0" hdr="0" dt="0"/>
  <p:txStyles>
    <p:titleStyle>
      <a:lvl1pPr algn="l" defTabSz="1211520" rtl="0" eaLnBrk="1" latinLnBrk="0" hangingPunct="1">
        <a:spcBef>
          <a:spcPct val="0"/>
        </a:spcBef>
        <a:buNone/>
        <a:defRPr sz="2667" kern="1200" baseline="0">
          <a:solidFill>
            <a:schemeClr val="bg1"/>
          </a:solidFill>
          <a:latin typeface="+mj-lt"/>
          <a:ea typeface="+mj-ea"/>
          <a:cs typeface="+mj-cs"/>
        </a:defRPr>
      </a:lvl1pPr>
    </p:titleStyle>
    <p:bodyStyle>
      <a:lvl1pPr marL="454319" indent="-454319" algn="l" defTabSz="1211520" rtl="0" eaLnBrk="1" latinLnBrk="0" hangingPunct="1">
        <a:spcBef>
          <a:spcPct val="20000"/>
        </a:spcBef>
        <a:buFont typeface="Arial" panose="020B0604020202020204" pitchFamily="34" charset="0"/>
        <a:buChar char="•"/>
        <a:defRPr sz="4240" kern="1200">
          <a:solidFill>
            <a:schemeClr val="tx1"/>
          </a:solidFill>
          <a:latin typeface="+mn-lt"/>
          <a:ea typeface="+mn-ea"/>
          <a:cs typeface="+mn-cs"/>
        </a:defRPr>
      </a:lvl1pPr>
      <a:lvl2pPr marL="984362" indent="-378600" algn="l" defTabSz="1211520" rtl="0" eaLnBrk="1" latinLnBrk="0" hangingPunct="1">
        <a:spcBef>
          <a:spcPct val="20000"/>
        </a:spcBef>
        <a:buFont typeface="Arial" panose="020B0604020202020204" pitchFamily="34" charset="0"/>
        <a:buChar char="–"/>
        <a:defRPr sz="3711" kern="1200">
          <a:solidFill>
            <a:schemeClr val="tx1"/>
          </a:solidFill>
          <a:latin typeface="+mn-lt"/>
          <a:ea typeface="+mn-ea"/>
          <a:cs typeface="+mn-cs"/>
        </a:defRPr>
      </a:lvl2pPr>
      <a:lvl3pPr marL="1514399" indent="-302879" algn="l" defTabSz="1211520" rtl="0" eaLnBrk="1" latinLnBrk="0" hangingPunct="1">
        <a:spcBef>
          <a:spcPct val="20000"/>
        </a:spcBef>
        <a:buFont typeface="Arial" panose="020B0604020202020204" pitchFamily="34" charset="0"/>
        <a:buChar char="•"/>
        <a:defRPr sz="3180" kern="1200">
          <a:solidFill>
            <a:schemeClr val="tx1"/>
          </a:solidFill>
          <a:latin typeface="+mn-lt"/>
          <a:ea typeface="+mn-ea"/>
          <a:cs typeface="+mn-cs"/>
        </a:defRPr>
      </a:lvl3pPr>
      <a:lvl4pPr marL="2120162"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4pPr>
      <a:lvl5pPr marL="2725920"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5pPr>
      <a:lvl6pPr marL="3331679"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6pPr>
      <a:lvl7pPr marL="3937440"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7pPr>
      <a:lvl8pPr marL="4543200"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8pPr>
      <a:lvl9pPr marL="5148962"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9pPr>
    </p:bodyStyle>
    <p:otherStyle>
      <a:defPPr>
        <a:defRPr lang="en-US"/>
      </a:defPPr>
      <a:lvl1pPr marL="0" algn="l" defTabSz="1211520" rtl="0" eaLnBrk="1" latinLnBrk="0" hangingPunct="1">
        <a:defRPr sz="2385" kern="1200">
          <a:solidFill>
            <a:schemeClr val="tx1"/>
          </a:solidFill>
          <a:latin typeface="+mn-lt"/>
          <a:ea typeface="+mn-ea"/>
          <a:cs typeface="+mn-cs"/>
        </a:defRPr>
      </a:lvl1pPr>
      <a:lvl2pPr marL="605761" algn="l" defTabSz="1211520" rtl="0" eaLnBrk="1" latinLnBrk="0" hangingPunct="1">
        <a:defRPr sz="2385" kern="1200">
          <a:solidFill>
            <a:schemeClr val="tx1"/>
          </a:solidFill>
          <a:latin typeface="+mn-lt"/>
          <a:ea typeface="+mn-ea"/>
          <a:cs typeface="+mn-cs"/>
        </a:defRPr>
      </a:lvl2pPr>
      <a:lvl3pPr marL="1211520" algn="l" defTabSz="1211520" rtl="0" eaLnBrk="1" latinLnBrk="0" hangingPunct="1">
        <a:defRPr sz="2385" kern="1200">
          <a:solidFill>
            <a:schemeClr val="tx1"/>
          </a:solidFill>
          <a:latin typeface="+mn-lt"/>
          <a:ea typeface="+mn-ea"/>
          <a:cs typeface="+mn-cs"/>
        </a:defRPr>
      </a:lvl3pPr>
      <a:lvl4pPr marL="1817280" algn="l" defTabSz="1211520" rtl="0" eaLnBrk="1" latinLnBrk="0" hangingPunct="1">
        <a:defRPr sz="2385" kern="1200">
          <a:solidFill>
            <a:schemeClr val="tx1"/>
          </a:solidFill>
          <a:latin typeface="+mn-lt"/>
          <a:ea typeface="+mn-ea"/>
          <a:cs typeface="+mn-cs"/>
        </a:defRPr>
      </a:lvl4pPr>
      <a:lvl5pPr marL="2423041" algn="l" defTabSz="1211520" rtl="0" eaLnBrk="1" latinLnBrk="0" hangingPunct="1">
        <a:defRPr sz="2385" kern="1200">
          <a:solidFill>
            <a:schemeClr val="tx1"/>
          </a:solidFill>
          <a:latin typeface="+mn-lt"/>
          <a:ea typeface="+mn-ea"/>
          <a:cs typeface="+mn-cs"/>
        </a:defRPr>
      </a:lvl5pPr>
      <a:lvl6pPr marL="3028799" algn="l" defTabSz="1211520" rtl="0" eaLnBrk="1" latinLnBrk="0" hangingPunct="1">
        <a:defRPr sz="2385" kern="1200">
          <a:solidFill>
            <a:schemeClr val="tx1"/>
          </a:solidFill>
          <a:latin typeface="+mn-lt"/>
          <a:ea typeface="+mn-ea"/>
          <a:cs typeface="+mn-cs"/>
        </a:defRPr>
      </a:lvl6pPr>
      <a:lvl7pPr marL="3634560" algn="l" defTabSz="1211520" rtl="0" eaLnBrk="1" latinLnBrk="0" hangingPunct="1">
        <a:defRPr sz="2385" kern="1200">
          <a:solidFill>
            <a:schemeClr val="tx1"/>
          </a:solidFill>
          <a:latin typeface="+mn-lt"/>
          <a:ea typeface="+mn-ea"/>
          <a:cs typeface="+mn-cs"/>
        </a:defRPr>
      </a:lvl7pPr>
      <a:lvl8pPr marL="4240321" algn="l" defTabSz="1211520" rtl="0" eaLnBrk="1" latinLnBrk="0" hangingPunct="1">
        <a:defRPr sz="2385" kern="1200">
          <a:solidFill>
            <a:schemeClr val="tx1"/>
          </a:solidFill>
          <a:latin typeface="+mn-lt"/>
          <a:ea typeface="+mn-ea"/>
          <a:cs typeface="+mn-cs"/>
        </a:defRPr>
      </a:lvl8pPr>
      <a:lvl9pPr marL="4846082" algn="l" defTabSz="1211520" rtl="0" eaLnBrk="1" latinLnBrk="0" hangingPunct="1">
        <a:defRPr sz="2385"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90.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8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6.xml.rels><?xml version="1.0" encoding="UTF-8" standalone="yes"?>
<Relationships xmlns="http://schemas.openxmlformats.org/package/2006/relationships"><Relationship Id="rId2" Type="http://schemas.openxmlformats.org/officeDocument/2006/relationships/slideLayout" Target="../slideLayouts/slideLayout84.xml"/><Relationship Id="rId1" Type="http://schemas.openxmlformats.org/officeDocument/2006/relationships/themeOverride" Target="../theme/themeOverride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84.xml"/><Relationship Id="rId1" Type="http://schemas.openxmlformats.org/officeDocument/2006/relationships/themeOverride" Target="../theme/themeOverride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2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87.xml"/></Relationships>
</file>

<file path=ppt/slides/_rels/slide21.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87.xml"/></Relationships>
</file>

<file path=ppt/slides/_rels/slide22.xml.rels><?xml version="1.0" encoding="UTF-8" standalone="yes"?>
<Relationships xmlns="http://schemas.openxmlformats.org/package/2006/relationships"><Relationship Id="rId2" Type="http://schemas.openxmlformats.org/officeDocument/2006/relationships/image" Target="../media/image24.wmf"/><Relationship Id="rId1" Type="http://schemas.openxmlformats.org/officeDocument/2006/relationships/slideLayout" Target="../slideLayouts/slideLayout8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4.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87.xml"/></Relationships>
</file>

<file path=ppt/slides/_rels/slide2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88.xml"/></Relationships>
</file>

<file path=ppt/slides/_rels/slide26.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89.xml"/></Relationships>
</file>

<file path=ppt/slides/_rels/slide27.x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slideLayout" Target="../slideLayouts/slideLayout89.xml"/><Relationship Id="rId1" Type="http://schemas.openxmlformats.org/officeDocument/2006/relationships/vmlDrawing" Target="../drawings/vmlDrawing25.vml"/><Relationship Id="rId5" Type="http://schemas.openxmlformats.org/officeDocument/2006/relationships/image" Target="../media/image28.emf"/><Relationship Id="rId4" Type="http://schemas.openxmlformats.org/officeDocument/2006/relationships/oleObject" Target="../embeddings/oleObject25.bin"/></Relationships>
</file>

<file path=ppt/slides/_rels/slide2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89.xml"/></Relationships>
</file>

<file path=ppt/slides/_rels/slide2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87.xml"/></Relationships>
</file>

<file path=ppt/slides/_rels/slide3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87.xml"/></Relationships>
</file>

<file path=ppt/slides/_rels/slide31.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87.xml"/></Relationships>
</file>

<file path=ppt/slides/_rels/slide3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87.xml"/></Relationships>
</file>

<file path=ppt/slides/_rels/slide3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86.xml"/></Relationships>
</file>

<file path=ppt/slides/_rels/slide34.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86.xml"/></Relationships>
</file>

<file path=ppt/slides/_rels/slide35.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jpeg"/><Relationship Id="rId1" Type="http://schemas.openxmlformats.org/officeDocument/2006/relationships/slideLayout" Target="../slideLayouts/slideLayout89.xml"/></Relationships>
</file>

<file path=ppt/slides/_rels/slide36.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image" Target="../media/image40.jpeg"/><Relationship Id="rId1" Type="http://schemas.openxmlformats.org/officeDocument/2006/relationships/slideLayout" Target="../slideLayouts/slideLayout89.xml"/></Relationships>
</file>

<file path=ppt/slides/_rels/slide3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84.xml"/></Relationships>
</file>

<file path=ppt/slides/_rels/slide38.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86.xml"/></Relationships>
</file>

<file path=ppt/slides/_rels/slide39.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86.xml"/></Relationships>
</file>

<file path=ppt/slides/_rels/slide4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xml"/><Relationship Id="rId1" Type="http://schemas.openxmlformats.org/officeDocument/2006/relationships/slideLayout" Target="../slideLayouts/slideLayout83.xml"/></Relationships>
</file>

<file path=ppt/slides/_rels/slide41.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83.xml"/></Relationships>
</file>

<file path=ppt/slides/_rels/slide42.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83.xml"/></Relationships>
</file>

<file path=ppt/slides/_rels/slide4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xml"/><Relationship Id="rId1" Type="http://schemas.openxmlformats.org/officeDocument/2006/relationships/slideLayout" Target="../slideLayouts/slideLayout8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3.xml"/></Relationships>
</file>

<file path=ppt/slides/_rels/slide4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6.xml"/><Relationship Id="rId1" Type="http://schemas.openxmlformats.org/officeDocument/2006/relationships/slideLayout" Target="../slideLayouts/slideLayout8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8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3.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83.xml"/><Relationship Id="rId1" Type="http://schemas.openxmlformats.org/officeDocument/2006/relationships/tags" Target="../tags/tag33.xml"/><Relationship Id="rId5" Type="http://schemas.openxmlformats.org/officeDocument/2006/relationships/image" Target="../media/image49.png"/><Relationship Id="rId4" Type="http://schemas.openxmlformats.org/officeDocument/2006/relationships/image" Target="../media/image48.png"/></Relationships>
</file>

<file path=ppt/slides/_rels/slide4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xml"/><Relationship Id="rId1" Type="http://schemas.openxmlformats.org/officeDocument/2006/relationships/slideLayout" Target="../slideLayouts/slideLayout83.xml"/></Relationships>
</file>

<file path=ppt/slides/_rels/slide50.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9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67198C7-6F7B-4454-9A16-698ACB09B8E5}"/>
              </a:ext>
            </a:extLst>
          </p:cNvPr>
          <p:cNvSpPr txBox="1"/>
          <p:nvPr/>
        </p:nvSpPr>
        <p:spPr>
          <a:xfrm>
            <a:off x="231918" y="520350"/>
            <a:ext cx="11384716" cy="400109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4000" b="1" i="0" u="none" strike="noStrike" kern="1200" cap="none" spc="0" normalizeH="0" baseline="0" noProof="0" dirty="0">
              <a:ln>
                <a:noFill/>
              </a:ln>
              <a:solidFill>
                <a:srgbClr val="FFFFFF"/>
              </a:solidFill>
              <a:effectLst/>
              <a:uLnTx/>
              <a:uFillTx/>
              <a:latin typeface="Nokia Pure Text Ligh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ZA" sz="4000" b="1" i="0" u="none" strike="noStrike" kern="1200" cap="none" spc="0" normalizeH="0" baseline="0" noProof="0" dirty="0">
                <a:ln>
                  <a:noFill/>
                </a:ln>
                <a:solidFill>
                  <a:srgbClr val="FFFFFF"/>
                </a:solidFill>
                <a:effectLst/>
                <a:uLnTx/>
                <a:uFillTx/>
                <a:latin typeface="Nokia Pure Text Light"/>
                <a:ea typeface="+mn-ea"/>
                <a:cs typeface="+mn-cs"/>
              </a:rPr>
              <a:t>Safaricom Ethiopia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4000" b="0" i="0" u="none" strike="noStrike" kern="1200" cap="none" spc="0" normalizeH="0" baseline="0" noProof="0" dirty="0">
              <a:ln>
                <a:noFill/>
              </a:ln>
              <a:solidFill>
                <a:srgbClr val="00C9FF"/>
              </a:solidFill>
              <a:effectLst/>
              <a:uLnTx/>
              <a:uFillTx/>
              <a:latin typeface="Nokia Pure Text Ligh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ZA" sz="4000" dirty="0">
                <a:solidFill>
                  <a:srgbClr val="00C9FF"/>
                </a:solidFill>
                <a:latin typeface="Nokia Pure Text Light"/>
              </a:rPr>
              <a:t>		</a:t>
            </a:r>
            <a:r>
              <a:rPr lang="en-ZA" sz="6000" b="1" dirty="0">
                <a:solidFill>
                  <a:srgbClr val="00C9FF"/>
                </a:solidFill>
                <a:latin typeface="Nokia Pure Text Light"/>
              </a:rPr>
              <a:t>PS</a:t>
            </a:r>
            <a:r>
              <a:rPr kumimoji="0" lang="en-ZA" sz="6000" b="1" i="0" u="none" strike="noStrike" kern="1200" cap="none" spc="0" normalizeH="0" baseline="0" noProof="0" dirty="0">
                <a:ln>
                  <a:noFill/>
                </a:ln>
                <a:solidFill>
                  <a:srgbClr val="00C9FF"/>
                </a:solidFill>
                <a:effectLst/>
                <a:uLnTx/>
                <a:uFillTx/>
                <a:latin typeface="Nokia Pure Text Light"/>
                <a:ea typeface="+mn-ea"/>
                <a:cs typeface="+mn-cs"/>
              </a:rPr>
              <a:t> Core Network</a:t>
            </a:r>
            <a:endParaRPr kumimoji="0" lang="en-ZA" sz="4000" b="1" i="0" u="none" strike="noStrike" kern="1200" cap="none" spc="0" normalizeH="0" baseline="0" noProof="0" dirty="0">
              <a:ln>
                <a:noFill/>
              </a:ln>
              <a:solidFill>
                <a:srgbClr val="FFFFFF"/>
              </a:solidFill>
              <a:effectLst/>
              <a:uLnTx/>
              <a:uFillTx/>
              <a:latin typeface="Nokia Pure Text Ligh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4000" b="0" i="0" u="none" strike="noStrike" kern="1200" cap="none" spc="0" normalizeH="0" baseline="0" noProof="0" dirty="0">
              <a:ln>
                <a:noFill/>
              </a:ln>
              <a:solidFill>
                <a:srgbClr val="FFFFFF"/>
              </a:solidFill>
              <a:effectLst/>
              <a:uLnTx/>
              <a:uFillTx/>
              <a:latin typeface="Nokia Pure Text Ligh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4000" b="0" i="0" u="none" strike="noStrike" kern="1200" cap="none" spc="0" normalizeH="0" baseline="0" noProof="0" dirty="0">
              <a:ln>
                <a:noFill/>
              </a:ln>
              <a:solidFill>
                <a:srgbClr val="FFFFFF"/>
              </a:solidFill>
              <a:effectLst/>
              <a:uLnTx/>
              <a:uFillTx/>
              <a:latin typeface="Nokia Pure Text Light"/>
              <a:ea typeface="+mn-ea"/>
              <a:cs typeface="+mn-cs"/>
            </a:endParaRPr>
          </a:p>
        </p:txBody>
      </p:sp>
      <p:pic>
        <p:nvPicPr>
          <p:cNvPr id="12" name="Picture 11">
            <a:extLst>
              <a:ext uri="{FF2B5EF4-FFF2-40B4-BE49-F238E27FC236}">
                <a16:creationId xmlns:a16="http://schemas.microsoft.com/office/drawing/2014/main" id="{57CA8217-9D60-4370-8886-0B9617A2F35D}"/>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10638154" y="320687"/>
            <a:ext cx="1188762" cy="399326"/>
          </a:xfrm>
          <a:prstGeom prst="rect">
            <a:avLst/>
          </a:prstGeom>
        </p:spPr>
      </p:pic>
      <p:sp>
        <p:nvSpPr>
          <p:cNvPr id="4" name="TextBox 3">
            <a:extLst>
              <a:ext uri="{FF2B5EF4-FFF2-40B4-BE49-F238E27FC236}">
                <a16:creationId xmlns:a16="http://schemas.microsoft.com/office/drawing/2014/main" id="{E0250AE1-0194-40E7-B41B-95D39D7C3532}"/>
              </a:ext>
            </a:extLst>
          </p:cNvPr>
          <p:cNvSpPr txBox="1"/>
          <p:nvPr/>
        </p:nvSpPr>
        <p:spPr>
          <a:xfrm>
            <a:off x="127143" y="5390441"/>
            <a:ext cx="11384716" cy="61555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ZA" sz="4000" b="1" i="0" u="none" strike="noStrike" kern="1200" cap="none" spc="0" normalizeH="0" baseline="0" noProof="0" dirty="0">
                <a:ln>
                  <a:noFill/>
                </a:ln>
                <a:solidFill>
                  <a:srgbClr val="FFFFFF"/>
                </a:solidFill>
                <a:effectLst/>
                <a:uLnTx/>
                <a:uFillTx/>
                <a:latin typeface="Nokia Pure Text Light"/>
                <a:ea typeface="+mn-ea"/>
                <a:cs typeface="+mn-cs"/>
              </a:rPr>
              <a:t>Name: </a:t>
            </a:r>
            <a:r>
              <a:rPr lang="en-ZA" sz="4000" b="1" dirty="0">
                <a:solidFill>
                  <a:srgbClr val="FFFFFF"/>
                </a:solidFill>
                <a:latin typeface="Nokia Pure Text Light"/>
              </a:rPr>
              <a:t>Gopesh sharma</a:t>
            </a:r>
            <a:r>
              <a:rPr lang="en-ZA" sz="4000" dirty="0">
                <a:solidFill>
                  <a:srgbClr val="00C9FF"/>
                </a:solidFill>
                <a:latin typeface="Nokia Pure Text Light"/>
              </a:rPr>
              <a:t>		</a:t>
            </a:r>
            <a:endParaRPr kumimoji="0" lang="en-ZA" sz="4000" b="0" i="0" u="none" strike="noStrike" kern="1200" cap="none" spc="0" normalizeH="0" baseline="0" noProof="0" dirty="0">
              <a:ln>
                <a:noFill/>
              </a:ln>
              <a:solidFill>
                <a:srgbClr val="FFFFFF"/>
              </a:solidFill>
              <a:effectLst/>
              <a:uLnTx/>
              <a:uFillTx/>
              <a:latin typeface="Nokia Pure Text Light"/>
              <a:ea typeface="+mn-ea"/>
              <a:cs typeface="+mn-cs"/>
            </a:endParaRPr>
          </a:p>
        </p:txBody>
      </p:sp>
    </p:spTree>
    <p:extLst>
      <p:ext uri="{BB962C8B-B14F-4D97-AF65-F5344CB8AC3E}">
        <p14:creationId xmlns:p14="http://schemas.microsoft.com/office/powerpoint/2010/main" val="285164869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113493" y="185923"/>
            <a:ext cx="10633133" cy="412468"/>
          </a:xfrm>
        </p:spPr>
        <p:txBody>
          <a:bodyPr/>
          <a:lstStyle/>
          <a:p>
            <a:r>
              <a:rPr lang="de-DE" b="1" dirty="0"/>
              <a:t>Agenda</a:t>
            </a:r>
            <a:endParaRPr lang="en-US" b="1" dirty="0"/>
          </a:p>
        </p:txBody>
      </p:sp>
      <p:sp>
        <p:nvSpPr>
          <p:cNvPr id="11" name="Content Placeholder 1"/>
          <p:cNvSpPr txBox="1">
            <a:spLocks/>
          </p:cNvSpPr>
          <p:nvPr/>
        </p:nvSpPr>
        <p:spPr>
          <a:xfrm>
            <a:off x="0" y="910346"/>
            <a:ext cx="11896725" cy="5357103"/>
          </a:xfrm>
          <a:prstGeom prst="rect">
            <a:avLst/>
          </a:prstGeom>
        </p:spPr>
        <p:txBody>
          <a:bodyPr vert="horz" lIns="0" tIns="60960" rIns="0" bIns="60960" rtlCol="0">
            <a:noAutofit/>
          </a:bodyPr>
          <a:lstStyle/>
          <a:p>
            <a:pPr marL="342900" indent="-342900">
              <a:buFont typeface="Arial" panose="020B0604020202020204" pitchFamily="34" charset="0"/>
              <a:buChar char="•"/>
            </a:pPr>
            <a:r>
              <a:rPr lang="en-US" sz="2400" dirty="0">
                <a:solidFill>
                  <a:srgbClr val="0070C0"/>
                </a:solidFill>
                <a:cs typeface="Arial"/>
              </a:rPr>
              <a:t>Basic overview of main Network Elements</a:t>
            </a:r>
          </a:p>
          <a:p>
            <a:pPr marL="342900" indent="-342900">
              <a:buFont typeface="Arial" panose="020B0604020202020204" pitchFamily="34" charset="0"/>
              <a:buChar char="•"/>
            </a:pPr>
            <a:r>
              <a:rPr lang="en-US" sz="2400" dirty="0">
                <a:solidFill>
                  <a:srgbClr val="0070C0"/>
                </a:solidFill>
                <a:cs typeface="Arial"/>
              </a:rPr>
              <a:t>PS Network Architecture</a:t>
            </a:r>
          </a:p>
          <a:p>
            <a:pPr marL="342900" indent="-342900">
              <a:buFont typeface="Arial" panose="020B0604020202020204" pitchFamily="34" charset="0"/>
              <a:buChar char="•"/>
            </a:pPr>
            <a:r>
              <a:rPr lang="en-US" sz="2400" dirty="0">
                <a:solidFill>
                  <a:srgbClr val="0070C0"/>
                </a:solidFill>
                <a:cs typeface="Arial"/>
              </a:rPr>
              <a:t>PS Core call flow : 2G,3G,4G LTE</a:t>
            </a:r>
          </a:p>
          <a:p>
            <a:pPr marL="342900" indent="-342900">
              <a:buFont typeface="Arial" panose="020B0604020202020204" pitchFamily="34" charset="0"/>
              <a:buChar char="•"/>
            </a:pPr>
            <a:r>
              <a:rPr lang="en-US" sz="2400" dirty="0">
                <a:solidFill>
                  <a:srgbClr val="0070C0"/>
                </a:solidFill>
                <a:cs typeface="Arial"/>
              </a:rPr>
              <a:t>PS Logical Interfaces </a:t>
            </a:r>
          </a:p>
          <a:p>
            <a:pPr marL="342900" indent="-342900">
              <a:buFont typeface="Arial" panose="020B0604020202020204" pitchFamily="34" charset="0"/>
              <a:buChar char="•"/>
            </a:pPr>
            <a:r>
              <a:rPr lang="en-US" sz="2400" dirty="0">
                <a:solidFill>
                  <a:srgbClr val="0070C0"/>
                </a:solidFill>
                <a:cs typeface="Arial"/>
              </a:rPr>
              <a:t>CMM Functional Architecture</a:t>
            </a:r>
          </a:p>
          <a:p>
            <a:pPr marL="342900" indent="-342900">
              <a:buFont typeface="Arial" panose="020B0604020202020204" pitchFamily="34" charset="0"/>
              <a:buChar char="•"/>
            </a:pPr>
            <a:r>
              <a:rPr lang="en-US" sz="2400" dirty="0">
                <a:solidFill>
                  <a:srgbClr val="0070C0"/>
                </a:solidFill>
                <a:cs typeface="Arial"/>
              </a:rPr>
              <a:t>CMG Functional Architecture</a:t>
            </a:r>
          </a:p>
          <a:p>
            <a:endParaRPr lang="en-US" sz="2400" dirty="0">
              <a:solidFill>
                <a:srgbClr val="0070C0"/>
              </a:solidFill>
              <a:cs typeface="Arial"/>
            </a:endParaRPr>
          </a:p>
          <a:p>
            <a:r>
              <a:rPr lang="en-US" sz="2400" b="1" dirty="0">
                <a:solidFill>
                  <a:srgbClr val="0070C0"/>
                </a:solidFill>
                <a:cs typeface="Arial"/>
              </a:rPr>
              <a:t>In next available Training Session ::</a:t>
            </a:r>
          </a:p>
          <a:p>
            <a:endParaRPr lang="en-US" sz="2400" dirty="0">
              <a:solidFill>
                <a:srgbClr val="0070C0"/>
              </a:solidFill>
              <a:cs typeface="Arial"/>
            </a:endParaRPr>
          </a:p>
          <a:p>
            <a:pPr marL="342900" indent="-342900">
              <a:buFont typeface="Arial" panose="020B0604020202020204" pitchFamily="34" charset="0"/>
              <a:buChar char="•"/>
            </a:pPr>
            <a:r>
              <a:rPr lang="en-IN" altLang="en-US" sz="2400" dirty="0">
                <a:solidFill>
                  <a:srgbClr val="0070C0"/>
                </a:solidFill>
                <a:cs typeface="Arial"/>
              </a:rPr>
              <a:t>APN (Access Point Name) Fundamental Overview.</a:t>
            </a:r>
          </a:p>
          <a:p>
            <a:pPr marL="342900" indent="-342900">
              <a:buFont typeface="Arial" panose="020B0604020202020204" pitchFamily="34" charset="0"/>
              <a:buChar char="•"/>
            </a:pPr>
            <a:r>
              <a:rPr lang="en-IN" sz="2400" dirty="0">
                <a:solidFill>
                  <a:srgbClr val="0070C0"/>
                </a:solidFill>
                <a:cs typeface="Arial"/>
              </a:rPr>
              <a:t>PS Core KPIs Introduction.</a:t>
            </a:r>
          </a:p>
          <a:p>
            <a:pPr marL="342900" indent="-342900">
              <a:buFont typeface="Arial" panose="020B0604020202020204" pitchFamily="34" charset="0"/>
              <a:buChar char="•"/>
            </a:pPr>
            <a:r>
              <a:rPr lang="en-IN" sz="2400" dirty="0">
                <a:solidFill>
                  <a:srgbClr val="0070C0"/>
                </a:solidFill>
                <a:cs typeface="Arial"/>
              </a:rPr>
              <a:t>NetAct use to fetch KPIs.</a:t>
            </a:r>
          </a:p>
          <a:p>
            <a:pPr marL="342900" indent="-342900">
              <a:buFont typeface="Arial" panose="020B0604020202020204" pitchFamily="34" charset="0"/>
              <a:buChar char="•"/>
            </a:pPr>
            <a:r>
              <a:rPr lang="en-IN" sz="2400" dirty="0">
                <a:solidFill>
                  <a:srgbClr val="0070C0"/>
                </a:solidFill>
                <a:cs typeface="Arial"/>
              </a:rPr>
              <a:t>PCRF Functionalities</a:t>
            </a:r>
          </a:p>
          <a:p>
            <a:pPr marL="342900" indent="-342900">
              <a:buFont typeface="Arial" panose="020B0604020202020204" pitchFamily="34" charset="0"/>
              <a:buChar char="•"/>
            </a:pPr>
            <a:r>
              <a:rPr lang="en-IN" sz="2400" dirty="0">
                <a:solidFill>
                  <a:srgbClr val="0070C0"/>
                </a:solidFill>
                <a:cs typeface="Arial"/>
              </a:rPr>
              <a:t>PS Core Alarms Template to guide AM team </a:t>
            </a:r>
            <a:endParaRPr lang="en-US" sz="2400" dirty="0">
              <a:solidFill>
                <a:srgbClr val="0070C0"/>
              </a:solidFill>
              <a:cs typeface="Arial"/>
            </a:endParaRPr>
          </a:p>
          <a:p>
            <a:endParaRPr lang="en-GB" sz="2400" dirty="0">
              <a:solidFill>
                <a:srgbClr val="0070C0"/>
              </a:solidFill>
              <a:cs typeface="Arial"/>
            </a:endParaRPr>
          </a:p>
          <a:p>
            <a:endParaRPr lang="en-US" sz="2400" dirty="0">
              <a:solidFill>
                <a:schemeClr val="bg2"/>
              </a:solidFill>
            </a:endParaRPr>
          </a:p>
          <a:p>
            <a:pPr lvl="1">
              <a:buNone/>
            </a:pPr>
            <a:endParaRPr lang="de-DE" sz="2400" b="1" dirty="0">
              <a:solidFill>
                <a:schemeClr val="bg2"/>
              </a:solidFill>
              <a:latin typeface="Arial"/>
              <a:ea typeface="+mj-ea"/>
              <a:cs typeface="Arial"/>
            </a:endParaRPr>
          </a:p>
          <a:p>
            <a:pPr defTabSz="609585">
              <a:defRPr/>
            </a:pPr>
            <a:endParaRPr lang="en-US" sz="2400" dirty="0">
              <a:solidFill>
                <a:schemeClr val="bg2"/>
              </a:solidFill>
            </a:endParaRPr>
          </a:p>
        </p:txBody>
      </p:sp>
    </p:spTree>
    <p:extLst>
      <p:ext uri="{BB962C8B-B14F-4D97-AF65-F5344CB8AC3E}">
        <p14:creationId xmlns:p14="http://schemas.microsoft.com/office/powerpoint/2010/main" val="867972528"/>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106821" y="166873"/>
            <a:ext cx="10633133" cy="412468"/>
          </a:xfrm>
        </p:spPr>
        <p:txBody>
          <a:bodyPr/>
          <a:lstStyle/>
          <a:p>
            <a:r>
              <a:rPr lang="en-US" sz="2800" b="1" dirty="0"/>
              <a:t>What is the  Core Network?</a:t>
            </a:r>
          </a:p>
        </p:txBody>
      </p:sp>
      <p:sp>
        <p:nvSpPr>
          <p:cNvPr id="4" name="Content Placeholder 2">
            <a:extLst>
              <a:ext uri="{FF2B5EF4-FFF2-40B4-BE49-F238E27FC236}">
                <a16:creationId xmlns:a16="http://schemas.microsoft.com/office/drawing/2014/main" id="{E0FEB07E-8817-400E-A0ED-306EFF3B2BFC}"/>
              </a:ext>
            </a:extLst>
          </p:cNvPr>
          <p:cNvSpPr>
            <a:spLocks noGrp="1"/>
          </p:cNvSpPr>
          <p:nvPr>
            <p:ph idx="1"/>
          </p:nvPr>
        </p:nvSpPr>
        <p:spPr>
          <a:xfrm>
            <a:off x="106821" y="1205120"/>
            <a:ext cx="10515600" cy="3684103"/>
          </a:xfrm>
        </p:spPr>
        <p:txBody>
          <a:bodyPr>
            <a:normAutofit/>
          </a:bodyPr>
          <a:lstStyle/>
          <a:p>
            <a:r>
              <a:rPr lang="en-US" sz="3100" dirty="0">
                <a:solidFill>
                  <a:srgbClr val="0070C0"/>
                </a:solidFill>
                <a:ea typeface="+mn-ea"/>
                <a:cs typeface="Arial"/>
              </a:rPr>
              <a:t>A core network is a telecommunication network's core part, which offers numerous services to the customers who are interconnected by the access network. Its key function is to direct telephone calls over the public-switched telephone network.</a:t>
            </a:r>
          </a:p>
          <a:p>
            <a:endParaRPr lang="en-US" sz="3100" dirty="0">
              <a:solidFill>
                <a:srgbClr val="0070C0"/>
              </a:solidFill>
              <a:ea typeface="+mn-ea"/>
              <a:cs typeface="Arial"/>
            </a:endParaRPr>
          </a:p>
        </p:txBody>
      </p:sp>
    </p:spTree>
    <p:extLst>
      <p:ext uri="{BB962C8B-B14F-4D97-AF65-F5344CB8AC3E}">
        <p14:creationId xmlns:p14="http://schemas.microsoft.com/office/powerpoint/2010/main" val="2298616264"/>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84288" y="75786"/>
            <a:ext cx="9435548" cy="769441"/>
          </a:xfrm>
          <a:prstGeom prst="rect">
            <a:avLst/>
          </a:prstGeom>
          <a:noFill/>
        </p:spPr>
        <p:txBody>
          <a:bodyPr wrap="square" rtlCol="0">
            <a:spAutoFit/>
          </a:bodyPr>
          <a:lstStyle/>
          <a:p>
            <a:r>
              <a:rPr lang="en-US" sz="4400" dirty="0">
                <a:solidFill>
                  <a:srgbClr val="C00000"/>
                </a:solidFill>
              </a:rPr>
              <a:t> </a:t>
            </a:r>
            <a:r>
              <a:rPr lang="en-US" sz="2800" b="1" dirty="0">
                <a:latin typeface="+mj-lt"/>
                <a:cs typeface="Arial"/>
              </a:rPr>
              <a:t>What is CS Core and PS Core? </a:t>
            </a:r>
          </a:p>
        </p:txBody>
      </p:sp>
      <p:sp>
        <p:nvSpPr>
          <p:cNvPr id="6" name="TextBox 5"/>
          <p:cNvSpPr txBox="1"/>
          <p:nvPr/>
        </p:nvSpPr>
        <p:spPr>
          <a:xfrm>
            <a:off x="1099931" y="1736035"/>
            <a:ext cx="9435548" cy="3539430"/>
          </a:xfrm>
          <a:prstGeom prst="rect">
            <a:avLst/>
          </a:prstGeom>
          <a:noFill/>
        </p:spPr>
        <p:txBody>
          <a:bodyPr wrap="square" rtlCol="0">
            <a:spAutoFit/>
          </a:bodyPr>
          <a:lstStyle/>
          <a:p>
            <a:endParaRPr lang="en-US" sz="2800" dirty="0"/>
          </a:p>
          <a:p>
            <a:endParaRPr lang="en-US" sz="2800" dirty="0"/>
          </a:p>
          <a:p>
            <a:r>
              <a:rPr lang="en-US" sz="2800" dirty="0"/>
              <a:t>Core</a:t>
            </a:r>
            <a:r>
              <a:rPr lang="en-US" sz="2800" b="1" dirty="0"/>
              <a:t> </a:t>
            </a:r>
            <a:r>
              <a:rPr lang="en-US" sz="2800" dirty="0"/>
              <a:t>Network is split into CS domain and PS domain. CS domain is based on original GSM network</a:t>
            </a:r>
            <a:r>
              <a:rPr lang="en-US" sz="2800" b="1" dirty="0"/>
              <a:t>. </a:t>
            </a:r>
            <a:r>
              <a:rPr lang="en-US" sz="2800" dirty="0"/>
              <a:t>PS domain is based on original GPRS network</a:t>
            </a:r>
            <a:r>
              <a:rPr lang="en-US" sz="2800" b="1" dirty="0"/>
              <a:t>. </a:t>
            </a:r>
          </a:p>
          <a:p>
            <a:endParaRPr lang="en-US" sz="2800" b="1" dirty="0"/>
          </a:p>
          <a:p>
            <a:r>
              <a:rPr lang="en-US" sz="2800" dirty="0"/>
              <a:t>CS domain: used to provide Circuit-switched service.</a:t>
            </a:r>
          </a:p>
          <a:p>
            <a:r>
              <a:rPr lang="en-US" sz="2800" dirty="0"/>
              <a:t>PS domain : used to provide packet switching service.</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800" b="1" dirty="0">
                <a:ea typeface="+mn-ea"/>
              </a:rPr>
              <a:t>What is the PS Core?</a:t>
            </a:r>
          </a:p>
        </p:txBody>
      </p:sp>
      <p:sp>
        <p:nvSpPr>
          <p:cNvPr id="3" name="TextBox 2"/>
          <p:cNvSpPr txBox="1"/>
          <p:nvPr/>
        </p:nvSpPr>
        <p:spPr>
          <a:xfrm>
            <a:off x="954157" y="2266122"/>
            <a:ext cx="10399643" cy="1815882"/>
          </a:xfrm>
          <a:prstGeom prst="rect">
            <a:avLst/>
          </a:prstGeom>
          <a:noFill/>
        </p:spPr>
        <p:txBody>
          <a:bodyPr wrap="square" rtlCol="0">
            <a:spAutoFit/>
          </a:bodyPr>
          <a:lstStyle/>
          <a:p>
            <a:r>
              <a:rPr lang="en-US" sz="2800" dirty="0"/>
              <a:t>PS Core (Packet Switch) is an Access Point Name (APN) is a reference to GGSN where in general, it can be seen as a reference to the Service. According to the APN set on Handset and provisioned in Network, user will get a specific IP Address that is routable to a certain service.</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800" b="1" dirty="0">
                <a:ea typeface="+mn-ea"/>
              </a:rPr>
              <a:t>What is 2G Network?</a:t>
            </a:r>
          </a:p>
        </p:txBody>
      </p:sp>
      <p:sp>
        <p:nvSpPr>
          <p:cNvPr id="3" name="TextBox 2"/>
          <p:cNvSpPr txBox="1"/>
          <p:nvPr/>
        </p:nvSpPr>
        <p:spPr>
          <a:xfrm>
            <a:off x="715617" y="2120348"/>
            <a:ext cx="10217426" cy="2677656"/>
          </a:xfrm>
          <a:prstGeom prst="rect">
            <a:avLst/>
          </a:prstGeom>
          <a:noFill/>
        </p:spPr>
        <p:txBody>
          <a:bodyPr wrap="square" rtlCol="0">
            <a:spAutoFit/>
          </a:bodyPr>
          <a:lstStyle/>
          <a:p>
            <a:r>
              <a:rPr lang="en-US" sz="2800" dirty="0"/>
              <a:t>2G is the second-generation cellular network. The 2G networks are primarily used for the transmission over voice, 2G is the communication technology intended to provide the mobile communication over voice.</a:t>
            </a:r>
          </a:p>
          <a:p>
            <a:endParaRPr lang="en-US" sz="2800" dirty="0"/>
          </a:p>
          <a:p>
            <a:r>
              <a:rPr lang="en-US" sz="2800" dirty="0"/>
              <a:t>2G also called as </a:t>
            </a:r>
            <a:r>
              <a:rPr lang="en-US" sz="2800" b="1" dirty="0"/>
              <a:t>GERAN</a:t>
            </a:r>
            <a:r>
              <a:rPr lang="en-US" sz="2800" dirty="0"/>
              <a:t>.</a:t>
            </a:r>
          </a:p>
        </p:txBody>
      </p:sp>
    </p:spTree>
  </p:cSld>
  <p:clrMapOvr>
    <a:overrideClrMapping bg1="lt1" tx1="dk1" bg2="lt2" tx2="dk2" accent1="accent1" accent2="accent2" accent3="accent3" accent4="accent4" accent5="accent5" accent6="accent6" hlink="hlink" folHlink="folHlink"/>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800" b="1" dirty="0">
                <a:ea typeface="+mn-ea"/>
              </a:rPr>
              <a:t>What is 3G Network?</a:t>
            </a:r>
          </a:p>
        </p:txBody>
      </p:sp>
      <p:sp>
        <p:nvSpPr>
          <p:cNvPr id="3" name="TextBox 2"/>
          <p:cNvSpPr txBox="1"/>
          <p:nvPr/>
        </p:nvSpPr>
        <p:spPr>
          <a:xfrm>
            <a:off x="583096" y="2054087"/>
            <a:ext cx="10198635" cy="2954655"/>
          </a:xfrm>
          <a:prstGeom prst="rect">
            <a:avLst/>
          </a:prstGeom>
          <a:noFill/>
        </p:spPr>
        <p:txBody>
          <a:bodyPr wrap="square" rtlCol="0">
            <a:spAutoFit/>
          </a:bodyPr>
          <a:lstStyle/>
          <a:p>
            <a:r>
              <a:rPr lang="en-US" sz="2800" dirty="0"/>
              <a:t>3G is the Universal  Mobile Telecommunication system (UMTS) is a third-generation (3G) broadband, packet-based transmission of text, digitized voice, video and multimedia at data rates up to 2 megabits per second (Mbps).</a:t>
            </a:r>
          </a:p>
          <a:p>
            <a:endParaRPr lang="en-US" sz="2800" dirty="0"/>
          </a:p>
          <a:p>
            <a:r>
              <a:rPr lang="en-US" sz="2800" dirty="0"/>
              <a:t>3G also called as </a:t>
            </a:r>
            <a:r>
              <a:rPr lang="en-US" sz="2800" b="1" dirty="0"/>
              <a:t>UTRAN</a:t>
            </a:r>
            <a:r>
              <a:rPr lang="en-US" sz="2800" dirty="0"/>
              <a:t>.</a:t>
            </a:r>
          </a:p>
          <a:p>
            <a:endParaRPr lang="en-US"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89113" y="537404"/>
            <a:ext cx="10515600" cy="1325563"/>
          </a:xfrm>
        </p:spPr>
        <p:txBody>
          <a:bodyPr/>
          <a:lstStyle/>
          <a:p>
            <a:r>
              <a:rPr lang="en-US" b="1" dirty="0">
                <a:solidFill>
                  <a:schemeClr val="tx1">
                    <a:lumMod val="75000"/>
                  </a:schemeClr>
                </a:solidFill>
              </a:rPr>
              <a:t>What is 4G Network?</a:t>
            </a:r>
          </a:p>
        </p:txBody>
      </p:sp>
      <p:sp>
        <p:nvSpPr>
          <p:cNvPr id="4" name="TextBox 3"/>
          <p:cNvSpPr txBox="1"/>
          <p:nvPr/>
        </p:nvSpPr>
        <p:spPr>
          <a:xfrm>
            <a:off x="689113" y="2160104"/>
            <a:ext cx="10061763" cy="3231654"/>
          </a:xfrm>
          <a:prstGeom prst="rect">
            <a:avLst/>
          </a:prstGeom>
          <a:noFill/>
        </p:spPr>
        <p:txBody>
          <a:bodyPr wrap="square" rtlCol="0">
            <a:spAutoFit/>
          </a:bodyPr>
          <a:lstStyle/>
          <a:p>
            <a:r>
              <a:rPr lang="en-US" sz="2800" dirty="0"/>
              <a:t>4G LTE (Long Term Evolution )- basically its for PS &amp; LTE is a 4G wireless communication standard developed by the third 3rd Generation Partnership project (3GPP) that's designed to 10x  the speed of 3G network for Mobile device such as smartphones ,tablets,netbooks,notebooks and wireless hotspots.</a:t>
            </a:r>
          </a:p>
          <a:p>
            <a:endParaRPr lang="en-US" dirty="0"/>
          </a:p>
          <a:p>
            <a:endParaRPr lang="en-US" dirty="0"/>
          </a:p>
          <a:p>
            <a:r>
              <a:rPr lang="en-US" sz="2800" dirty="0"/>
              <a:t>4G also called as EUTRAN.</a:t>
            </a:r>
          </a:p>
        </p:txBody>
      </p:sp>
    </p:spTree>
  </p:cSld>
  <p:clrMapOvr>
    <a:overrideClrMapping bg1="lt1" tx1="dk1" bg2="lt2" tx2="dk2" accent1="accent1" accent2="accent2" accent3="accent3" accent4="accent4" accent5="accent5" accent6="accent6" hlink="hlink" folHlink="folHlink"/>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57809" y="278296"/>
            <a:ext cx="10919792" cy="5692775"/>
          </a:xfrm>
          <a:prstGeom prst="rect">
            <a:avLst/>
          </a:prstGeom>
          <a:noFill/>
        </p:spPr>
        <p:txBody>
          <a:bodyPr wrap="square" rtlCol="0">
            <a:spAutoFit/>
          </a:bodyPr>
          <a:lstStyle/>
          <a:p>
            <a:r>
              <a:rPr lang="en-IN" altLang="en-US" sz="2667" b="1" dirty="0">
                <a:solidFill>
                  <a:schemeClr val="tx1">
                    <a:lumMod val="75000"/>
                  </a:schemeClr>
                </a:solidFill>
                <a:latin typeface="+mj-lt"/>
                <a:cs typeface="Arial"/>
              </a:rPr>
              <a:t>Network Elements :-</a:t>
            </a:r>
            <a:r>
              <a:rPr lang="en-US" sz="2667" b="1" dirty="0">
                <a:solidFill>
                  <a:schemeClr val="tx1">
                    <a:lumMod val="75000"/>
                  </a:schemeClr>
                </a:solidFill>
                <a:latin typeface="+mj-lt"/>
                <a:cs typeface="Arial"/>
              </a:rPr>
              <a:t> </a:t>
            </a:r>
          </a:p>
          <a:p>
            <a:endParaRPr lang="en-US" sz="2800" dirty="0"/>
          </a:p>
          <a:p>
            <a:r>
              <a:rPr lang="en-US" sz="2800" dirty="0"/>
              <a:t>GERAN-2G-GSM (Global System for Mobile)</a:t>
            </a:r>
          </a:p>
          <a:p>
            <a:r>
              <a:rPr lang="en-US" sz="2800" dirty="0"/>
              <a:t>UTRAN-3G-UMTS ( Universal Mobile Telecommunication System)</a:t>
            </a:r>
          </a:p>
          <a:p>
            <a:r>
              <a:rPr lang="en-US" sz="2800" dirty="0"/>
              <a:t>EUTRAN-4G-LTE ( Long Term Evolution)</a:t>
            </a:r>
          </a:p>
          <a:p>
            <a:endParaRPr lang="en-US" sz="2800" dirty="0"/>
          </a:p>
          <a:p>
            <a:r>
              <a:rPr lang="en-US" sz="2800" dirty="0"/>
              <a:t>RNC is 3G . BSC is 2G.</a:t>
            </a:r>
          </a:p>
          <a:p>
            <a:endParaRPr lang="en-US" sz="2800" dirty="0"/>
          </a:p>
          <a:p>
            <a:r>
              <a:rPr lang="en-US" sz="2667" b="1" dirty="0">
                <a:solidFill>
                  <a:schemeClr val="tx1">
                    <a:lumMod val="75000"/>
                  </a:schemeClr>
                </a:solidFill>
                <a:latin typeface="+mj-lt"/>
                <a:cs typeface="Arial"/>
              </a:rPr>
              <a:t>RNC- Radio Network Controller </a:t>
            </a:r>
          </a:p>
          <a:p>
            <a:r>
              <a:rPr lang="en-US" sz="2800" dirty="0"/>
              <a:t>The Radio Network Controller (RNC) is a governing element in the UMTS radio access network (UTRAN) and is responsible for controlling the Node Bs that are connected to it.</a:t>
            </a:r>
          </a:p>
          <a:p>
            <a:endParaRPr lang="en-US" sz="2800"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30087" y="490330"/>
            <a:ext cx="10986052" cy="6627520"/>
          </a:xfrm>
          <a:prstGeom prst="rect">
            <a:avLst/>
          </a:prstGeom>
          <a:noFill/>
        </p:spPr>
        <p:txBody>
          <a:bodyPr wrap="square" rtlCol="0">
            <a:spAutoFit/>
          </a:bodyPr>
          <a:lstStyle/>
          <a:p>
            <a:r>
              <a:rPr lang="en-US" sz="2667" b="1" dirty="0">
                <a:solidFill>
                  <a:schemeClr val="tx1">
                    <a:lumMod val="75000"/>
                  </a:schemeClr>
                </a:solidFill>
                <a:latin typeface="+mj-lt"/>
                <a:cs typeface="Arial"/>
              </a:rPr>
              <a:t>BSC- Base Station Controller</a:t>
            </a:r>
          </a:p>
          <a:p>
            <a:endParaRPr lang="en-US" dirty="0"/>
          </a:p>
          <a:p>
            <a:r>
              <a:rPr lang="en-US" sz="2800" dirty="0"/>
              <a:t>The Base Station Controller is in control of and supervises a number of Base Transceiver Station(BTS).The BSC is responsible for the allocation of radio resources to a mobile call and for the handovers that are made between base stations under his control</a:t>
            </a:r>
            <a:r>
              <a:rPr lang="en-US" dirty="0"/>
              <a:t>.</a:t>
            </a:r>
          </a:p>
          <a:p>
            <a:endParaRPr lang="en-US" dirty="0"/>
          </a:p>
          <a:p>
            <a:endParaRPr lang="en-US" dirty="0"/>
          </a:p>
          <a:p>
            <a:r>
              <a:rPr lang="en-US" sz="2667" b="1" dirty="0">
                <a:solidFill>
                  <a:schemeClr val="tx1">
                    <a:lumMod val="75000"/>
                  </a:schemeClr>
                </a:solidFill>
                <a:latin typeface="+mj-lt"/>
                <a:cs typeface="Arial"/>
              </a:rPr>
              <a:t>MSC (Mobile Switching Center)</a:t>
            </a:r>
          </a:p>
          <a:p>
            <a:endParaRPr lang="en-US" sz="2800" dirty="0"/>
          </a:p>
          <a:p>
            <a:r>
              <a:rPr lang="en-US" sz="2800" dirty="0"/>
              <a:t>MSC is a</a:t>
            </a:r>
            <a:r>
              <a:rPr lang="en-US" dirty="0"/>
              <a:t> </a:t>
            </a:r>
            <a:r>
              <a:rPr lang="en-US" sz="2800" dirty="0"/>
              <a:t>telephone exchange that makes the connection between mobile users within the network, from mobile users to the public switched telephone network and from mobile users to other mobile networks.</a:t>
            </a:r>
          </a:p>
          <a:p>
            <a:endParaRPr lang="en-US" sz="2800" dirty="0"/>
          </a:p>
          <a:p>
            <a:r>
              <a:rPr lang="en-US" dirty="0"/>
              <a:t> </a:t>
            </a:r>
          </a:p>
          <a:p>
            <a:endParaRPr lang="en-US" dirty="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69844" y="212035"/>
            <a:ext cx="11126288" cy="5693866"/>
          </a:xfrm>
          <a:prstGeom prst="rect">
            <a:avLst/>
          </a:prstGeom>
          <a:noFill/>
        </p:spPr>
        <p:txBody>
          <a:bodyPr wrap="square" rtlCol="0">
            <a:spAutoFit/>
          </a:bodyPr>
          <a:lstStyle/>
          <a:p>
            <a:r>
              <a:rPr lang="en-US" sz="2667" b="1" dirty="0">
                <a:solidFill>
                  <a:schemeClr val="tx1">
                    <a:lumMod val="75000"/>
                  </a:schemeClr>
                </a:solidFill>
                <a:latin typeface="+mj-lt"/>
                <a:cs typeface="Arial"/>
              </a:rPr>
              <a:t>HLR (Home Location Register) – provide Terminal Information</a:t>
            </a:r>
          </a:p>
          <a:p>
            <a:endParaRPr lang="en-US" sz="2667" b="1" dirty="0">
              <a:latin typeface="+mj-lt"/>
              <a:cs typeface="Arial"/>
            </a:endParaRPr>
          </a:p>
          <a:p>
            <a:r>
              <a:rPr lang="en-US" sz="2800" dirty="0"/>
              <a:t>HLR is the main database of permanent subscriber information for a mobile network. The HLR is an integral component of CDMA (code division multiple access),TDMA (time division multiple access), and GSM (Global System for Mobile communications) networks</a:t>
            </a:r>
            <a:r>
              <a:rPr lang="en-US" dirty="0"/>
              <a:t>.</a:t>
            </a:r>
          </a:p>
          <a:p>
            <a:endParaRPr lang="en-US" sz="2800" dirty="0"/>
          </a:p>
          <a:p>
            <a:r>
              <a:rPr lang="en-US" sz="2667" b="1" dirty="0">
                <a:solidFill>
                  <a:schemeClr val="tx1">
                    <a:lumMod val="75000"/>
                  </a:schemeClr>
                </a:solidFill>
                <a:latin typeface="+mj-lt"/>
                <a:cs typeface="Arial"/>
              </a:rPr>
              <a:t>VLR ( Visitor Location Register) – provide Terminal Location</a:t>
            </a:r>
          </a:p>
          <a:p>
            <a:endParaRPr lang="en-US" sz="2800" dirty="0"/>
          </a:p>
          <a:p>
            <a:r>
              <a:rPr lang="en-US" sz="2800" dirty="0"/>
              <a:t>VLR is a database that contains information about the subscribers roaming within a mobile switching center’s (MSC) location area.</a:t>
            </a:r>
          </a:p>
          <a:p>
            <a:endParaRPr lang="en-US" sz="2800" dirty="0"/>
          </a:p>
          <a:p>
            <a:endParaRPr lang="en-US" sz="2800" dirty="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31304" y="371061"/>
            <a:ext cx="11052313" cy="6360844"/>
          </a:xfrm>
          <a:prstGeom prst="rect">
            <a:avLst/>
          </a:prstGeom>
          <a:noFill/>
        </p:spPr>
        <p:txBody>
          <a:bodyPr wrap="square" rtlCol="0">
            <a:spAutoFit/>
          </a:bodyPr>
          <a:lstStyle/>
          <a:p>
            <a:r>
              <a:rPr lang="en-US" sz="2667" b="1" dirty="0">
                <a:solidFill>
                  <a:schemeClr val="tx1">
                    <a:lumMod val="75000"/>
                  </a:schemeClr>
                </a:solidFill>
                <a:latin typeface="+mj-lt"/>
                <a:cs typeface="Arial"/>
              </a:rPr>
              <a:t>SMSC – Short Message Service Center</a:t>
            </a:r>
          </a:p>
          <a:p>
            <a:endParaRPr lang="en-US" sz="2800" dirty="0"/>
          </a:p>
          <a:p>
            <a:r>
              <a:rPr lang="en-US" sz="2800" dirty="0"/>
              <a:t>A Short Message Service Center (SMSC) is a network element in the mobile telephone network. Its purpose is to store, forward, convert and deliver Short Message Service (SMS) messages. The full designation of an SMSC according to 3GPP is Short Message Service - Service Center (SMS-SC).</a:t>
            </a:r>
          </a:p>
          <a:p>
            <a:r>
              <a:rPr lang="en-US" sz="2667" b="1" dirty="0">
                <a:solidFill>
                  <a:schemeClr val="tx1">
                    <a:lumMod val="75000"/>
                  </a:schemeClr>
                </a:solidFill>
                <a:latin typeface="+mj-lt"/>
                <a:cs typeface="Arial"/>
              </a:rPr>
              <a:t>GMSC (Gateway Mobile Switching Center)</a:t>
            </a:r>
          </a:p>
          <a:p>
            <a:r>
              <a:rPr lang="en-US" sz="2800" dirty="0"/>
              <a:t>The Gateway Mobile Switching Centre (GMSC) is a special kind of MSC that is used to route calls outside the mobile network. Whenever a call for a mobile subscriber comes from outside the mobile network, or the subscriber wants to make a call to somebody outside the mobile network the call is routed through the GMSC.</a:t>
            </a:r>
          </a:p>
          <a:p>
            <a:endParaRPr lang="en-US" dirty="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31304" y="357809"/>
            <a:ext cx="11741426" cy="6381299"/>
          </a:xfrm>
          <a:prstGeom prst="rect">
            <a:avLst/>
          </a:prstGeom>
          <a:noFill/>
        </p:spPr>
        <p:txBody>
          <a:bodyPr wrap="square" rtlCol="0">
            <a:spAutoFit/>
          </a:bodyPr>
          <a:lstStyle/>
          <a:p>
            <a:r>
              <a:rPr lang="en-US" sz="2667" b="1" dirty="0">
                <a:solidFill>
                  <a:schemeClr val="tx1">
                    <a:lumMod val="75000"/>
                  </a:schemeClr>
                </a:solidFill>
                <a:latin typeface="+mj-lt"/>
                <a:cs typeface="Arial"/>
              </a:rPr>
              <a:t>MGW (Media Gateway)</a:t>
            </a:r>
          </a:p>
          <a:p>
            <a:endParaRPr lang="en-US" sz="2800" b="1" dirty="0">
              <a:solidFill>
                <a:srgbClr val="C00000"/>
              </a:solidFill>
            </a:endParaRPr>
          </a:p>
          <a:p>
            <a:r>
              <a:rPr lang="en-US" sz="2800" dirty="0"/>
              <a:t>A media gateway is a translation device or service that converts media streams between disparate telecommunications technologies such as POTS, SS7, Next Generation Networks (2G, 2.5G and 3G radio access networks) or private branch exchange (PBX) systems. Media gateways enable multimedia communications across packet networks using transport protocols such as Asynchronous Transfer Mode (ATM) and Internet Protocol (IP). </a:t>
            </a:r>
          </a:p>
          <a:p>
            <a:endParaRPr lang="en-US" sz="2800" dirty="0"/>
          </a:p>
          <a:p>
            <a:r>
              <a:rPr lang="en-US" sz="2667" b="1" dirty="0">
                <a:solidFill>
                  <a:schemeClr val="tx1">
                    <a:lumMod val="75000"/>
                  </a:schemeClr>
                </a:solidFill>
                <a:latin typeface="+mj-lt"/>
                <a:cs typeface="Arial"/>
              </a:rPr>
              <a:t>BTS(Base Transceiver Station)</a:t>
            </a:r>
          </a:p>
          <a:p>
            <a:endParaRPr lang="en-US" sz="2800" b="1" dirty="0">
              <a:solidFill>
                <a:srgbClr val="C00000"/>
              </a:solidFill>
            </a:endParaRPr>
          </a:p>
          <a:p>
            <a:r>
              <a:rPr lang="en-US" sz="2800" dirty="0"/>
              <a:t>A base transceiver station (BTS) is a piece of equipment that facilitates wireless communication between user equipment (UE) and a network.</a:t>
            </a:r>
            <a:endParaRPr lang="en-US" sz="2800" b="1" dirty="0">
              <a:solidFill>
                <a:srgbClr val="C00000"/>
              </a:solidFill>
            </a:endParaRPr>
          </a:p>
          <a:p>
            <a:endParaRPr lang="en-US"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96956" y="212035"/>
            <a:ext cx="11198087" cy="6381299"/>
          </a:xfrm>
          <a:prstGeom prst="rect">
            <a:avLst/>
          </a:prstGeom>
          <a:noFill/>
        </p:spPr>
        <p:txBody>
          <a:bodyPr wrap="square" rtlCol="0">
            <a:spAutoFit/>
          </a:bodyPr>
          <a:lstStyle/>
          <a:p>
            <a:r>
              <a:rPr lang="en-US" sz="2667" b="1" dirty="0">
                <a:solidFill>
                  <a:schemeClr val="tx1">
                    <a:lumMod val="75000"/>
                  </a:schemeClr>
                </a:solidFill>
                <a:latin typeface="+mj-lt"/>
                <a:cs typeface="Arial"/>
              </a:rPr>
              <a:t>PSTN – Public Switched Telephone Network</a:t>
            </a:r>
          </a:p>
          <a:p>
            <a:endParaRPr lang="en-US" sz="2800" dirty="0"/>
          </a:p>
          <a:p>
            <a:r>
              <a:rPr lang="en-US" sz="2800" dirty="0"/>
              <a:t>PSTN is the aggregate of the world's circuit-switched telephone networks that are operated by national, regional, or local telephony operators, providing infrastructure and services for public telecommunication.</a:t>
            </a:r>
          </a:p>
          <a:p>
            <a:endParaRPr lang="en-US" sz="2800" dirty="0"/>
          </a:p>
          <a:p>
            <a:r>
              <a:rPr lang="en-US" sz="2667" b="1" dirty="0">
                <a:solidFill>
                  <a:schemeClr val="tx1">
                    <a:lumMod val="75000"/>
                  </a:schemeClr>
                </a:solidFill>
                <a:latin typeface="+mj-lt"/>
                <a:cs typeface="Arial"/>
              </a:rPr>
              <a:t>AUC – Authentication Center</a:t>
            </a:r>
          </a:p>
          <a:p>
            <a:endParaRPr lang="en-US" sz="2800" b="1" dirty="0">
              <a:solidFill>
                <a:srgbClr val="C00000"/>
              </a:solidFill>
            </a:endParaRPr>
          </a:p>
          <a:p>
            <a:r>
              <a:rPr lang="en-US" sz="2800" dirty="0"/>
              <a:t>AUC is a function in a GSM network used for the authentication a mobile subscriber that wants to be connected to the network. Authentication is done by identification and verification of the validity of the SIM.</a:t>
            </a:r>
          </a:p>
          <a:p>
            <a:endParaRPr lang="en-US" sz="2800" dirty="0"/>
          </a:p>
          <a:p>
            <a:endParaRPr lang="en-US"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18053" y="410817"/>
            <a:ext cx="11476382" cy="4791183"/>
          </a:xfrm>
          <a:prstGeom prst="rect">
            <a:avLst/>
          </a:prstGeom>
          <a:noFill/>
        </p:spPr>
        <p:txBody>
          <a:bodyPr wrap="square" rtlCol="0">
            <a:spAutoFit/>
          </a:bodyPr>
          <a:lstStyle/>
          <a:p>
            <a:r>
              <a:rPr lang="en-US" sz="2667" b="1" dirty="0">
                <a:solidFill>
                  <a:schemeClr val="tx1">
                    <a:lumMod val="75000"/>
                  </a:schemeClr>
                </a:solidFill>
                <a:latin typeface="+mj-lt"/>
                <a:cs typeface="Arial"/>
              </a:rPr>
              <a:t>EIR— Equipment Identity Register </a:t>
            </a:r>
          </a:p>
          <a:p>
            <a:endParaRPr lang="en-US" sz="2667" b="1" dirty="0">
              <a:latin typeface="+mj-lt"/>
              <a:cs typeface="Arial"/>
            </a:endParaRPr>
          </a:p>
          <a:p>
            <a:r>
              <a:rPr lang="en-US" sz="2800" dirty="0"/>
              <a:t>EIR is a database that contains a record of the all the mobile stations (MS)that are allowed in a network as well as an database of all equipment that is banned, e.g. because it is lost or stolen.</a:t>
            </a:r>
          </a:p>
          <a:p>
            <a:endParaRPr lang="en-US" sz="2800" dirty="0"/>
          </a:p>
          <a:p>
            <a:r>
              <a:rPr lang="en-US" sz="2800" dirty="0"/>
              <a:t>In the MSC, there are four main elements.</a:t>
            </a:r>
          </a:p>
          <a:p>
            <a:pPr marL="514350" indent="-514350">
              <a:buAutoNum type="arabicParenBoth"/>
            </a:pPr>
            <a:r>
              <a:rPr lang="en-US" sz="2800" dirty="0"/>
              <a:t>Home Location Register (HLR)</a:t>
            </a:r>
          </a:p>
          <a:p>
            <a:pPr marL="514350" indent="-514350">
              <a:buAutoNum type="arabicParenBoth"/>
            </a:pPr>
            <a:r>
              <a:rPr lang="en-US" sz="2800" dirty="0"/>
              <a:t>Visitor Location Register (VLR)</a:t>
            </a:r>
          </a:p>
          <a:p>
            <a:pPr marL="514350" indent="-514350">
              <a:buAutoNum type="arabicParenBoth"/>
            </a:pPr>
            <a:r>
              <a:rPr lang="en-US" sz="2800" dirty="0"/>
              <a:t>Equipment Identity Register (EIR)</a:t>
            </a:r>
          </a:p>
          <a:p>
            <a:pPr marL="514350" indent="-514350">
              <a:buAutoNum type="arabicParenBoth"/>
            </a:pPr>
            <a:r>
              <a:rPr lang="en-US" sz="2800" dirty="0"/>
              <a:t>Authentication Center (AUC)</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25287" y="437322"/>
            <a:ext cx="11436625" cy="5601533"/>
          </a:xfrm>
          <a:prstGeom prst="rect">
            <a:avLst/>
          </a:prstGeom>
          <a:noFill/>
        </p:spPr>
        <p:txBody>
          <a:bodyPr wrap="square" rtlCol="0">
            <a:spAutoFit/>
          </a:bodyPr>
          <a:lstStyle/>
          <a:p>
            <a:r>
              <a:rPr lang="en-US" sz="2667" b="1" dirty="0">
                <a:solidFill>
                  <a:schemeClr val="tx1">
                    <a:lumMod val="75000"/>
                  </a:schemeClr>
                </a:solidFill>
                <a:latin typeface="+mj-lt"/>
                <a:cs typeface="Arial"/>
              </a:rPr>
              <a:t>HSS – Home Subscriber Server </a:t>
            </a:r>
          </a:p>
          <a:p>
            <a:endParaRPr lang="en-US" sz="2667" b="1" dirty="0">
              <a:latin typeface="+mj-lt"/>
              <a:cs typeface="Arial"/>
            </a:endParaRPr>
          </a:p>
          <a:p>
            <a:r>
              <a:rPr lang="en-US" sz="2800" dirty="0"/>
              <a:t>The home subscriber server (HSS), or user profile server function (UPSF), is a master user database that supports the IMS network entities that actually handle calls</a:t>
            </a:r>
            <a:r>
              <a:rPr lang="en-US" dirty="0"/>
              <a:t>. </a:t>
            </a:r>
          </a:p>
          <a:p>
            <a:endParaRPr lang="en-US" dirty="0"/>
          </a:p>
          <a:p>
            <a:r>
              <a:rPr lang="en-US" sz="2000" b="1" dirty="0">
                <a:solidFill>
                  <a:schemeClr val="accent1">
                    <a:lumMod val="75000"/>
                  </a:schemeClr>
                </a:solidFill>
              </a:rPr>
              <a:t>Note- HSS and HLR is same in LTE.</a:t>
            </a:r>
          </a:p>
          <a:p>
            <a:endParaRPr lang="en-US" sz="2000" b="1" dirty="0">
              <a:solidFill>
                <a:srgbClr val="FF0000"/>
              </a:solidFill>
            </a:endParaRPr>
          </a:p>
          <a:p>
            <a:endParaRPr lang="en-US" sz="2000" b="1" dirty="0">
              <a:solidFill>
                <a:srgbClr val="FF0000"/>
              </a:solidFill>
            </a:endParaRPr>
          </a:p>
          <a:p>
            <a:r>
              <a:rPr lang="en-US" sz="2667" b="1" dirty="0">
                <a:solidFill>
                  <a:schemeClr val="tx1">
                    <a:lumMod val="75000"/>
                  </a:schemeClr>
                </a:solidFill>
                <a:latin typeface="+mj-lt"/>
                <a:cs typeface="Arial"/>
              </a:rPr>
              <a:t>MME- Mobility Management Entity</a:t>
            </a:r>
          </a:p>
          <a:p>
            <a:endParaRPr lang="en-US" sz="2800" b="1" dirty="0">
              <a:solidFill>
                <a:srgbClr val="FF0000"/>
              </a:solidFill>
            </a:endParaRPr>
          </a:p>
          <a:p>
            <a:r>
              <a:rPr lang="en-US" sz="2800" dirty="0"/>
              <a:t>The MME is the key control-node for the LTE access-network. It is responsible for idle mode UE (User Equipment) paging and tagging procedure including retransmissions.</a:t>
            </a:r>
            <a:endParaRPr lang="en-US" sz="2800" b="1" dirty="0">
              <a:solidFill>
                <a:srgbClr val="FF0000"/>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31304" y="463826"/>
            <a:ext cx="11392123" cy="6206956"/>
          </a:xfrm>
          <a:prstGeom prst="rect">
            <a:avLst/>
          </a:prstGeom>
          <a:noFill/>
        </p:spPr>
        <p:txBody>
          <a:bodyPr wrap="square" rtlCol="0">
            <a:spAutoFit/>
          </a:bodyPr>
          <a:lstStyle/>
          <a:p>
            <a:r>
              <a:rPr lang="en-US" sz="2667" b="1" dirty="0" err="1">
                <a:solidFill>
                  <a:schemeClr val="tx1">
                    <a:lumMod val="75000"/>
                  </a:schemeClr>
                </a:solidFill>
                <a:latin typeface="+mj-lt"/>
                <a:cs typeface="Arial"/>
              </a:rPr>
              <a:t>eNodeB</a:t>
            </a:r>
            <a:r>
              <a:rPr lang="en-US" sz="2667" b="1" dirty="0">
                <a:solidFill>
                  <a:schemeClr val="tx1">
                    <a:lumMod val="75000"/>
                  </a:schemeClr>
                </a:solidFill>
                <a:latin typeface="+mj-lt"/>
                <a:cs typeface="Arial"/>
              </a:rPr>
              <a:t> – Evolved Node B</a:t>
            </a:r>
          </a:p>
          <a:p>
            <a:endParaRPr lang="en-US" sz="2800" b="1" dirty="0">
              <a:solidFill>
                <a:srgbClr val="C00000"/>
              </a:solidFill>
            </a:endParaRPr>
          </a:p>
          <a:p>
            <a:r>
              <a:rPr lang="en-US" sz="2800" dirty="0"/>
              <a:t>E-UTRAN Node B, also known as Evolved Node B, is the element in E-UTRAN of LTE that is the evolution of the element Node B in UTRAN of UMTS. It is the hardware that is connected to the mobile phone network that communicates directly wirelessly with mobile handsets, like a base transceiver station in GSM networks.</a:t>
            </a:r>
            <a:endParaRPr lang="en-US" sz="2800" b="1" dirty="0">
              <a:solidFill>
                <a:srgbClr val="C00000"/>
              </a:solidFill>
            </a:endParaRPr>
          </a:p>
          <a:p>
            <a:r>
              <a:rPr lang="en-US" sz="2667" b="1" dirty="0">
                <a:solidFill>
                  <a:schemeClr val="tx1">
                    <a:lumMod val="75000"/>
                  </a:schemeClr>
                </a:solidFill>
                <a:latin typeface="+mj-lt"/>
                <a:cs typeface="Arial"/>
              </a:rPr>
              <a:t>GPRS core network ( General Packet Radio Service )</a:t>
            </a:r>
          </a:p>
          <a:p>
            <a:endParaRPr lang="en-US" b="1" dirty="0"/>
          </a:p>
          <a:p>
            <a:r>
              <a:rPr lang="en-US" sz="2800" dirty="0"/>
              <a:t>The GPRS core network is the central part of the general packet radio service (GPRS) which allows 2G, 3G and WCDMA mobile networks to transmit IP packets to external networks such as the Internet. The GPRS system is an integrated part of the GSM network switching subsystem</a:t>
            </a:r>
          </a:p>
          <a:p>
            <a:endParaRPr lang="en-US" dirty="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414773" y="265043"/>
            <a:ext cx="11362454" cy="6104300"/>
          </a:xfrm>
          <a:prstGeom prst="rect">
            <a:avLst/>
          </a:prstGeom>
          <a:noFill/>
        </p:spPr>
        <p:txBody>
          <a:bodyPr wrap="square" rtlCol="0">
            <a:spAutoFit/>
          </a:bodyPr>
          <a:lstStyle/>
          <a:p>
            <a:r>
              <a:rPr lang="en-US" sz="2667" b="1" dirty="0">
                <a:solidFill>
                  <a:schemeClr val="tx1">
                    <a:lumMod val="75000"/>
                  </a:schemeClr>
                </a:solidFill>
                <a:latin typeface="+mj-lt"/>
                <a:cs typeface="Arial"/>
              </a:rPr>
              <a:t>PDN – Public Data Network</a:t>
            </a:r>
          </a:p>
          <a:p>
            <a:endParaRPr lang="en-US" sz="2800" dirty="0"/>
          </a:p>
          <a:p>
            <a:r>
              <a:rPr lang="en-US" sz="2800" dirty="0"/>
              <a:t>PDN is circuit- or packet-switched network that is available to the public and that can transmit data in digital form. A PDN provider is a company that provides access to a PDN and that provides any of X.25, frame relay, or cell relay (ATM) services.</a:t>
            </a:r>
          </a:p>
          <a:p>
            <a:endParaRPr lang="en-US" sz="2800" dirty="0"/>
          </a:p>
          <a:p>
            <a:r>
              <a:rPr lang="en-US" sz="2667" b="1" dirty="0">
                <a:solidFill>
                  <a:schemeClr val="tx1">
                    <a:lumMod val="75000"/>
                  </a:schemeClr>
                </a:solidFill>
                <a:latin typeface="+mj-lt"/>
                <a:cs typeface="Arial"/>
              </a:rPr>
              <a:t>PCRF – Policy and Charging Rules Function </a:t>
            </a:r>
          </a:p>
          <a:p>
            <a:endParaRPr lang="en-US" sz="2800" dirty="0"/>
          </a:p>
          <a:p>
            <a:r>
              <a:rPr lang="en-US" sz="2800" dirty="0"/>
              <a:t>Policy and Charging Rules Function (PCRF) is the software node designated in real-time to determine policy rules in a multimedia network. As a policy tool, the PCRF plays a central role in next-generation networks.</a:t>
            </a:r>
          </a:p>
          <a:p>
            <a:r>
              <a:rPr lang="en-US" sz="2800" dirty="0"/>
              <a:t> </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1"/>
          <p:cNvSpPr txBox="1"/>
          <p:nvPr/>
        </p:nvSpPr>
        <p:spPr>
          <a:xfrm>
            <a:off x="513080" y="864235"/>
            <a:ext cx="10380345" cy="3683188"/>
          </a:xfrm>
          <a:prstGeom prst="rect">
            <a:avLst/>
          </a:prstGeom>
          <a:noFill/>
        </p:spPr>
        <p:txBody>
          <a:bodyPr wrap="square" rtlCol="0" anchor="t">
            <a:spAutoFit/>
          </a:bodyPr>
          <a:lstStyle/>
          <a:p>
            <a:r>
              <a:rPr lang="en-US" b="1" dirty="0">
                <a:solidFill>
                  <a:srgbClr val="C00000"/>
                </a:solidFill>
                <a:sym typeface="+mn-ea"/>
              </a:rPr>
              <a:t> </a:t>
            </a:r>
            <a:r>
              <a:rPr lang="en-US" sz="2667" b="1" dirty="0">
                <a:solidFill>
                  <a:schemeClr val="tx1">
                    <a:lumMod val="75000"/>
                  </a:schemeClr>
                </a:solidFill>
                <a:latin typeface="+mj-lt"/>
                <a:cs typeface="Arial"/>
                <a:sym typeface="+mn-ea"/>
              </a:rPr>
              <a:t>SGW– Serving Gateway</a:t>
            </a:r>
            <a:endParaRPr lang="en-US" sz="2667" b="1" dirty="0">
              <a:solidFill>
                <a:schemeClr val="tx1">
                  <a:lumMod val="75000"/>
                </a:schemeClr>
              </a:solidFill>
              <a:latin typeface="+mj-lt"/>
              <a:cs typeface="Arial"/>
            </a:endParaRPr>
          </a:p>
          <a:p>
            <a:endParaRPr lang="en-US" dirty="0"/>
          </a:p>
          <a:p>
            <a:r>
              <a:rPr lang="en-US" dirty="0">
                <a:sym typeface="+mn-ea"/>
              </a:rPr>
              <a:t>A Serving gateway (SGW) is a network component used for sending signaling messages between common channel signaling (CCS) nodes, which communicate with the help of different transports and protocols.</a:t>
            </a:r>
          </a:p>
          <a:p>
            <a:endParaRPr lang="en-US" dirty="0"/>
          </a:p>
          <a:p>
            <a:r>
              <a:rPr lang="en-US" sz="2667" b="1" dirty="0">
                <a:solidFill>
                  <a:schemeClr val="tx1">
                    <a:lumMod val="75000"/>
                  </a:schemeClr>
                </a:solidFill>
                <a:latin typeface="+mj-lt"/>
                <a:cs typeface="Arial"/>
                <a:sym typeface="+mn-ea"/>
              </a:rPr>
              <a:t>PGW – Packet Data Network Gateway</a:t>
            </a:r>
            <a:endParaRPr lang="en-US" sz="2667" b="1" dirty="0">
              <a:solidFill>
                <a:schemeClr val="tx1">
                  <a:lumMod val="75000"/>
                </a:schemeClr>
              </a:solidFill>
              <a:latin typeface="+mj-lt"/>
              <a:cs typeface="Arial"/>
            </a:endParaRPr>
          </a:p>
          <a:p>
            <a:endParaRPr lang="en-US" dirty="0"/>
          </a:p>
          <a:p>
            <a:r>
              <a:rPr lang="en-US" dirty="0">
                <a:sym typeface="+mn-ea"/>
              </a:rPr>
              <a:t>The PGW acts as the interface between the LTE network and other packet data networks, such as the Internet or SIP-based IMS networks.. The PGW serves as the anchor point for network mobility and: Acts as the Policy and Charging Enforcement Function (PCEF) Manages quality of service (QoS)</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l">
              <a:buClrTx/>
              <a:buSzTx/>
              <a:buFontTx/>
            </a:pPr>
            <a:r>
              <a:rPr lang="en-IN" altLang="en-US" b="1" dirty="0">
                <a:solidFill>
                  <a:srgbClr val="C00000"/>
                </a:solidFill>
              </a:rPr>
              <a:t>        </a:t>
            </a:r>
            <a:r>
              <a:rPr lang="en-IN" altLang="en-US" b="1" dirty="0">
                <a:solidFill>
                  <a:schemeClr val="tx1">
                    <a:lumMod val="75000"/>
                  </a:schemeClr>
                </a:solidFill>
                <a:ea typeface="+mn-ea"/>
              </a:rPr>
              <a:t>Core 2G,3G  Architecture</a:t>
            </a:r>
          </a:p>
        </p:txBody>
      </p:sp>
      <p:pic>
        <p:nvPicPr>
          <p:cNvPr id="47106" name="Picture 2"/>
          <p:cNvPicPr>
            <a:picLocks noGrp="1" noChangeAspect="1" noChangeArrowheads="1"/>
          </p:cNvPicPr>
          <p:nvPr>
            <p:ph idx="1"/>
          </p:nvPr>
        </p:nvPicPr>
        <p:blipFill>
          <a:blip r:embed="rId2" cstate="print"/>
          <a:srcRect/>
          <a:stretch>
            <a:fillRect/>
          </a:stretch>
        </p:blipFill>
        <p:spPr bwMode="auto">
          <a:xfrm>
            <a:off x="334010" y="1007110"/>
            <a:ext cx="11372215" cy="5638165"/>
          </a:xfrm>
          <a:prstGeom prst="rect">
            <a:avLst/>
          </a:prstGeom>
          <a:noFill/>
          <a:ln w="9525">
            <a:noFill/>
            <a:miter lim="800000"/>
            <a:headEnd/>
            <a:tailEnd/>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34645" y="-635"/>
            <a:ext cx="11523345" cy="774700"/>
          </a:xfrm>
        </p:spPr>
        <p:txBody>
          <a:bodyPr>
            <a:normAutofit/>
          </a:bodyPr>
          <a:lstStyle/>
          <a:p>
            <a:r>
              <a:rPr lang="en-IN" altLang="en-US" b="1" dirty="0">
                <a:solidFill>
                  <a:schemeClr val="tx1">
                    <a:lumMod val="75000"/>
                  </a:schemeClr>
                </a:solidFill>
                <a:ea typeface="+mn-ea"/>
                <a:sym typeface="+mn-ea"/>
              </a:rPr>
              <a:t>                               </a:t>
            </a:r>
            <a:r>
              <a:rPr lang="en-US" b="1" dirty="0">
                <a:solidFill>
                  <a:schemeClr val="tx1">
                    <a:lumMod val="75000"/>
                  </a:schemeClr>
                </a:solidFill>
                <a:ea typeface="+mn-ea"/>
                <a:sym typeface="+mn-ea"/>
              </a:rPr>
              <a:t>GPRS</a:t>
            </a:r>
            <a:r>
              <a:rPr lang="en-IN" altLang="en-US" b="1" dirty="0">
                <a:solidFill>
                  <a:schemeClr val="tx1">
                    <a:lumMod val="75000"/>
                  </a:schemeClr>
                </a:solidFill>
                <a:ea typeface="+mn-ea"/>
                <a:sym typeface="+mn-ea"/>
              </a:rPr>
              <a:t> Interfaces</a:t>
            </a:r>
          </a:p>
        </p:txBody>
      </p:sp>
      <p:pic>
        <p:nvPicPr>
          <p:cNvPr id="16386" name="Picture 2"/>
          <p:cNvPicPr>
            <a:picLocks noGrp="1" noChangeAspect="1" noChangeArrowheads="1"/>
          </p:cNvPicPr>
          <p:nvPr>
            <p:ph idx="1"/>
          </p:nvPr>
        </p:nvPicPr>
        <p:blipFill>
          <a:blip r:embed="rId2" cstate="print"/>
          <a:srcRect/>
          <a:stretch>
            <a:fillRect/>
          </a:stretch>
        </p:blipFill>
        <p:spPr bwMode="auto">
          <a:xfrm>
            <a:off x="334645" y="1026795"/>
            <a:ext cx="11433175" cy="5672455"/>
          </a:xfrm>
          <a:prstGeom prst="rect">
            <a:avLst/>
          </a:prstGeom>
          <a:noFill/>
          <a:ln w="9525">
            <a:noFill/>
            <a:miter lim="800000"/>
            <a:headEnd/>
            <a:tailEnd/>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59393" y="95250"/>
            <a:ext cx="4835525" cy="577850"/>
          </a:xfrm>
        </p:spPr>
        <p:txBody>
          <a:bodyPr>
            <a:normAutofit/>
          </a:bodyPr>
          <a:lstStyle/>
          <a:p>
            <a:r>
              <a:rPr lang="en-US" b="1" dirty="0">
                <a:solidFill>
                  <a:schemeClr val="tx1">
                    <a:lumMod val="75000"/>
                  </a:schemeClr>
                </a:solidFill>
                <a:ea typeface="+mn-ea"/>
                <a:sym typeface="+mn-ea"/>
              </a:rPr>
              <a:t>PMM state machine</a:t>
            </a:r>
          </a:p>
        </p:txBody>
      </p:sp>
      <p:pic>
        <p:nvPicPr>
          <p:cNvPr id="12289" name="Picture 1"/>
          <p:cNvPicPr>
            <a:picLocks noGrp="1" noChangeAspect="1" noChangeArrowheads="1"/>
          </p:cNvPicPr>
          <p:nvPr>
            <p:ph idx="1"/>
          </p:nvPr>
        </p:nvPicPr>
        <p:blipFill>
          <a:blip r:embed="rId2" cstate="print"/>
          <a:srcRect l="7498" r="5832" b="2174"/>
          <a:stretch>
            <a:fillRect/>
          </a:stretch>
        </p:blipFill>
        <p:spPr bwMode="auto">
          <a:xfrm>
            <a:off x="77470" y="932815"/>
            <a:ext cx="8052435" cy="3166110"/>
          </a:xfrm>
          <a:prstGeom prst="rect">
            <a:avLst/>
          </a:prstGeom>
          <a:noFill/>
          <a:ln w="9525">
            <a:noFill/>
            <a:miter lim="800000"/>
            <a:headEnd/>
            <a:tailEnd/>
          </a:ln>
        </p:spPr>
      </p:pic>
      <p:sp>
        <p:nvSpPr>
          <p:cNvPr id="6" name="TextBox 5"/>
          <p:cNvSpPr txBox="1"/>
          <p:nvPr/>
        </p:nvSpPr>
        <p:spPr>
          <a:xfrm>
            <a:off x="253678" y="4273674"/>
            <a:ext cx="8424936" cy="2031325"/>
          </a:xfrm>
          <a:prstGeom prst="rect">
            <a:avLst/>
          </a:prstGeom>
          <a:noFill/>
        </p:spPr>
        <p:txBody>
          <a:bodyPr wrap="square" rtlCol="0">
            <a:spAutoFit/>
          </a:bodyPr>
          <a:lstStyle/>
          <a:p>
            <a:r>
              <a:rPr lang="en-US" dirty="0"/>
              <a:t>PMM-DETACHED</a:t>
            </a:r>
          </a:p>
          <a:p>
            <a:pPr lvl="1">
              <a:buFont typeface="Wingdings" panose="05000000000000000000" pitchFamily="2" charset="2"/>
              <a:buChar char="ü"/>
            </a:pPr>
            <a:r>
              <a:rPr lang="en-US" dirty="0"/>
              <a:t>No communication between MS and SGSN</a:t>
            </a:r>
          </a:p>
          <a:p>
            <a:pPr lvl="1">
              <a:buFont typeface="Wingdings" panose="05000000000000000000" pitchFamily="2" charset="2"/>
              <a:buChar char="ü"/>
            </a:pPr>
            <a:r>
              <a:rPr lang="en-US" dirty="0"/>
              <a:t>SGSN does not hold valid location or routing information for MS</a:t>
            </a:r>
          </a:p>
          <a:p>
            <a:pPr lvl="1">
              <a:buFont typeface="Wingdings" panose="05000000000000000000" pitchFamily="2" charset="2"/>
              <a:buChar char="ü"/>
            </a:pPr>
            <a:r>
              <a:rPr lang="en-US" dirty="0"/>
              <a:t>MS is not reachable by PLMN</a:t>
            </a:r>
          </a:p>
          <a:p>
            <a:pPr lvl="1">
              <a:buFont typeface="Wingdings" panose="05000000000000000000" pitchFamily="2" charset="2"/>
              <a:buChar char="ü"/>
            </a:pPr>
            <a:r>
              <a:rPr lang="en-US" dirty="0"/>
              <a:t>It moves to PMM-CONNECTED through GPRS Attach procedure. PS signaling connection is established between MS and SGSN for performing GPRS Attach.</a:t>
            </a:r>
          </a:p>
          <a:p>
            <a:r>
              <a:rPr lang="en-US" dirty="0"/>
              <a:t> </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95885"/>
            <a:ext cx="6562725" cy="695325"/>
          </a:xfrm>
        </p:spPr>
        <p:txBody>
          <a:bodyPr>
            <a:normAutofit/>
          </a:bodyPr>
          <a:lstStyle/>
          <a:p>
            <a:r>
              <a:rPr lang="en-US" b="1" dirty="0">
                <a:solidFill>
                  <a:schemeClr val="tx1">
                    <a:lumMod val="75000"/>
                  </a:schemeClr>
                </a:solidFill>
                <a:ea typeface="+mn-ea"/>
                <a:sym typeface="+mn-ea"/>
              </a:rPr>
              <a:t>PMM state machine  (</a:t>
            </a:r>
            <a:r>
              <a:rPr lang="en-US" b="1" dirty="0" err="1">
                <a:solidFill>
                  <a:schemeClr val="tx1">
                    <a:lumMod val="75000"/>
                  </a:schemeClr>
                </a:solidFill>
                <a:ea typeface="+mn-ea"/>
                <a:sym typeface="+mn-ea"/>
              </a:rPr>
              <a:t>contd</a:t>
            </a:r>
            <a:r>
              <a:rPr lang="en-US" b="1" dirty="0">
                <a:solidFill>
                  <a:schemeClr val="tx1">
                    <a:lumMod val="75000"/>
                  </a:schemeClr>
                </a:solidFill>
                <a:ea typeface="+mn-ea"/>
                <a:sym typeface="+mn-ea"/>
              </a:rPr>
              <a:t>)</a:t>
            </a:r>
            <a:endParaRPr lang="en-US" b="1" dirty="0">
              <a:solidFill>
                <a:schemeClr val="tx1">
                  <a:lumMod val="75000"/>
                </a:schemeClr>
              </a:solidFill>
              <a:ea typeface="+mn-ea"/>
            </a:endParaRPr>
          </a:p>
        </p:txBody>
      </p:sp>
      <p:sp>
        <p:nvSpPr>
          <p:cNvPr id="3" name="TextBox 2"/>
          <p:cNvSpPr txBox="1"/>
          <p:nvPr/>
        </p:nvSpPr>
        <p:spPr>
          <a:xfrm>
            <a:off x="0" y="980728"/>
            <a:ext cx="9144000" cy="5632311"/>
          </a:xfrm>
          <a:prstGeom prst="rect">
            <a:avLst/>
          </a:prstGeom>
          <a:noFill/>
        </p:spPr>
        <p:txBody>
          <a:bodyPr wrap="square" rtlCol="0">
            <a:spAutoFit/>
          </a:bodyPr>
          <a:lstStyle/>
          <a:p>
            <a:r>
              <a:rPr lang="en-US" dirty="0"/>
              <a:t>PMM-CONNECTED</a:t>
            </a:r>
          </a:p>
          <a:p>
            <a:pPr lvl="1">
              <a:buFont typeface="Wingdings" panose="05000000000000000000" pitchFamily="2" charset="2"/>
              <a:buChar char="ü"/>
            </a:pPr>
            <a:r>
              <a:rPr lang="en-US" dirty="0"/>
              <a:t>MS location is known in the SGSN with the accuracy of a serving RNC (Routing Area)</a:t>
            </a:r>
          </a:p>
          <a:p>
            <a:pPr lvl="1">
              <a:buFont typeface="Wingdings" panose="05000000000000000000" pitchFamily="2" charset="2"/>
              <a:buChar char="ü"/>
            </a:pPr>
            <a:r>
              <a:rPr lang="en-US" b="1" dirty="0">
                <a:solidFill>
                  <a:srgbClr val="C00000"/>
                </a:solidFill>
              </a:rPr>
              <a:t>Location of MS is tracked by serving RNC</a:t>
            </a:r>
          </a:p>
          <a:p>
            <a:pPr lvl="1">
              <a:buFont typeface="Wingdings" panose="05000000000000000000" pitchFamily="2" charset="2"/>
              <a:buChar char="ü"/>
            </a:pPr>
            <a:r>
              <a:rPr lang="en-US" dirty="0"/>
              <a:t>MS performs Routing Area update when RAI changes</a:t>
            </a:r>
          </a:p>
          <a:p>
            <a:pPr lvl="1">
              <a:buFont typeface="Wingdings" panose="05000000000000000000" pitchFamily="2" charset="2"/>
              <a:buChar char="ü"/>
            </a:pPr>
            <a:r>
              <a:rPr lang="en-US" dirty="0"/>
              <a:t>PS signaling connection is established between MS and SGSN</a:t>
            </a:r>
          </a:p>
          <a:p>
            <a:pPr lvl="1">
              <a:buFont typeface="Wingdings" panose="05000000000000000000" pitchFamily="2" charset="2"/>
              <a:buChar char="ü"/>
            </a:pPr>
            <a:r>
              <a:rPr lang="en-US" dirty="0"/>
              <a:t>It moves to PMM-IDLE when PS signaling connection is released due to any reason</a:t>
            </a:r>
          </a:p>
          <a:p>
            <a:pPr lvl="1">
              <a:buFont typeface="Wingdings" panose="05000000000000000000" pitchFamily="2" charset="2"/>
              <a:buChar char="ü"/>
            </a:pPr>
            <a:r>
              <a:rPr lang="en-US" dirty="0"/>
              <a:t>It moves to PMM-DETACHED after GPRS Detach</a:t>
            </a:r>
          </a:p>
          <a:p>
            <a:endParaRPr lang="en-US" dirty="0"/>
          </a:p>
          <a:p>
            <a:r>
              <a:rPr lang="en-US" dirty="0"/>
              <a:t>PMM-IDLE</a:t>
            </a:r>
          </a:p>
          <a:p>
            <a:pPr lvl="1">
              <a:buFont typeface="Wingdings" panose="05000000000000000000" pitchFamily="2" charset="2"/>
              <a:buChar char="ü"/>
            </a:pPr>
            <a:r>
              <a:rPr lang="en-US" dirty="0"/>
              <a:t>MS location is known in the SGSN with the accuracy of Routing Area</a:t>
            </a:r>
          </a:p>
          <a:p>
            <a:pPr lvl="1">
              <a:buFont typeface="Wingdings" panose="05000000000000000000" pitchFamily="2" charset="2"/>
              <a:buChar char="ü"/>
            </a:pPr>
            <a:r>
              <a:rPr lang="en-US" dirty="0"/>
              <a:t>Paging is needed in order to reach MS</a:t>
            </a:r>
          </a:p>
          <a:p>
            <a:pPr lvl="1">
              <a:buFont typeface="Wingdings" panose="05000000000000000000" pitchFamily="2" charset="2"/>
              <a:buChar char="ü"/>
            </a:pPr>
            <a:r>
              <a:rPr lang="en-US" dirty="0"/>
              <a:t>MS and SGSN have established PMM contexts</a:t>
            </a:r>
          </a:p>
          <a:p>
            <a:pPr lvl="1">
              <a:buFont typeface="Wingdings" panose="05000000000000000000" pitchFamily="2" charset="2"/>
              <a:buChar char="ü"/>
            </a:pPr>
            <a:r>
              <a:rPr lang="en-US" dirty="0"/>
              <a:t>MS performs a Routing Area Update if the RA changes</a:t>
            </a:r>
          </a:p>
          <a:p>
            <a:pPr lvl="1">
              <a:buFont typeface="Wingdings" panose="05000000000000000000" pitchFamily="2" charset="2"/>
              <a:buChar char="ü"/>
            </a:pPr>
            <a:r>
              <a:rPr lang="en-US" dirty="0"/>
              <a:t>It enters to PMM-CONNECTED when the PS signaling connection is established between MS and SGSN (e.g. Service Request)</a:t>
            </a:r>
          </a:p>
          <a:p>
            <a:pPr lvl="1">
              <a:buFont typeface="Wingdings" panose="05000000000000000000" pitchFamily="2" charset="2"/>
              <a:buChar char="ü"/>
            </a:pPr>
            <a:r>
              <a:rPr lang="en-US" dirty="0"/>
              <a:t>It moves to PMM-DETACHED after GPRS Detach</a:t>
            </a:r>
          </a:p>
          <a:p>
            <a:pPr lvl="1">
              <a:buFont typeface="Wingdings" panose="05000000000000000000" pitchFamily="2" charset="2"/>
              <a:buChar char="ü"/>
            </a:pPr>
            <a:r>
              <a:rPr lang="en-US" dirty="0"/>
              <a:t>SGSN may perform an “Implicit GPRS detach” after Implicitly Detached timer expires or irrecoverable radio error occurred causing the loss of logical link</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dirty="0">
                <a:solidFill>
                  <a:schemeClr val="tx1">
                    <a:lumMod val="75000"/>
                  </a:schemeClr>
                </a:solidFill>
                <a:ea typeface="+mn-ea"/>
                <a:sym typeface="+mn-ea"/>
              </a:rPr>
              <a:t>Session Management (SM) State machine</a:t>
            </a:r>
            <a:endParaRPr lang="en-US" b="1" dirty="0">
              <a:solidFill>
                <a:schemeClr val="tx1">
                  <a:lumMod val="75000"/>
                </a:schemeClr>
              </a:solidFill>
              <a:ea typeface="+mn-ea"/>
            </a:endParaRPr>
          </a:p>
        </p:txBody>
      </p:sp>
      <p:sp>
        <p:nvSpPr>
          <p:cNvPr id="6" name="TextBox 5"/>
          <p:cNvSpPr txBox="1"/>
          <p:nvPr/>
        </p:nvSpPr>
        <p:spPr>
          <a:xfrm>
            <a:off x="179512" y="980729"/>
            <a:ext cx="5184576" cy="3139321"/>
          </a:xfrm>
          <a:prstGeom prst="rect">
            <a:avLst/>
          </a:prstGeom>
          <a:noFill/>
        </p:spPr>
        <p:txBody>
          <a:bodyPr wrap="square" rtlCol="0">
            <a:spAutoFit/>
          </a:bodyPr>
          <a:lstStyle/>
          <a:p>
            <a:pPr>
              <a:buFont typeface="Wingdings" panose="05000000000000000000" pitchFamily="2" charset="2"/>
              <a:buChar char="Ø"/>
            </a:pPr>
            <a:r>
              <a:rPr lang="en-US" dirty="0"/>
              <a:t>This state machine is present in UE and SGSN</a:t>
            </a:r>
          </a:p>
          <a:p>
            <a:pPr>
              <a:buFont typeface="Wingdings" panose="05000000000000000000" pitchFamily="2" charset="2"/>
              <a:buChar char="Ø"/>
            </a:pPr>
            <a:r>
              <a:rPr lang="en-US" dirty="0"/>
              <a:t>This state machine is valid only when PMM state of the MS is not PMM-DETACHED</a:t>
            </a:r>
          </a:p>
          <a:p>
            <a:pPr>
              <a:buFont typeface="Wingdings" panose="05000000000000000000" pitchFamily="2" charset="2"/>
              <a:buChar char="Ø"/>
            </a:pPr>
            <a:r>
              <a:rPr lang="en-US" dirty="0"/>
              <a:t>Data transfer can happen only when the PDP context is in Active state. So, if the subscriber wants to send or receive data, a PDP context must be activated  after attaching to SGSN.</a:t>
            </a:r>
          </a:p>
          <a:p>
            <a:pPr>
              <a:buFont typeface="Wingdings" panose="05000000000000000000" pitchFamily="2" charset="2"/>
              <a:buChar char="Ø"/>
            </a:pPr>
            <a:r>
              <a:rPr lang="en-US" dirty="0"/>
              <a:t>RAB is created at the time of PDP context activation. </a:t>
            </a:r>
          </a:p>
          <a:p>
            <a:pPr>
              <a:buFont typeface="Wingdings" panose="05000000000000000000" pitchFamily="2" charset="2"/>
              <a:buChar char="Ø"/>
            </a:pPr>
            <a:r>
              <a:rPr lang="en-US" dirty="0"/>
              <a:t>RAB is released when PDP context is deactivated</a:t>
            </a:r>
          </a:p>
        </p:txBody>
      </p:sp>
      <p:sp>
        <p:nvSpPr>
          <p:cNvPr id="7" name="TextBox 6"/>
          <p:cNvSpPr txBox="1"/>
          <p:nvPr/>
        </p:nvSpPr>
        <p:spPr>
          <a:xfrm>
            <a:off x="0" y="4485640"/>
            <a:ext cx="9883775" cy="2061210"/>
          </a:xfrm>
          <a:prstGeom prst="rect">
            <a:avLst/>
          </a:prstGeom>
          <a:noFill/>
        </p:spPr>
        <p:txBody>
          <a:bodyPr wrap="square" rtlCol="0">
            <a:spAutoFit/>
          </a:bodyPr>
          <a:lstStyle/>
          <a:p>
            <a:r>
              <a:rPr lang="en-US" sz="2000" b="1" dirty="0"/>
              <a:t>State change</a:t>
            </a:r>
          </a:p>
          <a:p>
            <a:pPr>
              <a:buFont typeface="Wingdings" panose="05000000000000000000" pitchFamily="2" charset="2"/>
              <a:buChar char="Ø"/>
            </a:pPr>
            <a:r>
              <a:rPr lang="en-US" dirty="0"/>
              <a:t>PDP context state moves from “Inactive” to “Active” when PDP context is activated.</a:t>
            </a:r>
          </a:p>
          <a:p>
            <a:pPr>
              <a:buFont typeface="Wingdings" panose="05000000000000000000" pitchFamily="2" charset="2"/>
              <a:buChar char="Ø"/>
            </a:pPr>
            <a:r>
              <a:rPr lang="en-US" dirty="0"/>
              <a:t>PDP context state moves from “Active” to “Inactive” </a:t>
            </a:r>
          </a:p>
          <a:p>
            <a:pPr lvl="1">
              <a:buFont typeface="Wingdings" panose="05000000000000000000" pitchFamily="2" charset="2"/>
              <a:buChar char="ü"/>
            </a:pPr>
            <a:r>
              <a:rPr lang="en-US" dirty="0"/>
              <a:t>When PDP context is deactivated </a:t>
            </a:r>
          </a:p>
          <a:p>
            <a:pPr lvl="1">
              <a:buFont typeface="Wingdings" panose="05000000000000000000" pitchFamily="2" charset="2"/>
              <a:buChar char="ü"/>
            </a:pPr>
            <a:r>
              <a:rPr lang="en-US" dirty="0"/>
              <a:t>MS is detached normally</a:t>
            </a:r>
          </a:p>
          <a:p>
            <a:pPr lvl="1">
              <a:buFont typeface="Wingdings" panose="05000000000000000000" pitchFamily="2" charset="2"/>
              <a:buChar char="ü"/>
            </a:pPr>
            <a:r>
              <a:rPr lang="en-US" dirty="0"/>
              <a:t>MS is detached forcefully when Implicit detach timer expires</a:t>
            </a:r>
          </a:p>
          <a:p>
            <a:endParaRPr lang="en-US" dirty="0"/>
          </a:p>
        </p:txBody>
      </p:sp>
      <p:pic>
        <p:nvPicPr>
          <p:cNvPr id="181250" name="Picture 2"/>
          <p:cNvPicPr>
            <a:picLocks noGrp="1" noChangeAspect="1" noChangeArrowheads="1"/>
          </p:cNvPicPr>
          <p:nvPr>
            <p:ph idx="1"/>
          </p:nvPr>
        </p:nvPicPr>
        <p:blipFill>
          <a:blip r:embed="rId2" cstate="print"/>
          <a:srcRect/>
          <a:stretch>
            <a:fillRect/>
          </a:stretch>
        </p:blipFill>
        <p:spPr bwMode="auto">
          <a:xfrm>
            <a:off x="7289165" y="1092835"/>
            <a:ext cx="4191635" cy="2914650"/>
          </a:xfrm>
          <a:prstGeom prst="rect">
            <a:avLst/>
          </a:prstGeom>
          <a:noFill/>
          <a:ln w="9525">
            <a:noFill/>
            <a:miter lim="800000"/>
            <a:headEnd/>
            <a:tailEnd/>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589915" y="0"/>
            <a:ext cx="10515600" cy="600710"/>
          </a:xfrm>
        </p:spPr>
        <p:txBody>
          <a:bodyPr>
            <a:normAutofit/>
          </a:bodyPr>
          <a:lstStyle/>
          <a:p>
            <a:r>
              <a:rPr lang="en-IN" altLang="en-US" dirty="0">
                <a:solidFill>
                  <a:schemeClr val="tx1">
                    <a:lumMod val="75000"/>
                  </a:schemeClr>
                </a:solidFill>
              </a:rPr>
              <a:t>           </a:t>
            </a:r>
            <a:r>
              <a:rPr lang="en-IN" altLang="en-US" dirty="0">
                <a:ln w="22225">
                  <a:solidFill>
                    <a:schemeClr val="accent2"/>
                  </a:solidFill>
                  <a:prstDash val="solid"/>
                </a:ln>
                <a:solidFill>
                  <a:schemeClr val="tx1">
                    <a:lumMod val="75000"/>
                  </a:schemeClr>
                </a:solidFill>
                <a:effectLst/>
              </a:rPr>
              <a:t>                      </a:t>
            </a:r>
            <a:r>
              <a:rPr lang="en-IN" altLang="en-US" b="1" dirty="0">
                <a:solidFill>
                  <a:schemeClr val="tx1">
                    <a:lumMod val="75000"/>
                  </a:schemeClr>
                </a:solidFill>
                <a:ea typeface="+mn-ea"/>
              </a:rPr>
              <a:t>GPRS Attach</a:t>
            </a:r>
          </a:p>
        </p:txBody>
      </p:sp>
      <p:pic>
        <p:nvPicPr>
          <p:cNvPr id="9220" name="Picture 4"/>
          <p:cNvPicPr>
            <a:picLocks noGrp="1" noChangeAspect="1" noChangeArrowheads="1"/>
          </p:cNvPicPr>
          <p:nvPr>
            <p:ph idx="1"/>
          </p:nvPr>
        </p:nvPicPr>
        <p:blipFill>
          <a:blip r:embed="rId2" cstate="print"/>
          <a:srcRect/>
          <a:stretch>
            <a:fillRect/>
          </a:stretch>
        </p:blipFill>
        <p:spPr bwMode="auto">
          <a:xfrm>
            <a:off x="434975" y="600710"/>
            <a:ext cx="6176010" cy="5422265"/>
          </a:xfrm>
          <a:prstGeom prst="rect">
            <a:avLst/>
          </a:prstGeom>
          <a:noFill/>
          <a:ln w="9525">
            <a:noFill/>
            <a:miter lim="800000"/>
            <a:headEnd/>
            <a:tailEnd/>
          </a:ln>
        </p:spPr>
      </p:pic>
      <p:sp>
        <p:nvSpPr>
          <p:cNvPr id="5" name="Text Box 4"/>
          <p:cNvSpPr txBox="1"/>
          <p:nvPr/>
        </p:nvSpPr>
        <p:spPr>
          <a:xfrm>
            <a:off x="6879590" y="890270"/>
            <a:ext cx="5198110" cy="3138170"/>
          </a:xfrm>
          <a:prstGeom prst="rect">
            <a:avLst/>
          </a:prstGeom>
          <a:noFill/>
        </p:spPr>
        <p:txBody>
          <a:bodyPr wrap="square" rtlCol="0" anchor="t">
            <a:spAutoFit/>
          </a:bodyPr>
          <a:lstStyle/>
          <a:p>
            <a:r>
              <a:rPr lang="en-US" b="1" dirty="0">
                <a:sym typeface="+mn-ea"/>
              </a:rPr>
              <a:t>The major steps in GPRS Attach procedure are as follows</a:t>
            </a:r>
            <a:r>
              <a:rPr lang="en-US" dirty="0">
                <a:sym typeface="+mn-ea"/>
              </a:rPr>
              <a:t>:</a:t>
            </a:r>
            <a:endParaRPr lang="en-US" dirty="0"/>
          </a:p>
          <a:p>
            <a:pPr>
              <a:buFont typeface="Wingdings" panose="05000000000000000000" pitchFamily="2" charset="2"/>
              <a:buChar char="Ø"/>
            </a:pPr>
            <a:r>
              <a:rPr lang="en-US" dirty="0">
                <a:sym typeface="+mn-ea"/>
              </a:rPr>
              <a:t>MS sends attach request with its identity (P_TMSI) to SGSN</a:t>
            </a:r>
            <a:endParaRPr lang="en-US" dirty="0"/>
          </a:p>
          <a:p>
            <a:pPr>
              <a:buFont typeface="Wingdings" panose="05000000000000000000" pitchFamily="2" charset="2"/>
              <a:buChar char="Ø"/>
            </a:pPr>
            <a:r>
              <a:rPr lang="en-US" dirty="0">
                <a:sym typeface="+mn-ea"/>
              </a:rPr>
              <a:t>SGSN authenticates MS and then checks whether the user is authorized for the service by checking with HLR</a:t>
            </a:r>
            <a:endParaRPr lang="en-US" dirty="0"/>
          </a:p>
          <a:p>
            <a:pPr>
              <a:buFont typeface="Wingdings" panose="05000000000000000000" pitchFamily="2" charset="2"/>
              <a:buChar char="Ø"/>
            </a:pPr>
            <a:r>
              <a:rPr lang="en-US" dirty="0">
                <a:sym typeface="+mn-ea"/>
              </a:rPr>
              <a:t>SGSN sends a Attach Accept reply to MS with P-TMSI (TLLI)</a:t>
            </a:r>
            <a:endParaRPr lang="en-US" dirty="0"/>
          </a:p>
          <a:p>
            <a:pPr>
              <a:buFont typeface="Wingdings" panose="05000000000000000000" pitchFamily="2" charset="2"/>
              <a:buChar char="Ø"/>
            </a:pPr>
            <a:r>
              <a:rPr lang="en-US" dirty="0">
                <a:sym typeface="+mn-ea"/>
              </a:rPr>
              <a:t>A database is maintained in SGSN that maps the mobile identity with TLLI</a:t>
            </a:r>
            <a:endParaRPr lang="en-US"/>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71120" y="136525"/>
            <a:ext cx="7929245" cy="1005840"/>
          </a:xfrm>
        </p:spPr>
        <p:txBody>
          <a:bodyPr/>
          <a:lstStyle/>
          <a:p>
            <a:r>
              <a:rPr lang="en-IN" altLang="en-US" b="1" dirty="0">
                <a:solidFill>
                  <a:schemeClr val="tx1">
                    <a:lumMod val="75000"/>
                  </a:schemeClr>
                </a:solidFill>
                <a:ea typeface="+mn-ea"/>
              </a:rPr>
              <a:t>GPRS Detach</a:t>
            </a:r>
          </a:p>
        </p:txBody>
      </p:sp>
      <p:pic>
        <p:nvPicPr>
          <p:cNvPr id="15363" name="Picture 3"/>
          <p:cNvPicPr>
            <a:picLocks noGrp="1" noChangeAspect="1" noChangeArrowheads="1"/>
          </p:cNvPicPr>
          <p:nvPr>
            <p:ph sz="half" idx="2"/>
          </p:nvPr>
        </p:nvPicPr>
        <p:blipFill>
          <a:blip r:embed="rId2" cstate="print"/>
          <a:srcRect/>
          <a:stretch>
            <a:fillRect/>
          </a:stretch>
        </p:blipFill>
        <p:spPr bwMode="auto">
          <a:xfrm>
            <a:off x="6849110" y="0"/>
            <a:ext cx="5342890" cy="3465830"/>
          </a:xfrm>
          <a:prstGeom prst="rect">
            <a:avLst/>
          </a:prstGeom>
          <a:noFill/>
          <a:ln w="9525">
            <a:noFill/>
            <a:miter lim="800000"/>
            <a:headEnd/>
            <a:tailEnd/>
          </a:ln>
        </p:spPr>
      </p:pic>
      <p:sp>
        <p:nvSpPr>
          <p:cNvPr id="6" name="TextBox 5"/>
          <p:cNvSpPr txBox="1"/>
          <p:nvPr/>
        </p:nvSpPr>
        <p:spPr>
          <a:xfrm>
            <a:off x="71120" y="1142365"/>
            <a:ext cx="6776720" cy="1691640"/>
          </a:xfrm>
          <a:prstGeom prst="rect">
            <a:avLst/>
          </a:prstGeom>
          <a:noFill/>
        </p:spPr>
        <p:txBody>
          <a:bodyPr wrap="square" rtlCol="0">
            <a:spAutoFit/>
          </a:bodyPr>
          <a:lstStyle/>
          <a:p>
            <a:r>
              <a:rPr lang="en-US" b="1" u="sng" dirty="0"/>
              <a:t>MS initiated GPRS Detach</a:t>
            </a:r>
          </a:p>
          <a:p>
            <a:pPr>
              <a:buFont typeface="Wingdings" panose="05000000000000000000" pitchFamily="2" charset="2"/>
              <a:buChar char="Ø"/>
            </a:pPr>
            <a:r>
              <a:rPr lang="en-US" sz="1400" dirty="0"/>
              <a:t>To move from READY/STANDBY state to IDLE state, MS initiates GPRS detach procedure by sending Detach request to SGSN</a:t>
            </a:r>
          </a:p>
          <a:p>
            <a:pPr>
              <a:buFont typeface="Wingdings" panose="05000000000000000000" pitchFamily="2" charset="2"/>
              <a:buChar char="Ø"/>
            </a:pPr>
            <a:r>
              <a:rPr lang="en-US" sz="1400" dirty="0"/>
              <a:t>On getting this, SGSN will delete the GMM and PDP contexts for this MS.</a:t>
            </a:r>
          </a:p>
          <a:p>
            <a:pPr>
              <a:buFont typeface="Wingdings" panose="05000000000000000000" pitchFamily="2" charset="2"/>
              <a:buChar char="Ø"/>
            </a:pPr>
            <a:r>
              <a:rPr lang="en-US" sz="1400" dirty="0"/>
              <a:t>SGSN sends Delete PDP context message to GGSN to delete PDP contexts in GGSN</a:t>
            </a:r>
          </a:p>
          <a:p>
            <a:pPr>
              <a:buFont typeface="Wingdings" panose="05000000000000000000" pitchFamily="2" charset="2"/>
              <a:buChar char="Ø"/>
            </a:pPr>
            <a:r>
              <a:rPr lang="en-US" sz="1400" dirty="0"/>
              <a:t>GGSN acknowledges with Delete PDP context response</a:t>
            </a:r>
          </a:p>
          <a:p>
            <a:pPr>
              <a:buFont typeface="Wingdings" panose="05000000000000000000" pitchFamily="2" charset="2"/>
              <a:buChar char="Ø"/>
            </a:pPr>
            <a:r>
              <a:rPr lang="en-US" sz="1400" dirty="0"/>
              <a:t>On getting, SGSN sends Detach accept to MS</a:t>
            </a:r>
            <a:r>
              <a:rPr lang="en-US" sz="1600" dirty="0"/>
              <a:t> </a:t>
            </a:r>
            <a:endParaRPr lang="en-US" dirty="0"/>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4766310" cy="617220"/>
          </a:xfrm>
        </p:spPr>
        <p:txBody>
          <a:bodyPr>
            <a:normAutofit/>
          </a:bodyPr>
          <a:lstStyle/>
          <a:p>
            <a:r>
              <a:rPr lang="en-IN" altLang="en-US" b="1" dirty="0">
                <a:solidFill>
                  <a:schemeClr val="tx1">
                    <a:lumMod val="75000"/>
                  </a:schemeClr>
                </a:solidFill>
                <a:ea typeface="+mn-ea"/>
              </a:rPr>
              <a:t>Routing Area Update</a:t>
            </a:r>
          </a:p>
        </p:txBody>
      </p:sp>
      <p:pic>
        <p:nvPicPr>
          <p:cNvPr id="5" name="Content Placeholder 4"/>
          <p:cNvPicPr>
            <a:picLocks noGrp="1" noChangeAspect="1"/>
          </p:cNvPicPr>
          <p:nvPr>
            <p:ph sz="half" idx="1"/>
          </p:nvPr>
        </p:nvPicPr>
        <p:blipFill>
          <a:blip r:embed="rId3" cstate="print"/>
          <a:srcRect/>
          <a:stretch>
            <a:fillRect/>
          </a:stretch>
        </p:blipFill>
        <p:spPr bwMode="auto">
          <a:xfrm>
            <a:off x="8275320" y="194945"/>
            <a:ext cx="3304540" cy="1666240"/>
          </a:xfrm>
          <a:prstGeom prst="rect">
            <a:avLst/>
          </a:prstGeom>
          <a:noFill/>
          <a:ln w="9525">
            <a:noFill/>
            <a:miter lim="800000"/>
            <a:headEnd/>
            <a:tailEnd/>
          </a:ln>
        </p:spPr>
      </p:pic>
      <p:sp>
        <p:nvSpPr>
          <p:cNvPr id="7" name="TextBox 5"/>
          <p:cNvSpPr txBox="1"/>
          <p:nvPr/>
        </p:nvSpPr>
        <p:spPr>
          <a:xfrm>
            <a:off x="89535" y="617220"/>
            <a:ext cx="7050405" cy="2306955"/>
          </a:xfrm>
          <a:prstGeom prst="rect">
            <a:avLst/>
          </a:prstGeom>
          <a:noFill/>
        </p:spPr>
        <p:txBody>
          <a:bodyPr wrap="square" rtlCol="0">
            <a:spAutoFit/>
          </a:bodyPr>
          <a:lstStyle/>
          <a:p>
            <a:r>
              <a:rPr lang="en-US" dirty="0"/>
              <a:t>Routing Area update is done by MS in the following scenarios:</a:t>
            </a:r>
          </a:p>
          <a:p>
            <a:pPr lvl="1">
              <a:buFont typeface="Wingdings" panose="05000000000000000000" pitchFamily="2" charset="2"/>
              <a:buChar char="ü"/>
            </a:pPr>
            <a:r>
              <a:rPr lang="en-US" dirty="0"/>
              <a:t>MS enters new RAU</a:t>
            </a:r>
          </a:p>
          <a:p>
            <a:pPr lvl="1">
              <a:buFont typeface="Wingdings" panose="05000000000000000000" pitchFamily="2" charset="2"/>
              <a:buChar char="ü"/>
            </a:pPr>
            <a:r>
              <a:rPr lang="en-US" dirty="0"/>
              <a:t>Periodic RAU timer in MS expires</a:t>
            </a:r>
          </a:p>
          <a:p>
            <a:endParaRPr lang="en-US" dirty="0"/>
          </a:p>
          <a:p>
            <a:r>
              <a:rPr lang="en-US" b="1" dirty="0"/>
              <a:t>Intra SGSN RAU</a:t>
            </a:r>
            <a:r>
              <a:rPr lang="en-US" dirty="0"/>
              <a:t> </a:t>
            </a:r>
          </a:p>
          <a:p>
            <a:pPr lvl="1">
              <a:buFont typeface="Wingdings" panose="05000000000000000000" pitchFamily="2" charset="2"/>
              <a:buChar char="ü"/>
            </a:pPr>
            <a:r>
              <a:rPr lang="en-US" dirty="0"/>
              <a:t>Old RA and new RA are served by same SGSN</a:t>
            </a:r>
          </a:p>
          <a:p>
            <a:pPr lvl="1">
              <a:buFont typeface="Wingdings" panose="05000000000000000000" pitchFamily="2" charset="2"/>
              <a:buChar char="ü"/>
            </a:pPr>
            <a:r>
              <a:rPr lang="en-US" dirty="0"/>
              <a:t>RA update due to periodic RAU timer expiration is always Intra SGSN RAU</a:t>
            </a:r>
          </a:p>
        </p:txBody>
      </p:sp>
      <p:sp>
        <p:nvSpPr>
          <p:cNvPr id="8" name="TextBox 7"/>
          <p:cNvSpPr txBox="1"/>
          <p:nvPr/>
        </p:nvSpPr>
        <p:spPr>
          <a:xfrm>
            <a:off x="0" y="3962400"/>
            <a:ext cx="6229350" cy="1476375"/>
          </a:xfrm>
          <a:prstGeom prst="rect">
            <a:avLst/>
          </a:prstGeom>
          <a:noFill/>
        </p:spPr>
        <p:txBody>
          <a:bodyPr wrap="square" rtlCol="0">
            <a:spAutoFit/>
          </a:bodyPr>
          <a:lstStyle/>
          <a:p>
            <a:endParaRPr lang="en-US" dirty="0"/>
          </a:p>
          <a:p>
            <a:r>
              <a:rPr lang="en-US" b="1" dirty="0"/>
              <a:t>Inter SGSN RAU</a:t>
            </a:r>
          </a:p>
          <a:p>
            <a:pPr lvl="1">
              <a:buFont typeface="Wingdings" panose="05000000000000000000" pitchFamily="2" charset="2"/>
              <a:buChar char="ü"/>
            </a:pPr>
            <a:r>
              <a:rPr lang="en-US" dirty="0"/>
              <a:t>SGSN will accept only those RAU requests with old RA/old SGSN configured as co-operating RA/co-operating SGSN.</a:t>
            </a:r>
          </a:p>
          <a:p>
            <a:endParaRPr lang="en-US" dirty="0"/>
          </a:p>
        </p:txBody>
      </p:sp>
      <p:graphicFrame>
        <p:nvGraphicFramePr>
          <p:cNvPr id="8193" name="Object 1"/>
          <p:cNvGraphicFramePr>
            <a:graphicFrameLocks noGrp="1" noChangeAspect="1"/>
          </p:cNvGraphicFramePr>
          <p:nvPr>
            <p:ph sz="half" idx="2"/>
          </p:nvPr>
        </p:nvGraphicFramePr>
        <p:xfrm>
          <a:off x="7139940" y="2094865"/>
          <a:ext cx="4765675" cy="4670425"/>
        </p:xfrm>
        <a:graphic>
          <a:graphicData uri="http://schemas.openxmlformats.org/presentationml/2006/ole">
            <mc:AlternateContent xmlns:mc="http://schemas.openxmlformats.org/markup-compatibility/2006">
              <mc:Choice xmlns:v="urn:schemas-microsoft-com:vml" Requires="v">
                <p:oleObj spid="_x0000_s25617" name="Picture" r:id="rId4" imgW="4870450" imgH="5624830" progId="Word.Picture.8">
                  <p:embed/>
                </p:oleObj>
              </mc:Choice>
              <mc:Fallback>
                <p:oleObj name="Picture" r:id="rId4" imgW="4870450" imgH="5624830" progId="Word.Picture.8">
                  <p:embed/>
                  <p:pic>
                    <p:nvPicPr>
                      <p:cNvPr id="8193" name="Object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9940" y="2094865"/>
                        <a:ext cx="4765675" cy="467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635" y="0"/>
            <a:ext cx="4864735" cy="814070"/>
          </a:xfrm>
        </p:spPr>
        <p:txBody>
          <a:bodyPr>
            <a:normAutofit/>
          </a:bodyPr>
          <a:lstStyle/>
          <a:p>
            <a:r>
              <a:rPr lang="en-IN" altLang="en-US" b="1" dirty="0">
                <a:solidFill>
                  <a:schemeClr val="tx1">
                    <a:lumMod val="75000"/>
                  </a:schemeClr>
                </a:solidFill>
                <a:ea typeface="+mn-ea"/>
              </a:rPr>
              <a:t>PDP Context Activation</a:t>
            </a:r>
          </a:p>
        </p:txBody>
      </p:sp>
      <p:pic>
        <p:nvPicPr>
          <p:cNvPr id="12290" name="Picture 2"/>
          <p:cNvPicPr>
            <a:picLocks noGrp="1" noChangeAspect="1" noChangeArrowheads="1"/>
          </p:cNvPicPr>
          <p:nvPr>
            <p:ph sz="half" idx="1"/>
          </p:nvPr>
        </p:nvPicPr>
        <p:blipFill>
          <a:blip r:embed="rId2" cstate="print"/>
          <a:srcRect/>
          <a:stretch>
            <a:fillRect/>
          </a:stretch>
        </p:blipFill>
        <p:spPr bwMode="auto">
          <a:xfrm>
            <a:off x="7124700" y="3293110"/>
            <a:ext cx="5067300" cy="3481070"/>
          </a:xfrm>
          <a:prstGeom prst="rect">
            <a:avLst/>
          </a:prstGeom>
          <a:noFill/>
          <a:ln w="9525">
            <a:noFill/>
            <a:miter lim="800000"/>
            <a:headEnd/>
            <a:tailEnd/>
          </a:ln>
        </p:spPr>
      </p:pic>
      <p:pic>
        <p:nvPicPr>
          <p:cNvPr id="12292" name="Picture 4"/>
          <p:cNvPicPr>
            <a:picLocks noGrp="1" noChangeAspect="1" noChangeArrowheads="1"/>
          </p:cNvPicPr>
          <p:nvPr>
            <p:ph sz="half" idx="2"/>
          </p:nvPr>
        </p:nvPicPr>
        <p:blipFill>
          <a:blip r:embed="rId3" cstate="print"/>
          <a:srcRect/>
          <a:stretch>
            <a:fillRect/>
          </a:stretch>
        </p:blipFill>
        <p:spPr bwMode="auto">
          <a:xfrm>
            <a:off x="7124065" y="0"/>
            <a:ext cx="5067935" cy="3293110"/>
          </a:xfrm>
          <a:prstGeom prst="rect">
            <a:avLst/>
          </a:prstGeom>
          <a:noFill/>
          <a:ln w="9525">
            <a:noFill/>
            <a:miter lim="800000"/>
            <a:headEnd/>
            <a:tailEnd/>
          </a:ln>
        </p:spPr>
      </p:pic>
      <p:sp>
        <p:nvSpPr>
          <p:cNvPr id="7" name="TextBox 4"/>
          <p:cNvSpPr txBox="1"/>
          <p:nvPr/>
        </p:nvSpPr>
        <p:spPr>
          <a:xfrm>
            <a:off x="0" y="533400"/>
            <a:ext cx="6550660" cy="2515235"/>
          </a:xfrm>
          <a:prstGeom prst="rect">
            <a:avLst/>
          </a:prstGeom>
          <a:noFill/>
        </p:spPr>
        <p:txBody>
          <a:bodyPr wrap="square" rtlCol="0">
            <a:spAutoFit/>
          </a:bodyPr>
          <a:lstStyle/>
          <a:p>
            <a:r>
              <a:rPr lang="en-US" b="1" u="sng" dirty="0"/>
              <a:t>MS initiated PDP context activation</a:t>
            </a:r>
          </a:p>
          <a:p>
            <a:r>
              <a:rPr lang="en-US" sz="1550" dirty="0"/>
              <a:t>When MS is attached to SGSN, it is assigned a TLLI, which is known in the wireless network. However, the external networks nodes (e.g. server in internet) do not know the MS yet. So, MS must initiate PDP context activation with GGSN:</a:t>
            </a:r>
          </a:p>
          <a:p>
            <a:pPr>
              <a:buFont typeface="Wingdings" panose="05000000000000000000" pitchFamily="2" charset="2"/>
              <a:buChar char="Ø"/>
            </a:pPr>
            <a:r>
              <a:rPr lang="en-US" sz="1550" dirty="0"/>
              <a:t>MS sends a PDP context activation request to SGSN</a:t>
            </a:r>
          </a:p>
          <a:p>
            <a:pPr>
              <a:buFont typeface="Wingdings" panose="05000000000000000000" pitchFamily="2" charset="2"/>
              <a:buChar char="Ø"/>
            </a:pPr>
            <a:r>
              <a:rPr lang="en-US" sz="1550" dirty="0"/>
              <a:t>SGSN chooses the GGSN (that serves a particular type of context) and requests the GGSN to create a context for the MS. </a:t>
            </a:r>
          </a:p>
          <a:p>
            <a:pPr>
              <a:buFont typeface="Wingdings" panose="05000000000000000000" pitchFamily="2" charset="2"/>
              <a:buChar char="Ø"/>
            </a:pPr>
            <a:r>
              <a:rPr lang="en-US" sz="1550" dirty="0"/>
              <a:t>GGSN replies to SGSN with the TID information</a:t>
            </a:r>
          </a:p>
          <a:p>
            <a:pPr>
              <a:buFont typeface="Wingdings" panose="05000000000000000000" pitchFamily="2" charset="2"/>
              <a:buChar char="Ø"/>
            </a:pPr>
            <a:r>
              <a:rPr lang="en-US" sz="1550" dirty="0"/>
              <a:t>SGSN sends a message to MS informing that a context is activated.</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dirty="0">
                <a:solidFill>
                  <a:schemeClr val="tx1">
                    <a:lumMod val="75000"/>
                  </a:schemeClr>
                </a:solidFill>
                <a:ea typeface="+mn-ea"/>
                <a:sym typeface="+mn-ea"/>
              </a:rPr>
              <a:t>MS-initiated PDP Context Deactivation</a:t>
            </a:r>
          </a:p>
        </p:txBody>
      </p:sp>
      <p:pic>
        <p:nvPicPr>
          <p:cNvPr id="126978" name="Picture 2"/>
          <p:cNvPicPr>
            <a:picLocks noGrp="1" noChangeAspect="1" noChangeArrowheads="1"/>
          </p:cNvPicPr>
          <p:nvPr>
            <p:ph idx="1"/>
          </p:nvPr>
        </p:nvPicPr>
        <p:blipFill>
          <a:blip r:embed="rId2" cstate="print"/>
          <a:srcRect/>
          <a:stretch>
            <a:fillRect/>
          </a:stretch>
        </p:blipFill>
        <p:spPr bwMode="auto">
          <a:xfrm>
            <a:off x="334645" y="932815"/>
            <a:ext cx="8538210" cy="3729355"/>
          </a:xfrm>
          <a:prstGeom prst="rect">
            <a:avLst/>
          </a:prstGeom>
          <a:noFill/>
          <a:ln w="9525">
            <a:noFill/>
            <a:miter lim="800000"/>
            <a:headEnd/>
            <a:tailEnd/>
          </a:ln>
        </p:spPr>
      </p:pic>
      <p:sp>
        <p:nvSpPr>
          <p:cNvPr id="10" name="TextBox 9"/>
          <p:cNvSpPr txBox="1"/>
          <p:nvPr/>
        </p:nvSpPr>
        <p:spPr>
          <a:xfrm>
            <a:off x="0" y="4661337"/>
            <a:ext cx="9144000" cy="1660525"/>
          </a:xfrm>
          <a:prstGeom prst="rect">
            <a:avLst/>
          </a:prstGeom>
          <a:noFill/>
        </p:spPr>
        <p:txBody>
          <a:bodyPr wrap="square" rtlCol="0">
            <a:spAutoFit/>
          </a:bodyPr>
          <a:lstStyle/>
          <a:p>
            <a:endParaRPr lang="en-US" b="1" u="sng" dirty="0"/>
          </a:p>
          <a:p>
            <a:pPr>
              <a:buFont typeface="Wingdings" panose="05000000000000000000" pitchFamily="2" charset="2"/>
              <a:buChar char="ü"/>
            </a:pPr>
            <a:r>
              <a:rPr lang="en-US" sz="1400" dirty="0"/>
              <a:t>MS sends a Deactivate PDP Context Request message to the SGSN.</a:t>
            </a:r>
          </a:p>
          <a:p>
            <a:pPr>
              <a:buFont typeface="Wingdings" panose="05000000000000000000" pitchFamily="2" charset="2"/>
              <a:buChar char="ü"/>
            </a:pPr>
            <a:r>
              <a:rPr lang="en-US" sz="1400" dirty="0"/>
              <a:t>SGSN forwards the request to the GGSN.</a:t>
            </a:r>
          </a:p>
          <a:p>
            <a:pPr>
              <a:buFont typeface="Wingdings" panose="05000000000000000000" pitchFamily="2" charset="2"/>
              <a:buChar char="ü"/>
            </a:pPr>
            <a:r>
              <a:rPr lang="en-US" sz="1400" dirty="0"/>
              <a:t>GGSN removes the PDP context and returns response. </a:t>
            </a:r>
          </a:p>
          <a:p>
            <a:pPr>
              <a:buFont typeface="Wingdings" panose="05000000000000000000" pitchFamily="2" charset="2"/>
              <a:buChar char="ü"/>
            </a:pPr>
            <a:r>
              <a:rPr lang="en-US" sz="1400" dirty="0"/>
              <a:t>SGSN returns  deactivation complete message to MS.</a:t>
            </a:r>
          </a:p>
          <a:p>
            <a:pPr>
              <a:buFont typeface="Wingdings" panose="05000000000000000000" pitchFamily="2" charset="2"/>
              <a:buChar char="ü"/>
            </a:pPr>
            <a:r>
              <a:rPr lang="en-US" sz="1400" dirty="0"/>
              <a:t>For WCDMA Systems, the SGSN and RNC exchange information to release the RAB for the PDP context . When the last RAB is released  the </a:t>
            </a:r>
            <a:r>
              <a:rPr lang="en-US" sz="1400" dirty="0" err="1"/>
              <a:t>Iu</a:t>
            </a:r>
            <a:r>
              <a:rPr lang="en-US" sz="1400" dirty="0"/>
              <a:t> connection is also released</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5405" y="0"/>
            <a:ext cx="11523345" cy="434975"/>
          </a:xfrm>
        </p:spPr>
        <p:txBody>
          <a:bodyPr>
            <a:noAutofit/>
          </a:bodyPr>
          <a:lstStyle/>
          <a:p>
            <a:r>
              <a:rPr lang="en-US" b="1" dirty="0">
                <a:solidFill>
                  <a:schemeClr val="tx1">
                    <a:lumMod val="75000"/>
                  </a:schemeClr>
                </a:solidFill>
                <a:ea typeface="+mn-ea"/>
                <a:sym typeface="+mn-ea"/>
              </a:rPr>
              <a:t>Network-initiated PDP Context Deactivation</a:t>
            </a:r>
            <a:endParaRPr lang="en-US" b="1" dirty="0">
              <a:solidFill>
                <a:schemeClr val="tx1">
                  <a:lumMod val="75000"/>
                </a:schemeClr>
              </a:solidFill>
              <a:ea typeface="+mn-ea"/>
            </a:endParaRPr>
          </a:p>
        </p:txBody>
      </p:sp>
      <p:pic>
        <p:nvPicPr>
          <p:cNvPr id="126977" name="Picture 1"/>
          <p:cNvPicPr>
            <a:picLocks noGrp="1" noChangeAspect="1" noChangeArrowheads="1"/>
          </p:cNvPicPr>
          <p:nvPr>
            <p:ph idx="1"/>
          </p:nvPr>
        </p:nvPicPr>
        <p:blipFill>
          <a:blip r:embed="rId2" cstate="print"/>
          <a:srcRect/>
          <a:stretch>
            <a:fillRect/>
          </a:stretch>
        </p:blipFill>
        <p:spPr bwMode="auto">
          <a:xfrm>
            <a:off x="334645" y="932815"/>
            <a:ext cx="6339840" cy="2816860"/>
          </a:xfrm>
          <a:prstGeom prst="rect">
            <a:avLst/>
          </a:prstGeom>
          <a:noFill/>
          <a:ln w="9525">
            <a:noFill/>
            <a:miter lim="800000"/>
            <a:headEnd/>
            <a:tailEnd/>
          </a:ln>
        </p:spPr>
      </p:pic>
      <p:pic>
        <p:nvPicPr>
          <p:cNvPr id="3" name="Picture 1"/>
          <p:cNvPicPr>
            <a:picLocks noChangeAspect="1" noChangeArrowheads="1"/>
          </p:cNvPicPr>
          <p:nvPr/>
        </p:nvPicPr>
        <p:blipFill>
          <a:blip r:embed="rId2" cstate="print"/>
          <a:srcRect/>
          <a:stretch>
            <a:fillRect/>
          </a:stretch>
        </p:blipFill>
        <p:spPr bwMode="auto">
          <a:xfrm>
            <a:off x="418465" y="599440"/>
            <a:ext cx="6172200" cy="2572847"/>
          </a:xfrm>
          <a:prstGeom prst="rect">
            <a:avLst/>
          </a:prstGeom>
          <a:noFill/>
          <a:ln w="9525">
            <a:noFill/>
            <a:miter lim="800000"/>
            <a:headEnd/>
            <a:tailEnd/>
          </a:ln>
        </p:spPr>
      </p:pic>
      <p:sp>
        <p:nvSpPr>
          <p:cNvPr id="12" name="TextBox 11"/>
          <p:cNvSpPr txBox="1"/>
          <p:nvPr/>
        </p:nvSpPr>
        <p:spPr>
          <a:xfrm>
            <a:off x="0" y="3749794"/>
            <a:ext cx="8991600" cy="2922905"/>
          </a:xfrm>
          <a:prstGeom prst="rect">
            <a:avLst/>
          </a:prstGeom>
          <a:noFill/>
        </p:spPr>
        <p:txBody>
          <a:bodyPr wrap="square" rtlCol="0">
            <a:spAutoFit/>
          </a:bodyPr>
          <a:lstStyle/>
          <a:p>
            <a:r>
              <a:rPr lang="en-US" sz="1600" dirty="0"/>
              <a:t>This happens when : </a:t>
            </a:r>
            <a:r>
              <a:rPr lang="en-US" sz="1600" dirty="0" err="1"/>
              <a:t>i</a:t>
            </a:r>
            <a:r>
              <a:rPr lang="en-US" sz="1600" dirty="0"/>
              <a:t>) Connection to GGSN is lost ii) Delete subscriber data received from HLR</a:t>
            </a:r>
          </a:p>
          <a:p>
            <a:endParaRPr lang="en-US" sz="1400" dirty="0"/>
          </a:p>
          <a:p>
            <a:pPr>
              <a:buFont typeface="Wingdings" panose="05000000000000000000" pitchFamily="2" charset="2"/>
              <a:buChar char="ü"/>
            </a:pPr>
            <a:r>
              <a:rPr lang="en-US" sz="1400" dirty="0"/>
              <a:t>SGSN sends a Delete PDP Context Request message to the GGSN.</a:t>
            </a:r>
          </a:p>
          <a:p>
            <a:pPr>
              <a:buFont typeface="Wingdings" panose="05000000000000000000" pitchFamily="2" charset="2"/>
              <a:buChar char="ü"/>
            </a:pPr>
            <a:r>
              <a:rPr lang="en-US" sz="1400" dirty="0"/>
              <a:t>GGSN removes the PDP context and returns response message to the SGSN. </a:t>
            </a:r>
          </a:p>
          <a:p>
            <a:pPr>
              <a:buFont typeface="Wingdings" panose="05000000000000000000" pitchFamily="2" charset="2"/>
              <a:buChar char="ü"/>
            </a:pPr>
            <a:r>
              <a:rPr lang="en-US" sz="1400" dirty="0"/>
              <a:t>If the deactivation is not due to a detach, the SGSN sends a Deactivate PDP Context Request message to the MS.</a:t>
            </a:r>
          </a:p>
          <a:p>
            <a:pPr>
              <a:buFont typeface="Wingdings" panose="05000000000000000000" pitchFamily="2" charset="2"/>
              <a:buChar char="ü"/>
            </a:pPr>
            <a:r>
              <a:rPr lang="en-US" sz="1400" dirty="0"/>
              <a:t>For WCDMA Systems, if no active </a:t>
            </a:r>
            <a:r>
              <a:rPr lang="en-US" sz="1400" dirty="0" err="1"/>
              <a:t>Iu</a:t>
            </a:r>
            <a:r>
              <a:rPr lang="en-US" sz="1400" dirty="0"/>
              <a:t> connection exists, the connection must be restored through a paging procedure before the message can be sent to the MS. Nevertheless, the RAB will not be established, since the PDP context is under deactivation.</a:t>
            </a:r>
          </a:p>
          <a:p>
            <a:pPr>
              <a:buFont typeface="Wingdings" panose="05000000000000000000" pitchFamily="2" charset="2"/>
              <a:buChar char="ü"/>
            </a:pPr>
            <a:r>
              <a:rPr lang="en-US" sz="1400" dirty="0"/>
              <a:t>MS removes the PDP context and returns a Deactivate PDP Context Accept message to the SGSN. </a:t>
            </a:r>
          </a:p>
          <a:p>
            <a:pPr>
              <a:buFont typeface="Wingdings" panose="05000000000000000000" pitchFamily="2" charset="2"/>
              <a:buChar char="ü"/>
            </a:pPr>
            <a:r>
              <a:rPr lang="en-US" sz="1400" dirty="0"/>
              <a:t>For WCDMA Systems, the SGSN and RNC exchange information to release the RAB for the PDP context between the SGSN and the MS. </a:t>
            </a:r>
          </a:p>
          <a:p>
            <a:pPr>
              <a:buFont typeface="Wingdings" panose="05000000000000000000" pitchFamily="2" charset="2"/>
              <a:buChar char="ü"/>
            </a:pPr>
            <a:r>
              <a:rPr lang="en-US" sz="1400" dirty="0"/>
              <a:t>When the last RAB is released, the </a:t>
            </a:r>
            <a:r>
              <a:rPr lang="en-US" sz="1400" dirty="0" err="1"/>
              <a:t>Iu</a:t>
            </a:r>
            <a:r>
              <a:rPr lang="en-US" sz="1400" dirty="0"/>
              <a:t> connection is also released.</a:t>
            </a:r>
          </a:p>
          <a:p>
            <a:endParaRPr lang="en-US" sz="1400"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334645" y="165100"/>
            <a:ext cx="4416425" cy="767715"/>
          </a:xfrm>
        </p:spPr>
        <p:txBody>
          <a:bodyPr/>
          <a:lstStyle/>
          <a:p>
            <a:r>
              <a:rPr lang="en-US" b="1" dirty="0">
                <a:solidFill>
                  <a:schemeClr val="tx1">
                    <a:lumMod val="75000"/>
                  </a:schemeClr>
                </a:solidFill>
                <a:ea typeface="+mn-ea"/>
                <a:sym typeface="+mn-ea"/>
              </a:rPr>
              <a:t>3G Direct Tunnel</a:t>
            </a:r>
          </a:p>
        </p:txBody>
      </p:sp>
      <p:pic>
        <p:nvPicPr>
          <p:cNvPr id="7" name="Picture 2"/>
          <p:cNvPicPr>
            <a:picLocks noGrp="1" noChangeAspect="1" noChangeArrowheads="1"/>
          </p:cNvPicPr>
          <p:nvPr>
            <p:ph idx="1"/>
          </p:nvPr>
        </p:nvPicPr>
        <p:blipFill>
          <a:blip r:embed="rId2" cstate="print"/>
          <a:srcRect/>
          <a:stretch>
            <a:fillRect/>
          </a:stretch>
        </p:blipFill>
        <p:spPr bwMode="auto">
          <a:xfrm>
            <a:off x="5619750" y="0"/>
            <a:ext cx="6572250" cy="3343275"/>
          </a:xfrm>
          <a:prstGeom prst="rect">
            <a:avLst/>
          </a:prstGeom>
          <a:noFill/>
          <a:ln w="9525">
            <a:noFill/>
            <a:miter lim="800000"/>
            <a:headEnd/>
            <a:tailEnd/>
          </a:ln>
        </p:spPr>
      </p:pic>
      <p:sp>
        <p:nvSpPr>
          <p:cNvPr id="4" name="Rectangle 3"/>
          <p:cNvSpPr/>
          <p:nvPr/>
        </p:nvSpPr>
        <p:spPr>
          <a:xfrm>
            <a:off x="184785" y="872490"/>
            <a:ext cx="5315585" cy="645160"/>
          </a:xfrm>
          <a:prstGeom prst="rect">
            <a:avLst/>
          </a:prstGeom>
        </p:spPr>
        <p:txBody>
          <a:bodyPr wrap="square">
            <a:spAutoFit/>
          </a:bodyPr>
          <a:lstStyle/>
          <a:p>
            <a:pPr>
              <a:buFont typeface="Wingdings" panose="05000000000000000000" pitchFamily="2" charset="2"/>
              <a:buChar char="Ø"/>
            </a:pPr>
            <a:r>
              <a:rPr lang="en-US" dirty="0"/>
              <a:t> Interconnects RNC and GGSN user plane directly</a:t>
            </a:r>
          </a:p>
          <a:p>
            <a:pPr>
              <a:buFont typeface="Wingdings" panose="05000000000000000000" pitchFamily="2" charset="2"/>
              <a:buChar char="Ø"/>
            </a:pPr>
            <a:r>
              <a:rPr lang="en-US" dirty="0"/>
              <a:t> SGSN is bypassed from non-roaming payload traffic</a:t>
            </a:r>
          </a:p>
        </p:txBody>
      </p:sp>
      <p:sp>
        <p:nvSpPr>
          <p:cNvPr id="5" name="Rectangle 4"/>
          <p:cNvSpPr/>
          <p:nvPr/>
        </p:nvSpPr>
        <p:spPr>
          <a:xfrm>
            <a:off x="184785" y="1971040"/>
            <a:ext cx="5055870" cy="645160"/>
          </a:xfrm>
          <a:prstGeom prst="rect">
            <a:avLst/>
          </a:prstGeom>
        </p:spPr>
        <p:txBody>
          <a:bodyPr wrap="square">
            <a:spAutoFit/>
          </a:bodyPr>
          <a:lstStyle/>
          <a:p>
            <a:pPr>
              <a:buFont typeface="Wingdings" panose="05000000000000000000" pitchFamily="2" charset="2"/>
              <a:buChar char="Ø"/>
            </a:pPr>
            <a:r>
              <a:rPr lang="en-US" dirty="0"/>
              <a:t> Improved Throughput capacity  without SGSN node hardware expansion</a:t>
            </a:r>
          </a:p>
        </p:txBody>
      </p:sp>
      <p:sp>
        <p:nvSpPr>
          <p:cNvPr id="6" name="Rectangle 5"/>
          <p:cNvSpPr/>
          <p:nvPr/>
        </p:nvSpPr>
        <p:spPr>
          <a:xfrm>
            <a:off x="184785" y="2553335"/>
            <a:ext cx="5523230" cy="1198880"/>
          </a:xfrm>
          <a:prstGeom prst="rect">
            <a:avLst/>
          </a:prstGeom>
        </p:spPr>
        <p:txBody>
          <a:bodyPr wrap="square">
            <a:spAutoFit/>
          </a:bodyPr>
          <a:lstStyle/>
          <a:p>
            <a:pPr>
              <a:buFont typeface="Wingdings" panose="05000000000000000000" pitchFamily="2" charset="2"/>
              <a:buChar char="Ø"/>
            </a:pPr>
            <a:r>
              <a:rPr lang="en-US" dirty="0"/>
              <a:t> Reduce 3G payload latency</a:t>
            </a:r>
          </a:p>
          <a:p>
            <a:pPr>
              <a:buFont typeface="Wingdings" panose="05000000000000000000" pitchFamily="2" charset="2"/>
              <a:buChar char="Ø"/>
            </a:pPr>
            <a:r>
              <a:rPr lang="en-US" dirty="0"/>
              <a:t> SGSN can be located without considering payload transmission  </a:t>
            </a:r>
          </a:p>
          <a:p>
            <a:pPr>
              <a:buFont typeface="Wingdings" panose="05000000000000000000" pitchFamily="2" charset="2"/>
              <a:buChar char="Ø"/>
            </a:pPr>
            <a:r>
              <a:rPr lang="en-US" dirty="0"/>
              <a:t>  delay</a:t>
            </a:r>
          </a:p>
        </p:txBody>
      </p:sp>
      <p:sp>
        <p:nvSpPr>
          <p:cNvPr id="8" name="Rectangle 6"/>
          <p:cNvSpPr/>
          <p:nvPr/>
        </p:nvSpPr>
        <p:spPr>
          <a:xfrm>
            <a:off x="184785" y="3910330"/>
            <a:ext cx="5728970" cy="368300"/>
          </a:xfrm>
          <a:prstGeom prst="rect">
            <a:avLst/>
          </a:prstGeom>
        </p:spPr>
        <p:txBody>
          <a:bodyPr wrap="square">
            <a:spAutoFit/>
          </a:bodyPr>
          <a:lstStyle/>
          <a:p>
            <a:pPr>
              <a:buFont typeface="Wingdings" panose="05000000000000000000" pitchFamily="2" charset="2"/>
              <a:buChar char="Ø"/>
            </a:pPr>
            <a:r>
              <a:rPr lang="en-US" dirty="0"/>
              <a:t>Volume charging in SGSN is no longer possible with 3GDT</a:t>
            </a:r>
          </a:p>
        </p:txBody>
      </p:sp>
      <p:sp>
        <p:nvSpPr>
          <p:cNvPr id="9" name="Rectangle 8"/>
          <p:cNvSpPr/>
          <p:nvPr/>
        </p:nvSpPr>
        <p:spPr>
          <a:xfrm>
            <a:off x="0" y="4687570"/>
            <a:ext cx="7010400" cy="1198880"/>
          </a:xfrm>
          <a:prstGeom prst="rect">
            <a:avLst/>
          </a:prstGeom>
        </p:spPr>
        <p:txBody>
          <a:bodyPr wrap="square">
            <a:spAutoFit/>
          </a:bodyPr>
          <a:lstStyle/>
          <a:p>
            <a:pPr>
              <a:buFont typeface="Wingdings" panose="05000000000000000000" pitchFamily="2" charset="2"/>
              <a:buChar char="Ø"/>
            </a:pPr>
            <a:r>
              <a:rPr lang="en-US" dirty="0"/>
              <a:t>There will be a small increase ( Maximum to 10%) in CPU load of application Processors (boards handling the signaling) with 100% 3GDT implementation </a:t>
            </a:r>
          </a:p>
          <a:p>
            <a:endParaRPr lang="en-US" dirty="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dirty="0">
                <a:solidFill>
                  <a:schemeClr val="tx1">
                    <a:lumMod val="75000"/>
                  </a:schemeClr>
                </a:solidFill>
                <a:ea typeface="+mn-ea"/>
                <a:sym typeface="+mn-ea"/>
              </a:rPr>
              <a:t>3G DT call flow – Active PDP Context</a:t>
            </a:r>
          </a:p>
        </p:txBody>
      </p:sp>
      <p:pic>
        <p:nvPicPr>
          <p:cNvPr id="68610" name="Picture 2"/>
          <p:cNvPicPr>
            <a:picLocks noGrp="1" noChangeAspect="1" noChangeArrowheads="1"/>
          </p:cNvPicPr>
          <p:nvPr>
            <p:ph idx="1"/>
          </p:nvPr>
        </p:nvPicPr>
        <p:blipFill>
          <a:blip r:embed="rId2" cstate="print"/>
          <a:srcRect/>
          <a:stretch>
            <a:fillRect/>
          </a:stretch>
        </p:blipFill>
        <p:spPr bwMode="auto">
          <a:xfrm>
            <a:off x="454660" y="1253490"/>
            <a:ext cx="9404350" cy="5239385"/>
          </a:xfrm>
          <a:prstGeom prst="rect">
            <a:avLst/>
          </a:prstGeom>
          <a:noFill/>
          <a:ln w="9525">
            <a:noFill/>
            <a:miter lim="800000"/>
            <a:headEnd/>
            <a:tailEnd/>
          </a:ln>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IN" altLang="en-US" i="1" dirty="0">
                <a:ln w="22225">
                  <a:solidFill>
                    <a:schemeClr val="accent2"/>
                  </a:solidFill>
                  <a:prstDash val="solid"/>
                </a:ln>
                <a:solidFill>
                  <a:schemeClr val="accent2">
                    <a:lumMod val="40000"/>
                    <a:lumOff val="60000"/>
                  </a:schemeClr>
                </a:solidFill>
                <a:effectLst/>
                <a:sym typeface="+mn-ea"/>
              </a:rPr>
              <a:t>                     </a:t>
            </a:r>
            <a:r>
              <a:rPr lang="en-IN" altLang="en-US" sz="3000" b="1" dirty="0">
                <a:solidFill>
                  <a:schemeClr val="tx1">
                    <a:lumMod val="75000"/>
                  </a:schemeClr>
                </a:solidFill>
                <a:ea typeface="+mn-ea"/>
                <a:sym typeface="+mn-ea"/>
              </a:rPr>
              <a:t>EUTRAN/LTE</a:t>
            </a:r>
            <a:r>
              <a:rPr lang="en-US" sz="3000" b="1" dirty="0">
                <a:solidFill>
                  <a:schemeClr val="tx1">
                    <a:lumMod val="75000"/>
                  </a:schemeClr>
                </a:solidFill>
                <a:ea typeface="+mn-ea"/>
                <a:sym typeface="+mn-ea"/>
              </a:rPr>
              <a:t> Architecture</a:t>
            </a:r>
            <a:br>
              <a:rPr lang="en-US" dirty="0">
                <a:sym typeface="+mn-ea"/>
              </a:rPr>
            </a:br>
            <a:endParaRPr lang="en-US" dirty="0"/>
          </a:p>
        </p:txBody>
      </p:sp>
      <p:pic>
        <p:nvPicPr>
          <p:cNvPr id="4" name="Content Placeholder 3"/>
          <p:cNvPicPr>
            <a:picLocks noGrp="1" noChangeAspect="1"/>
          </p:cNvPicPr>
          <p:nvPr>
            <p:ph idx="1"/>
          </p:nvPr>
        </p:nvPicPr>
        <p:blipFill>
          <a:blip r:embed="rId2"/>
          <a:stretch>
            <a:fillRect/>
          </a:stretch>
        </p:blipFill>
        <p:spPr>
          <a:xfrm>
            <a:off x="532765" y="1234440"/>
            <a:ext cx="11369675" cy="5384800"/>
          </a:xfrm>
          <a:prstGeom prst="rect">
            <a:avLst/>
          </a:prstGeom>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697865" y="84455"/>
            <a:ext cx="10515600" cy="840740"/>
          </a:xfrm>
        </p:spPr>
        <p:txBody>
          <a:bodyPr>
            <a:normAutofit/>
          </a:bodyPr>
          <a:lstStyle/>
          <a:p>
            <a:r>
              <a:rPr lang="en-US" b="1" dirty="0">
                <a:solidFill>
                  <a:schemeClr val="tx1">
                    <a:lumMod val="75000"/>
                  </a:schemeClr>
                </a:solidFill>
                <a:ea typeface="+mn-ea"/>
                <a:sym typeface="+mn-ea"/>
              </a:rPr>
              <a:t>E-UTRAN Attach Procedure </a:t>
            </a:r>
            <a:r>
              <a:rPr lang="en-IN" altLang="en-US" b="1" dirty="0">
                <a:solidFill>
                  <a:schemeClr val="tx1">
                    <a:lumMod val="75000"/>
                  </a:schemeClr>
                </a:solidFill>
                <a:ea typeface="+mn-ea"/>
                <a:sym typeface="+mn-ea"/>
              </a:rPr>
              <a:t>(4G Call Flow):- Step-1</a:t>
            </a:r>
          </a:p>
        </p:txBody>
      </p:sp>
      <p:pic>
        <p:nvPicPr>
          <p:cNvPr id="4" name="Content Placeholder 3" descr="IMG_256"/>
          <p:cNvPicPr>
            <a:picLocks noGrp="1" noChangeAspect="1"/>
          </p:cNvPicPr>
          <p:nvPr>
            <p:ph idx="1"/>
          </p:nvPr>
        </p:nvPicPr>
        <p:blipFill>
          <a:blip r:embed="rId2"/>
          <a:stretch>
            <a:fillRect/>
          </a:stretch>
        </p:blipFill>
        <p:spPr>
          <a:xfrm>
            <a:off x="374650" y="1252855"/>
            <a:ext cx="11687175" cy="4846955"/>
          </a:xfrm>
          <a:prstGeom prst="rect">
            <a:avLst/>
          </a:prstGeom>
          <a:noFill/>
          <a:ln w="9525">
            <a:noFill/>
          </a:ln>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a:xfrm>
            <a:off x="1329055" y="133985"/>
            <a:ext cx="10515600" cy="636905"/>
          </a:xfrm>
        </p:spPr>
        <p:txBody>
          <a:bodyPr>
            <a:normAutofit/>
          </a:bodyPr>
          <a:lstStyle/>
          <a:p>
            <a:r>
              <a:rPr lang="en-US" b="1" dirty="0">
                <a:solidFill>
                  <a:schemeClr val="tx1">
                    <a:lumMod val="75000"/>
                  </a:schemeClr>
                </a:solidFill>
                <a:ea typeface="+mn-ea"/>
                <a:sym typeface="+mn-ea"/>
              </a:rPr>
              <a:t>E-UTRAN Attach Procedure</a:t>
            </a:r>
            <a:r>
              <a:rPr lang="en-IN" altLang="en-US" b="1" dirty="0">
                <a:solidFill>
                  <a:schemeClr val="tx1">
                    <a:lumMod val="75000"/>
                  </a:schemeClr>
                </a:solidFill>
                <a:ea typeface="+mn-ea"/>
                <a:sym typeface="+mn-ea"/>
              </a:rPr>
              <a:t>:- Step-2</a:t>
            </a:r>
          </a:p>
        </p:txBody>
      </p:sp>
      <p:pic>
        <p:nvPicPr>
          <p:cNvPr id="4" name="Picture 2" descr="IMG_257"/>
          <p:cNvPicPr>
            <a:picLocks noGrp="1" noChangeAspect="1"/>
          </p:cNvPicPr>
          <p:nvPr>
            <p:ph sz="half" idx="1"/>
          </p:nvPr>
        </p:nvPicPr>
        <p:blipFill>
          <a:blip r:embed="rId2"/>
          <a:stretch>
            <a:fillRect/>
          </a:stretch>
        </p:blipFill>
        <p:spPr>
          <a:xfrm>
            <a:off x="52070" y="723900"/>
            <a:ext cx="12088495" cy="2362200"/>
          </a:xfrm>
          <a:prstGeom prst="rect">
            <a:avLst/>
          </a:prstGeom>
          <a:noFill/>
          <a:ln w="9525">
            <a:noFill/>
          </a:ln>
        </p:spPr>
      </p:pic>
      <p:pic>
        <p:nvPicPr>
          <p:cNvPr id="6" name="Picture 3" descr="IMG_258"/>
          <p:cNvPicPr>
            <a:picLocks noGrp="1" noChangeAspect="1"/>
          </p:cNvPicPr>
          <p:nvPr>
            <p:ph sz="half" idx="2"/>
          </p:nvPr>
        </p:nvPicPr>
        <p:blipFill>
          <a:blip r:embed="rId3"/>
          <a:stretch>
            <a:fillRect/>
          </a:stretch>
        </p:blipFill>
        <p:spPr>
          <a:xfrm>
            <a:off x="-166370" y="3400425"/>
            <a:ext cx="12157710" cy="3143885"/>
          </a:xfrm>
          <a:prstGeom prst="rect">
            <a:avLst/>
          </a:prstGeom>
          <a:noFill/>
          <a:ln w="9525">
            <a:noFill/>
          </a:ln>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504825" y="251460"/>
            <a:ext cx="10638790" cy="657225"/>
          </a:xfrm>
        </p:spPr>
        <p:txBody>
          <a:bodyPr>
            <a:normAutofit/>
          </a:bodyPr>
          <a:lstStyle/>
          <a:p>
            <a:r>
              <a:rPr lang="en-US" b="1" dirty="0">
                <a:solidFill>
                  <a:schemeClr val="tx1">
                    <a:lumMod val="75000"/>
                  </a:schemeClr>
                </a:solidFill>
                <a:ea typeface="+mn-ea"/>
              </a:rPr>
              <a:t>E-UTRAN Attach Procedure</a:t>
            </a:r>
            <a:r>
              <a:rPr lang="en-IN" altLang="en-US" b="1" dirty="0">
                <a:solidFill>
                  <a:schemeClr val="tx1">
                    <a:lumMod val="75000"/>
                  </a:schemeClr>
                </a:solidFill>
                <a:ea typeface="+mn-ea"/>
              </a:rPr>
              <a:t>:- Step-3</a:t>
            </a:r>
          </a:p>
        </p:txBody>
      </p:sp>
      <p:pic>
        <p:nvPicPr>
          <p:cNvPr id="5" name="Content Placeholder 4" descr="IMG_259"/>
          <p:cNvPicPr>
            <a:picLocks noGrp="1" noChangeAspect="1"/>
          </p:cNvPicPr>
          <p:nvPr>
            <p:ph sz="half" idx="1"/>
          </p:nvPr>
        </p:nvPicPr>
        <p:blipFill>
          <a:blip r:embed="rId2"/>
          <a:stretch>
            <a:fillRect/>
          </a:stretch>
        </p:blipFill>
        <p:spPr>
          <a:xfrm>
            <a:off x="622300" y="1195705"/>
            <a:ext cx="11153775" cy="2588895"/>
          </a:xfrm>
          <a:prstGeom prst="rect">
            <a:avLst/>
          </a:prstGeom>
          <a:noFill/>
          <a:ln w="9525">
            <a:noFill/>
          </a:ln>
        </p:spPr>
      </p:pic>
      <p:pic>
        <p:nvPicPr>
          <p:cNvPr id="7" name="Picture 5" descr="IMG_260"/>
          <p:cNvPicPr>
            <a:picLocks noGrp="1" noChangeAspect="1"/>
          </p:cNvPicPr>
          <p:nvPr>
            <p:ph sz="half" idx="2"/>
          </p:nvPr>
        </p:nvPicPr>
        <p:blipFill>
          <a:blip r:embed="rId3"/>
          <a:stretch>
            <a:fillRect/>
          </a:stretch>
        </p:blipFill>
        <p:spPr>
          <a:xfrm>
            <a:off x="383540" y="3957955"/>
            <a:ext cx="11271250" cy="2747645"/>
          </a:xfrm>
          <a:prstGeom prst="rect">
            <a:avLst/>
          </a:prstGeom>
          <a:noFill/>
          <a:ln w="9525">
            <a:noFill/>
          </a:ln>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615315"/>
          </a:xfrm>
        </p:spPr>
        <p:txBody>
          <a:bodyPr>
            <a:normAutofit/>
          </a:bodyPr>
          <a:lstStyle/>
          <a:p>
            <a:r>
              <a:rPr lang="en-IN" altLang="en-US" b="1" dirty="0">
                <a:solidFill>
                  <a:srgbClr val="C00000"/>
                </a:solidFill>
              </a:rPr>
              <a:t>           </a:t>
            </a:r>
            <a:r>
              <a:rPr lang="en-US" b="1" dirty="0"/>
              <a:t>Core 2G,3G and 4G Architecture</a:t>
            </a:r>
          </a:p>
        </p:txBody>
      </p:sp>
      <p:pic>
        <p:nvPicPr>
          <p:cNvPr id="4" name="Picture 3"/>
          <p:cNvPicPr>
            <a:picLocks noChangeAspect="1"/>
          </p:cNvPicPr>
          <p:nvPr/>
        </p:nvPicPr>
        <p:blipFill>
          <a:blip r:embed="rId2"/>
          <a:stretch>
            <a:fillRect/>
          </a:stretch>
        </p:blipFill>
        <p:spPr>
          <a:xfrm>
            <a:off x="410816" y="1209200"/>
            <a:ext cx="11343861" cy="5377130"/>
          </a:xfrm>
          <a:prstGeom prst="rect">
            <a:avLst/>
          </a:prstGeom>
          <a:ln w="38100" cap="sq">
            <a:solidFill>
              <a:srgbClr val="000000"/>
            </a:solidFill>
            <a:prstDash val="solid"/>
            <a:miter lim="800000"/>
            <a:headEnd/>
            <a:tailEnd/>
          </a:ln>
          <a:effectLst>
            <a:outerShdw blurRad="50800" dist="38100" dir="2700000" algn="tl" rotWithShape="0">
              <a:srgbClr val="000000">
                <a:alpha val="43000"/>
              </a:srgbClr>
            </a:outerShdw>
          </a:effectLst>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93140" y="47625"/>
            <a:ext cx="10515600" cy="712470"/>
          </a:xfrm>
        </p:spPr>
        <p:txBody>
          <a:bodyPr>
            <a:normAutofit fontScale="90000"/>
          </a:bodyPr>
          <a:lstStyle/>
          <a:p>
            <a:r>
              <a:rPr lang="en-IN" altLang="en-US" dirty="0">
                <a:sym typeface="+mn-ea"/>
              </a:rPr>
              <a:t>                         </a:t>
            </a:r>
            <a:r>
              <a:rPr lang="en-US" sz="3000" b="1" dirty="0">
                <a:solidFill>
                  <a:schemeClr val="tx1">
                    <a:lumMod val="75000"/>
                  </a:schemeClr>
                </a:solidFill>
                <a:ea typeface="+mn-ea"/>
                <a:sym typeface="+mn-ea"/>
              </a:rPr>
              <a:t>GPRS/UMTS Architecture</a:t>
            </a:r>
            <a:br>
              <a:rPr lang="en-US" sz="3200" dirty="0"/>
            </a:br>
            <a:endParaRPr lang="en-US" sz="3200" dirty="0"/>
          </a:p>
        </p:txBody>
      </p:sp>
      <p:pic>
        <p:nvPicPr>
          <p:cNvPr id="47106" name="Picture 2"/>
          <p:cNvPicPr>
            <a:picLocks noGrp="1" noChangeAspect="1" noChangeArrowheads="1"/>
          </p:cNvPicPr>
          <p:nvPr>
            <p:ph idx="1"/>
          </p:nvPr>
        </p:nvPicPr>
        <p:blipFill>
          <a:blip r:embed="rId2" cstate="print"/>
          <a:srcRect/>
          <a:stretch>
            <a:fillRect/>
          </a:stretch>
        </p:blipFill>
        <p:spPr bwMode="auto">
          <a:xfrm>
            <a:off x="88900" y="760095"/>
            <a:ext cx="12060555" cy="5906135"/>
          </a:xfrm>
          <a:prstGeom prst="rect">
            <a:avLst/>
          </a:prstGeom>
          <a:noFill/>
          <a:ln w="9525">
            <a:noFill/>
            <a:miter lim="800000"/>
            <a:headEnd/>
            <a:tailEnd/>
          </a:ln>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IN" altLang="en-US" i="1" dirty="0">
                <a:ln w="22225">
                  <a:solidFill>
                    <a:schemeClr val="accent2"/>
                  </a:solidFill>
                  <a:prstDash val="solid"/>
                </a:ln>
                <a:solidFill>
                  <a:schemeClr val="accent2">
                    <a:lumMod val="40000"/>
                    <a:lumOff val="60000"/>
                  </a:schemeClr>
                </a:solidFill>
                <a:effectLst/>
                <a:sym typeface="+mn-ea"/>
              </a:rPr>
              <a:t>                     </a:t>
            </a:r>
            <a:r>
              <a:rPr lang="en-IN" altLang="en-US" sz="3000" b="1" dirty="0">
                <a:solidFill>
                  <a:schemeClr val="tx1">
                    <a:lumMod val="75000"/>
                  </a:schemeClr>
                </a:solidFill>
                <a:ea typeface="+mn-ea"/>
                <a:sym typeface="+mn-ea"/>
              </a:rPr>
              <a:t>EUTRAN/LTE</a:t>
            </a:r>
            <a:r>
              <a:rPr lang="en-US" sz="3000" b="1" dirty="0">
                <a:solidFill>
                  <a:schemeClr val="tx1">
                    <a:lumMod val="75000"/>
                  </a:schemeClr>
                </a:solidFill>
                <a:ea typeface="+mn-ea"/>
                <a:sym typeface="+mn-ea"/>
              </a:rPr>
              <a:t> Architecture</a:t>
            </a:r>
            <a:br>
              <a:rPr lang="en-US" dirty="0">
                <a:sym typeface="+mn-ea"/>
              </a:rPr>
            </a:br>
            <a:endParaRPr lang="en-US" dirty="0"/>
          </a:p>
        </p:txBody>
      </p:sp>
      <p:pic>
        <p:nvPicPr>
          <p:cNvPr id="4" name="Content Placeholder 3"/>
          <p:cNvPicPr>
            <a:picLocks noGrp="1" noChangeAspect="1"/>
          </p:cNvPicPr>
          <p:nvPr>
            <p:ph idx="1"/>
          </p:nvPr>
        </p:nvPicPr>
        <p:blipFill>
          <a:blip r:embed="rId2"/>
          <a:stretch>
            <a:fillRect/>
          </a:stretch>
        </p:blipFill>
        <p:spPr>
          <a:xfrm>
            <a:off x="532765" y="1234440"/>
            <a:ext cx="11369675" cy="5384800"/>
          </a:xfrm>
          <a:prstGeom prst="rect">
            <a:avLst/>
          </a:prstGeom>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394874" y="16157"/>
            <a:ext cx="11078400" cy="412468"/>
          </a:xfrm>
        </p:spPr>
        <p:txBody>
          <a:bodyPr/>
          <a:lstStyle/>
          <a:p>
            <a:r>
              <a:rPr lang="en-US" dirty="0"/>
              <a:t>		</a:t>
            </a:r>
            <a:r>
              <a:rPr lang="en-US" b="1" dirty="0">
                <a:solidFill>
                  <a:schemeClr val="tx1">
                    <a:lumMod val="75000"/>
                  </a:schemeClr>
                </a:solidFill>
                <a:ea typeface="+mn-ea"/>
              </a:rPr>
              <a:t>PS Network Architecture : Safaricom Ethiopia</a:t>
            </a:r>
          </a:p>
        </p:txBody>
      </p:sp>
      <p:sp>
        <p:nvSpPr>
          <p:cNvPr id="11" name="Content Placeholder 1"/>
          <p:cNvSpPr txBox="1">
            <a:spLocks/>
          </p:cNvSpPr>
          <p:nvPr/>
        </p:nvSpPr>
        <p:spPr>
          <a:xfrm>
            <a:off x="816617" y="1150236"/>
            <a:ext cx="10460463" cy="4409180"/>
          </a:xfrm>
          <a:prstGeom prst="rect">
            <a:avLst/>
          </a:prstGeom>
        </p:spPr>
        <p:txBody>
          <a:bodyPr vert="horz" lIns="0" tIns="60960" rIns="0" bIns="60960" rtlCol="0">
            <a:noAutofit/>
          </a:bodyPr>
          <a:lstStyle/>
          <a:p>
            <a:endParaRPr lang="en-US" sz="2400" dirty="0">
              <a:solidFill>
                <a:schemeClr val="bg2"/>
              </a:solidFill>
            </a:endParaRPr>
          </a:p>
          <a:p>
            <a:pPr lvl="1">
              <a:buNone/>
            </a:pPr>
            <a:endParaRPr lang="de-DE" sz="2400" b="1" dirty="0">
              <a:solidFill>
                <a:schemeClr val="bg2"/>
              </a:solidFill>
              <a:latin typeface="Arial"/>
              <a:ea typeface="+mj-ea"/>
              <a:cs typeface="Arial"/>
            </a:endParaRPr>
          </a:p>
          <a:p>
            <a:pPr defTabSz="609585">
              <a:defRPr/>
            </a:pPr>
            <a:endParaRPr lang="en-US" sz="2400" dirty="0">
              <a:solidFill>
                <a:schemeClr val="bg2"/>
              </a:solidFill>
            </a:endParaRPr>
          </a:p>
        </p:txBody>
      </p:sp>
      <p:pic>
        <p:nvPicPr>
          <p:cNvPr id="2" name="Picture 1">
            <a:extLst>
              <a:ext uri="{FF2B5EF4-FFF2-40B4-BE49-F238E27FC236}">
                <a16:creationId xmlns:a16="http://schemas.microsoft.com/office/drawing/2014/main" id="{4E08792C-0452-4C66-BDF6-7D44E35F165C}"/>
              </a:ext>
            </a:extLst>
          </p:cNvPr>
          <p:cNvPicPr>
            <a:picLocks noChangeAspect="1"/>
          </p:cNvPicPr>
          <p:nvPr/>
        </p:nvPicPr>
        <p:blipFill>
          <a:blip r:embed="rId3"/>
          <a:stretch>
            <a:fillRect/>
          </a:stretch>
        </p:blipFill>
        <p:spPr>
          <a:xfrm>
            <a:off x="1" y="428625"/>
            <a:ext cx="11797126" cy="5905500"/>
          </a:xfrm>
          <a:prstGeom prst="rect">
            <a:avLst/>
          </a:prstGeom>
        </p:spPr>
      </p:pic>
    </p:spTree>
    <p:extLst>
      <p:ext uri="{BB962C8B-B14F-4D97-AF65-F5344CB8AC3E}">
        <p14:creationId xmlns:p14="http://schemas.microsoft.com/office/powerpoint/2010/main" val="3719503374"/>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1B33EDA8-FDCD-4C39-93E6-AA455C9E733C}"/>
              </a:ext>
            </a:extLst>
          </p:cNvPr>
          <p:cNvSpPr>
            <a:spLocks noGrp="1"/>
          </p:cNvSpPr>
          <p:nvPr>
            <p:ph type="ftr" sz="quarter" idx="11"/>
          </p:nvPr>
        </p:nvSpPr>
        <p:spPr/>
        <p:txBody>
          <a:bodyPr/>
          <a:lstStyle/>
          <a:p>
            <a:r>
              <a:rPr lang="en-IN" sz="3200" b="1" dirty="0"/>
              <a:t>PS Core Functional interfaces: Summary</a:t>
            </a:r>
            <a:endParaRPr lang="en-US" sz="3200" b="1" dirty="0"/>
          </a:p>
        </p:txBody>
      </p:sp>
      <p:sp>
        <p:nvSpPr>
          <p:cNvPr id="6" name="Title 5">
            <a:extLst>
              <a:ext uri="{FF2B5EF4-FFF2-40B4-BE49-F238E27FC236}">
                <a16:creationId xmlns:a16="http://schemas.microsoft.com/office/drawing/2014/main" id="{CD813BD4-DD02-405E-A7CF-DFF9C1E8BE6C}"/>
              </a:ext>
            </a:extLst>
          </p:cNvPr>
          <p:cNvSpPr>
            <a:spLocks noGrp="1"/>
          </p:cNvSpPr>
          <p:nvPr>
            <p:ph type="title"/>
          </p:nvPr>
        </p:nvSpPr>
        <p:spPr>
          <a:xfrm>
            <a:off x="194850" y="688976"/>
            <a:ext cx="11078400" cy="412468"/>
          </a:xfrm>
        </p:spPr>
        <p:txBody>
          <a:bodyPr/>
          <a:lstStyle/>
          <a:p>
            <a:r>
              <a:rPr lang="en-US" dirty="0"/>
              <a:t>1.CMM (SGSN/MME)</a:t>
            </a:r>
            <a:endParaRPr lang="en-IN" dirty="0"/>
          </a:p>
        </p:txBody>
      </p:sp>
      <p:pic>
        <p:nvPicPr>
          <p:cNvPr id="7" name="Picture 6">
            <a:extLst>
              <a:ext uri="{FF2B5EF4-FFF2-40B4-BE49-F238E27FC236}">
                <a16:creationId xmlns:a16="http://schemas.microsoft.com/office/drawing/2014/main" id="{B88AF138-4F24-4811-B82B-6777F0075207}"/>
              </a:ext>
            </a:extLst>
          </p:cNvPr>
          <p:cNvPicPr>
            <a:picLocks noChangeAspect="1"/>
          </p:cNvPicPr>
          <p:nvPr/>
        </p:nvPicPr>
        <p:blipFill>
          <a:blip r:embed="rId2"/>
          <a:stretch>
            <a:fillRect/>
          </a:stretch>
        </p:blipFill>
        <p:spPr>
          <a:xfrm>
            <a:off x="647700" y="1815819"/>
            <a:ext cx="8505825" cy="3933825"/>
          </a:xfrm>
          <a:prstGeom prst="rect">
            <a:avLst/>
          </a:prstGeom>
        </p:spPr>
      </p:pic>
    </p:spTree>
    <p:extLst>
      <p:ext uri="{BB962C8B-B14F-4D97-AF65-F5344CB8AC3E}">
        <p14:creationId xmlns:p14="http://schemas.microsoft.com/office/powerpoint/2010/main" val="116345158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1B33EDA8-FDCD-4C39-93E6-AA455C9E733C}"/>
              </a:ext>
            </a:extLst>
          </p:cNvPr>
          <p:cNvSpPr>
            <a:spLocks noGrp="1"/>
          </p:cNvSpPr>
          <p:nvPr>
            <p:ph type="ftr" sz="quarter" idx="11"/>
          </p:nvPr>
        </p:nvSpPr>
        <p:spPr/>
        <p:txBody>
          <a:bodyPr/>
          <a:lstStyle/>
          <a:p>
            <a:r>
              <a:rPr lang="en-IN" sz="3200" b="1" dirty="0"/>
              <a:t>Functional interfaces:</a:t>
            </a:r>
            <a:endParaRPr lang="en-US" sz="3200" b="1" dirty="0"/>
          </a:p>
        </p:txBody>
      </p:sp>
      <p:sp>
        <p:nvSpPr>
          <p:cNvPr id="6" name="Title 5">
            <a:extLst>
              <a:ext uri="{FF2B5EF4-FFF2-40B4-BE49-F238E27FC236}">
                <a16:creationId xmlns:a16="http://schemas.microsoft.com/office/drawing/2014/main" id="{CD813BD4-DD02-405E-A7CF-DFF9C1E8BE6C}"/>
              </a:ext>
            </a:extLst>
          </p:cNvPr>
          <p:cNvSpPr>
            <a:spLocks noGrp="1"/>
          </p:cNvSpPr>
          <p:nvPr>
            <p:ph type="title"/>
          </p:nvPr>
        </p:nvSpPr>
        <p:spPr>
          <a:xfrm>
            <a:off x="194850" y="688976"/>
            <a:ext cx="11078400" cy="412468"/>
          </a:xfrm>
        </p:spPr>
        <p:txBody>
          <a:bodyPr/>
          <a:lstStyle/>
          <a:p>
            <a:r>
              <a:rPr lang="en-US" dirty="0"/>
              <a:t>1.CMG (GGSN/PGW)</a:t>
            </a:r>
            <a:endParaRPr lang="en-IN" dirty="0"/>
          </a:p>
        </p:txBody>
      </p:sp>
      <p:sp>
        <p:nvSpPr>
          <p:cNvPr id="2" name="Rectangle 1">
            <a:extLst>
              <a:ext uri="{FF2B5EF4-FFF2-40B4-BE49-F238E27FC236}">
                <a16:creationId xmlns:a16="http://schemas.microsoft.com/office/drawing/2014/main" id="{F8430C35-4A2F-4FBC-A80E-FBD7CCCAD8AD}"/>
              </a:ext>
            </a:extLst>
          </p:cNvPr>
          <p:cNvSpPr/>
          <p:nvPr/>
        </p:nvSpPr>
        <p:spPr>
          <a:xfrm>
            <a:off x="0" y="1418362"/>
            <a:ext cx="12192000" cy="923330"/>
          </a:xfrm>
          <a:prstGeom prst="rect">
            <a:avLst/>
          </a:prstGeom>
        </p:spPr>
        <p:txBody>
          <a:bodyPr wrap="square">
            <a:spAutoFit/>
          </a:bodyPr>
          <a:lstStyle/>
          <a:p>
            <a:r>
              <a:rPr lang="en-US" dirty="0"/>
              <a:t>Bellow follows the list of CMG logical interfaces used under the current scope of Nokia Cloud Packet Core deployment. For many of these interfaces different transport protocols alternatives may be considered, the table specifies what transport options are implemented in the deployment. </a:t>
            </a:r>
            <a:endParaRPr lang="en-IN" dirty="0"/>
          </a:p>
        </p:txBody>
      </p:sp>
      <p:pic>
        <p:nvPicPr>
          <p:cNvPr id="3" name="Picture 2">
            <a:extLst>
              <a:ext uri="{FF2B5EF4-FFF2-40B4-BE49-F238E27FC236}">
                <a16:creationId xmlns:a16="http://schemas.microsoft.com/office/drawing/2014/main" id="{30B24F6B-D49C-43EE-8D0A-147819C35EB5}"/>
              </a:ext>
            </a:extLst>
          </p:cNvPr>
          <p:cNvPicPr>
            <a:picLocks noChangeAspect="1"/>
          </p:cNvPicPr>
          <p:nvPr/>
        </p:nvPicPr>
        <p:blipFill>
          <a:blip r:embed="rId2"/>
          <a:stretch>
            <a:fillRect/>
          </a:stretch>
        </p:blipFill>
        <p:spPr>
          <a:xfrm>
            <a:off x="194850" y="2533650"/>
            <a:ext cx="11920950" cy="3505200"/>
          </a:xfrm>
          <a:prstGeom prst="rect">
            <a:avLst/>
          </a:prstGeom>
        </p:spPr>
      </p:pic>
    </p:spTree>
    <p:extLst>
      <p:ext uri="{BB962C8B-B14F-4D97-AF65-F5344CB8AC3E}">
        <p14:creationId xmlns:p14="http://schemas.microsoft.com/office/powerpoint/2010/main" val="54792967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3E9B30D-8F35-4B5C-B597-459C5F0D6AF2}"/>
              </a:ext>
            </a:extLst>
          </p:cNvPr>
          <p:cNvSpPr>
            <a:spLocks noGrp="1"/>
          </p:cNvSpPr>
          <p:nvPr>
            <p:ph type="body" sz="quarter" idx="11"/>
          </p:nvPr>
        </p:nvSpPr>
        <p:spPr>
          <a:xfrm>
            <a:off x="573836" y="771905"/>
            <a:ext cx="11078400" cy="412800"/>
          </a:xfrm>
        </p:spPr>
        <p:txBody>
          <a:bodyPr/>
          <a:lstStyle/>
          <a:p>
            <a:r>
              <a:rPr lang="en-US" sz="2400" dirty="0"/>
              <a:t> </a:t>
            </a:r>
          </a:p>
        </p:txBody>
      </p:sp>
      <p:sp>
        <p:nvSpPr>
          <p:cNvPr id="3" name="Text Placeholder 2">
            <a:extLst>
              <a:ext uri="{FF2B5EF4-FFF2-40B4-BE49-F238E27FC236}">
                <a16:creationId xmlns:a16="http://schemas.microsoft.com/office/drawing/2014/main" id="{D6E0E0C9-7D69-4E8B-9E9F-ACBE8516BE15}"/>
              </a:ext>
            </a:extLst>
          </p:cNvPr>
          <p:cNvSpPr>
            <a:spLocks noGrp="1"/>
          </p:cNvSpPr>
          <p:nvPr>
            <p:ph type="body" sz="quarter" idx="12"/>
          </p:nvPr>
        </p:nvSpPr>
        <p:spPr>
          <a:xfrm>
            <a:off x="104775" y="141010"/>
            <a:ext cx="11078400" cy="412800"/>
          </a:xfrm>
        </p:spPr>
        <p:txBody>
          <a:bodyPr/>
          <a:lstStyle/>
          <a:p>
            <a:r>
              <a:rPr lang="en-IN" sz="2400" dirty="0"/>
              <a:t>VNF Components : CMM</a:t>
            </a:r>
            <a:endParaRPr lang="en-US" sz="2400" b="1" dirty="0"/>
          </a:p>
        </p:txBody>
      </p:sp>
      <p:sp>
        <p:nvSpPr>
          <p:cNvPr id="4" name="Rectangle 3">
            <a:extLst>
              <a:ext uri="{FF2B5EF4-FFF2-40B4-BE49-F238E27FC236}">
                <a16:creationId xmlns:a16="http://schemas.microsoft.com/office/drawing/2014/main" id="{F633A820-D24A-4250-A93A-86209ED677C7}"/>
              </a:ext>
            </a:extLst>
          </p:cNvPr>
          <p:cNvSpPr/>
          <p:nvPr/>
        </p:nvSpPr>
        <p:spPr>
          <a:xfrm>
            <a:off x="0" y="982045"/>
            <a:ext cx="12191999" cy="646331"/>
          </a:xfrm>
          <a:prstGeom prst="rect">
            <a:avLst/>
          </a:prstGeom>
        </p:spPr>
        <p:txBody>
          <a:bodyPr wrap="square">
            <a:spAutoFit/>
          </a:bodyPr>
          <a:lstStyle/>
          <a:p>
            <a:r>
              <a:rPr lang="en-US" dirty="0"/>
              <a:t>CMM VNFCs are organized according to a multi-tier design strategy in which, the load balancing, transaction handling, and database functions are strategically placed in a hierarchy that can scale independently. </a:t>
            </a:r>
            <a:endParaRPr lang="en-IN" dirty="0"/>
          </a:p>
        </p:txBody>
      </p:sp>
      <p:pic>
        <p:nvPicPr>
          <p:cNvPr id="5" name="Picture 4">
            <a:extLst>
              <a:ext uri="{FF2B5EF4-FFF2-40B4-BE49-F238E27FC236}">
                <a16:creationId xmlns:a16="http://schemas.microsoft.com/office/drawing/2014/main" id="{CB315627-6BCC-4CC5-9860-52D5221D46C1}"/>
              </a:ext>
            </a:extLst>
          </p:cNvPr>
          <p:cNvPicPr>
            <a:picLocks noChangeAspect="1"/>
          </p:cNvPicPr>
          <p:nvPr/>
        </p:nvPicPr>
        <p:blipFill>
          <a:blip r:embed="rId3"/>
          <a:stretch>
            <a:fillRect/>
          </a:stretch>
        </p:blipFill>
        <p:spPr>
          <a:xfrm>
            <a:off x="104775" y="1628376"/>
            <a:ext cx="7658100" cy="4524774"/>
          </a:xfrm>
          <a:prstGeom prst="rect">
            <a:avLst/>
          </a:prstGeom>
        </p:spPr>
      </p:pic>
    </p:spTree>
    <p:extLst>
      <p:ext uri="{BB962C8B-B14F-4D97-AF65-F5344CB8AC3E}">
        <p14:creationId xmlns:p14="http://schemas.microsoft.com/office/powerpoint/2010/main" val="114543040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0" y="34905"/>
            <a:ext cx="11078400" cy="412468"/>
          </a:xfrm>
        </p:spPr>
        <p:txBody>
          <a:bodyPr/>
          <a:lstStyle/>
          <a:p>
            <a:r>
              <a:rPr lang="en-IN" altLang="en-US" b="1" dirty="0"/>
              <a:t>CMM VMs Functionality</a:t>
            </a:r>
            <a:br>
              <a:rPr lang="en-IN" altLang="en-US" sz="2400" dirty="0">
                <a:ln w="22225">
                  <a:solidFill>
                    <a:schemeClr val="accent2"/>
                  </a:solidFill>
                  <a:prstDash val="solid"/>
                </a:ln>
                <a:solidFill>
                  <a:schemeClr val="accent2">
                    <a:lumMod val="40000"/>
                    <a:lumOff val="60000"/>
                  </a:schemeClr>
                </a:solidFill>
                <a:latin typeface="Nokia Pure Text Light" charset="0"/>
                <a:cs typeface="Times New Roman" panose="02020603050405020304" pitchFamily="18" charset="0"/>
              </a:rPr>
            </a:br>
            <a:endParaRPr lang="en-US" b="1" dirty="0"/>
          </a:p>
        </p:txBody>
      </p:sp>
      <p:sp>
        <p:nvSpPr>
          <p:cNvPr id="11" name="Content Placeholder 1"/>
          <p:cNvSpPr txBox="1">
            <a:spLocks/>
          </p:cNvSpPr>
          <p:nvPr/>
        </p:nvSpPr>
        <p:spPr>
          <a:xfrm>
            <a:off x="816617" y="1150236"/>
            <a:ext cx="10460463" cy="4409180"/>
          </a:xfrm>
          <a:prstGeom prst="rect">
            <a:avLst/>
          </a:prstGeom>
        </p:spPr>
        <p:txBody>
          <a:bodyPr vert="horz" lIns="0" tIns="60960" rIns="0" bIns="60960" rtlCol="0">
            <a:noAutofit/>
          </a:bodyPr>
          <a:lstStyle/>
          <a:p>
            <a:pPr defTabSz="609585">
              <a:defRPr/>
            </a:pPr>
            <a:endParaRPr lang="en-US" sz="2400" dirty="0">
              <a:solidFill>
                <a:schemeClr val="bg2"/>
              </a:solidFill>
            </a:endParaRPr>
          </a:p>
        </p:txBody>
      </p:sp>
      <p:graphicFrame>
        <p:nvGraphicFramePr>
          <p:cNvPr id="6" name="Table 5">
            <a:extLst>
              <a:ext uri="{FF2B5EF4-FFF2-40B4-BE49-F238E27FC236}">
                <a16:creationId xmlns:a16="http://schemas.microsoft.com/office/drawing/2014/main" id="{D0B96A6D-34E9-45CA-820A-F920A786B84B}"/>
              </a:ext>
            </a:extLst>
          </p:cNvPr>
          <p:cNvGraphicFramePr/>
          <p:nvPr>
            <p:extLst>
              <p:ext uri="{D42A27DB-BD31-4B8C-83A1-F6EECF244321}">
                <p14:modId xmlns:p14="http://schemas.microsoft.com/office/powerpoint/2010/main" val="2648348782"/>
              </p:ext>
            </p:extLst>
          </p:nvPr>
        </p:nvGraphicFramePr>
        <p:xfrm>
          <a:off x="0" y="458151"/>
          <a:ext cx="12192000" cy="5837873"/>
        </p:xfrm>
        <a:graphic>
          <a:graphicData uri="http://schemas.openxmlformats.org/drawingml/2006/table">
            <a:tbl>
              <a:tblPr firstRow="1" bandRow="1">
                <a:tableStyleId>{5C22544A-7EE6-4342-B048-85BDC9FD1C3A}</a:tableStyleId>
              </a:tblPr>
              <a:tblGrid>
                <a:gridCol w="2335713">
                  <a:extLst>
                    <a:ext uri="{9D8B030D-6E8A-4147-A177-3AD203B41FA5}">
                      <a16:colId xmlns:a16="http://schemas.microsoft.com/office/drawing/2014/main" val="20000"/>
                    </a:ext>
                  </a:extLst>
                </a:gridCol>
                <a:gridCol w="1879184">
                  <a:extLst>
                    <a:ext uri="{9D8B030D-6E8A-4147-A177-3AD203B41FA5}">
                      <a16:colId xmlns:a16="http://schemas.microsoft.com/office/drawing/2014/main" val="20001"/>
                    </a:ext>
                  </a:extLst>
                </a:gridCol>
                <a:gridCol w="7977103">
                  <a:extLst>
                    <a:ext uri="{9D8B030D-6E8A-4147-A177-3AD203B41FA5}">
                      <a16:colId xmlns:a16="http://schemas.microsoft.com/office/drawing/2014/main" val="20002"/>
                    </a:ext>
                  </a:extLst>
                </a:gridCol>
              </a:tblGrid>
              <a:tr h="282629">
                <a:tc>
                  <a:txBody>
                    <a:bodyPr/>
                    <a:lstStyle/>
                    <a:p>
                      <a:pPr indent="0" algn="ctr">
                        <a:buNone/>
                      </a:pPr>
                      <a:r>
                        <a:rPr lang="en-US" sz="1200" b="1">
                          <a:solidFill>
                            <a:srgbClr val="000000"/>
                          </a:solidFill>
                          <a:latin typeface="Arial" panose="020B0604020202020204" charset="-122"/>
                        </a:rPr>
                        <a:t>CMM VM</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00"/>
                    </a:solidFill>
                  </a:tcPr>
                </a:tc>
                <a:tc>
                  <a:txBody>
                    <a:bodyPr/>
                    <a:lstStyle/>
                    <a:p>
                      <a:pPr indent="0" algn="ctr">
                        <a:buNone/>
                      </a:pPr>
                      <a:r>
                        <a:rPr lang="en-US" sz="1200" b="1">
                          <a:solidFill>
                            <a:srgbClr val="000000"/>
                          </a:solidFill>
                          <a:latin typeface="Arial" panose="020B0604020202020204" charset="-122"/>
                        </a:rPr>
                        <a:t>Service</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00"/>
                    </a:solidFill>
                  </a:tcPr>
                </a:tc>
                <a:tc>
                  <a:txBody>
                    <a:bodyPr/>
                    <a:lstStyle/>
                    <a:p>
                      <a:pPr indent="0" algn="ctr">
                        <a:buNone/>
                      </a:pPr>
                      <a:r>
                        <a:rPr lang="en-US" sz="1200" b="1">
                          <a:solidFill>
                            <a:srgbClr val="000000"/>
                          </a:solidFill>
                          <a:latin typeface="Arial" panose="020B0604020202020204" charset="-122"/>
                        </a:rPr>
                        <a:t>Functionality</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10000"/>
                  </a:ext>
                </a:extLst>
              </a:tr>
              <a:tr h="872218">
                <a:tc>
                  <a:txBody>
                    <a:bodyPr/>
                    <a:lstStyle/>
                    <a:p>
                      <a:pPr indent="0" algn="ctr">
                        <a:buNone/>
                      </a:pPr>
                      <a:r>
                        <a:rPr lang="en-US" sz="1000" b="1">
                          <a:solidFill>
                            <a:srgbClr val="000000"/>
                          </a:solidFill>
                          <a:latin typeface="Arial" panose="020B0604020202020204" charset="-122"/>
                        </a:rPr>
                        <a:t>NECC</a:t>
                      </a:r>
                      <a:r>
                        <a:rPr lang="en-US" sz="1000" b="0">
                          <a:solidFill>
                            <a:srgbClr val="000000"/>
                          </a:solidFill>
                          <a:latin typeface="Arial" panose="020B0604020202020204" charset="-122"/>
                        </a:rPr>
                        <a:t>(Network Element Cluster Controller)</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dirty="0">
                          <a:solidFill>
                            <a:srgbClr val="000000"/>
                          </a:solidFill>
                          <a:latin typeface="Arial" panose="020B0604020202020204" charset="-122"/>
                        </a:rPr>
                        <a:t>OAM,NTP</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Provides a centralized operation and management unit that provides interfaces</a:t>
                      </a:r>
                    </a:p>
                    <a:p>
                      <a:pPr indent="0" algn="ctr">
                        <a:buNone/>
                      </a:pPr>
                      <a:r>
                        <a:rPr lang="en-US" sz="1000" b="0">
                          <a:solidFill>
                            <a:srgbClr val="000000"/>
                          </a:solidFill>
                          <a:latin typeface="Arial" panose="020B0604020202020204" charset="-122"/>
                        </a:rPr>
                        <a:t>between the CMM and the NMS (the NFM-P, NetAct, or third-party NMS).</a:t>
                      </a:r>
                    </a:p>
                    <a:p>
                      <a:pPr indent="0" algn="ctr">
                        <a:buNone/>
                      </a:pPr>
                      <a:r>
                        <a:rPr lang="en-US" sz="1000" b="0">
                          <a:solidFill>
                            <a:srgbClr val="000000"/>
                          </a:solidFill>
                          <a:latin typeface="Arial" panose="020B0604020202020204" charset="-122"/>
                        </a:rPr>
                        <a:t>• Supports CMM distributed VNF aspects such as CPPS redundancy mechanism, VM</a:t>
                      </a:r>
                    </a:p>
                    <a:p>
                      <a:pPr indent="0" algn="ctr">
                        <a:buNone/>
                      </a:pPr>
                      <a:r>
                        <a:rPr lang="en-US" sz="1000" b="0">
                          <a:solidFill>
                            <a:srgbClr val="000000"/>
                          </a:solidFill>
                          <a:latin typeface="Arial" panose="020B0604020202020204" charset="-122"/>
                        </a:rPr>
                        <a:t>liveness, LI management and charging aggregation.</a:t>
                      </a:r>
                    </a:p>
                    <a:p>
                      <a:pPr indent="0" algn="ctr">
                        <a:buNone/>
                      </a:pPr>
                      <a:r>
                        <a:rPr lang="en-US" sz="1000" b="0">
                          <a:solidFill>
                            <a:srgbClr val="000000"/>
                          </a:solidFill>
                          <a:latin typeface="Arial" panose="020B0604020202020204" charset="-122"/>
                        </a:rPr>
                        <a:t>• Supports the interworking of the CMM with the NFM-P (EMS).</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1033809">
                <a:tc>
                  <a:txBody>
                    <a:bodyPr/>
                    <a:lstStyle/>
                    <a:p>
                      <a:pPr indent="0" algn="ctr">
                        <a:buNone/>
                      </a:pPr>
                      <a:r>
                        <a:rPr lang="en-US" sz="1000" b="1">
                          <a:solidFill>
                            <a:srgbClr val="000000"/>
                          </a:solidFill>
                          <a:latin typeface="Arial" panose="020B0604020202020204" charset="-122"/>
                        </a:rPr>
                        <a:t>PAPS</a:t>
                      </a:r>
                      <a:r>
                        <a:rPr lang="en-US" sz="1000" b="0">
                          <a:solidFill>
                            <a:srgbClr val="000000"/>
                          </a:solidFill>
                          <a:latin typeface="Arial" panose="020B0604020202020204" charset="-122"/>
                        </a:rPr>
                        <a:t>(Packet Processing Service)</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2G,3G Signalling Traffic,2G User Plane Traffic</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Manages UE registration, authentication, and mobility for GPRS subscribers.</a:t>
                      </a:r>
                    </a:p>
                    <a:p>
                      <a:pPr indent="0" algn="ctr">
                        <a:buNone/>
                      </a:pPr>
                      <a:r>
                        <a:rPr lang="en-US" sz="1000" b="0">
                          <a:solidFill>
                            <a:srgbClr val="000000"/>
                          </a:solidFill>
                          <a:latin typeface="Arial" panose="020B0604020202020204" charset="-122"/>
                        </a:rPr>
                        <a:t>• Manages 2G/3G UE bearer setup and management.</a:t>
                      </a:r>
                    </a:p>
                    <a:p>
                      <a:pPr indent="0" algn="ctr">
                        <a:buNone/>
                      </a:pPr>
                      <a:r>
                        <a:rPr lang="en-US" sz="1000" b="0">
                          <a:solidFill>
                            <a:srgbClr val="000000"/>
                          </a:solidFill>
                          <a:latin typeface="Arial" panose="020B0604020202020204" charset="-122"/>
                        </a:rPr>
                        <a:t>• Terminates the Gb interface, performs packet ciphering/unciphering , and relays 2G</a:t>
                      </a:r>
                    </a:p>
                    <a:p>
                      <a:pPr indent="0" algn="ctr">
                        <a:buNone/>
                      </a:pPr>
                      <a:r>
                        <a:rPr lang="en-US" sz="1000" b="0">
                          <a:solidFill>
                            <a:srgbClr val="000000"/>
                          </a:solidFill>
                          <a:latin typeface="Arial" panose="020B0604020202020204" charset="-122"/>
                        </a:rPr>
                        <a:t>user plane data between the radio network and the GGSN/P-GW via the Gn/Gp/S4</a:t>
                      </a:r>
                    </a:p>
                    <a:p>
                      <a:pPr indent="0" algn="ctr">
                        <a:buNone/>
                      </a:pPr>
                      <a:r>
                        <a:rPr lang="en-US" sz="1000" b="0">
                          <a:solidFill>
                            <a:srgbClr val="000000"/>
                          </a:solidFill>
                          <a:latin typeface="Arial" panose="020B0604020202020204" charset="-122"/>
                        </a:rPr>
                        <a:t>user plane interface.</a:t>
                      </a:r>
                    </a:p>
                    <a:p>
                      <a:pPr indent="0" algn="ctr">
                        <a:buNone/>
                      </a:pPr>
                      <a:r>
                        <a:rPr lang="en-US" sz="1000" b="0">
                          <a:solidFill>
                            <a:srgbClr val="000000"/>
                          </a:solidFill>
                          <a:latin typeface="Arial" panose="020B0604020202020204" charset="-122"/>
                        </a:rPr>
                        <a:t>• Terminates the Lawful interception interface for the 2G user plane.</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550284">
                <a:tc>
                  <a:txBody>
                    <a:bodyPr/>
                    <a:lstStyle/>
                    <a:p>
                      <a:pPr indent="0" algn="ctr">
                        <a:buNone/>
                      </a:pPr>
                      <a:r>
                        <a:rPr lang="en-US" sz="1000" b="1">
                          <a:solidFill>
                            <a:srgbClr val="000000"/>
                          </a:solidFill>
                          <a:latin typeface="Arial" panose="020B0604020202020204" charset="-122"/>
                        </a:rPr>
                        <a:t>IPPS</a:t>
                      </a:r>
                      <a:r>
                        <a:rPr lang="en-US" sz="1000" b="0">
                          <a:solidFill>
                            <a:srgbClr val="000000"/>
                          </a:solidFill>
                          <a:latin typeface="Arial" panose="020B0604020202020204" charset="-122"/>
                        </a:rPr>
                        <a:t>(IP Packet Processing Service)</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3G User Plane Traffic</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3G user plane packet processing, buffering, and data forwarding functions</a:t>
                      </a:r>
                    </a:p>
                    <a:p>
                      <a:pPr indent="0" algn="ctr">
                        <a:buNone/>
                      </a:pPr>
                      <a:r>
                        <a:rPr lang="en-US" sz="1000" b="0">
                          <a:solidFill>
                            <a:srgbClr val="000000"/>
                          </a:solidFill>
                          <a:latin typeface="Arial" panose="020B0604020202020204" charset="-122"/>
                        </a:rPr>
                        <a:t>• Lawful interception for the 3G user plane</a:t>
                      </a:r>
                    </a:p>
                    <a:p>
                      <a:pPr indent="0" algn="ctr">
                        <a:buNone/>
                      </a:pPr>
                      <a:r>
                        <a:rPr lang="en-US" sz="1000" b="0">
                          <a:solidFill>
                            <a:srgbClr val="000000"/>
                          </a:solidFill>
                          <a:latin typeface="Arial" panose="020B0604020202020204" charset="-122"/>
                        </a:rPr>
                        <a:t>• Charging and statistics reporting</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872218">
                <a:tc>
                  <a:txBody>
                    <a:bodyPr/>
                    <a:lstStyle/>
                    <a:p>
                      <a:pPr indent="0" algn="ctr">
                        <a:buNone/>
                      </a:pPr>
                      <a:r>
                        <a:rPr lang="en-US" sz="1000" b="1" dirty="0">
                          <a:solidFill>
                            <a:srgbClr val="000000"/>
                          </a:solidFill>
                          <a:latin typeface="Arial" panose="020B0604020202020204" charset="-122"/>
                        </a:rPr>
                        <a:t>CPPS (Control Plane Processing Service)</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dirty="0">
                          <a:solidFill>
                            <a:srgbClr val="000000"/>
                          </a:solidFill>
                          <a:latin typeface="Arial" panose="020B0604020202020204" charset="-122"/>
                        </a:rPr>
                        <a:t>4G Control Plane Traffic</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Manages UE registration, authentication and mobility for 4G EPC subscribers.</a:t>
                      </a:r>
                    </a:p>
                    <a:p>
                      <a:pPr indent="0" algn="ctr">
                        <a:buNone/>
                      </a:pPr>
                      <a:r>
                        <a:rPr lang="en-US" sz="1000" b="0">
                          <a:solidFill>
                            <a:srgbClr val="000000"/>
                          </a:solidFill>
                          <a:latin typeface="Arial" panose="020B0604020202020204" charset="-122"/>
                        </a:rPr>
                        <a:t>• Manages UE bearer setup and management for data and Voice over LTE services.</a:t>
                      </a:r>
                    </a:p>
                    <a:p>
                      <a:pPr indent="0" algn="ctr">
                        <a:buNone/>
                      </a:pPr>
                      <a:r>
                        <a:rPr lang="en-US" sz="1000" b="0">
                          <a:solidFill>
                            <a:srgbClr val="000000"/>
                          </a:solidFill>
                          <a:latin typeface="Arial" panose="020B0604020202020204" charset="-122"/>
                        </a:rPr>
                        <a:t>• Provides hybrid state efficient call processing with local cache that increases</a:t>
                      </a:r>
                    </a:p>
                    <a:p>
                      <a:pPr indent="0" algn="ctr">
                        <a:buNone/>
                      </a:pPr>
                      <a:r>
                        <a:rPr lang="en-US" sz="1000" b="0">
                          <a:solidFill>
                            <a:srgbClr val="000000"/>
                          </a:solidFill>
                          <a:latin typeface="Arial" panose="020B0604020202020204" charset="-122"/>
                        </a:rPr>
                        <a:t>signaling capacity, reduces database latency, and optimizes compute resources for</a:t>
                      </a:r>
                    </a:p>
                    <a:p>
                      <a:pPr indent="0" algn="ctr">
                        <a:buNone/>
                      </a:pPr>
                      <a:r>
                        <a:rPr lang="en-US" sz="1000" b="0">
                          <a:solidFill>
                            <a:srgbClr val="000000"/>
                          </a:solidFill>
                          <a:latin typeface="Arial" panose="020B0604020202020204" charset="-122"/>
                        </a:rPr>
                        <a:t>both DBS and CPPS.</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1676431">
                <a:tc>
                  <a:txBody>
                    <a:bodyPr/>
                    <a:lstStyle/>
                    <a:p>
                      <a:pPr indent="0" algn="ctr">
                        <a:buNone/>
                      </a:pPr>
                      <a:r>
                        <a:rPr lang="en-US" sz="1000" b="1">
                          <a:solidFill>
                            <a:srgbClr val="000000"/>
                          </a:solidFill>
                          <a:latin typeface="Arial" panose="020B0604020202020204" charset="-122"/>
                        </a:rPr>
                        <a:t>IPDS</a:t>
                      </a:r>
                      <a:r>
                        <a:rPr lang="en-US" sz="1000" b="0">
                          <a:solidFill>
                            <a:srgbClr val="000000"/>
                          </a:solidFill>
                          <a:latin typeface="Arial" panose="020B0604020202020204" charset="-122"/>
                        </a:rPr>
                        <a:t>(IP Director Service)</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dirty="0">
                          <a:solidFill>
                            <a:srgbClr val="000000"/>
                          </a:solidFill>
                          <a:latin typeface="Arial" panose="020B0604020202020204" charset="-122"/>
                        </a:rPr>
                        <a:t>terminates the external logical interfaces from the</a:t>
                      </a:r>
                    </a:p>
                    <a:p>
                      <a:pPr indent="0" algn="ctr">
                        <a:buNone/>
                      </a:pPr>
                      <a:r>
                        <a:rPr lang="en-US" sz="1000" b="0" dirty="0">
                          <a:solidFill>
                            <a:srgbClr val="000000"/>
                          </a:solidFill>
                          <a:latin typeface="Arial" panose="020B0604020202020204" charset="-122"/>
                        </a:rPr>
                        <a:t>external network’s viewpoint.</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Terminates the external logical signaling interfaces from the external network’s</a:t>
                      </a:r>
                    </a:p>
                    <a:p>
                      <a:pPr indent="0" algn="ctr">
                        <a:buNone/>
                      </a:pPr>
                      <a:r>
                        <a:rPr lang="en-US" sz="1000" b="0">
                          <a:solidFill>
                            <a:srgbClr val="000000"/>
                          </a:solidFill>
                          <a:latin typeface="Arial" panose="020B0604020202020204" charset="-122"/>
                        </a:rPr>
                        <a:t>viewpoint.</a:t>
                      </a:r>
                    </a:p>
                    <a:p>
                      <a:pPr indent="0" algn="ctr">
                        <a:buNone/>
                      </a:pPr>
                      <a:r>
                        <a:rPr lang="en-US" sz="1000" b="0">
                          <a:solidFill>
                            <a:srgbClr val="000000"/>
                          </a:solidFill>
                          <a:latin typeface="Arial" panose="020B0604020202020204" charset="-122"/>
                        </a:rPr>
                        <a:t>• Performs internal and external load balancing.</a:t>
                      </a:r>
                    </a:p>
                    <a:p>
                      <a:pPr indent="0" algn="ctr">
                        <a:buNone/>
                      </a:pPr>
                      <a:r>
                        <a:rPr lang="en-US" sz="1000" b="0">
                          <a:solidFill>
                            <a:srgbClr val="000000"/>
                          </a:solidFill>
                          <a:latin typeface="Arial" panose="020B0604020202020204" charset="-122"/>
                        </a:rPr>
                        <a:t>• Implements link management.</a:t>
                      </a:r>
                    </a:p>
                    <a:p>
                      <a:pPr indent="0" algn="ctr">
                        <a:buNone/>
                      </a:pPr>
                      <a:r>
                        <a:rPr lang="en-US" sz="1000" b="0">
                          <a:solidFill>
                            <a:srgbClr val="000000"/>
                          </a:solidFill>
                          <a:latin typeface="Arial" panose="020B0604020202020204" charset="-122"/>
                        </a:rPr>
                        <a:t>• Uses in-house high performance SCTP DPDK stack that recovers 100k S1 link</a:t>
                      </a:r>
                    </a:p>
                    <a:p>
                      <a:pPr indent="0" algn="ctr">
                        <a:buNone/>
                      </a:pPr>
                      <a:r>
                        <a:rPr lang="en-US" sz="1000" b="0">
                          <a:solidFill>
                            <a:srgbClr val="000000"/>
                          </a:solidFill>
                          <a:latin typeface="Arial" panose="020B0604020202020204" charset="-122"/>
                        </a:rPr>
                        <a:t>failover in less than one second.</a:t>
                      </a:r>
                    </a:p>
                    <a:p>
                      <a:pPr indent="0" algn="ctr">
                        <a:buNone/>
                      </a:pPr>
                      <a:r>
                        <a:rPr lang="en-US" sz="1000" b="0">
                          <a:solidFill>
                            <a:srgbClr val="000000"/>
                          </a:solidFill>
                          <a:latin typeface="Arial" panose="020B0604020202020204" charset="-122"/>
                        </a:rPr>
                        <a:t>• Performs stateful assignment and reassignment of UEs to the CPPSs and PAPSs for</a:t>
                      </a:r>
                    </a:p>
                    <a:p>
                      <a:pPr indent="0" algn="ctr">
                        <a:buNone/>
                      </a:pPr>
                      <a:r>
                        <a:rPr lang="en-US" sz="1000" b="0">
                          <a:solidFill>
                            <a:srgbClr val="000000"/>
                          </a:solidFill>
                          <a:latin typeface="Arial" panose="020B0604020202020204" charset="-122"/>
                        </a:rPr>
                        <a:t>efficient call processing.</a:t>
                      </a:r>
                    </a:p>
                    <a:p>
                      <a:pPr indent="0" algn="ctr">
                        <a:buNone/>
                      </a:pPr>
                      <a:r>
                        <a:rPr lang="en-US" sz="1000" b="0">
                          <a:solidFill>
                            <a:srgbClr val="000000"/>
                          </a:solidFill>
                          <a:latin typeface="Arial" panose="020B0604020202020204" charset="-122"/>
                        </a:rPr>
                        <a:t>• Implements advanced signaling storm and network load/overload controls.</a:t>
                      </a:r>
                    </a:p>
                    <a:p>
                      <a:pPr indent="0" algn="ctr">
                        <a:buNone/>
                      </a:pPr>
                      <a:r>
                        <a:rPr lang="en-US" sz="1000" b="0">
                          <a:solidFill>
                            <a:srgbClr val="000000"/>
                          </a:solidFill>
                          <a:latin typeface="Arial" panose="020B0604020202020204" charset="-122"/>
                        </a:rPr>
                        <a:t>• Supports IPv6 and dual stack IPv4/v6.</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550284">
                <a:tc>
                  <a:txBody>
                    <a:bodyPr/>
                    <a:lstStyle/>
                    <a:p>
                      <a:pPr indent="0" algn="ctr">
                        <a:buNone/>
                      </a:pPr>
                      <a:r>
                        <a:rPr lang="en-US" sz="1000" b="1">
                          <a:solidFill>
                            <a:srgbClr val="000000"/>
                          </a:solidFill>
                          <a:latin typeface="Arial" panose="020B0604020202020204" charset="-122"/>
                        </a:rPr>
                        <a:t>DBS</a:t>
                      </a:r>
                      <a:r>
                        <a:rPr lang="en-US" sz="1000" b="0">
                          <a:solidFill>
                            <a:srgbClr val="000000"/>
                          </a:solidFill>
                          <a:latin typeface="Arial" panose="020B0604020202020204" charset="-122"/>
                        </a:rPr>
                        <a:t>(Database service)</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dirty="0">
                          <a:solidFill>
                            <a:srgbClr val="000000"/>
                          </a:solidFill>
                          <a:latin typeface="Arial" panose="020B0604020202020204" charset="-122"/>
                        </a:rPr>
                        <a:t>open database</a:t>
                      </a:r>
                    </a:p>
                    <a:p>
                      <a:pPr indent="0" algn="ctr">
                        <a:buNone/>
                      </a:pPr>
                      <a:r>
                        <a:rPr lang="en-US" sz="1000" b="0" dirty="0">
                          <a:solidFill>
                            <a:srgbClr val="000000"/>
                          </a:solidFill>
                          <a:latin typeface="Arial" panose="020B0604020202020204" charset="-122"/>
                        </a:rPr>
                        <a:t>technology for high capacity database solutions.</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dirty="0">
                          <a:solidFill>
                            <a:srgbClr val="000000"/>
                          </a:solidFill>
                          <a:latin typeface="Arial" panose="020B0604020202020204" charset="-122"/>
                        </a:rPr>
                        <a:t>• Implements the persistent UE Context database designed to meet the high</a:t>
                      </a:r>
                    </a:p>
                    <a:p>
                      <a:pPr indent="0" algn="ctr">
                        <a:buNone/>
                      </a:pPr>
                      <a:r>
                        <a:rPr lang="en-US" sz="1000" b="0" dirty="0">
                          <a:solidFill>
                            <a:srgbClr val="000000"/>
                          </a:solidFill>
                          <a:latin typeface="Arial" panose="020B0604020202020204" charset="-122"/>
                        </a:rPr>
                        <a:t>performance and low latency requirements of CMM</a:t>
                      </a:r>
                    </a:p>
                    <a:p>
                      <a:pPr indent="0" algn="ctr">
                        <a:buNone/>
                      </a:pPr>
                      <a:r>
                        <a:rPr lang="en-US" sz="1000" b="0" dirty="0">
                          <a:solidFill>
                            <a:srgbClr val="000000"/>
                          </a:solidFill>
                          <a:latin typeface="Arial" panose="020B0604020202020204" charset="-122"/>
                        </a:rPr>
                        <a:t>• Provides performance management statistic concerning the subscriber count and state</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954196849"/>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0" y="97508"/>
            <a:ext cx="11078400" cy="412468"/>
          </a:xfrm>
        </p:spPr>
        <p:txBody>
          <a:bodyPr/>
          <a:lstStyle/>
          <a:p>
            <a:r>
              <a:rPr lang="en-US" altLang="zh-CN" sz="2800" dirty="0"/>
              <a:t>CMG System Structure</a:t>
            </a:r>
            <a:br>
              <a:rPr lang="en-US" altLang="zh-CN" sz="2800" dirty="0"/>
            </a:br>
            <a:br>
              <a:rPr lang="en-IN" sz="1800" b="1" u="none" strike="noStrike" kern="0" spc="0" dirty="0">
                <a:ln>
                  <a:noFill/>
                </a:ln>
                <a:solidFill>
                  <a:srgbClr val="124191"/>
                </a:solidFill>
                <a:effectLst>
                  <a:glow>
                    <a:srgbClr val="000000"/>
                  </a:glow>
                  <a:outerShdw sx="0" sy="0">
                    <a:srgbClr val="000000"/>
                  </a:outerShdw>
                  <a:reflection stA="0" endPos="0" fadeDir="0" sx="0" sy="0"/>
                </a:effectLst>
                <a:latin typeface="Nokia Pure Text Light" panose="020B0304040602060303" pitchFamily="34" charset="0"/>
                <a:ea typeface="Times New Roman" panose="02020603050405020304" pitchFamily="18" charset="0"/>
                <a:cs typeface="Times New Roman" panose="02020603050405020304" pitchFamily="18" charset="0"/>
              </a:rPr>
            </a:br>
            <a:endParaRPr lang="en-US" dirty="0"/>
          </a:p>
        </p:txBody>
      </p:sp>
      <p:pic>
        <p:nvPicPr>
          <p:cNvPr id="4" name="Picture 2" descr="C:\Users\maxli\AppData\Local\Temp\SNAGHTMLbc726fe.PNG">
            <a:extLst>
              <a:ext uri="{FF2B5EF4-FFF2-40B4-BE49-F238E27FC236}">
                <a16:creationId xmlns:a16="http://schemas.microsoft.com/office/drawing/2014/main" id="{D47EB246-FAC2-4C59-A68F-0D8AA9C544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005" y="509977"/>
            <a:ext cx="10974070" cy="5719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44332484"/>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5">
            <a:extLst>
              <a:ext uri="{FF2B5EF4-FFF2-40B4-BE49-F238E27FC236}">
                <a16:creationId xmlns:a16="http://schemas.microsoft.com/office/drawing/2014/main" id="{1B6903DB-F022-4E28-BEA4-F3FC80A13A3C}"/>
              </a:ext>
            </a:extLst>
          </p:cNvPr>
          <p:cNvSpPr>
            <a:spLocks noGrp="1"/>
          </p:cNvSpPr>
          <p:nvPr>
            <p:ph type="title"/>
          </p:nvPr>
        </p:nvSpPr>
        <p:spPr>
          <a:xfrm>
            <a:off x="0" y="88901"/>
            <a:ext cx="11078400" cy="412468"/>
          </a:xfrm>
        </p:spPr>
        <p:txBody>
          <a:bodyPr/>
          <a:lstStyle/>
          <a:p>
            <a:r>
              <a:rPr lang="zh-CN" altLang="en-US" b="1" dirty="0">
                <a:sym typeface="+mn-ea"/>
              </a:rPr>
              <a:t>Cloud Mobile Gateway (CMG)</a:t>
            </a:r>
            <a:br>
              <a:rPr lang="zh-CN" altLang="en-US" sz="2800" dirty="0">
                <a:sym typeface="+mn-ea"/>
              </a:rPr>
            </a:br>
            <a:endParaRPr lang="en-US" dirty="0"/>
          </a:p>
        </p:txBody>
      </p:sp>
      <p:sp>
        <p:nvSpPr>
          <p:cNvPr id="2" name="Rectangle 1">
            <a:extLst>
              <a:ext uri="{FF2B5EF4-FFF2-40B4-BE49-F238E27FC236}">
                <a16:creationId xmlns:a16="http://schemas.microsoft.com/office/drawing/2014/main" id="{D8981BE8-D012-4B4B-8D2C-8393B78DA81E}"/>
              </a:ext>
            </a:extLst>
          </p:cNvPr>
          <p:cNvSpPr/>
          <p:nvPr/>
        </p:nvSpPr>
        <p:spPr>
          <a:xfrm>
            <a:off x="0" y="955745"/>
            <a:ext cx="12192000" cy="3693319"/>
          </a:xfrm>
          <a:prstGeom prst="rect">
            <a:avLst/>
          </a:prstGeom>
        </p:spPr>
        <p:txBody>
          <a:bodyPr wrap="square">
            <a:spAutoFit/>
          </a:bodyPr>
          <a:lstStyle/>
          <a:p>
            <a:r>
              <a:rPr lang="zh-CN" altLang="en-US" dirty="0"/>
              <a:t>The Nokia Cloud Mobile Gateway (CMG) is deployed as the Virtual SPGW for  vEPC solution</a:t>
            </a:r>
          </a:p>
          <a:p>
            <a:endParaRPr lang="zh-CN" altLang="en-US" dirty="0"/>
          </a:p>
          <a:p>
            <a:r>
              <a:rPr lang="zh-CN" altLang="en-US" dirty="0"/>
              <a:t> intra-VNF redundancy is implemented and the CMG VNF architecture is based on the below VNF Components VNFC a.k.a VMs:</a:t>
            </a:r>
          </a:p>
          <a:p>
            <a:endParaRPr lang="zh-CN" altLang="en-US" b="1" dirty="0"/>
          </a:p>
          <a:p>
            <a:r>
              <a:rPr lang="zh-CN" altLang="en-US" b="1" dirty="0"/>
              <a:t>OAM VM: </a:t>
            </a:r>
            <a:r>
              <a:rPr lang="zh-CN" altLang="en-US" dirty="0"/>
              <a:t>Operations &amp; Maintenance VM, emulates the CPM-A and the CPM-B, managing the  vSPGW, performs the </a:t>
            </a:r>
            <a:r>
              <a:rPr lang="en-US" altLang="zh-CN"/>
              <a:t>c</a:t>
            </a:r>
            <a:r>
              <a:rPr lang="zh-CN" altLang="en-US"/>
              <a:t>o</a:t>
            </a:r>
            <a:r>
              <a:rPr lang="zh-CN" altLang="en-US" dirty="0"/>
              <a:t>ntrol plane functions, routing protocols, management interface (SNMP,  Telnet, SSH and CLI) for configuration, KPI-KCI periodic XML report generation and so on. Will have the Cinder volume attached for persistent memory storage of the KPI/KCIs, CDRs, and Logs.</a:t>
            </a:r>
          </a:p>
          <a:p>
            <a:endParaRPr lang="zh-CN" altLang="en-US" dirty="0"/>
          </a:p>
          <a:p>
            <a:r>
              <a:rPr lang="zh-CN" altLang="en-US" dirty="0"/>
              <a:t>Two OAM-VMs (Emulation of the CPM cards) are implemented for 1:1 redundancy. OAM-A is the Active VM and the OAM-B is the Hot Standby – where all the state is actively checkpointed to allow a transparent SWO in case of active-failure without any service impact</a:t>
            </a:r>
          </a:p>
        </p:txBody>
      </p:sp>
    </p:spTree>
    <p:extLst>
      <p:ext uri="{BB962C8B-B14F-4D97-AF65-F5344CB8AC3E}">
        <p14:creationId xmlns:p14="http://schemas.microsoft.com/office/powerpoint/2010/main" val="277308482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35567" y="90432"/>
            <a:ext cx="11078400" cy="412468"/>
          </a:xfrm>
        </p:spPr>
        <p:txBody>
          <a:bodyPr/>
          <a:lstStyle/>
          <a:p>
            <a:r>
              <a:rPr lang="en-IN" altLang="en-US" sz="2800" b="1" dirty="0"/>
              <a:t>CMG VMs Functionality</a:t>
            </a:r>
            <a:br>
              <a:rPr lang="en-IN" sz="1800" b="1" dirty="0">
                <a:solidFill>
                  <a:srgbClr val="124191"/>
                </a:solidFill>
                <a:effectLst/>
                <a:latin typeface="Nokia Pure Text Light" panose="020B0304040602060303" pitchFamily="34" charset="0"/>
                <a:ea typeface="Times New Roman" panose="02020603050405020304" pitchFamily="18" charset="0"/>
                <a:cs typeface="Times New Roman" panose="02020603050405020304" pitchFamily="18" charset="0"/>
              </a:rPr>
            </a:br>
            <a:br>
              <a:rPr lang="en-IN" sz="1800" b="1" u="none" strike="noStrike" kern="0" spc="0" dirty="0">
                <a:ln>
                  <a:noFill/>
                </a:ln>
                <a:solidFill>
                  <a:srgbClr val="124191"/>
                </a:solidFill>
                <a:effectLst>
                  <a:glow>
                    <a:srgbClr val="000000"/>
                  </a:glow>
                  <a:outerShdw sx="0" sy="0">
                    <a:srgbClr val="000000"/>
                  </a:outerShdw>
                  <a:reflection stA="0" endPos="0" fadeDir="0" sx="0" sy="0"/>
                </a:effectLst>
                <a:latin typeface="Nokia Pure Text Light" panose="020B0304040602060303" pitchFamily="34" charset="0"/>
                <a:ea typeface="Times New Roman" panose="02020603050405020304" pitchFamily="18" charset="0"/>
                <a:cs typeface="Times New Roman" panose="02020603050405020304" pitchFamily="18" charset="0"/>
              </a:rPr>
            </a:br>
            <a:endParaRPr lang="en-US" sz="2800" dirty="0">
              <a:solidFill>
                <a:schemeClr val="bg2"/>
              </a:solidFill>
            </a:endParaRPr>
          </a:p>
        </p:txBody>
      </p:sp>
      <p:sp>
        <p:nvSpPr>
          <p:cNvPr id="11" name="Content Placeholder 1"/>
          <p:cNvSpPr txBox="1">
            <a:spLocks/>
          </p:cNvSpPr>
          <p:nvPr/>
        </p:nvSpPr>
        <p:spPr>
          <a:xfrm>
            <a:off x="816617" y="1150236"/>
            <a:ext cx="10460463" cy="4409180"/>
          </a:xfrm>
          <a:prstGeom prst="rect">
            <a:avLst/>
          </a:prstGeom>
        </p:spPr>
        <p:txBody>
          <a:bodyPr vert="horz" lIns="0" tIns="60960" rIns="0" bIns="60960" rtlCol="0">
            <a:noAutofit/>
          </a:bodyPr>
          <a:lstStyle/>
          <a:p>
            <a:pPr defTabSz="609585">
              <a:defRPr/>
            </a:pPr>
            <a:endParaRPr lang="en-US" sz="2400" dirty="0">
              <a:solidFill>
                <a:schemeClr val="bg2"/>
              </a:solidFill>
            </a:endParaRPr>
          </a:p>
        </p:txBody>
      </p:sp>
      <p:sp>
        <p:nvSpPr>
          <p:cNvPr id="6" name="文本框 1">
            <a:extLst>
              <a:ext uri="{FF2B5EF4-FFF2-40B4-BE49-F238E27FC236}">
                <a16:creationId xmlns:a16="http://schemas.microsoft.com/office/drawing/2014/main" id="{CED02183-2F08-4768-AEDA-2C1918D50FCE}"/>
              </a:ext>
            </a:extLst>
          </p:cNvPr>
          <p:cNvSpPr txBox="1"/>
          <p:nvPr/>
        </p:nvSpPr>
        <p:spPr>
          <a:xfrm>
            <a:off x="-77393" y="1058666"/>
            <a:ext cx="12192000" cy="5354320"/>
          </a:xfrm>
          <a:prstGeom prst="rect">
            <a:avLst/>
          </a:prstGeom>
          <a:noFill/>
        </p:spPr>
        <p:txBody>
          <a:bodyPr wrap="square" rtlCol="0">
            <a:spAutoFit/>
          </a:bodyPr>
          <a:lstStyle/>
          <a:p>
            <a:r>
              <a:rPr lang="zh-CN" altLang="en-US" b="1" dirty="0"/>
              <a:t>LB-CP VM: </a:t>
            </a:r>
          </a:p>
          <a:p>
            <a:endParaRPr lang="zh-CN" altLang="en-US" dirty="0"/>
          </a:p>
          <a:p>
            <a:r>
              <a:rPr lang="zh-CN" altLang="en-US" dirty="0"/>
              <a:t>Load Balancer-Control Plane VM, emulates the interface IOMs/Traffic Line cards, and serves as the ingress/egress of control signaling msgs, ipsec and selective re-assembly of the jumbo GTP-U frames on the S1u and the SGi The LB-VM allows for a single IP address for each 3GPP reference point interface towards the other Network elements (MME, eNodeB, SGW, PGW, TWAG, ePDG) The GTP-C control signaling received on the LB-CP is punted to the OAM control plane which provides the user plane load balancing function to select an MG-VM that can anchor the  subscriber session. In this deployment LB-VM will not be used for the GTP-U traffic and we shall implement a distributed data plane model, where once an anchor MG is selected for the session, all the subsequent bearer data plane traffic will be directed towards the specific selected MG Two Load Balancer LB-VMs are deployed to aggregate the control plane traffic from multiple pairs of MGs and both operate in Active mode</a:t>
            </a:r>
          </a:p>
          <a:p>
            <a:endParaRPr lang="zh-CN" altLang="en-US" dirty="0"/>
          </a:p>
          <a:p>
            <a:r>
              <a:rPr lang="zh-CN" altLang="en-US" b="1" dirty="0"/>
              <a:t>MG+ VM: </a:t>
            </a:r>
          </a:p>
          <a:p>
            <a:endParaRPr lang="zh-CN" altLang="en-US" dirty="0"/>
          </a:p>
          <a:p>
            <a:r>
              <a:rPr lang="zh-CN" altLang="en-US" dirty="0"/>
              <a:t>The MG-VM services include 3GPP Call Processing (Control and Data Plane), the Policy and Charging Enforcement function (PCEF), Application Assurance (L7 DPI). The MG-VMs support all 3GPP gateway functions SGW, PGW/GGSN, SAE-GW(S/PGW,GGSN), ePDG and TWAG.</a:t>
            </a:r>
          </a:p>
          <a:p>
            <a:r>
              <a:rPr lang="zh-CN" altLang="en-US" dirty="0"/>
              <a:t>MG+ VM also has the LB-CP component and the External IO user plane component that provides the external network connectivity as well.</a:t>
            </a:r>
          </a:p>
        </p:txBody>
      </p:sp>
    </p:spTree>
    <p:extLst>
      <p:ext uri="{BB962C8B-B14F-4D97-AF65-F5344CB8AC3E}">
        <p14:creationId xmlns:p14="http://schemas.microsoft.com/office/powerpoint/2010/main" val="3888790092"/>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0" y="65546"/>
            <a:ext cx="11078400" cy="412468"/>
          </a:xfrm>
        </p:spPr>
        <p:txBody>
          <a:bodyPr/>
          <a:lstStyle/>
          <a:p>
            <a:r>
              <a:rPr lang="zh-CN" altLang="en-US" sz="2800" dirty="0"/>
              <a:t>VMG redundancy protection</a:t>
            </a:r>
            <a:br>
              <a:rPr lang="zh-CN" altLang="en-US" sz="2800" dirty="0"/>
            </a:br>
            <a:br>
              <a:rPr lang="en-IN" sz="1800" b="1" u="none" strike="noStrike" kern="0" spc="0" dirty="0">
                <a:ln>
                  <a:noFill/>
                </a:ln>
                <a:solidFill>
                  <a:srgbClr val="124191"/>
                </a:solidFill>
                <a:effectLst>
                  <a:glow>
                    <a:srgbClr val="000000"/>
                  </a:glow>
                  <a:outerShdw sx="0" sy="0">
                    <a:srgbClr val="000000"/>
                  </a:outerShdw>
                  <a:reflection stA="0" endPos="0" fadeDir="0" sx="0" sy="0"/>
                </a:effectLst>
                <a:latin typeface="Nokia Pure Text Light" panose="020B0304040602060303" pitchFamily="34" charset="0"/>
                <a:ea typeface="Times New Roman" panose="02020603050405020304" pitchFamily="18" charset="0"/>
                <a:cs typeface="Times New Roman" panose="02020603050405020304" pitchFamily="18" charset="0"/>
              </a:rPr>
            </a:br>
            <a:endParaRPr lang="en-US" sz="2800" dirty="0">
              <a:solidFill>
                <a:schemeClr val="bg2"/>
              </a:solidFill>
            </a:endParaRPr>
          </a:p>
        </p:txBody>
      </p:sp>
      <p:pic>
        <p:nvPicPr>
          <p:cNvPr id="4" name="Picture 2" descr="C:\Users\maxli\AppData\Local\Temp\SNAGHTMLbc94bbc.PNG">
            <a:extLst>
              <a:ext uri="{FF2B5EF4-FFF2-40B4-BE49-F238E27FC236}">
                <a16:creationId xmlns:a16="http://schemas.microsoft.com/office/drawing/2014/main" id="{343BF997-2265-4AB8-8BE8-13FFD41B118F}"/>
              </a:ext>
            </a:extLst>
          </p:cNvPr>
          <p:cNvPicPr>
            <a:picLocks noChangeAspect="1" noChangeArrowheads="1"/>
          </p:cNvPicPr>
          <p:nvPr>
            <p:custDataLst>
              <p:tags r:id="rId1"/>
            </p:custDataLst>
          </p:nvPr>
        </p:nvPicPr>
        <p:blipFill>
          <a:blip r:embed="rId4">
            <a:extLst>
              <a:ext uri="{28A0092B-C50C-407E-A947-70E740481C1C}">
                <a14:useLocalDpi xmlns:a14="http://schemas.microsoft.com/office/drawing/2010/main" val="0"/>
              </a:ext>
            </a:extLst>
          </a:blip>
          <a:srcRect/>
          <a:stretch>
            <a:fillRect/>
          </a:stretch>
        </p:blipFill>
        <p:spPr bwMode="auto">
          <a:xfrm>
            <a:off x="268605" y="895350"/>
            <a:ext cx="5554980" cy="56908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C:\Users\maxli\AppData\Local\Temp\SNAGHTMLbc9cf4d.PNG">
            <a:extLst>
              <a:ext uri="{FF2B5EF4-FFF2-40B4-BE49-F238E27FC236}">
                <a16:creationId xmlns:a16="http://schemas.microsoft.com/office/drawing/2014/main" id="{63F4FEE0-5C88-4496-8266-DC75EEB1CF6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63640" y="895350"/>
            <a:ext cx="5577840" cy="56908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56596144"/>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80550" y="0"/>
            <a:ext cx="11078400" cy="412468"/>
          </a:xfrm>
        </p:spPr>
        <p:txBody>
          <a:bodyPr wrap="square" anchor="t">
            <a:normAutofit fontScale="90000"/>
          </a:bodyPr>
          <a:lstStyle/>
          <a:p>
            <a:r>
              <a:rPr lang="zh-CN" altLang="en-US" sz="2800" b="1" dirty="0"/>
              <a:t>Load Balancing of the Subscriber Sessions</a:t>
            </a:r>
            <a:br>
              <a:rPr lang="zh-CN" altLang="en-US" sz="2800" dirty="0"/>
            </a:br>
            <a:endParaRPr lang="en-US" b="1" dirty="0"/>
          </a:p>
        </p:txBody>
      </p:sp>
      <p:sp>
        <p:nvSpPr>
          <p:cNvPr id="11" name="Content Placeholder 1"/>
          <p:cNvSpPr txBox="1">
            <a:spLocks/>
          </p:cNvSpPr>
          <p:nvPr/>
        </p:nvSpPr>
        <p:spPr>
          <a:xfrm>
            <a:off x="816617" y="1150236"/>
            <a:ext cx="10460463" cy="4409180"/>
          </a:xfrm>
          <a:prstGeom prst="rect">
            <a:avLst/>
          </a:prstGeom>
        </p:spPr>
        <p:txBody>
          <a:bodyPr vert="horz" lIns="0" tIns="60960" rIns="0" bIns="60960" rtlCol="0">
            <a:noAutofit/>
          </a:bodyPr>
          <a:lstStyle/>
          <a:p>
            <a:pPr defTabSz="609585">
              <a:defRPr/>
            </a:pPr>
            <a:endParaRPr lang="en-US" sz="2400" dirty="0">
              <a:solidFill>
                <a:schemeClr val="bg2"/>
              </a:solidFill>
            </a:endParaRPr>
          </a:p>
        </p:txBody>
      </p:sp>
      <p:sp>
        <p:nvSpPr>
          <p:cNvPr id="2" name="Rectangle 1">
            <a:extLst>
              <a:ext uri="{FF2B5EF4-FFF2-40B4-BE49-F238E27FC236}">
                <a16:creationId xmlns:a16="http://schemas.microsoft.com/office/drawing/2014/main" id="{A5833970-F465-4E2F-8BA6-DA81F007C09E}"/>
              </a:ext>
            </a:extLst>
          </p:cNvPr>
          <p:cNvSpPr/>
          <p:nvPr/>
        </p:nvSpPr>
        <p:spPr>
          <a:xfrm>
            <a:off x="0" y="787119"/>
            <a:ext cx="12192000" cy="1754326"/>
          </a:xfrm>
          <a:prstGeom prst="rect">
            <a:avLst/>
          </a:prstGeom>
        </p:spPr>
        <p:txBody>
          <a:bodyPr wrap="square">
            <a:spAutoFit/>
          </a:bodyPr>
          <a:lstStyle/>
          <a:p>
            <a:r>
              <a:rPr lang="zh-CN" altLang="en-US" dirty="0"/>
              <a:t>An LB/MG-VM that receives the Create Session Request with a GTP TEID = 0, are punted to OAM-VM for control plane processing. The OAM performs the Load Distribution function and selects an anchor MG. The Anchor MG will answer the Initial Create Session Request and set the GTP-U to the Loopback of the selected anchor MG in the Create Session Response. All subsequent GTP- C traffic can continue to be received on any MG and those GTP-C (now incoming with the TEID populated) will be forwarded to the respective anchor MG and all the Data Plane traffic will be sent to the anchor MG as well.</a:t>
            </a:r>
          </a:p>
        </p:txBody>
      </p:sp>
      <p:pic>
        <p:nvPicPr>
          <p:cNvPr id="6" name="图片 3">
            <a:extLst>
              <a:ext uri="{FF2B5EF4-FFF2-40B4-BE49-F238E27FC236}">
                <a16:creationId xmlns:a16="http://schemas.microsoft.com/office/drawing/2014/main" id="{1D74121B-12F7-483A-A0DF-46EB35A57279}"/>
              </a:ext>
            </a:extLst>
          </p:cNvPr>
          <p:cNvPicPr>
            <a:picLocks noChangeAspect="1"/>
          </p:cNvPicPr>
          <p:nvPr/>
        </p:nvPicPr>
        <p:blipFill>
          <a:blip r:embed="rId3"/>
          <a:stretch>
            <a:fillRect/>
          </a:stretch>
        </p:blipFill>
        <p:spPr>
          <a:xfrm>
            <a:off x="597535" y="2753995"/>
            <a:ext cx="11233785" cy="3517265"/>
          </a:xfrm>
          <a:prstGeom prst="rect">
            <a:avLst/>
          </a:prstGeom>
        </p:spPr>
      </p:pic>
    </p:spTree>
    <p:extLst>
      <p:ext uri="{BB962C8B-B14F-4D97-AF65-F5344CB8AC3E}">
        <p14:creationId xmlns:p14="http://schemas.microsoft.com/office/powerpoint/2010/main" val="299528250"/>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38021AB-4E68-469E-88B7-2766E7B8839B}"/>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0" y="1386"/>
            <a:ext cx="12192000" cy="6855229"/>
          </a:xfrm>
          <a:prstGeom prst="rect">
            <a:avLst/>
          </a:prstGeom>
        </p:spPr>
      </p:pic>
      <p:sp>
        <p:nvSpPr>
          <p:cNvPr id="4" name="TextBox 3">
            <a:extLst>
              <a:ext uri="{FF2B5EF4-FFF2-40B4-BE49-F238E27FC236}">
                <a16:creationId xmlns:a16="http://schemas.microsoft.com/office/drawing/2014/main" id="{AC8E98E2-F769-4D93-9CF6-BF9D4C519ECC}"/>
              </a:ext>
            </a:extLst>
          </p:cNvPr>
          <p:cNvSpPr txBox="1"/>
          <p:nvPr/>
        </p:nvSpPr>
        <p:spPr>
          <a:xfrm>
            <a:off x="1507115" y="1505285"/>
            <a:ext cx="5788355" cy="1424981"/>
          </a:xfrm>
          <a:prstGeom prst="rect">
            <a:avLst/>
          </a:prstGeom>
          <a:noFill/>
        </p:spPr>
        <p:txBody>
          <a:bodyPr wrap="none" lIns="96000" tIns="96000" rIns="96000" bIns="96000" rtlCol="0">
            <a:spAutoFit/>
          </a:bodyPr>
          <a:lstStyle/>
          <a:p>
            <a:pPr defTabSz="609585" fontAlgn="base">
              <a:spcAft>
                <a:spcPct val="0"/>
              </a:spcAft>
              <a:buClr>
                <a:srgbClr val="001135"/>
              </a:buClr>
            </a:pPr>
            <a:r>
              <a:rPr lang="en-US" sz="8000" dirty="0">
                <a:solidFill>
                  <a:srgbClr val="FFFFFF"/>
                </a:solidFill>
                <a:latin typeface="Nokia Pure Text Light"/>
                <a:ea typeface="Nokia Pure Text" panose="020B0503020202020204" pitchFamily="34" charset="0"/>
                <a:cs typeface="Nokia Pure Headline Light"/>
              </a:rPr>
              <a:t>Thank You!!!</a:t>
            </a:r>
          </a:p>
        </p:txBody>
      </p:sp>
    </p:spTree>
    <p:extLst>
      <p:ext uri="{BB962C8B-B14F-4D97-AF65-F5344CB8AC3E}">
        <p14:creationId xmlns:p14="http://schemas.microsoft.com/office/powerpoint/2010/main" val="266118855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4162&quot;&gt;&lt;version val=&quot;27078&quot;/&gt;&lt;CPresentation id=&quot;1&quot;&gt;&lt;m_precDefaultNumber&gt;&lt;m_bNumberIsYear val=&quot;1&quot;/&gt;&lt;m_chMinusSymbol&gt;-&lt;/m_chMinusSymbol&gt;&lt;m_chDecimalSymbol17909&gt;.&lt;/m_chDecimalSymbol17909&gt;&lt;m_nGroupingDigits17909 val=&quot;3&quot;/&gt;&lt;m_chGroupingSymbol17909&gt; &lt;/m_chGroupingSymbol17909&gt;&lt;m_yearfmt&gt;&lt;begin val=&quot;0&quot;/&gt;&lt;end val=&quot;4&quot;/&gt;&lt;/m_yearfmt&gt;&lt;/m_precDefaultNumber&gt;&lt;m_precDefaultPercent&gt;&lt;m_bNumberIsYear val=&quot;1&quot;/&gt;&lt;m_chMinusSymbol&gt;-&lt;/m_chMinusSymbol&gt;&lt;m_nDecimalDigits17909 val=&quot;0&quot;/&gt;&lt;m_chDecimalSymbol17909&gt;.&lt;/m_chDecimalSymbol17909&gt;&lt;m_nGroupingDigits17909 val=&quot;3&quot;/&gt;&lt;m_chGroupingSymbol17909&gt; &lt;/m_chGroupingSymbol17909&gt;&lt;m_strSuffix17909&gt;%&lt;/m_strSuffix17909&gt;&lt;m_yearfmt&gt;&lt;begin val=&quot;0&quot;/&gt;&lt;end val=&quot;4&quot;/&gt;&lt;/m_yearfmt&gt;&lt;/m_precDefaultPercent&gt;&lt;m_precDefaultDate&gt;&lt;m_bNumberIsYear val=&quot;0&quot;/&gt;&lt;m_strFormatTime&gt;%d-%1-%y&lt;/m_strFormatTime&gt;&lt;m_yearfmt&gt;&lt;begin val=&quot;4&quot;/&gt;&lt;end val=&quot;4&quot;/&gt;&lt;/m_yearfmt&gt;&lt;/m_precDefaultDate&gt;&lt;m_precDefaultYear&gt;&lt;m_yearfmt&gt;&lt;begin val=&quot;0&quot;/&gt;&lt;end val=&quot;4&quot;/&gt;&lt;/m_yearfmt&gt;&lt;/m_precDefaultYear&gt;&lt;m_precDefaultQuarter&gt;&lt;m_yearfmt&gt;&lt;begin val=&quot;0&quot;/&gt;&lt;end val=&quot;4&quot;/&gt;&lt;/m_yearfmt&gt;&lt;/m_precDefaultQuarter&gt;&lt;m_precDefaultMonth&gt;&lt;m_yearfmt&gt;&lt;begin val=&quot;0&quot;/&gt;&lt;end val=&quot;4&quot;/&gt;&lt;/m_yearfmt&gt;&lt;/m_precDefaultMonth&gt;&lt;m_precDefaultWeek&gt;&lt;m_yearfmt&gt;&lt;begin val=&quot;0&quot;/&gt;&lt;end val=&quot;4&quot;/&gt;&lt;/m_yearfmt&gt;&lt;/m_precDefaultWeek&gt;&lt;m_precDefaultDay&gt;&lt;m_yearfmt&gt;&lt;begin val=&quot;0&quot;/&gt;&lt;end val=&quot;4&quot;/&gt;&lt;/m_yearfmt&gt;&lt;/m_precDefaultDay&gt;&lt;m_mruColor&gt;&lt;m_vecMRU length=&quot;5&quot;&gt;&lt;elem m_fUsage=&quot;2.40605721000000016829E+00&quot;&gt;&lt;m_msothmcolidx val=&quot;0&quot;/&gt;&lt;m_rgb r=&quot;B7&quot; g=&quot;CF&quot; b=&quot;F7&quot;/&gt;&lt;m_nBrightness tagver0=&quot;26206&quot; tagname0=&quot;m_nBrightnessUNRECOGNIZED&quot; val=&quot;0&quot;/&gt;&lt;/elem&gt;&lt;elem m_fUsage=&quot;1.43144100000000018547E+00&quot;&gt;&lt;m_msothmcolidx val=&quot;0&quot;/&gt;&lt;m_rgb r=&quot;F2&quot; g=&quot;00&quot; b=&quot;00&quot;/&gt;&lt;m_nBrightness tagver0=&quot;26206&quot; tagname0=&quot;m_nBrightnessUNRECOGNIZED&quot; val=&quot;0&quot;/&gt;&lt;/elem&gt;&lt;elem m_fUsage=&quot;1.28829690000000018912E+00&quot;&gt;&lt;m_msothmcolidx val=&quot;0&quot;/&gt;&lt;m_rgb r=&quot;FF&quot; g=&quot;C0&quot; b=&quot;00&quot;/&gt;&lt;m_nBrightness tagver0=&quot;26206&quot; tagname0=&quot;m_nBrightnessUNRECOGNIZED&quot; val=&quot;0&quot;/&gt;&lt;/elem&gt;&lt;elem m_fUsage=&quot;1.00000000000000000000E+00&quot;&gt;&lt;m_msothmcolidx val=&quot;0&quot;/&gt;&lt;m_rgb r=&quot;E5&quot; g=&quot;E9&quot; b=&quot;ED&quot;/&gt;&lt;m_nBrightness tagver0=&quot;26206&quot; tagname0=&quot;m_nBrightnessUNRECOGNIZED&quot; val=&quot;0&quot;/&gt;&lt;/elem&gt;&lt;elem m_fUsage=&quot;3.87420489000000145552E-01&quot;&gt;&lt;m_msothmcolidx val=&quot;0&quot;/&gt;&lt;m_rgb r=&quot;12&quot; g=&quot;41&quot; b=&quot;91&quot;/&gt;&lt;m_nBrightness tagver0=&quot;26206&quot; tagname0=&quot;m_nBrightnessUNRECOGNIZED&quot; val=&quot;0&quot;/&gt;&lt;/elem&gt;&lt;/m_vecMRU&gt;&lt;/m_mruColor&gt;&lt;m_eweekdayFirstOfWeek val=&quot;1&quot;/&gt;&lt;m_eweekdayFirstOfWorkweek val=&quot;1&quot;/&gt;&lt;m_eweekdayFirstOfWeekend val=&quot;6&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5575,&quot;width&quot;:5442.4992125984254}"/>
</p:tagLst>
</file>

<file path=ppt/theme/theme1.xml><?xml version="1.0" encoding="utf-8"?>
<a:theme xmlns:a="http://schemas.openxmlformats.org/drawingml/2006/main" name="11_Nokia PowerPoint Template Nokia Pure v25">
  <a:themeElements>
    <a:clrScheme name="Nokia Master Theme">
      <a:dk1>
        <a:srgbClr val="124191"/>
      </a:dk1>
      <a:lt1>
        <a:srgbClr val="FFFFFF"/>
      </a:lt1>
      <a:dk2>
        <a:srgbClr val="FFFFFF"/>
      </a:dk2>
      <a:lt2>
        <a:srgbClr val="68717A"/>
      </a:lt2>
      <a:accent1>
        <a:srgbClr val="00C9FF"/>
      </a:accent1>
      <a:accent2>
        <a:srgbClr val="00C9FF"/>
      </a:accent2>
      <a:accent3>
        <a:srgbClr val="00C9FF"/>
      </a:accent3>
      <a:accent4>
        <a:srgbClr val="A8BBC0"/>
      </a:accent4>
      <a:accent5>
        <a:srgbClr val="A8BBC0"/>
      </a:accent5>
      <a:accent6>
        <a:srgbClr val="D8D9DA"/>
      </a:accent6>
      <a:hlink>
        <a:srgbClr val="124191"/>
      </a:hlink>
      <a:folHlink>
        <a:srgbClr val="124191"/>
      </a:folHlink>
    </a:clrScheme>
    <a:fontScheme name="Nokia Pure v2">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19050" cmpd="sng">
          <a:solidFill>
            <a:schemeClr val="accent3"/>
          </a:solidFill>
        </a:ln>
        <a:effectLst/>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Nokia PowerPoint Template Nokia Pure v12" id="{7AC05BEF-BBDF-4CF1-AA23-A676535EABCE}" vid="{991539CA-B441-4AED-8339-F6770207F6A2}"/>
    </a:ext>
  </a:extLst>
</a:theme>
</file>

<file path=ppt/theme/theme2.xml><?xml version="1.0" encoding="utf-8"?>
<a:theme xmlns:a="http://schemas.openxmlformats.org/drawingml/2006/main" name="3 Nokia Blue Master plain">
  <a:themeElements>
    <a:clrScheme name="Nokia April 2016">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2016">
      <a:majorFont>
        <a:latin typeface="Nokia Pure Headline Light"/>
        <a:ea typeface=""/>
        <a:cs typeface=""/>
      </a:majorFont>
      <a:minorFont>
        <a:latin typeface="Nokia Pure Text Light"/>
        <a:ea typeface=""/>
        <a:cs typeface=""/>
      </a:minorFont>
    </a:fontScheme>
    <a:fmtScheme name="Civic">
      <a:fillStyleLst>
        <a:solidFill>
          <a:schemeClr val="phClr"/>
        </a:solidFill>
        <a:solidFill>
          <a:schemeClr val="phClr">
            <a:tint val="45000"/>
          </a:schemeClr>
        </a:solidFill>
        <a:solidFill>
          <a:schemeClr val="phClr">
            <a:tint val="95000"/>
          </a:schemeClr>
        </a:solidFill>
      </a:fillStyleLst>
      <a:lnStyleLst>
        <a:ln w="9525" cap="flat" cmpd="sng" algn="ctr">
          <a:solidFill>
            <a:schemeClr val="phClr"/>
          </a:solidFill>
          <a:prstDash val="solid"/>
        </a:ln>
        <a:ln w="11429" cap="flat" cmpd="sng" algn="ctr">
          <a:solidFill>
            <a:schemeClr val="phClr"/>
          </a:solidFill>
          <a:prstDash val="sysDash"/>
        </a:ln>
        <a:ln w="20000" cap="flat" cmpd="sng" algn="ctr">
          <a:solidFill>
            <a:schemeClr val="phClr"/>
          </a:solidFill>
          <a:prstDash val="solid"/>
        </a:ln>
      </a:lnStyleLst>
      <a:effectStyleLst>
        <a:effectStyle>
          <a:effectLst>
            <a:outerShdw blurRad="50800" dist="25400" dir="5400000" rotWithShape="0">
              <a:srgbClr val="000000">
                <a:alpha val="3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threePt" dir="t">
              <a:rot lat="0" lon="0" rev="0"/>
            </a:lightRig>
          </a:scene3d>
          <a:sp3d contourW="9525" prstMaterial="matte">
            <a:bevelT w="0" h="0"/>
            <a:contourClr>
              <a:schemeClr val="phClr">
                <a:shade val="70000"/>
                <a:satMod val="105000"/>
              </a:schemeClr>
            </a:contourClr>
          </a:sp3d>
        </a:effectStyle>
        <a:effectStyle>
          <a:effectLst>
            <a:outerShdw blurRad="50800" dist="25400" dir="5400000" rotWithShape="0">
              <a:srgbClr val="000000">
                <a:alpha val="45000"/>
              </a:srgbClr>
            </a:outerShdw>
          </a:effectLst>
          <a:scene3d>
            <a:camera prst="orthographicFront" fov="0">
              <a:rot lat="0" lon="0" rev="0"/>
            </a:camera>
            <a:lightRig rig="soft" dir="b">
              <a:rot lat="0" lon="0" rev="0"/>
            </a:lightRig>
          </a:scene3d>
          <a:sp3d prstMaterial="dkEdge">
            <a:bevelT w="63500" h="63500" prst="cross"/>
            <a:contourClr>
              <a:schemeClr val="ph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Nokia_PPT Template Full.potx" id="{203B9315-8778-49B8-BE44-A0BC7CE1CB2A}" vid="{AB1A13BB-612E-45C8-B767-885CC0301BB7}"/>
    </a:ext>
  </a:extLst>
</a:theme>
</file>

<file path=ppt/theme/theme3.xml><?xml version="1.0" encoding="utf-8"?>
<a:theme xmlns:a="http://schemas.openxmlformats.org/drawingml/2006/main" name="13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4.xml><?xml version="1.0" encoding="utf-8"?>
<a:theme xmlns:a="http://schemas.openxmlformats.org/drawingml/2006/main" name="1_Nokia White Master with headline">
  <a:themeElements>
    <a:clrScheme name="Nokia April 2016">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2016">
      <a:majorFont>
        <a:latin typeface="Nokia Pure Headline Light"/>
        <a:ea typeface=""/>
        <a:cs typeface=""/>
      </a:majorFont>
      <a:minorFont>
        <a:latin typeface="Nokia Pure Text Light"/>
        <a:ea typeface=""/>
        <a:cs typeface=""/>
      </a:minorFont>
    </a:fontScheme>
    <a:fmtScheme name="Civic">
      <a:fillStyleLst>
        <a:solidFill>
          <a:schemeClr val="phClr"/>
        </a:solidFill>
        <a:solidFill>
          <a:schemeClr val="phClr">
            <a:tint val="45000"/>
          </a:schemeClr>
        </a:solidFill>
        <a:solidFill>
          <a:schemeClr val="phClr">
            <a:tint val="95000"/>
          </a:schemeClr>
        </a:solidFill>
      </a:fillStyleLst>
      <a:lnStyleLst>
        <a:ln w="9525" cap="flat" cmpd="sng" algn="ctr">
          <a:solidFill>
            <a:schemeClr val="phClr"/>
          </a:solidFill>
          <a:prstDash val="solid"/>
        </a:ln>
        <a:ln w="11429" cap="flat" cmpd="sng" algn="ctr">
          <a:solidFill>
            <a:schemeClr val="phClr"/>
          </a:solidFill>
          <a:prstDash val="sysDash"/>
        </a:ln>
        <a:ln w="20000" cap="flat" cmpd="sng" algn="ctr">
          <a:solidFill>
            <a:schemeClr val="phClr"/>
          </a:solidFill>
          <a:prstDash val="solid"/>
        </a:ln>
      </a:lnStyleLst>
      <a:effectStyleLst>
        <a:effectStyle>
          <a:effectLst>
            <a:outerShdw blurRad="50800" dist="25400" dir="5400000" rotWithShape="0">
              <a:srgbClr val="000000">
                <a:alpha val="3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threePt" dir="t">
              <a:rot lat="0" lon="0" rev="0"/>
            </a:lightRig>
          </a:scene3d>
          <a:sp3d contourW="9525" prstMaterial="matte">
            <a:bevelT w="0" h="0"/>
            <a:contourClr>
              <a:schemeClr val="phClr">
                <a:shade val="70000"/>
                <a:satMod val="105000"/>
              </a:schemeClr>
            </a:contourClr>
          </a:sp3d>
        </a:effectStyle>
        <a:effectStyle>
          <a:effectLst>
            <a:outerShdw blurRad="50800" dist="25400" dir="5400000" rotWithShape="0">
              <a:srgbClr val="000000">
                <a:alpha val="45000"/>
              </a:srgbClr>
            </a:outerShdw>
          </a:effectLst>
          <a:scene3d>
            <a:camera prst="orthographicFront" fov="0">
              <a:rot lat="0" lon="0" rev="0"/>
            </a:camera>
            <a:lightRig rig="soft" dir="b">
              <a:rot lat="0" lon="0" rev="0"/>
            </a:lightRig>
          </a:scene3d>
          <a:sp3d prstMaterial="dkEdge">
            <a:bevelT w="63500" h="63500" prst="cross"/>
            <a:contourClr>
              <a:schemeClr val="ph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defRPr sz="1200" dirty="0" smtClean="0">
            <a:solidFill>
              <a:schemeClr val="bg1"/>
            </a:solidFill>
            <a:latin typeface="Nokia Pure Text Light" panose="020B0403020202020204" pitchFamily="34" charset="0"/>
            <a:ea typeface="Nokia Pure Text Light" panose="020B0403020202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72000" tIns="72000" rIns="72000" bIns="72000" rtlCol="0">
        <a:spAutoFit/>
      </a:bodyPr>
      <a:lstStyle>
        <a:defPPr defTabSz="360000">
          <a:spcAft>
            <a:spcPts val="600"/>
          </a:spcAft>
          <a:tabLst>
            <a:tab pos="360000" algn="l"/>
          </a:tabLst>
          <a:defRPr sz="1200" dirty="0" smtClean="0">
            <a:solidFill>
              <a:schemeClr val="tx2"/>
            </a:solidFill>
            <a:latin typeface="Nokia Pure Text Light" panose="020B0403020202020204" pitchFamily="34" charset="0"/>
            <a:ea typeface="Nokia Pure Text Light" panose="020B0403020202020204" pitchFamily="34" charset="0"/>
          </a:defRPr>
        </a:defPPr>
      </a:lstStyle>
    </a:txDef>
  </a:objectDefaults>
  <a:extraClrSchemeLst/>
  <a:extLst>
    <a:ext uri="{05A4C25C-085E-4340-85A3-A5531E510DB2}">
      <thm15:themeFamily xmlns:thm15="http://schemas.microsoft.com/office/thememl/2012/main" name="Nokia_Pure_PPT_CORP_V2.2.potx [Read-Only]" id="{23944DA4-FCBA-4FD4-A6F0-68B53AED5EB4}" vid="{101D94BB-8CC4-419F-A406-69024B3D4837}"/>
    </a:ext>
  </a:extLst>
</a:theme>
</file>

<file path=ppt/theme/theme5.xml><?xml version="1.0" encoding="utf-8"?>
<a:theme xmlns:a="http://schemas.openxmlformats.org/drawingml/2006/main" name="Final Slide">
  <a:themeElements>
    <a:clrScheme name="Nokia 120515">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NET_PPT_Temp_Pure_V29" id="{87D3FFF2-CAA1-4FD4-91D1-8A7835009366}" vid="{94275769-19E1-4CF5-9D4E-426520D77E9A}"/>
    </a:ext>
  </a:extLst>
</a:theme>
</file>

<file path=ppt/theme/theme6.xml><?xml version="1.0" encoding="utf-8"?>
<a:theme xmlns:a="http://schemas.openxmlformats.org/drawingml/2006/main" name="1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7.xml><?xml version="1.0" encoding="utf-8"?>
<a:theme xmlns:a="http://schemas.openxmlformats.org/drawingml/2006/main" name="2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8.xml><?xml version="1.0" encoding="utf-8"?>
<a:theme xmlns:a="http://schemas.openxmlformats.org/drawingml/2006/main" name="14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9.xml><?xml version="1.0" encoding="utf-8"?>
<a:theme xmlns:a="http://schemas.openxmlformats.org/drawingml/2006/main" name="1_c 2018 Nokia">
  <a:themeElements>
    <a:clrScheme name="C 2018 Nokia">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124191"/>
      </a:hlink>
      <a:folHlink>
        <a:srgbClr val="001135"/>
      </a:folHlink>
    </a:clrScheme>
    <a:fontScheme name="Nokia 2018">
      <a:majorFont>
        <a:latin typeface="Nokia Pure Headline Light"/>
        <a:ea typeface=""/>
        <a:cs typeface=""/>
      </a:majorFont>
      <a:minorFont>
        <a:latin typeface="Nokia Pure Text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a:noFill/>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spcAft>
            <a:spcPts val="300"/>
          </a:spcAft>
          <a:buSzPct val="100000"/>
          <a:defRPr sz="1200"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3175"/>
      </a:spPr>
      <a:bodyPr/>
      <a:lstStyle/>
      <a:style>
        <a:lnRef idx="1">
          <a:schemeClr val="accent1"/>
        </a:lnRef>
        <a:fillRef idx="0">
          <a:schemeClr val="accent1"/>
        </a:fillRef>
        <a:effectRef idx="0">
          <a:schemeClr val="accent1"/>
        </a:effectRef>
        <a:fontRef idx="minor">
          <a:schemeClr val="tx1"/>
        </a:fontRef>
      </a:style>
    </a:lnDef>
    <a:txDef>
      <a:spPr>
        <a:noFill/>
      </a:spPr>
      <a:bodyPr wrap="square" lIns="72000" tIns="72000" rIns="72000" bIns="72000" rtlCol="0">
        <a:noAutofit/>
      </a:bodyPr>
      <a:lstStyle>
        <a:defPPr algn="l">
          <a:spcAft>
            <a:spcPts val="300"/>
          </a:spcAft>
          <a:buSzPct val="100000"/>
          <a:defRPr sz="1200" dirty="0" smtClean="0">
            <a:solidFill>
              <a:schemeClr val="tx2"/>
            </a:solidFill>
          </a:defRPr>
        </a:defPPr>
      </a:lstStyle>
    </a:txDef>
  </a:objectDefaults>
  <a:extraClrSchemeLst/>
  <a:extLst>
    <a:ext uri="{05A4C25C-085E-4340-85A3-A5531E510DB2}">
      <thm15:themeFamily xmlns:thm15="http://schemas.microsoft.com/office/thememl/2012/main" name="RS21015_Nokia Pure PowerPoint" id="{DB366936-CDBD-4680-BE6A-529E8906FE8F}" vid="{C0AD08C2-AA5D-4B73-A738-D7D0C9E1D721}"/>
    </a:ext>
  </a:extLst>
</a:theme>
</file>

<file path=ppt/theme/theme10.xml><?xml version="1.0" encoding="utf-8"?>
<a:theme xmlns:a="http://schemas.openxmlformats.org/drawingml/2006/main" name="1 White Master">
  <a:themeElements>
    <a:clrScheme name="C 2018 Nokia">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124191"/>
      </a:hlink>
      <a:folHlink>
        <a:srgbClr val="001135"/>
      </a:folHlink>
    </a:clrScheme>
    <a:fontScheme name="Nokia 2018">
      <a:majorFont>
        <a:latin typeface="Nokia Pure Headline Light"/>
        <a:ea typeface=""/>
        <a:cs typeface=""/>
      </a:majorFont>
      <a:minorFont>
        <a:latin typeface="Nokia Pure Text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a:noFill/>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spcAft>
            <a:spcPts val="300"/>
          </a:spcAft>
          <a:buSzPct val="100000"/>
          <a:defRPr sz="1200"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3175"/>
      </a:spPr>
      <a:bodyPr/>
      <a:lstStyle/>
      <a:style>
        <a:lnRef idx="1">
          <a:schemeClr val="accent1"/>
        </a:lnRef>
        <a:fillRef idx="0">
          <a:schemeClr val="accent1"/>
        </a:fillRef>
        <a:effectRef idx="0">
          <a:schemeClr val="accent1"/>
        </a:effectRef>
        <a:fontRef idx="minor">
          <a:schemeClr val="tx1"/>
        </a:fontRef>
      </a:style>
    </a:lnDef>
    <a:txDef>
      <a:spPr>
        <a:noFill/>
      </a:spPr>
      <a:bodyPr wrap="square" lIns="72000" tIns="72000" rIns="72000" bIns="72000" rtlCol="0">
        <a:noAutofit/>
      </a:bodyPr>
      <a:lstStyle>
        <a:defPPr algn="l">
          <a:spcAft>
            <a:spcPts val="300"/>
          </a:spcAft>
          <a:buSzPct val="100000"/>
          <a:defRPr sz="1200" dirty="0" smtClean="0">
            <a:solidFill>
              <a:schemeClr val="tx2"/>
            </a:solidFill>
          </a:defRPr>
        </a:defPPr>
      </a:lstStyle>
    </a:txDef>
  </a:objectDefaults>
  <a:extraClrSchemeLst/>
  <a:extLst>
    <a:ext uri="{05A4C25C-085E-4340-85A3-A5531E510DB2}">
      <thm15:themeFamily xmlns:thm15="http://schemas.microsoft.com/office/thememl/2012/main" name="Nokia Pure PowerPoint" id="{E7D3A715-BCA4-4FF0-8514-18648E1E37B4}" vid="{BEDE3391-55BB-4B7A-88ED-7B8E863A05E3}"/>
    </a:ext>
  </a:extLst>
</a:theme>
</file>

<file path=ppt/theme/theme11.xml><?xml version="1.0" encoding="utf-8"?>
<a:theme xmlns:a="http://schemas.openxmlformats.org/drawingml/2006/main" name="15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12.xml><?xml version="1.0" encoding="utf-8"?>
<a:theme xmlns:a="http://schemas.openxmlformats.org/drawingml/2006/main" name="3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13.xml><?xml version="1.0" encoding="utf-8"?>
<a:theme xmlns:a="http://schemas.openxmlformats.org/drawingml/2006/main" name="4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14.xml><?xml version="1.0" encoding="utf-8"?>
<a:theme xmlns:a="http://schemas.openxmlformats.org/drawingml/2006/main" name="2_Nokia White Master with headline">
  <a:themeElements>
    <a:clrScheme name="Nokia April 2016">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2016">
      <a:majorFont>
        <a:latin typeface="Nokia Pure Headline Light"/>
        <a:ea typeface=""/>
        <a:cs typeface=""/>
      </a:majorFont>
      <a:minorFont>
        <a:latin typeface="Nokia Pure Text Light"/>
        <a:ea typeface=""/>
        <a:cs typeface=""/>
      </a:minorFont>
    </a:fontScheme>
    <a:fmtScheme name="Civic">
      <a:fillStyleLst>
        <a:solidFill>
          <a:schemeClr val="phClr"/>
        </a:solidFill>
        <a:solidFill>
          <a:schemeClr val="phClr">
            <a:tint val="45000"/>
          </a:schemeClr>
        </a:solidFill>
        <a:solidFill>
          <a:schemeClr val="phClr">
            <a:tint val="95000"/>
          </a:schemeClr>
        </a:solidFill>
      </a:fillStyleLst>
      <a:lnStyleLst>
        <a:ln w="9525" cap="flat" cmpd="sng" algn="ctr">
          <a:solidFill>
            <a:schemeClr val="phClr"/>
          </a:solidFill>
          <a:prstDash val="solid"/>
        </a:ln>
        <a:ln w="11429" cap="flat" cmpd="sng" algn="ctr">
          <a:solidFill>
            <a:schemeClr val="phClr"/>
          </a:solidFill>
          <a:prstDash val="sysDash"/>
        </a:ln>
        <a:ln w="20000" cap="flat" cmpd="sng" algn="ctr">
          <a:solidFill>
            <a:schemeClr val="phClr"/>
          </a:solidFill>
          <a:prstDash val="solid"/>
        </a:ln>
      </a:lnStyleLst>
      <a:effectStyleLst>
        <a:effectStyle>
          <a:effectLst>
            <a:outerShdw blurRad="50800" dist="25400" dir="5400000" rotWithShape="0">
              <a:srgbClr val="000000">
                <a:alpha val="3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threePt" dir="t">
              <a:rot lat="0" lon="0" rev="0"/>
            </a:lightRig>
          </a:scene3d>
          <a:sp3d contourW="9525" prstMaterial="matte">
            <a:bevelT w="0" h="0"/>
            <a:contourClr>
              <a:schemeClr val="phClr">
                <a:shade val="70000"/>
                <a:satMod val="105000"/>
              </a:schemeClr>
            </a:contourClr>
          </a:sp3d>
        </a:effectStyle>
        <a:effectStyle>
          <a:effectLst>
            <a:outerShdw blurRad="50800" dist="25400" dir="5400000" rotWithShape="0">
              <a:srgbClr val="000000">
                <a:alpha val="45000"/>
              </a:srgbClr>
            </a:outerShdw>
          </a:effectLst>
          <a:scene3d>
            <a:camera prst="orthographicFront" fov="0">
              <a:rot lat="0" lon="0" rev="0"/>
            </a:camera>
            <a:lightRig rig="soft" dir="b">
              <a:rot lat="0" lon="0" rev="0"/>
            </a:lightRig>
          </a:scene3d>
          <a:sp3d prstMaterial="dkEdge">
            <a:bevelT w="63500" h="63500" prst="cross"/>
            <a:contourClr>
              <a:schemeClr val="ph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defRPr sz="1200" dirty="0" smtClean="0">
            <a:solidFill>
              <a:schemeClr val="bg1"/>
            </a:solidFill>
            <a:latin typeface="Nokia Pure Text Light" panose="020B0403020202020204" pitchFamily="34" charset="0"/>
            <a:ea typeface="Nokia Pure Text Light" panose="020B0403020202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72000" tIns="72000" rIns="72000" bIns="72000" rtlCol="0">
        <a:spAutoFit/>
      </a:bodyPr>
      <a:lstStyle>
        <a:defPPr defTabSz="360000">
          <a:spcAft>
            <a:spcPts val="600"/>
          </a:spcAft>
          <a:tabLst>
            <a:tab pos="360000" algn="l"/>
          </a:tabLst>
          <a:defRPr sz="1200" dirty="0" smtClean="0">
            <a:solidFill>
              <a:schemeClr val="tx2"/>
            </a:solidFill>
            <a:latin typeface="Nokia Pure Text Light" panose="020B0403020202020204" pitchFamily="34" charset="0"/>
            <a:ea typeface="Nokia Pure Text Light" panose="020B0403020202020204" pitchFamily="34" charset="0"/>
          </a:defRPr>
        </a:defPPr>
      </a:lstStyle>
    </a:txDef>
  </a:objectDefaults>
  <a:extraClrSchemeLst/>
  <a:extLst>
    <a:ext uri="{05A4C25C-085E-4340-85A3-A5531E510DB2}">
      <thm15:themeFamily xmlns:thm15="http://schemas.microsoft.com/office/thememl/2012/main" name="Nokia_Pure_PPT_CORP_V2.2.potx [Read-Only]" id="{23944DA4-FCBA-4FD4-A6F0-68B53AED5EB4}" vid="{101D94BB-8CC4-419F-A406-69024B3D4837}"/>
    </a:ext>
  </a:extLst>
</a:theme>
</file>

<file path=ppt/theme/theme15.xml><?xml version="1.0" encoding="utf-8"?>
<a:theme xmlns:a="http://schemas.openxmlformats.org/drawingml/2006/main" name="16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16.xml><?xml version="1.0" encoding="utf-8"?>
<a:theme xmlns:a="http://schemas.openxmlformats.org/drawingml/2006/main" name="17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17.xml><?xml version="1.0" encoding="utf-8"?>
<a:theme xmlns:a="http://schemas.openxmlformats.org/drawingml/2006/main" name="18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18.xml><?xml version="1.0" encoding="utf-8"?>
<a:theme xmlns:a="http://schemas.openxmlformats.org/drawingml/2006/main" name="5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19.xml><?xml version="1.0" encoding="utf-8"?>
<a:theme xmlns:a="http://schemas.openxmlformats.org/drawingml/2006/main" name="3_CORP_PPT_Temp_Pure_V31">
  <a:themeElements>
    <a:clrScheme name="Nokia 120515">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fontAlgn="auto">
          <a:spcBef>
            <a:spcPts val="0"/>
          </a:spcBef>
          <a:spcAft>
            <a:spcPts val="0"/>
          </a:spcAft>
          <a:defRPr sz="1200" dirty="0" err="1"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72000" tIns="72000" rIns="72000" bIns="72000" rtlCol="0">
        <a:spAutoFit/>
      </a:bodyPr>
      <a:lstStyle>
        <a:defPPr marR="0" algn="l" defTabSz="457200" rtl="0" eaLnBrk="1" fontAlgn="base" latinLnBrk="0" hangingPunct="1">
          <a:lnSpc>
            <a:spcPct val="100000"/>
          </a:lnSpc>
          <a:spcBef>
            <a:spcPts val="0"/>
          </a:spcBef>
          <a:spcAft>
            <a:spcPct val="0"/>
          </a:spcAft>
          <a:buClr>
            <a:srgbClr val="001135"/>
          </a:buClr>
          <a:buSzTx/>
          <a:tabLst/>
          <a:defRPr sz="14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Nokia_Pure_PPT_CORP_V2" id="{840FC543-C238-4FED-92EA-2BEC9CD3F5D0}" vid="{F94389EA-89C2-41DD-8CDB-2D0B8D8880D2}"/>
    </a:ext>
  </a:extLst>
</a:theme>
</file>

<file path=ppt/theme/theme20.xml><?xml version="1.0" encoding="utf-8"?>
<a:theme xmlns:a="http://schemas.openxmlformats.org/drawingml/2006/main" name="3_Nokia Photo Master">
  <a:themeElements>
    <a:clrScheme name="Nokia April 2016">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2016">
      <a:majorFont>
        <a:latin typeface="Nokia Pure Headline Light"/>
        <a:ea typeface=""/>
        <a:cs typeface=""/>
      </a:majorFont>
      <a:minorFont>
        <a:latin typeface="Nokia Pure Text Light"/>
        <a:ea typeface=""/>
        <a:cs typeface=""/>
      </a:minorFont>
    </a:fontScheme>
    <a:fmtScheme name="Civic">
      <a:fillStyleLst>
        <a:solidFill>
          <a:schemeClr val="phClr"/>
        </a:solidFill>
        <a:solidFill>
          <a:schemeClr val="phClr">
            <a:tint val="45000"/>
          </a:schemeClr>
        </a:solidFill>
        <a:solidFill>
          <a:schemeClr val="phClr">
            <a:tint val="95000"/>
          </a:schemeClr>
        </a:solidFill>
      </a:fillStyleLst>
      <a:lnStyleLst>
        <a:ln w="9525" cap="flat" cmpd="sng" algn="ctr">
          <a:solidFill>
            <a:schemeClr val="phClr"/>
          </a:solidFill>
          <a:prstDash val="solid"/>
        </a:ln>
        <a:ln w="11429" cap="flat" cmpd="sng" algn="ctr">
          <a:solidFill>
            <a:schemeClr val="phClr"/>
          </a:solidFill>
          <a:prstDash val="sysDash"/>
        </a:ln>
        <a:ln w="20000" cap="flat" cmpd="sng" algn="ctr">
          <a:solidFill>
            <a:schemeClr val="phClr"/>
          </a:solidFill>
          <a:prstDash val="solid"/>
        </a:ln>
      </a:lnStyleLst>
      <a:effectStyleLst>
        <a:effectStyle>
          <a:effectLst>
            <a:outerShdw blurRad="50800" dist="25400" dir="5400000" rotWithShape="0">
              <a:srgbClr val="000000">
                <a:alpha val="3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threePt" dir="t">
              <a:rot lat="0" lon="0" rev="0"/>
            </a:lightRig>
          </a:scene3d>
          <a:sp3d contourW="9525" prstMaterial="matte">
            <a:bevelT w="0" h="0"/>
            <a:contourClr>
              <a:schemeClr val="phClr">
                <a:shade val="70000"/>
                <a:satMod val="105000"/>
              </a:schemeClr>
            </a:contourClr>
          </a:sp3d>
        </a:effectStyle>
        <a:effectStyle>
          <a:effectLst>
            <a:outerShdw blurRad="50800" dist="25400" dir="5400000" rotWithShape="0">
              <a:srgbClr val="000000">
                <a:alpha val="45000"/>
              </a:srgbClr>
            </a:outerShdw>
          </a:effectLst>
          <a:scene3d>
            <a:camera prst="orthographicFront" fov="0">
              <a:rot lat="0" lon="0" rev="0"/>
            </a:camera>
            <a:lightRig rig="soft" dir="b">
              <a:rot lat="0" lon="0" rev="0"/>
            </a:lightRig>
          </a:scene3d>
          <a:sp3d prstMaterial="dkEdge">
            <a:bevelT w="63500" h="63500" prst="cross"/>
            <a:contourClr>
              <a:schemeClr val="ph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w="3175">
          <a:noFill/>
          <a:prstDash val="solid"/>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defRPr sz="1200" dirty="0" smtClean="0">
            <a:solidFill>
              <a:schemeClr val="bg1"/>
            </a:solidFill>
            <a:latin typeface="Nokia Pure Text Light" panose="020B0403020202020204" pitchFamily="34" charset="0"/>
            <a:ea typeface="Nokia Pure Text Light" panose="020B0403020202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lnDef>
      <a:spPr>
        <a:ln w="3175"/>
      </a:spPr>
      <a:bodyPr/>
      <a:lstStyle/>
      <a:style>
        <a:lnRef idx="1">
          <a:schemeClr val="accent1"/>
        </a:lnRef>
        <a:fillRef idx="0">
          <a:schemeClr val="accent1"/>
        </a:fillRef>
        <a:effectRef idx="0">
          <a:schemeClr val="accent1"/>
        </a:effectRef>
        <a:fontRef idx="minor">
          <a:schemeClr val="tx1"/>
        </a:fontRef>
      </a:style>
    </a:lnDef>
    <a:txDef>
      <a:spPr>
        <a:noFill/>
      </a:spPr>
      <a:bodyPr wrap="none" lIns="72000" tIns="72000" rIns="72000" bIns="72000" rtlCol="0">
        <a:spAutoFit/>
      </a:bodyPr>
      <a:lstStyle>
        <a:defPPr algn="l" defTabSz="360000">
          <a:spcAft>
            <a:spcPts val="600"/>
          </a:spcAft>
          <a:tabLst>
            <a:tab pos="360000" algn="l"/>
          </a:tabLst>
          <a:defRPr sz="1200" dirty="0" smtClean="0">
            <a:solidFill>
              <a:schemeClr val="tx2"/>
            </a:solidFill>
            <a:latin typeface="+mn-lt"/>
            <a:ea typeface="Nokia Pure Text Light" panose="020B0403020202020204" pitchFamily="34" charset="0"/>
          </a:defRPr>
        </a:defPPr>
      </a:lstStyle>
    </a:txDef>
  </a:objectDefaults>
  <a:extraClrSchemeLst/>
  <a:extLst>
    <a:ext uri="{05A4C25C-085E-4340-85A3-A5531E510DB2}">
      <thm15:themeFamily xmlns:thm15="http://schemas.microsoft.com/office/thememl/2012/main" name="Nokia Pure PowerPoint.potx" id="{6205CDBA-22D6-4D7B-AFCF-904B849D1A79}" vid="{4B5F5FB7-7E9B-4B8B-941F-65FF29DB7DBE}"/>
    </a:ext>
  </a:extLst>
</a:theme>
</file>

<file path=ppt/theme/theme2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themeOverride>
</file>

<file path=ppt/theme/themeOverride2.xml><?xml version="1.0" encoding="utf-8"?>
<a:themeOverride xmlns:a="http://schemas.openxmlformats.org/drawingml/2006/main">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2F18834676FFE448B63DF113C8736E8" ma:contentTypeVersion="15" ma:contentTypeDescription="Create a new document." ma:contentTypeScope="" ma:versionID="b217ba89f751231b9ea64b743ed779bb">
  <xsd:schema xmlns:xsd="http://www.w3.org/2001/XMLSchema" xmlns:xs="http://www.w3.org/2001/XMLSchema" xmlns:p="http://schemas.microsoft.com/office/2006/metadata/properties" xmlns:ns2="71c5aaf6-e6ce-465b-b873-5148d2a4c105" xmlns:ns3="687813bc-9974-4c6d-83ce-d20cb75fa304" xmlns:ns4="2196d060-045b-4131-b45a-1dde3136417e" targetNamespace="http://schemas.microsoft.com/office/2006/metadata/properties" ma:root="true" ma:fieldsID="12186a8269eba298bc426ac4bd223bf6" ns2:_="" ns3:_="" ns4:_="">
    <xsd:import namespace="71c5aaf6-e6ce-465b-b873-5148d2a4c105"/>
    <xsd:import namespace="687813bc-9974-4c6d-83ce-d20cb75fa304"/>
    <xsd:import namespace="2196d060-045b-4131-b45a-1dde3136417e"/>
    <xsd:element name="properties">
      <xsd:complexType>
        <xsd:sequence>
          <xsd:element name="documentManagement">
            <xsd:complexType>
              <xsd:all>
                <xsd:element ref="ns2:_dlc_DocId" minOccurs="0"/>
                <xsd:element ref="ns2:_dlc_DocIdUrl" minOccurs="0"/>
                <xsd:element ref="ns2:_dlc_DocIdPersistId" minOccurs="0"/>
                <xsd:element ref="ns2:HideFromDelve" minOccurs="0"/>
                <xsd:element ref="ns3:SharedWithUsers" minOccurs="0"/>
                <xsd:element ref="ns3:SharedWithDetails" minOccurs="0"/>
                <xsd:element ref="ns4:MediaServiceMetadata" minOccurs="0"/>
                <xsd:element ref="ns4:MediaServiceFastMetadata" minOccurs="0"/>
                <xsd:element ref="ns4:MediaServiceAutoKeyPoints" minOccurs="0"/>
                <xsd:element ref="ns4:MediaServiceKeyPoints" minOccurs="0"/>
                <xsd:element ref="ns4:MediaServiceDateTaken" minOccurs="0"/>
                <xsd:element ref="ns4:MediaServiceAutoTags" minOccurs="0"/>
                <xsd:element ref="ns4:MediaLengthInSeconds" minOccurs="0"/>
                <xsd:element ref="ns4:MediaServiceGenerationTime" minOccurs="0"/>
                <xsd:element ref="ns4:MediaServiceEventHashCode" minOccurs="0"/>
                <xsd:element ref="ns4: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1c5aaf6-e6ce-465b-b873-5148d2a4c105"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element name="HideFromDelve" ma:index="11" nillable="true" ma:displayName="HideFromDelve" ma:default="0" ma:internalName="HideFromDelv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687813bc-9974-4c6d-83ce-d20cb75fa30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196d060-045b-4131-b45a-1dde3136417e" elementFormDefault="qualified">
    <xsd:import namespace="http://schemas.microsoft.com/office/2006/documentManagement/types"/>
    <xsd:import namespace="http://schemas.microsoft.com/office/infopath/2007/PartnerControls"/>
    <xsd:element name="MediaServiceMetadata" ma:index="14" nillable="true" ma:displayName="MediaServiceMetadata" ma:hidden="true" ma:internalName="MediaServiceMetadata" ma:readOnly="true">
      <xsd:simpleType>
        <xsd:restriction base="dms:Note"/>
      </xsd:simpleType>
    </xsd:element>
    <xsd:element name="MediaServiceFastMetadata" ma:index="15" nillable="true" ma:displayName="MediaServiceFastMetadata" ma:hidden="true" ma:internalName="MediaServiceFastMetadata" ma:readOnly="true">
      <xsd:simpleType>
        <xsd:restriction base="dms:Note"/>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tru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MediaServiceAutoTags" ma:index="19" nillable="true" ma:displayName="Tags" ma:internalName="MediaServiceAutoTags" ma:readOnly="true">
      <xsd:simpleType>
        <xsd:restriction base="dms:Text"/>
      </xsd:simpleType>
    </xsd:element>
    <xsd:element name="MediaLengthInSeconds" ma:index="20" nillable="true" ma:displayName="MediaLengthInSeconds" ma:hidden="true" ma:internalName="MediaLengthInSeconds" ma:readOnly="true">
      <xsd:simpleType>
        <xsd:restriction base="dms:Unknown"/>
      </xsd:simpleType>
    </xsd:element>
    <xsd:element name="MediaServiceGenerationTime" ma:index="21" nillable="true" ma:displayName="MediaServiceGenerationTime" ma:hidden="true" ma:internalName="MediaServiceGenerationTime" ma:readOnly="true">
      <xsd:simpleType>
        <xsd:restriction base="dms:Text"/>
      </xsd:simpleType>
    </xsd:element>
    <xsd:element name="MediaServiceEventHashCode" ma:index="22" nillable="true" ma:displayName="MediaServiceEventHashCode" ma:hidden="true" ma:internalName="MediaServiceEventHashCode" ma:readOnly="true">
      <xsd:simpleType>
        <xsd:restriction base="dms:Text"/>
      </xsd:simpleType>
    </xsd:element>
    <xsd:element name="MediaServiceOCR" ma:index="23" nillable="true" ma:displayName="Extracted Text" ma:internalName="MediaServiceOCR"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spe:Receivers xmlns:spe="http://schemas.microsoft.com/sharepoint/events"/>
</file>

<file path=customXml/item3.xml><?xml version="1.0" encoding="utf-8"?>
<?mso-contentType ?>
<SharedContentType xmlns="Microsoft.SharePoint.Taxonomy.ContentTypeSync" SourceId="34c87397-5fc1-491e-85e7-d6110dbe9cbd" ContentTypeId="0x0101" PreviousValue="false"/>
</file>

<file path=customXml/item4.xml><?xml version="1.0" encoding="utf-8"?>
<?mso-contentType ?>
<FormTemplates xmlns="http://schemas.microsoft.com/sharepoint/v3/contenttype/forms">
  <Display>DocumentLibraryForm</Display>
  <Edit>DocumentLibraryForm</Edit>
  <New>DocumentLibraryForm</New>
</FormTemplates>
</file>

<file path=customXml/item5.xml><?xml version="1.0" encoding="utf-8"?>
<p:properties xmlns:p="http://schemas.microsoft.com/office/2006/metadata/properties" xmlns:xsi="http://www.w3.org/2001/XMLSchema-instance" xmlns:pc="http://schemas.microsoft.com/office/infopath/2007/PartnerControls">
  <documentManagement>
    <HideFromDelve xmlns="71c5aaf6-e6ce-465b-b873-5148d2a4c105">false</HideFromDelve>
  </documentManagement>
</p:properties>
</file>

<file path=customXml/itemProps1.xml><?xml version="1.0" encoding="utf-8"?>
<ds:datastoreItem xmlns:ds="http://schemas.openxmlformats.org/officeDocument/2006/customXml" ds:itemID="{29CB0069-0977-485D-9677-C204CE21726B}">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1c5aaf6-e6ce-465b-b873-5148d2a4c105"/>
    <ds:schemaRef ds:uri="687813bc-9974-4c6d-83ce-d20cb75fa304"/>
    <ds:schemaRef ds:uri="2196d060-045b-4131-b45a-1dde313641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216178B8-0F2A-4D29-994C-8B85A9AA2D37}">
  <ds:schemaRefs>
    <ds:schemaRef ds:uri="http://schemas.microsoft.com/sharepoint/events"/>
  </ds:schemaRefs>
</ds:datastoreItem>
</file>

<file path=customXml/itemProps3.xml><?xml version="1.0" encoding="utf-8"?>
<ds:datastoreItem xmlns:ds="http://schemas.openxmlformats.org/officeDocument/2006/customXml" ds:itemID="{74D72EFA-9380-4A46-A6C2-A2B90ECD43A2}">
  <ds:schemaRefs>
    <ds:schemaRef ds:uri="Microsoft.SharePoint.Taxonomy.ContentTypeSync"/>
  </ds:schemaRefs>
</ds:datastoreItem>
</file>

<file path=customXml/itemProps4.xml><?xml version="1.0" encoding="utf-8"?>
<ds:datastoreItem xmlns:ds="http://schemas.openxmlformats.org/officeDocument/2006/customXml" ds:itemID="{4551A270-9F4F-43D8-852D-1AAE05B8D8F9}">
  <ds:schemaRefs>
    <ds:schemaRef ds:uri="http://schemas.microsoft.com/sharepoint/v3/contenttype/forms"/>
  </ds:schemaRefs>
</ds:datastoreItem>
</file>

<file path=customXml/itemProps5.xml><?xml version="1.0" encoding="utf-8"?>
<ds:datastoreItem xmlns:ds="http://schemas.openxmlformats.org/officeDocument/2006/customXml" ds:itemID="{8A1923BF-E49F-46CC-8EDF-229E752E00D3}">
  <ds:schemaRefs>
    <ds:schemaRef ds:uri="http://schemas.microsoft.com/office/2006/metadata/properties"/>
    <ds:schemaRef ds:uri="http://schemas.microsoft.com/office/infopath/2007/PartnerControls"/>
    <ds:schemaRef ds:uri="71c5aaf6-e6ce-465b-b873-5148d2a4c105"/>
  </ds:schemaRefs>
</ds:datastoreItem>
</file>

<file path=docProps/app.xml><?xml version="1.0" encoding="utf-8"?>
<Properties xmlns="http://schemas.openxmlformats.org/officeDocument/2006/extended-properties" xmlns:vt="http://schemas.openxmlformats.org/officeDocument/2006/docPropsVTypes">
  <TotalTime>4704</TotalTime>
  <Words>5538</Words>
  <Application>Microsoft Office PowerPoint</Application>
  <PresentationFormat>Widescreen</PresentationFormat>
  <Paragraphs>326</Paragraphs>
  <Slides>50</Slides>
  <Notes>9</Notes>
  <HiddenSlides>0</HiddenSlides>
  <MMClips>0</MMClips>
  <ScaleCrop>false</ScaleCrop>
  <HeadingPairs>
    <vt:vector size="8" baseType="variant">
      <vt:variant>
        <vt:lpstr>Fonts Used</vt:lpstr>
      </vt:variant>
      <vt:variant>
        <vt:i4>9</vt:i4>
      </vt:variant>
      <vt:variant>
        <vt:lpstr>Theme</vt:lpstr>
      </vt:variant>
      <vt:variant>
        <vt:i4>20</vt:i4>
      </vt:variant>
      <vt:variant>
        <vt:lpstr>Embedded OLE Servers</vt:lpstr>
      </vt:variant>
      <vt:variant>
        <vt:i4>2</vt:i4>
      </vt:variant>
      <vt:variant>
        <vt:lpstr>Slide Titles</vt:lpstr>
      </vt:variant>
      <vt:variant>
        <vt:i4>50</vt:i4>
      </vt:variant>
    </vt:vector>
  </HeadingPairs>
  <TitlesOfParts>
    <vt:vector size="81" baseType="lpstr">
      <vt:lpstr>Arial</vt:lpstr>
      <vt:lpstr>Calibri</vt:lpstr>
      <vt:lpstr>Lucida Grande</vt:lpstr>
      <vt:lpstr>Nokia Pure Headline Light</vt:lpstr>
      <vt:lpstr>Nokia Pure Headline Ultra Light</vt:lpstr>
      <vt:lpstr>Nokia Pure Text</vt:lpstr>
      <vt:lpstr>Nokia Pure Text Light</vt:lpstr>
      <vt:lpstr>Verdana</vt:lpstr>
      <vt:lpstr>Wingdings</vt:lpstr>
      <vt:lpstr>11_Nokia PowerPoint Template Nokia Pure v25</vt:lpstr>
      <vt:lpstr>3 Nokia Blue Master plain</vt:lpstr>
      <vt:lpstr>13_CORP_PPT_Temp_Pure_V33</vt:lpstr>
      <vt:lpstr>1_Nokia White Master with headline</vt:lpstr>
      <vt:lpstr>Final Slide</vt:lpstr>
      <vt:lpstr>1_Nokia Master Blue Background</vt:lpstr>
      <vt:lpstr>2_Nokia Master Blue Background</vt:lpstr>
      <vt:lpstr>14_CORP_PPT_Temp_Pure_V33</vt:lpstr>
      <vt:lpstr>1_c 2018 Nokia</vt:lpstr>
      <vt:lpstr>1 White Master</vt:lpstr>
      <vt:lpstr>15_CORP_PPT_Temp_Pure_V33</vt:lpstr>
      <vt:lpstr>3_Nokia Master Blue Background</vt:lpstr>
      <vt:lpstr>4_Nokia Master Blue Background</vt:lpstr>
      <vt:lpstr>2_Nokia White Master with headline</vt:lpstr>
      <vt:lpstr>16_CORP_PPT_Temp_Pure_V33</vt:lpstr>
      <vt:lpstr>17_CORP_PPT_Temp_Pure_V33</vt:lpstr>
      <vt:lpstr>18_CORP_PPT_Temp_Pure_V33</vt:lpstr>
      <vt:lpstr>5_Nokia Master Blue Background</vt:lpstr>
      <vt:lpstr>3_CORP_PPT_Temp_Pure_V31</vt:lpstr>
      <vt:lpstr>3_Nokia Photo Master</vt:lpstr>
      <vt:lpstr>think-cell Slide</vt:lpstr>
      <vt:lpstr>Picture</vt:lpstr>
      <vt:lpstr>PowerPoint Presentation</vt:lpstr>
      <vt:lpstr>Agenda</vt:lpstr>
      <vt:lpstr>What is the  Core Network?</vt:lpstr>
      <vt:lpstr>PowerPoint Presentation</vt:lpstr>
      <vt:lpstr>What is the PS Core?</vt:lpstr>
      <vt:lpstr>What is 2G Network?</vt:lpstr>
      <vt:lpstr>What is 3G Network?</vt:lpstr>
      <vt:lpstr>What is 4G Network?</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Core 2G,3G  Architecture</vt:lpstr>
      <vt:lpstr>                               GPRS Interfaces</vt:lpstr>
      <vt:lpstr>PMM state machine</vt:lpstr>
      <vt:lpstr>PMM state machine  (contd)</vt:lpstr>
      <vt:lpstr>Session Management (SM) State machine</vt:lpstr>
      <vt:lpstr>                                 GPRS Attach</vt:lpstr>
      <vt:lpstr>GPRS Detach</vt:lpstr>
      <vt:lpstr>Routing Area Update</vt:lpstr>
      <vt:lpstr>PDP Context Activation</vt:lpstr>
      <vt:lpstr>MS-initiated PDP Context Deactivation</vt:lpstr>
      <vt:lpstr>Network-initiated PDP Context Deactivation</vt:lpstr>
      <vt:lpstr>3G Direct Tunnel</vt:lpstr>
      <vt:lpstr>3G DT call flow – Active PDP Context</vt:lpstr>
      <vt:lpstr>                     EUTRAN/LTE Architecture </vt:lpstr>
      <vt:lpstr>E-UTRAN Attach Procedure (4G Call Flow):- Step-1</vt:lpstr>
      <vt:lpstr>E-UTRAN Attach Procedure:- Step-2</vt:lpstr>
      <vt:lpstr>E-UTRAN Attach Procedure:- Step-3</vt:lpstr>
      <vt:lpstr>           Core 2G,3G and 4G Architecture</vt:lpstr>
      <vt:lpstr>                         GPRS/UMTS Architecture </vt:lpstr>
      <vt:lpstr>                     EUTRAN/LTE Architecture </vt:lpstr>
      <vt:lpstr>  PS Network Architecture : Safaricom Ethiopia</vt:lpstr>
      <vt:lpstr>1.CMM (SGSN/MME)</vt:lpstr>
      <vt:lpstr>1.CMG (GGSN/PGW)</vt:lpstr>
      <vt:lpstr>PowerPoint Presentation</vt:lpstr>
      <vt:lpstr>CMM VMs Functionality </vt:lpstr>
      <vt:lpstr>CMG System Structure  </vt:lpstr>
      <vt:lpstr>Cloud Mobile Gateway (CMG) </vt:lpstr>
      <vt:lpstr>CMG VMs Functionality  </vt:lpstr>
      <vt:lpstr>VMG redundancy protection  </vt:lpstr>
      <vt:lpstr>Load Balancing of the Subscriber Sessions </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Basner, Anthony (Nokia - ZA/Centurion)</dc:creator>
  <cp:lastModifiedBy>Gopesh sharma</cp:lastModifiedBy>
  <cp:revision>145</cp:revision>
  <dcterms:modified xsi:type="dcterms:W3CDTF">2023-04-13T13:19:30Z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0x01010042F18834676FFE448B63DF113C8736E8</vt:lpwstr>
  </property>
  <property fmtid="{D5CDD505-2E9C-101B-9397-08002B2CF9AE}" pid="3" name="_dlc_DocIdItemGuid">
    <vt:lpwstr>39940c92-709d-4207-8795-0f5876153feb</vt:lpwstr>
  </property>
  <property fmtid="{D5CDD505-2E9C-101B-9397-08002B2CF9AE}" pid="4" name="MSIP_Label_b1aa2129-79ec-42c0-bfac-e5b7a0374572_Enabled">
    <vt:lpwstr>true</vt:lpwstr>
  </property>
  <property fmtid="{D5CDD505-2E9C-101B-9397-08002B2CF9AE}" pid="5" name="MSIP_Label_b1aa2129-79ec-42c0-bfac-e5b7a0374572_SetDate">
    <vt:lpwstr>2021-06-28T12:35:33Z</vt:lpwstr>
  </property>
  <property fmtid="{D5CDD505-2E9C-101B-9397-08002B2CF9AE}" pid="6" name="MSIP_Label_b1aa2129-79ec-42c0-bfac-e5b7a0374572_Method">
    <vt:lpwstr>Privileged</vt:lpwstr>
  </property>
  <property fmtid="{D5CDD505-2E9C-101B-9397-08002B2CF9AE}" pid="7" name="MSIP_Label_b1aa2129-79ec-42c0-bfac-e5b7a0374572_Name">
    <vt:lpwstr>b1aa2129-79ec-42c0-bfac-e5b7a0374572</vt:lpwstr>
  </property>
  <property fmtid="{D5CDD505-2E9C-101B-9397-08002B2CF9AE}" pid="8" name="MSIP_Label_b1aa2129-79ec-42c0-bfac-e5b7a0374572_SiteId">
    <vt:lpwstr>5d471751-9675-428d-917b-70f44f9630b0</vt:lpwstr>
  </property>
  <property fmtid="{D5CDD505-2E9C-101B-9397-08002B2CF9AE}" pid="9" name="MSIP_Label_b1aa2129-79ec-42c0-bfac-e5b7a0374572_ActionId">
    <vt:lpwstr>d532cd25-ec77-471e-a7ed-64f126071fa3</vt:lpwstr>
  </property>
  <property fmtid="{D5CDD505-2E9C-101B-9397-08002B2CF9AE}" pid="10" name="MSIP_Label_b1aa2129-79ec-42c0-bfac-e5b7a0374572_ContentBits">
    <vt:lpwstr>0</vt:lpwstr>
  </property>
</Properties>
</file>